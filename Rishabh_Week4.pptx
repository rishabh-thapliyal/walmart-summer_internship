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5.xml" ContentType="application/vnd.openxmlformats-officedocument.theme+xml"/>
  <Override PartName="/ppt/slideLayouts/slideLayout7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  <p:sldMasterId id="2147483672" r:id="rId2"/>
    <p:sldMasterId id="2147483682" r:id="rId3"/>
    <p:sldMasterId id="2147483713" r:id="rId4"/>
    <p:sldMasterId id="2147483722" r:id="rId5"/>
    <p:sldMasterId id="2147483661" r:id="rId6"/>
  </p:sldMasterIdLst>
  <p:notesMasterIdLst>
    <p:notesMasterId r:id="rId20"/>
  </p:notesMasterIdLst>
  <p:sldIdLst>
    <p:sldId id="380" r:id="rId7"/>
    <p:sldId id="379" r:id="rId8"/>
    <p:sldId id="381" r:id="rId9"/>
    <p:sldId id="382" r:id="rId10"/>
    <p:sldId id="383" r:id="rId11"/>
    <p:sldId id="390" r:id="rId12"/>
    <p:sldId id="386" r:id="rId13"/>
    <p:sldId id="385" r:id="rId14"/>
    <p:sldId id="384" r:id="rId15"/>
    <p:sldId id="391" r:id="rId16"/>
    <p:sldId id="387" r:id="rId17"/>
    <p:sldId id="388" r:id="rId18"/>
    <p:sldId id="38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B9E7"/>
    <a:srgbClr val="F47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3F05B9-CDC1-46A1-BD7D-0A77E32A8F5A}" v="7" dt="2021-06-18T10:47:13.6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3" autoAdjust="0"/>
    <p:restoredTop sz="88317" autoAdjust="0"/>
  </p:normalViewPr>
  <p:slideViewPr>
    <p:cSldViewPr snapToGrid="0">
      <p:cViewPr varScale="1">
        <p:scale>
          <a:sx n="76" d="100"/>
          <a:sy n="76" d="100"/>
        </p:scale>
        <p:origin x="117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microsoft.com/office/2015/10/relationships/revisionInfo" Target="revisionInfo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abh Thapliyal" userId="368b16fe-05c0-4215-83a5-b415b40e56f1" providerId="ADAL" clId="{6B3F05B9-CDC1-46A1-BD7D-0A77E32A8F5A}"/>
    <pc:docChg chg="undo custSel addSld delSld modSld">
      <pc:chgData name="Rishabh Thapliyal" userId="368b16fe-05c0-4215-83a5-b415b40e56f1" providerId="ADAL" clId="{6B3F05B9-CDC1-46A1-BD7D-0A77E32A8F5A}" dt="2021-06-21T10:22:27.665" v="177" actId="20577"/>
      <pc:docMkLst>
        <pc:docMk/>
      </pc:docMkLst>
      <pc:sldChg chg="del">
        <pc:chgData name="Rishabh Thapliyal" userId="368b16fe-05c0-4215-83a5-b415b40e56f1" providerId="ADAL" clId="{6B3F05B9-CDC1-46A1-BD7D-0A77E32A8F5A}" dt="2021-06-18T10:42:58.688" v="0" actId="47"/>
        <pc:sldMkLst>
          <pc:docMk/>
          <pc:sldMk cId="1676164384" sldId="256"/>
        </pc:sldMkLst>
      </pc:sldChg>
      <pc:sldChg chg="del">
        <pc:chgData name="Rishabh Thapliyal" userId="368b16fe-05c0-4215-83a5-b415b40e56f1" providerId="ADAL" clId="{6B3F05B9-CDC1-46A1-BD7D-0A77E32A8F5A}" dt="2021-06-18T10:43:21.726" v="7" actId="47"/>
        <pc:sldMkLst>
          <pc:docMk/>
          <pc:sldMk cId="3491357958" sldId="257"/>
        </pc:sldMkLst>
      </pc:sldChg>
      <pc:sldChg chg="del">
        <pc:chgData name="Rishabh Thapliyal" userId="368b16fe-05c0-4215-83a5-b415b40e56f1" providerId="ADAL" clId="{6B3F05B9-CDC1-46A1-BD7D-0A77E32A8F5A}" dt="2021-06-18T10:43:21.984" v="8" actId="47"/>
        <pc:sldMkLst>
          <pc:docMk/>
          <pc:sldMk cId="668213500" sldId="258"/>
        </pc:sldMkLst>
      </pc:sldChg>
      <pc:sldChg chg="del">
        <pc:chgData name="Rishabh Thapliyal" userId="368b16fe-05c0-4215-83a5-b415b40e56f1" providerId="ADAL" clId="{6B3F05B9-CDC1-46A1-BD7D-0A77E32A8F5A}" dt="2021-06-18T10:43:22.095" v="9" actId="47"/>
        <pc:sldMkLst>
          <pc:docMk/>
          <pc:sldMk cId="1868190013" sldId="259"/>
        </pc:sldMkLst>
      </pc:sldChg>
      <pc:sldChg chg="del">
        <pc:chgData name="Rishabh Thapliyal" userId="368b16fe-05c0-4215-83a5-b415b40e56f1" providerId="ADAL" clId="{6B3F05B9-CDC1-46A1-BD7D-0A77E32A8F5A}" dt="2021-06-18T10:43:22.266" v="10" actId="47"/>
        <pc:sldMkLst>
          <pc:docMk/>
          <pc:sldMk cId="2578639125" sldId="260"/>
        </pc:sldMkLst>
      </pc:sldChg>
      <pc:sldChg chg="del">
        <pc:chgData name="Rishabh Thapliyal" userId="368b16fe-05c0-4215-83a5-b415b40e56f1" providerId="ADAL" clId="{6B3F05B9-CDC1-46A1-BD7D-0A77E32A8F5A}" dt="2021-06-18T10:43:22.422" v="11" actId="47"/>
        <pc:sldMkLst>
          <pc:docMk/>
          <pc:sldMk cId="1089094538" sldId="261"/>
        </pc:sldMkLst>
      </pc:sldChg>
      <pc:sldChg chg="del">
        <pc:chgData name="Rishabh Thapliyal" userId="368b16fe-05c0-4215-83a5-b415b40e56f1" providerId="ADAL" clId="{6B3F05B9-CDC1-46A1-BD7D-0A77E32A8F5A}" dt="2021-06-18T10:42:59.481" v="1" actId="47"/>
        <pc:sldMkLst>
          <pc:docMk/>
          <pc:sldMk cId="2984107358" sldId="262"/>
        </pc:sldMkLst>
      </pc:sldChg>
      <pc:sldChg chg="del">
        <pc:chgData name="Rishabh Thapliyal" userId="368b16fe-05c0-4215-83a5-b415b40e56f1" providerId="ADAL" clId="{6B3F05B9-CDC1-46A1-BD7D-0A77E32A8F5A}" dt="2021-06-18T10:42:59.958" v="2" actId="47"/>
        <pc:sldMkLst>
          <pc:docMk/>
          <pc:sldMk cId="390674536" sldId="263"/>
        </pc:sldMkLst>
      </pc:sldChg>
      <pc:sldChg chg="del">
        <pc:chgData name="Rishabh Thapliyal" userId="368b16fe-05c0-4215-83a5-b415b40e56f1" providerId="ADAL" clId="{6B3F05B9-CDC1-46A1-BD7D-0A77E32A8F5A}" dt="2021-06-18T10:43:02.009" v="3" actId="47"/>
        <pc:sldMkLst>
          <pc:docMk/>
          <pc:sldMk cId="3224840388" sldId="264"/>
        </pc:sldMkLst>
      </pc:sldChg>
      <pc:sldChg chg="del">
        <pc:chgData name="Rishabh Thapliyal" userId="368b16fe-05c0-4215-83a5-b415b40e56f1" providerId="ADAL" clId="{6B3F05B9-CDC1-46A1-BD7D-0A77E32A8F5A}" dt="2021-06-18T10:43:02.915" v="4" actId="47"/>
        <pc:sldMkLst>
          <pc:docMk/>
          <pc:sldMk cId="3416484725" sldId="265"/>
        </pc:sldMkLst>
      </pc:sldChg>
      <pc:sldChg chg="del">
        <pc:chgData name="Rishabh Thapliyal" userId="368b16fe-05c0-4215-83a5-b415b40e56f1" providerId="ADAL" clId="{6B3F05B9-CDC1-46A1-BD7D-0A77E32A8F5A}" dt="2021-06-18T10:43:03.985" v="5" actId="47"/>
        <pc:sldMkLst>
          <pc:docMk/>
          <pc:sldMk cId="3006441323" sldId="266"/>
        </pc:sldMkLst>
      </pc:sldChg>
      <pc:sldChg chg="del">
        <pc:chgData name="Rishabh Thapliyal" userId="368b16fe-05c0-4215-83a5-b415b40e56f1" providerId="ADAL" clId="{6B3F05B9-CDC1-46A1-BD7D-0A77E32A8F5A}" dt="2021-06-18T10:43:21.480" v="6" actId="47"/>
        <pc:sldMkLst>
          <pc:docMk/>
          <pc:sldMk cId="1731366157" sldId="267"/>
        </pc:sldMkLst>
      </pc:sldChg>
      <pc:sldChg chg="del">
        <pc:chgData name="Rishabh Thapliyal" userId="368b16fe-05c0-4215-83a5-b415b40e56f1" providerId="ADAL" clId="{6B3F05B9-CDC1-46A1-BD7D-0A77E32A8F5A}" dt="2021-06-18T10:43:22.567" v="12" actId="47"/>
        <pc:sldMkLst>
          <pc:docMk/>
          <pc:sldMk cId="1013234336" sldId="268"/>
        </pc:sldMkLst>
      </pc:sldChg>
      <pc:sldChg chg="del">
        <pc:chgData name="Rishabh Thapliyal" userId="368b16fe-05c0-4215-83a5-b415b40e56f1" providerId="ADAL" clId="{6B3F05B9-CDC1-46A1-BD7D-0A77E32A8F5A}" dt="2021-06-18T10:43:22.738" v="13" actId="47"/>
        <pc:sldMkLst>
          <pc:docMk/>
          <pc:sldMk cId="1389507758" sldId="269"/>
        </pc:sldMkLst>
      </pc:sldChg>
      <pc:sldChg chg="del">
        <pc:chgData name="Rishabh Thapliyal" userId="368b16fe-05c0-4215-83a5-b415b40e56f1" providerId="ADAL" clId="{6B3F05B9-CDC1-46A1-BD7D-0A77E32A8F5A}" dt="2021-06-18T10:43:22.909" v="14" actId="47"/>
        <pc:sldMkLst>
          <pc:docMk/>
          <pc:sldMk cId="2650775123" sldId="270"/>
        </pc:sldMkLst>
      </pc:sldChg>
      <pc:sldChg chg="del">
        <pc:chgData name="Rishabh Thapliyal" userId="368b16fe-05c0-4215-83a5-b415b40e56f1" providerId="ADAL" clId="{6B3F05B9-CDC1-46A1-BD7D-0A77E32A8F5A}" dt="2021-06-18T10:43:23.305" v="16" actId="47"/>
        <pc:sldMkLst>
          <pc:docMk/>
          <pc:sldMk cId="1517856750" sldId="271"/>
        </pc:sldMkLst>
      </pc:sldChg>
      <pc:sldChg chg="del">
        <pc:chgData name="Rishabh Thapliyal" userId="368b16fe-05c0-4215-83a5-b415b40e56f1" providerId="ADAL" clId="{6B3F05B9-CDC1-46A1-BD7D-0A77E32A8F5A}" dt="2021-06-18T10:43:23.470" v="18" actId="47"/>
        <pc:sldMkLst>
          <pc:docMk/>
          <pc:sldMk cId="1221357739" sldId="272"/>
        </pc:sldMkLst>
      </pc:sldChg>
      <pc:sldChg chg="del">
        <pc:chgData name="Rishabh Thapliyal" userId="368b16fe-05c0-4215-83a5-b415b40e56f1" providerId="ADAL" clId="{6B3F05B9-CDC1-46A1-BD7D-0A77E32A8F5A}" dt="2021-06-18T10:43:23.332" v="17" actId="47"/>
        <pc:sldMkLst>
          <pc:docMk/>
          <pc:sldMk cId="2344740983" sldId="273"/>
        </pc:sldMkLst>
      </pc:sldChg>
      <pc:sldChg chg="del">
        <pc:chgData name="Rishabh Thapliyal" userId="368b16fe-05c0-4215-83a5-b415b40e56f1" providerId="ADAL" clId="{6B3F05B9-CDC1-46A1-BD7D-0A77E32A8F5A}" dt="2021-06-18T10:43:23.035" v="15" actId="47"/>
        <pc:sldMkLst>
          <pc:docMk/>
          <pc:sldMk cId="1248869169" sldId="274"/>
        </pc:sldMkLst>
      </pc:sldChg>
      <pc:sldChg chg="del">
        <pc:chgData name="Rishabh Thapliyal" userId="368b16fe-05c0-4215-83a5-b415b40e56f1" providerId="ADAL" clId="{6B3F05B9-CDC1-46A1-BD7D-0A77E32A8F5A}" dt="2021-06-18T10:43:23.803" v="20" actId="47"/>
        <pc:sldMkLst>
          <pc:docMk/>
          <pc:sldMk cId="2408155349" sldId="275"/>
        </pc:sldMkLst>
      </pc:sldChg>
      <pc:sldChg chg="del">
        <pc:chgData name="Rishabh Thapliyal" userId="368b16fe-05c0-4215-83a5-b415b40e56f1" providerId="ADAL" clId="{6B3F05B9-CDC1-46A1-BD7D-0A77E32A8F5A}" dt="2021-06-18T10:43:23.677" v="19" actId="47"/>
        <pc:sldMkLst>
          <pc:docMk/>
          <pc:sldMk cId="225165641" sldId="276"/>
        </pc:sldMkLst>
      </pc:sldChg>
      <pc:sldChg chg="del">
        <pc:chgData name="Rishabh Thapliyal" userId="368b16fe-05c0-4215-83a5-b415b40e56f1" providerId="ADAL" clId="{6B3F05B9-CDC1-46A1-BD7D-0A77E32A8F5A}" dt="2021-06-18T10:43:24.206" v="22" actId="47"/>
        <pc:sldMkLst>
          <pc:docMk/>
          <pc:sldMk cId="3629573748" sldId="277"/>
        </pc:sldMkLst>
      </pc:sldChg>
      <pc:sldChg chg="del">
        <pc:chgData name="Rishabh Thapliyal" userId="368b16fe-05c0-4215-83a5-b415b40e56f1" providerId="ADAL" clId="{6B3F05B9-CDC1-46A1-BD7D-0A77E32A8F5A}" dt="2021-06-18T10:43:23.972" v="21" actId="47"/>
        <pc:sldMkLst>
          <pc:docMk/>
          <pc:sldMk cId="449852840" sldId="278"/>
        </pc:sldMkLst>
      </pc:sldChg>
      <pc:sldChg chg="del">
        <pc:chgData name="Rishabh Thapliyal" userId="368b16fe-05c0-4215-83a5-b415b40e56f1" providerId="ADAL" clId="{6B3F05B9-CDC1-46A1-BD7D-0A77E32A8F5A}" dt="2021-06-18T10:43:25.064" v="28" actId="47"/>
        <pc:sldMkLst>
          <pc:docMk/>
          <pc:sldMk cId="1126462095" sldId="279"/>
        </pc:sldMkLst>
      </pc:sldChg>
      <pc:sldChg chg="del">
        <pc:chgData name="Rishabh Thapliyal" userId="368b16fe-05c0-4215-83a5-b415b40e56f1" providerId="ADAL" clId="{6B3F05B9-CDC1-46A1-BD7D-0A77E32A8F5A}" dt="2021-06-18T10:43:24.284" v="23" actId="47"/>
        <pc:sldMkLst>
          <pc:docMk/>
          <pc:sldMk cId="3720999960" sldId="280"/>
        </pc:sldMkLst>
      </pc:sldChg>
      <pc:sldChg chg="del">
        <pc:chgData name="Rishabh Thapliyal" userId="368b16fe-05c0-4215-83a5-b415b40e56f1" providerId="ADAL" clId="{6B3F05B9-CDC1-46A1-BD7D-0A77E32A8F5A}" dt="2021-06-18T10:43:28.411" v="32" actId="47"/>
        <pc:sldMkLst>
          <pc:docMk/>
          <pc:sldMk cId="3967498314" sldId="281"/>
        </pc:sldMkLst>
      </pc:sldChg>
      <pc:sldChg chg="del">
        <pc:chgData name="Rishabh Thapliyal" userId="368b16fe-05c0-4215-83a5-b415b40e56f1" providerId="ADAL" clId="{6B3F05B9-CDC1-46A1-BD7D-0A77E32A8F5A}" dt="2021-06-18T10:43:24.452" v="24" actId="47"/>
        <pc:sldMkLst>
          <pc:docMk/>
          <pc:sldMk cId="489864542" sldId="283"/>
        </pc:sldMkLst>
      </pc:sldChg>
      <pc:sldChg chg="del">
        <pc:chgData name="Rishabh Thapliyal" userId="368b16fe-05c0-4215-83a5-b415b40e56f1" providerId="ADAL" clId="{6B3F05B9-CDC1-46A1-BD7D-0A77E32A8F5A}" dt="2021-06-18T10:43:24.932" v="27" actId="47"/>
        <pc:sldMkLst>
          <pc:docMk/>
          <pc:sldMk cId="1502337017" sldId="284"/>
        </pc:sldMkLst>
      </pc:sldChg>
      <pc:sldChg chg="del">
        <pc:chgData name="Rishabh Thapliyal" userId="368b16fe-05c0-4215-83a5-b415b40e56f1" providerId="ADAL" clId="{6B3F05B9-CDC1-46A1-BD7D-0A77E32A8F5A}" dt="2021-06-18T10:43:24.674" v="25" actId="47"/>
        <pc:sldMkLst>
          <pc:docMk/>
          <pc:sldMk cId="2732682679" sldId="285"/>
        </pc:sldMkLst>
      </pc:sldChg>
      <pc:sldChg chg="del">
        <pc:chgData name="Rishabh Thapliyal" userId="368b16fe-05c0-4215-83a5-b415b40e56f1" providerId="ADAL" clId="{6B3F05B9-CDC1-46A1-BD7D-0A77E32A8F5A}" dt="2021-06-18T10:43:24.758" v="26" actId="47"/>
        <pc:sldMkLst>
          <pc:docMk/>
          <pc:sldMk cId="3171351445" sldId="286"/>
        </pc:sldMkLst>
      </pc:sldChg>
      <pc:sldChg chg="del">
        <pc:chgData name="Rishabh Thapliyal" userId="368b16fe-05c0-4215-83a5-b415b40e56f1" providerId="ADAL" clId="{6B3F05B9-CDC1-46A1-BD7D-0A77E32A8F5A}" dt="2021-06-18T10:43:25.307" v="29" actId="47"/>
        <pc:sldMkLst>
          <pc:docMk/>
          <pc:sldMk cId="471558146" sldId="287"/>
        </pc:sldMkLst>
      </pc:sldChg>
      <pc:sldChg chg="del">
        <pc:chgData name="Rishabh Thapliyal" userId="368b16fe-05c0-4215-83a5-b415b40e56f1" providerId="ADAL" clId="{6B3F05B9-CDC1-46A1-BD7D-0A77E32A8F5A}" dt="2021-06-18T10:43:25.535" v="30" actId="47"/>
        <pc:sldMkLst>
          <pc:docMk/>
          <pc:sldMk cId="4171836735" sldId="288"/>
        </pc:sldMkLst>
      </pc:sldChg>
      <pc:sldChg chg="del">
        <pc:chgData name="Rishabh Thapliyal" userId="368b16fe-05c0-4215-83a5-b415b40e56f1" providerId="ADAL" clId="{6B3F05B9-CDC1-46A1-BD7D-0A77E32A8F5A}" dt="2021-06-18T10:43:28.630" v="33" actId="47"/>
        <pc:sldMkLst>
          <pc:docMk/>
          <pc:sldMk cId="4229424653" sldId="289"/>
        </pc:sldMkLst>
      </pc:sldChg>
      <pc:sldChg chg="del">
        <pc:chgData name="Rishabh Thapliyal" userId="368b16fe-05c0-4215-83a5-b415b40e56f1" providerId="ADAL" clId="{6B3F05B9-CDC1-46A1-BD7D-0A77E32A8F5A}" dt="2021-06-18T10:43:28.810" v="34" actId="47"/>
        <pc:sldMkLst>
          <pc:docMk/>
          <pc:sldMk cId="2912877079" sldId="290"/>
        </pc:sldMkLst>
      </pc:sldChg>
      <pc:sldChg chg="del">
        <pc:chgData name="Rishabh Thapliyal" userId="368b16fe-05c0-4215-83a5-b415b40e56f1" providerId="ADAL" clId="{6B3F05B9-CDC1-46A1-BD7D-0A77E32A8F5A}" dt="2021-06-18T10:43:29.139" v="35" actId="47"/>
        <pc:sldMkLst>
          <pc:docMk/>
          <pc:sldMk cId="3462454870" sldId="291"/>
        </pc:sldMkLst>
      </pc:sldChg>
      <pc:sldChg chg="del">
        <pc:chgData name="Rishabh Thapliyal" userId="368b16fe-05c0-4215-83a5-b415b40e56f1" providerId="ADAL" clId="{6B3F05B9-CDC1-46A1-BD7D-0A77E32A8F5A}" dt="2021-06-18T10:43:29.199" v="36" actId="47"/>
        <pc:sldMkLst>
          <pc:docMk/>
          <pc:sldMk cId="1327612909" sldId="292"/>
        </pc:sldMkLst>
      </pc:sldChg>
      <pc:sldChg chg="del">
        <pc:chgData name="Rishabh Thapliyal" userId="368b16fe-05c0-4215-83a5-b415b40e56f1" providerId="ADAL" clId="{6B3F05B9-CDC1-46A1-BD7D-0A77E32A8F5A}" dt="2021-06-18T10:43:29.445" v="37" actId="47"/>
        <pc:sldMkLst>
          <pc:docMk/>
          <pc:sldMk cId="2757906163" sldId="293"/>
        </pc:sldMkLst>
      </pc:sldChg>
      <pc:sldChg chg="del">
        <pc:chgData name="Rishabh Thapliyal" userId="368b16fe-05c0-4215-83a5-b415b40e56f1" providerId="ADAL" clId="{6B3F05B9-CDC1-46A1-BD7D-0A77E32A8F5A}" dt="2021-06-18T10:43:25.616" v="31" actId="47"/>
        <pc:sldMkLst>
          <pc:docMk/>
          <pc:sldMk cId="1435242241" sldId="294"/>
        </pc:sldMkLst>
      </pc:sldChg>
      <pc:sldChg chg="del">
        <pc:chgData name="Rishabh Thapliyal" userId="368b16fe-05c0-4215-83a5-b415b40e56f1" providerId="ADAL" clId="{6B3F05B9-CDC1-46A1-BD7D-0A77E32A8F5A}" dt="2021-06-18T10:43:29.592" v="38" actId="47"/>
        <pc:sldMkLst>
          <pc:docMk/>
          <pc:sldMk cId="3817683614" sldId="295"/>
        </pc:sldMkLst>
      </pc:sldChg>
      <pc:sldChg chg="del">
        <pc:chgData name="Rishabh Thapliyal" userId="368b16fe-05c0-4215-83a5-b415b40e56f1" providerId="ADAL" clId="{6B3F05B9-CDC1-46A1-BD7D-0A77E32A8F5A}" dt="2021-06-18T10:43:29.664" v="39" actId="47"/>
        <pc:sldMkLst>
          <pc:docMk/>
          <pc:sldMk cId="1932887380" sldId="296"/>
        </pc:sldMkLst>
      </pc:sldChg>
      <pc:sldChg chg="del">
        <pc:chgData name="Rishabh Thapliyal" userId="368b16fe-05c0-4215-83a5-b415b40e56f1" providerId="ADAL" clId="{6B3F05B9-CDC1-46A1-BD7D-0A77E32A8F5A}" dt="2021-06-18T10:43:29.802" v="40" actId="47"/>
        <pc:sldMkLst>
          <pc:docMk/>
          <pc:sldMk cId="4038595021" sldId="297"/>
        </pc:sldMkLst>
      </pc:sldChg>
      <pc:sldChg chg="del">
        <pc:chgData name="Rishabh Thapliyal" userId="368b16fe-05c0-4215-83a5-b415b40e56f1" providerId="ADAL" clId="{6B3F05B9-CDC1-46A1-BD7D-0A77E32A8F5A}" dt="2021-06-18T10:43:29.976" v="41" actId="47"/>
        <pc:sldMkLst>
          <pc:docMk/>
          <pc:sldMk cId="4160128722" sldId="298"/>
        </pc:sldMkLst>
      </pc:sldChg>
      <pc:sldChg chg="del">
        <pc:chgData name="Rishabh Thapliyal" userId="368b16fe-05c0-4215-83a5-b415b40e56f1" providerId="ADAL" clId="{6B3F05B9-CDC1-46A1-BD7D-0A77E32A8F5A}" dt="2021-06-18T10:43:30.204" v="42" actId="47"/>
        <pc:sldMkLst>
          <pc:docMk/>
          <pc:sldMk cId="1041055136" sldId="299"/>
        </pc:sldMkLst>
      </pc:sldChg>
      <pc:sldChg chg="del">
        <pc:chgData name="Rishabh Thapliyal" userId="368b16fe-05c0-4215-83a5-b415b40e56f1" providerId="ADAL" clId="{6B3F05B9-CDC1-46A1-BD7D-0A77E32A8F5A}" dt="2021-06-18T10:43:31.829" v="45" actId="47"/>
        <pc:sldMkLst>
          <pc:docMk/>
          <pc:sldMk cId="2694582006" sldId="301"/>
        </pc:sldMkLst>
      </pc:sldChg>
      <pc:sldChg chg="del">
        <pc:chgData name="Rishabh Thapliyal" userId="368b16fe-05c0-4215-83a5-b415b40e56f1" providerId="ADAL" clId="{6B3F05B9-CDC1-46A1-BD7D-0A77E32A8F5A}" dt="2021-06-18T10:43:30.405" v="43" actId="47"/>
        <pc:sldMkLst>
          <pc:docMk/>
          <pc:sldMk cId="398715721" sldId="302"/>
        </pc:sldMkLst>
      </pc:sldChg>
      <pc:sldChg chg="del">
        <pc:chgData name="Rishabh Thapliyal" userId="368b16fe-05c0-4215-83a5-b415b40e56f1" providerId="ADAL" clId="{6B3F05B9-CDC1-46A1-BD7D-0A77E32A8F5A}" dt="2021-06-18T10:43:32.045" v="46" actId="47"/>
        <pc:sldMkLst>
          <pc:docMk/>
          <pc:sldMk cId="2225847520" sldId="303"/>
        </pc:sldMkLst>
      </pc:sldChg>
      <pc:sldChg chg="del">
        <pc:chgData name="Rishabh Thapliyal" userId="368b16fe-05c0-4215-83a5-b415b40e56f1" providerId="ADAL" clId="{6B3F05B9-CDC1-46A1-BD7D-0A77E32A8F5A}" dt="2021-06-18T10:43:31.598" v="44" actId="47"/>
        <pc:sldMkLst>
          <pc:docMk/>
          <pc:sldMk cId="2825703834" sldId="304"/>
        </pc:sldMkLst>
      </pc:sldChg>
      <pc:sldChg chg="del">
        <pc:chgData name="Rishabh Thapliyal" userId="368b16fe-05c0-4215-83a5-b415b40e56f1" providerId="ADAL" clId="{6B3F05B9-CDC1-46A1-BD7D-0A77E32A8F5A}" dt="2021-06-18T10:43:32.582" v="49" actId="47"/>
        <pc:sldMkLst>
          <pc:docMk/>
          <pc:sldMk cId="3748474457" sldId="305"/>
        </pc:sldMkLst>
      </pc:sldChg>
      <pc:sldChg chg="del">
        <pc:chgData name="Rishabh Thapliyal" userId="368b16fe-05c0-4215-83a5-b415b40e56f1" providerId="ADAL" clId="{6B3F05B9-CDC1-46A1-BD7D-0A77E32A8F5A}" dt="2021-06-18T10:43:32.267" v="47" actId="47"/>
        <pc:sldMkLst>
          <pc:docMk/>
          <pc:sldMk cId="3544674642" sldId="306"/>
        </pc:sldMkLst>
      </pc:sldChg>
      <pc:sldChg chg="del">
        <pc:chgData name="Rishabh Thapliyal" userId="368b16fe-05c0-4215-83a5-b415b40e56f1" providerId="ADAL" clId="{6B3F05B9-CDC1-46A1-BD7D-0A77E32A8F5A}" dt="2021-06-18T10:43:32.420" v="48" actId="47"/>
        <pc:sldMkLst>
          <pc:docMk/>
          <pc:sldMk cId="3361140044" sldId="307"/>
        </pc:sldMkLst>
      </pc:sldChg>
      <pc:sldChg chg="del">
        <pc:chgData name="Rishabh Thapliyal" userId="368b16fe-05c0-4215-83a5-b415b40e56f1" providerId="ADAL" clId="{6B3F05B9-CDC1-46A1-BD7D-0A77E32A8F5A}" dt="2021-06-18T10:43:32.888" v="50" actId="47"/>
        <pc:sldMkLst>
          <pc:docMk/>
          <pc:sldMk cId="277764983" sldId="308"/>
        </pc:sldMkLst>
      </pc:sldChg>
      <pc:sldChg chg="del">
        <pc:chgData name="Rishabh Thapliyal" userId="368b16fe-05c0-4215-83a5-b415b40e56f1" providerId="ADAL" clId="{6B3F05B9-CDC1-46A1-BD7D-0A77E32A8F5A}" dt="2021-06-18T10:43:32.984" v="51" actId="47"/>
        <pc:sldMkLst>
          <pc:docMk/>
          <pc:sldMk cId="2683615882" sldId="309"/>
        </pc:sldMkLst>
      </pc:sldChg>
      <pc:sldChg chg="del">
        <pc:chgData name="Rishabh Thapliyal" userId="368b16fe-05c0-4215-83a5-b415b40e56f1" providerId="ADAL" clId="{6B3F05B9-CDC1-46A1-BD7D-0A77E32A8F5A}" dt="2021-06-18T10:43:33.489" v="54" actId="47"/>
        <pc:sldMkLst>
          <pc:docMk/>
          <pc:sldMk cId="2224386369" sldId="310"/>
        </pc:sldMkLst>
      </pc:sldChg>
      <pc:sldChg chg="del">
        <pc:chgData name="Rishabh Thapliyal" userId="368b16fe-05c0-4215-83a5-b415b40e56f1" providerId="ADAL" clId="{6B3F05B9-CDC1-46A1-BD7D-0A77E32A8F5A}" dt="2021-06-18T10:43:33.621" v="55" actId="47"/>
        <pc:sldMkLst>
          <pc:docMk/>
          <pc:sldMk cId="1731427468" sldId="311"/>
        </pc:sldMkLst>
      </pc:sldChg>
      <pc:sldChg chg="del">
        <pc:chgData name="Rishabh Thapliyal" userId="368b16fe-05c0-4215-83a5-b415b40e56f1" providerId="ADAL" clId="{6B3F05B9-CDC1-46A1-BD7D-0A77E32A8F5A}" dt="2021-06-18T10:43:33.828" v="56" actId="47"/>
        <pc:sldMkLst>
          <pc:docMk/>
          <pc:sldMk cId="1362751064" sldId="312"/>
        </pc:sldMkLst>
      </pc:sldChg>
      <pc:sldChg chg="del">
        <pc:chgData name="Rishabh Thapliyal" userId="368b16fe-05c0-4215-83a5-b415b40e56f1" providerId="ADAL" clId="{6B3F05B9-CDC1-46A1-BD7D-0A77E32A8F5A}" dt="2021-06-18T10:43:33.963" v="57" actId="47"/>
        <pc:sldMkLst>
          <pc:docMk/>
          <pc:sldMk cId="2534157100" sldId="313"/>
        </pc:sldMkLst>
      </pc:sldChg>
      <pc:sldChg chg="del">
        <pc:chgData name="Rishabh Thapliyal" userId="368b16fe-05c0-4215-83a5-b415b40e56f1" providerId="ADAL" clId="{6B3F05B9-CDC1-46A1-BD7D-0A77E32A8F5A}" dt="2021-06-18T10:43:33.324" v="52" actId="47"/>
        <pc:sldMkLst>
          <pc:docMk/>
          <pc:sldMk cId="2848677267" sldId="314"/>
        </pc:sldMkLst>
      </pc:sldChg>
      <pc:sldChg chg="del">
        <pc:chgData name="Rishabh Thapliyal" userId="368b16fe-05c0-4215-83a5-b415b40e56f1" providerId="ADAL" clId="{6B3F05B9-CDC1-46A1-BD7D-0A77E32A8F5A}" dt="2021-06-18T10:43:33.366" v="53" actId="47"/>
        <pc:sldMkLst>
          <pc:docMk/>
          <pc:sldMk cId="3208976361" sldId="315"/>
        </pc:sldMkLst>
      </pc:sldChg>
      <pc:sldChg chg="del">
        <pc:chgData name="Rishabh Thapliyal" userId="368b16fe-05c0-4215-83a5-b415b40e56f1" providerId="ADAL" clId="{6B3F05B9-CDC1-46A1-BD7D-0A77E32A8F5A}" dt="2021-06-18T10:43:34.134" v="58" actId="47"/>
        <pc:sldMkLst>
          <pc:docMk/>
          <pc:sldMk cId="2495567631" sldId="316"/>
        </pc:sldMkLst>
      </pc:sldChg>
      <pc:sldChg chg="add del">
        <pc:chgData name="Rishabh Thapliyal" userId="368b16fe-05c0-4215-83a5-b415b40e56f1" providerId="ADAL" clId="{6B3F05B9-CDC1-46A1-BD7D-0A77E32A8F5A}" dt="2021-06-18T10:44:30.168" v="71" actId="47"/>
        <pc:sldMkLst>
          <pc:docMk/>
          <pc:sldMk cId="22216773" sldId="317"/>
        </pc:sldMkLst>
      </pc:sldChg>
      <pc:sldChg chg="del">
        <pc:chgData name="Rishabh Thapliyal" userId="368b16fe-05c0-4215-83a5-b415b40e56f1" providerId="ADAL" clId="{6B3F05B9-CDC1-46A1-BD7D-0A77E32A8F5A}" dt="2021-06-18T10:43:34.320" v="59" actId="47"/>
        <pc:sldMkLst>
          <pc:docMk/>
          <pc:sldMk cId="42701999" sldId="318"/>
        </pc:sldMkLst>
      </pc:sldChg>
      <pc:sldChg chg="add del">
        <pc:chgData name="Rishabh Thapliyal" userId="368b16fe-05c0-4215-83a5-b415b40e56f1" providerId="ADAL" clId="{6B3F05B9-CDC1-46A1-BD7D-0A77E32A8F5A}" dt="2021-06-18T10:44:29.262" v="70" actId="47"/>
        <pc:sldMkLst>
          <pc:docMk/>
          <pc:sldMk cId="136209907" sldId="319"/>
        </pc:sldMkLst>
      </pc:sldChg>
      <pc:sldChg chg="add del">
        <pc:chgData name="Rishabh Thapliyal" userId="368b16fe-05c0-4215-83a5-b415b40e56f1" providerId="ADAL" clId="{6B3F05B9-CDC1-46A1-BD7D-0A77E32A8F5A}" dt="2021-06-18T10:44:30.579" v="72" actId="47"/>
        <pc:sldMkLst>
          <pc:docMk/>
          <pc:sldMk cId="977677292" sldId="320"/>
        </pc:sldMkLst>
      </pc:sldChg>
      <pc:sldChg chg="add del">
        <pc:chgData name="Rishabh Thapliyal" userId="368b16fe-05c0-4215-83a5-b415b40e56f1" providerId="ADAL" clId="{6B3F05B9-CDC1-46A1-BD7D-0A77E32A8F5A}" dt="2021-06-18T10:44:30.840" v="73" actId="47"/>
        <pc:sldMkLst>
          <pc:docMk/>
          <pc:sldMk cId="4048344356" sldId="321"/>
        </pc:sldMkLst>
      </pc:sldChg>
      <pc:sldChg chg="add del">
        <pc:chgData name="Rishabh Thapliyal" userId="368b16fe-05c0-4215-83a5-b415b40e56f1" providerId="ADAL" clId="{6B3F05B9-CDC1-46A1-BD7D-0A77E32A8F5A}" dt="2021-06-18T10:44:31.076" v="74" actId="47"/>
        <pc:sldMkLst>
          <pc:docMk/>
          <pc:sldMk cId="1407292537" sldId="322"/>
        </pc:sldMkLst>
      </pc:sldChg>
      <pc:sldChg chg="del">
        <pc:chgData name="Rishabh Thapliyal" userId="368b16fe-05c0-4215-83a5-b415b40e56f1" providerId="ADAL" clId="{6B3F05B9-CDC1-46A1-BD7D-0A77E32A8F5A}" dt="2021-06-18T10:44:31.229" v="75" actId="47"/>
        <pc:sldMkLst>
          <pc:docMk/>
          <pc:sldMk cId="334685687" sldId="323"/>
        </pc:sldMkLst>
      </pc:sldChg>
      <pc:sldChg chg="del">
        <pc:chgData name="Rishabh Thapliyal" userId="368b16fe-05c0-4215-83a5-b415b40e56f1" providerId="ADAL" clId="{6B3F05B9-CDC1-46A1-BD7D-0A77E32A8F5A}" dt="2021-06-18T10:44:31.445" v="76" actId="47"/>
        <pc:sldMkLst>
          <pc:docMk/>
          <pc:sldMk cId="631878985" sldId="325"/>
        </pc:sldMkLst>
      </pc:sldChg>
      <pc:sldChg chg="del">
        <pc:chgData name="Rishabh Thapliyal" userId="368b16fe-05c0-4215-83a5-b415b40e56f1" providerId="ADAL" clId="{6B3F05B9-CDC1-46A1-BD7D-0A77E32A8F5A}" dt="2021-06-18T10:44:31.733" v="77" actId="47"/>
        <pc:sldMkLst>
          <pc:docMk/>
          <pc:sldMk cId="2972285356" sldId="326"/>
        </pc:sldMkLst>
      </pc:sldChg>
      <pc:sldChg chg="del">
        <pc:chgData name="Rishabh Thapliyal" userId="368b16fe-05c0-4215-83a5-b415b40e56f1" providerId="ADAL" clId="{6B3F05B9-CDC1-46A1-BD7D-0A77E32A8F5A}" dt="2021-06-18T10:44:32.063" v="80" actId="47"/>
        <pc:sldMkLst>
          <pc:docMk/>
          <pc:sldMk cId="2959315682" sldId="327"/>
        </pc:sldMkLst>
      </pc:sldChg>
      <pc:sldChg chg="del">
        <pc:chgData name="Rishabh Thapliyal" userId="368b16fe-05c0-4215-83a5-b415b40e56f1" providerId="ADAL" clId="{6B3F05B9-CDC1-46A1-BD7D-0A77E32A8F5A}" dt="2021-06-18T10:44:31.856" v="78" actId="47"/>
        <pc:sldMkLst>
          <pc:docMk/>
          <pc:sldMk cId="2240116530" sldId="328"/>
        </pc:sldMkLst>
      </pc:sldChg>
      <pc:sldChg chg="del">
        <pc:chgData name="Rishabh Thapliyal" userId="368b16fe-05c0-4215-83a5-b415b40e56f1" providerId="ADAL" clId="{6B3F05B9-CDC1-46A1-BD7D-0A77E32A8F5A}" dt="2021-06-18T10:44:31.925" v="79" actId="47"/>
        <pc:sldMkLst>
          <pc:docMk/>
          <pc:sldMk cId="4086613967" sldId="329"/>
        </pc:sldMkLst>
      </pc:sldChg>
      <pc:sldChg chg="del">
        <pc:chgData name="Rishabh Thapliyal" userId="368b16fe-05c0-4215-83a5-b415b40e56f1" providerId="ADAL" clId="{6B3F05B9-CDC1-46A1-BD7D-0A77E32A8F5A}" dt="2021-06-18T10:44:32.195" v="81" actId="47"/>
        <pc:sldMkLst>
          <pc:docMk/>
          <pc:sldMk cId="1192313093" sldId="330"/>
        </pc:sldMkLst>
      </pc:sldChg>
      <pc:sldChg chg="del">
        <pc:chgData name="Rishabh Thapliyal" userId="368b16fe-05c0-4215-83a5-b415b40e56f1" providerId="ADAL" clId="{6B3F05B9-CDC1-46A1-BD7D-0A77E32A8F5A}" dt="2021-06-18T10:44:32.621" v="83" actId="47"/>
        <pc:sldMkLst>
          <pc:docMk/>
          <pc:sldMk cId="3796789212" sldId="332"/>
        </pc:sldMkLst>
      </pc:sldChg>
      <pc:sldChg chg="del">
        <pc:chgData name="Rishabh Thapliyal" userId="368b16fe-05c0-4215-83a5-b415b40e56f1" providerId="ADAL" clId="{6B3F05B9-CDC1-46A1-BD7D-0A77E32A8F5A}" dt="2021-06-18T10:44:32.810" v="84" actId="47"/>
        <pc:sldMkLst>
          <pc:docMk/>
          <pc:sldMk cId="2283266517" sldId="333"/>
        </pc:sldMkLst>
      </pc:sldChg>
      <pc:sldChg chg="del">
        <pc:chgData name="Rishabh Thapliyal" userId="368b16fe-05c0-4215-83a5-b415b40e56f1" providerId="ADAL" clId="{6B3F05B9-CDC1-46A1-BD7D-0A77E32A8F5A}" dt="2021-06-18T10:44:32.999" v="85" actId="47"/>
        <pc:sldMkLst>
          <pc:docMk/>
          <pc:sldMk cId="964545547" sldId="334"/>
        </pc:sldMkLst>
      </pc:sldChg>
      <pc:sldChg chg="del">
        <pc:chgData name="Rishabh Thapliyal" userId="368b16fe-05c0-4215-83a5-b415b40e56f1" providerId="ADAL" clId="{6B3F05B9-CDC1-46A1-BD7D-0A77E32A8F5A}" dt="2021-06-18T10:44:33.220" v="86" actId="47"/>
        <pc:sldMkLst>
          <pc:docMk/>
          <pc:sldMk cId="1060196117" sldId="335"/>
        </pc:sldMkLst>
      </pc:sldChg>
      <pc:sldChg chg="del">
        <pc:chgData name="Rishabh Thapliyal" userId="368b16fe-05c0-4215-83a5-b415b40e56f1" providerId="ADAL" clId="{6B3F05B9-CDC1-46A1-BD7D-0A77E32A8F5A}" dt="2021-06-18T10:44:33.318" v="87" actId="47"/>
        <pc:sldMkLst>
          <pc:docMk/>
          <pc:sldMk cId="572959137" sldId="336"/>
        </pc:sldMkLst>
      </pc:sldChg>
      <pc:sldChg chg="del">
        <pc:chgData name="Rishabh Thapliyal" userId="368b16fe-05c0-4215-83a5-b415b40e56f1" providerId="ADAL" clId="{6B3F05B9-CDC1-46A1-BD7D-0A77E32A8F5A}" dt="2021-06-18T10:44:33.564" v="88" actId="47"/>
        <pc:sldMkLst>
          <pc:docMk/>
          <pc:sldMk cId="3315759141" sldId="337"/>
        </pc:sldMkLst>
      </pc:sldChg>
      <pc:sldChg chg="del">
        <pc:chgData name="Rishabh Thapliyal" userId="368b16fe-05c0-4215-83a5-b415b40e56f1" providerId="ADAL" clId="{6B3F05B9-CDC1-46A1-BD7D-0A77E32A8F5A}" dt="2021-06-18T10:44:33.660" v="89" actId="47"/>
        <pc:sldMkLst>
          <pc:docMk/>
          <pc:sldMk cId="3737954770" sldId="338"/>
        </pc:sldMkLst>
      </pc:sldChg>
      <pc:sldChg chg="del">
        <pc:chgData name="Rishabh Thapliyal" userId="368b16fe-05c0-4215-83a5-b415b40e56f1" providerId="ADAL" clId="{6B3F05B9-CDC1-46A1-BD7D-0A77E32A8F5A}" dt="2021-06-18T10:44:33.861" v="90" actId="47"/>
        <pc:sldMkLst>
          <pc:docMk/>
          <pc:sldMk cId="3262042601" sldId="339"/>
        </pc:sldMkLst>
      </pc:sldChg>
      <pc:sldChg chg="del">
        <pc:chgData name="Rishabh Thapliyal" userId="368b16fe-05c0-4215-83a5-b415b40e56f1" providerId="ADAL" clId="{6B3F05B9-CDC1-46A1-BD7D-0A77E32A8F5A}" dt="2021-06-18T10:44:34.071" v="91" actId="47"/>
        <pc:sldMkLst>
          <pc:docMk/>
          <pc:sldMk cId="1843164710" sldId="340"/>
        </pc:sldMkLst>
      </pc:sldChg>
      <pc:sldChg chg="del">
        <pc:chgData name="Rishabh Thapliyal" userId="368b16fe-05c0-4215-83a5-b415b40e56f1" providerId="ADAL" clId="{6B3F05B9-CDC1-46A1-BD7D-0A77E32A8F5A}" dt="2021-06-18T10:44:34.188" v="92" actId="47"/>
        <pc:sldMkLst>
          <pc:docMk/>
          <pc:sldMk cId="1114067602" sldId="341"/>
        </pc:sldMkLst>
      </pc:sldChg>
      <pc:sldChg chg="del">
        <pc:chgData name="Rishabh Thapliyal" userId="368b16fe-05c0-4215-83a5-b415b40e56f1" providerId="ADAL" clId="{6B3F05B9-CDC1-46A1-BD7D-0A77E32A8F5A}" dt="2021-06-18T10:44:35.464" v="100" actId="47"/>
        <pc:sldMkLst>
          <pc:docMk/>
          <pc:sldMk cId="2322502197" sldId="342"/>
        </pc:sldMkLst>
      </pc:sldChg>
      <pc:sldChg chg="del">
        <pc:chgData name="Rishabh Thapliyal" userId="368b16fe-05c0-4215-83a5-b415b40e56f1" providerId="ADAL" clId="{6B3F05B9-CDC1-46A1-BD7D-0A77E32A8F5A}" dt="2021-06-18T10:44:32.438" v="82" actId="47"/>
        <pc:sldMkLst>
          <pc:docMk/>
          <pc:sldMk cId="545157795" sldId="343"/>
        </pc:sldMkLst>
      </pc:sldChg>
      <pc:sldChg chg="del">
        <pc:chgData name="Rishabh Thapliyal" userId="368b16fe-05c0-4215-83a5-b415b40e56f1" providerId="ADAL" clId="{6B3F05B9-CDC1-46A1-BD7D-0A77E32A8F5A}" dt="2021-06-18T10:44:34.431" v="93" actId="47"/>
        <pc:sldMkLst>
          <pc:docMk/>
          <pc:sldMk cId="3687517267" sldId="344"/>
        </pc:sldMkLst>
      </pc:sldChg>
      <pc:sldChg chg="del">
        <pc:chgData name="Rishabh Thapliyal" userId="368b16fe-05c0-4215-83a5-b415b40e56f1" providerId="ADAL" clId="{6B3F05B9-CDC1-46A1-BD7D-0A77E32A8F5A}" dt="2021-06-18T10:44:34.524" v="94" actId="47"/>
        <pc:sldMkLst>
          <pc:docMk/>
          <pc:sldMk cId="198867113" sldId="345"/>
        </pc:sldMkLst>
      </pc:sldChg>
      <pc:sldChg chg="del">
        <pc:chgData name="Rishabh Thapliyal" userId="368b16fe-05c0-4215-83a5-b415b40e56f1" providerId="ADAL" clId="{6B3F05B9-CDC1-46A1-BD7D-0A77E32A8F5A}" dt="2021-06-18T10:44:34.740" v="95" actId="47"/>
        <pc:sldMkLst>
          <pc:docMk/>
          <pc:sldMk cId="837821057" sldId="346"/>
        </pc:sldMkLst>
      </pc:sldChg>
      <pc:sldChg chg="del">
        <pc:chgData name="Rishabh Thapliyal" userId="368b16fe-05c0-4215-83a5-b415b40e56f1" providerId="ADAL" clId="{6B3F05B9-CDC1-46A1-BD7D-0A77E32A8F5A}" dt="2021-06-18T10:44:34.845" v="96" actId="47"/>
        <pc:sldMkLst>
          <pc:docMk/>
          <pc:sldMk cId="3753665857" sldId="347"/>
        </pc:sldMkLst>
      </pc:sldChg>
      <pc:sldChg chg="del">
        <pc:chgData name="Rishabh Thapliyal" userId="368b16fe-05c0-4215-83a5-b415b40e56f1" providerId="ADAL" clId="{6B3F05B9-CDC1-46A1-BD7D-0A77E32A8F5A}" dt="2021-06-18T10:44:35.620" v="101" actId="47"/>
        <pc:sldMkLst>
          <pc:docMk/>
          <pc:sldMk cId="2288774277" sldId="348"/>
        </pc:sldMkLst>
      </pc:sldChg>
      <pc:sldChg chg="del">
        <pc:chgData name="Rishabh Thapliyal" userId="368b16fe-05c0-4215-83a5-b415b40e56f1" providerId="ADAL" clId="{6B3F05B9-CDC1-46A1-BD7D-0A77E32A8F5A}" dt="2021-06-18T10:44:35.046" v="97" actId="47"/>
        <pc:sldMkLst>
          <pc:docMk/>
          <pc:sldMk cId="1488721711" sldId="349"/>
        </pc:sldMkLst>
      </pc:sldChg>
      <pc:sldChg chg="del">
        <pc:chgData name="Rishabh Thapliyal" userId="368b16fe-05c0-4215-83a5-b415b40e56f1" providerId="ADAL" clId="{6B3F05B9-CDC1-46A1-BD7D-0A77E32A8F5A}" dt="2021-06-18T10:44:35.209" v="98" actId="47"/>
        <pc:sldMkLst>
          <pc:docMk/>
          <pc:sldMk cId="750976554" sldId="350"/>
        </pc:sldMkLst>
      </pc:sldChg>
      <pc:sldChg chg="del">
        <pc:chgData name="Rishabh Thapliyal" userId="368b16fe-05c0-4215-83a5-b415b40e56f1" providerId="ADAL" clId="{6B3F05B9-CDC1-46A1-BD7D-0A77E32A8F5A}" dt="2021-06-18T10:44:35.338" v="99" actId="47"/>
        <pc:sldMkLst>
          <pc:docMk/>
          <pc:sldMk cId="2407609552" sldId="351"/>
        </pc:sldMkLst>
      </pc:sldChg>
      <pc:sldChg chg="del">
        <pc:chgData name="Rishabh Thapliyal" userId="368b16fe-05c0-4215-83a5-b415b40e56f1" providerId="ADAL" clId="{6B3F05B9-CDC1-46A1-BD7D-0A77E32A8F5A}" dt="2021-06-18T10:44:35.794" v="102" actId="47"/>
        <pc:sldMkLst>
          <pc:docMk/>
          <pc:sldMk cId="2354252240" sldId="352"/>
        </pc:sldMkLst>
      </pc:sldChg>
      <pc:sldChg chg="del">
        <pc:chgData name="Rishabh Thapliyal" userId="368b16fe-05c0-4215-83a5-b415b40e56f1" providerId="ADAL" clId="{6B3F05B9-CDC1-46A1-BD7D-0A77E32A8F5A}" dt="2021-06-18T10:44:35.974" v="103" actId="47"/>
        <pc:sldMkLst>
          <pc:docMk/>
          <pc:sldMk cId="1474966894" sldId="353"/>
        </pc:sldMkLst>
      </pc:sldChg>
      <pc:sldChg chg="del">
        <pc:chgData name="Rishabh Thapliyal" userId="368b16fe-05c0-4215-83a5-b415b40e56f1" providerId="ADAL" clId="{6B3F05B9-CDC1-46A1-BD7D-0A77E32A8F5A}" dt="2021-06-18T10:44:36.769" v="104" actId="47"/>
        <pc:sldMkLst>
          <pc:docMk/>
          <pc:sldMk cId="2570691892" sldId="354"/>
        </pc:sldMkLst>
      </pc:sldChg>
      <pc:sldChg chg="del">
        <pc:chgData name="Rishabh Thapliyal" userId="368b16fe-05c0-4215-83a5-b415b40e56f1" providerId="ADAL" clId="{6B3F05B9-CDC1-46A1-BD7D-0A77E32A8F5A}" dt="2021-06-18T10:44:37.042" v="105" actId="47"/>
        <pc:sldMkLst>
          <pc:docMk/>
          <pc:sldMk cId="1968676191" sldId="355"/>
        </pc:sldMkLst>
      </pc:sldChg>
      <pc:sldChg chg="del">
        <pc:chgData name="Rishabh Thapliyal" userId="368b16fe-05c0-4215-83a5-b415b40e56f1" providerId="ADAL" clId="{6B3F05B9-CDC1-46A1-BD7D-0A77E32A8F5A}" dt="2021-06-18T10:44:37.185" v="106" actId="47"/>
        <pc:sldMkLst>
          <pc:docMk/>
          <pc:sldMk cId="3494214305" sldId="356"/>
        </pc:sldMkLst>
      </pc:sldChg>
      <pc:sldChg chg="del">
        <pc:chgData name="Rishabh Thapliyal" userId="368b16fe-05c0-4215-83a5-b415b40e56f1" providerId="ADAL" clId="{6B3F05B9-CDC1-46A1-BD7D-0A77E32A8F5A}" dt="2021-06-18T10:44:37.350" v="107" actId="47"/>
        <pc:sldMkLst>
          <pc:docMk/>
          <pc:sldMk cId="3170795044" sldId="357"/>
        </pc:sldMkLst>
      </pc:sldChg>
      <pc:sldChg chg="del">
        <pc:chgData name="Rishabh Thapliyal" userId="368b16fe-05c0-4215-83a5-b415b40e56f1" providerId="ADAL" clId="{6B3F05B9-CDC1-46A1-BD7D-0A77E32A8F5A}" dt="2021-06-18T10:44:37.554" v="108" actId="47"/>
        <pc:sldMkLst>
          <pc:docMk/>
          <pc:sldMk cId="3790158779" sldId="358"/>
        </pc:sldMkLst>
      </pc:sldChg>
      <pc:sldChg chg="del">
        <pc:chgData name="Rishabh Thapliyal" userId="368b16fe-05c0-4215-83a5-b415b40e56f1" providerId="ADAL" clId="{6B3F05B9-CDC1-46A1-BD7D-0A77E32A8F5A}" dt="2021-06-18T10:44:37.710" v="109" actId="47"/>
        <pc:sldMkLst>
          <pc:docMk/>
          <pc:sldMk cId="1200693035" sldId="359"/>
        </pc:sldMkLst>
      </pc:sldChg>
      <pc:sldChg chg="del">
        <pc:chgData name="Rishabh Thapliyal" userId="368b16fe-05c0-4215-83a5-b415b40e56f1" providerId="ADAL" clId="{6B3F05B9-CDC1-46A1-BD7D-0A77E32A8F5A}" dt="2021-06-18T10:44:37.929" v="110" actId="47"/>
        <pc:sldMkLst>
          <pc:docMk/>
          <pc:sldMk cId="1656032241" sldId="360"/>
        </pc:sldMkLst>
      </pc:sldChg>
      <pc:sldChg chg="del">
        <pc:chgData name="Rishabh Thapliyal" userId="368b16fe-05c0-4215-83a5-b415b40e56f1" providerId="ADAL" clId="{6B3F05B9-CDC1-46A1-BD7D-0A77E32A8F5A}" dt="2021-06-18T10:44:41.340" v="114" actId="47"/>
        <pc:sldMkLst>
          <pc:docMk/>
          <pc:sldMk cId="214626147" sldId="361"/>
        </pc:sldMkLst>
      </pc:sldChg>
      <pc:sldChg chg="del">
        <pc:chgData name="Rishabh Thapliyal" userId="368b16fe-05c0-4215-83a5-b415b40e56f1" providerId="ADAL" clId="{6B3F05B9-CDC1-46A1-BD7D-0A77E32A8F5A}" dt="2021-06-18T10:44:41.493" v="115" actId="47"/>
        <pc:sldMkLst>
          <pc:docMk/>
          <pc:sldMk cId="4283948965" sldId="362"/>
        </pc:sldMkLst>
      </pc:sldChg>
      <pc:sldChg chg="del">
        <pc:chgData name="Rishabh Thapliyal" userId="368b16fe-05c0-4215-83a5-b415b40e56f1" providerId="ADAL" clId="{6B3F05B9-CDC1-46A1-BD7D-0A77E32A8F5A}" dt="2021-06-18T10:44:38.070" v="111" actId="47"/>
        <pc:sldMkLst>
          <pc:docMk/>
          <pc:sldMk cId="3976096894" sldId="363"/>
        </pc:sldMkLst>
      </pc:sldChg>
      <pc:sldChg chg="del">
        <pc:chgData name="Rishabh Thapliyal" userId="368b16fe-05c0-4215-83a5-b415b40e56f1" providerId="ADAL" clId="{6B3F05B9-CDC1-46A1-BD7D-0A77E32A8F5A}" dt="2021-06-18T10:44:41.853" v="117" actId="47"/>
        <pc:sldMkLst>
          <pc:docMk/>
          <pc:sldMk cId="1174213539" sldId="364"/>
        </pc:sldMkLst>
      </pc:sldChg>
      <pc:sldChg chg="del">
        <pc:chgData name="Rishabh Thapliyal" userId="368b16fe-05c0-4215-83a5-b415b40e56f1" providerId="ADAL" clId="{6B3F05B9-CDC1-46A1-BD7D-0A77E32A8F5A}" dt="2021-06-18T10:44:41.688" v="116" actId="47"/>
        <pc:sldMkLst>
          <pc:docMk/>
          <pc:sldMk cId="54380694" sldId="365"/>
        </pc:sldMkLst>
      </pc:sldChg>
      <pc:sldChg chg="del">
        <pc:chgData name="Rishabh Thapliyal" userId="368b16fe-05c0-4215-83a5-b415b40e56f1" providerId="ADAL" clId="{6B3F05B9-CDC1-46A1-BD7D-0A77E32A8F5A}" dt="2021-06-18T10:44:42.015" v="118" actId="47"/>
        <pc:sldMkLst>
          <pc:docMk/>
          <pc:sldMk cId="2349328206" sldId="366"/>
        </pc:sldMkLst>
      </pc:sldChg>
      <pc:sldChg chg="del">
        <pc:chgData name="Rishabh Thapliyal" userId="368b16fe-05c0-4215-83a5-b415b40e56f1" providerId="ADAL" clId="{6B3F05B9-CDC1-46A1-BD7D-0A77E32A8F5A}" dt="2021-06-18T10:44:42.207" v="119" actId="47"/>
        <pc:sldMkLst>
          <pc:docMk/>
          <pc:sldMk cId="2981243973" sldId="367"/>
        </pc:sldMkLst>
      </pc:sldChg>
      <pc:sldChg chg="del">
        <pc:chgData name="Rishabh Thapliyal" userId="368b16fe-05c0-4215-83a5-b415b40e56f1" providerId="ADAL" clId="{6B3F05B9-CDC1-46A1-BD7D-0A77E32A8F5A}" dt="2021-06-18T10:44:42.342" v="120" actId="47"/>
        <pc:sldMkLst>
          <pc:docMk/>
          <pc:sldMk cId="2695174781" sldId="368"/>
        </pc:sldMkLst>
      </pc:sldChg>
      <pc:sldChg chg="del">
        <pc:chgData name="Rishabh Thapliyal" userId="368b16fe-05c0-4215-83a5-b415b40e56f1" providerId="ADAL" clId="{6B3F05B9-CDC1-46A1-BD7D-0A77E32A8F5A}" dt="2021-06-18T10:44:43.666" v="122" actId="47"/>
        <pc:sldMkLst>
          <pc:docMk/>
          <pc:sldMk cId="671741437" sldId="369"/>
        </pc:sldMkLst>
      </pc:sldChg>
      <pc:sldChg chg="del">
        <pc:chgData name="Rishabh Thapliyal" userId="368b16fe-05c0-4215-83a5-b415b40e56f1" providerId="ADAL" clId="{6B3F05B9-CDC1-46A1-BD7D-0A77E32A8F5A}" dt="2021-06-18T10:44:44.542" v="127" actId="47"/>
        <pc:sldMkLst>
          <pc:docMk/>
          <pc:sldMk cId="1877168024" sldId="370"/>
        </pc:sldMkLst>
      </pc:sldChg>
      <pc:sldChg chg="del">
        <pc:chgData name="Rishabh Thapliyal" userId="368b16fe-05c0-4215-83a5-b415b40e56f1" providerId="ADAL" clId="{6B3F05B9-CDC1-46A1-BD7D-0A77E32A8F5A}" dt="2021-06-18T10:44:38.262" v="112" actId="47"/>
        <pc:sldMkLst>
          <pc:docMk/>
          <pc:sldMk cId="3257457226" sldId="371"/>
        </pc:sldMkLst>
      </pc:sldChg>
      <pc:sldChg chg="del">
        <pc:chgData name="Rishabh Thapliyal" userId="368b16fe-05c0-4215-83a5-b415b40e56f1" providerId="ADAL" clId="{6B3F05B9-CDC1-46A1-BD7D-0A77E32A8F5A}" dt="2021-06-18T10:44:43.882" v="123" actId="47"/>
        <pc:sldMkLst>
          <pc:docMk/>
          <pc:sldMk cId="1698670505" sldId="372"/>
        </pc:sldMkLst>
      </pc:sldChg>
      <pc:sldChg chg="del">
        <pc:chgData name="Rishabh Thapliyal" userId="368b16fe-05c0-4215-83a5-b415b40e56f1" providerId="ADAL" clId="{6B3F05B9-CDC1-46A1-BD7D-0A77E32A8F5A}" dt="2021-06-18T10:44:44.053" v="124" actId="47"/>
        <pc:sldMkLst>
          <pc:docMk/>
          <pc:sldMk cId="389028872" sldId="373"/>
        </pc:sldMkLst>
      </pc:sldChg>
      <pc:sldChg chg="del">
        <pc:chgData name="Rishabh Thapliyal" userId="368b16fe-05c0-4215-83a5-b415b40e56f1" providerId="ADAL" clId="{6B3F05B9-CDC1-46A1-BD7D-0A77E32A8F5A}" dt="2021-06-18T10:44:44.212" v="125" actId="47"/>
        <pc:sldMkLst>
          <pc:docMk/>
          <pc:sldMk cId="2265669371" sldId="374"/>
        </pc:sldMkLst>
      </pc:sldChg>
      <pc:sldChg chg="del">
        <pc:chgData name="Rishabh Thapliyal" userId="368b16fe-05c0-4215-83a5-b415b40e56f1" providerId="ADAL" clId="{6B3F05B9-CDC1-46A1-BD7D-0A77E32A8F5A}" dt="2021-06-18T10:44:44.380" v="126" actId="47"/>
        <pc:sldMkLst>
          <pc:docMk/>
          <pc:sldMk cId="3242487418" sldId="375"/>
        </pc:sldMkLst>
      </pc:sldChg>
      <pc:sldChg chg="del">
        <pc:chgData name="Rishabh Thapliyal" userId="368b16fe-05c0-4215-83a5-b415b40e56f1" providerId="ADAL" clId="{6B3F05B9-CDC1-46A1-BD7D-0A77E32A8F5A}" dt="2021-06-18T10:44:42.528" v="121" actId="47"/>
        <pc:sldMkLst>
          <pc:docMk/>
          <pc:sldMk cId="2499868590" sldId="376"/>
        </pc:sldMkLst>
      </pc:sldChg>
      <pc:sldChg chg="del">
        <pc:chgData name="Rishabh Thapliyal" userId="368b16fe-05c0-4215-83a5-b415b40e56f1" providerId="ADAL" clId="{6B3F05B9-CDC1-46A1-BD7D-0A77E32A8F5A}" dt="2021-06-18T10:44:44.701" v="128" actId="47"/>
        <pc:sldMkLst>
          <pc:docMk/>
          <pc:sldMk cId="2302994920" sldId="377"/>
        </pc:sldMkLst>
      </pc:sldChg>
      <pc:sldChg chg="del">
        <pc:chgData name="Rishabh Thapliyal" userId="368b16fe-05c0-4215-83a5-b415b40e56f1" providerId="ADAL" clId="{6B3F05B9-CDC1-46A1-BD7D-0A77E32A8F5A}" dt="2021-06-18T10:44:41.112" v="113" actId="47"/>
        <pc:sldMkLst>
          <pc:docMk/>
          <pc:sldMk cId="2526837637" sldId="378"/>
        </pc:sldMkLst>
      </pc:sldChg>
      <pc:sldChg chg="modSp add del mod">
        <pc:chgData name="Rishabh Thapliyal" userId="368b16fe-05c0-4215-83a5-b415b40e56f1" providerId="ADAL" clId="{6B3F05B9-CDC1-46A1-BD7D-0A77E32A8F5A}" dt="2021-06-18T10:45:01.989" v="135" actId="27107"/>
        <pc:sldMkLst>
          <pc:docMk/>
          <pc:sldMk cId="2718810153" sldId="379"/>
        </pc:sldMkLst>
        <pc:spChg chg="mod">
          <ac:chgData name="Rishabh Thapliyal" userId="368b16fe-05c0-4215-83a5-b415b40e56f1" providerId="ADAL" clId="{6B3F05B9-CDC1-46A1-BD7D-0A77E32A8F5A}" dt="2021-06-18T10:45:01.989" v="135" actId="27107"/>
          <ac:spMkLst>
            <pc:docMk/>
            <pc:sldMk cId="2718810153" sldId="379"/>
            <ac:spMk id="3" creationId="{682625FE-3BD3-40AD-A859-F69B9FE013E4}"/>
          </ac:spMkLst>
        </pc:spChg>
      </pc:sldChg>
      <pc:sldChg chg="add del">
        <pc:chgData name="Rishabh Thapliyal" userId="368b16fe-05c0-4215-83a5-b415b40e56f1" providerId="ADAL" clId="{6B3F05B9-CDC1-46A1-BD7D-0A77E32A8F5A}" dt="2021-06-18T10:44:49.914" v="134" actId="47"/>
        <pc:sldMkLst>
          <pc:docMk/>
          <pc:sldMk cId="3433350833" sldId="380"/>
        </pc:sldMkLst>
      </pc:sldChg>
      <pc:sldChg chg="add del">
        <pc:chgData name="Rishabh Thapliyal" userId="368b16fe-05c0-4215-83a5-b415b40e56f1" providerId="ADAL" clId="{6B3F05B9-CDC1-46A1-BD7D-0A77E32A8F5A}" dt="2021-06-18T10:44:47.426" v="132" actId="47"/>
        <pc:sldMkLst>
          <pc:docMk/>
          <pc:sldMk cId="1511732583" sldId="381"/>
        </pc:sldMkLst>
      </pc:sldChg>
      <pc:sldChg chg="modSp mod">
        <pc:chgData name="Rishabh Thapliyal" userId="368b16fe-05c0-4215-83a5-b415b40e56f1" providerId="ADAL" clId="{6B3F05B9-CDC1-46A1-BD7D-0A77E32A8F5A}" dt="2021-06-18T10:46:14.413" v="137" actId="14100"/>
        <pc:sldMkLst>
          <pc:docMk/>
          <pc:sldMk cId="1979032966" sldId="386"/>
        </pc:sldMkLst>
        <pc:graphicFrameChg chg="modGraphic">
          <ac:chgData name="Rishabh Thapliyal" userId="368b16fe-05c0-4215-83a5-b415b40e56f1" providerId="ADAL" clId="{6B3F05B9-CDC1-46A1-BD7D-0A77E32A8F5A}" dt="2021-06-18T10:46:14.413" v="137" actId="14100"/>
          <ac:graphicFrameMkLst>
            <pc:docMk/>
            <pc:sldMk cId="1979032966" sldId="386"/>
            <ac:graphicFrameMk id="8" creationId="{B560DC5F-7347-4737-8AB0-E3A4F3175881}"/>
          </ac:graphicFrameMkLst>
        </pc:graphicFrameChg>
      </pc:sldChg>
      <pc:sldChg chg="modSp mod">
        <pc:chgData name="Rishabh Thapliyal" userId="368b16fe-05c0-4215-83a5-b415b40e56f1" providerId="ADAL" clId="{6B3F05B9-CDC1-46A1-BD7D-0A77E32A8F5A}" dt="2021-06-21T10:22:27.665" v="177" actId="20577"/>
        <pc:sldMkLst>
          <pc:docMk/>
          <pc:sldMk cId="1458654110" sldId="387"/>
        </pc:sldMkLst>
        <pc:graphicFrameChg chg="modGraphic">
          <ac:chgData name="Rishabh Thapliyal" userId="368b16fe-05c0-4215-83a5-b415b40e56f1" providerId="ADAL" clId="{6B3F05B9-CDC1-46A1-BD7D-0A77E32A8F5A}" dt="2021-06-21T10:22:27.665" v="177" actId="20577"/>
          <ac:graphicFrameMkLst>
            <pc:docMk/>
            <pc:sldMk cId="1458654110" sldId="387"/>
            <ac:graphicFrameMk id="4" creationId="{D247A435-CC61-42D3-9DF6-4BD28CC12BD3}"/>
          </ac:graphicFrameMkLst>
        </pc:graphicFrameChg>
      </pc:sldChg>
      <pc:sldChg chg="modSp mod">
        <pc:chgData name="Rishabh Thapliyal" userId="368b16fe-05c0-4215-83a5-b415b40e56f1" providerId="ADAL" clId="{6B3F05B9-CDC1-46A1-BD7D-0A77E32A8F5A}" dt="2021-06-18T10:49:51.524" v="141" actId="20577"/>
        <pc:sldMkLst>
          <pc:docMk/>
          <pc:sldMk cId="4089680348" sldId="388"/>
        </pc:sldMkLst>
        <pc:spChg chg="mod">
          <ac:chgData name="Rishabh Thapliyal" userId="368b16fe-05c0-4215-83a5-b415b40e56f1" providerId="ADAL" clId="{6B3F05B9-CDC1-46A1-BD7D-0A77E32A8F5A}" dt="2021-06-18T10:49:51.524" v="141" actId="20577"/>
          <ac:spMkLst>
            <pc:docMk/>
            <pc:sldMk cId="4089680348" sldId="388"/>
            <ac:spMk id="2" creationId="{67D3670D-F1D1-499C-A8B3-F8B83C36B104}"/>
          </ac:spMkLst>
        </pc:spChg>
      </pc:sldChg>
      <pc:sldChg chg="modSp mod">
        <pc:chgData name="Rishabh Thapliyal" userId="368b16fe-05c0-4215-83a5-b415b40e56f1" providerId="ADAL" clId="{6B3F05B9-CDC1-46A1-BD7D-0A77E32A8F5A}" dt="2021-06-18T10:52:13.933" v="167" actId="1076"/>
        <pc:sldMkLst>
          <pc:docMk/>
          <pc:sldMk cId="2487277629" sldId="389"/>
        </pc:sldMkLst>
        <pc:spChg chg="mod">
          <ac:chgData name="Rishabh Thapliyal" userId="368b16fe-05c0-4215-83a5-b415b40e56f1" providerId="ADAL" clId="{6B3F05B9-CDC1-46A1-BD7D-0A77E32A8F5A}" dt="2021-06-18T10:52:13.933" v="167" actId="1076"/>
          <ac:spMkLst>
            <pc:docMk/>
            <pc:sldMk cId="2487277629" sldId="389"/>
            <ac:spMk id="3" creationId="{6BB0D973-B72F-4155-88F0-CEF1277AC929}"/>
          </ac:spMkLst>
        </pc:spChg>
      </pc:sldChg>
      <pc:sldChg chg="modSp mod">
        <pc:chgData name="Rishabh Thapliyal" userId="368b16fe-05c0-4215-83a5-b415b40e56f1" providerId="ADAL" clId="{6B3F05B9-CDC1-46A1-BD7D-0A77E32A8F5A}" dt="2021-06-18T10:48:26" v="139" actId="20577"/>
        <pc:sldMkLst>
          <pc:docMk/>
          <pc:sldMk cId="1253563509" sldId="391"/>
        </pc:sldMkLst>
        <pc:spChg chg="mod">
          <ac:chgData name="Rishabh Thapliyal" userId="368b16fe-05c0-4215-83a5-b415b40e56f1" providerId="ADAL" clId="{6B3F05B9-CDC1-46A1-BD7D-0A77E32A8F5A}" dt="2021-06-18T10:48:13.855" v="138" actId="113"/>
          <ac:spMkLst>
            <pc:docMk/>
            <pc:sldMk cId="1253563509" sldId="391"/>
            <ac:spMk id="3" creationId="{A41B2520-FCF9-4D03-8C7B-6E1D17939FC5}"/>
          </ac:spMkLst>
        </pc:spChg>
        <pc:graphicFrameChg chg="modGraphic">
          <ac:chgData name="Rishabh Thapliyal" userId="368b16fe-05c0-4215-83a5-b415b40e56f1" providerId="ADAL" clId="{6B3F05B9-CDC1-46A1-BD7D-0A77E32A8F5A}" dt="2021-06-18T10:48:26" v="139" actId="20577"/>
          <ac:graphicFrameMkLst>
            <pc:docMk/>
            <pc:sldMk cId="1253563509" sldId="391"/>
            <ac:graphicFrameMk id="4" creationId="{484BA99E-92B2-40C0-8A65-D217F0843920}"/>
          </ac:graphicFrameMkLst>
        </pc:graphicFrameChg>
      </pc:sldChg>
      <pc:sldMasterChg chg="delSldLayout">
        <pc:chgData name="Rishabh Thapliyal" userId="368b16fe-05c0-4215-83a5-b415b40e56f1" providerId="ADAL" clId="{6B3F05B9-CDC1-46A1-BD7D-0A77E32A8F5A}" dt="2021-06-18T10:43:33.621" v="55" actId="47"/>
        <pc:sldMasterMkLst>
          <pc:docMk/>
          <pc:sldMasterMk cId="457467921" sldId="2147483663"/>
        </pc:sldMasterMkLst>
        <pc:sldLayoutChg chg="del">
          <pc:chgData name="Rishabh Thapliyal" userId="368b16fe-05c0-4215-83a5-b415b40e56f1" providerId="ADAL" clId="{6B3F05B9-CDC1-46A1-BD7D-0A77E32A8F5A}" dt="2021-06-18T10:43:33.621" v="55" actId="47"/>
          <pc:sldLayoutMkLst>
            <pc:docMk/>
            <pc:sldMasterMk cId="457467921" sldId="2147483663"/>
            <pc:sldLayoutMk cId="2287100555" sldId="2147483671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152026-1CAF-465A-BE21-54A2045020CC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1C2C9DF-4DC4-4F3D-A1BA-25E5C49C1F79}">
      <dgm:prSet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>
        <a:effectLst>
          <a:innerShdw blurRad="63500" dist="50800" dir="13500000">
            <a:prstClr val="black">
              <a:alpha val="50000"/>
            </a:prstClr>
          </a:innerShdw>
        </a:effectLst>
      </dgm:spPr>
      <dgm:t>
        <a:bodyPr/>
        <a:lstStyle/>
        <a:p>
          <a:r>
            <a:rPr lang="en-US" b="1" dirty="0"/>
            <a:t>EDA</a:t>
          </a:r>
          <a:endParaRPr lang="en-US" dirty="0"/>
        </a:p>
      </dgm:t>
    </dgm:pt>
    <dgm:pt modelId="{9011AA8D-A4AC-4FE0-A4DA-539CC61771F0}" type="parTrans" cxnId="{9BB7874E-9D7A-43ED-9B47-63243C118EC9}">
      <dgm:prSet/>
      <dgm:spPr/>
      <dgm:t>
        <a:bodyPr/>
        <a:lstStyle/>
        <a:p>
          <a:endParaRPr lang="en-US"/>
        </a:p>
      </dgm:t>
    </dgm:pt>
    <dgm:pt modelId="{9A16915F-4D36-400C-95AC-729AA45E4CB6}" type="sibTrans" cxnId="{9BB7874E-9D7A-43ED-9B47-63243C118EC9}">
      <dgm:prSet/>
      <dgm:spPr/>
      <dgm:t>
        <a:bodyPr/>
        <a:lstStyle/>
        <a:p>
          <a:endParaRPr lang="en-US"/>
        </a:p>
      </dgm:t>
    </dgm:pt>
    <dgm:pt modelId="{D2F0D942-F584-4BB9-A3C0-DCEA450A6513}">
      <dgm:prSet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scene3d>
          <a:camera prst="orthographicFront"/>
          <a:lightRig rig="threePt" dir="t"/>
        </a:scene3d>
        <a:sp3d>
          <a:bevelT prst="angle"/>
        </a:sp3d>
      </dgm:spPr>
      <dgm:t>
        <a:bodyPr/>
        <a:lstStyle/>
        <a:p>
          <a:r>
            <a:rPr lang="en-US" dirty="0"/>
            <a:t>List of all stopwords and lemmatized words</a:t>
          </a:r>
        </a:p>
      </dgm:t>
    </dgm:pt>
    <dgm:pt modelId="{96E7983F-1FF2-4DB0-B65A-4A14DE9D230A}" type="parTrans" cxnId="{A2925B09-26AA-4CDD-BFD3-08AD080D0435}">
      <dgm:prSet/>
      <dgm:spPr/>
      <dgm:t>
        <a:bodyPr/>
        <a:lstStyle/>
        <a:p>
          <a:endParaRPr lang="en-US"/>
        </a:p>
      </dgm:t>
    </dgm:pt>
    <dgm:pt modelId="{071D931E-E4AD-4123-AFB1-A695CD97E8B9}" type="sibTrans" cxnId="{A2925B09-26AA-4CDD-BFD3-08AD080D0435}">
      <dgm:prSet/>
      <dgm:spPr/>
      <dgm:t>
        <a:bodyPr/>
        <a:lstStyle/>
        <a:p>
          <a:endParaRPr lang="en-US"/>
        </a:p>
      </dgm:t>
    </dgm:pt>
    <dgm:pt modelId="{E0937832-A402-4CAF-9813-B5023E3AE1CA}">
      <dgm:prSet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scene3d>
          <a:camera prst="orthographicFront"/>
          <a:lightRig rig="threePt" dir="t"/>
        </a:scene3d>
        <a:sp3d>
          <a:bevelT prst="angle"/>
        </a:sp3d>
      </dgm:spPr>
      <dgm:t>
        <a:bodyPr/>
        <a:lstStyle/>
        <a:p>
          <a:r>
            <a:rPr lang="en-US" dirty="0"/>
            <a:t>Lemmatize only the words having more than 3 characters</a:t>
          </a:r>
        </a:p>
      </dgm:t>
    </dgm:pt>
    <dgm:pt modelId="{45946A35-FECC-47F4-ADB7-013EBCF1947A}" type="parTrans" cxnId="{7FE713A4-5959-4406-8D78-20F67206DEDA}">
      <dgm:prSet/>
      <dgm:spPr/>
      <dgm:t>
        <a:bodyPr/>
        <a:lstStyle/>
        <a:p>
          <a:endParaRPr lang="en-US"/>
        </a:p>
      </dgm:t>
    </dgm:pt>
    <dgm:pt modelId="{BAFFF1F6-B96B-49A2-BBD0-F779D568A179}" type="sibTrans" cxnId="{7FE713A4-5959-4406-8D78-20F67206DEDA}">
      <dgm:prSet/>
      <dgm:spPr/>
      <dgm:t>
        <a:bodyPr/>
        <a:lstStyle/>
        <a:p>
          <a:endParaRPr lang="en-US"/>
        </a:p>
      </dgm:t>
    </dgm:pt>
    <dgm:pt modelId="{2FCAB8B5-3831-4AAC-B228-C45805818A60}">
      <dgm:prSet/>
      <dgm:spPr>
        <a:effectLst>
          <a:innerShdw blurRad="63500" dist="50800" dir="13500000">
            <a:prstClr val="black">
              <a:alpha val="50000"/>
            </a:prstClr>
          </a:innerShdw>
        </a:effectLst>
      </dgm:spPr>
      <dgm:t>
        <a:bodyPr/>
        <a:lstStyle/>
        <a:p>
          <a:r>
            <a:rPr lang="en-US" b="1" dirty="0"/>
            <a:t>Trust Factor calculation</a:t>
          </a:r>
        </a:p>
      </dgm:t>
    </dgm:pt>
    <dgm:pt modelId="{95D4FA55-4F29-4A78-9D1E-17E4E02A89FA}" type="parTrans" cxnId="{605BD57F-0378-480A-AD02-B2BE3419F2C4}">
      <dgm:prSet/>
      <dgm:spPr/>
      <dgm:t>
        <a:bodyPr/>
        <a:lstStyle/>
        <a:p>
          <a:endParaRPr lang="en-US"/>
        </a:p>
      </dgm:t>
    </dgm:pt>
    <dgm:pt modelId="{F61E349E-6565-4842-A6FE-AFBE601F2F38}" type="sibTrans" cxnId="{605BD57F-0378-480A-AD02-B2BE3419F2C4}">
      <dgm:prSet/>
      <dgm:spPr/>
      <dgm:t>
        <a:bodyPr/>
        <a:lstStyle/>
        <a:p>
          <a:endParaRPr lang="en-US"/>
        </a:p>
      </dgm:t>
    </dgm:pt>
    <dgm:pt modelId="{BD85853B-FB93-47C7-9DBE-393E27EF82D6}">
      <dgm:prSet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scene3d>
          <a:camera prst="orthographicFront"/>
          <a:lightRig rig="threePt" dir="t"/>
        </a:scene3d>
        <a:sp3d>
          <a:bevelT prst="angle"/>
        </a:sp3d>
      </dgm:spPr>
      <dgm:t>
        <a:bodyPr/>
        <a:lstStyle/>
        <a:p>
          <a:r>
            <a:rPr lang="en-US" dirty="0"/>
            <a:t>Random forest: 85%</a:t>
          </a:r>
        </a:p>
      </dgm:t>
    </dgm:pt>
    <dgm:pt modelId="{D3A21208-6D57-4296-99D4-35295A29255E}" type="parTrans" cxnId="{D13518B7-D9C6-423C-BA95-6C47D7E5ABE8}">
      <dgm:prSet/>
      <dgm:spPr/>
      <dgm:t>
        <a:bodyPr/>
        <a:lstStyle/>
        <a:p>
          <a:endParaRPr lang="en-US"/>
        </a:p>
      </dgm:t>
    </dgm:pt>
    <dgm:pt modelId="{38A0832A-42EA-4229-8EB7-1608E3C298D3}" type="sibTrans" cxnId="{D13518B7-D9C6-423C-BA95-6C47D7E5ABE8}">
      <dgm:prSet/>
      <dgm:spPr/>
      <dgm:t>
        <a:bodyPr/>
        <a:lstStyle/>
        <a:p>
          <a:endParaRPr lang="en-US"/>
        </a:p>
      </dgm:t>
    </dgm:pt>
    <dgm:pt modelId="{4E36FB6D-2410-4671-B80D-877BE646C8CA}">
      <dgm:prSet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scene3d>
          <a:camera prst="orthographicFront"/>
          <a:lightRig rig="threePt" dir="t"/>
        </a:scene3d>
        <a:sp3d>
          <a:bevelT prst="angle"/>
        </a:sp3d>
      </dgm:spPr>
      <dgm:t>
        <a:bodyPr/>
        <a:lstStyle/>
        <a:p>
          <a:r>
            <a:rPr lang="en-US" dirty="0"/>
            <a:t>Logistic regression:89%</a:t>
          </a:r>
        </a:p>
      </dgm:t>
    </dgm:pt>
    <dgm:pt modelId="{D1A4CFE5-A0AF-47F4-93E4-638EA310D735}" type="parTrans" cxnId="{1777842D-F048-45D8-9461-FF2CD672E2FD}">
      <dgm:prSet/>
      <dgm:spPr/>
      <dgm:t>
        <a:bodyPr/>
        <a:lstStyle/>
        <a:p>
          <a:endParaRPr lang="en-US"/>
        </a:p>
      </dgm:t>
    </dgm:pt>
    <dgm:pt modelId="{14F10BFB-CCAD-41D4-8A27-47A37F5300AE}" type="sibTrans" cxnId="{1777842D-F048-45D8-9461-FF2CD672E2FD}">
      <dgm:prSet/>
      <dgm:spPr/>
      <dgm:t>
        <a:bodyPr/>
        <a:lstStyle/>
        <a:p>
          <a:endParaRPr lang="en-US"/>
        </a:p>
      </dgm:t>
    </dgm:pt>
    <dgm:pt modelId="{8942D99D-C965-4758-8130-71FC0FA2A4B6}">
      <dgm:prSet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scene3d>
          <a:camera prst="orthographicFront"/>
          <a:lightRig rig="threePt" dir="t"/>
        </a:scene3d>
        <a:sp3d>
          <a:bevelT prst="angle"/>
        </a:sp3d>
      </dgm:spPr>
      <dgm:t>
        <a:bodyPr/>
        <a:lstStyle/>
        <a:p>
          <a:r>
            <a:rPr lang="en-US" dirty="0"/>
            <a:t>Condition: Stopwords removed, all words lemmatized, single character words removed</a:t>
          </a:r>
        </a:p>
      </dgm:t>
    </dgm:pt>
    <dgm:pt modelId="{79FA4A21-EFD8-47A1-AFDA-1577DD194947}" type="parTrans" cxnId="{C9510C83-B47B-47ED-B4D0-A3E8B11C8BBF}">
      <dgm:prSet/>
      <dgm:spPr/>
      <dgm:t>
        <a:bodyPr/>
        <a:lstStyle/>
        <a:p>
          <a:endParaRPr lang="en-US"/>
        </a:p>
      </dgm:t>
    </dgm:pt>
    <dgm:pt modelId="{DFE98D62-A809-4208-9A4B-BCFA2D5B6903}" type="sibTrans" cxnId="{C9510C83-B47B-47ED-B4D0-A3E8B11C8BBF}">
      <dgm:prSet/>
      <dgm:spPr/>
      <dgm:t>
        <a:bodyPr/>
        <a:lstStyle/>
        <a:p>
          <a:endParaRPr lang="en-US"/>
        </a:p>
      </dgm:t>
    </dgm:pt>
    <dgm:pt modelId="{BE45F9EC-3141-47FA-B2E0-20A5AB369298}">
      <dgm:prSet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>
        <a:effectLst>
          <a:innerShdw blurRad="63500" dist="50800" dir="13500000">
            <a:prstClr val="black">
              <a:alpha val="50000"/>
            </a:prstClr>
          </a:innerShdw>
        </a:effectLst>
      </dgm:spPr>
      <dgm:t>
        <a:bodyPr/>
        <a:lstStyle/>
        <a:p>
          <a:r>
            <a:rPr lang="en-US" b="1" dirty="0"/>
            <a:t>Divergence</a:t>
          </a:r>
        </a:p>
      </dgm:t>
    </dgm:pt>
    <dgm:pt modelId="{3467FEE1-35A1-4F28-92F3-5EC8304B3AD2}" type="parTrans" cxnId="{CC13CC26-B6DD-43F1-BCAD-6AA3433CE726}">
      <dgm:prSet/>
      <dgm:spPr/>
      <dgm:t>
        <a:bodyPr/>
        <a:lstStyle/>
        <a:p>
          <a:endParaRPr lang="en-US"/>
        </a:p>
      </dgm:t>
    </dgm:pt>
    <dgm:pt modelId="{BF1E80F4-F68A-407F-BB04-F38CE0ED59F4}" type="sibTrans" cxnId="{CC13CC26-B6DD-43F1-BCAD-6AA3433CE726}">
      <dgm:prSet/>
      <dgm:spPr/>
      <dgm:t>
        <a:bodyPr/>
        <a:lstStyle/>
        <a:p>
          <a:endParaRPr lang="en-US"/>
        </a:p>
      </dgm:t>
    </dgm:pt>
    <dgm:pt modelId="{248CA463-A730-4B7D-A406-144DCC190470}">
      <dgm:prSet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scene3d>
          <a:camera prst="orthographicFront"/>
          <a:lightRig rig="threePt" dir="t"/>
        </a:scene3d>
        <a:sp3d>
          <a:bevelT prst="angle"/>
        </a:sp3d>
      </dgm:spPr>
      <dgm:t>
        <a:bodyPr/>
        <a:lstStyle/>
        <a:p>
          <a:r>
            <a:rPr lang="en-US" b="0" dirty="0"/>
            <a:t>Removing numbers</a:t>
          </a:r>
        </a:p>
      </dgm:t>
    </dgm:pt>
    <dgm:pt modelId="{08E1735C-1CAF-41B8-AB73-2ECD36B67F5D}" type="parTrans" cxnId="{325D95C3-E39D-4405-8FE7-46F5D342F85F}">
      <dgm:prSet/>
      <dgm:spPr/>
      <dgm:t>
        <a:bodyPr/>
        <a:lstStyle/>
        <a:p>
          <a:endParaRPr lang="en-US"/>
        </a:p>
      </dgm:t>
    </dgm:pt>
    <dgm:pt modelId="{940E3F01-5CEC-4068-902E-33B5A1DAAD84}" type="sibTrans" cxnId="{325D95C3-E39D-4405-8FE7-46F5D342F85F}">
      <dgm:prSet/>
      <dgm:spPr/>
      <dgm:t>
        <a:bodyPr/>
        <a:lstStyle/>
        <a:p>
          <a:endParaRPr lang="en-US"/>
        </a:p>
      </dgm:t>
    </dgm:pt>
    <dgm:pt modelId="{F1E3C19F-E86C-4B6F-890B-AA180CC7A6D6}">
      <dgm:prSet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scene3d>
          <a:camera prst="orthographicFront"/>
          <a:lightRig rig="threePt" dir="t"/>
        </a:scene3d>
        <a:sp3d>
          <a:bevelT prst="angle"/>
        </a:sp3d>
      </dgm:spPr>
      <dgm:t>
        <a:bodyPr/>
        <a:lstStyle/>
        <a:p>
          <a:r>
            <a:rPr lang="en-US" b="0" dirty="0"/>
            <a:t>Removing 2-character words</a:t>
          </a:r>
        </a:p>
      </dgm:t>
    </dgm:pt>
    <dgm:pt modelId="{F87EB675-ACD0-44CE-91A3-37BE42D88C0E}" type="parTrans" cxnId="{5FF76161-F8C4-4E47-9F80-D1E5EA18904A}">
      <dgm:prSet/>
      <dgm:spPr/>
      <dgm:t>
        <a:bodyPr/>
        <a:lstStyle/>
        <a:p>
          <a:endParaRPr lang="en-US"/>
        </a:p>
      </dgm:t>
    </dgm:pt>
    <dgm:pt modelId="{2B508CEC-A9DC-487E-8536-D89639215297}" type="sibTrans" cxnId="{5FF76161-F8C4-4E47-9F80-D1E5EA18904A}">
      <dgm:prSet/>
      <dgm:spPr/>
      <dgm:t>
        <a:bodyPr/>
        <a:lstStyle/>
        <a:p>
          <a:endParaRPr lang="en-US"/>
        </a:p>
      </dgm:t>
    </dgm:pt>
    <dgm:pt modelId="{77CFC8AC-1763-44F9-ABC0-3A1F6264B501}">
      <dgm:prSet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scene3d>
          <a:camera prst="orthographicFront"/>
          <a:lightRig rig="threePt" dir="t"/>
        </a:scene3d>
        <a:sp3d>
          <a:bevelT prst="angle"/>
        </a:sp3d>
      </dgm:spPr>
      <dgm:t>
        <a:bodyPr/>
        <a:lstStyle/>
        <a:p>
          <a:r>
            <a:rPr lang="en-US" b="0" dirty="0"/>
            <a:t>Removing numbers and 2-character words</a:t>
          </a:r>
        </a:p>
      </dgm:t>
    </dgm:pt>
    <dgm:pt modelId="{A6BE9D52-B625-4B8F-8949-61BC7F4CC3D5}" type="parTrans" cxnId="{09D35740-23D9-465C-B2FB-7D5198C8BCFA}">
      <dgm:prSet/>
      <dgm:spPr/>
      <dgm:t>
        <a:bodyPr/>
        <a:lstStyle/>
        <a:p>
          <a:endParaRPr lang="en-US"/>
        </a:p>
      </dgm:t>
    </dgm:pt>
    <dgm:pt modelId="{147F4B0B-2A05-4D1C-874A-E3F8EE51472B}" type="sibTrans" cxnId="{09D35740-23D9-465C-B2FB-7D5198C8BCFA}">
      <dgm:prSet/>
      <dgm:spPr/>
      <dgm:t>
        <a:bodyPr/>
        <a:lstStyle/>
        <a:p>
          <a:endParaRPr lang="en-US"/>
        </a:p>
      </dgm:t>
    </dgm:pt>
    <dgm:pt modelId="{04F4BB95-ABE3-4EBF-A8F8-1981EECB6E01}" type="pres">
      <dgm:prSet presAssocID="{49152026-1CAF-465A-BE21-54A2045020CC}" presName="Name0" presStyleCnt="0">
        <dgm:presLayoutVars>
          <dgm:dir/>
          <dgm:animLvl val="lvl"/>
          <dgm:resizeHandles val="exact"/>
        </dgm:presLayoutVars>
      </dgm:prSet>
      <dgm:spPr/>
    </dgm:pt>
    <dgm:pt modelId="{72171C5B-91DC-4EA6-9D1C-1B4669EDE3EC}" type="pres">
      <dgm:prSet presAssocID="{91C2C9DF-4DC4-4F3D-A1BA-25E5C49C1F79}" presName="composite" presStyleCnt="0"/>
      <dgm:spPr/>
    </dgm:pt>
    <dgm:pt modelId="{1A587E3C-209C-4822-A465-4989AC93BCBD}" type="pres">
      <dgm:prSet presAssocID="{91C2C9DF-4DC4-4F3D-A1BA-25E5C49C1F79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345EDDBC-5B61-4721-8F3C-88EA86A08EEF}" type="pres">
      <dgm:prSet presAssocID="{91C2C9DF-4DC4-4F3D-A1BA-25E5C49C1F79}" presName="desTx" presStyleLbl="alignAccFollowNode1" presStyleIdx="0" presStyleCnt="3">
        <dgm:presLayoutVars>
          <dgm:bulletEnabled val="1"/>
        </dgm:presLayoutVars>
      </dgm:prSet>
      <dgm:spPr/>
    </dgm:pt>
    <dgm:pt modelId="{B5677E8F-7900-47C9-AFFE-264E40B22D72}" type="pres">
      <dgm:prSet presAssocID="{9A16915F-4D36-400C-95AC-729AA45E4CB6}" presName="space" presStyleCnt="0"/>
      <dgm:spPr/>
    </dgm:pt>
    <dgm:pt modelId="{2F6C6A1E-C241-44F5-A0CE-CC18C3A7B02B}" type="pres">
      <dgm:prSet presAssocID="{2FCAB8B5-3831-4AAC-B228-C45805818A60}" presName="composite" presStyleCnt="0"/>
      <dgm:spPr/>
    </dgm:pt>
    <dgm:pt modelId="{E81B56DE-E801-4DF0-B4F2-A4CA75CCD076}" type="pres">
      <dgm:prSet presAssocID="{2FCAB8B5-3831-4AAC-B228-C45805818A60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F09E7A2E-A854-44BC-A157-0A47303C7F7C}" type="pres">
      <dgm:prSet presAssocID="{2FCAB8B5-3831-4AAC-B228-C45805818A60}" presName="desTx" presStyleLbl="alignAccFollowNode1" presStyleIdx="1" presStyleCnt="3">
        <dgm:presLayoutVars>
          <dgm:bulletEnabled val="1"/>
        </dgm:presLayoutVars>
      </dgm:prSet>
      <dgm:spPr/>
    </dgm:pt>
    <dgm:pt modelId="{D9C49030-5267-4AD7-89E4-CFF514B67FBC}" type="pres">
      <dgm:prSet presAssocID="{F61E349E-6565-4842-A6FE-AFBE601F2F38}" presName="space" presStyleCnt="0"/>
      <dgm:spPr/>
    </dgm:pt>
    <dgm:pt modelId="{71CD158C-D5F6-46B0-998E-88F80FD51CF7}" type="pres">
      <dgm:prSet presAssocID="{BE45F9EC-3141-47FA-B2E0-20A5AB369298}" presName="composite" presStyleCnt="0"/>
      <dgm:spPr/>
    </dgm:pt>
    <dgm:pt modelId="{DF6A21C1-2FED-4374-AC83-03C771CED53B}" type="pres">
      <dgm:prSet presAssocID="{BE45F9EC-3141-47FA-B2E0-20A5AB369298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322C6BEE-5039-47B1-BBE4-8993AE741E43}" type="pres">
      <dgm:prSet presAssocID="{BE45F9EC-3141-47FA-B2E0-20A5AB369298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FC043907-AA1B-4C82-BBDA-9985BCA9276A}" type="presOf" srcId="{2FCAB8B5-3831-4AAC-B228-C45805818A60}" destId="{E81B56DE-E801-4DF0-B4F2-A4CA75CCD076}" srcOrd="0" destOrd="0" presId="urn:microsoft.com/office/officeart/2005/8/layout/hList1"/>
    <dgm:cxn modelId="{A2925B09-26AA-4CDD-BFD3-08AD080D0435}" srcId="{91C2C9DF-4DC4-4F3D-A1BA-25E5C49C1F79}" destId="{D2F0D942-F584-4BB9-A3C0-DCEA450A6513}" srcOrd="0" destOrd="0" parTransId="{96E7983F-1FF2-4DB0-B65A-4A14DE9D230A}" sibTransId="{071D931E-E4AD-4123-AFB1-A695CD97E8B9}"/>
    <dgm:cxn modelId="{A239A523-B08F-4E87-9620-B7267B87FD8F}" type="presOf" srcId="{77CFC8AC-1763-44F9-ABC0-3A1F6264B501}" destId="{322C6BEE-5039-47B1-BBE4-8993AE741E43}" srcOrd="0" destOrd="2" presId="urn:microsoft.com/office/officeart/2005/8/layout/hList1"/>
    <dgm:cxn modelId="{CC13CC26-B6DD-43F1-BCAD-6AA3433CE726}" srcId="{49152026-1CAF-465A-BE21-54A2045020CC}" destId="{BE45F9EC-3141-47FA-B2E0-20A5AB369298}" srcOrd="2" destOrd="0" parTransId="{3467FEE1-35A1-4F28-92F3-5EC8304B3AD2}" sibTransId="{BF1E80F4-F68A-407F-BB04-F38CE0ED59F4}"/>
    <dgm:cxn modelId="{1777842D-F048-45D8-9461-FF2CD672E2FD}" srcId="{2FCAB8B5-3831-4AAC-B228-C45805818A60}" destId="{4E36FB6D-2410-4671-B80D-877BE646C8CA}" srcOrd="1" destOrd="0" parTransId="{D1A4CFE5-A0AF-47F4-93E4-638EA310D735}" sibTransId="{14F10BFB-CCAD-41D4-8A27-47A37F5300AE}"/>
    <dgm:cxn modelId="{67354531-B112-44EC-9734-FE873FB9B2C1}" type="presOf" srcId="{49152026-1CAF-465A-BE21-54A2045020CC}" destId="{04F4BB95-ABE3-4EBF-A8F8-1981EECB6E01}" srcOrd="0" destOrd="0" presId="urn:microsoft.com/office/officeart/2005/8/layout/hList1"/>
    <dgm:cxn modelId="{2145903F-FCB2-48B5-A49F-B3EDA6AA76B5}" type="presOf" srcId="{8942D99D-C965-4758-8130-71FC0FA2A4B6}" destId="{F09E7A2E-A854-44BC-A157-0A47303C7F7C}" srcOrd="0" destOrd="2" presId="urn:microsoft.com/office/officeart/2005/8/layout/hList1"/>
    <dgm:cxn modelId="{09D35740-23D9-465C-B2FB-7D5198C8BCFA}" srcId="{BE45F9EC-3141-47FA-B2E0-20A5AB369298}" destId="{77CFC8AC-1763-44F9-ABC0-3A1F6264B501}" srcOrd="2" destOrd="0" parTransId="{A6BE9D52-B625-4B8F-8949-61BC7F4CC3D5}" sibTransId="{147F4B0B-2A05-4D1C-874A-E3F8EE51472B}"/>
    <dgm:cxn modelId="{5FF76161-F8C4-4E47-9F80-D1E5EA18904A}" srcId="{BE45F9EC-3141-47FA-B2E0-20A5AB369298}" destId="{F1E3C19F-E86C-4B6F-890B-AA180CC7A6D6}" srcOrd="1" destOrd="0" parTransId="{F87EB675-ACD0-44CE-91A3-37BE42D88C0E}" sibTransId="{2B508CEC-A9DC-487E-8536-D89639215297}"/>
    <dgm:cxn modelId="{C97AEC49-3FD2-4BD4-A72C-FA1D6B829781}" type="presOf" srcId="{BE45F9EC-3141-47FA-B2E0-20A5AB369298}" destId="{DF6A21C1-2FED-4374-AC83-03C771CED53B}" srcOrd="0" destOrd="0" presId="urn:microsoft.com/office/officeart/2005/8/layout/hList1"/>
    <dgm:cxn modelId="{9BB7874E-9D7A-43ED-9B47-63243C118EC9}" srcId="{49152026-1CAF-465A-BE21-54A2045020CC}" destId="{91C2C9DF-4DC4-4F3D-A1BA-25E5C49C1F79}" srcOrd="0" destOrd="0" parTransId="{9011AA8D-A4AC-4FE0-A4DA-539CC61771F0}" sibTransId="{9A16915F-4D36-400C-95AC-729AA45E4CB6}"/>
    <dgm:cxn modelId="{A3E74E52-5031-4348-946E-FE8A323E3549}" type="presOf" srcId="{D2F0D942-F584-4BB9-A3C0-DCEA450A6513}" destId="{345EDDBC-5B61-4721-8F3C-88EA86A08EEF}" srcOrd="0" destOrd="0" presId="urn:microsoft.com/office/officeart/2005/8/layout/hList1"/>
    <dgm:cxn modelId="{6FF51978-8042-47D8-B21B-EDF5BB1AA30A}" type="presOf" srcId="{248CA463-A730-4B7D-A406-144DCC190470}" destId="{322C6BEE-5039-47B1-BBE4-8993AE741E43}" srcOrd="0" destOrd="0" presId="urn:microsoft.com/office/officeart/2005/8/layout/hList1"/>
    <dgm:cxn modelId="{605BD57F-0378-480A-AD02-B2BE3419F2C4}" srcId="{49152026-1CAF-465A-BE21-54A2045020CC}" destId="{2FCAB8B5-3831-4AAC-B228-C45805818A60}" srcOrd="1" destOrd="0" parTransId="{95D4FA55-4F29-4A78-9D1E-17E4E02A89FA}" sibTransId="{F61E349E-6565-4842-A6FE-AFBE601F2F38}"/>
    <dgm:cxn modelId="{C9510C83-B47B-47ED-B4D0-A3E8B11C8BBF}" srcId="{2FCAB8B5-3831-4AAC-B228-C45805818A60}" destId="{8942D99D-C965-4758-8130-71FC0FA2A4B6}" srcOrd="2" destOrd="0" parTransId="{79FA4A21-EFD8-47A1-AFDA-1577DD194947}" sibTransId="{DFE98D62-A809-4208-9A4B-BCFA2D5B6903}"/>
    <dgm:cxn modelId="{F2833199-5A76-4850-9D01-F8C3D23F20B1}" type="presOf" srcId="{E0937832-A402-4CAF-9813-B5023E3AE1CA}" destId="{345EDDBC-5B61-4721-8F3C-88EA86A08EEF}" srcOrd="0" destOrd="1" presId="urn:microsoft.com/office/officeart/2005/8/layout/hList1"/>
    <dgm:cxn modelId="{7FE713A4-5959-4406-8D78-20F67206DEDA}" srcId="{91C2C9DF-4DC4-4F3D-A1BA-25E5C49C1F79}" destId="{E0937832-A402-4CAF-9813-B5023E3AE1CA}" srcOrd="1" destOrd="0" parTransId="{45946A35-FECC-47F4-ADB7-013EBCF1947A}" sibTransId="{BAFFF1F6-B96B-49A2-BBD0-F779D568A179}"/>
    <dgm:cxn modelId="{D13518B7-D9C6-423C-BA95-6C47D7E5ABE8}" srcId="{2FCAB8B5-3831-4AAC-B228-C45805818A60}" destId="{BD85853B-FB93-47C7-9DBE-393E27EF82D6}" srcOrd="0" destOrd="0" parTransId="{D3A21208-6D57-4296-99D4-35295A29255E}" sibTransId="{38A0832A-42EA-4229-8EB7-1608E3C298D3}"/>
    <dgm:cxn modelId="{325D95C3-E39D-4405-8FE7-46F5D342F85F}" srcId="{BE45F9EC-3141-47FA-B2E0-20A5AB369298}" destId="{248CA463-A730-4B7D-A406-144DCC190470}" srcOrd="0" destOrd="0" parTransId="{08E1735C-1CAF-41B8-AB73-2ECD36B67F5D}" sibTransId="{940E3F01-5CEC-4068-902E-33B5A1DAAD84}"/>
    <dgm:cxn modelId="{FB70C2CA-BB38-496F-B0FC-FF390B2AF7D8}" type="presOf" srcId="{BD85853B-FB93-47C7-9DBE-393E27EF82D6}" destId="{F09E7A2E-A854-44BC-A157-0A47303C7F7C}" srcOrd="0" destOrd="0" presId="urn:microsoft.com/office/officeart/2005/8/layout/hList1"/>
    <dgm:cxn modelId="{F52A90CB-819E-430B-927F-AC771C6FCC34}" type="presOf" srcId="{4E36FB6D-2410-4671-B80D-877BE646C8CA}" destId="{F09E7A2E-A854-44BC-A157-0A47303C7F7C}" srcOrd="0" destOrd="1" presId="urn:microsoft.com/office/officeart/2005/8/layout/hList1"/>
    <dgm:cxn modelId="{1D0755E7-8647-4FD9-B53B-2E6FDBF57901}" type="presOf" srcId="{F1E3C19F-E86C-4B6F-890B-AA180CC7A6D6}" destId="{322C6BEE-5039-47B1-BBE4-8993AE741E43}" srcOrd="0" destOrd="1" presId="urn:microsoft.com/office/officeart/2005/8/layout/hList1"/>
    <dgm:cxn modelId="{997DDFF2-9BA5-4D01-862F-D9211EADBA83}" type="presOf" srcId="{91C2C9DF-4DC4-4F3D-A1BA-25E5C49C1F79}" destId="{1A587E3C-209C-4822-A465-4989AC93BCBD}" srcOrd="0" destOrd="0" presId="urn:microsoft.com/office/officeart/2005/8/layout/hList1"/>
    <dgm:cxn modelId="{6A2983EC-B97C-4B4C-9F0D-34DF21A00D3D}" type="presParOf" srcId="{04F4BB95-ABE3-4EBF-A8F8-1981EECB6E01}" destId="{72171C5B-91DC-4EA6-9D1C-1B4669EDE3EC}" srcOrd="0" destOrd="0" presId="urn:microsoft.com/office/officeart/2005/8/layout/hList1"/>
    <dgm:cxn modelId="{FBDDF294-5F63-415F-84A7-73930BCE630B}" type="presParOf" srcId="{72171C5B-91DC-4EA6-9D1C-1B4669EDE3EC}" destId="{1A587E3C-209C-4822-A465-4989AC93BCBD}" srcOrd="0" destOrd="0" presId="urn:microsoft.com/office/officeart/2005/8/layout/hList1"/>
    <dgm:cxn modelId="{66182431-4D84-4EFA-BF50-27A0F6122F82}" type="presParOf" srcId="{72171C5B-91DC-4EA6-9D1C-1B4669EDE3EC}" destId="{345EDDBC-5B61-4721-8F3C-88EA86A08EEF}" srcOrd="1" destOrd="0" presId="urn:microsoft.com/office/officeart/2005/8/layout/hList1"/>
    <dgm:cxn modelId="{2A3B1EF5-2829-405D-BB39-17E7A727B73A}" type="presParOf" srcId="{04F4BB95-ABE3-4EBF-A8F8-1981EECB6E01}" destId="{B5677E8F-7900-47C9-AFFE-264E40B22D72}" srcOrd="1" destOrd="0" presId="urn:microsoft.com/office/officeart/2005/8/layout/hList1"/>
    <dgm:cxn modelId="{6B29E28A-36E8-4DF7-8C57-6C3D2E87AD92}" type="presParOf" srcId="{04F4BB95-ABE3-4EBF-A8F8-1981EECB6E01}" destId="{2F6C6A1E-C241-44F5-A0CE-CC18C3A7B02B}" srcOrd="2" destOrd="0" presId="urn:microsoft.com/office/officeart/2005/8/layout/hList1"/>
    <dgm:cxn modelId="{A02C8633-7746-4C9A-BF2D-09E9FB86DC5D}" type="presParOf" srcId="{2F6C6A1E-C241-44F5-A0CE-CC18C3A7B02B}" destId="{E81B56DE-E801-4DF0-B4F2-A4CA75CCD076}" srcOrd="0" destOrd="0" presId="urn:microsoft.com/office/officeart/2005/8/layout/hList1"/>
    <dgm:cxn modelId="{769B2ECF-142C-42C3-BCD2-5DCBCFC2AF3B}" type="presParOf" srcId="{2F6C6A1E-C241-44F5-A0CE-CC18C3A7B02B}" destId="{F09E7A2E-A854-44BC-A157-0A47303C7F7C}" srcOrd="1" destOrd="0" presId="urn:microsoft.com/office/officeart/2005/8/layout/hList1"/>
    <dgm:cxn modelId="{FB9579DA-5C6C-43B5-AFE0-D395F0E1E464}" type="presParOf" srcId="{04F4BB95-ABE3-4EBF-A8F8-1981EECB6E01}" destId="{D9C49030-5267-4AD7-89E4-CFF514B67FBC}" srcOrd="3" destOrd="0" presId="urn:microsoft.com/office/officeart/2005/8/layout/hList1"/>
    <dgm:cxn modelId="{3548719E-3A87-4A7D-8526-9C1ED7C15926}" type="presParOf" srcId="{04F4BB95-ABE3-4EBF-A8F8-1981EECB6E01}" destId="{71CD158C-D5F6-46B0-998E-88F80FD51CF7}" srcOrd="4" destOrd="0" presId="urn:microsoft.com/office/officeart/2005/8/layout/hList1"/>
    <dgm:cxn modelId="{52FE0C06-A5A2-456A-BB33-29D8DDDF0926}" type="presParOf" srcId="{71CD158C-D5F6-46B0-998E-88F80FD51CF7}" destId="{DF6A21C1-2FED-4374-AC83-03C771CED53B}" srcOrd="0" destOrd="0" presId="urn:microsoft.com/office/officeart/2005/8/layout/hList1"/>
    <dgm:cxn modelId="{3408F4AB-A5CE-4463-BDB5-9C8D2C569E59}" type="presParOf" srcId="{71CD158C-D5F6-46B0-998E-88F80FD51CF7}" destId="{322C6BEE-5039-47B1-BBE4-8993AE741E4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B3D1FD-6481-45AC-B520-D1DD5385F960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A0795A3D-F5CA-4E14-B978-D50E60770CE9}">
      <dgm:prSet phldrT="[Text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Stopwords removed, lemmatize &gt; 3, single char removed, noise words removed</a:t>
          </a:r>
        </a:p>
      </dgm:t>
    </dgm:pt>
    <dgm:pt modelId="{88E3EB50-17B0-434E-82B6-34F8DDACE6CB}" type="parTrans" cxnId="{31471F7F-0102-4031-9E01-787CCBB5CA48}">
      <dgm:prSet/>
      <dgm:spPr/>
      <dgm:t>
        <a:bodyPr/>
        <a:lstStyle/>
        <a:p>
          <a:endParaRPr lang="en-US"/>
        </a:p>
      </dgm:t>
    </dgm:pt>
    <dgm:pt modelId="{9E42C07E-3B7C-4BA3-B481-4C2BF4074EBD}" type="sibTrans" cxnId="{31471F7F-0102-4031-9E01-787CCBB5CA48}">
      <dgm:prSet/>
      <dgm:spPr/>
      <dgm:t>
        <a:bodyPr/>
        <a:lstStyle/>
        <a:p>
          <a:endParaRPr lang="en-US"/>
        </a:p>
      </dgm:t>
    </dgm:pt>
    <dgm:pt modelId="{AB3338A9-DEE8-4DF3-8473-710A81D4918F}">
      <dgm:prSet phldrT="[Text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Model = LR</a:t>
          </a:r>
          <a:r>
            <a:rPr lang="en-US" dirty="0">
              <a:sym typeface="Wingdings" panose="05000000000000000000" pitchFamily="2" charset="2"/>
            </a:rPr>
            <a:t> get the probability distributions</a:t>
          </a:r>
          <a:endParaRPr lang="en-US" dirty="0"/>
        </a:p>
      </dgm:t>
    </dgm:pt>
    <dgm:pt modelId="{2FD4956E-5ED7-407C-817E-40A1A63A1C06}" type="parTrans" cxnId="{9C1F861C-26C6-4525-A4AE-CFF6092717FE}">
      <dgm:prSet/>
      <dgm:spPr/>
      <dgm:t>
        <a:bodyPr/>
        <a:lstStyle/>
        <a:p>
          <a:endParaRPr lang="en-US"/>
        </a:p>
      </dgm:t>
    </dgm:pt>
    <dgm:pt modelId="{98400BBD-AD9F-40BF-88B7-0EFBA1EF848C}" type="sibTrans" cxnId="{9C1F861C-26C6-4525-A4AE-CFF6092717FE}">
      <dgm:prSet/>
      <dgm:spPr/>
      <dgm:t>
        <a:bodyPr/>
        <a:lstStyle/>
        <a:p>
          <a:endParaRPr lang="en-US"/>
        </a:p>
      </dgm:t>
    </dgm:pt>
    <dgm:pt modelId="{7F563DAF-768B-4B1D-9948-0DB99D9EA5B3}">
      <dgm:prSet phldrT="[Text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Arrange the rows in decreasing probabilities</a:t>
          </a:r>
        </a:p>
      </dgm:t>
    </dgm:pt>
    <dgm:pt modelId="{46BA9298-7DC9-4AFD-8CD7-21E4D68B4649}" type="parTrans" cxnId="{39D2D313-6218-46FE-9C01-E69A741FFA6C}">
      <dgm:prSet/>
      <dgm:spPr/>
      <dgm:t>
        <a:bodyPr/>
        <a:lstStyle/>
        <a:p>
          <a:endParaRPr lang="en-US"/>
        </a:p>
      </dgm:t>
    </dgm:pt>
    <dgm:pt modelId="{ACC01A85-9C17-471C-B83D-97BD24BA43D8}" type="sibTrans" cxnId="{39D2D313-6218-46FE-9C01-E69A741FFA6C}">
      <dgm:prSet/>
      <dgm:spPr/>
      <dgm:t>
        <a:bodyPr/>
        <a:lstStyle/>
        <a:p>
          <a:endParaRPr lang="en-US"/>
        </a:p>
      </dgm:t>
    </dgm:pt>
    <dgm:pt modelId="{6E7F31E9-46AB-4CD0-9418-E83CA4D58BD0}">
      <dgm:prSet phldrT="[Text]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Select top 3 for each row </a:t>
          </a:r>
          <a:r>
            <a:rPr lang="en-US" dirty="0">
              <a:sym typeface="Wingdings" panose="05000000000000000000" pitchFamily="2" charset="2"/>
            </a:rPr>
            <a:t> </a:t>
          </a:r>
          <a:r>
            <a:rPr lang="en-US" b="1" dirty="0">
              <a:sym typeface="Wingdings" panose="05000000000000000000" pitchFamily="2" charset="2"/>
            </a:rPr>
            <a:t>Distribution-1</a:t>
          </a:r>
          <a:endParaRPr lang="en-US" b="1" dirty="0"/>
        </a:p>
      </dgm:t>
    </dgm:pt>
    <dgm:pt modelId="{1FB8E8B5-FEF9-48C2-AEFA-ECB054AA6480}" type="parTrans" cxnId="{2425218A-F752-4BEC-993F-2C0647661495}">
      <dgm:prSet/>
      <dgm:spPr/>
      <dgm:t>
        <a:bodyPr/>
        <a:lstStyle/>
        <a:p>
          <a:endParaRPr lang="en-US"/>
        </a:p>
      </dgm:t>
    </dgm:pt>
    <dgm:pt modelId="{B89A6B1F-378C-4DFF-81B9-5DF0474CD8CC}" type="sibTrans" cxnId="{2425218A-F752-4BEC-993F-2C0647661495}">
      <dgm:prSet/>
      <dgm:spPr/>
      <dgm:t>
        <a:bodyPr/>
        <a:lstStyle/>
        <a:p>
          <a:endParaRPr lang="en-US"/>
        </a:p>
      </dgm:t>
    </dgm:pt>
    <dgm:pt modelId="{033E7CDA-AE65-47CB-9562-CACFEE179754}" type="pres">
      <dgm:prSet presAssocID="{21B3D1FD-6481-45AC-B520-D1DD5385F960}" presName="Name0" presStyleCnt="0">
        <dgm:presLayoutVars>
          <dgm:dir/>
          <dgm:resizeHandles val="exact"/>
        </dgm:presLayoutVars>
      </dgm:prSet>
      <dgm:spPr/>
    </dgm:pt>
    <dgm:pt modelId="{D14598FA-136F-4B7E-83A2-0B4C508F31B5}" type="pres">
      <dgm:prSet presAssocID="{A0795A3D-F5CA-4E14-B978-D50E60770CE9}" presName="parTxOnly" presStyleLbl="node1" presStyleIdx="0" presStyleCnt="4">
        <dgm:presLayoutVars>
          <dgm:bulletEnabled val="1"/>
        </dgm:presLayoutVars>
      </dgm:prSet>
      <dgm:spPr/>
    </dgm:pt>
    <dgm:pt modelId="{2FC78ACA-7FAF-48D5-B44B-2563EA62EE2E}" type="pres">
      <dgm:prSet presAssocID="{9E42C07E-3B7C-4BA3-B481-4C2BF4074EBD}" presName="parSpace" presStyleCnt="0"/>
      <dgm:spPr/>
    </dgm:pt>
    <dgm:pt modelId="{778B25C9-FFBC-4A96-9652-3414B5B8A2B2}" type="pres">
      <dgm:prSet presAssocID="{AB3338A9-DEE8-4DF3-8473-710A81D4918F}" presName="parTxOnly" presStyleLbl="node1" presStyleIdx="1" presStyleCnt="4">
        <dgm:presLayoutVars>
          <dgm:bulletEnabled val="1"/>
        </dgm:presLayoutVars>
      </dgm:prSet>
      <dgm:spPr/>
    </dgm:pt>
    <dgm:pt modelId="{CC9D345E-EA1A-473F-806A-825CC43858F3}" type="pres">
      <dgm:prSet presAssocID="{98400BBD-AD9F-40BF-88B7-0EFBA1EF848C}" presName="parSpace" presStyleCnt="0"/>
      <dgm:spPr/>
    </dgm:pt>
    <dgm:pt modelId="{263BA08A-D998-4911-89F5-173BB1C5440D}" type="pres">
      <dgm:prSet presAssocID="{7F563DAF-768B-4B1D-9948-0DB99D9EA5B3}" presName="parTxOnly" presStyleLbl="node1" presStyleIdx="2" presStyleCnt="4">
        <dgm:presLayoutVars>
          <dgm:bulletEnabled val="1"/>
        </dgm:presLayoutVars>
      </dgm:prSet>
      <dgm:spPr/>
    </dgm:pt>
    <dgm:pt modelId="{0979FD08-A460-4F94-86F4-DC155884FC5C}" type="pres">
      <dgm:prSet presAssocID="{ACC01A85-9C17-471C-B83D-97BD24BA43D8}" presName="parSpace" presStyleCnt="0"/>
      <dgm:spPr/>
    </dgm:pt>
    <dgm:pt modelId="{0F62B5FC-2DD4-4E5E-ACC8-09A8DBF870F1}" type="pres">
      <dgm:prSet presAssocID="{6E7F31E9-46AB-4CD0-9418-E83CA4D58BD0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39D2D313-6218-46FE-9C01-E69A741FFA6C}" srcId="{21B3D1FD-6481-45AC-B520-D1DD5385F960}" destId="{7F563DAF-768B-4B1D-9948-0DB99D9EA5B3}" srcOrd="2" destOrd="0" parTransId="{46BA9298-7DC9-4AFD-8CD7-21E4D68B4649}" sibTransId="{ACC01A85-9C17-471C-B83D-97BD24BA43D8}"/>
    <dgm:cxn modelId="{EEF02417-114C-413C-9613-D2ED54B15DE5}" type="presOf" srcId="{AB3338A9-DEE8-4DF3-8473-710A81D4918F}" destId="{778B25C9-FFBC-4A96-9652-3414B5B8A2B2}" srcOrd="0" destOrd="0" presId="urn:microsoft.com/office/officeart/2005/8/layout/hChevron3"/>
    <dgm:cxn modelId="{9C1F861C-26C6-4525-A4AE-CFF6092717FE}" srcId="{21B3D1FD-6481-45AC-B520-D1DD5385F960}" destId="{AB3338A9-DEE8-4DF3-8473-710A81D4918F}" srcOrd="1" destOrd="0" parTransId="{2FD4956E-5ED7-407C-817E-40A1A63A1C06}" sibTransId="{98400BBD-AD9F-40BF-88B7-0EFBA1EF848C}"/>
    <dgm:cxn modelId="{EA970F33-7832-45E5-B293-E1393E8C29B1}" type="presOf" srcId="{A0795A3D-F5CA-4E14-B978-D50E60770CE9}" destId="{D14598FA-136F-4B7E-83A2-0B4C508F31B5}" srcOrd="0" destOrd="0" presId="urn:microsoft.com/office/officeart/2005/8/layout/hChevron3"/>
    <dgm:cxn modelId="{31471F7F-0102-4031-9E01-787CCBB5CA48}" srcId="{21B3D1FD-6481-45AC-B520-D1DD5385F960}" destId="{A0795A3D-F5CA-4E14-B978-D50E60770CE9}" srcOrd="0" destOrd="0" parTransId="{88E3EB50-17B0-434E-82B6-34F8DDACE6CB}" sibTransId="{9E42C07E-3B7C-4BA3-B481-4C2BF4074EBD}"/>
    <dgm:cxn modelId="{2425218A-F752-4BEC-993F-2C0647661495}" srcId="{21B3D1FD-6481-45AC-B520-D1DD5385F960}" destId="{6E7F31E9-46AB-4CD0-9418-E83CA4D58BD0}" srcOrd="3" destOrd="0" parTransId="{1FB8E8B5-FEF9-48C2-AEFA-ECB054AA6480}" sibTransId="{B89A6B1F-378C-4DFF-81B9-5DF0474CD8CC}"/>
    <dgm:cxn modelId="{CFE83BC7-CF85-42A5-9970-76F192CDAFAE}" type="presOf" srcId="{7F563DAF-768B-4B1D-9948-0DB99D9EA5B3}" destId="{263BA08A-D998-4911-89F5-173BB1C5440D}" srcOrd="0" destOrd="0" presId="urn:microsoft.com/office/officeart/2005/8/layout/hChevron3"/>
    <dgm:cxn modelId="{33B177DD-0FCF-4153-8534-7A7D4EEE88E4}" type="presOf" srcId="{6E7F31E9-46AB-4CD0-9418-E83CA4D58BD0}" destId="{0F62B5FC-2DD4-4E5E-ACC8-09A8DBF870F1}" srcOrd="0" destOrd="0" presId="urn:microsoft.com/office/officeart/2005/8/layout/hChevron3"/>
    <dgm:cxn modelId="{6A8460F4-B59E-4EA8-8376-A968DAFA0914}" type="presOf" srcId="{21B3D1FD-6481-45AC-B520-D1DD5385F960}" destId="{033E7CDA-AE65-47CB-9562-CACFEE179754}" srcOrd="0" destOrd="0" presId="urn:microsoft.com/office/officeart/2005/8/layout/hChevron3"/>
    <dgm:cxn modelId="{8FE42D9F-865F-4EF2-9970-5C4C671F80A5}" type="presParOf" srcId="{033E7CDA-AE65-47CB-9562-CACFEE179754}" destId="{D14598FA-136F-4B7E-83A2-0B4C508F31B5}" srcOrd="0" destOrd="0" presId="urn:microsoft.com/office/officeart/2005/8/layout/hChevron3"/>
    <dgm:cxn modelId="{43C782BD-D790-425E-B585-C5A05246B10C}" type="presParOf" srcId="{033E7CDA-AE65-47CB-9562-CACFEE179754}" destId="{2FC78ACA-7FAF-48D5-B44B-2563EA62EE2E}" srcOrd="1" destOrd="0" presId="urn:microsoft.com/office/officeart/2005/8/layout/hChevron3"/>
    <dgm:cxn modelId="{958A1C42-EC76-4DEC-8DE1-96F52C094A58}" type="presParOf" srcId="{033E7CDA-AE65-47CB-9562-CACFEE179754}" destId="{778B25C9-FFBC-4A96-9652-3414B5B8A2B2}" srcOrd="2" destOrd="0" presId="urn:microsoft.com/office/officeart/2005/8/layout/hChevron3"/>
    <dgm:cxn modelId="{342B9629-58C1-4898-881C-DF8EC88CCA5F}" type="presParOf" srcId="{033E7CDA-AE65-47CB-9562-CACFEE179754}" destId="{CC9D345E-EA1A-473F-806A-825CC43858F3}" srcOrd="3" destOrd="0" presId="urn:microsoft.com/office/officeart/2005/8/layout/hChevron3"/>
    <dgm:cxn modelId="{F34B8E27-09B5-4199-86A1-C1A4BE946D40}" type="presParOf" srcId="{033E7CDA-AE65-47CB-9562-CACFEE179754}" destId="{263BA08A-D998-4911-89F5-173BB1C5440D}" srcOrd="4" destOrd="0" presId="urn:microsoft.com/office/officeart/2005/8/layout/hChevron3"/>
    <dgm:cxn modelId="{55E06F95-93B3-415F-85AC-C1DC63263FF9}" type="presParOf" srcId="{033E7CDA-AE65-47CB-9562-CACFEE179754}" destId="{0979FD08-A460-4F94-86F4-DC155884FC5C}" srcOrd="5" destOrd="0" presId="urn:microsoft.com/office/officeart/2005/8/layout/hChevron3"/>
    <dgm:cxn modelId="{C0638794-91A9-4155-977F-B1D885EC8319}" type="presParOf" srcId="{033E7CDA-AE65-47CB-9562-CACFEE179754}" destId="{0F62B5FC-2DD4-4E5E-ACC8-09A8DBF870F1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1B3D1FD-6481-45AC-B520-D1DD5385F960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A0795A3D-F5CA-4E14-B978-D50E60770CE9}">
      <dgm:prSet phldrT="[Text]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Stopwords removed, </a:t>
          </a:r>
          <a:r>
            <a:rPr lang="en-US" dirty="0">
              <a:highlight>
                <a:srgbClr val="FFFF00"/>
              </a:highlight>
            </a:rPr>
            <a:t>numbers removed</a:t>
          </a:r>
          <a:r>
            <a:rPr lang="en-US" dirty="0"/>
            <a:t>, lemmatized &gt; 3, single char removed, noise words removed</a:t>
          </a:r>
        </a:p>
      </dgm:t>
    </dgm:pt>
    <dgm:pt modelId="{88E3EB50-17B0-434E-82B6-34F8DDACE6CB}" type="parTrans" cxnId="{31471F7F-0102-4031-9E01-787CCBB5CA48}">
      <dgm:prSet/>
      <dgm:spPr/>
      <dgm:t>
        <a:bodyPr/>
        <a:lstStyle/>
        <a:p>
          <a:endParaRPr lang="en-US"/>
        </a:p>
      </dgm:t>
    </dgm:pt>
    <dgm:pt modelId="{9E42C07E-3B7C-4BA3-B481-4C2BF4074EBD}" type="sibTrans" cxnId="{31471F7F-0102-4031-9E01-787CCBB5CA48}">
      <dgm:prSet/>
      <dgm:spPr/>
      <dgm:t>
        <a:bodyPr/>
        <a:lstStyle/>
        <a:p>
          <a:endParaRPr lang="en-US"/>
        </a:p>
      </dgm:t>
    </dgm:pt>
    <dgm:pt modelId="{AB3338A9-DEE8-4DF3-8473-710A81D4918F}">
      <dgm:prSet phldrT="[Text]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Model = LR </a:t>
          </a:r>
          <a:r>
            <a:rPr lang="en-US" dirty="0">
              <a:sym typeface="Wingdings" panose="05000000000000000000" pitchFamily="2" charset="2"/>
            </a:rPr>
            <a:t> get the probability distributions using X_test_updated</a:t>
          </a:r>
          <a:endParaRPr lang="en-US" dirty="0"/>
        </a:p>
      </dgm:t>
    </dgm:pt>
    <dgm:pt modelId="{2FD4956E-5ED7-407C-817E-40A1A63A1C06}" type="parTrans" cxnId="{9C1F861C-26C6-4525-A4AE-CFF6092717FE}">
      <dgm:prSet/>
      <dgm:spPr/>
      <dgm:t>
        <a:bodyPr/>
        <a:lstStyle/>
        <a:p>
          <a:endParaRPr lang="en-US"/>
        </a:p>
      </dgm:t>
    </dgm:pt>
    <dgm:pt modelId="{98400BBD-AD9F-40BF-88B7-0EFBA1EF848C}" type="sibTrans" cxnId="{9C1F861C-26C6-4525-A4AE-CFF6092717FE}">
      <dgm:prSet/>
      <dgm:spPr/>
      <dgm:t>
        <a:bodyPr/>
        <a:lstStyle/>
        <a:p>
          <a:endParaRPr lang="en-US"/>
        </a:p>
      </dgm:t>
    </dgm:pt>
    <dgm:pt modelId="{7F563DAF-768B-4B1D-9948-0DB99D9EA5B3}">
      <dgm:prSet phldrT="[Text]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Arrange the rows in decreasing probabilities</a:t>
          </a:r>
        </a:p>
      </dgm:t>
    </dgm:pt>
    <dgm:pt modelId="{46BA9298-7DC9-4AFD-8CD7-21E4D68B4649}" type="parTrans" cxnId="{39D2D313-6218-46FE-9C01-E69A741FFA6C}">
      <dgm:prSet/>
      <dgm:spPr/>
      <dgm:t>
        <a:bodyPr/>
        <a:lstStyle/>
        <a:p>
          <a:endParaRPr lang="en-US"/>
        </a:p>
      </dgm:t>
    </dgm:pt>
    <dgm:pt modelId="{ACC01A85-9C17-471C-B83D-97BD24BA43D8}" type="sibTrans" cxnId="{39D2D313-6218-46FE-9C01-E69A741FFA6C}">
      <dgm:prSet/>
      <dgm:spPr/>
      <dgm:t>
        <a:bodyPr/>
        <a:lstStyle/>
        <a:p>
          <a:endParaRPr lang="en-US"/>
        </a:p>
      </dgm:t>
    </dgm:pt>
    <dgm:pt modelId="{6E7F31E9-46AB-4CD0-9418-E83CA4D58BD0}">
      <dgm:prSet phldrT="[Text]" custT="1"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500" dirty="0"/>
            <a:t>Select top 3 for each row </a:t>
          </a:r>
          <a:r>
            <a:rPr lang="en-US" sz="1500" dirty="0">
              <a:sym typeface="Wingdings" panose="05000000000000000000" pitchFamily="2" charset="2"/>
            </a:rPr>
            <a:t> </a:t>
          </a:r>
          <a:r>
            <a:rPr lang="en-US" sz="1800" b="1" dirty="0">
              <a:sym typeface="Wingdings" panose="05000000000000000000" pitchFamily="2" charset="2"/>
            </a:rPr>
            <a:t>Distribution-2</a:t>
          </a:r>
          <a:endParaRPr lang="en-US" sz="1500" b="1" dirty="0"/>
        </a:p>
      </dgm:t>
    </dgm:pt>
    <dgm:pt modelId="{1FB8E8B5-FEF9-48C2-AEFA-ECB054AA6480}" type="parTrans" cxnId="{2425218A-F752-4BEC-993F-2C0647661495}">
      <dgm:prSet/>
      <dgm:spPr/>
      <dgm:t>
        <a:bodyPr/>
        <a:lstStyle/>
        <a:p>
          <a:endParaRPr lang="en-US"/>
        </a:p>
      </dgm:t>
    </dgm:pt>
    <dgm:pt modelId="{B89A6B1F-378C-4DFF-81B9-5DF0474CD8CC}" type="sibTrans" cxnId="{2425218A-F752-4BEC-993F-2C0647661495}">
      <dgm:prSet/>
      <dgm:spPr/>
      <dgm:t>
        <a:bodyPr/>
        <a:lstStyle/>
        <a:p>
          <a:endParaRPr lang="en-US"/>
        </a:p>
      </dgm:t>
    </dgm:pt>
    <dgm:pt modelId="{033E7CDA-AE65-47CB-9562-CACFEE179754}" type="pres">
      <dgm:prSet presAssocID="{21B3D1FD-6481-45AC-B520-D1DD5385F960}" presName="Name0" presStyleCnt="0">
        <dgm:presLayoutVars>
          <dgm:dir/>
          <dgm:resizeHandles val="exact"/>
        </dgm:presLayoutVars>
      </dgm:prSet>
      <dgm:spPr/>
    </dgm:pt>
    <dgm:pt modelId="{D14598FA-136F-4B7E-83A2-0B4C508F31B5}" type="pres">
      <dgm:prSet presAssocID="{A0795A3D-F5CA-4E14-B978-D50E60770CE9}" presName="parTxOnly" presStyleLbl="node1" presStyleIdx="0" presStyleCnt="4">
        <dgm:presLayoutVars>
          <dgm:bulletEnabled val="1"/>
        </dgm:presLayoutVars>
      </dgm:prSet>
      <dgm:spPr/>
    </dgm:pt>
    <dgm:pt modelId="{2FC78ACA-7FAF-48D5-B44B-2563EA62EE2E}" type="pres">
      <dgm:prSet presAssocID="{9E42C07E-3B7C-4BA3-B481-4C2BF4074EBD}" presName="parSpace" presStyleCnt="0"/>
      <dgm:spPr/>
    </dgm:pt>
    <dgm:pt modelId="{778B25C9-FFBC-4A96-9652-3414B5B8A2B2}" type="pres">
      <dgm:prSet presAssocID="{AB3338A9-DEE8-4DF3-8473-710A81D4918F}" presName="parTxOnly" presStyleLbl="node1" presStyleIdx="1" presStyleCnt="4">
        <dgm:presLayoutVars>
          <dgm:bulletEnabled val="1"/>
        </dgm:presLayoutVars>
      </dgm:prSet>
      <dgm:spPr/>
    </dgm:pt>
    <dgm:pt modelId="{CC9D345E-EA1A-473F-806A-825CC43858F3}" type="pres">
      <dgm:prSet presAssocID="{98400BBD-AD9F-40BF-88B7-0EFBA1EF848C}" presName="parSpace" presStyleCnt="0"/>
      <dgm:spPr/>
    </dgm:pt>
    <dgm:pt modelId="{263BA08A-D998-4911-89F5-173BB1C5440D}" type="pres">
      <dgm:prSet presAssocID="{7F563DAF-768B-4B1D-9948-0DB99D9EA5B3}" presName="parTxOnly" presStyleLbl="node1" presStyleIdx="2" presStyleCnt="4">
        <dgm:presLayoutVars>
          <dgm:bulletEnabled val="1"/>
        </dgm:presLayoutVars>
      </dgm:prSet>
      <dgm:spPr/>
    </dgm:pt>
    <dgm:pt modelId="{0979FD08-A460-4F94-86F4-DC155884FC5C}" type="pres">
      <dgm:prSet presAssocID="{ACC01A85-9C17-471C-B83D-97BD24BA43D8}" presName="parSpace" presStyleCnt="0"/>
      <dgm:spPr/>
    </dgm:pt>
    <dgm:pt modelId="{0F62B5FC-2DD4-4E5E-ACC8-09A8DBF870F1}" type="pres">
      <dgm:prSet presAssocID="{6E7F31E9-46AB-4CD0-9418-E83CA4D58BD0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39D2D313-6218-46FE-9C01-E69A741FFA6C}" srcId="{21B3D1FD-6481-45AC-B520-D1DD5385F960}" destId="{7F563DAF-768B-4B1D-9948-0DB99D9EA5B3}" srcOrd="2" destOrd="0" parTransId="{46BA9298-7DC9-4AFD-8CD7-21E4D68B4649}" sibTransId="{ACC01A85-9C17-471C-B83D-97BD24BA43D8}"/>
    <dgm:cxn modelId="{EEF02417-114C-413C-9613-D2ED54B15DE5}" type="presOf" srcId="{AB3338A9-DEE8-4DF3-8473-710A81D4918F}" destId="{778B25C9-FFBC-4A96-9652-3414B5B8A2B2}" srcOrd="0" destOrd="0" presId="urn:microsoft.com/office/officeart/2005/8/layout/hChevron3"/>
    <dgm:cxn modelId="{9C1F861C-26C6-4525-A4AE-CFF6092717FE}" srcId="{21B3D1FD-6481-45AC-B520-D1DD5385F960}" destId="{AB3338A9-DEE8-4DF3-8473-710A81D4918F}" srcOrd="1" destOrd="0" parTransId="{2FD4956E-5ED7-407C-817E-40A1A63A1C06}" sibTransId="{98400BBD-AD9F-40BF-88B7-0EFBA1EF848C}"/>
    <dgm:cxn modelId="{EA970F33-7832-45E5-B293-E1393E8C29B1}" type="presOf" srcId="{A0795A3D-F5CA-4E14-B978-D50E60770CE9}" destId="{D14598FA-136F-4B7E-83A2-0B4C508F31B5}" srcOrd="0" destOrd="0" presId="urn:microsoft.com/office/officeart/2005/8/layout/hChevron3"/>
    <dgm:cxn modelId="{31471F7F-0102-4031-9E01-787CCBB5CA48}" srcId="{21B3D1FD-6481-45AC-B520-D1DD5385F960}" destId="{A0795A3D-F5CA-4E14-B978-D50E60770CE9}" srcOrd="0" destOrd="0" parTransId="{88E3EB50-17B0-434E-82B6-34F8DDACE6CB}" sibTransId="{9E42C07E-3B7C-4BA3-B481-4C2BF4074EBD}"/>
    <dgm:cxn modelId="{2425218A-F752-4BEC-993F-2C0647661495}" srcId="{21B3D1FD-6481-45AC-B520-D1DD5385F960}" destId="{6E7F31E9-46AB-4CD0-9418-E83CA4D58BD0}" srcOrd="3" destOrd="0" parTransId="{1FB8E8B5-FEF9-48C2-AEFA-ECB054AA6480}" sibTransId="{B89A6B1F-378C-4DFF-81B9-5DF0474CD8CC}"/>
    <dgm:cxn modelId="{CFE83BC7-CF85-42A5-9970-76F192CDAFAE}" type="presOf" srcId="{7F563DAF-768B-4B1D-9948-0DB99D9EA5B3}" destId="{263BA08A-D998-4911-89F5-173BB1C5440D}" srcOrd="0" destOrd="0" presId="urn:microsoft.com/office/officeart/2005/8/layout/hChevron3"/>
    <dgm:cxn modelId="{33B177DD-0FCF-4153-8534-7A7D4EEE88E4}" type="presOf" srcId="{6E7F31E9-46AB-4CD0-9418-E83CA4D58BD0}" destId="{0F62B5FC-2DD4-4E5E-ACC8-09A8DBF870F1}" srcOrd="0" destOrd="0" presId="urn:microsoft.com/office/officeart/2005/8/layout/hChevron3"/>
    <dgm:cxn modelId="{6A8460F4-B59E-4EA8-8376-A968DAFA0914}" type="presOf" srcId="{21B3D1FD-6481-45AC-B520-D1DD5385F960}" destId="{033E7CDA-AE65-47CB-9562-CACFEE179754}" srcOrd="0" destOrd="0" presId="urn:microsoft.com/office/officeart/2005/8/layout/hChevron3"/>
    <dgm:cxn modelId="{8FE42D9F-865F-4EF2-9970-5C4C671F80A5}" type="presParOf" srcId="{033E7CDA-AE65-47CB-9562-CACFEE179754}" destId="{D14598FA-136F-4B7E-83A2-0B4C508F31B5}" srcOrd="0" destOrd="0" presId="urn:microsoft.com/office/officeart/2005/8/layout/hChevron3"/>
    <dgm:cxn modelId="{43C782BD-D790-425E-B585-C5A05246B10C}" type="presParOf" srcId="{033E7CDA-AE65-47CB-9562-CACFEE179754}" destId="{2FC78ACA-7FAF-48D5-B44B-2563EA62EE2E}" srcOrd="1" destOrd="0" presId="urn:microsoft.com/office/officeart/2005/8/layout/hChevron3"/>
    <dgm:cxn modelId="{958A1C42-EC76-4DEC-8DE1-96F52C094A58}" type="presParOf" srcId="{033E7CDA-AE65-47CB-9562-CACFEE179754}" destId="{778B25C9-FFBC-4A96-9652-3414B5B8A2B2}" srcOrd="2" destOrd="0" presId="urn:microsoft.com/office/officeart/2005/8/layout/hChevron3"/>
    <dgm:cxn modelId="{342B9629-58C1-4898-881C-DF8EC88CCA5F}" type="presParOf" srcId="{033E7CDA-AE65-47CB-9562-CACFEE179754}" destId="{CC9D345E-EA1A-473F-806A-825CC43858F3}" srcOrd="3" destOrd="0" presId="urn:microsoft.com/office/officeart/2005/8/layout/hChevron3"/>
    <dgm:cxn modelId="{F34B8E27-09B5-4199-86A1-C1A4BE946D40}" type="presParOf" srcId="{033E7CDA-AE65-47CB-9562-CACFEE179754}" destId="{263BA08A-D998-4911-89F5-173BB1C5440D}" srcOrd="4" destOrd="0" presId="urn:microsoft.com/office/officeart/2005/8/layout/hChevron3"/>
    <dgm:cxn modelId="{55E06F95-93B3-415F-85AC-C1DC63263FF9}" type="presParOf" srcId="{033E7CDA-AE65-47CB-9562-CACFEE179754}" destId="{0979FD08-A460-4F94-86F4-DC155884FC5C}" srcOrd="5" destOrd="0" presId="urn:microsoft.com/office/officeart/2005/8/layout/hChevron3"/>
    <dgm:cxn modelId="{C0638794-91A9-4155-977F-B1D885EC8319}" type="presParOf" srcId="{033E7CDA-AE65-47CB-9562-CACFEE179754}" destId="{0F62B5FC-2DD4-4E5E-ACC8-09A8DBF870F1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1B3D1FD-6481-45AC-B520-D1DD5385F960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A0795A3D-F5CA-4E14-B978-D50E60770CE9}">
      <dgm:prSet phldrT="[Text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Stopwords removed, lemmatize &gt; 3, single char removed, noise words removed</a:t>
          </a:r>
        </a:p>
      </dgm:t>
    </dgm:pt>
    <dgm:pt modelId="{88E3EB50-17B0-434E-82B6-34F8DDACE6CB}" type="parTrans" cxnId="{31471F7F-0102-4031-9E01-787CCBB5CA48}">
      <dgm:prSet/>
      <dgm:spPr/>
      <dgm:t>
        <a:bodyPr/>
        <a:lstStyle/>
        <a:p>
          <a:endParaRPr lang="en-US"/>
        </a:p>
      </dgm:t>
    </dgm:pt>
    <dgm:pt modelId="{9E42C07E-3B7C-4BA3-B481-4C2BF4074EBD}" type="sibTrans" cxnId="{31471F7F-0102-4031-9E01-787CCBB5CA48}">
      <dgm:prSet/>
      <dgm:spPr/>
      <dgm:t>
        <a:bodyPr/>
        <a:lstStyle/>
        <a:p>
          <a:endParaRPr lang="en-US"/>
        </a:p>
      </dgm:t>
    </dgm:pt>
    <dgm:pt modelId="{AB3338A9-DEE8-4DF3-8473-710A81D4918F}">
      <dgm:prSet phldrT="[Text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Model = LR</a:t>
          </a:r>
          <a:r>
            <a:rPr lang="en-US" dirty="0">
              <a:sym typeface="Wingdings" panose="05000000000000000000" pitchFamily="2" charset="2"/>
            </a:rPr>
            <a:t> get the probability distributions</a:t>
          </a:r>
          <a:endParaRPr lang="en-US" dirty="0"/>
        </a:p>
      </dgm:t>
    </dgm:pt>
    <dgm:pt modelId="{2FD4956E-5ED7-407C-817E-40A1A63A1C06}" type="parTrans" cxnId="{9C1F861C-26C6-4525-A4AE-CFF6092717FE}">
      <dgm:prSet/>
      <dgm:spPr/>
      <dgm:t>
        <a:bodyPr/>
        <a:lstStyle/>
        <a:p>
          <a:endParaRPr lang="en-US"/>
        </a:p>
      </dgm:t>
    </dgm:pt>
    <dgm:pt modelId="{98400BBD-AD9F-40BF-88B7-0EFBA1EF848C}" type="sibTrans" cxnId="{9C1F861C-26C6-4525-A4AE-CFF6092717FE}">
      <dgm:prSet/>
      <dgm:spPr/>
      <dgm:t>
        <a:bodyPr/>
        <a:lstStyle/>
        <a:p>
          <a:endParaRPr lang="en-US"/>
        </a:p>
      </dgm:t>
    </dgm:pt>
    <dgm:pt modelId="{7F563DAF-768B-4B1D-9948-0DB99D9EA5B3}">
      <dgm:prSet phldrT="[Text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Arrange the rows in decreasing probabilities</a:t>
          </a:r>
        </a:p>
      </dgm:t>
    </dgm:pt>
    <dgm:pt modelId="{46BA9298-7DC9-4AFD-8CD7-21E4D68B4649}" type="parTrans" cxnId="{39D2D313-6218-46FE-9C01-E69A741FFA6C}">
      <dgm:prSet/>
      <dgm:spPr/>
      <dgm:t>
        <a:bodyPr/>
        <a:lstStyle/>
        <a:p>
          <a:endParaRPr lang="en-US"/>
        </a:p>
      </dgm:t>
    </dgm:pt>
    <dgm:pt modelId="{ACC01A85-9C17-471C-B83D-97BD24BA43D8}" type="sibTrans" cxnId="{39D2D313-6218-46FE-9C01-E69A741FFA6C}">
      <dgm:prSet/>
      <dgm:spPr/>
      <dgm:t>
        <a:bodyPr/>
        <a:lstStyle/>
        <a:p>
          <a:endParaRPr lang="en-US"/>
        </a:p>
      </dgm:t>
    </dgm:pt>
    <dgm:pt modelId="{6E7F31E9-46AB-4CD0-9418-E83CA4D58BD0}">
      <dgm:prSet phldrT="[Text]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Select top 3 for each row </a:t>
          </a:r>
          <a:r>
            <a:rPr lang="en-US" dirty="0">
              <a:sym typeface="Wingdings" panose="05000000000000000000" pitchFamily="2" charset="2"/>
            </a:rPr>
            <a:t> </a:t>
          </a:r>
          <a:r>
            <a:rPr lang="en-US" b="1" dirty="0">
              <a:sym typeface="Wingdings" panose="05000000000000000000" pitchFamily="2" charset="2"/>
            </a:rPr>
            <a:t>Distribution-1</a:t>
          </a:r>
          <a:endParaRPr lang="en-US" b="1" dirty="0"/>
        </a:p>
      </dgm:t>
    </dgm:pt>
    <dgm:pt modelId="{1FB8E8B5-FEF9-48C2-AEFA-ECB054AA6480}" type="parTrans" cxnId="{2425218A-F752-4BEC-993F-2C0647661495}">
      <dgm:prSet/>
      <dgm:spPr/>
      <dgm:t>
        <a:bodyPr/>
        <a:lstStyle/>
        <a:p>
          <a:endParaRPr lang="en-US"/>
        </a:p>
      </dgm:t>
    </dgm:pt>
    <dgm:pt modelId="{B89A6B1F-378C-4DFF-81B9-5DF0474CD8CC}" type="sibTrans" cxnId="{2425218A-F752-4BEC-993F-2C0647661495}">
      <dgm:prSet/>
      <dgm:spPr/>
      <dgm:t>
        <a:bodyPr/>
        <a:lstStyle/>
        <a:p>
          <a:endParaRPr lang="en-US"/>
        </a:p>
      </dgm:t>
    </dgm:pt>
    <dgm:pt modelId="{033E7CDA-AE65-47CB-9562-CACFEE179754}" type="pres">
      <dgm:prSet presAssocID="{21B3D1FD-6481-45AC-B520-D1DD5385F960}" presName="Name0" presStyleCnt="0">
        <dgm:presLayoutVars>
          <dgm:dir/>
          <dgm:resizeHandles val="exact"/>
        </dgm:presLayoutVars>
      </dgm:prSet>
      <dgm:spPr/>
    </dgm:pt>
    <dgm:pt modelId="{D14598FA-136F-4B7E-83A2-0B4C508F31B5}" type="pres">
      <dgm:prSet presAssocID="{A0795A3D-F5CA-4E14-B978-D50E60770CE9}" presName="parTxOnly" presStyleLbl="node1" presStyleIdx="0" presStyleCnt="4">
        <dgm:presLayoutVars>
          <dgm:bulletEnabled val="1"/>
        </dgm:presLayoutVars>
      </dgm:prSet>
      <dgm:spPr/>
    </dgm:pt>
    <dgm:pt modelId="{2FC78ACA-7FAF-48D5-B44B-2563EA62EE2E}" type="pres">
      <dgm:prSet presAssocID="{9E42C07E-3B7C-4BA3-B481-4C2BF4074EBD}" presName="parSpace" presStyleCnt="0"/>
      <dgm:spPr/>
    </dgm:pt>
    <dgm:pt modelId="{778B25C9-FFBC-4A96-9652-3414B5B8A2B2}" type="pres">
      <dgm:prSet presAssocID="{AB3338A9-DEE8-4DF3-8473-710A81D4918F}" presName="parTxOnly" presStyleLbl="node1" presStyleIdx="1" presStyleCnt="4">
        <dgm:presLayoutVars>
          <dgm:bulletEnabled val="1"/>
        </dgm:presLayoutVars>
      </dgm:prSet>
      <dgm:spPr/>
    </dgm:pt>
    <dgm:pt modelId="{CC9D345E-EA1A-473F-806A-825CC43858F3}" type="pres">
      <dgm:prSet presAssocID="{98400BBD-AD9F-40BF-88B7-0EFBA1EF848C}" presName="parSpace" presStyleCnt="0"/>
      <dgm:spPr/>
    </dgm:pt>
    <dgm:pt modelId="{263BA08A-D998-4911-89F5-173BB1C5440D}" type="pres">
      <dgm:prSet presAssocID="{7F563DAF-768B-4B1D-9948-0DB99D9EA5B3}" presName="parTxOnly" presStyleLbl="node1" presStyleIdx="2" presStyleCnt="4">
        <dgm:presLayoutVars>
          <dgm:bulletEnabled val="1"/>
        </dgm:presLayoutVars>
      </dgm:prSet>
      <dgm:spPr/>
    </dgm:pt>
    <dgm:pt modelId="{0979FD08-A460-4F94-86F4-DC155884FC5C}" type="pres">
      <dgm:prSet presAssocID="{ACC01A85-9C17-471C-B83D-97BD24BA43D8}" presName="parSpace" presStyleCnt="0"/>
      <dgm:spPr/>
    </dgm:pt>
    <dgm:pt modelId="{0F62B5FC-2DD4-4E5E-ACC8-09A8DBF870F1}" type="pres">
      <dgm:prSet presAssocID="{6E7F31E9-46AB-4CD0-9418-E83CA4D58BD0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39D2D313-6218-46FE-9C01-E69A741FFA6C}" srcId="{21B3D1FD-6481-45AC-B520-D1DD5385F960}" destId="{7F563DAF-768B-4B1D-9948-0DB99D9EA5B3}" srcOrd="2" destOrd="0" parTransId="{46BA9298-7DC9-4AFD-8CD7-21E4D68B4649}" sibTransId="{ACC01A85-9C17-471C-B83D-97BD24BA43D8}"/>
    <dgm:cxn modelId="{EEF02417-114C-413C-9613-D2ED54B15DE5}" type="presOf" srcId="{AB3338A9-DEE8-4DF3-8473-710A81D4918F}" destId="{778B25C9-FFBC-4A96-9652-3414B5B8A2B2}" srcOrd="0" destOrd="0" presId="urn:microsoft.com/office/officeart/2005/8/layout/hChevron3"/>
    <dgm:cxn modelId="{9C1F861C-26C6-4525-A4AE-CFF6092717FE}" srcId="{21B3D1FD-6481-45AC-B520-D1DD5385F960}" destId="{AB3338A9-DEE8-4DF3-8473-710A81D4918F}" srcOrd="1" destOrd="0" parTransId="{2FD4956E-5ED7-407C-817E-40A1A63A1C06}" sibTransId="{98400BBD-AD9F-40BF-88B7-0EFBA1EF848C}"/>
    <dgm:cxn modelId="{EA970F33-7832-45E5-B293-E1393E8C29B1}" type="presOf" srcId="{A0795A3D-F5CA-4E14-B978-D50E60770CE9}" destId="{D14598FA-136F-4B7E-83A2-0B4C508F31B5}" srcOrd="0" destOrd="0" presId="urn:microsoft.com/office/officeart/2005/8/layout/hChevron3"/>
    <dgm:cxn modelId="{31471F7F-0102-4031-9E01-787CCBB5CA48}" srcId="{21B3D1FD-6481-45AC-B520-D1DD5385F960}" destId="{A0795A3D-F5CA-4E14-B978-D50E60770CE9}" srcOrd="0" destOrd="0" parTransId="{88E3EB50-17B0-434E-82B6-34F8DDACE6CB}" sibTransId="{9E42C07E-3B7C-4BA3-B481-4C2BF4074EBD}"/>
    <dgm:cxn modelId="{2425218A-F752-4BEC-993F-2C0647661495}" srcId="{21B3D1FD-6481-45AC-B520-D1DD5385F960}" destId="{6E7F31E9-46AB-4CD0-9418-E83CA4D58BD0}" srcOrd="3" destOrd="0" parTransId="{1FB8E8B5-FEF9-48C2-AEFA-ECB054AA6480}" sibTransId="{B89A6B1F-378C-4DFF-81B9-5DF0474CD8CC}"/>
    <dgm:cxn modelId="{CFE83BC7-CF85-42A5-9970-76F192CDAFAE}" type="presOf" srcId="{7F563DAF-768B-4B1D-9948-0DB99D9EA5B3}" destId="{263BA08A-D998-4911-89F5-173BB1C5440D}" srcOrd="0" destOrd="0" presId="urn:microsoft.com/office/officeart/2005/8/layout/hChevron3"/>
    <dgm:cxn modelId="{33B177DD-0FCF-4153-8534-7A7D4EEE88E4}" type="presOf" srcId="{6E7F31E9-46AB-4CD0-9418-E83CA4D58BD0}" destId="{0F62B5FC-2DD4-4E5E-ACC8-09A8DBF870F1}" srcOrd="0" destOrd="0" presId="urn:microsoft.com/office/officeart/2005/8/layout/hChevron3"/>
    <dgm:cxn modelId="{6A8460F4-B59E-4EA8-8376-A968DAFA0914}" type="presOf" srcId="{21B3D1FD-6481-45AC-B520-D1DD5385F960}" destId="{033E7CDA-AE65-47CB-9562-CACFEE179754}" srcOrd="0" destOrd="0" presId="urn:microsoft.com/office/officeart/2005/8/layout/hChevron3"/>
    <dgm:cxn modelId="{8FE42D9F-865F-4EF2-9970-5C4C671F80A5}" type="presParOf" srcId="{033E7CDA-AE65-47CB-9562-CACFEE179754}" destId="{D14598FA-136F-4B7E-83A2-0B4C508F31B5}" srcOrd="0" destOrd="0" presId="urn:microsoft.com/office/officeart/2005/8/layout/hChevron3"/>
    <dgm:cxn modelId="{43C782BD-D790-425E-B585-C5A05246B10C}" type="presParOf" srcId="{033E7CDA-AE65-47CB-9562-CACFEE179754}" destId="{2FC78ACA-7FAF-48D5-B44B-2563EA62EE2E}" srcOrd="1" destOrd="0" presId="urn:microsoft.com/office/officeart/2005/8/layout/hChevron3"/>
    <dgm:cxn modelId="{958A1C42-EC76-4DEC-8DE1-96F52C094A58}" type="presParOf" srcId="{033E7CDA-AE65-47CB-9562-CACFEE179754}" destId="{778B25C9-FFBC-4A96-9652-3414B5B8A2B2}" srcOrd="2" destOrd="0" presId="urn:microsoft.com/office/officeart/2005/8/layout/hChevron3"/>
    <dgm:cxn modelId="{342B9629-58C1-4898-881C-DF8EC88CCA5F}" type="presParOf" srcId="{033E7CDA-AE65-47CB-9562-CACFEE179754}" destId="{CC9D345E-EA1A-473F-806A-825CC43858F3}" srcOrd="3" destOrd="0" presId="urn:microsoft.com/office/officeart/2005/8/layout/hChevron3"/>
    <dgm:cxn modelId="{F34B8E27-09B5-4199-86A1-C1A4BE946D40}" type="presParOf" srcId="{033E7CDA-AE65-47CB-9562-CACFEE179754}" destId="{263BA08A-D998-4911-89F5-173BB1C5440D}" srcOrd="4" destOrd="0" presId="urn:microsoft.com/office/officeart/2005/8/layout/hChevron3"/>
    <dgm:cxn modelId="{55E06F95-93B3-415F-85AC-C1DC63263FF9}" type="presParOf" srcId="{033E7CDA-AE65-47CB-9562-CACFEE179754}" destId="{0979FD08-A460-4F94-86F4-DC155884FC5C}" srcOrd="5" destOrd="0" presId="urn:microsoft.com/office/officeart/2005/8/layout/hChevron3"/>
    <dgm:cxn modelId="{C0638794-91A9-4155-977F-B1D885EC8319}" type="presParOf" srcId="{033E7CDA-AE65-47CB-9562-CACFEE179754}" destId="{0F62B5FC-2DD4-4E5E-ACC8-09A8DBF870F1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1B3D1FD-6481-45AC-B520-D1DD5385F960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A0795A3D-F5CA-4E14-B978-D50E60770CE9}">
      <dgm:prSet phldrT="[Text]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Stopwords removed, lemmatized &gt; 3, single char and </a:t>
          </a:r>
          <a:r>
            <a:rPr lang="en-US" dirty="0">
              <a:highlight>
                <a:srgbClr val="FFFF00"/>
              </a:highlight>
            </a:rPr>
            <a:t>2 chars words removed</a:t>
          </a:r>
          <a:r>
            <a:rPr lang="en-US" dirty="0"/>
            <a:t>, noise words removed</a:t>
          </a:r>
        </a:p>
      </dgm:t>
    </dgm:pt>
    <dgm:pt modelId="{88E3EB50-17B0-434E-82B6-34F8DDACE6CB}" type="parTrans" cxnId="{31471F7F-0102-4031-9E01-787CCBB5CA48}">
      <dgm:prSet/>
      <dgm:spPr/>
      <dgm:t>
        <a:bodyPr/>
        <a:lstStyle/>
        <a:p>
          <a:endParaRPr lang="en-US"/>
        </a:p>
      </dgm:t>
    </dgm:pt>
    <dgm:pt modelId="{9E42C07E-3B7C-4BA3-B481-4C2BF4074EBD}" type="sibTrans" cxnId="{31471F7F-0102-4031-9E01-787CCBB5CA48}">
      <dgm:prSet/>
      <dgm:spPr/>
      <dgm:t>
        <a:bodyPr/>
        <a:lstStyle/>
        <a:p>
          <a:endParaRPr lang="en-US"/>
        </a:p>
      </dgm:t>
    </dgm:pt>
    <dgm:pt modelId="{AB3338A9-DEE8-4DF3-8473-710A81D4918F}">
      <dgm:prSet phldrT="[Text]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Model = LR </a:t>
          </a:r>
          <a:r>
            <a:rPr lang="en-US" dirty="0">
              <a:sym typeface="Wingdings" panose="05000000000000000000" pitchFamily="2" charset="2"/>
            </a:rPr>
            <a:t> get the probability distributions </a:t>
          </a:r>
          <a:endParaRPr lang="en-US" dirty="0"/>
        </a:p>
      </dgm:t>
    </dgm:pt>
    <dgm:pt modelId="{2FD4956E-5ED7-407C-817E-40A1A63A1C06}" type="parTrans" cxnId="{9C1F861C-26C6-4525-A4AE-CFF6092717FE}">
      <dgm:prSet/>
      <dgm:spPr/>
      <dgm:t>
        <a:bodyPr/>
        <a:lstStyle/>
        <a:p>
          <a:endParaRPr lang="en-US"/>
        </a:p>
      </dgm:t>
    </dgm:pt>
    <dgm:pt modelId="{98400BBD-AD9F-40BF-88B7-0EFBA1EF848C}" type="sibTrans" cxnId="{9C1F861C-26C6-4525-A4AE-CFF6092717FE}">
      <dgm:prSet/>
      <dgm:spPr/>
      <dgm:t>
        <a:bodyPr/>
        <a:lstStyle/>
        <a:p>
          <a:endParaRPr lang="en-US"/>
        </a:p>
      </dgm:t>
    </dgm:pt>
    <dgm:pt modelId="{7F563DAF-768B-4B1D-9948-0DB99D9EA5B3}">
      <dgm:prSet phldrT="[Text]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Arrange the rows in decreasing probabilities</a:t>
          </a:r>
        </a:p>
      </dgm:t>
    </dgm:pt>
    <dgm:pt modelId="{46BA9298-7DC9-4AFD-8CD7-21E4D68B4649}" type="parTrans" cxnId="{39D2D313-6218-46FE-9C01-E69A741FFA6C}">
      <dgm:prSet/>
      <dgm:spPr/>
      <dgm:t>
        <a:bodyPr/>
        <a:lstStyle/>
        <a:p>
          <a:endParaRPr lang="en-US"/>
        </a:p>
      </dgm:t>
    </dgm:pt>
    <dgm:pt modelId="{ACC01A85-9C17-471C-B83D-97BD24BA43D8}" type="sibTrans" cxnId="{39D2D313-6218-46FE-9C01-E69A741FFA6C}">
      <dgm:prSet/>
      <dgm:spPr/>
      <dgm:t>
        <a:bodyPr/>
        <a:lstStyle/>
        <a:p>
          <a:endParaRPr lang="en-US"/>
        </a:p>
      </dgm:t>
    </dgm:pt>
    <dgm:pt modelId="{6E7F31E9-46AB-4CD0-9418-E83CA4D58BD0}">
      <dgm:prSet phldrT="[Text]" custT="1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500" dirty="0"/>
            <a:t>Select top 3 for each row </a:t>
          </a:r>
          <a:r>
            <a:rPr lang="en-US" sz="1500" dirty="0">
              <a:sym typeface="Wingdings" panose="05000000000000000000" pitchFamily="2" charset="2"/>
            </a:rPr>
            <a:t> </a:t>
          </a:r>
          <a:r>
            <a:rPr lang="en-US" sz="1800" b="1" dirty="0">
              <a:sym typeface="Wingdings" panose="05000000000000000000" pitchFamily="2" charset="2"/>
            </a:rPr>
            <a:t>Distribution-3</a:t>
          </a:r>
          <a:endParaRPr lang="en-US" sz="1500" b="1" dirty="0"/>
        </a:p>
      </dgm:t>
    </dgm:pt>
    <dgm:pt modelId="{1FB8E8B5-FEF9-48C2-AEFA-ECB054AA6480}" type="parTrans" cxnId="{2425218A-F752-4BEC-993F-2C0647661495}">
      <dgm:prSet/>
      <dgm:spPr/>
      <dgm:t>
        <a:bodyPr/>
        <a:lstStyle/>
        <a:p>
          <a:endParaRPr lang="en-US"/>
        </a:p>
      </dgm:t>
    </dgm:pt>
    <dgm:pt modelId="{B89A6B1F-378C-4DFF-81B9-5DF0474CD8CC}" type="sibTrans" cxnId="{2425218A-F752-4BEC-993F-2C0647661495}">
      <dgm:prSet/>
      <dgm:spPr/>
      <dgm:t>
        <a:bodyPr/>
        <a:lstStyle/>
        <a:p>
          <a:endParaRPr lang="en-US"/>
        </a:p>
      </dgm:t>
    </dgm:pt>
    <dgm:pt modelId="{033E7CDA-AE65-47CB-9562-CACFEE179754}" type="pres">
      <dgm:prSet presAssocID="{21B3D1FD-6481-45AC-B520-D1DD5385F960}" presName="Name0" presStyleCnt="0">
        <dgm:presLayoutVars>
          <dgm:dir/>
          <dgm:resizeHandles val="exact"/>
        </dgm:presLayoutVars>
      </dgm:prSet>
      <dgm:spPr/>
    </dgm:pt>
    <dgm:pt modelId="{D14598FA-136F-4B7E-83A2-0B4C508F31B5}" type="pres">
      <dgm:prSet presAssocID="{A0795A3D-F5CA-4E14-B978-D50E60770CE9}" presName="parTxOnly" presStyleLbl="node1" presStyleIdx="0" presStyleCnt="4">
        <dgm:presLayoutVars>
          <dgm:bulletEnabled val="1"/>
        </dgm:presLayoutVars>
      </dgm:prSet>
      <dgm:spPr/>
    </dgm:pt>
    <dgm:pt modelId="{2FC78ACA-7FAF-48D5-B44B-2563EA62EE2E}" type="pres">
      <dgm:prSet presAssocID="{9E42C07E-3B7C-4BA3-B481-4C2BF4074EBD}" presName="parSpace" presStyleCnt="0"/>
      <dgm:spPr/>
    </dgm:pt>
    <dgm:pt modelId="{778B25C9-FFBC-4A96-9652-3414B5B8A2B2}" type="pres">
      <dgm:prSet presAssocID="{AB3338A9-DEE8-4DF3-8473-710A81D4918F}" presName="parTxOnly" presStyleLbl="node1" presStyleIdx="1" presStyleCnt="4">
        <dgm:presLayoutVars>
          <dgm:bulletEnabled val="1"/>
        </dgm:presLayoutVars>
      </dgm:prSet>
      <dgm:spPr/>
    </dgm:pt>
    <dgm:pt modelId="{CC9D345E-EA1A-473F-806A-825CC43858F3}" type="pres">
      <dgm:prSet presAssocID="{98400BBD-AD9F-40BF-88B7-0EFBA1EF848C}" presName="parSpace" presStyleCnt="0"/>
      <dgm:spPr/>
    </dgm:pt>
    <dgm:pt modelId="{263BA08A-D998-4911-89F5-173BB1C5440D}" type="pres">
      <dgm:prSet presAssocID="{7F563DAF-768B-4B1D-9948-0DB99D9EA5B3}" presName="parTxOnly" presStyleLbl="node1" presStyleIdx="2" presStyleCnt="4">
        <dgm:presLayoutVars>
          <dgm:bulletEnabled val="1"/>
        </dgm:presLayoutVars>
      </dgm:prSet>
      <dgm:spPr/>
    </dgm:pt>
    <dgm:pt modelId="{0979FD08-A460-4F94-86F4-DC155884FC5C}" type="pres">
      <dgm:prSet presAssocID="{ACC01A85-9C17-471C-B83D-97BD24BA43D8}" presName="parSpace" presStyleCnt="0"/>
      <dgm:spPr/>
    </dgm:pt>
    <dgm:pt modelId="{0F62B5FC-2DD4-4E5E-ACC8-09A8DBF870F1}" type="pres">
      <dgm:prSet presAssocID="{6E7F31E9-46AB-4CD0-9418-E83CA4D58BD0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39D2D313-6218-46FE-9C01-E69A741FFA6C}" srcId="{21B3D1FD-6481-45AC-B520-D1DD5385F960}" destId="{7F563DAF-768B-4B1D-9948-0DB99D9EA5B3}" srcOrd="2" destOrd="0" parTransId="{46BA9298-7DC9-4AFD-8CD7-21E4D68B4649}" sibTransId="{ACC01A85-9C17-471C-B83D-97BD24BA43D8}"/>
    <dgm:cxn modelId="{EEF02417-114C-413C-9613-D2ED54B15DE5}" type="presOf" srcId="{AB3338A9-DEE8-4DF3-8473-710A81D4918F}" destId="{778B25C9-FFBC-4A96-9652-3414B5B8A2B2}" srcOrd="0" destOrd="0" presId="urn:microsoft.com/office/officeart/2005/8/layout/hChevron3"/>
    <dgm:cxn modelId="{9C1F861C-26C6-4525-A4AE-CFF6092717FE}" srcId="{21B3D1FD-6481-45AC-B520-D1DD5385F960}" destId="{AB3338A9-DEE8-4DF3-8473-710A81D4918F}" srcOrd="1" destOrd="0" parTransId="{2FD4956E-5ED7-407C-817E-40A1A63A1C06}" sibTransId="{98400BBD-AD9F-40BF-88B7-0EFBA1EF848C}"/>
    <dgm:cxn modelId="{EA970F33-7832-45E5-B293-E1393E8C29B1}" type="presOf" srcId="{A0795A3D-F5CA-4E14-B978-D50E60770CE9}" destId="{D14598FA-136F-4B7E-83A2-0B4C508F31B5}" srcOrd="0" destOrd="0" presId="urn:microsoft.com/office/officeart/2005/8/layout/hChevron3"/>
    <dgm:cxn modelId="{31471F7F-0102-4031-9E01-787CCBB5CA48}" srcId="{21B3D1FD-6481-45AC-B520-D1DD5385F960}" destId="{A0795A3D-F5CA-4E14-B978-D50E60770CE9}" srcOrd="0" destOrd="0" parTransId="{88E3EB50-17B0-434E-82B6-34F8DDACE6CB}" sibTransId="{9E42C07E-3B7C-4BA3-B481-4C2BF4074EBD}"/>
    <dgm:cxn modelId="{2425218A-F752-4BEC-993F-2C0647661495}" srcId="{21B3D1FD-6481-45AC-B520-D1DD5385F960}" destId="{6E7F31E9-46AB-4CD0-9418-E83CA4D58BD0}" srcOrd="3" destOrd="0" parTransId="{1FB8E8B5-FEF9-48C2-AEFA-ECB054AA6480}" sibTransId="{B89A6B1F-378C-4DFF-81B9-5DF0474CD8CC}"/>
    <dgm:cxn modelId="{CFE83BC7-CF85-42A5-9970-76F192CDAFAE}" type="presOf" srcId="{7F563DAF-768B-4B1D-9948-0DB99D9EA5B3}" destId="{263BA08A-D998-4911-89F5-173BB1C5440D}" srcOrd="0" destOrd="0" presId="urn:microsoft.com/office/officeart/2005/8/layout/hChevron3"/>
    <dgm:cxn modelId="{33B177DD-0FCF-4153-8534-7A7D4EEE88E4}" type="presOf" srcId="{6E7F31E9-46AB-4CD0-9418-E83CA4D58BD0}" destId="{0F62B5FC-2DD4-4E5E-ACC8-09A8DBF870F1}" srcOrd="0" destOrd="0" presId="urn:microsoft.com/office/officeart/2005/8/layout/hChevron3"/>
    <dgm:cxn modelId="{6A8460F4-B59E-4EA8-8376-A968DAFA0914}" type="presOf" srcId="{21B3D1FD-6481-45AC-B520-D1DD5385F960}" destId="{033E7CDA-AE65-47CB-9562-CACFEE179754}" srcOrd="0" destOrd="0" presId="urn:microsoft.com/office/officeart/2005/8/layout/hChevron3"/>
    <dgm:cxn modelId="{8FE42D9F-865F-4EF2-9970-5C4C671F80A5}" type="presParOf" srcId="{033E7CDA-AE65-47CB-9562-CACFEE179754}" destId="{D14598FA-136F-4B7E-83A2-0B4C508F31B5}" srcOrd="0" destOrd="0" presId="urn:microsoft.com/office/officeart/2005/8/layout/hChevron3"/>
    <dgm:cxn modelId="{43C782BD-D790-425E-B585-C5A05246B10C}" type="presParOf" srcId="{033E7CDA-AE65-47CB-9562-CACFEE179754}" destId="{2FC78ACA-7FAF-48D5-B44B-2563EA62EE2E}" srcOrd="1" destOrd="0" presId="urn:microsoft.com/office/officeart/2005/8/layout/hChevron3"/>
    <dgm:cxn modelId="{958A1C42-EC76-4DEC-8DE1-96F52C094A58}" type="presParOf" srcId="{033E7CDA-AE65-47CB-9562-CACFEE179754}" destId="{778B25C9-FFBC-4A96-9652-3414B5B8A2B2}" srcOrd="2" destOrd="0" presId="urn:microsoft.com/office/officeart/2005/8/layout/hChevron3"/>
    <dgm:cxn modelId="{342B9629-58C1-4898-881C-DF8EC88CCA5F}" type="presParOf" srcId="{033E7CDA-AE65-47CB-9562-CACFEE179754}" destId="{CC9D345E-EA1A-473F-806A-825CC43858F3}" srcOrd="3" destOrd="0" presId="urn:microsoft.com/office/officeart/2005/8/layout/hChevron3"/>
    <dgm:cxn modelId="{F34B8E27-09B5-4199-86A1-C1A4BE946D40}" type="presParOf" srcId="{033E7CDA-AE65-47CB-9562-CACFEE179754}" destId="{263BA08A-D998-4911-89F5-173BB1C5440D}" srcOrd="4" destOrd="0" presId="urn:microsoft.com/office/officeart/2005/8/layout/hChevron3"/>
    <dgm:cxn modelId="{55E06F95-93B3-415F-85AC-C1DC63263FF9}" type="presParOf" srcId="{033E7CDA-AE65-47CB-9562-CACFEE179754}" destId="{0979FD08-A460-4F94-86F4-DC155884FC5C}" srcOrd="5" destOrd="0" presId="urn:microsoft.com/office/officeart/2005/8/layout/hChevron3"/>
    <dgm:cxn modelId="{C0638794-91A9-4155-977F-B1D885EC8319}" type="presParOf" srcId="{033E7CDA-AE65-47CB-9562-CACFEE179754}" destId="{0F62B5FC-2DD4-4E5E-ACC8-09A8DBF870F1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BED61CD-0A71-4387-A79A-6DF4C18E6B07}" type="doc">
      <dgm:prSet loTypeId="urn:microsoft.com/office/officeart/2005/8/layout/pyramid2" loCatId="list" qsTypeId="urn:microsoft.com/office/officeart/2005/8/quickstyle/simple1" qsCatId="simple" csTypeId="urn:microsoft.com/office/officeart/2005/8/colors/accent1_2" csCatId="accent1" phldr="1"/>
      <dgm:spPr/>
    </dgm:pt>
    <dgm:pt modelId="{028D7FBF-3E22-4B69-A4DE-E7C86AD04E26}">
      <dgm:prSet phldrT="[Text]"/>
      <dgm:spPr>
        <a:effectLst>
          <a:outerShdw blurRad="50800" dist="38100" dir="16200000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Remove numbers</a:t>
          </a:r>
        </a:p>
      </dgm:t>
    </dgm:pt>
    <dgm:pt modelId="{A913647B-BF72-406C-A8B4-8B62C24FF1F3}" type="parTrans" cxnId="{767F9C4F-1B9A-4D58-B177-3A64DA23B54D}">
      <dgm:prSet/>
      <dgm:spPr/>
      <dgm:t>
        <a:bodyPr/>
        <a:lstStyle/>
        <a:p>
          <a:endParaRPr lang="en-US"/>
        </a:p>
      </dgm:t>
    </dgm:pt>
    <dgm:pt modelId="{5F9C3861-02F0-4282-B279-DE2A36F4EA91}" type="sibTrans" cxnId="{767F9C4F-1B9A-4D58-B177-3A64DA23B54D}">
      <dgm:prSet/>
      <dgm:spPr/>
      <dgm:t>
        <a:bodyPr/>
        <a:lstStyle/>
        <a:p>
          <a:endParaRPr lang="en-US"/>
        </a:p>
      </dgm:t>
    </dgm:pt>
    <dgm:pt modelId="{4ABBE99B-AE30-4886-AB41-CF4D3C92FEC2}">
      <dgm:prSet phldrT="[Text]"/>
      <dgm:spPr>
        <a:effectLst>
          <a:outerShdw blurRad="50800" dist="38100" dir="16200000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Lemmatize words with &gt; 3 chars</a:t>
          </a:r>
        </a:p>
      </dgm:t>
    </dgm:pt>
    <dgm:pt modelId="{99AF24C5-48F0-4D15-8C04-5CFC1C2C02A0}" type="parTrans" cxnId="{230AE7A8-5230-4061-9EB3-2E00E92D9E4E}">
      <dgm:prSet/>
      <dgm:spPr/>
      <dgm:t>
        <a:bodyPr/>
        <a:lstStyle/>
        <a:p>
          <a:endParaRPr lang="en-US"/>
        </a:p>
      </dgm:t>
    </dgm:pt>
    <dgm:pt modelId="{1F18CA6A-3B34-41F3-A6C8-9F89F2FDA510}" type="sibTrans" cxnId="{230AE7A8-5230-4061-9EB3-2E00E92D9E4E}">
      <dgm:prSet/>
      <dgm:spPr/>
      <dgm:t>
        <a:bodyPr/>
        <a:lstStyle/>
        <a:p>
          <a:endParaRPr lang="en-US"/>
        </a:p>
      </dgm:t>
    </dgm:pt>
    <dgm:pt modelId="{709C01E3-0F6B-4891-A390-1F93C0C60880}">
      <dgm:prSet phldrT="[Text]"/>
      <dgm:spPr>
        <a:effectLst>
          <a:outerShdw blurRad="50800" dist="38100" dir="16200000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Remove 1 &amp; 2 char words</a:t>
          </a:r>
        </a:p>
      </dgm:t>
    </dgm:pt>
    <dgm:pt modelId="{5749ABC8-AB14-403B-AAE8-F07B92BD23D2}" type="parTrans" cxnId="{8FB08880-3772-4CE6-B5CC-EED63C0AF7F3}">
      <dgm:prSet/>
      <dgm:spPr/>
      <dgm:t>
        <a:bodyPr/>
        <a:lstStyle/>
        <a:p>
          <a:endParaRPr lang="en-US"/>
        </a:p>
      </dgm:t>
    </dgm:pt>
    <dgm:pt modelId="{E493C259-0D74-4A2F-BE3C-D3641196BCF8}" type="sibTrans" cxnId="{8FB08880-3772-4CE6-B5CC-EED63C0AF7F3}">
      <dgm:prSet/>
      <dgm:spPr/>
      <dgm:t>
        <a:bodyPr/>
        <a:lstStyle/>
        <a:p>
          <a:endParaRPr lang="en-US"/>
        </a:p>
      </dgm:t>
    </dgm:pt>
    <dgm:pt modelId="{D8C2AA0F-8AFC-4136-897F-592576B27BB2}" type="pres">
      <dgm:prSet presAssocID="{3BED61CD-0A71-4387-A79A-6DF4C18E6B07}" presName="compositeShape" presStyleCnt="0">
        <dgm:presLayoutVars>
          <dgm:dir/>
          <dgm:resizeHandles/>
        </dgm:presLayoutVars>
      </dgm:prSet>
      <dgm:spPr/>
    </dgm:pt>
    <dgm:pt modelId="{8BEA4222-6739-4904-8493-83EACB5D2F2A}" type="pres">
      <dgm:prSet presAssocID="{3BED61CD-0A71-4387-A79A-6DF4C18E6B07}" presName="pyramid" presStyleLbl="node1" presStyleIdx="0" presStyleCnt="1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</dgm:pt>
    <dgm:pt modelId="{C9A4A405-34AE-4E61-987D-EBC5EFCD7E97}" type="pres">
      <dgm:prSet presAssocID="{3BED61CD-0A71-4387-A79A-6DF4C18E6B07}" presName="theList" presStyleCnt="0"/>
      <dgm:spPr/>
    </dgm:pt>
    <dgm:pt modelId="{CF64A09F-3869-4BC7-B0F6-1AAE3FE18EBE}" type="pres">
      <dgm:prSet presAssocID="{028D7FBF-3E22-4B69-A4DE-E7C86AD04E26}" presName="aNode" presStyleLbl="fgAcc1" presStyleIdx="0" presStyleCnt="3">
        <dgm:presLayoutVars>
          <dgm:bulletEnabled val="1"/>
        </dgm:presLayoutVars>
      </dgm:prSet>
      <dgm:spPr/>
    </dgm:pt>
    <dgm:pt modelId="{F24ED4BA-2A35-4CFE-BE4A-5AE3D746DAE5}" type="pres">
      <dgm:prSet presAssocID="{028D7FBF-3E22-4B69-A4DE-E7C86AD04E26}" presName="aSpace" presStyleCnt="0"/>
      <dgm:spPr/>
    </dgm:pt>
    <dgm:pt modelId="{2771DB25-B2A7-45A6-AA84-5F50BDE8A3DE}" type="pres">
      <dgm:prSet presAssocID="{4ABBE99B-AE30-4886-AB41-CF4D3C92FEC2}" presName="aNode" presStyleLbl="fgAcc1" presStyleIdx="1" presStyleCnt="3">
        <dgm:presLayoutVars>
          <dgm:bulletEnabled val="1"/>
        </dgm:presLayoutVars>
      </dgm:prSet>
      <dgm:spPr/>
    </dgm:pt>
    <dgm:pt modelId="{DDB1C28D-2E1B-4914-9434-5285ACA6688B}" type="pres">
      <dgm:prSet presAssocID="{4ABBE99B-AE30-4886-AB41-CF4D3C92FEC2}" presName="aSpace" presStyleCnt="0"/>
      <dgm:spPr/>
    </dgm:pt>
    <dgm:pt modelId="{8A3FB227-FFE0-4D78-901D-2B630D0BCCF9}" type="pres">
      <dgm:prSet presAssocID="{709C01E3-0F6B-4891-A390-1F93C0C60880}" presName="aNode" presStyleLbl="fgAcc1" presStyleIdx="2" presStyleCnt="3">
        <dgm:presLayoutVars>
          <dgm:bulletEnabled val="1"/>
        </dgm:presLayoutVars>
      </dgm:prSet>
      <dgm:spPr/>
    </dgm:pt>
    <dgm:pt modelId="{253906BD-443E-4CFC-A7F8-034DECCABE52}" type="pres">
      <dgm:prSet presAssocID="{709C01E3-0F6B-4891-A390-1F93C0C60880}" presName="aSpace" presStyleCnt="0"/>
      <dgm:spPr/>
    </dgm:pt>
  </dgm:ptLst>
  <dgm:cxnLst>
    <dgm:cxn modelId="{73405F0D-BA6B-4241-B83A-240B41B6E60C}" type="presOf" srcId="{4ABBE99B-AE30-4886-AB41-CF4D3C92FEC2}" destId="{2771DB25-B2A7-45A6-AA84-5F50BDE8A3DE}" srcOrd="0" destOrd="0" presId="urn:microsoft.com/office/officeart/2005/8/layout/pyramid2"/>
    <dgm:cxn modelId="{4BB9EC1C-9FBD-490D-A056-8C243ED98EDC}" type="presOf" srcId="{028D7FBF-3E22-4B69-A4DE-E7C86AD04E26}" destId="{CF64A09F-3869-4BC7-B0F6-1AAE3FE18EBE}" srcOrd="0" destOrd="0" presId="urn:microsoft.com/office/officeart/2005/8/layout/pyramid2"/>
    <dgm:cxn modelId="{13EF9C6A-B5DD-4578-95B6-0849CF58CE0F}" type="presOf" srcId="{3BED61CD-0A71-4387-A79A-6DF4C18E6B07}" destId="{D8C2AA0F-8AFC-4136-897F-592576B27BB2}" srcOrd="0" destOrd="0" presId="urn:microsoft.com/office/officeart/2005/8/layout/pyramid2"/>
    <dgm:cxn modelId="{767F9C4F-1B9A-4D58-B177-3A64DA23B54D}" srcId="{3BED61CD-0A71-4387-A79A-6DF4C18E6B07}" destId="{028D7FBF-3E22-4B69-A4DE-E7C86AD04E26}" srcOrd="0" destOrd="0" parTransId="{A913647B-BF72-406C-A8B4-8B62C24FF1F3}" sibTransId="{5F9C3861-02F0-4282-B279-DE2A36F4EA91}"/>
    <dgm:cxn modelId="{8FB08880-3772-4CE6-B5CC-EED63C0AF7F3}" srcId="{3BED61CD-0A71-4387-A79A-6DF4C18E6B07}" destId="{709C01E3-0F6B-4891-A390-1F93C0C60880}" srcOrd="2" destOrd="0" parTransId="{5749ABC8-AB14-403B-AAE8-F07B92BD23D2}" sibTransId="{E493C259-0D74-4A2F-BE3C-D3641196BCF8}"/>
    <dgm:cxn modelId="{B38B2791-F893-459D-8A07-82FFF03AB0DB}" type="presOf" srcId="{709C01E3-0F6B-4891-A390-1F93C0C60880}" destId="{8A3FB227-FFE0-4D78-901D-2B630D0BCCF9}" srcOrd="0" destOrd="0" presId="urn:microsoft.com/office/officeart/2005/8/layout/pyramid2"/>
    <dgm:cxn modelId="{230AE7A8-5230-4061-9EB3-2E00E92D9E4E}" srcId="{3BED61CD-0A71-4387-A79A-6DF4C18E6B07}" destId="{4ABBE99B-AE30-4886-AB41-CF4D3C92FEC2}" srcOrd="1" destOrd="0" parTransId="{99AF24C5-48F0-4D15-8C04-5CFC1C2C02A0}" sibTransId="{1F18CA6A-3B34-41F3-A6C8-9F89F2FDA510}"/>
    <dgm:cxn modelId="{F02ACA19-E7A9-4CA5-99A4-CA861FE4FCE6}" type="presParOf" srcId="{D8C2AA0F-8AFC-4136-897F-592576B27BB2}" destId="{8BEA4222-6739-4904-8493-83EACB5D2F2A}" srcOrd="0" destOrd="0" presId="urn:microsoft.com/office/officeart/2005/8/layout/pyramid2"/>
    <dgm:cxn modelId="{94B1C1F2-28A3-457F-BFD7-64E1CE66F9F7}" type="presParOf" srcId="{D8C2AA0F-8AFC-4136-897F-592576B27BB2}" destId="{C9A4A405-34AE-4E61-987D-EBC5EFCD7E97}" srcOrd="1" destOrd="0" presId="urn:microsoft.com/office/officeart/2005/8/layout/pyramid2"/>
    <dgm:cxn modelId="{119FE261-02ED-46C5-9B02-3620515C113E}" type="presParOf" srcId="{C9A4A405-34AE-4E61-987D-EBC5EFCD7E97}" destId="{CF64A09F-3869-4BC7-B0F6-1AAE3FE18EBE}" srcOrd="0" destOrd="0" presId="urn:microsoft.com/office/officeart/2005/8/layout/pyramid2"/>
    <dgm:cxn modelId="{B0837D99-FA7E-497E-9803-07C31B4B1960}" type="presParOf" srcId="{C9A4A405-34AE-4E61-987D-EBC5EFCD7E97}" destId="{F24ED4BA-2A35-4CFE-BE4A-5AE3D746DAE5}" srcOrd="1" destOrd="0" presId="urn:microsoft.com/office/officeart/2005/8/layout/pyramid2"/>
    <dgm:cxn modelId="{E3E1C0E2-037E-4BB0-9DCA-FD355B064833}" type="presParOf" srcId="{C9A4A405-34AE-4E61-987D-EBC5EFCD7E97}" destId="{2771DB25-B2A7-45A6-AA84-5F50BDE8A3DE}" srcOrd="2" destOrd="0" presId="urn:microsoft.com/office/officeart/2005/8/layout/pyramid2"/>
    <dgm:cxn modelId="{EC1A158F-3ED5-4FB2-859F-8E6EB44C5DB5}" type="presParOf" srcId="{C9A4A405-34AE-4E61-987D-EBC5EFCD7E97}" destId="{DDB1C28D-2E1B-4914-9434-5285ACA6688B}" srcOrd="3" destOrd="0" presId="urn:microsoft.com/office/officeart/2005/8/layout/pyramid2"/>
    <dgm:cxn modelId="{76E57204-97A8-400B-9225-E8D87399A0E2}" type="presParOf" srcId="{C9A4A405-34AE-4E61-987D-EBC5EFCD7E97}" destId="{8A3FB227-FFE0-4D78-901D-2B630D0BCCF9}" srcOrd="4" destOrd="0" presId="urn:microsoft.com/office/officeart/2005/8/layout/pyramid2"/>
    <dgm:cxn modelId="{ADA9C192-9DDD-4D6B-98A7-7BF9E78D1BC6}" type="presParOf" srcId="{C9A4A405-34AE-4E61-987D-EBC5EFCD7E97}" destId="{253906BD-443E-4CFC-A7F8-034DECCABE52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374AC1B-0229-4FCD-995E-11CD9EE05285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0815E62-40C7-426E-80B2-52357025685F}">
      <dgm:prSet phldrT="[Text]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Spell check</a:t>
          </a:r>
        </a:p>
      </dgm:t>
    </dgm:pt>
    <dgm:pt modelId="{3F7F3A92-DB36-4A20-9FCE-AB9EFCCA8F52}" type="parTrans" cxnId="{FC378BE4-93B2-4157-90B1-9E6A67994B28}">
      <dgm:prSet/>
      <dgm:spPr/>
      <dgm:t>
        <a:bodyPr/>
        <a:lstStyle/>
        <a:p>
          <a:endParaRPr lang="en-US"/>
        </a:p>
      </dgm:t>
    </dgm:pt>
    <dgm:pt modelId="{56585C04-4917-4049-A1F6-BF9E0057DC16}" type="sibTrans" cxnId="{FC378BE4-93B2-4157-90B1-9E6A67994B28}">
      <dgm:prSet/>
      <dgm:spPr/>
      <dgm:t>
        <a:bodyPr/>
        <a:lstStyle/>
        <a:p>
          <a:endParaRPr lang="en-US"/>
        </a:p>
      </dgm:t>
    </dgm:pt>
    <dgm:pt modelId="{6567268A-7283-43D9-8B70-6539E37476ED}">
      <dgm:prSet phldrT="[Text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flavrd-lord</a:t>
          </a:r>
        </a:p>
      </dgm:t>
    </dgm:pt>
    <dgm:pt modelId="{EC588BE3-ABB7-425B-80E2-C542342C605C}" type="parTrans" cxnId="{ADB33896-B4A3-43BB-AED4-131C84A21889}">
      <dgm:prSet/>
      <dgm:spPr/>
      <dgm:t>
        <a:bodyPr/>
        <a:lstStyle/>
        <a:p>
          <a:endParaRPr lang="en-US"/>
        </a:p>
      </dgm:t>
    </dgm:pt>
    <dgm:pt modelId="{994881F2-B5A6-4599-BED9-B7A329D24FF5}" type="sibTrans" cxnId="{ADB33896-B4A3-43BB-AED4-131C84A21889}">
      <dgm:prSet/>
      <dgm:spPr/>
      <dgm:t>
        <a:bodyPr/>
        <a:lstStyle/>
        <a:p>
          <a:endParaRPr lang="en-US"/>
        </a:p>
      </dgm:t>
    </dgm:pt>
    <dgm:pt modelId="{1A879961-A427-466F-B015-E92033E1110A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Auto-correct</a:t>
          </a:r>
        </a:p>
      </dgm:t>
    </dgm:pt>
    <dgm:pt modelId="{155A48C3-A5DB-48CF-A4B0-66A6E5A0C9E7}" type="parTrans" cxnId="{C4E2B39F-2E66-4D1E-BCA8-F007EB3CBAD6}">
      <dgm:prSet/>
      <dgm:spPr/>
      <dgm:t>
        <a:bodyPr/>
        <a:lstStyle/>
        <a:p>
          <a:endParaRPr lang="en-US"/>
        </a:p>
      </dgm:t>
    </dgm:pt>
    <dgm:pt modelId="{5C5A342F-2F51-4523-BB78-9317B118ABF3}" type="sibTrans" cxnId="{C4E2B39F-2E66-4D1E-BCA8-F007EB3CBAD6}">
      <dgm:prSet/>
      <dgm:spPr/>
      <dgm:t>
        <a:bodyPr/>
        <a:lstStyle/>
        <a:p>
          <a:endParaRPr lang="en-US"/>
        </a:p>
      </dgm:t>
    </dgm:pt>
    <dgm:pt modelId="{45DADA76-5F91-4ECD-966F-8B7867860347}">
      <dgm:prSet phldrT="[Text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canela-camera</a:t>
          </a:r>
        </a:p>
      </dgm:t>
    </dgm:pt>
    <dgm:pt modelId="{4047B0F5-48A6-4D3B-9FC4-A460C647DAC5}" type="parTrans" cxnId="{F4C12848-C854-401C-B658-DC7E570712A7}">
      <dgm:prSet/>
      <dgm:spPr/>
      <dgm:t>
        <a:bodyPr/>
        <a:lstStyle/>
        <a:p>
          <a:endParaRPr lang="en-US"/>
        </a:p>
      </dgm:t>
    </dgm:pt>
    <dgm:pt modelId="{2B6500F0-1432-439B-8DE2-1E6AB9D52265}" type="sibTrans" cxnId="{F4C12848-C854-401C-B658-DC7E570712A7}">
      <dgm:prSet/>
      <dgm:spPr/>
      <dgm:t>
        <a:bodyPr/>
        <a:lstStyle/>
        <a:p>
          <a:endParaRPr lang="en-US"/>
        </a:p>
      </dgm:t>
    </dgm:pt>
    <dgm:pt modelId="{C3295A6A-D73C-49D6-BEC4-021761ADC074}">
      <dgm:prSet phldrT="[Text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celery-every</a:t>
          </a:r>
        </a:p>
      </dgm:t>
    </dgm:pt>
    <dgm:pt modelId="{A34A2391-66F1-44C0-8C32-CEB5F28B205A}" type="parTrans" cxnId="{F4957FC5-E185-4F13-A8CD-2816FB0FCF3C}">
      <dgm:prSet/>
      <dgm:spPr/>
      <dgm:t>
        <a:bodyPr/>
        <a:lstStyle/>
        <a:p>
          <a:endParaRPr lang="en-US"/>
        </a:p>
      </dgm:t>
    </dgm:pt>
    <dgm:pt modelId="{E80734C6-99AE-4CBE-8F93-FB2C8AD25605}" type="sibTrans" cxnId="{F4957FC5-E185-4F13-A8CD-2816FB0FCF3C}">
      <dgm:prSet/>
      <dgm:spPr/>
      <dgm:t>
        <a:bodyPr/>
        <a:lstStyle/>
        <a:p>
          <a:endParaRPr lang="en-US"/>
        </a:p>
      </dgm:t>
    </dgm:pt>
    <dgm:pt modelId="{F4DAC338-DBEE-44D7-8A9D-242ADF5499FA}">
      <dgm:prSet phldrT="[Text]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Textblob</a:t>
          </a:r>
        </a:p>
      </dgm:t>
    </dgm:pt>
    <dgm:pt modelId="{D5AA3B7C-90DD-401A-9006-D9480B8466D2}" type="parTrans" cxnId="{FA606F3A-9DF6-45F5-8B81-BB6F9AE1B628}">
      <dgm:prSet/>
      <dgm:spPr/>
      <dgm:t>
        <a:bodyPr/>
        <a:lstStyle/>
        <a:p>
          <a:endParaRPr lang="en-US"/>
        </a:p>
      </dgm:t>
    </dgm:pt>
    <dgm:pt modelId="{C0EF412A-20ED-4520-AD79-2C4E8F3D3BFD}" type="sibTrans" cxnId="{FA606F3A-9DF6-45F5-8B81-BB6F9AE1B628}">
      <dgm:prSet/>
      <dgm:spPr/>
      <dgm:t>
        <a:bodyPr/>
        <a:lstStyle/>
        <a:p>
          <a:endParaRPr lang="en-US"/>
        </a:p>
      </dgm:t>
    </dgm:pt>
    <dgm:pt modelId="{509105E0-7DD9-4791-AAFC-27F7268E347A}">
      <dgm:prSet phldrT="[Text]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burger-burgher</a:t>
          </a:r>
        </a:p>
      </dgm:t>
    </dgm:pt>
    <dgm:pt modelId="{6D348732-6256-4F76-A7D6-9F9D9EA1D5BC}" type="parTrans" cxnId="{6E7D797F-15EF-4F3D-9D75-38403CE07556}">
      <dgm:prSet/>
      <dgm:spPr/>
      <dgm:t>
        <a:bodyPr/>
        <a:lstStyle/>
        <a:p>
          <a:endParaRPr lang="en-US"/>
        </a:p>
      </dgm:t>
    </dgm:pt>
    <dgm:pt modelId="{463B3BC4-3FBE-4075-91BD-F69AFE4884F3}" type="sibTrans" cxnId="{6E7D797F-15EF-4F3D-9D75-38403CE07556}">
      <dgm:prSet/>
      <dgm:spPr/>
      <dgm:t>
        <a:bodyPr/>
        <a:lstStyle/>
        <a:p>
          <a:endParaRPr lang="en-US"/>
        </a:p>
      </dgm:t>
    </dgm:pt>
    <dgm:pt modelId="{79F6AAE6-76F2-4E19-991E-63B64A1F5EE7}">
      <dgm:prSet phldrT="[Text]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Snowball Stemming</a:t>
          </a:r>
        </a:p>
      </dgm:t>
    </dgm:pt>
    <dgm:pt modelId="{C846C2E0-6DC7-4EA1-A31B-A0ED7AFD77FA}" type="parTrans" cxnId="{DF96B6C8-674F-412E-8A5C-2C495ED4F6BA}">
      <dgm:prSet/>
      <dgm:spPr/>
      <dgm:t>
        <a:bodyPr/>
        <a:lstStyle/>
        <a:p>
          <a:endParaRPr lang="en-US"/>
        </a:p>
      </dgm:t>
    </dgm:pt>
    <dgm:pt modelId="{5D54641C-2BF1-4936-AD79-41C5C7934458}" type="sibTrans" cxnId="{DF96B6C8-674F-412E-8A5C-2C495ED4F6BA}">
      <dgm:prSet/>
      <dgm:spPr/>
      <dgm:t>
        <a:bodyPr/>
        <a:lstStyle/>
        <a:p>
          <a:endParaRPr lang="en-US"/>
        </a:p>
      </dgm:t>
    </dgm:pt>
    <dgm:pt modelId="{12F6538A-240C-4779-85A5-A70FCDBDADE6}">
      <dgm:prSet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/>
            <a:t>keylime-kylie</a:t>
          </a:r>
        </a:p>
      </dgm:t>
    </dgm:pt>
    <dgm:pt modelId="{31EDB47F-7490-4B60-A528-F8EB94ED96ED}" type="parTrans" cxnId="{18DFF1D0-766F-4EBB-9BDC-4B9F898D3417}">
      <dgm:prSet/>
      <dgm:spPr/>
      <dgm:t>
        <a:bodyPr/>
        <a:lstStyle/>
        <a:p>
          <a:endParaRPr lang="en-US"/>
        </a:p>
      </dgm:t>
    </dgm:pt>
    <dgm:pt modelId="{94CDF12A-CFB3-436F-B464-FC00B674C1B6}" type="sibTrans" cxnId="{18DFF1D0-766F-4EBB-9BDC-4B9F898D3417}">
      <dgm:prSet/>
      <dgm:spPr/>
      <dgm:t>
        <a:bodyPr/>
        <a:lstStyle/>
        <a:p>
          <a:endParaRPr lang="en-US"/>
        </a:p>
      </dgm:t>
    </dgm:pt>
    <dgm:pt modelId="{14442C80-365D-43F4-8C9C-C5E07D42DD18}">
      <dgm:prSet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/>
            <a:t>sunflwer-sunflower</a:t>
          </a:r>
        </a:p>
      </dgm:t>
    </dgm:pt>
    <dgm:pt modelId="{8428A40D-7DFE-40D5-8F56-27BA8E8F3BF7}" type="parTrans" cxnId="{D7D76620-CA9B-4C54-B90D-BCDC8901E757}">
      <dgm:prSet/>
      <dgm:spPr/>
      <dgm:t>
        <a:bodyPr/>
        <a:lstStyle/>
        <a:p>
          <a:endParaRPr lang="en-US"/>
        </a:p>
      </dgm:t>
    </dgm:pt>
    <dgm:pt modelId="{635A23E4-EBE3-41AA-9E64-E042B0F8E83E}" type="sibTrans" cxnId="{D7D76620-CA9B-4C54-B90D-BCDC8901E757}">
      <dgm:prSet/>
      <dgm:spPr/>
      <dgm:t>
        <a:bodyPr/>
        <a:lstStyle/>
        <a:p>
          <a:endParaRPr lang="en-US"/>
        </a:p>
      </dgm:t>
    </dgm:pt>
    <dgm:pt modelId="{EB82D994-1D29-4FAA-B75F-8CCE786F4D83}">
      <dgm:prSet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/>
            <a:t>caulicrmb-caulicrmb</a:t>
          </a:r>
        </a:p>
      </dgm:t>
    </dgm:pt>
    <dgm:pt modelId="{C7D4B719-64D3-4357-8ACB-C3DFEB15DEAA}" type="parTrans" cxnId="{26241C6D-E041-4411-8545-DAF48E024205}">
      <dgm:prSet/>
      <dgm:spPr/>
      <dgm:t>
        <a:bodyPr/>
        <a:lstStyle/>
        <a:p>
          <a:endParaRPr lang="en-US"/>
        </a:p>
      </dgm:t>
    </dgm:pt>
    <dgm:pt modelId="{5A3B4F7C-470D-467F-BC8C-D49729ACCEBF}" type="sibTrans" cxnId="{26241C6D-E041-4411-8545-DAF48E024205}">
      <dgm:prSet/>
      <dgm:spPr/>
      <dgm:t>
        <a:bodyPr/>
        <a:lstStyle/>
        <a:p>
          <a:endParaRPr lang="en-US"/>
        </a:p>
      </dgm:t>
    </dgm:pt>
    <dgm:pt modelId="{E62B5666-1421-4170-85DF-BE82CCCD7EBF}">
      <dgm:prSet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stayman-starman</a:t>
          </a:r>
        </a:p>
      </dgm:t>
    </dgm:pt>
    <dgm:pt modelId="{DA249958-C26D-410C-992D-4162A071141B}" type="parTrans" cxnId="{CCDA0BD9-E693-45D6-ACE8-FED19B833008}">
      <dgm:prSet/>
      <dgm:spPr/>
      <dgm:t>
        <a:bodyPr/>
        <a:lstStyle/>
        <a:p>
          <a:endParaRPr lang="en-US"/>
        </a:p>
      </dgm:t>
    </dgm:pt>
    <dgm:pt modelId="{4F03BB34-E691-47C8-825F-F82C484111E0}" type="sibTrans" cxnId="{CCDA0BD9-E693-45D6-ACE8-FED19B833008}">
      <dgm:prSet/>
      <dgm:spPr/>
      <dgm:t>
        <a:bodyPr/>
        <a:lstStyle/>
        <a:p>
          <a:endParaRPr lang="en-US"/>
        </a:p>
      </dgm:t>
    </dgm:pt>
    <dgm:pt modelId="{4646E2F7-CDB7-4DFF-8C9F-718998930F40}">
      <dgm:prSet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/>
            <a:t>xref-ref</a:t>
          </a:r>
        </a:p>
      </dgm:t>
    </dgm:pt>
    <dgm:pt modelId="{B569E134-F50E-4E85-BD59-EF71AFEB08A7}" type="parTrans" cxnId="{7E958010-08D2-4BFF-9447-548AE059927D}">
      <dgm:prSet/>
      <dgm:spPr/>
      <dgm:t>
        <a:bodyPr/>
        <a:lstStyle/>
        <a:p>
          <a:endParaRPr lang="en-US"/>
        </a:p>
      </dgm:t>
    </dgm:pt>
    <dgm:pt modelId="{6404063F-3AEC-4C8B-A47D-8B2D83FF0A4F}" type="sibTrans" cxnId="{7E958010-08D2-4BFF-9447-548AE059927D}">
      <dgm:prSet/>
      <dgm:spPr/>
      <dgm:t>
        <a:bodyPr/>
        <a:lstStyle/>
        <a:p>
          <a:endParaRPr lang="en-US"/>
        </a:p>
      </dgm:t>
    </dgm:pt>
    <dgm:pt modelId="{B272B85E-AB95-496B-BFFE-A4129E73BDC9}">
      <dgm:prSet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/>
            <a:t>braeburn-rayburn</a:t>
          </a:r>
        </a:p>
      </dgm:t>
    </dgm:pt>
    <dgm:pt modelId="{0B74FA95-AE3B-4EFF-B017-A8E93C51A3D6}" type="parTrans" cxnId="{1A5434F1-3D2D-4EEB-8FC4-4F478B300DA9}">
      <dgm:prSet/>
      <dgm:spPr/>
      <dgm:t>
        <a:bodyPr/>
        <a:lstStyle/>
        <a:p>
          <a:endParaRPr lang="en-US"/>
        </a:p>
      </dgm:t>
    </dgm:pt>
    <dgm:pt modelId="{8CD9788C-180D-4923-AC4D-B43B5A6192DB}" type="sibTrans" cxnId="{1A5434F1-3D2D-4EEB-8FC4-4F478B300DA9}">
      <dgm:prSet/>
      <dgm:spPr/>
      <dgm:t>
        <a:bodyPr/>
        <a:lstStyle/>
        <a:p>
          <a:endParaRPr lang="en-US"/>
        </a:p>
      </dgm:t>
    </dgm:pt>
    <dgm:pt modelId="{FB5A7AB4-A7B9-44AF-93DE-8637133B1BD9}">
      <dgm:prSet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pinkldy-pinky</a:t>
          </a:r>
        </a:p>
      </dgm:t>
    </dgm:pt>
    <dgm:pt modelId="{472CFCC9-6EA5-4410-B62B-F3C56C338E1B}" type="parTrans" cxnId="{DF703AC7-E2DE-4F75-AD0F-83272DA84439}">
      <dgm:prSet/>
      <dgm:spPr/>
      <dgm:t>
        <a:bodyPr/>
        <a:lstStyle/>
        <a:p>
          <a:endParaRPr lang="en-US"/>
        </a:p>
      </dgm:t>
    </dgm:pt>
    <dgm:pt modelId="{695908AA-9323-465C-BF41-31EBE52BC553}" type="sibTrans" cxnId="{DF703AC7-E2DE-4F75-AD0F-83272DA84439}">
      <dgm:prSet/>
      <dgm:spPr/>
      <dgm:t>
        <a:bodyPr/>
        <a:lstStyle/>
        <a:p>
          <a:endParaRPr lang="en-US"/>
        </a:p>
      </dgm:t>
    </dgm:pt>
    <dgm:pt modelId="{95BC77C9-3CCB-4DED-AFFD-365630D7B230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freshly  :  fresh</a:t>
          </a:r>
        </a:p>
      </dgm:t>
    </dgm:pt>
    <dgm:pt modelId="{064C0C03-3750-4A88-8D73-5C69345C3C98}" type="parTrans" cxnId="{D821F6C6-C7BD-4F78-BBF0-1D482CA5503B}">
      <dgm:prSet/>
      <dgm:spPr/>
      <dgm:t>
        <a:bodyPr/>
        <a:lstStyle/>
        <a:p>
          <a:endParaRPr lang="en-US"/>
        </a:p>
      </dgm:t>
    </dgm:pt>
    <dgm:pt modelId="{6F5B1EC1-93B6-4FEE-B707-8C6020169C11}" type="sibTrans" cxnId="{D821F6C6-C7BD-4F78-BBF0-1D482CA5503B}">
      <dgm:prSet/>
      <dgm:spPr/>
      <dgm:t>
        <a:bodyPr/>
        <a:lstStyle/>
        <a:p>
          <a:endParaRPr lang="en-US"/>
        </a:p>
      </dgm:t>
    </dgm:pt>
    <dgm:pt modelId="{DB410A64-B7CC-4C40-87DB-A006996E988E}">
      <dgm:prSet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freshness  :  fresh</a:t>
          </a:r>
        </a:p>
      </dgm:t>
    </dgm:pt>
    <dgm:pt modelId="{E69C4BA4-AFB4-41EA-B576-1E8F62FB49A4}" type="parTrans" cxnId="{0C034722-781E-4F61-A8C3-F7EEA6031876}">
      <dgm:prSet/>
      <dgm:spPr/>
      <dgm:t>
        <a:bodyPr/>
        <a:lstStyle/>
        <a:p>
          <a:endParaRPr lang="en-US"/>
        </a:p>
      </dgm:t>
    </dgm:pt>
    <dgm:pt modelId="{5D6D2325-0DD5-4519-8BFB-F0A086DD349D}" type="sibTrans" cxnId="{0C034722-781E-4F61-A8C3-F7EEA6031876}">
      <dgm:prSet/>
      <dgm:spPr/>
      <dgm:t>
        <a:bodyPr/>
        <a:lstStyle/>
        <a:p>
          <a:endParaRPr lang="en-US"/>
        </a:p>
      </dgm:t>
    </dgm:pt>
    <dgm:pt modelId="{4216F41D-E77D-4E04-9D00-06D00F83B171}">
      <dgm:prSet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grilled  :  grill</a:t>
          </a:r>
        </a:p>
      </dgm:t>
    </dgm:pt>
    <dgm:pt modelId="{5AE02F74-C875-4371-AA26-6073F06A2643}" type="parTrans" cxnId="{4E2E0B8B-AA26-4213-9A5F-CB9EA0EF6AF9}">
      <dgm:prSet/>
      <dgm:spPr/>
      <dgm:t>
        <a:bodyPr/>
        <a:lstStyle/>
        <a:p>
          <a:endParaRPr lang="en-US"/>
        </a:p>
      </dgm:t>
    </dgm:pt>
    <dgm:pt modelId="{0CA6DB1D-90FE-438D-8AE6-D981E2C17223}" type="sibTrans" cxnId="{4E2E0B8B-AA26-4213-9A5F-CB9EA0EF6AF9}">
      <dgm:prSet/>
      <dgm:spPr/>
      <dgm:t>
        <a:bodyPr/>
        <a:lstStyle/>
        <a:p>
          <a:endParaRPr lang="en-US"/>
        </a:p>
      </dgm:t>
    </dgm:pt>
    <dgm:pt modelId="{62605959-87A2-4FB4-A3EC-884B41367598}">
      <dgm:prSet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grilling  :  grill</a:t>
          </a:r>
        </a:p>
      </dgm:t>
    </dgm:pt>
    <dgm:pt modelId="{C8C42865-C7B6-4C08-9289-C562F37312A3}" type="parTrans" cxnId="{B32ABC04-6666-421E-B4ED-7CD8851B02B2}">
      <dgm:prSet/>
      <dgm:spPr/>
      <dgm:t>
        <a:bodyPr/>
        <a:lstStyle/>
        <a:p>
          <a:endParaRPr lang="en-US"/>
        </a:p>
      </dgm:t>
    </dgm:pt>
    <dgm:pt modelId="{59C65846-2013-40A3-B86A-7E2794E5B823}" type="sibTrans" cxnId="{B32ABC04-6666-421E-B4ED-7CD8851B02B2}">
      <dgm:prSet/>
      <dgm:spPr/>
      <dgm:t>
        <a:bodyPr/>
        <a:lstStyle/>
        <a:p>
          <a:endParaRPr lang="en-US"/>
        </a:p>
      </dgm:t>
    </dgm:pt>
    <dgm:pt modelId="{98F1B151-2DA1-4369-B8D5-F579EF52185C}">
      <dgm:prSet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juice  :  juic</a:t>
          </a:r>
        </a:p>
      </dgm:t>
    </dgm:pt>
    <dgm:pt modelId="{4262B9AE-4FF6-4E18-9B9D-264990B70A28}" type="parTrans" cxnId="{F5C00EA8-6242-44C7-8925-7C7BDF577F1A}">
      <dgm:prSet/>
      <dgm:spPr/>
      <dgm:t>
        <a:bodyPr/>
        <a:lstStyle/>
        <a:p>
          <a:endParaRPr lang="en-US"/>
        </a:p>
      </dgm:t>
    </dgm:pt>
    <dgm:pt modelId="{DADFA361-ED6B-4FA0-BB2E-9482CD2591D7}" type="sibTrans" cxnId="{F5C00EA8-6242-44C7-8925-7C7BDF577F1A}">
      <dgm:prSet/>
      <dgm:spPr/>
      <dgm:t>
        <a:bodyPr/>
        <a:lstStyle/>
        <a:p>
          <a:endParaRPr lang="en-US"/>
        </a:p>
      </dgm:t>
    </dgm:pt>
    <dgm:pt modelId="{D92BB8E2-D6A7-45DD-BE47-14D6E73A279C}">
      <dgm:prSet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juicing  :  juic</a:t>
          </a:r>
        </a:p>
      </dgm:t>
    </dgm:pt>
    <dgm:pt modelId="{F2F3A3D3-128C-48AB-9D05-D74CC0C08185}" type="parTrans" cxnId="{EC889CB8-65E1-4F89-BC2F-7A100F5A7752}">
      <dgm:prSet/>
      <dgm:spPr/>
      <dgm:t>
        <a:bodyPr/>
        <a:lstStyle/>
        <a:p>
          <a:endParaRPr lang="en-US"/>
        </a:p>
      </dgm:t>
    </dgm:pt>
    <dgm:pt modelId="{F4519076-A22D-4129-B4EC-F912F0409113}" type="sibTrans" cxnId="{EC889CB8-65E1-4F89-BC2F-7A100F5A7752}">
      <dgm:prSet/>
      <dgm:spPr/>
      <dgm:t>
        <a:bodyPr/>
        <a:lstStyle/>
        <a:p>
          <a:endParaRPr lang="en-US"/>
        </a:p>
      </dgm:t>
    </dgm:pt>
    <dgm:pt modelId="{B6614B0A-DDE8-41AB-804C-44CE82C2D1DC}">
      <dgm:prSet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berry  :  berri</a:t>
          </a:r>
        </a:p>
      </dgm:t>
    </dgm:pt>
    <dgm:pt modelId="{3CAD7E6E-B07F-4E7A-A008-D7E779664AD4}" type="parTrans" cxnId="{BDFA8F07-3A76-458D-AFDD-26BD1EC731FC}">
      <dgm:prSet/>
      <dgm:spPr/>
      <dgm:t>
        <a:bodyPr/>
        <a:lstStyle/>
        <a:p>
          <a:endParaRPr lang="en-US"/>
        </a:p>
      </dgm:t>
    </dgm:pt>
    <dgm:pt modelId="{54D383CB-1395-4F8E-A974-76B6B2B515D6}" type="sibTrans" cxnId="{BDFA8F07-3A76-458D-AFDD-26BD1EC731FC}">
      <dgm:prSet/>
      <dgm:spPr/>
      <dgm:t>
        <a:bodyPr/>
        <a:lstStyle/>
        <a:p>
          <a:endParaRPr lang="en-US"/>
        </a:p>
      </dgm:t>
    </dgm:pt>
    <dgm:pt modelId="{2EC4A201-406D-4C98-A596-9F7F9D1149D7}">
      <dgm:prSet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beverage  :  beverag</a:t>
          </a:r>
        </a:p>
      </dgm:t>
    </dgm:pt>
    <dgm:pt modelId="{6D3947BC-47E6-4F45-8237-39265623D002}" type="parTrans" cxnId="{B78D85E9-BBF9-456E-B300-168082366772}">
      <dgm:prSet/>
      <dgm:spPr/>
      <dgm:t>
        <a:bodyPr/>
        <a:lstStyle/>
        <a:p>
          <a:endParaRPr lang="en-US"/>
        </a:p>
      </dgm:t>
    </dgm:pt>
    <dgm:pt modelId="{D5A32A67-99B0-4660-AA96-743874EA0227}" type="sibTrans" cxnId="{B78D85E9-BBF9-456E-B300-168082366772}">
      <dgm:prSet/>
      <dgm:spPr/>
      <dgm:t>
        <a:bodyPr/>
        <a:lstStyle/>
        <a:p>
          <a:endParaRPr lang="en-US"/>
        </a:p>
      </dgm:t>
    </dgm:pt>
    <dgm:pt modelId="{A0CA75CA-3166-4F0B-B712-7C46765C1995}">
      <dgm:prSet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blackberry  :  blackberri</a:t>
          </a:r>
        </a:p>
      </dgm:t>
    </dgm:pt>
    <dgm:pt modelId="{93681384-BA93-450B-801C-1B38CEBE2EBD}" type="parTrans" cxnId="{C901000F-0AF8-49DF-BE1C-D1EF43ABF4EF}">
      <dgm:prSet/>
      <dgm:spPr/>
      <dgm:t>
        <a:bodyPr/>
        <a:lstStyle/>
        <a:p>
          <a:endParaRPr lang="en-US"/>
        </a:p>
      </dgm:t>
    </dgm:pt>
    <dgm:pt modelId="{512558EF-4391-48FF-9843-204221E5A957}" type="sibTrans" cxnId="{C901000F-0AF8-49DF-BE1C-D1EF43ABF4EF}">
      <dgm:prSet/>
      <dgm:spPr/>
      <dgm:t>
        <a:bodyPr/>
        <a:lstStyle/>
        <a:p>
          <a:endParaRPr lang="en-US"/>
        </a:p>
      </dgm:t>
    </dgm:pt>
    <dgm:pt modelId="{71FD5E99-0617-494E-AF8E-F48CFCD1514E}">
      <dgm:prSet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aloe  :  alo</a:t>
          </a:r>
        </a:p>
      </dgm:t>
    </dgm:pt>
    <dgm:pt modelId="{C2BA1A10-7D1D-43F6-A73C-7844B1E0EA9F}" type="parTrans" cxnId="{AAD8703C-AC0A-4C14-B8EC-C38A950B161C}">
      <dgm:prSet/>
      <dgm:spPr/>
      <dgm:t>
        <a:bodyPr/>
        <a:lstStyle/>
        <a:p>
          <a:endParaRPr lang="en-US"/>
        </a:p>
      </dgm:t>
    </dgm:pt>
    <dgm:pt modelId="{5F0F76AF-7C64-4482-AE47-E7C563D81E7A}" type="sibTrans" cxnId="{AAD8703C-AC0A-4C14-B8EC-C38A950B161C}">
      <dgm:prSet/>
      <dgm:spPr/>
      <dgm:t>
        <a:bodyPr/>
        <a:lstStyle/>
        <a:p>
          <a:endParaRPr lang="en-US"/>
        </a:p>
      </dgm:t>
    </dgm:pt>
    <dgm:pt modelId="{B73DFD77-AD28-435F-93B1-498738829443}">
      <dgm:prSet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anise  :  anis</a:t>
          </a:r>
        </a:p>
      </dgm:t>
    </dgm:pt>
    <dgm:pt modelId="{6BB0F058-FE4F-4995-809C-F19E41D4B13C}" type="parTrans" cxnId="{45A4CBD2-227E-4B2D-9719-478B1A29AAA0}">
      <dgm:prSet/>
      <dgm:spPr/>
      <dgm:t>
        <a:bodyPr/>
        <a:lstStyle/>
        <a:p>
          <a:endParaRPr lang="en-US"/>
        </a:p>
      </dgm:t>
    </dgm:pt>
    <dgm:pt modelId="{3C215F70-5A88-40F8-9F8B-06F1D66CAE15}" type="sibTrans" cxnId="{45A4CBD2-227E-4B2D-9719-478B1A29AAA0}">
      <dgm:prSet/>
      <dgm:spPr/>
      <dgm:t>
        <a:bodyPr/>
        <a:lstStyle/>
        <a:p>
          <a:endParaRPr lang="en-US"/>
        </a:p>
      </dgm:t>
    </dgm:pt>
    <dgm:pt modelId="{20BC694C-6F40-48DD-A697-420E2D89355C}">
      <dgm:prSet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apple  :  appl</a:t>
          </a:r>
        </a:p>
      </dgm:t>
    </dgm:pt>
    <dgm:pt modelId="{7D5E8FA1-A489-4271-B5C2-EF82B00E172B}" type="parTrans" cxnId="{8D5DEC0B-918C-4F8F-A602-B3C9CA01002C}">
      <dgm:prSet/>
      <dgm:spPr/>
      <dgm:t>
        <a:bodyPr/>
        <a:lstStyle/>
        <a:p>
          <a:endParaRPr lang="en-US"/>
        </a:p>
      </dgm:t>
    </dgm:pt>
    <dgm:pt modelId="{699A0909-87AA-44EE-86D7-4FC0DD27421A}" type="sibTrans" cxnId="{8D5DEC0B-918C-4F8F-A602-B3C9CA01002C}">
      <dgm:prSet/>
      <dgm:spPr/>
      <dgm:t>
        <a:bodyPr/>
        <a:lstStyle/>
        <a:p>
          <a:endParaRPr lang="en-US"/>
        </a:p>
      </dgm:t>
    </dgm:pt>
    <dgm:pt modelId="{E2A1E830-643A-44F1-AC47-5538E7342F5B}">
      <dgm:prSet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cauliflower  :  cauliflow</a:t>
          </a:r>
        </a:p>
      </dgm:t>
    </dgm:pt>
    <dgm:pt modelId="{FFD5C0CD-280C-48C0-B460-068ADF60A0A9}" type="parTrans" cxnId="{B851F84C-BE29-462E-9C2E-526195FC5B62}">
      <dgm:prSet/>
      <dgm:spPr/>
      <dgm:t>
        <a:bodyPr/>
        <a:lstStyle/>
        <a:p>
          <a:endParaRPr lang="en-US"/>
        </a:p>
      </dgm:t>
    </dgm:pt>
    <dgm:pt modelId="{85E72BD0-B3AE-4F58-80A1-209D5B4A071C}" type="sibTrans" cxnId="{B851F84C-BE29-462E-9C2E-526195FC5B62}">
      <dgm:prSet/>
      <dgm:spPr/>
      <dgm:t>
        <a:bodyPr/>
        <a:lstStyle/>
        <a:p>
          <a:endParaRPr lang="en-US"/>
        </a:p>
      </dgm:t>
    </dgm:pt>
    <dgm:pt modelId="{A4604F7B-9463-4702-BD87-079503FC9A01}">
      <dgm:prSet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ccandy  :  ccandi</a:t>
          </a:r>
        </a:p>
      </dgm:t>
    </dgm:pt>
    <dgm:pt modelId="{45A23FCC-3628-4FA1-A265-21C1E9F9241B}" type="parTrans" cxnId="{A695E4CA-D35A-494D-B742-355DFF4E448E}">
      <dgm:prSet/>
      <dgm:spPr/>
      <dgm:t>
        <a:bodyPr/>
        <a:lstStyle/>
        <a:p>
          <a:endParaRPr lang="en-US"/>
        </a:p>
      </dgm:t>
    </dgm:pt>
    <dgm:pt modelId="{F069AD79-1005-4EA5-BB0B-7A44F540722D}" type="sibTrans" cxnId="{A695E4CA-D35A-494D-B742-355DFF4E448E}">
      <dgm:prSet/>
      <dgm:spPr/>
      <dgm:t>
        <a:bodyPr/>
        <a:lstStyle/>
        <a:p>
          <a:endParaRPr lang="en-US"/>
        </a:p>
      </dgm:t>
    </dgm:pt>
    <dgm:pt modelId="{EF1FAC6C-824E-46CD-8D36-A4464E835A0E}">
      <dgm:prSet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celery  :  celery</a:t>
          </a:r>
        </a:p>
      </dgm:t>
    </dgm:pt>
    <dgm:pt modelId="{5D09C2EA-CFC9-44AE-AB87-B9C50AF27AEA}" type="parTrans" cxnId="{1B841001-3535-467B-9688-138B5DF83157}">
      <dgm:prSet/>
      <dgm:spPr/>
      <dgm:t>
        <a:bodyPr/>
        <a:lstStyle/>
        <a:p>
          <a:endParaRPr lang="en-US"/>
        </a:p>
      </dgm:t>
    </dgm:pt>
    <dgm:pt modelId="{559DA485-DC7E-4D6E-B7C6-14E948087506}" type="sibTrans" cxnId="{1B841001-3535-467B-9688-138B5DF83157}">
      <dgm:prSet/>
      <dgm:spPr/>
      <dgm:t>
        <a:bodyPr/>
        <a:lstStyle/>
        <a:p>
          <a:endParaRPr lang="en-US"/>
        </a:p>
      </dgm:t>
    </dgm:pt>
    <dgm:pt modelId="{D89A5008-D3C6-45FF-B598-BCF84EC488A9}">
      <dgm:prSet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sunflower  :  sunflow</a:t>
          </a:r>
        </a:p>
      </dgm:t>
    </dgm:pt>
    <dgm:pt modelId="{9C2D1DF1-AC18-4362-B72F-DF3547DF1B89}" type="parTrans" cxnId="{E737F39A-127C-4DEB-ABBC-6A2573A78619}">
      <dgm:prSet/>
      <dgm:spPr/>
      <dgm:t>
        <a:bodyPr/>
        <a:lstStyle/>
        <a:p>
          <a:endParaRPr lang="en-US"/>
        </a:p>
      </dgm:t>
    </dgm:pt>
    <dgm:pt modelId="{D4BD0F80-5167-404B-99B6-1462E89390AC}" type="sibTrans" cxnId="{E737F39A-127C-4DEB-ABBC-6A2573A78619}">
      <dgm:prSet/>
      <dgm:spPr/>
      <dgm:t>
        <a:bodyPr/>
        <a:lstStyle/>
        <a:p>
          <a:endParaRPr lang="en-US"/>
        </a:p>
      </dgm:t>
    </dgm:pt>
    <dgm:pt modelId="{2CBF4266-58E9-45EE-B222-F6E61C618521}">
      <dgm:prSet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sunflwr : sunflwr</a:t>
          </a:r>
        </a:p>
      </dgm:t>
    </dgm:pt>
    <dgm:pt modelId="{D9CCE878-1762-4EA1-95AF-E6E686354CA0}" type="parTrans" cxnId="{525586C7-69AF-420D-A088-9430F7B8C02C}">
      <dgm:prSet/>
      <dgm:spPr/>
      <dgm:t>
        <a:bodyPr/>
        <a:lstStyle/>
        <a:p>
          <a:endParaRPr lang="en-US"/>
        </a:p>
      </dgm:t>
    </dgm:pt>
    <dgm:pt modelId="{32AA6AA9-A405-49EC-8DCE-77BEA62810AB}" type="sibTrans" cxnId="{525586C7-69AF-420D-A088-9430F7B8C02C}">
      <dgm:prSet/>
      <dgm:spPr/>
      <dgm:t>
        <a:bodyPr/>
        <a:lstStyle/>
        <a:p>
          <a:endParaRPr lang="en-US"/>
        </a:p>
      </dgm:t>
    </dgm:pt>
    <dgm:pt modelId="{E6D3921B-862F-40D0-8541-9BFD1118EDB4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caramel-cartel</a:t>
          </a:r>
        </a:p>
      </dgm:t>
    </dgm:pt>
    <dgm:pt modelId="{AC8151FE-A0B6-4507-A120-74136534E369}" type="parTrans" cxnId="{FBBABE5F-4127-4A0C-B4AE-47C99DB31C05}">
      <dgm:prSet/>
      <dgm:spPr/>
      <dgm:t>
        <a:bodyPr/>
        <a:lstStyle/>
        <a:p>
          <a:endParaRPr lang="en-US"/>
        </a:p>
      </dgm:t>
    </dgm:pt>
    <dgm:pt modelId="{33C63F7F-9DFD-48C4-9B9C-A93212B9722A}" type="sibTrans" cxnId="{FBBABE5F-4127-4A0C-B4AE-47C99DB31C05}">
      <dgm:prSet/>
      <dgm:spPr/>
      <dgm:t>
        <a:bodyPr/>
        <a:lstStyle/>
        <a:p>
          <a:endParaRPr lang="en-US"/>
        </a:p>
      </dgm:t>
    </dgm:pt>
    <dgm:pt modelId="{80E77CF1-0EA8-4F6D-BFE4-BB3574EEC5AB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cartn-cart</a:t>
          </a:r>
        </a:p>
      </dgm:t>
    </dgm:pt>
    <dgm:pt modelId="{0AD4EE01-9C3A-4CE2-B5FA-2A325ED42FDB}" type="parTrans" cxnId="{C9171A8C-473C-4AAB-AC7B-05B653DE7137}">
      <dgm:prSet/>
      <dgm:spPr/>
      <dgm:t>
        <a:bodyPr/>
        <a:lstStyle/>
        <a:p>
          <a:endParaRPr lang="en-US"/>
        </a:p>
      </dgm:t>
    </dgm:pt>
    <dgm:pt modelId="{E1744166-B258-4483-B4F4-E563710549BC}" type="sibTrans" cxnId="{C9171A8C-473C-4AAB-AC7B-05B653DE7137}">
      <dgm:prSet/>
      <dgm:spPr/>
      <dgm:t>
        <a:bodyPr/>
        <a:lstStyle/>
        <a:p>
          <a:endParaRPr lang="en-US"/>
        </a:p>
      </dgm:t>
    </dgm:pt>
    <dgm:pt modelId="{C79094C2-4263-4A3A-9DC5-21DBBED4FC25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carton-carbon</a:t>
          </a:r>
        </a:p>
      </dgm:t>
    </dgm:pt>
    <dgm:pt modelId="{25725D99-D39C-4709-AEC5-7D3A804D6E01}" type="parTrans" cxnId="{0ECEA646-539A-4164-97C9-7760F1924985}">
      <dgm:prSet/>
      <dgm:spPr/>
      <dgm:t>
        <a:bodyPr/>
        <a:lstStyle/>
        <a:p>
          <a:endParaRPr lang="en-US"/>
        </a:p>
      </dgm:t>
    </dgm:pt>
    <dgm:pt modelId="{6B7B02C4-C4F7-429A-AA73-12E3EF4CE554}" type="sibTrans" cxnId="{0ECEA646-539A-4164-97C9-7760F1924985}">
      <dgm:prSet/>
      <dgm:spPr/>
      <dgm:t>
        <a:bodyPr/>
        <a:lstStyle/>
        <a:p>
          <a:endParaRPr lang="en-US"/>
        </a:p>
      </dgm:t>
    </dgm:pt>
    <dgm:pt modelId="{1509A9A7-53E9-446B-AA0A-D0A0B9674CFF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cashew-case</a:t>
          </a:r>
        </a:p>
      </dgm:t>
    </dgm:pt>
    <dgm:pt modelId="{8BF7CE60-FEB7-460E-9ECA-9339B4DB7B33}" type="parTrans" cxnId="{7903E290-3F3F-449E-94FA-91ACB1835825}">
      <dgm:prSet/>
      <dgm:spPr/>
      <dgm:t>
        <a:bodyPr/>
        <a:lstStyle/>
        <a:p>
          <a:endParaRPr lang="en-US"/>
        </a:p>
      </dgm:t>
    </dgm:pt>
    <dgm:pt modelId="{F20B3D91-38CB-42C6-8AF1-2847E113FB6D}" type="sibTrans" cxnId="{7903E290-3F3F-449E-94FA-91ACB1835825}">
      <dgm:prSet/>
      <dgm:spPr/>
      <dgm:t>
        <a:bodyPr/>
        <a:lstStyle/>
        <a:p>
          <a:endParaRPr lang="en-US"/>
        </a:p>
      </dgm:t>
    </dgm:pt>
    <dgm:pt modelId="{8C84A898-5482-44D6-8712-C01B865AE816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ccandy-candy</a:t>
          </a:r>
        </a:p>
      </dgm:t>
    </dgm:pt>
    <dgm:pt modelId="{2DD4F767-E12D-44BF-AE7E-2914AF891EAA}" type="parTrans" cxnId="{68A671A4-4576-4BA0-8E99-A93148B4100D}">
      <dgm:prSet/>
      <dgm:spPr/>
      <dgm:t>
        <a:bodyPr/>
        <a:lstStyle/>
        <a:p>
          <a:endParaRPr lang="en-US"/>
        </a:p>
      </dgm:t>
    </dgm:pt>
    <dgm:pt modelId="{122587E3-86EB-4120-AC3E-9FBEE23D82C5}" type="sibTrans" cxnId="{68A671A4-4576-4BA0-8E99-A93148B4100D}">
      <dgm:prSet/>
      <dgm:spPr/>
      <dgm:t>
        <a:bodyPr/>
        <a:lstStyle/>
        <a:p>
          <a:endParaRPr lang="en-US"/>
        </a:p>
      </dgm:t>
    </dgm:pt>
    <dgm:pt modelId="{B4E0FBA8-7EF4-4AF4-AEEC-FEBDBC84D819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sleeved-sleeves</a:t>
          </a:r>
        </a:p>
      </dgm:t>
    </dgm:pt>
    <dgm:pt modelId="{DCAA4C3E-CFD8-4C9E-BF01-9C496DCFF180}" type="parTrans" cxnId="{1A4F6AE5-B573-4D49-B739-0227584B7CC4}">
      <dgm:prSet/>
      <dgm:spPr/>
      <dgm:t>
        <a:bodyPr/>
        <a:lstStyle/>
        <a:p>
          <a:endParaRPr lang="en-US"/>
        </a:p>
      </dgm:t>
    </dgm:pt>
    <dgm:pt modelId="{B2EE8B86-98C9-4FAC-9E77-1629AEB34969}" type="sibTrans" cxnId="{1A4F6AE5-B573-4D49-B739-0227584B7CC4}">
      <dgm:prSet/>
      <dgm:spPr/>
      <dgm:t>
        <a:bodyPr/>
        <a:lstStyle/>
        <a:p>
          <a:endParaRPr lang="en-US"/>
        </a:p>
      </dgm:t>
    </dgm:pt>
    <dgm:pt modelId="{65C29FC5-3D2A-4FDF-9B79-01992222C563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snacker-snake</a:t>
          </a:r>
        </a:p>
      </dgm:t>
    </dgm:pt>
    <dgm:pt modelId="{8CB5078E-B59C-459D-B8EA-6601632E9F14}" type="parTrans" cxnId="{888E2B9C-3D2A-45D0-8A1A-81CDC9E8B6CE}">
      <dgm:prSet/>
      <dgm:spPr/>
      <dgm:t>
        <a:bodyPr/>
        <a:lstStyle/>
        <a:p>
          <a:endParaRPr lang="en-US"/>
        </a:p>
      </dgm:t>
    </dgm:pt>
    <dgm:pt modelId="{0F0ADCF4-1116-47CA-8511-54944D3722F2}" type="sibTrans" cxnId="{888E2B9C-3D2A-45D0-8A1A-81CDC9E8B6CE}">
      <dgm:prSet/>
      <dgm:spPr/>
      <dgm:t>
        <a:bodyPr/>
        <a:lstStyle/>
        <a:p>
          <a:endParaRPr lang="en-US"/>
        </a:p>
      </dgm:t>
    </dgm:pt>
    <dgm:pt modelId="{2A4CE492-D9D5-4F3C-989A-6EE823D05B3F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snacking-stacking</a:t>
          </a:r>
        </a:p>
      </dgm:t>
    </dgm:pt>
    <dgm:pt modelId="{99F4FC12-8750-452C-96C2-C4B969A95870}" type="parTrans" cxnId="{E83B9D38-6E19-481E-8C36-33C234367340}">
      <dgm:prSet/>
      <dgm:spPr/>
      <dgm:t>
        <a:bodyPr/>
        <a:lstStyle/>
        <a:p>
          <a:endParaRPr lang="en-US"/>
        </a:p>
      </dgm:t>
    </dgm:pt>
    <dgm:pt modelId="{9E53B57B-6773-405D-A683-7CEE17E44A58}" type="sibTrans" cxnId="{E83B9D38-6E19-481E-8C36-33C234367340}">
      <dgm:prSet/>
      <dgm:spPr/>
      <dgm:t>
        <a:bodyPr/>
        <a:lstStyle/>
        <a:p>
          <a:endParaRPr lang="en-US"/>
        </a:p>
      </dgm:t>
    </dgm:pt>
    <dgm:pt modelId="{8BD6DB91-3B6E-4F97-B5DF-8FE29494A5CD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spiced-spaced</a:t>
          </a:r>
        </a:p>
      </dgm:t>
    </dgm:pt>
    <dgm:pt modelId="{D693998D-B4C6-4103-8A7E-FBA2ABA4B7A0}" type="parTrans" cxnId="{F8C2E9A1-12DC-4394-9973-F245D2948552}">
      <dgm:prSet/>
      <dgm:spPr/>
      <dgm:t>
        <a:bodyPr/>
        <a:lstStyle/>
        <a:p>
          <a:endParaRPr lang="en-US"/>
        </a:p>
      </dgm:t>
    </dgm:pt>
    <dgm:pt modelId="{040B4E93-553D-4ADE-83EA-26DD3486D72F}" type="sibTrans" cxnId="{F8C2E9A1-12DC-4394-9973-F245D2948552}">
      <dgm:prSet/>
      <dgm:spPr/>
      <dgm:t>
        <a:bodyPr/>
        <a:lstStyle/>
        <a:p>
          <a:endParaRPr lang="en-US"/>
        </a:p>
      </dgm:t>
    </dgm:pt>
    <dgm:pt modelId="{81C2660F-D4EB-444C-8F38-E896AE31408D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spkl-spl</a:t>
          </a:r>
        </a:p>
      </dgm:t>
    </dgm:pt>
    <dgm:pt modelId="{0783407A-1D1E-4725-9ED8-CB631951018D}" type="parTrans" cxnId="{02310FA3-4616-44D2-8F7D-A096001ADA07}">
      <dgm:prSet/>
      <dgm:spPr/>
      <dgm:t>
        <a:bodyPr/>
        <a:lstStyle/>
        <a:p>
          <a:endParaRPr lang="en-US"/>
        </a:p>
      </dgm:t>
    </dgm:pt>
    <dgm:pt modelId="{81D6E549-71CF-427A-9C1B-B5DBECE9DDAD}" type="sibTrans" cxnId="{02310FA3-4616-44D2-8F7D-A096001ADA07}">
      <dgm:prSet/>
      <dgm:spPr/>
      <dgm:t>
        <a:bodyPr/>
        <a:lstStyle/>
        <a:p>
          <a:endParaRPr lang="en-US"/>
        </a:p>
      </dgm:t>
    </dgm:pt>
    <dgm:pt modelId="{7F1985F8-B7C5-4AA2-AD81-2BBE340B7062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spmix-pmid</a:t>
          </a:r>
        </a:p>
      </dgm:t>
    </dgm:pt>
    <dgm:pt modelId="{E15FC849-C270-4639-B42A-9212B07B0D1F}" type="parTrans" cxnId="{F84F9BD9-232E-429C-9FCD-FEF06042D641}">
      <dgm:prSet/>
      <dgm:spPr/>
      <dgm:t>
        <a:bodyPr/>
        <a:lstStyle/>
        <a:p>
          <a:endParaRPr lang="en-US"/>
        </a:p>
      </dgm:t>
    </dgm:pt>
    <dgm:pt modelId="{EC0F17DF-1AF0-4C63-92D2-1A76E8B96441}" type="sibTrans" cxnId="{F84F9BD9-232E-429C-9FCD-FEF06042D641}">
      <dgm:prSet/>
      <dgm:spPr/>
      <dgm:t>
        <a:bodyPr/>
        <a:lstStyle/>
        <a:p>
          <a:endParaRPr lang="en-US"/>
        </a:p>
      </dgm:t>
    </dgm:pt>
    <dgm:pt modelId="{0130D3C4-DE96-4A08-AF0C-FA8B80874C84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sprinkle-sprinkled</a:t>
          </a:r>
        </a:p>
      </dgm:t>
    </dgm:pt>
    <dgm:pt modelId="{99A1F1AC-CFC6-40E9-8940-09D16E06FE1D}" type="parTrans" cxnId="{90A5CC51-AE8D-4700-B795-EFCF40262D8C}">
      <dgm:prSet/>
      <dgm:spPr/>
      <dgm:t>
        <a:bodyPr/>
        <a:lstStyle/>
        <a:p>
          <a:endParaRPr lang="en-US"/>
        </a:p>
      </dgm:t>
    </dgm:pt>
    <dgm:pt modelId="{86D1A42E-F467-40AD-9FEC-955509C517A2}" type="sibTrans" cxnId="{90A5CC51-AE8D-4700-B795-EFCF40262D8C}">
      <dgm:prSet/>
      <dgm:spPr/>
      <dgm:t>
        <a:bodyPr/>
        <a:lstStyle/>
        <a:p>
          <a:endParaRPr lang="en-US"/>
        </a:p>
      </dgm:t>
    </dgm:pt>
    <dgm:pt modelId="{00133A0F-8C94-4877-A9E4-81293F3FFBE9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veggie-reggae</a:t>
          </a:r>
        </a:p>
      </dgm:t>
    </dgm:pt>
    <dgm:pt modelId="{D9D211AA-8113-4F81-95E4-AC4CC56DE8EC}" type="parTrans" cxnId="{B83DDB73-FBDC-4FDE-A43F-9631086B7C6E}">
      <dgm:prSet/>
      <dgm:spPr/>
      <dgm:t>
        <a:bodyPr/>
        <a:lstStyle/>
        <a:p>
          <a:endParaRPr lang="en-US"/>
        </a:p>
      </dgm:t>
    </dgm:pt>
    <dgm:pt modelId="{A77064A7-B631-46E1-AD6B-A53E34930289}" type="sibTrans" cxnId="{B83DDB73-FBDC-4FDE-A43F-9631086B7C6E}">
      <dgm:prSet/>
      <dgm:spPr/>
      <dgm:t>
        <a:bodyPr/>
        <a:lstStyle/>
        <a:p>
          <a:endParaRPr lang="en-US"/>
        </a:p>
      </dgm:t>
    </dgm:pt>
    <dgm:pt modelId="{CA1BCE73-0C83-4226-9942-F57DF76C8BC8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grilling-drilling</a:t>
          </a:r>
        </a:p>
      </dgm:t>
    </dgm:pt>
    <dgm:pt modelId="{EECA50BB-9EA8-42FA-A810-6A84DCAB8C44}" type="parTrans" cxnId="{337CA3E9-F4D6-4B6B-AADD-913D3A7E05CE}">
      <dgm:prSet/>
      <dgm:spPr/>
      <dgm:t>
        <a:bodyPr/>
        <a:lstStyle/>
        <a:p>
          <a:endParaRPr lang="en-US"/>
        </a:p>
      </dgm:t>
    </dgm:pt>
    <dgm:pt modelId="{55878C7A-AC12-49CB-BABF-A54DE7502FB9}" type="sibTrans" cxnId="{337CA3E9-F4D6-4B6B-AADD-913D3A7E05CE}">
      <dgm:prSet/>
      <dgm:spPr/>
      <dgm:t>
        <a:bodyPr/>
        <a:lstStyle/>
        <a:p>
          <a:endParaRPr lang="en-US"/>
        </a:p>
      </dgm:t>
    </dgm:pt>
    <dgm:pt modelId="{2B2539BC-30CD-4A77-8142-F76C67B1C16E}">
      <dgm:prSet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chickn-chicken</a:t>
          </a:r>
        </a:p>
      </dgm:t>
    </dgm:pt>
    <dgm:pt modelId="{85490628-0E4E-4A15-8FA8-DA2D79AD860C}" type="parTrans" cxnId="{7AFD1048-84A8-4BBB-8053-C1784B4AC3F3}">
      <dgm:prSet/>
      <dgm:spPr/>
      <dgm:t>
        <a:bodyPr/>
        <a:lstStyle/>
        <a:p>
          <a:endParaRPr lang="en-US"/>
        </a:p>
      </dgm:t>
    </dgm:pt>
    <dgm:pt modelId="{AC5FB0A0-EC3D-47B7-A643-F3300FFAE487}" type="sibTrans" cxnId="{7AFD1048-84A8-4BBB-8053-C1784B4AC3F3}">
      <dgm:prSet/>
      <dgm:spPr/>
      <dgm:t>
        <a:bodyPr/>
        <a:lstStyle/>
        <a:p>
          <a:endParaRPr lang="en-US"/>
        </a:p>
      </dgm:t>
    </dgm:pt>
    <dgm:pt modelId="{2BF90855-4DA4-41F8-91E6-4507A9A3DCDE}">
      <dgm:prSet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chilean-clean</a:t>
          </a:r>
        </a:p>
      </dgm:t>
    </dgm:pt>
    <dgm:pt modelId="{DD5758D7-1082-4845-A2E0-9530CFE2F6D3}" type="parTrans" cxnId="{2250F864-B03F-4ED3-B242-EEA808FB585E}">
      <dgm:prSet/>
      <dgm:spPr/>
      <dgm:t>
        <a:bodyPr/>
        <a:lstStyle/>
        <a:p>
          <a:endParaRPr lang="en-US"/>
        </a:p>
      </dgm:t>
    </dgm:pt>
    <dgm:pt modelId="{60B5FAE5-3B0C-4927-9287-237ECA4AF16B}" type="sibTrans" cxnId="{2250F864-B03F-4ED3-B242-EEA808FB585E}">
      <dgm:prSet/>
      <dgm:spPr/>
      <dgm:t>
        <a:bodyPr/>
        <a:lstStyle/>
        <a:p>
          <a:endParaRPr lang="en-US"/>
        </a:p>
      </dgm:t>
    </dgm:pt>
    <dgm:pt modelId="{89507C43-7479-4EEE-849D-05078B8424E1}">
      <dgm:prSet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chili-child</a:t>
          </a:r>
        </a:p>
      </dgm:t>
    </dgm:pt>
    <dgm:pt modelId="{C0A1EDA4-07CE-4D7F-B30E-C4FCBB5BB01B}" type="parTrans" cxnId="{22E0AF7E-A03B-4485-A69A-980F030DF479}">
      <dgm:prSet/>
      <dgm:spPr/>
      <dgm:t>
        <a:bodyPr/>
        <a:lstStyle/>
        <a:p>
          <a:endParaRPr lang="en-US"/>
        </a:p>
      </dgm:t>
    </dgm:pt>
    <dgm:pt modelId="{7C9C6692-B7D0-40B9-AB6C-B2124F4EB053}" type="sibTrans" cxnId="{22E0AF7E-A03B-4485-A69A-980F030DF479}">
      <dgm:prSet/>
      <dgm:spPr/>
      <dgm:t>
        <a:bodyPr/>
        <a:lstStyle/>
        <a:p>
          <a:endParaRPr lang="en-US"/>
        </a:p>
      </dgm:t>
    </dgm:pt>
    <dgm:pt modelId="{CFC8D099-8A63-4671-B02E-20EA28AD690B}">
      <dgm:prSet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coconut-coronet</a:t>
          </a:r>
        </a:p>
      </dgm:t>
    </dgm:pt>
    <dgm:pt modelId="{887A7FD5-ECEB-4318-8A06-0F29F119106D}" type="parTrans" cxnId="{EF744868-B56A-484D-A9C4-20AA1EB15408}">
      <dgm:prSet/>
      <dgm:spPr/>
      <dgm:t>
        <a:bodyPr/>
        <a:lstStyle/>
        <a:p>
          <a:endParaRPr lang="en-US"/>
        </a:p>
      </dgm:t>
    </dgm:pt>
    <dgm:pt modelId="{00C74C68-B6E1-4B3B-B11B-BA1CBAB77C12}" type="sibTrans" cxnId="{EF744868-B56A-484D-A9C4-20AA1EB15408}">
      <dgm:prSet/>
      <dgm:spPr/>
      <dgm:t>
        <a:bodyPr/>
        <a:lstStyle/>
        <a:p>
          <a:endParaRPr lang="en-US"/>
        </a:p>
      </dgm:t>
    </dgm:pt>
    <dgm:pt modelId="{F035D1A7-0ECC-4FEB-ADFB-BB7F6455F77A}">
      <dgm:prSet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pumpkin-pushkin</a:t>
          </a:r>
        </a:p>
      </dgm:t>
    </dgm:pt>
    <dgm:pt modelId="{E0533707-FEFA-42AE-B7F2-EA61EBBA5F06}" type="parTrans" cxnId="{4FFE5B3F-E75F-4E04-8729-D725659A2159}">
      <dgm:prSet/>
      <dgm:spPr/>
      <dgm:t>
        <a:bodyPr/>
        <a:lstStyle/>
        <a:p>
          <a:endParaRPr lang="en-US"/>
        </a:p>
      </dgm:t>
    </dgm:pt>
    <dgm:pt modelId="{937C00A8-494D-4EDA-9212-7B74C0A3FA7D}" type="sibTrans" cxnId="{4FFE5B3F-E75F-4E04-8729-D725659A2159}">
      <dgm:prSet/>
      <dgm:spPr/>
      <dgm:t>
        <a:bodyPr/>
        <a:lstStyle/>
        <a:p>
          <a:endParaRPr lang="en-US"/>
        </a:p>
      </dgm:t>
    </dgm:pt>
    <dgm:pt modelId="{CC9E0796-B8AC-481D-A62B-1A03900B0115}">
      <dgm:prSet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quince-quincy</a:t>
          </a:r>
        </a:p>
      </dgm:t>
    </dgm:pt>
    <dgm:pt modelId="{1C106123-5E33-4A67-9368-EA5E113F0ACC}" type="parTrans" cxnId="{6456D042-18FD-4328-9A2E-E583ADFEE7CA}">
      <dgm:prSet/>
      <dgm:spPr/>
      <dgm:t>
        <a:bodyPr/>
        <a:lstStyle/>
        <a:p>
          <a:endParaRPr lang="en-US"/>
        </a:p>
      </dgm:t>
    </dgm:pt>
    <dgm:pt modelId="{AA43962B-906D-42F3-B034-E137BAC4E494}" type="sibTrans" cxnId="{6456D042-18FD-4328-9A2E-E583ADFEE7CA}">
      <dgm:prSet/>
      <dgm:spPr/>
      <dgm:t>
        <a:bodyPr/>
        <a:lstStyle/>
        <a:p>
          <a:endParaRPr lang="en-US"/>
        </a:p>
      </dgm:t>
    </dgm:pt>
    <dgm:pt modelId="{CF12E05C-3AB7-49A3-B7E5-808B0F223341}">
      <dgm:prSet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radish-ravish</a:t>
          </a:r>
        </a:p>
      </dgm:t>
    </dgm:pt>
    <dgm:pt modelId="{92FEE0B8-0294-4F5B-B3AE-8EF7BE5A7B76}" type="parTrans" cxnId="{A9650E09-2648-4217-96B0-234221A29746}">
      <dgm:prSet/>
      <dgm:spPr/>
      <dgm:t>
        <a:bodyPr/>
        <a:lstStyle/>
        <a:p>
          <a:endParaRPr lang="en-US"/>
        </a:p>
      </dgm:t>
    </dgm:pt>
    <dgm:pt modelId="{344E79C5-74AA-4562-910C-5724464833E9}" type="sibTrans" cxnId="{A9650E09-2648-4217-96B0-234221A29746}">
      <dgm:prSet/>
      <dgm:spPr/>
      <dgm:t>
        <a:bodyPr/>
        <a:lstStyle/>
        <a:p>
          <a:endParaRPr lang="en-US"/>
        </a:p>
      </dgm:t>
    </dgm:pt>
    <dgm:pt modelId="{B31EB003-2F44-47C9-A7B7-650620F5E51E}">
      <dgm:prSet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raisin-raising</a:t>
          </a:r>
        </a:p>
      </dgm:t>
    </dgm:pt>
    <dgm:pt modelId="{FC658536-32C6-450F-80E9-0C576614001E}" type="parTrans" cxnId="{4ADCBAE3-9ABE-4CB8-A858-ABC8B267FA54}">
      <dgm:prSet/>
      <dgm:spPr/>
      <dgm:t>
        <a:bodyPr/>
        <a:lstStyle/>
        <a:p>
          <a:endParaRPr lang="en-US"/>
        </a:p>
      </dgm:t>
    </dgm:pt>
    <dgm:pt modelId="{10545EA3-9505-4FA0-977B-28B770D898A9}" type="sibTrans" cxnId="{4ADCBAE3-9ABE-4CB8-A858-ABC8B267FA54}">
      <dgm:prSet/>
      <dgm:spPr/>
      <dgm:t>
        <a:bodyPr/>
        <a:lstStyle/>
        <a:p>
          <a:endParaRPr lang="en-US"/>
        </a:p>
      </dgm:t>
    </dgm:pt>
    <dgm:pt modelId="{483C8D7E-0061-4A71-8D94-58CFE3524AB4}">
      <dgm:prSet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57785" dist="33020" dir="318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gm:spPr>
      <dgm:t>
        <a:bodyPr/>
        <a:lstStyle/>
        <a:p>
          <a:r>
            <a:rPr lang="en-US" dirty="0"/>
            <a:t>thai-that</a:t>
          </a:r>
        </a:p>
      </dgm:t>
    </dgm:pt>
    <dgm:pt modelId="{E6C1D0FB-E0D6-4FFC-AA89-FA9EDC91B823}" type="parTrans" cxnId="{A69C438C-FA2C-4C28-98F7-4D9FAA908E99}">
      <dgm:prSet/>
      <dgm:spPr/>
      <dgm:t>
        <a:bodyPr/>
        <a:lstStyle/>
        <a:p>
          <a:endParaRPr lang="en-US"/>
        </a:p>
      </dgm:t>
    </dgm:pt>
    <dgm:pt modelId="{EAB1261E-6FFF-4754-90A3-CAD12AB6403E}" type="sibTrans" cxnId="{A69C438C-FA2C-4C28-98F7-4D9FAA908E99}">
      <dgm:prSet/>
      <dgm:spPr/>
      <dgm:t>
        <a:bodyPr/>
        <a:lstStyle/>
        <a:p>
          <a:endParaRPr lang="en-US"/>
        </a:p>
      </dgm:t>
    </dgm:pt>
    <dgm:pt modelId="{CC9811DD-6487-413A-A569-64746AAB2096}" type="pres">
      <dgm:prSet presAssocID="{6374AC1B-0229-4FCD-995E-11CD9EE05285}" presName="Name0" presStyleCnt="0">
        <dgm:presLayoutVars>
          <dgm:dir/>
          <dgm:animLvl val="lvl"/>
          <dgm:resizeHandles val="exact"/>
        </dgm:presLayoutVars>
      </dgm:prSet>
      <dgm:spPr/>
    </dgm:pt>
    <dgm:pt modelId="{5A835063-E940-418A-8E56-B5248B253DF2}" type="pres">
      <dgm:prSet presAssocID="{30815E62-40C7-426E-80B2-52357025685F}" presName="composite" presStyleCnt="0"/>
      <dgm:spPr/>
    </dgm:pt>
    <dgm:pt modelId="{A26AD8CC-7F90-418C-A57E-0CCB37A49A94}" type="pres">
      <dgm:prSet presAssocID="{30815E62-40C7-426E-80B2-52357025685F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E0B901FF-34AF-4924-B087-FEEB2EDE543E}" type="pres">
      <dgm:prSet presAssocID="{30815E62-40C7-426E-80B2-52357025685F}" presName="desTx" presStyleLbl="alignAccFollowNode1" presStyleIdx="0" presStyleCnt="4">
        <dgm:presLayoutVars>
          <dgm:bulletEnabled val="1"/>
        </dgm:presLayoutVars>
      </dgm:prSet>
      <dgm:spPr/>
    </dgm:pt>
    <dgm:pt modelId="{AA42046F-9F12-41D2-A135-F380CE1C675B}" type="pres">
      <dgm:prSet presAssocID="{56585C04-4917-4049-A1F6-BF9E0057DC16}" presName="space" presStyleCnt="0"/>
      <dgm:spPr/>
    </dgm:pt>
    <dgm:pt modelId="{BCEA0290-1E0D-4424-A515-0579DCE01777}" type="pres">
      <dgm:prSet presAssocID="{1A879961-A427-466F-B015-E92033E1110A}" presName="composite" presStyleCnt="0"/>
      <dgm:spPr/>
    </dgm:pt>
    <dgm:pt modelId="{29717A32-9863-46C8-9057-CD2C203ABDF1}" type="pres">
      <dgm:prSet presAssocID="{1A879961-A427-466F-B015-E92033E1110A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B52A5248-E5CE-4237-B839-0BD7A358258E}" type="pres">
      <dgm:prSet presAssocID="{1A879961-A427-466F-B015-E92033E1110A}" presName="desTx" presStyleLbl="alignAccFollowNode1" presStyleIdx="1" presStyleCnt="4">
        <dgm:presLayoutVars>
          <dgm:bulletEnabled val="1"/>
        </dgm:presLayoutVars>
      </dgm:prSet>
      <dgm:spPr/>
    </dgm:pt>
    <dgm:pt modelId="{BBDEE0A7-8D40-457A-A3BC-49612C014FE2}" type="pres">
      <dgm:prSet presAssocID="{5C5A342F-2F51-4523-BB78-9317B118ABF3}" presName="space" presStyleCnt="0"/>
      <dgm:spPr/>
    </dgm:pt>
    <dgm:pt modelId="{09D448A6-14FF-40E9-9239-4B401E9B0790}" type="pres">
      <dgm:prSet presAssocID="{F4DAC338-DBEE-44D7-8A9D-242ADF5499FA}" presName="composite" presStyleCnt="0"/>
      <dgm:spPr/>
    </dgm:pt>
    <dgm:pt modelId="{29131D4E-B654-461F-A64B-5135E76942F7}" type="pres">
      <dgm:prSet presAssocID="{F4DAC338-DBEE-44D7-8A9D-242ADF5499FA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55EF346D-B616-4B66-B746-D787CB91C212}" type="pres">
      <dgm:prSet presAssocID="{F4DAC338-DBEE-44D7-8A9D-242ADF5499FA}" presName="desTx" presStyleLbl="alignAccFollowNode1" presStyleIdx="2" presStyleCnt="4">
        <dgm:presLayoutVars>
          <dgm:bulletEnabled val="1"/>
        </dgm:presLayoutVars>
      </dgm:prSet>
      <dgm:spPr/>
    </dgm:pt>
    <dgm:pt modelId="{E8CA8D83-F6C6-4BB8-A343-CC582B796BA5}" type="pres">
      <dgm:prSet presAssocID="{C0EF412A-20ED-4520-AD79-2C4E8F3D3BFD}" presName="space" presStyleCnt="0"/>
      <dgm:spPr/>
    </dgm:pt>
    <dgm:pt modelId="{73490039-E31F-4578-B171-AC02CE0CC18F}" type="pres">
      <dgm:prSet presAssocID="{79F6AAE6-76F2-4E19-991E-63B64A1F5EE7}" presName="composite" presStyleCnt="0"/>
      <dgm:spPr/>
    </dgm:pt>
    <dgm:pt modelId="{33391748-543B-4C45-9F6C-112842578F49}" type="pres">
      <dgm:prSet presAssocID="{79F6AAE6-76F2-4E19-991E-63B64A1F5EE7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1B94C01C-1DC1-498D-8C2C-B8D9F47E5B61}" type="pres">
      <dgm:prSet presAssocID="{79F6AAE6-76F2-4E19-991E-63B64A1F5EE7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1B841001-3535-467B-9688-138B5DF83157}" srcId="{79F6AAE6-76F2-4E19-991E-63B64A1F5EE7}" destId="{EF1FAC6C-824E-46CD-8D36-A4464E835A0E}" srcOrd="14" destOrd="0" parTransId="{5D09C2EA-CFC9-44AE-AB87-B9C50AF27AEA}" sibTransId="{559DA485-DC7E-4D6E-B7C6-14E948087506}"/>
    <dgm:cxn modelId="{B32ABC04-6666-421E-B4ED-7CD8851B02B2}" srcId="{79F6AAE6-76F2-4E19-991E-63B64A1F5EE7}" destId="{62605959-87A2-4FB4-A3EC-884B41367598}" srcOrd="3" destOrd="0" parTransId="{C8C42865-C7B6-4C08-9289-C562F37312A3}" sibTransId="{59C65846-2013-40A3-B86A-7E2794E5B823}"/>
    <dgm:cxn modelId="{CB7A9E06-31B3-4F85-BD5B-23DA10F5E6D1}" type="presOf" srcId="{2A4CE492-D9D5-4F3C-989A-6EE823D05B3F}" destId="{B52A5248-E5CE-4237-B839-0BD7A358258E}" srcOrd="0" destOrd="9" presId="urn:microsoft.com/office/officeart/2005/8/layout/hList1"/>
    <dgm:cxn modelId="{9D754A07-D3E9-4FEC-A4DC-0681BD510140}" type="presOf" srcId="{CFC8D099-8A63-4671-B02E-20EA28AD690B}" destId="{55EF346D-B616-4B66-B746-D787CB91C212}" srcOrd="0" destOrd="4" presId="urn:microsoft.com/office/officeart/2005/8/layout/hList1"/>
    <dgm:cxn modelId="{BDFA8F07-3A76-458D-AFDD-26BD1EC731FC}" srcId="{79F6AAE6-76F2-4E19-991E-63B64A1F5EE7}" destId="{B6614B0A-DDE8-41AB-804C-44CE82C2D1DC}" srcOrd="6" destOrd="0" parTransId="{3CAD7E6E-B07F-4E7A-A008-D7E779664AD4}" sibTransId="{54D383CB-1395-4F8E-A974-76B6B2B515D6}"/>
    <dgm:cxn modelId="{D8BCAD07-250C-4B76-B2A8-7FC1047EB09C}" type="presOf" srcId="{8C84A898-5482-44D6-8712-C01B865AE816}" destId="{B52A5248-E5CE-4237-B839-0BD7A358258E}" srcOrd="0" destOrd="5" presId="urn:microsoft.com/office/officeart/2005/8/layout/hList1"/>
    <dgm:cxn modelId="{A9650E09-2648-4217-96B0-234221A29746}" srcId="{F4DAC338-DBEE-44D7-8A9D-242ADF5499FA}" destId="{CF12E05C-3AB7-49A3-B7E5-808B0F223341}" srcOrd="7" destOrd="0" parTransId="{92FEE0B8-0294-4F5B-B3AE-8EF7BE5A7B76}" sibTransId="{344E79C5-74AA-4562-910C-5724464833E9}"/>
    <dgm:cxn modelId="{8D5DEC0B-918C-4F8F-A602-B3C9CA01002C}" srcId="{79F6AAE6-76F2-4E19-991E-63B64A1F5EE7}" destId="{20BC694C-6F40-48DD-A697-420E2D89355C}" srcOrd="11" destOrd="0" parTransId="{7D5E8FA1-A489-4271-B5C2-EF82B00E172B}" sibTransId="{699A0909-87AA-44EE-86D7-4FC0DD27421A}"/>
    <dgm:cxn modelId="{C901000F-0AF8-49DF-BE1C-D1EF43ABF4EF}" srcId="{79F6AAE6-76F2-4E19-991E-63B64A1F5EE7}" destId="{A0CA75CA-3166-4F0B-B712-7C46765C1995}" srcOrd="8" destOrd="0" parTransId="{93681384-BA93-450B-801C-1B38CEBE2EBD}" sibTransId="{512558EF-4391-48FF-9843-204221E5A957}"/>
    <dgm:cxn modelId="{7E958010-08D2-4BFF-9447-548AE059927D}" srcId="{30815E62-40C7-426E-80B2-52357025685F}" destId="{4646E2F7-CDB7-4DFF-8C9F-718998930F40}" srcOrd="5" destOrd="0" parTransId="{B569E134-F50E-4E85-BD59-EF71AFEB08A7}" sibTransId="{6404063F-3AEC-4C8B-A47D-8B2D83FF0A4F}"/>
    <dgm:cxn modelId="{2A84FD1B-72AB-4B5F-B6C3-E1C945BD2EA7}" type="presOf" srcId="{D89A5008-D3C6-45FF-B598-BCF84EC488A9}" destId="{1B94C01C-1DC1-498D-8C2C-B8D9F47E5B61}" srcOrd="0" destOrd="15" presId="urn:microsoft.com/office/officeart/2005/8/layout/hList1"/>
    <dgm:cxn modelId="{B7E9F11D-3F39-43C1-9E23-6549F6D99877}" type="presOf" srcId="{71FD5E99-0617-494E-AF8E-F48CFCD1514E}" destId="{1B94C01C-1DC1-498D-8C2C-B8D9F47E5B61}" srcOrd="0" destOrd="9" presId="urn:microsoft.com/office/officeart/2005/8/layout/hList1"/>
    <dgm:cxn modelId="{D7D76620-CA9B-4C54-B90D-BCDC8901E757}" srcId="{30815E62-40C7-426E-80B2-52357025685F}" destId="{14442C80-365D-43F4-8C9C-C5E07D42DD18}" srcOrd="2" destOrd="0" parTransId="{8428A40D-7DFE-40D5-8F56-27BA8E8F3BF7}" sibTransId="{635A23E4-EBE3-41AA-9E64-E042B0F8E83E}"/>
    <dgm:cxn modelId="{0C034722-781E-4F61-A8C3-F7EEA6031876}" srcId="{79F6AAE6-76F2-4E19-991E-63B64A1F5EE7}" destId="{DB410A64-B7CC-4C40-87DB-A006996E988E}" srcOrd="1" destOrd="0" parTransId="{E69C4BA4-AFB4-41EA-B576-1E8F62FB49A4}" sibTransId="{5D6D2325-0DD5-4519-8BFB-F0A086DD349D}"/>
    <dgm:cxn modelId="{F0FB5C26-E9FA-4826-B639-8292CD402F79}" type="presOf" srcId="{20BC694C-6F40-48DD-A697-420E2D89355C}" destId="{1B94C01C-1DC1-498D-8C2C-B8D9F47E5B61}" srcOrd="0" destOrd="11" presId="urn:microsoft.com/office/officeart/2005/8/layout/hList1"/>
    <dgm:cxn modelId="{AA012032-8FE8-46BE-8C33-59766BFE45E0}" type="presOf" srcId="{79F6AAE6-76F2-4E19-991E-63B64A1F5EE7}" destId="{33391748-543B-4C45-9F6C-112842578F49}" srcOrd="0" destOrd="0" presId="urn:microsoft.com/office/officeart/2005/8/layout/hList1"/>
    <dgm:cxn modelId="{0763A332-FAE4-4D08-94B3-0FFFE0F8B878}" type="presOf" srcId="{D92BB8E2-D6A7-45DD-BE47-14D6E73A279C}" destId="{1B94C01C-1DC1-498D-8C2C-B8D9F47E5B61}" srcOrd="0" destOrd="5" presId="urn:microsoft.com/office/officeart/2005/8/layout/hList1"/>
    <dgm:cxn modelId="{C2209433-6363-4839-8A5C-4E8BABB19EA4}" type="presOf" srcId="{C3295A6A-D73C-49D6-BEC4-021761ADC074}" destId="{B52A5248-E5CE-4237-B839-0BD7A358258E}" srcOrd="0" destOrd="6" presId="urn:microsoft.com/office/officeart/2005/8/layout/hList1"/>
    <dgm:cxn modelId="{A4A51436-DED5-40E2-9A59-35BCA0DAB5BC}" type="presOf" srcId="{12F6538A-240C-4779-85A5-A70FCDBDADE6}" destId="{E0B901FF-34AF-4924-B087-FEEB2EDE543E}" srcOrd="0" destOrd="1" presId="urn:microsoft.com/office/officeart/2005/8/layout/hList1"/>
    <dgm:cxn modelId="{E83B9D38-6E19-481E-8C36-33C234367340}" srcId="{1A879961-A427-466F-B015-E92033E1110A}" destId="{2A4CE492-D9D5-4F3C-989A-6EE823D05B3F}" srcOrd="9" destOrd="0" parTransId="{99F4FC12-8750-452C-96C2-C4B969A95870}" sibTransId="{9E53B57B-6773-405D-A683-7CEE17E44A58}"/>
    <dgm:cxn modelId="{FA606F3A-9DF6-45F5-8B81-BB6F9AE1B628}" srcId="{6374AC1B-0229-4FCD-995E-11CD9EE05285}" destId="{F4DAC338-DBEE-44D7-8A9D-242ADF5499FA}" srcOrd="2" destOrd="0" parTransId="{D5AA3B7C-90DD-401A-9006-D9480B8466D2}" sibTransId="{C0EF412A-20ED-4520-AD79-2C4E8F3D3BFD}"/>
    <dgm:cxn modelId="{AAD8703C-AC0A-4C14-B8EC-C38A950B161C}" srcId="{79F6AAE6-76F2-4E19-991E-63B64A1F5EE7}" destId="{71FD5E99-0617-494E-AF8E-F48CFCD1514E}" srcOrd="9" destOrd="0" parTransId="{C2BA1A10-7D1D-43F6-A73C-7844B1E0EA9F}" sibTransId="{5F0F76AF-7C64-4482-AE47-E7C563D81E7A}"/>
    <dgm:cxn modelId="{4FFE5B3F-E75F-4E04-8729-D725659A2159}" srcId="{F4DAC338-DBEE-44D7-8A9D-242ADF5499FA}" destId="{F035D1A7-0ECC-4FEB-ADFB-BB7F6455F77A}" srcOrd="5" destOrd="0" parTransId="{E0533707-FEFA-42AE-B7F2-EA61EBBA5F06}" sibTransId="{937C00A8-494D-4EDA-9212-7B74C0A3FA7D}"/>
    <dgm:cxn modelId="{D34E375B-5681-4EC8-BE7B-4E1364372E1C}" type="presOf" srcId="{CA1BCE73-0C83-4226-9942-F57DF76C8BC8}" destId="{B52A5248-E5CE-4237-B839-0BD7A358258E}" srcOrd="0" destOrd="15" presId="urn:microsoft.com/office/officeart/2005/8/layout/hList1"/>
    <dgm:cxn modelId="{FBBABE5F-4127-4A0C-B4AE-47C99DB31C05}" srcId="{1A879961-A427-466F-B015-E92033E1110A}" destId="{E6D3921B-862F-40D0-8541-9BFD1118EDB4}" srcOrd="1" destOrd="0" parTransId="{AC8151FE-A0B6-4507-A120-74136534E369}" sibTransId="{33C63F7F-9DFD-48C4-9B9C-A93212B9722A}"/>
    <dgm:cxn modelId="{5C23D85F-6F88-4E1D-88FA-801A9F11198D}" type="presOf" srcId="{8BD6DB91-3B6E-4F97-B5DF-8FE29494A5CD}" destId="{B52A5248-E5CE-4237-B839-0BD7A358258E}" srcOrd="0" destOrd="10" presId="urn:microsoft.com/office/officeart/2005/8/layout/hList1"/>
    <dgm:cxn modelId="{6456D042-18FD-4328-9A2E-E583ADFEE7CA}" srcId="{F4DAC338-DBEE-44D7-8A9D-242ADF5499FA}" destId="{CC9E0796-B8AC-481D-A62B-1A03900B0115}" srcOrd="6" destOrd="0" parTransId="{1C106123-5E33-4A67-9368-EA5E113F0ACC}" sibTransId="{AA43962B-906D-42F3-B034-E137BAC4E494}"/>
    <dgm:cxn modelId="{2E283043-7744-406F-8482-D274522965FD}" type="presOf" srcId="{EB82D994-1D29-4FAA-B75F-8CCE786F4D83}" destId="{E0B901FF-34AF-4924-B087-FEEB2EDE543E}" srcOrd="0" destOrd="3" presId="urn:microsoft.com/office/officeart/2005/8/layout/hList1"/>
    <dgm:cxn modelId="{A0686963-0FFF-40A6-A8D8-574120686AA9}" type="presOf" srcId="{6567268A-7283-43D9-8B70-6539E37476ED}" destId="{E0B901FF-34AF-4924-B087-FEEB2EDE543E}" srcOrd="0" destOrd="0" presId="urn:microsoft.com/office/officeart/2005/8/layout/hList1"/>
    <dgm:cxn modelId="{7734D563-6E23-4D86-A66A-EA770DD5FF77}" type="presOf" srcId="{E62B5666-1421-4170-85DF-BE82CCCD7EBF}" destId="{E0B901FF-34AF-4924-B087-FEEB2EDE543E}" srcOrd="0" destOrd="4" presId="urn:microsoft.com/office/officeart/2005/8/layout/hList1"/>
    <dgm:cxn modelId="{2250F864-B03F-4ED3-B242-EEA808FB585E}" srcId="{F4DAC338-DBEE-44D7-8A9D-242ADF5499FA}" destId="{2BF90855-4DA4-41F8-91E6-4507A9A3DCDE}" srcOrd="2" destOrd="0" parTransId="{DD5758D7-1082-4845-A2E0-9530CFE2F6D3}" sibTransId="{60B5FAE5-3B0C-4927-9287-237ECA4AF16B}"/>
    <dgm:cxn modelId="{0ECEA646-539A-4164-97C9-7760F1924985}" srcId="{1A879961-A427-466F-B015-E92033E1110A}" destId="{C79094C2-4263-4A3A-9DC5-21DBBED4FC25}" srcOrd="3" destOrd="0" parTransId="{25725D99-D39C-4709-AEC5-7D3A804D6E01}" sibTransId="{6B7B02C4-C4F7-429A-AA73-12E3EF4CE554}"/>
    <dgm:cxn modelId="{7AFD1048-84A8-4BBB-8053-C1784B4AC3F3}" srcId="{F4DAC338-DBEE-44D7-8A9D-242ADF5499FA}" destId="{2B2539BC-30CD-4A77-8142-F76C67B1C16E}" srcOrd="1" destOrd="0" parTransId="{85490628-0E4E-4A15-8FA8-DA2D79AD860C}" sibTransId="{AC5FB0A0-EC3D-47B7-A643-F3300FFAE487}"/>
    <dgm:cxn modelId="{F4C12848-C854-401C-B658-DC7E570712A7}" srcId="{1A879961-A427-466F-B015-E92033E1110A}" destId="{45DADA76-5F91-4ECD-966F-8B7867860347}" srcOrd="0" destOrd="0" parTransId="{4047B0F5-48A6-4D3B-9FC4-A460C647DAC5}" sibTransId="{2B6500F0-1432-439B-8DE2-1E6AB9D52265}"/>
    <dgm:cxn modelId="{EF744868-B56A-484D-A9C4-20AA1EB15408}" srcId="{F4DAC338-DBEE-44D7-8A9D-242ADF5499FA}" destId="{CFC8D099-8A63-4671-B02E-20EA28AD690B}" srcOrd="4" destOrd="0" parTransId="{887A7FD5-ECEB-4318-8A06-0F29F119106D}" sibTransId="{00C74C68-B6E1-4B3B-B11B-BA1CBAB77C12}"/>
    <dgm:cxn modelId="{36B86969-153C-4F7F-B36E-BA91E39736B1}" type="presOf" srcId="{30815E62-40C7-426E-80B2-52357025685F}" destId="{A26AD8CC-7F90-418C-A57E-0CCB37A49A94}" srcOrd="0" destOrd="0" presId="urn:microsoft.com/office/officeart/2005/8/layout/hList1"/>
    <dgm:cxn modelId="{C9E9556A-DA48-4F6C-8107-A4187B8A6F5E}" type="presOf" srcId="{7F1985F8-B7C5-4AA2-AD81-2BBE340B7062}" destId="{B52A5248-E5CE-4237-B839-0BD7A358258E}" srcOrd="0" destOrd="12" presId="urn:microsoft.com/office/officeart/2005/8/layout/hList1"/>
    <dgm:cxn modelId="{B851F84C-BE29-462E-9C2E-526195FC5B62}" srcId="{79F6AAE6-76F2-4E19-991E-63B64A1F5EE7}" destId="{E2A1E830-643A-44F1-AC47-5538E7342F5B}" srcOrd="12" destOrd="0" parTransId="{FFD5C0CD-280C-48C0-B460-068ADF60A0A9}" sibTransId="{85E72BD0-B3AE-4F58-80A1-209D5B4A071C}"/>
    <dgm:cxn modelId="{26241C6D-E041-4411-8545-DAF48E024205}" srcId="{30815E62-40C7-426E-80B2-52357025685F}" destId="{EB82D994-1D29-4FAA-B75F-8CCE786F4D83}" srcOrd="3" destOrd="0" parTransId="{C7D4B719-64D3-4357-8ACB-C3DFEB15DEAA}" sibTransId="{5A3B4F7C-470D-467F-BC8C-D49729ACCEBF}"/>
    <dgm:cxn modelId="{9EF32B6D-DE1C-473B-8CA6-FFE8A2A972B1}" type="presOf" srcId="{45DADA76-5F91-4ECD-966F-8B7867860347}" destId="{B52A5248-E5CE-4237-B839-0BD7A358258E}" srcOrd="0" destOrd="0" presId="urn:microsoft.com/office/officeart/2005/8/layout/hList1"/>
    <dgm:cxn modelId="{C85B574D-E075-4DA3-A8C3-DCEDE8A9A837}" type="presOf" srcId="{4646E2F7-CDB7-4DFF-8C9F-718998930F40}" destId="{E0B901FF-34AF-4924-B087-FEEB2EDE543E}" srcOrd="0" destOrd="5" presId="urn:microsoft.com/office/officeart/2005/8/layout/hList1"/>
    <dgm:cxn modelId="{90A5CC51-AE8D-4700-B795-EFCF40262D8C}" srcId="{1A879961-A427-466F-B015-E92033E1110A}" destId="{0130D3C4-DE96-4A08-AF0C-FA8B80874C84}" srcOrd="13" destOrd="0" parTransId="{99A1F1AC-CFC6-40E9-8940-09D16E06FE1D}" sibTransId="{86D1A42E-F467-40AD-9FEC-955509C517A2}"/>
    <dgm:cxn modelId="{B83DDB73-FBDC-4FDE-A43F-9631086B7C6E}" srcId="{1A879961-A427-466F-B015-E92033E1110A}" destId="{00133A0F-8C94-4877-A9E4-81293F3FFBE9}" srcOrd="14" destOrd="0" parTransId="{D9D211AA-8113-4F81-95E4-AC4CC56DE8EC}" sibTransId="{A77064A7-B631-46E1-AD6B-A53E34930289}"/>
    <dgm:cxn modelId="{B86B4374-2E2B-449E-AB02-FABE18A64DFE}" type="presOf" srcId="{C79094C2-4263-4A3A-9DC5-21DBBED4FC25}" destId="{B52A5248-E5CE-4237-B839-0BD7A358258E}" srcOrd="0" destOrd="3" presId="urn:microsoft.com/office/officeart/2005/8/layout/hList1"/>
    <dgm:cxn modelId="{7406FE77-E0C6-4A4D-8DF8-86EC1ACAA5E8}" type="presOf" srcId="{2CBF4266-58E9-45EE-B222-F6E61C618521}" destId="{1B94C01C-1DC1-498D-8C2C-B8D9F47E5B61}" srcOrd="0" destOrd="16" presId="urn:microsoft.com/office/officeart/2005/8/layout/hList1"/>
    <dgm:cxn modelId="{B789175A-0605-4D15-9D80-BBCD7394ED1A}" type="presOf" srcId="{2B2539BC-30CD-4A77-8142-F76C67B1C16E}" destId="{55EF346D-B616-4B66-B746-D787CB91C212}" srcOrd="0" destOrd="1" presId="urn:microsoft.com/office/officeart/2005/8/layout/hList1"/>
    <dgm:cxn modelId="{6AB9157E-9A16-4105-982C-59F4F033EE5D}" type="presOf" srcId="{14442C80-365D-43F4-8C9C-C5E07D42DD18}" destId="{E0B901FF-34AF-4924-B087-FEEB2EDE543E}" srcOrd="0" destOrd="2" presId="urn:microsoft.com/office/officeart/2005/8/layout/hList1"/>
    <dgm:cxn modelId="{57F23D7E-8CFE-4472-9E89-6A312740D66A}" type="presOf" srcId="{B31EB003-2F44-47C9-A7B7-650620F5E51E}" destId="{55EF346D-B616-4B66-B746-D787CB91C212}" srcOrd="0" destOrd="8" presId="urn:microsoft.com/office/officeart/2005/8/layout/hList1"/>
    <dgm:cxn modelId="{22E0AF7E-A03B-4485-A69A-980F030DF479}" srcId="{F4DAC338-DBEE-44D7-8A9D-242ADF5499FA}" destId="{89507C43-7479-4EEE-849D-05078B8424E1}" srcOrd="3" destOrd="0" parTransId="{C0A1EDA4-07CE-4D7F-B30E-C4FCBB5BB01B}" sibTransId="{7C9C6692-B7D0-40B9-AB6C-B2124F4EB053}"/>
    <dgm:cxn modelId="{6E7D797F-15EF-4F3D-9D75-38403CE07556}" srcId="{F4DAC338-DBEE-44D7-8A9D-242ADF5499FA}" destId="{509105E0-7DD9-4791-AAFC-27F7268E347A}" srcOrd="0" destOrd="0" parTransId="{6D348732-6256-4F76-A7D6-9F9D9EA1D5BC}" sibTransId="{463B3BC4-3FBE-4075-91BD-F69AFE4884F3}"/>
    <dgm:cxn modelId="{59F7B181-8BA1-411B-B313-12A62F111DC6}" type="presOf" srcId="{F4DAC338-DBEE-44D7-8A9D-242ADF5499FA}" destId="{29131D4E-B654-461F-A64B-5135E76942F7}" srcOrd="0" destOrd="0" presId="urn:microsoft.com/office/officeart/2005/8/layout/hList1"/>
    <dgm:cxn modelId="{EE1FA686-03F9-45D8-831C-770391F39C33}" type="presOf" srcId="{A0CA75CA-3166-4F0B-B712-7C46765C1995}" destId="{1B94C01C-1DC1-498D-8C2C-B8D9F47E5B61}" srcOrd="0" destOrd="8" presId="urn:microsoft.com/office/officeart/2005/8/layout/hList1"/>
    <dgm:cxn modelId="{BA04AC86-5431-401D-9405-0019F27C2C57}" type="presOf" srcId="{DB410A64-B7CC-4C40-87DB-A006996E988E}" destId="{1B94C01C-1DC1-498D-8C2C-B8D9F47E5B61}" srcOrd="0" destOrd="1" presId="urn:microsoft.com/office/officeart/2005/8/layout/hList1"/>
    <dgm:cxn modelId="{4E2E0B8B-AA26-4213-9A5F-CB9EA0EF6AF9}" srcId="{79F6AAE6-76F2-4E19-991E-63B64A1F5EE7}" destId="{4216F41D-E77D-4E04-9D00-06D00F83B171}" srcOrd="2" destOrd="0" parTransId="{5AE02F74-C875-4371-AA26-6073F06A2643}" sibTransId="{0CA6DB1D-90FE-438D-8AE6-D981E2C17223}"/>
    <dgm:cxn modelId="{C9171A8C-473C-4AAB-AC7B-05B653DE7137}" srcId="{1A879961-A427-466F-B015-E92033E1110A}" destId="{80E77CF1-0EA8-4F6D-BFE4-BB3574EEC5AB}" srcOrd="2" destOrd="0" parTransId="{0AD4EE01-9C3A-4CE2-B5FA-2A325ED42FDB}" sibTransId="{E1744166-B258-4483-B4F4-E563710549BC}"/>
    <dgm:cxn modelId="{A69C438C-FA2C-4C28-98F7-4D9FAA908E99}" srcId="{F4DAC338-DBEE-44D7-8A9D-242ADF5499FA}" destId="{483C8D7E-0061-4A71-8D94-58CFE3524AB4}" srcOrd="9" destOrd="0" parTransId="{E6C1D0FB-E0D6-4FFC-AA89-FA9EDC91B823}" sibTransId="{EAB1261E-6FFF-4754-90A3-CAD12AB6403E}"/>
    <dgm:cxn modelId="{7903E290-3F3F-449E-94FA-91ACB1835825}" srcId="{1A879961-A427-466F-B015-E92033E1110A}" destId="{1509A9A7-53E9-446B-AA0A-D0A0B9674CFF}" srcOrd="4" destOrd="0" parTransId="{8BF7CE60-FEB7-460E-9ECA-9339B4DB7B33}" sibTransId="{F20B3D91-38CB-42C6-8AF1-2847E113FB6D}"/>
    <dgm:cxn modelId="{ADB33896-B4A3-43BB-AED4-131C84A21889}" srcId="{30815E62-40C7-426E-80B2-52357025685F}" destId="{6567268A-7283-43D9-8B70-6539E37476ED}" srcOrd="0" destOrd="0" parTransId="{EC588BE3-ABB7-425B-80E2-C542342C605C}" sibTransId="{994881F2-B5A6-4599-BED9-B7A329D24FF5}"/>
    <dgm:cxn modelId="{884D6898-D1B1-4C9E-9DDC-275A457295B8}" type="presOf" srcId="{62605959-87A2-4FB4-A3EC-884B41367598}" destId="{1B94C01C-1DC1-498D-8C2C-B8D9F47E5B61}" srcOrd="0" destOrd="3" presId="urn:microsoft.com/office/officeart/2005/8/layout/hList1"/>
    <dgm:cxn modelId="{3A7E8298-4C2D-46B8-9752-5BFACB1ED200}" type="presOf" srcId="{483C8D7E-0061-4A71-8D94-58CFE3524AB4}" destId="{55EF346D-B616-4B66-B746-D787CB91C212}" srcOrd="0" destOrd="9" presId="urn:microsoft.com/office/officeart/2005/8/layout/hList1"/>
    <dgm:cxn modelId="{6F84A59A-4ADF-4EA1-B0A9-6DD574013EF1}" type="presOf" srcId="{CC9E0796-B8AC-481D-A62B-1A03900B0115}" destId="{55EF346D-B616-4B66-B746-D787CB91C212}" srcOrd="0" destOrd="6" presId="urn:microsoft.com/office/officeart/2005/8/layout/hList1"/>
    <dgm:cxn modelId="{3818BC9A-BC27-454E-BA95-6C837F077CD0}" type="presOf" srcId="{B272B85E-AB95-496B-BFFE-A4129E73BDC9}" destId="{E0B901FF-34AF-4924-B087-FEEB2EDE543E}" srcOrd="0" destOrd="6" presId="urn:microsoft.com/office/officeart/2005/8/layout/hList1"/>
    <dgm:cxn modelId="{E737F39A-127C-4DEB-ABBC-6A2573A78619}" srcId="{79F6AAE6-76F2-4E19-991E-63B64A1F5EE7}" destId="{D89A5008-D3C6-45FF-B598-BCF84EC488A9}" srcOrd="15" destOrd="0" parTransId="{9C2D1DF1-AC18-4362-B72F-DF3547DF1B89}" sibTransId="{D4BD0F80-5167-404B-99B6-1462E89390AC}"/>
    <dgm:cxn modelId="{888E2B9C-3D2A-45D0-8A1A-81CDC9E8B6CE}" srcId="{1A879961-A427-466F-B015-E92033E1110A}" destId="{65C29FC5-3D2A-4FDF-9B79-01992222C563}" srcOrd="8" destOrd="0" parTransId="{8CB5078E-B59C-459D-B8EA-6601632E9F14}" sibTransId="{0F0ADCF4-1116-47CA-8511-54944D3722F2}"/>
    <dgm:cxn modelId="{1985789C-F733-4720-BC43-DA956F8D826D}" type="presOf" srcId="{1509A9A7-53E9-446B-AA0A-D0A0B9674CFF}" destId="{B52A5248-E5CE-4237-B839-0BD7A358258E}" srcOrd="0" destOrd="4" presId="urn:microsoft.com/office/officeart/2005/8/layout/hList1"/>
    <dgm:cxn modelId="{C4E2B39F-2E66-4D1E-BCA8-F007EB3CBAD6}" srcId="{6374AC1B-0229-4FCD-995E-11CD9EE05285}" destId="{1A879961-A427-466F-B015-E92033E1110A}" srcOrd="1" destOrd="0" parTransId="{155A48C3-A5DB-48CF-A4B0-66A6E5A0C9E7}" sibTransId="{5C5A342F-2F51-4523-BB78-9317B118ABF3}"/>
    <dgm:cxn modelId="{F8C2E9A1-12DC-4394-9973-F245D2948552}" srcId="{1A879961-A427-466F-B015-E92033E1110A}" destId="{8BD6DB91-3B6E-4F97-B5DF-8FE29494A5CD}" srcOrd="10" destOrd="0" parTransId="{D693998D-B4C6-4103-8A7E-FBA2ABA4B7A0}" sibTransId="{040B4E93-553D-4ADE-83EA-26DD3486D72F}"/>
    <dgm:cxn modelId="{02310FA3-4616-44D2-8F7D-A096001ADA07}" srcId="{1A879961-A427-466F-B015-E92033E1110A}" destId="{81C2660F-D4EB-444C-8F38-E896AE31408D}" srcOrd="11" destOrd="0" parTransId="{0783407A-1D1E-4725-9ED8-CB631951018D}" sibTransId="{81D6E549-71CF-427A-9C1B-B5DBECE9DDAD}"/>
    <dgm:cxn modelId="{68A671A4-4576-4BA0-8E99-A93148B4100D}" srcId="{1A879961-A427-466F-B015-E92033E1110A}" destId="{8C84A898-5482-44D6-8712-C01B865AE816}" srcOrd="5" destOrd="0" parTransId="{2DD4F767-E12D-44BF-AE7E-2914AF891EAA}" sibTransId="{122587E3-86EB-4120-AC3E-9FBEE23D82C5}"/>
    <dgm:cxn modelId="{F5C00EA8-6242-44C7-8925-7C7BDF577F1A}" srcId="{79F6AAE6-76F2-4E19-991E-63B64A1F5EE7}" destId="{98F1B151-2DA1-4369-B8D5-F579EF52185C}" srcOrd="4" destOrd="0" parTransId="{4262B9AE-4FF6-4E18-9B9D-264990B70A28}" sibTransId="{DADFA361-ED6B-4FA0-BB2E-9482CD2591D7}"/>
    <dgm:cxn modelId="{768F4CB1-6EB0-41B7-8C57-FDE6C512A81A}" type="presOf" srcId="{0130D3C4-DE96-4A08-AF0C-FA8B80874C84}" destId="{B52A5248-E5CE-4237-B839-0BD7A358258E}" srcOrd="0" destOrd="13" presId="urn:microsoft.com/office/officeart/2005/8/layout/hList1"/>
    <dgm:cxn modelId="{3C07A6B5-1D3F-4FED-A1AE-DF022982844E}" type="presOf" srcId="{F035D1A7-0ECC-4FEB-ADFB-BB7F6455F77A}" destId="{55EF346D-B616-4B66-B746-D787CB91C212}" srcOrd="0" destOrd="5" presId="urn:microsoft.com/office/officeart/2005/8/layout/hList1"/>
    <dgm:cxn modelId="{C89BEAB7-446B-4BEB-A14C-D3485737788C}" type="presOf" srcId="{4216F41D-E77D-4E04-9D00-06D00F83B171}" destId="{1B94C01C-1DC1-498D-8C2C-B8D9F47E5B61}" srcOrd="0" destOrd="2" presId="urn:microsoft.com/office/officeart/2005/8/layout/hList1"/>
    <dgm:cxn modelId="{EC889CB8-65E1-4F89-BC2F-7A100F5A7752}" srcId="{79F6AAE6-76F2-4E19-991E-63B64A1F5EE7}" destId="{D92BB8E2-D6A7-45DD-BE47-14D6E73A279C}" srcOrd="5" destOrd="0" parTransId="{F2F3A3D3-128C-48AB-9D05-D74CC0C08185}" sibTransId="{F4519076-A22D-4129-B4EC-F912F0409113}"/>
    <dgm:cxn modelId="{3546ECB8-7381-46B8-A6C2-689C0950E7F8}" type="presOf" srcId="{80E77CF1-0EA8-4F6D-BFE4-BB3574EEC5AB}" destId="{B52A5248-E5CE-4237-B839-0BD7A358258E}" srcOrd="0" destOrd="2" presId="urn:microsoft.com/office/officeart/2005/8/layout/hList1"/>
    <dgm:cxn modelId="{2D2FDABA-EA0F-4B93-954C-475E3C8D4861}" type="presOf" srcId="{6374AC1B-0229-4FCD-995E-11CD9EE05285}" destId="{CC9811DD-6487-413A-A569-64746AAB2096}" srcOrd="0" destOrd="0" presId="urn:microsoft.com/office/officeart/2005/8/layout/hList1"/>
    <dgm:cxn modelId="{89F8BABD-02E5-4E2B-9EE9-327E63933F2F}" type="presOf" srcId="{CF12E05C-3AB7-49A3-B7E5-808B0F223341}" destId="{55EF346D-B616-4B66-B746-D787CB91C212}" srcOrd="0" destOrd="7" presId="urn:microsoft.com/office/officeart/2005/8/layout/hList1"/>
    <dgm:cxn modelId="{744448C4-A03D-4E7A-B3F8-2FE04BF1F325}" type="presOf" srcId="{E2A1E830-643A-44F1-AC47-5538E7342F5B}" destId="{1B94C01C-1DC1-498D-8C2C-B8D9F47E5B61}" srcOrd="0" destOrd="12" presId="urn:microsoft.com/office/officeart/2005/8/layout/hList1"/>
    <dgm:cxn modelId="{F4957FC5-E185-4F13-A8CD-2816FB0FCF3C}" srcId="{1A879961-A427-466F-B015-E92033E1110A}" destId="{C3295A6A-D73C-49D6-BEC4-021761ADC074}" srcOrd="6" destOrd="0" parTransId="{A34A2391-66F1-44C0-8C32-CEB5F28B205A}" sibTransId="{E80734C6-99AE-4CBE-8F93-FB2C8AD25605}"/>
    <dgm:cxn modelId="{D821F6C6-C7BD-4F78-BBF0-1D482CA5503B}" srcId="{79F6AAE6-76F2-4E19-991E-63B64A1F5EE7}" destId="{95BC77C9-3CCB-4DED-AFFD-365630D7B230}" srcOrd="0" destOrd="0" parTransId="{064C0C03-3750-4A88-8D73-5C69345C3C98}" sibTransId="{6F5B1EC1-93B6-4FEE-B707-8C6020169C11}"/>
    <dgm:cxn modelId="{EC5239C7-88F3-438F-A670-C7B041D951BC}" type="presOf" srcId="{00133A0F-8C94-4877-A9E4-81293F3FFBE9}" destId="{B52A5248-E5CE-4237-B839-0BD7A358258E}" srcOrd="0" destOrd="14" presId="urn:microsoft.com/office/officeart/2005/8/layout/hList1"/>
    <dgm:cxn modelId="{DF703AC7-E2DE-4F75-AD0F-83272DA84439}" srcId="{30815E62-40C7-426E-80B2-52357025685F}" destId="{FB5A7AB4-A7B9-44AF-93DE-8637133B1BD9}" srcOrd="7" destOrd="0" parTransId="{472CFCC9-6EA5-4410-B62B-F3C56C338E1B}" sibTransId="{695908AA-9323-465C-BF41-31EBE52BC553}"/>
    <dgm:cxn modelId="{525586C7-69AF-420D-A088-9430F7B8C02C}" srcId="{79F6AAE6-76F2-4E19-991E-63B64A1F5EE7}" destId="{2CBF4266-58E9-45EE-B222-F6E61C618521}" srcOrd="16" destOrd="0" parTransId="{D9CCE878-1762-4EA1-95AF-E6E686354CA0}" sibTransId="{32AA6AA9-A405-49EC-8DCE-77BEA62810AB}"/>
    <dgm:cxn modelId="{DF96B6C8-674F-412E-8A5C-2C495ED4F6BA}" srcId="{6374AC1B-0229-4FCD-995E-11CD9EE05285}" destId="{79F6AAE6-76F2-4E19-991E-63B64A1F5EE7}" srcOrd="3" destOrd="0" parTransId="{C846C2E0-6DC7-4EA1-A31B-A0ED7AFD77FA}" sibTransId="{5D54641C-2BF1-4936-AD79-41C5C7934458}"/>
    <dgm:cxn modelId="{101630CA-69BC-4870-A0DB-2F659C79EFD0}" type="presOf" srcId="{E6D3921B-862F-40D0-8541-9BFD1118EDB4}" destId="{B52A5248-E5CE-4237-B839-0BD7A358258E}" srcOrd="0" destOrd="1" presId="urn:microsoft.com/office/officeart/2005/8/layout/hList1"/>
    <dgm:cxn modelId="{A695E4CA-D35A-494D-B742-355DFF4E448E}" srcId="{79F6AAE6-76F2-4E19-991E-63B64A1F5EE7}" destId="{A4604F7B-9463-4702-BD87-079503FC9A01}" srcOrd="13" destOrd="0" parTransId="{45A23FCC-3628-4FA1-A265-21C1E9F9241B}" sibTransId="{F069AD79-1005-4EA5-BB0B-7A44F540722D}"/>
    <dgm:cxn modelId="{86B9A7CD-2CA4-4165-A27B-25D759951729}" type="presOf" srcId="{89507C43-7479-4EEE-849D-05078B8424E1}" destId="{55EF346D-B616-4B66-B746-D787CB91C212}" srcOrd="0" destOrd="3" presId="urn:microsoft.com/office/officeart/2005/8/layout/hList1"/>
    <dgm:cxn modelId="{18DFF1D0-766F-4EBB-9BDC-4B9F898D3417}" srcId="{30815E62-40C7-426E-80B2-52357025685F}" destId="{12F6538A-240C-4779-85A5-A70FCDBDADE6}" srcOrd="1" destOrd="0" parTransId="{31EDB47F-7490-4B60-A528-F8EB94ED96ED}" sibTransId="{94CDF12A-CFB3-436F-B464-FC00B674C1B6}"/>
    <dgm:cxn modelId="{45A4CBD2-227E-4B2D-9719-478B1A29AAA0}" srcId="{79F6AAE6-76F2-4E19-991E-63B64A1F5EE7}" destId="{B73DFD77-AD28-435F-93B1-498738829443}" srcOrd="10" destOrd="0" parTransId="{6BB0F058-FE4F-4995-809C-F19E41D4B13C}" sibTransId="{3C215F70-5A88-40F8-9F8B-06F1D66CAE15}"/>
    <dgm:cxn modelId="{F206A3D7-4089-4F67-BB7F-80DC3AC75020}" type="presOf" srcId="{1A879961-A427-466F-B015-E92033E1110A}" destId="{29717A32-9863-46C8-9057-CD2C203ABDF1}" srcOrd="0" destOrd="0" presId="urn:microsoft.com/office/officeart/2005/8/layout/hList1"/>
    <dgm:cxn modelId="{CBE175D8-C6AD-40D6-B0EB-9A1957DFB12B}" type="presOf" srcId="{FB5A7AB4-A7B9-44AF-93DE-8637133B1BD9}" destId="{E0B901FF-34AF-4924-B087-FEEB2EDE543E}" srcOrd="0" destOrd="7" presId="urn:microsoft.com/office/officeart/2005/8/layout/hList1"/>
    <dgm:cxn modelId="{CCDA0BD9-E693-45D6-ACE8-FED19B833008}" srcId="{30815E62-40C7-426E-80B2-52357025685F}" destId="{E62B5666-1421-4170-85DF-BE82CCCD7EBF}" srcOrd="4" destOrd="0" parTransId="{DA249958-C26D-410C-992D-4162A071141B}" sibTransId="{4F03BB34-E691-47C8-825F-F82C484111E0}"/>
    <dgm:cxn modelId="{F84F9BD9-232E-429C-9FCD-FEF06042D641}" srcId="{1A879961-A427-466F-B015-E92033E1110A}" destId="{7F1985F8-B7C5-4AA2-AD81-2BBE340B7062}" srcOrd="12" destOrd="0" parTransId="{E15FC849-C270-4639-B42A-9212B07B0D1F}" sibTransId="{EC0F17DF-1AF0-4C63-92D2-1A76E8B96441}"/>
    <dgm:cxn modelId="{C52817DA-3C07-414E-A3A3-A8C00B159089}" type="presOf" srcId="{A4604F7B-9463-4702-BD87-079503FC9A01}" destId="{1B94C01C-1DC1-498D-8C2C-B8D9F47E5B61}" srcOrd="0" destOrd="13" presId="urn:microsoft.com/office/officeart/2005/8/layout/hList1"/>
    <dgm:cxn modelId="{7301BBE0-4B97-483F-8BF9-96973171E851}" type="presOf" srcId="{65C29FC5-3D2A-4FDF-9B79-01992222C563}" destId="{B52A5248-E5CE-4237-B839-0BD7A358258E}" srcOrd="0" destOrd="8" presId="urn:microsoft.com/office/officeart/2005/8/layout/hList1"/>
    <dgm:cxn modelId="{8B1AA1E1-5FAB-49E7-837B-F2B28AF6EE98}" type="presOf" srcId="{B6614B0A-DDE8-41AB-804C-44CE82C2D1DC}" destId="{1B94C01C-1DC1-498D-8C2C-B8D9F47E5B61}" srcOrd="0" destOrd="6" presId="urn:microsoft.com/office/officeart/2005/8/layout/hList1"/>
    <dgm:cxn modelId="{63C460E3-1031-4C63-AAE9-A3D3BFC50209}" type="presOf" srcId="{509105E0-7DD9-4791-AAFC-27F7268E347A}" destId="{55EF346D-B616-4B66-B746-D787CB91C212}" srcOrd="0" destOrd="0" presId="urn:microsoft.com/office/officeart/2005/8/layout/hList1"/>
    <dgm:cxn modelId="{4ADCBAE3-9ABE-4CB8-A858-ABC8B267FA54}" srcId="{F4DAC338-DBEE-44D7-8A9D-242ADF5499FA}" destId="{B31EB003-2F44-47C9-A7B7-650620F5E51E}" srcOrd="8" destOrd="0" parTransId="{FC658536-32C6-450F-80E9-0C576614001E}" sibTransId="{10545EA3-9505-4FA0-977B-28B770D898A9}"/>
    <dgm:cxn modelId="{4E5F20E4-6FC5-4442-A2AF-936B4E910D87}" type="presOf" srcId="{98F1B151-2DA1-4369-B8D5-F579EF52185C}" destId="{1B94C01C-1DC1-498D-8C2C-B8D9F47E5B61}" srcOrd="0" destOrd="4" presId="urn:microsoft.com/office/officeart/2005/8/layout/hList1"/>
    <dgm:cxn modelId="{FC378BE4-93B2-4157-90B1-9E6A67994B28}" srcId="{6374AC1B-0229-4FCD-995E-11CD9EE05285}" destId="{30815E62-40C7-426E-80B2-52357025685F}" srcOrd="0" destOrd="0" parTransId="{3F7F3A92-DB36-4A20-9FCE-AB9EFCCA8F52}" sibTransId="{56585C04-4917-4049-A1F6-BF9E0057DC16}"/>
    <dgm:cxn modelId="{DAD527E5-BDE8-4D33-B2F2-8DB8A4CAD32F}" type="presOf" srcId="{B4E0FBA8-7EF4-4AF4-AEEC-FEBDBC84D819}" destId="{B52A5248-E5CE-4237-B839-0BD7A358258E}" srcOrd="0" destOrd="7" presId="urn:microsoft.com/office/officeart/2005/8/layout/hList1"/>
    <dgm:cxn modelId="{1A4F6AE5-B573-4D49-B739-0227584B7CC4}" srcId="{1A879961-A427-466F-B015-E92033E1110A}" destId="{B4E0FBA8-7EF4-4AF4-AEEC-FEBDBC84D819}" srcOrd="7" destOrd="0" parTransId="{DCAA4C3E-CFD8-4C9E-BF01-9C496DCFF180}" sibTransId="{B2EE8B86-98C9-4FAC-9E77-1629AEB34969}"/>
    <dgm:cxn modelId="{B78D85E9-BBF9-456E-B300-168082366772}" srcId="{79F6AAE6-76F2-4E19-991E-63B64A1F5EE7}" destId="{2EC4A201-406D-4C98-A596-9F7F9D1149D7}" srcOrd="7" destOrd="0" parTransId="{6D3947BC-47E6-4F45-8237-39265623D002}" sibTransId="{D5A32A67-99B0-4660-AA96-743874EA0227}"/>
    <dgm:cxn modelId="{337CA3E9-F4D6-4B6B-AADD-913D3A7E05CE}" srcId="{1A879961-A427-466F-B015-E92033E1110A}" destId="{CA1BCE73-0C83-4226-9942-F57DF76C8BC8}" srcOrd="15" destOrd="0" parTransId="{EECA50BB-9EA8-42FA-A810-6A84DCAB8C44}" sibTransId="{55878C7A-AC12-49CB-BABF-A54DE7502FB9}"/>
    <dgm:cxn modelId="{9B1D01EF-CF60-45BE-8B03-F295D6DD2AFB}" type="presOf" srcId="{81C2660F-D4EB-444C-8F38-E896AE31408D}" destId="{B52A5248-E5CE-4237-B839-0BD7A358258E}" srcOrd="0" destOrd="11" presId="urn:microsoft.com/office/officeart/2005/8/layout/hList1"/>
    <dgm:cxn modelId="{CC396CEF-14A7-4063-825F-C78BB501D0A3}" type="presOf" srcId="{2EC4A201-406D-4C98-A596-9F7F9D1149D7}" destId="{1B94C01C-1DC1-498D-8C2C-B8D9F47E5B61}" srcOrd="0" destOrd="7" presId="urn:microsoft.com/office/officeart/2005/8/layout/hList1"/>
    <dgm:cxn modelId="{EF21D5F0-C935-429C-BA60-7EFA3CC3AC51}" type="presOf" srcId="{B73DFD77-AD28-435F-93B1-498738829443}" destId="{1B94C01C-1DC1-498D-8C2C-B8D9F47E5B61}" srcOrd="0" destOrd="10" presId="urn:microsoft.com/office/officeart/2005/8/layout/hList1"/>
    <dgm:cxn modelId="{1A5434F1-3D2D-4EEB-8FC4-4F478B300DA9}" srcId="{30815E62-40C7-426E-80B2-52357025685F}" destId="{B272B85E-AB95-496B-BFFE-A4129E73BDC9}" srcOrd="6" destOrd="0" parTransId="{0B74FA95-AE3B-4EFF-B017-A8E93C51A3D6}" sibTransId="{8CD9788C-180D-4923-AC4D-B43B5A6192DB}"/>
    <dgm:cxn modelId="{4CA969F4-7B86-4CC4-A775-4DA39982D97E}" type="presOf" srcId="{95BC77C9-3CCB-4DED-AFFD-365630D7B230}" destId="{1B94C01C-1DC1-498D-8C2C-B8D9F47E5B61}" srcOrd="0" destOrd="0" presId="urn:microsoft.com/office/officeart/2005/8/layout/hList1"/>
    <dgm:cxn modelId="{2767B4FA-B149-4173-AA59-71AE762C671A}" type="presOf" srcId="{2BF90855-4DA4-41F8-91E6-4507A9A3DCDE}" destId="{55EF346D-B616-4B66-B746-D787CB91C212}" srcOrd="0" destOrd="2" presId="urn:microsoft.com/office/officeart/2005/8/layout/hList1"/>
    <dgm:cxn modelId="{FE4C3CFB-932A-4EE9-9898-E45EB9D438DF}" type="presOf" srcId="{EF1FAC6C-824E-46CD-8D36-A4464E835A0E}" destId="{1B94C01C-1DC1-498D-8C2C-B8D9F47E5B61}" srcOrd="0" destOrd="14" presId="urn:microsoft.com/office/officeart/2005/8/layout/hList1"/>
    <dgm:cxn modelId="{EB5867C0-EE7D-4454-BC73-7B4FCD143E78}" type="presParOf" srcId="{CC9811DD-6487-413A-A569-64746AAB2096}" destId="{5A835063-E940-418A-8E56-B5248B253DF2}" srcOrd="0" destOrd="0" presId="urn:microsoft.com/office/officeart/2005/8/layout/hList1"/>
    <dgm:cxn modelId="{1056F9D9-3482-48C5-9E34-E6D0CBD0DBAD}" type="presParOf" srcId="{5A835063-E940-418A-8E56-B5248B253DF2}" destId="{A26AD8CC-7F90-418C-A57E-0CCB37A49A94}" srcOrd="0" destOrd="0" presId="urn:microsoft.com/office/officeart/2005/8/layout/hList1"/>
    <dgm:cxn modelId="{F2ED2DAC-BBE8-43CA-B287-7EE1F78843FC}" type="presParOf" srcId="{5A835063-E940-418A-8E56-B5248B253DF2}" destId="{E0B901FF-34AF-4924-B087-FEEB2EDE543E}" srcOrd="1" destOrd="0" presId="urn:microsoft.com/office/officeart/2005/8/layout/hList1"/>
    <dgm:cxn modelId="{0ED7DAFF-3DD4-4E9A-8937-B96B83C52F13}" type="presParOf" srcId="{CC9811DD-6487-413A-A569-64746AAB2096}" destId="{AA42046F-9F12-41D2-A135-F380CE1C675B}" srcOrd="1" destOrd="0" presId="urn:microsoft.com/office/officeart/2005/8/layout/hList1"/>
    <dgm:cxn modelId="{EF0D6C88-5865-419E-B2CC-22F27F001ABE}" type="presParOf" srcId="{CC9811DD-6487-413A-A569-64746AAB2096}" destId="{BCEA0290-1E0D-4424-A515-0579DCE01777}" srcOrd="2" destOrd="0" presId="urn:microsoft.com/office/officeart/2005/8/layout/hList1"/>
    <dgm:cxn modelId="{91E45ECB-D526-48A0-B60C-A11550A2B2B3}" type="presParOf" srcId="{BCEA0290-1E0D-4424-A515-0579DCE01777}" destId="{29717A32-9863-46C8-9057-CD2C203ABDF1}" srcOrd="0" destOrd="0" presId="urn:microsoft.com/office/officeart/2005/8/layout/hList1"/>
    <dgm:cxn modelId="{D325511D-E53B-4D20-9E0F-2F3CEEFE65AB}" type="presParOf" srcId="{BCEA0290-1E0D-4424-A515-0579DCE01777}" destId="{B52A5248-E5CE-4237-B839-0BD7A358258E}" srcOrd="1" destOrd="0" presId="urn:microsoft.com/office/officeart/2005/8/layout/hList1"/>
    <dgm:cxn modelId="{EE593F84-D32A-40E1-87A0-956A46E0C0AA}" type="presParOf" srcId="{CC9811DD-6487-413A-A569-64746AAB2096}" destId="{BBDEE0A7-8D40-457A-A3BC-49612C014FE2}" srcOrd="3" destOrd="0" presId="urn:microsoft.com/office/officeart/2005/8/layout/hList1"/>
    <dgm:cxn modelId="{71A54BD7-E7C8-42E2-BD9E-B58D2F4C285D}" type="presParOf" srcId="{CC9811DD-6487-413A-A569-64746AAB2096}" destId="{09D448A6-14FF-40E9-9239-4B401E9B0790}" srcOrd="4" destOrd="0" presId="urn:microsoft.com/office/officeart/2005/8/layout/hList1"/>
    <dgm:cxn modelId="{696F7506-1FAC-4B48-A23A-08F7BDE96051}" type="presParOf" srcId="{09D448A6-14FF-40E9-9239-4B401E9B0790}" destId="{29131D4E-B654-461F-A64B-5135E76942F7}" srcOrd="0" destOrd="0" presId="urn:microsoft.com/office/officeart/2005/8/layout/hList1"/>
    <dgm:cxn modelId="{C4C0561A-0291-438E-B2AF-57E7F58E5805}" type="presParOf" srcId="{09D448A6-14FF-40E9-9239-4B401E9B0790}" destId="{55EF346D-B616-4B66-B746-D787CB91C212}" srcOrd="1" destOrd="0" presId="urn:microsoft.com/office/officeart/2005/8/layout/hList1"/>
    <dgm:cxn modelId="{BE202FAB-D4DE-4BE3-8D20-6F7A8881CA34}" type="presParOf" srcId="{CC9811DD-6487-413A-A569-64746AAB2096}" destId="{E8CA8D83-F6C6-4BB8-A343-CC582B796BA5}" srcOrd="5" destOrd="0" presId="urn:microsoft.com/office/officeart/2005/8/layout/hList1"/>
    <dgm:cxn modelId="{2275662D-7FD2-4FCA-9883-52FE274098D6}" type="presParOf" srcId="{CC9811DD-6487-413A-A569-64746AAB2096}" destId="{73490039-E31F-4578-B171-AC02CE0CC18F}" srcOrd="6" destOrd="0" presId="urn:microsoft.com/office/officeart/2005/8/layout/hList1"/>
    <dgm:cxn modelId="{8F8C9384-7A7C-409F-AF2C-F862DE68E26F}" type="presParOf" srcId="{73490039-E31F-4578-B171-AC02CE0CC18F}" destId="{33391748-543B-4C45-9F6C-112842578F49}" srcOrd="0" destOrd="0" presId="urn:microsoft.com/office/officeart/2005/8/layout/hList1"/>
    <dgm:cxn modelId="{5D315946-EDF8-40EE-AAE6-64BCFB209938}" type="presParOf" srcId="{73490039-E31F-4578-B171-AC02CE0CC18F}" destId="{1B94C01C-1DC1-498D-8C2C-B8D9F47E5B6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587E3C-209C-4822-A465-4989AC93BCBD}">
      <dsp:nvSpPr>
        <dsp:cNvPr id="0" name=""/>
        <dsp:cNvSpPr/>
      </dsp:nvSpPr>
      <dsp:spPr>
        <a:xfrm>
          <a:off x="3493" y="189042"/>
          <a:ext cx="3406037" cy="720000"/>
        </a:xfrm>
        <a:prstGeom prst="rect">
          <a:avLst/>
        </a:prstGeom>
        <a:gradFill rotWithShape="1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innerShdw blurRad="63500" dist="50800" dir="13500000">
            <a:prstClr val="black">
              <a:alpha val="50000"/>
            </a:prstClr>
          </a:innerShdw>
        </a:effectLst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EDA</a:t>
          </a:r>
          <a:endParaRPr lang="en-US" sz="2500" kern="1200" dirty="0"/>
        </a:p>
      </dsp:txBody>
      <dsp:txXfrm>
        <a:off x="3493" y="189042"/>
        <a:ext cx="3406037" cy="720000"/>
      </dsp:txXfrm>
    </dsp:sp>
    <dsp:sp modelId="{345EDDBC-5B61-4721-8F3C-88EA86A08EEF}">
      <dsp:nvSpPr>
        <dsp:cNvPr id="0" name=""/>
        <dsp:cNvSpPr/>
      </dsp:nvSpPr>
      <dsp:spPr>
        <a:xfrm>
          <a:off x="3493" y="909042"/>
          <a:ext cx="3406037" cy="3253253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List of all stopwords and lemmatized words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Lemmatize only the words having more than 3 characters</a:t>
          </a:r>
        </a:p>
      </dsp:txBody>
      <dsp:txXfrm>
        <a:off x="3493" y="909042"/>
        <a:ext cx="3406037" cy="3253253"/>
      </dsp:txXfrm>
    </dsp:sp>
    <dsp:sp modelId="{E81B56DE-E801-4DF0-B4F2-A4CA75CCD076}">
      <dsp:nvSpPr>
        <dsp:cNvPr id="0" name=""/>
        <dsp:cNvSpPr/>
      </dsp:nvSpPr>
      <dsp:spPr>
        <a:xfrm>
          <a:off x="3886376" y="189042"/>
          <a:ext cx="3406037" cy="72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innerShdw blurRad="63500" dist="50800" dir="135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Trust Factor calculation</a:t>
          </a:r>
        </a:p>
      </dsp:txBody>
      <dsp:txXfrm>
        <a:off x="3886376" y="189042"/>
        <a:ext cx="3406037" cy="720000"/>
      </dsp:txXfrm>
    </dsp:sp>
    <dsp:sp modelId="{F09E7A2E-A854-44BC-A157-0A47303C7F7C}">
      <dsp:nvSpPr>
        <dsp:cNvPr id="0" name=""/>
        <dsp:cNvSpPr/>
      </dsp:nvSpPr>
      <dsp:spPr>
        <a:xfrm>
          <a:off x="3886376" y="909042"/>
          <a:ext cx="3406037" cy="3253253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Random forest: 85%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Logistic regression:89%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Condition: Stopwords removed, all words lemmatized, single character words removed</a:t>
          </a:r>
        </a:p>
      </dsp:txBody>
      <dsp:txXfrm>
        <a:off x="3886376" y="909042"/>
        <a:ext cx="3406037" cy="3253253"/>
      </dsp:txXfrm>
    </dsp:sp>
    <dsp:sp modelId="{DF6A21C1-2FED-4374-AC83-03C771CED53B}">
      <dsp:nvSpPr>
        <dsp:cNvPr id="0" name=""/>
        <dsp:cNvSpPr/>
      </dsp:nvSpPr>
      <dsp:spPr>
        <a:xfrm>
          <a:off x="7769259" y="189042"/>
          <a:ext cx="3406037" cy="720000"/>
        </a:xfrm>
        <a:prstGeom prst="rect">
          <a:avLst/>
        </a:prstGeom>
        <a:gradFill rotWithShape="1">
          <a:gsLst>
            <a:gs pos="0">
              <a:schemeClr val="accent6">
                <a:satMod val="103000"/>
                <a:lumMod val="102000"/>
                <a:tint val="94000"/>
              </a:schemeClr>
            </a:gs>
            <a:gs pos="50000">
              <a:schemeClr val="accent6">
                <a:satMod val="110000"/>
                <a:lumMod val="100000"/>
                <a:shade val="100000"/>
              </a:schemeClr>
            </a:gs>
            <a:gs pos="100000">
              <a:schemeClr val="accent6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innerShdw blurRad="63500" dist="50800" dir="13500000">
            <a:prstClr val="black">
              <a:alpha val="50000"/>
            </a:prstClr>
          </a:innerShdw>
        </a:effectLst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Divergence</a:t>
          </a:r>
        </a:p>
      </dsp:txBody>
      <dsp:txXfrm>
        <a:off x="7769259" y="189042"/>
        <a:ext cx="3406037" cy="720000"/>
      </dsp:txXfrm>
    </dsp:sp>
    <dsp:sp modelId="{322C6BEE-5039-47B1-BBE4-8993AE741E43}">
      <dsp:nvSpPr>
        <dsp:cNvPr id="0" name=""/>
        <dsp:cNvSpPr/>
      </dsp:nvSpPr>
      <dsp:spPr>
        <a:xfrm>
          <a:off x="7769259" y="909042"/>
          <a:ext cx="3406037" cy="3253253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kern="1200" dirty="0"/>
            <a:t>Removing numbers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kern="1200" dirty="0"/>
            <a:t>Removing 2-character words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kern="1200" dirty="0"/>
            <a:t>Removing numbers and 2-character words</a:t>
          </a:r>
        </a:p>
      </dsp:txBody>
      <dsp:txXfrm>
        <a:off x="7769259" y="909042"/>
        <a:ext cx="3406037" cy="32532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4598FA-136F-4B7E-83A2-0B4C508F31B5}">
      <dsp:nvSpPr>
        <dsp:cNvPr id="0" name=""/>
        <dsp:cNvSpPr/>
      </dsp:nvSpPr>
      <dsp:spPr>
        <a:xfrm>
          <a:off x="3325" y="0"/>
          <a:ext cx="3336166" cy="954277"/>
        </a:xfrm>
        <a:prstGeom prst="homePlate">
          <a:avLst/>
        </a:prstGeom>
        <a:solidFill>
          <a:schemeClr val="lt1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96012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Stopwords removed, lemmatize &gt; 3, single char removed, noise words removed</a:t>
          </a:r>
        </a:p>
      </dsp:txBody>
      <dsp:txXfrm>
        <a:off x="3325" y="0"/>
        <a:ext cx="3097597" cy="954277"/>
      </dsp:txXfrm>
    </dsp:sp>
    <dsp:sp modelId="{778B25C9-FFBC-4A96-9652-3414B5B8A2B2}">
      <dsp:nvSpPr>
        <dsp:cNvPr id="0" name=""/>
        <dsp:cNvSpPr/>
      </dsp:nvSpPr>
      <dsp:spPr>
        <a:xfrm>
          <a:off x="2672257" y="0"/>
          <a:ext cx="3336166" cy="954277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Model = LR</a:t>
          </a:r>
          <a:r>
            <a:rPr lang="en-US" sz="1800" kern="1200" dirty="0">
              <a:sym typeface="Wingdings" panose="05000000000000000000" pitchFamily="2" charset="2"/>
            </a:rPr>
            <a:t> get the probability distributions</a:t>
          </a:r>
          <a:endParaRPr lang="en-US" sz="1800" kern="1200" dirty="0"/>
        </a:p>
      </dsp:txBody>
      <dsp:txXfrm>
        <a:off x="3149396" y="0"/>
        <a:ext cx="2381889" cy="954277"/>
      </dsp:txXfrm>
    </dsp:sp>
    <dsp:sp modelId="{263BA08A-D998-4911-89F5-173BB1C5440D}">
      <dsp:nvSpPr>
        <dsp:cNvPr id="0" name=""/>
        <dsp:cNvSpPr/>
      </dsp:nvSpPr>
      <dsp:spPr>
        <a:xfrm>
          <a:off x="5341190" y="0"/>
          <a:ext cx="3336166" cy="954277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Arrange the rows in decreasing probabilities</a:t>
          </a:r>
        </a:p>
      </dsp:txBody>
      <dsp:txXfrm>
        <a:off x="5818329" y="0"/>
        <a:ext cx="2381889" cy="954277"/>
      </dsp:txXfrm>
    </dsp:sp>
    <dsp:sp modelId="{0F62B5FC-2DD4-4E5E-ACC8-09A8DBF870F1}">
      <dsp:nvSpPr>
        <dsp:cNvPr id="0" name=""/>
        <dsp:cNvSpPr/>
      </dsp:nvSpPr>
      <dsp:spPr>
        <a:xfrm>
          <a:off x="8010123" y="0"/>
          <a:ext cx="3336166" cy="954277"/>
        </a:xfrm>
        <a:prstGeom prst="chevron">
          <a:avLst/>
        </a:prstGeom>
        <a:gradFill rotWithShape="1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Select top 3 for each row </a:t>
          </a:r>
          <a:r>
            <a:rPr lang="en-US" sz="1800" kern="1200" dirty="0">
              <a:sym typeface="Wingdings" panose="05000000000000000000" pitchFamily="2" charset="2"/>
            </a:rPr>
            <a:t> </a:t>
          </a:r>
          <a:r>
            <a:rPr lang="en-US" sz="1800" b="1" kern="1200" dirty="0">
              <a:sym typeface="Wingdings" panose="05000000000000000000" pitchFamily="2" charset="2"/>
            </a:rPr>
            <a:t>Distribution-1</a:t>
          </a:r>
          <a:endParaRPr lang="en-US" sz="1800" b="1" kern="1200" dirty="0"/>
        </a:p>
      </dsp:txBody>
      <dsp:txXfrm>
        <a:off x="8487262" y="0"/>
        <a:ext cx="2381889" cy="95427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4598FA-136F-4B7E-83A2-0B4C508F31B5}">
      <dsp:nvSpPr>
        <dsp:cNvPr id="0" name=""/>
        <dsp:cNvSpPr/>
      </dsp:nvSpPr>
      <dsp:spPr>
        <a:xfrm>
          <a:off x="3325" y="0"/>
          <a:ext cx="3336166" cy="954277"/>
        </a:xfrm>
        <a:prstGeom prst="homePlate">
          <a:avLst/>
        </a:prstGeom>
        <a:solidFill>
          <a:schemeClr val="lt1"/>
        </a:solidFill>
        <a:ln w="127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80010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Stopwords removed, </a:t>
          </a:r>
          <a:r>
            <a:rPr lang="en-US" sz="1500" kern="1200" dirty="0">
              <a:highlight>
                <a:srgbClr val="FFFF00"/>
              </a:highlight>
            </a:rPr>
            <a:t>numbers removed</a:t>
          </a:r>
          <a:r>
            <a:rPr lang="en-US" sz="1500" kern="1200" dirty="0"/>
            <a:t>, lemmatized &gt; 3, single char removed, noise words removed</a:t>
          </a:r>
        </a:p>
      </dsp:txBody>
      <dsp:txXfrm>
        <a:off x="3325" y="0"/>
        <a:ext cx="3097597" cy="954277"/>
      </dsp:txXfrm>
    </dsp:sp>
    <dsp:sp modelId="{778B25C9-FFBC-4A96-9652-3414B5B8A2B2}">
      <dsp:nvSpPr>
        <dsp:cNvPr id="0" name=""/>
        <dsp:cNvSpPr/>
      </dsp:nvSpPr>
      <dsp:spPr>
        <a:xfrm>
          <a:off x="2672257" y="0"/>
          <a:ext cx="3336166" cy="954277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60008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Model = LR </a:t>
          </a:r>
          <a:r>
            <a:rPr lang="en-US" sz="1500" kern="1200" dirty="0">
              <a:sym typeface="Wingdings" panose="05000000000000000000" pitchFamily="2" charset="2"/>
            </a:rPr>
            <a:t> get the probability distributions using X_test_updated</a:t>
          </a:r>
          <a:endParaRPr lang="en-US" sz="1500" kern="1200" dirty="0"/>
        </a:p>
      </dsp:txBody>
      <dsp:txXfrm>
        <a:off x="3149396" y="0"/>
        <a:ext cx="2381889" cy="954277"/>
      </dsp:txXfrm>
    </dsp:sp>
    <dsp:sp modelId="{263BA08A-D998-4911-89F5-173BB1C5440D}">
      <dsp:nvSpPr>
        <dsp:cNvPr id="0" name=""/>
        <dsp:cNvSpPr/>
      </dsp:nvSpPr>
      <dsp:spPr>
        <a:xfrm>
          <a:off x="5341190" y="0"/>
          <a:ext cx="3336166" cy="954277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60008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Arrange the rows in decreasing probabilities</a:t>
          </a:r>
        </a:p>
      </dsp:txBody>
      <dsp:txXfrm>
        <a:off x="5818329" y="0"/>
        <a:ext cx="2381889" cy="954277"/>
      </dsp:txXfrm>
    </dsp:sp>
    <dsp:sp modelId="{0F62B5FC-2DD4-4E5E-ACC8-09A8DBF870F1}">
      <dsp:nvSpPr>
        <dsp:cNvPr id="0" name=""/>
        <dsp:cNvSpPr/>
      </dsp:nvSpPr>
      <dsp:spPr>
        <a:xfrm>
          <a:off x="8010123" y="0"/>
          <a:ext cx="3336166" cy="954277"/>
        </a:xfrm>
        <a:prstGeom prst="chevron">
          <a:avLst/>
        </a:prstGeom>
        <a:gradFill rotWithShape="1">
          <a:gsLst>
            <a:gs pos="0">
              <a:schemeClr val="accent3">
                <a:satMod val="103000"/>
                <a:lumMod val="102000"/>
                <a:tint val="94000"/>
              </a:schemeClr>
            </a:gs>
            <a:gs pos="50000">
              <a:schemeClr val="accent3">
                <a:satMod val="110000"/>
                <a:lumMod val="100000"/>
                <a:shade val="100000"/>
              </a:schemeClr>
            </a:gs>
            <a:gs pos="100000">
              <a:schemeClr val="accent3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60008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Select top 3 for each row </a:t>
          </a:r>
          <a:r>
            <a:rPr lang="en-US" sz="1500" kern="1200" dirty="0">
              <a:sym typeface="Wingdings" panose="05000000000000000000" pitchFamily="2" charset="2"/>
            </a:rPr>
            <a:t> </a:t>
          </a:r>
          <a:r>
            <a:rPr lang="en-US" sz="1800" b="1" kern="1200" dirty="0">
              <a:sym typeface="Wingdings" panose="05000000000000000000" pitchFamily="2" charset="2"/>
            </a:rPr>
            <a:t>Distribution-2</a:t>
          </a:r>
          <a:endParaRPr lang="en-US" sz="1500" b="1" kern="1200" dirty="0"/>
        </a:p>
      </dsp:txBody>
      <dsp:txXfrm>
        <a:off x="8487262" y="0"/>
        <a:ext cx="2381889" cy="95427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4598FA-136F-4B7E-83A2-0B4C508F31B5}">
      <dsp:nvSpPr>
        <dsp:cNvPr id="0" name=""/>
        <dsp:cNvSpPr/>
      </dsp:nvSpPr>
      <dsp:spPr>
        <a:xfrm>
          <a:off x="3325" y="0"/>
          <a:ext cx="3336166" cy="954277"/>
        </a:xfrm>
        <a:prstGeom prst="homePlate">
          <a:avLst/>
        </a:prstGeom>
        <a:solidFill>
          <a:schemeClr val="lt1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96012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Stopwords removed, lemmatize &gt; 3, single char removed, noise words removed</a:t>
          </a:r>
        </a:p>
      </dsp:txBody>
      <dsp:txXfrm>
        <a:off x="3325" y="0"/>
        <a:ext cx="3097597" cy="954277"/>
      </dsp:txXfrm>
    </dsp:sp>
    <dsp:sp modelId="{778B25C9-FFBC-4A96-9652-3414B5B8A2B2}">
      <dsp:nvSpPr>
        <dsp:cNvPr id="0" name=""/>
        <dsp:cNvSpPr/>
      </dsp:nvSpPr>
      <dsp:spPr>
        <a:xfrm>
          <a:off x="2672257" y="0"/>
          <a:ext cx="3336166" cy="954277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Model = LR</a:t>
          </a:r>
          <a:r>
            <a:rPr lang="en-US" sz="1800" kern="1200" dirty="0">
              <a:sym typeface="Wingdings" panose="05000000000000000000" pitchFamily="2" charset="2"/>
            </a:rPr>
            <a:t> get the probability distributions</a:t>
          </a:r>
          <a:endParaRPr lang="en-US" sz="1800" kern="1200" dirty="0"/>
        </a:p>
      </dsp:txBody>
      <dsp:txXfrm>
        <a:off x="3149396" y="0"/>
        <a:ext cx="2381889" cy="954277"/>
      </dsp:txXfrm>
    </dsp:sp>
    <dsp:sp modelId="{263BA08A-D998-4911-89F5-173BB1C5440D}">
      <dsp:nvSpPr>
        <dsp:cNvPr id="0" name=""/>
        <dsp:cNvSpPr/>
      </dsp:nvSpPr>
      <dsp:spPr>
        <a:xfrm>
          <a:off x="5341190" y="0"/>
          <a:ext cx="3336166" cy="954277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Arrange the rows in decreasing probabilities</a:t>
          </a:r>
        </a:p>
      </dsp:txBody>
      <dsp:txXfrm>
        <a:off x="5818329" y="0"/>
        <a:ext cx="2381889" cy="954277"/>
      </dsp:txXfrm>
    </dsp:sp>
    <dsp:sp modelId="{0F62B5FC-2DD4-4E5E-ACC8-09A8DBF870F1}">
      <dsp:nvSpPr>
        <dsp:cNvPr id="0" name=""/>
        <dsp:cNvSpPr/>
      </dsp:nvSpPr>
      <dsp:spPr>
        <a:xfrm>
          <a:off x="8010123" y="0"/>
          <a:ext cx="3336166" cy="954277"/>
        </a:xfrm>
        <a:prstGeom prst="chevron">
          <a:avLst/>
        </a:prstGeom>
        <a:gradFill rotWithShape="1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Select top 3 for each row </a:t>
          </a:r>
          <a:r>
            <a:rPr lang="en-US" sz="1800" kern="1200" dirty="0">
              <a:sym typeface="Wingdings" panose="05000000000000000000" pitchFamily="2" charset="2"/>
            </a:rPr>
            <a:t> </a:t>
          </a:r>
          <a:r>
            <a:rPr lang="en-US" sz="1800" b="1" kern="1200" dirty="0">
              <a:sym typeface="Wingdings" panose="05000000000000000000" pitchFamily="2" charset="2"/>
            </a:rPr>
            <a:t>Distribution-1</a:t>
          </a:r>
          <a:endParaRPr lang="en-US" sz="1800" b="1" kern="1200" dirty="0"/>
        </a:p>
      </dsp:txBody>
      <dsp:txXfrm>
        <a:off x="8487262" y="0"/>
        <a:ext cx="2381889" cy="95427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4598FA-136F-4B7E-83A2-0B4C508F31B5}">
      <dsp:nvSpPr>
        <dsp:cNvPr id="0" name=""/>
        <dsp:cNvSpPr/>
      </dsp:nvSpPr>
      <dsp:spPr>
        <a:xfrm>
          <a:off x="3325" y="0"/>
          <a:ext cx="3336166" cy="954277"/>
        </a:xfrm>
        <a:prstGeom prst="homePlate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90678" tIns="45339" rIns="22670" bIns="4533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Stopwords removed, lemmatized &gt; 3, single char and </a:t>
          </a:r>
          <a:r>
            <a:rPr lang="en-US" sz="1700" kern="1200" dirty="0">
              <a:highlight>
                <a:srgbClr val="FFFF00"/>
              </a:highlight>
            </a:rPr>
            <a:t>2 chars words removed</a:t>
          </a:r>
          <a:r>
            <a:rPr lang="en-US" sz="1700" kern="1200" dirty="0"/>
            <a:t>, noise words removed</a:t>
          </a:r>
        </a:p>
      </dsp:txBody>
      <dsp:txXfrm>
        <a:off x="3325" y="0"/>
        <a:ext cx="3097597" cy="954277"/>
      </dsp:txXfrm>
    </dsp:sp>
    <dsp:sp modelId="{778B25C9-FFBC-4A96-9652-3414B5B8A2B2}">
      <dsp:nvSpPr>
        <dsp:cNvPr id="0" name=""/>
        <dsp:cNvSpPr/>
      </dsp:nvSpPr>
      <dsp:spPr>
        <a:xfrm>
          <a:off x="2672257" y="0"/>
          <a:ext cx="3336166" cy="954277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68009" tIns="45339" rIns="22670" bIns="4533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= LR </a:t>
          </a:r>
          <a:r>
            <a:rPr lang="en-US" sz="1700" kern="1200" dirty="0">
              <a:sym typeface="Wingdings" panose="05000000000000000000" pitchFamily="2" charset="2"/>
            </a:rPr>
            <a:t> get the probability distributions </a:t>
          </a:r>
          <a:endParaRPr lang="en-US" sz="1700" kern="1200" dirty="0"/>
        </a:p>
      </dsp:txBody>
      <dsp:txXfrm>
        <a:off x="3149396" y="0"/>
        <a:ext cx="2381889" cy="954277"/>
      </dsp:txXfrm>
    </dsp:sp>
    <dsp:sp modelId="{263BA08A-D998-4911-89F5-173BB1C5440D}">
      <dsp:nvSpPr>
        <dsp:cNvPr id="0" name=""/>
        <dsp:cNvSpPr/>
      </dsp:nvSpPr>
      <dsp:spPr>
        <a:xfrm>
          <a:off x="5341190" y="0"/>
          <a:ext cx="3336166" cy="954277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68009" tIns="45339" rIns="22670" bIns="4533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Arrange the rows in decreasing probabilities</a:t>
          </a:r>
        </a:p>
      </dsp:txBody>
      <dsp:txXfrm>
        <a:off x="5818329" y="0"/>
        <a:ext cx="2381889" cy="954277"/>
      </dsp:txXfrm>
    </dsp:sp>
    <dsp:sp modelId="{0F62B5FC-2DD4-4E5E-ACC8-09A8DBF870F1}">
      <dsp:nvSpPr>
        <dsp:cNvPr id="0" name=""/>
        <dsp:cNvSpPr/>
      </dsp:nvSpPr>
      <dsp:spPr>
        <a:xfrm>
          <a:off x="8010123" y="0"/>
          <a:ext cx="3336166" cy="954277"/>
        </a:xfrm>
        <a:prstGeom prst="chevron">
          <a:avLst/>
        </a:prstGeom>
        <a:gradFill rotWithShape="1">
          <a:gsLst>
            <a:gs pos="0">
              <a:schemeClr val="accent6">
                <a:satMod val="103000"/>
                <a:lumMod val="102000"/>
                <a:tint val="94000"/>
              </a:schemeClr>
            </a:gs>
            <a:gs pos="50000">
              <a:schemeClr val="accent6">
                <a:satMod val="110000"/>
                <a:lumMod val="100000"/>
                <a:shade val="100000"/>
              </a:schemeClr>
            </a:gs>
            <a:gs pos="100000">
              <a:schemeClr val="accent6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60008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Select top 3 for each row </a:t>
          </a:r>
          <a:r>
            <a:rPr lang="en-US" sz="1500" kern="1200" dirty="0">
              <a:sym typeface="Wingdings" panose="05000000000000000000" pitchFamily="2" charset="2"/>
            </a:rPr>
            <a:t> </a:t>
          </a:r>
          <a:r>
            <a:rPr lang="en-US" sz="1800" b="1" kern="1200" dirty="0">
              <a:sym typeface="Wingdings" panose="05000000000000000000" pitchFamily="2" charset="2"/>
            </a:rPr>
            <a:t>Distribution-3</a:t>
          </a:r>
          <a:endParaRPr lang="en-US" sz="1500" b="1" kern="1200" dirty="0"/>
        </a:p>
      </dsp:txBody>
      <dsp:txXfrm>
        <a:off x="8487262" y="0"/>
        <a:ext cx="2381889" cy="95427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EA4222-6739-4904-8493-83EACB5D2F2A}">
      <dsp:nvSpPr>
        <dsp:cNvPr id="0" name=""/>
        <dsp:cNvSpPr/>
      </dsp:nvSpPr>
      <dsp:spPr>
        <a:xfrm>
          <a:off x="2258607" y="0"/>
          <a:ext cx="4727028" cy="4727028"/>
        </a:xfrm>
        <a:prstGeom prst="triangle">
          <a:avLst/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</dsp:sp>
    <dsp:sp modelId="{CF64A09F-3869-4BC7-B0F6-1AAE3FE18EBE}">
      <dsp:nvSpPr>
        <dsp:cNvPr id="0" name=""/>
        <dsp:cNvSpPr/>
      </dsp:nvSpPr>
      <dsp:spPr>
        <a:xfrm>
          <a:off x="4622121" y="475241"/>
          <a:ext cx="3072568" cy="111897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16200000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Remove numbers</a:t>
          </a:r>
        </a:p>
      </dsp:txBody>
      <dsp:txXfrm>
        <a:off x="4676745" y="529865"/>
        <a:ext cx="2963320" cy="1009728"/>
      </dsp:txXfrm>
    </dsp:sp>
    <dsp:sp modelId="{2771DB25-B2A7-45A6-AA84-5F50BDE8A3DE}">
      <dsp:nvSpPr>
        <dsp:cNvPr id="0" name=""/>
        <dsp:cNvSpPr/>
      </dsp:nvSpPr>
      <dsp:spPr>
        <a:xfrm>
          <a:off x="4622121" y="1734089"/>
          <a:ext cx="3072568" cy="111897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16200000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Lemmatize words with &gt; 3 chars</a:t>
          </a:r>
        </a:p>
      </dsp:txBody>
      <dsp:txXfrm>
        <a:off x="4676745" y="1788713"/>
        <a:ext cx="2963320" cy="1009728"/>
      </dsp:txXfrm>
    </dsp:sp>
    <dsp:sp modelId="{8A3FB227-FFE0-4D78-901D-2B630D0BCCF9}">
      <dsp:nvSpPr>
        <dsp:cNvPr id="0" name=""/>
        <dsp:cNvSpPr/>
      </dsp:nvSpPr>
      <dsp:spPr>
        <a:xfrm>
          <a:off x="4622121" y="2992938"/>
          <a:ext cx="3072568" cy="111897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16200000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Remove 1 &amp; 2 char words</a:t>
          </a:r>
        </a:p>
      </dsp:txBody>
      <dsp:txXfrm>
        <a:off x="4676745" y="3047562"/>
        <a:ext cx="2963320" cy="100972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6AD8CC-7F90-418C-A57E-0CCB37A49A94}">
      <dsp:nvSpPr>
        <dsp:cNvPr id="0" name=""/>
        <dsp:cNvSpPr/>
      </dsp:nvSpPr>
      <dsp:spPr>
        <a:xfrm>
          <a:off x="4219" y="52969"/>
          <a:ext cx="2537458" cy="489600"/>
        </a:xfrm>
        <a:prstGeom prst="rect">
          <a:avLst/>
        </a:prstGeom>
        <a:gradFill rotWithShape="1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785" dist="33020" dir="3180000" algn="ctr" rotWithShape="0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Spell check</a:t>
          </a:r>
        </a:p>
      </dsp:txBody>
      <dsp:txXfrm>
        <a:off x="4219" y="52969"/>
        <a:ext cx="2537458" cy="489600"/>
      </dsp:txXfrm>
    </dsp:sp>
    <dsp:sp modelId="{E0B901FF-34AF-4924-B087-FEEB2EDE543E}">
      <dsp:nvSpPr>
        <dsp:cNvPr id="0" name=""/>
        <dsp:cNvSpPr/>
      </dsp:nvSpPr>
      <dsp:spPr>
        <a:xfrm>
          <a:off x="4219" y="542569"/>
          <a:ext cx="2537458" cy="4914772"/>
        </a:xfrm>
        <a:prstGeom prst="rect">
          <a:avLst/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>
          <a:outerShdw blurRad="57785" dist="33020" dir="3180000" algn="ctr" rotWithShape="0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flavrd-lord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keylime-kylie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sunflwer-sunflower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caulicrmb-caulicrmb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stayman-starman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xref-ref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braeburn-rayburn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pinkldy-pinky</a:t>
          </a:r>
        </a:p>
      </dsp:txBody>
      <dsp:txXfrm>
        <a:off x="4219" y="542569"/>
        <a:ext cx="2537458" cy="4914772"/>
      </dsp:txXfrm>
    </dsp:sp>
    <dsp:sp modelId="{29717A32-9863-46C8-9057-CD2C203ABDF1}">
      <dsp:nvSpPr>
        <dsp:cNvPr id="0" name=""/>
        <dsp:cNvSpPr/>
      </dsp:nvSpPr>
      <dsp:spPr>
        <a:xfrm>
          <a:off x="2896923" y="52969"/>
          <a:ext cx="2537458" cy="489600"/>
        </a:xfrm>
        <a:prstGeom prst="rect">
          <a:avLst/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785" dist="33020" dir="3180000" algn="ctr" rotWithShape="0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Auto-correct</a:t>
          </a:r>
        </a:p>
      </dsp:txBody>
      <dsp:txXfrm>
        <a:off x="2896923" y="52969"/>
        <a:ext cx="2537458" cy="489600"/>
      </dsp:txXfrm>
    </dsp:sp>
    <dsp:sp modelId="{B52A5248-E5CE-4237-B839-0BD7A358258E}">
      <dsp:nvSpPr>
        <dsp:cNvPr id="0" name=""/>
        <dsp:cNvSpPr/>
      </dsp:nvSpPr>
      <dsp:spPr>
        <a:xfrm>
          <a:off x="2896923" y="542569"/>
          <a:ext cx="2537458" cy="4914772"/>
        </a:xfrm>
        <a:prstGeom prst="rect">
          <a:avLst/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>
          <a:outerShdw blurRad="57785" dist="33020" dir="3180000" algn="ctr" rotWithShape="0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canela-camera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caramel-cartel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cartn-cart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carton-carbon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cashew-case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ccandy-candy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celery-every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sleeved-sleeves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snacker-snake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snacking-stacking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spiced-spaced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spkl-spl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spmix-pmid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sprinkle-sprinkled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veggie-reggae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grilling-drilling</a:t>
          </a:r>
        </a:p>
      </dsp:txBody>
      <dsp:txXfrm>
        <a:off x="2896923" y="542569"/>
        <a:ext cx="2537458" cy="4914772"/>
      </dsp:txXfrm>
    </dsp:sp>
    <dsp:sp modelId="{29131D4E-B654-461F-A64B-5135E76942F7}">
      <dsp:nvSpPr>
        <dsp:cNvPr id="0" name=""/>
        <dsp:cNvSpPr/>
      </dsp:nvSpPr>
      <dsp:spPr>
        <a:xfrm>
          <a:off x="5789626" y="52969"/>
          <a:ext cx="2537458" cy="489600"/>
        </a:xfrm>
        <a:prstGeom prst="rect">
          <a:avLst/>
        </a:prstGeom>
        <a:gradFill rotWithShape="1">
          <a:gsLst>
            <a:gs pos="0">
              <a:schemeClr val="accent6">
                <a:satMod val="103000"/>
                <a:lumMod val="102000"/>
                <a:tint val="94000"/>
              </a:schemeClr>
            </a:gs>
            <a:gs pos="50000">
              <a:schemeClr val="accent6">
                <a:satMod val="110000"/>
                <a:lumMod val="100000"/>
                <a:shade val="100000"/>
              </a:schemeClr>
            </a:gs>
            <a:gs pos="100000">
              <a:schemeClr val="accent6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785" dist="33020" dir="3180000" algn="ctr" rotWithShape="0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Textblob</a:t>
          </a:r>
        </a:p>
      </dsp:txBody>
      <dsp:txXfrm>
        <a:off x="5789626" y="52969"/>
        <a:ext cx="2537458" cy="489600"/>
      </dsp:txXfrm>
    </dsp:sp>
    <dsp:sp modelId="{55EF346D-B616-4B66-B746-D787CB91C212}">
      <dsp:nvSpPr>
        <dsp:cNvPr id="0" name=""/>
        <dsp:cNvSpPr/>
      </dsp:nvSpPr>
      <dsp:spPr>
        <a:xfrm>
          <a:off x="5789626" y="542569"/>
          <a:ext cx="2537458" cy="4914772"/>
        </a:xfrm>
        <a:prstGeom prst="rect">
          <a:avLst/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>
          <a:outerShdw blurRad="57785" dist="33020" dir="3180000" algn="ctr" rotWithShape="0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burger-burgher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chickn-chicken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chilean-clean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chili-child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coconut-coronet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pumpkin-pushkin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quince-quincy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radish-ravish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raisin-raising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thai-that</a:t>
          </a:r>
        </a:p>
      </dsp:txBody>
      <dsp:txXfrm>
        <a:off x="5789626" y="542569"/>
        <a:ext cx="2537458" cy="4914772"/>
      </dsp:txXfrm>
    </dsp:sp>
    <dsp:sp modelId="{33391748-543B-4C45-9F6C-112842578F49}">
      <dsp:nvSpPr>
        <dsp:cNvPr id="0" name=""/>
        <dsp:cNvSpPr/>
      </dsp:nvSpPr>
      <dsp:spPr>
        <a:xfrm>
          <a:off x="8682329" y="52969"/>
          <a:ext cx="2537458" cy="489600"/>
        </a:xfrm>
        <a:prstGeom prst="rect">
          <a:avLst/>
        </a:prstGeom>
        <a:gradFill rotWithShape="1">
          <a:gsLst>
            <a:gs pos="0">
              <a:schemeClr val="accent4">
                <a:satMod val="103000"/>
                <a:lumMod val="102000"/>
                <a:tint val="94000"/>
              </a:schemeClr>
            </a:gs>
            <a:gs pos="50000">
              <a:schemeClr val="accent4">
                <a:satMod val="110000"/>
                <a:lumMod val="100000"/>
                <a:shade val="100000"/>
              </a:schemeClr>
            </a:gs>
            <a:gs pos="100000">
              <a:schemeClr val="accent4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785" dist="33020" dir="3180000" algn="ctr" rotWithShape="0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sp:spPr>
      <dsp:style>
        <a:lnRef idx="0">
          <a:schemeClr val="accent4"/>
        </a:lnRef>
        <a:fillRef idx="3">
          <a:schemeClr val="accent4"/>
        </a:fillRef>
        <a:effectRef idx="3">
          <a:schemeClr val="accent4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Snowball Stemming</a:t>
          </a:r>
        </a:p>
      </dsp:txBody>
      <dsp:txXfrm>
        <a:off x="8682329" y="52969"/>
        <a:ext cx="2537458" cy="489600"/>
      </dsp:txXfrm>
    </dsp:sp>
    <dsp:sp modelId="{1B94C01C-1DC1-498D-8C2C-B8D9F47E5B61}">
      <dsp:nvSpPr>
        <dsp:cNvPr id="0" name=""/>
        <dsp:cNvSpPr/>
      </dsp:nvSpPr>
      <dsp:spPr>
        <a:xfrm>
          <a:off x="8682329" y="542569"/>
          <a:ext cx="2537458" cy="4914772"/>
        </a:xfrm>
        <a:prstGeom prst="rect">
          <a:avLst/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>
          <a:outerShdw blurRad="57785" dist="33020" dir="3180000" algn="ctr" rotWithShape="0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brightRoom" dir="t">
            <a:rot lat="0" lon="0" rev="600000"/>
          </a:lightRig>
        </a:scene3d>
        <a:sp3d prstMaterial="metal">
          <a:bevelT w="38100" h="57150" prst="angle"/>
        </a:sp3d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freshly  :  fresh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freshness  :  fresh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grilled  :  grill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grilling  :  grill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juice  :  juic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juicing  :  juic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berry  :  berri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beverage  :  beverag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blackberry  :  blackberri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aloe  :  alo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anise  :  anis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apple  :  appl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cauliflower  :  cauliflow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ccandy  :  ccandi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celery  :  celery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sunflower  :  sunflow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sunflwr : sunflwr</a:t>
          </a:r>
        </a:p>
      </dsp:txBody>
      <dsp:txXfrm>
        <a:off x="8682329" y="542569"/>
        <a:ext cx="2537458" cy="49147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6385DD-8EB7-40E0-830B-D3BA96938F9D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9862D4-D1FE-4D44-9D30-6726DFE65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23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862D4-D1FE-4D44-9D30-6726DFE65B6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8082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862D4-D1FE-4D44-9D30-6726DFE65B6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37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tiff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6.tiff"/></Relationships>
</file>

<file path=ppt/slideLayouts/_rels/slideLayout5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EF332-27FC-0041-99C1-697F936F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40404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21B105-836F-4240-99C4-9C94064A6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40404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2293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EF332-27FC-0041-99C1-697F936F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40404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21B105-836F-4240-99C4-9C94064A6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40404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82401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D7D9-DE4A-EB44-A948-15530EFF9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69794-85F5-7E4B-AE1F-A68491841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9629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49DE6-FE4F-204B-8BC8-933D65853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87612-4E26-2446-928F-6FE282247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426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6848-AFCE-E64B-81C5-2A272FA0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927D5-6B1B-5C45-A99A-5D170A1CB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9E8F1-8FC0-7043-9717-C6F81B6BA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1560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06A2-451B-8B48-A090-9FF6C8FC5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2339B-2E64-4345-BDC0-BB2C19DD7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81859-680F-504A-A71A-82A6EEDA9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136BA2-5963-FA4E-8C76-71FF773653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B2717A-C715-0440-A8F9-574C38855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9739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D88FA-9303-4143-A431-7A4B4A0AC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87488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811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382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11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227667"/>
            <a:ext cx="10972800" cy="36576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</p:spTree>
    <p:extLst>
      <p:ext uri="{BB962C8B-B14F-4D97-AF65-F5344CB8AC3E}">
        <p14:creationId xmlns:p14="http://schemas.microsoft.com/office/powerpoint/2010/main" val="2410561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731520" y="1949414"/>
            <a:ext cx="10728960" cy="666786"/>
          </a:xfrm>
          <a:solidFill>
            <a:schemeClr val="accent1">
              <a:alpha val="0"/>
            </a:schemeClr>
          </a:solidFill>
        </p:spPr>
        <p:txBody>
          <a:bodyPr anchor="b"/>
          <a:lstStyle>
            <a:lvl1pPr algn="ctr">
              <a:defRPr sz="3733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731520" y="3657603"/>
            <a:ext cx="10728960" cy="853440"/>
          </a:xfrm>
          <a:solidFill>
            <a:schemeClr val="accent1">
              <a:alpha val="0"/>
            </a:schemeClr>
          </a:solidFill>
        </p:spPr>
        <p:txBody>
          <a:bodyPr/>
          <a:lstStyle>
            <a:lvl1pPr marL="0" indent="0" algn="ctr">
              <a:buFont typeface="Times" pitchFamily="18" charset="0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731520" y="5095240"/>
            <a:ext cx="10728960" cy="365760"/>
          </a:xfrm>
        </p:spPr>
        <p:txBody>
          <a:bodyPr anchor="ctr"/>
          <a:lstStyle>
            <a:lvl1pPr marL="0" indent="0" algn="ctr">
              <a:buNone/>
              <a:defRPr sz="1600" baseline="0"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Click to add date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2595908"/>
            <a:ext cx="7315200" cy="1122843"/>
            <a:chOff x="3352800" y="5063780"/>
            <a:chExt cx="5486400" cy="842132"/>
          </a:xfrm>
        </p:grpSpPr>
        <p:grpSp>
          <p:nvGrpSpPr>
            <p:cNvPr id="15" name="Group 14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17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16" name="Picture 15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2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070455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5575846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11040"/>
          </a:xfrm>
        </p:spPr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  <a:lvl2pPr>
              <a:defRPr>
                <a:latin typeface="Bogle" charset="0"/>
                <a:ea typeface="Bogle" charset="0"/>
                <a:cs typeface="Bogle" charset="0"/>
              </a:defRPr>
            </a:lvl2pPr>
            <a:lvl3pPr>
              <a:defRPr>
                <a:latin typeface="Bogle" charset="0"/>
                <a:ea typeface="Bogle" charset="0"/>
                <a:cs typeface="Bogle" charset="0"/>
              </a:defRPr>
            </a:lvl3pPr>
            <a:lvl4pPr>
              <a:defRPr>
                <a:latin typeface="Bogle" charset="0"/>
                <a:ea typeface="Bogle" charset="0"/>
                <a:cs typeface="Bogle" charset="0"/>
              </a:defRPr>
            </a:lvl4pPr>
            <a:lvl5pPr>
              <a:defRPr>
                <a:latin typeface="Bogle" charset="0"/>
                <a:ea typeface="Bogle" charset="0"/>
                <a:cs typeface="Bogle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227667"/>
            <a:ext cx="10972800" cy="365760"/>
          </a:xfrm>
          <a:solidFill>
            <a:schemeClr val="accent6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5352232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83200" y="81492"/>
            <a:ext cx="1828800" cy="2997200"/>
          </a:xfrm>
          <a:prstGeom prst="rect">
            <a:avLst/>
          </a:prstGeom>
        </p:spPr>
      </p:pic>
      <p:sp>
        <p:nvSpPr>
          <p:cNvPr id="1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512637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5" name="object 17"/>
          <p:cNvSpPr/>
          <p:nvPr userDrawn="1"/>
        </p:nvSpPr>
        <p:spPr>
          <a:xfrm>
            <a:off x="5494693" y="496209"/>
            <a:ext cx="1422400" cy="2411647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FFC21F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0197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7" name="object 24"/>
          <p:cNvSpPr/>
          <p:nvPr userDrawn="1"/>
        </p:nvSpPr>
        <p:spPr>
          <a:xfrm>
            <a:off x="5486400" y="423029"/>
            <a:ext cx="1484616" cy="2517132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59"/>
                </a:lnTo>
                <a:lnTo>
                  <a:pt x="332191" y="42225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5BC678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9230821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8" name="object 31"/>
          <p:cNvSpPr/>
          <p:nvPr userDrawn="1"/>
        </p:nvSpPr>
        <p:spPr>
          <a:xfrm>
            <a:off x="5486400" y="442015"/>
            <a:ext cx="1484616" cy="2517132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0BAFF3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1691268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object 38"/>
          <p:cNvSpPr/>
          <p:nvPr userDrawn="1"/>
        </p:nvSpPr>
        <p:spPr>
          <a:xfrm>
            <a:off x="5465442" y="403160"/>
            <a:ext cx="1544959" cy="2619441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DA52D4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2305431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Freeform 101"/>
          <p:cNvSpPr>
            <a:spLocks noEditPoints="1"/>
          </p:cNvSpPr>
          <p:nvPr userDrawn="1"/>
        </p:nvSpPr>
        <p:spPr bwMode="auto">
          <a:xfrm>
            <a:off x="5283200" y="1294709"/>
            <a:ext cx="1625600" cy="1503955"/>
          </a:xfrm>
          <a:custGeom>
            <a:avLst/>
            <a:gdLst/>
            <a:ahLst/>
            <a:cxnLst>
              <a:cxn ang="0">
                <a:pos x="39" y="36"/>
              </a:cxn>
              <a:cxn ang="0">
                <a:pos x="41" y="44"/>
              </a:cxn>
              <a:cxn ang="0">
                <a:pos x="35" y="50"/>
              </a:cxn>
              <a:cxn ang="0">
                <a:pos x="27" y="53"/>
              </a:cxn>
              <a:cxn ang="0">
                <a:pos x="18" y="53"/>
              </a:cxn>
              <a:cxn ang="0">
                <a:pos x="11" y="50"/>
              </a:cxn>
              <a:cxn ang="0">
                <a:pos x="4" y="44"/>
              </a:cxn>
              <a:cxn ang="0">
                <a:pos x="6" y="36"/>
              </a:cxn>
              <a:cxn ang="0">
                <a:pos x="0" y="28"/>
              </a:cxn>
              <a:cxn ang="0">
                <a:pos x="7" y="23"/>
              </a:cxn>
              <a:cxn ang="0">
                <a:pos x="4" y="18"/>
              </a:cxn>
              <a:cxn ang="0">
                <a:pos x="15" y="16"/>
              </a:cxn>
              <a:cxn ang="0">
                <a:pos x="19" y="8"/>
              </a:cxn>
              <a:cxn ang="0">
                <a:pos x="28" y="15"/>
              </a:cxn>
              <a:cxn ang="0">
                <a:pos x="35" y="12"/>
              </a:cxn>
              <a:cxn ang="0">
                <a:pos x="41" y="19"/>
              </a:cxn>
              <a:cxn ang="0">
                <a:pos x="45" y="27"/>
              </a:cxn>
              <a:cxn ang="0">
                <a:pos x="23" y="22"/>
              </a:cxn>
              <a:cxn ang="0">
                <a:pos x="32" y="31"/>
              </a:cxn>
              <a:cxn ang="0">
                <a:pos x="63" y="16"/>
              </a:cxn>
              <a:cxn ang="0">
                <a:pos x="64" y="24"/>
              </a:cxn>
              <a:cxn ang="0">
                <a:pos x="55" y="22"/>
              </a:cxn>
              <a:cxn ang="0">
                <a:pos x="46" y="24"/>
              </a:cxn>
              <a:cxn ang="0">
                <a:pos x="46" y="16"/>
              </a:cxn>
              <a:cxn ang="0">
                <a:pos x="46" y="9"/>
              </a:cxn>
              <a:cxn ang="0">
                <a:pos x="46" y="2"/>
              </a:cxn>
              <a:cxn ang="0">
                <a:pos x="55" y="4"/>
              </a:cxn>
              <a:cxn ang="0">
                <a:pos x="59" y="0"/>
              </a:cxn>
              <a:cxn ang="0">
                <a:pos x="62" y="7"/>
              </a:cxn>
              <a:cxn ang="0">
                <a:pos x="68" y="15"/>
              </a:cxn>
              <a:cxn ang="0">
                <a:pos x="62" y="55"/>
              </a:cxn>
              <a:cxn ang="0">
                <a:pos x="59" y="63"/>
              </a:cxn>
              <a:cxn ang="0">
                <a:pos x="54" y="59"/>
              </a:cxn>
              <a:cxn ang="0">
                <a:pos x="45" y="60"/>
              </a:cxn>
              <a:cxn ang="0">
                <a:pos x="41" y="52"/>
              </a:cxn>
              <a:cxn ang="0">
                <a:pos x="47" y="44"/>
              </a:cxn>
              <a:cxn ang="0">
                <a:pos x="50" y="36"/>
              </a:cxn>
              <a:cxn ang="0">
                <a:pos x="56" y="40"/>
              </a:cxn>
              <a:cxn ang="0">
                <a:pos x="64" y="39"/>
              </a:cxn>
              <a:cxn ang="0">
                <a:pos x="63" y="46"/>
              </a:cxn>
              <a:cxn ang="0">
                <a:pos x="55" y="8"/>
              </a:cxn>
              <a:cxn ang="0">
                <a:pos x="59" y="13"/>
              </a:cxn>
              <a:cxn ang="0">
                <a:pos x="50" y="49"/>
              </a:cxn>
              <a:cxn ang="0">
                <a:pos x="55" y="45"/>
              </a:cxn>
            </a:cxnLst>
            <a:rect l="0" t="0" r="r" b="b"/>
            <a:pathLst>
              <a:path w="68" h="63">
                <a:moveTo>
                  <a:pt x="45" y="35"/>
                </a:moveTo>
                <a:cubicBezTo>
                  <a:pt x="45" y="35"/>
                  <a:pt x="45" y="36"/>
                  <a:pt x="45" y="36"/>
                </a:cubicBezTo>
                <a:cubicBezTo>
                  <a:pt x="39" y="36"/>
                  <a:pt x="39" y="36"/>
                  <a:pt x="39" y="36"/>
                </a:cubicBezTo>
                <a:cubicBezTo>
                  <a:pt x="39" y="37"/>
                  <a:pt x="38" y="38"/>
                  <a:pt x="38" y="39"/>
                </a:cubicBezTo>
                <a:cubicBezTo>
                  <a:pt x="39" y="41"/>
                  <a:pt x="40" y="42"/>
                  <a:pt x="41" y="43"/>
                </a:cubicBezTo>
                <a:cubicBezTo>
                  <a:pt x="41" y="43"/>
                  <a:pt x="41" y="44"/>
                  <a:pt x="41" y="44"/>
                </a:cubicBezTo>
                <a:cubicBezTo>
                  <a:pt x="41" y="44"/>
                  <a:pt x="41" y="44"/>
                  <a:pt x="41" y="45"/>
                </a:cubicBezTo>
                <a:cubicBezTo>
                  <a:pt x="40" y="46"/>
                  <a:pt x="36" y="50"/>
                  <a:pt x="35" y="50"/>
                </a:cubicBezTo>
                <a:cubicBezTo>
                  <a:pt x="35" y="50"/>
                  <a:pt x="35" y="50"/>
                  <a:pt x="35" y="50"/>
                </a:cubicBezTo>
                <a:cubicBezTo>
                  <a:pt x="31" y="47"/>
                  <a:pt x="31" y="47"/>
                  <a:pt x="31" y="47"/>
                </a:cubicBezTo>
                <a:cubicBezTo>
                  <a:pt x="30" y="47"/>
                  <a:pt x="29" y="47"/>
                  <a:pt x="28" y="48"/>
                </a:cubicBezTo>
                <a:cubicBezTo>
                  <a:pt x="28" y="49"/>
                  <a:pt x="27" y="51"/>
                  <a:pt x="27" y="53"/>
                </a:cubicBezTo>
                <a:cubicBezTo>
                  <a:pt x="27" y="54"/>
                  <a:pt x="26" y="54"/>
                  <a:pt x="26" y="54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4"/>
                  <a:pt x="18" y="54"/>
                  <a:pt x="18" y="53"/>
                </a:cubicBezTo>
                <a:cubicBezTo>
                  <a:pt x="17" y="48"/>
                  <a:pt x="17" y="48"/>
                  <a:pt x="17" y="48"/>
                </a:cubicBezTo>
                <a:cubicBezTo>
                  <a:pt x="16" y="47"/>
                  <a:pt x="16" y="47"/>
                  <a:pt x="15" y="47"/>
                </a:cubicBezTo>
                <a:cubicBezTo>
                  <a:pt x="11" y="50"/>
                  <a:pt x="11" y="50"/>
                  <a:pt x="11" y="50"/>
                </a:cubicBezTo>
                <a:cubicBezTo>
                  <a:pt x="10" y="50"/>
                  <a:pt x="10" y="50"/>
                  <a:pt x="10" y="50"/>
                </a:cubicBezTo>
                <a:cubicBezTo>
                  <a:pt x="10" y="50"/>
                  <a:pt x="9" y="50"/>
                  <a:pt x="9" y="50"/>
                </a:cubicBezTo>
                <a:cubicBezTo>
                  <a:pt x="8" y="49"/>
                  <a:pt x="4" y="45"/>
                  <a:pt x="4" y="44"/>
                </a:cubicBezTo>
                <a:cubicBezTo>
                  <a:pt x="4" y="44"/>
                  <a:pt x="4" y="44"/>
                  <a:pt x="4" y="43"/>
                </a:cubicBezTo>
                <a:cubicBezTo>
                  <a:pt x="5" y="42"/>
                  <a:pt x="6" y="41"/>
                  <a:pt x="7" y="39"/>
                </a:cubicBezTo>
                <a:cubicBezTo>
                  <a:pt x="7" y="38"/>
                  <a:pt x="6" y="37"/>
                  <a:pt x="6" y="36"/>
                </a:cubicBezTo>
                <a:cubicBezTo>
                  <a:pt x="1" y="35"/>
                  <a:pt x="1" y="35"/>
                  <a:pt x="1" y="35"/>
                </a:cubicBezTo>
                <a:cubicBezTo>
                  <a:pt x="0" y="35"/>
                  <a:pt x="0" y="35"/>
                  <a:pt x="0" y="34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7"/>
                  <a:pt x="0" y="27"/>
                  <a:pt x="1" y="27"/>
                </a:cubicBezTo>
                <a:cubicBezTo>
                  <a:pt x="6" y="26"/>
                  <a:pt x="6" y="26"/>
                  <a:pt x="6" y="26"/>
                </a:cubicBezTo>
                <a:cubicBezTo>
                  <a:pt x="6" y="25"/>
                  <a:pt x="7" y="24"/>
                  <a:pt x="7" y="23"/>
                </a:cubicBezTo>
                <a:cubicBezTo>
                  <a:pt x="6" y="22"/>
                  <a:pt x="5" y="20"/>
                  <a:pt x="4" y="19"/>
                </a:cubicBezTo>
                <a:cubicBezTo>
                  <a:pt x="4" y="19"/>
                  <a:pt x="4" y="19"/>
                  <a:pt x="4" y="18"/>
                </a:cubicBezTo>
                <a:cubicBezTo>
                  <a:pt x="4" y="18"/>
                  <a:pt x="4" y="18"/>
                  <a:pt x="4" y="18"/>
                </a:cubicBezTo>
                <a:cubicBezTo>
                  <a:pt x="5" y="17"/>
                  <a:pt x="9" y="12"/>
                  <a:pt x="10" y="12"/>
                </a:cubicBezTo>
                <a:cubicBezTo>
                  <a:pt x="10" y="12"/>
                  <a:pt x="10" y="12"/>
                  <a:pt x="11" y="13"/>
                </a:cubicBezTo>
                <a:cubicBezTo>
                  <a:pt x="15" y="16"/>
                  <a:pt x="15" y="16"/>
                  <a:pt x="15" y="16"/>
                </a:cubicBezTo>
                <a:cubicBezTo>
                  <a:pt x="16" y="15"/>
                  <a:pt x="16" y="15"/>
                  <a:pt x="17" y="15"/>
                </a:cubicBezTo>
                <a:cubicBezTo>
                  <a:pt x="18" y="13"/>
                  <a:pt x="18" y="11"/>
                  <a:pt x="18" y="9"/>
                </a:cubicBezTo>
                <a:cubicBezTo>
                  <a:pt x="18" y="9"/>
                  <a:pt x="19" y="8"/>
                  <a:pt x="19" y="8"/>
                </a:cubicBezTo>
                <a:cubicBezTo>
                  <a:pt x="26" y="8"/>
                  <a:pt x="26" y="8"/>
                  <a:pt x="26" y="8"/>
                </a:cubicBezTo>
                <a:cubicBezTo>
                  <a:pt x="26" y="8"/>
                  <a:pt x="27" y="9"/>
                  <a:pt x="27" y="9"/>
                </a:cubicBezTo>
                <a:cubicBezTo>
                  <a:pt x="28" y="15"/>
                  <a:pt x="28" y="15"/>
                  <a:pt x="28" y="15"/>
                </a:cubicBezTo>
                <a:cubicBezTo>
                  <a:pt x="29" y="15"/>
                  <a:pt x="30" y="15"/>
                  <a:pt x="31" y="16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2"/>
                  <a:pt x="35" y="12"/>
                  <a:pt x="35" y="12"/>
                </a:cubicBezTo>
                <a:cubicBezTo>
                  <a:pt x="36" y="12"/>
                  <a:pt x="36" y="12"/>
                  <a:pt x="36" y="13"/>
                </a:cubicBezTo>
                <a:cubicBezTo>
                  <a:pt x="37" y="13"/>
                  <a:pt x="41" y="17"/>
                  <a:pt x="41" y="18"/>
                </a:cubicBezTo>
                <a:cubicBezTo>
                  <a:pt x="41" y="19"/>
                  <a:pt x="41" y="19"/>
                  <a:pt x="41" y="19"/>
                </a:cubicBezTo>
                <a:cubicBezTo>
                  <a:pt x="40" y="20"/>
                  <a:pt x="39" y="22"/>
                  <a:pt x="38" y="23"/>
                </a:cubicBezTo>
                <a:cubicBezTo>
                  <a:pt x="38" y="24"/>
                  <a:pt x="39" y="25"/>
                  <a:pt x="39" y="26"/>
                </a:cubicBezTo>
                <a:cubicBezTo>
                  <a:pt x="45" y="27"/>
                  <a:pt x="45" y="27"/>
                  <a:pt x="45" y="27"/>
                </a:cubicBezTo>
                <a:cubicBezTo>
                  <a:pt x="45" y="27"/>
                  <a:pt x="45" y="27"/>
                  <a:pt x="45" y="28"/>
                </a:cubicBezTo>
                <a:lnTo>
                  <a:pt x="45" y="35"/>
                </a:lnTo>
                <a:close/>
                <a:moveTo>
                  <a:pt x="23" y="22"/>
                </a:moveTo>
                <a:cubicBezTo>
                  <a:pt x="18" y="22"/>
                  <a:pt x="13" y="26"/>
                  <a:pt x="13" y="31"/>
                </a:cubicBezTo>
                <a:cubicBezTo>
                  <a:pt x="13" y="36"/>
                  <a:pt x="18" y="40"/>
                  <a:pt x="23" y="40"/>
                </a:cubicBezTo>
                <a:cubicBezTo>
                  <a:pt x="28" y="40"/>
                  <a:pt x="32" y="36"/>
                  <a:pt x="32" y="31"/>
                </a:cubicBezTo>
                <a:cubicBezTo>
                  <a:pt x="32" y="26"/>
                  <a:pt x="28" y="22"/>
                  <a:pt x="23" y="22"/>
                </a:cubicBezTo>
                <a:close/>
                <a:moveTo>
                  <a:pt x="68" y="15"/>
                </a:moveTo>
                <a:cubicBezTo>
                  <a:pt x="68" y="16"/>
                  <a:pt x="64" y="16"/>
                  <a:pt x="63" y="16"/>
                </a:cubicBezTo>
                <a:cubicBezTo>
                  <a:pt x="63" y="17"/>
                  <a:pt x="62" y="18"/>
                  <a:pt x="62" y="18"/>
                </a:cubicBezTo>
                <a:cubicBezTo>
                  <a:pt x="62" y="19"/>
                  <a:pt x="64" y="23"/>
                  <a:pt x="64" y="23"/>
                </a:cubicBezTo>
                <a:cubicBezTo>
                  <a:pt x="64" y="23"/>
                  <a:pt x="64" y="23"/>
                  <a:pt x="64" y="24"/>
                </a:cubicBezTo>
                <a:cubicBezTo>
                  <a:pt x="63" y="24"/>
                  <a:pt x="59" y="26"/>
                  <a:pt x="59" y="26"/>
                </a:cubicBezTo>
                <a:cubicBezTo>
                  <a:pt x="59" y="26"/>
                  <a:pt x="56" y="22"/>
                  <a:pt x="56" y="22"/>
                </a:cubicBezTo>
                <a:cubicBezTo>
                  <a:pt x="55" y="22"/>
                  <a:pt x="55" y="22"/>
                  <a:pt x="55" y="22"/>
                </a:cubicBezTo>
                <a:cubicBezTo>
                  <a:pt x="54" y="22"/>
                  <a:pt x="54" y="22"/>
                  <a:pt x="54" y="22"/>
                </a:cubicBezTo>
                <a:cubicBezTo>
                  <a:pt x="53" y="22"/>
                  <a:pt x="50" y="26"/>
                  <a:pt x="50" y="26"/>
                </a:cubicBezTo>
                <a:cubicBezTo>
                  <a:pt x="50" y="26"/>
                  <a:pt x="46" y="24"/>
                  <a:pt x="46" y="24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7" y="19"/>
                  <a:pt x="47" y="18"/>
                </a:cubicBezTo>
                <a:cubicBezTo>
                  <a:pt x="47" y="18"/>
                  <a:pt x="46" y="17"/>
                  <a:pt x="46" y="16"/>
                </a:cubicBezTo>
                <a:cubicBezTo>
                  <a:pt x="45" y="16"/>
                  <a:pt x="41" y="16"/>
                  <a:pt x="41" y="15"/>
                </a:cubicBezTo>
                <a:cubicBezTo>
                  <a:pt x="41" y="10"/>
                  <a:pt x="41" y="10"/>
                  <a:pt x="41" y="10"/>
                </a:cubicBezTo>
                <a:cubicBezTo>
                  <a:pt x="41" y="10"/>
                  <a:pt x="45" y="9"/>
                  <a:pt x="46" y="9"/>
                </a:cubicBezTo>
                <a:cubicBezTo>
                  <a:pt x="46" y="9"/>
                  <a:pt x="47" y="8"/>
                  <a:pt x="47" y="7"/>
                </a:cubicBezTo>
                <a:cubicBezTo>
                  <a:pt x="47" y="7"/>
                  <a:pt x="45" y="3"/>
                  <a:pt x="45" y="2"/>
                </a:cubicBezTo>
                <a:cubicBezTo>
                  <a:pt x="45" y="2"/>
                  <a:pt x="45" y="2"/>
                  <a:pt x="46" y="2"/>
                </a:cubicBezTo>
                <a:cubicBezTo>
                  <a:pt x="46" y="2"/>
                  <a:pt x="50" y="0"/>
                  <a:pt x="50" y="0"/>
                </a:cubicBezTo>
                <a:cubicBezTo>
                  <a:pt x="50" y="0"/>
                  <a:pt x="53" y="3"/>
                  <a:pt x="54" y="4"/>
                </a:cubicBezTo>
                <a:cubicBezTo>
                  <a:pt x="54" y="4"/>
                  <a:pt x="54" y="4"/>
                  <a:pt x="55" y="4"/>
                </a:cubicBezTo>
                <a:cubicBezTo>
                  <a:pt x="55" y="4"/>
                  <a:pt x="55" y="4"/>
                  <a:pt x="56" y="4"/>
                </a:cubicBezTo>
                <a:cubicBezTo>
                  <a:pt x="57" y="2"/>
                  <a:pt x="58" y="1"/>
                  <a:pt x="59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59" y="0"/>
                  <a:pt x="63" y="2"/>
                  <a:pt x="64" y="2"/>
                </a:cubicBezTo>
                <a:cubicBezTo>
                  <a:pt x="64" y="2"/>
                  <a:pt x="64" y="2"/>
                  <a:pt x="64" y="2"/>
                </a:cubicBezTo>
                <a:cubicBezTo>
                  <a:pt x="64" y="3"/>
                  <a:pt x="62" y="7"/>
                  <a:pt x="62" y="7"/>
                </a:cubicBezTo>
                <a:cubicBezTo>
                  <a:pt x="62" y="8"/>
                  <a:pt x="63" y="9"/>
                  <a:pt x="63" y="9"/>
                </a:cubicBezTo>
                <a:cubicBezTo>
                  <a:pt x="64" y="9"/>
                  <a:pt x="68" y="10"/>
                  <a:pt x="68" y="10"/>
                </a:cubicBezTo>
                <a:lnTo>
                  <a:pt x="68" y="15"/>
                </a:lnTo>
                <a:close/>
                <a:moveTo>
                  <a:pt x="68" y="52"/>
                </a:moveTo>
                <a:cubicBezTo>
                  <a:pt x="68" y="52"/>
                  <a:pt x="64" y="53"/>
                  <a:pt x="63" y="53"/>
                </a:cubicBezTo>
                <a:cubicBezTo>
                  <a:pt x="63" y="54"/>
                  <a:pt x="62" y="54"/>
                  <a:pt x="62" y="55"/>
                </a:cubicBezTo>
                <a:cubicBezTo>
                  <a:pt x="62" y="56"/>
                  <a:pt x="64" y="59"/>
                  <a:pt x="64" y="60"/>
                </a:cubicBezTo>
                <a:cubicBezTo>
                  <a:pt x="64" y="60"/>
                  <a:pt x="64" y="60"/>
                  <a:pt x="64" y="60"/>
                </a:cubicBezTo>
                <a:cubicBezTo>
                  <a:pt x="63" y="60"/>
                  <a:pt x="59" y="63"/>
                  <a:pt x="59" y="63"/>
                </a:cubicBezTo>
                <a:cubicBezTo>
                  <a:pt x="59" y="63"/>
                  <a:pt x="56" y="59"/>
                  <a:pt x="56" y="59"/>
                </a:cubicBezTo>
                <a:cubicBezTo>
                  <a:pt x="55" y="59"/>
                  <a:pt x="55" y="59"/>
                  <a:pt x="55" y="59"/>
                </a:cubicBezTo>
                <a:cubicBezTo>
                  <a:pt x="54" y="59"/>
                  <a:pt x="54" y="59"/>
                  <a:pt x="54" y="59"/>
                </a:cubicBezTo>
                <a:cubicBezTo>
                  <a:pt x="53" y="59"/>
                  <a:pt x="50" y="63"/>
                  <a:pt x="50" y="63"/>
                </a:cubicBezTo>
                <a:cubicBezTo>
                  <a:pt x="50" y="63"/>
                  <a:pt x="46" y="60"/>
                  <a:pt x="46" y="60"/>
                </a:cubicBezTo>
                <a:cubicBezTo>
                  <a:pt x="45" y="60"/>
                  <a:pt x="45" y="60"/>
                  <a:pt x="45" y="60"/>
                </a:cubicBezTo>
                <a:cubicBezTo>
                  <a:pt x="45" y="59"/>
                  <a:pt x="47" y="56"/>
                  <a:pt x="47" y="55"/>
                </a:cubicBezTo>
                <a:cubicBezTo>
                  <a:pt x="47" y="54"/>
                  <a:pt x="46" y="54"/>
                  <a:pt x="46" y="53"/>
                </a:cubicBezTo>
                <a:cubicBezTo>
                  <a:pt x="45" y="53"/>
                  <a:pt x="41" y="52"/>
                  <a:pt x="41" y="52"/>
                </a:cubicBezTo>
                <a:cubicBezTo>
                  <a:pt x="41" y="47"/>
                  <a:pt x="41" y="47"/>
                  <a:pt x="41" y="47"/>
                </a:cubicBezTo>
                <a:cubicBezTo>
                  <a:pt x="41" y="46"/>
                  <a:pt x="45" y="46"/>
                  <a:pt x="46" y="46"/>
                </a:cubicBezTo>
                <a:cubicBezTo>
                  <a:pt x="46" y="45"/>
                  <a:pt x="47" y="45"/>
                  <a:pt x="47" y="44"/>
                </a:cubicBezTo>
                <a:cubicBezTo>
                  <a:pt x="47" y="43"/>
                  <a:pt x="45" y="40"/>
                  <a:pt x="45" y="39"/>
                </a:cubicBezTo>
                <a:cubicBezTo>
                  <a:pt x="45" y="39"/>
                  <a:pt x="45" y="39"/>
                  <a:pt x="46" y="39"/>
                </a:cubicBezTo>
                <a:cubicBezTo>
                  <a:pt x="46" y="39"/>
                  <a:pt x="50" y="36"/>
                  <a:pt x="50" y="36"/>
                </a:cubicBezTo>
                <a:cubicBezTo>
                  <a:pt x="50" y="36"/>
                  <a:pt x="53" y="40"/>
                  <a:pt x="54" y="40"/>
                </a:cubicBezTo>
                <a:cubicBezTo>
                  <a:pt x="54" y="40"/>
                  <a:pt x="54" y="40"/>
                  <a:pt x="55" y="40"/>
                </a:cubicBezTo>
                <a:cubicBezTo>
                  <a:pt x="55" y="40"/>
                  <a:pt x="55" y="40"/>
                  <a:pt x="56" y="40"/>
                </a:cubicBezTo>
                <a:cubicBezTo>
                  <a:pt x="57" y="39"/>
                  <a:pt x="58" y="38"/>
                  <a:pt x="59" y="36"/>
                </a:cubicBezTo>
                <a:cubicBezTo>
                  <a:pt x="59" y="36"/>
                  <a:pt x="59" y="36"/>
                  <a:pt x="59" y="36"/>
                </a:cubicBezTo>
                <a:cubicBezTo>
                  <a:pt x="59" y="36"/>
                  <a:pt x="63" y="39"/>
                  <a:pt x="64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4" y="40"/>
                  <a:pt x="62" y="43"/>
                  <a:pt x="62" y="44"/>
                </a:cubicBezTo>
                <a:cubicBezTo>
                  <a:pt x="62" y="45"/>
                  <a:pt x="63" y="45"/>
                  <a:pt x="63" y="46"/>
                </a:cubicBezTo>
                <a:cubicBezTo>
                  <a:pt x="64" y="46"/>
                  <a:pt x="68" y="46"/>
                  <a:pt x="68" y="47"/>
                </a:cubicBezTo>
                <a:lnTo>
                  <a:pt x="68" y="52"/>
                </a:lnTo>
                <a:close/>
                <a:moveTo>
                  <a:pt x="55" y="8"/>
                </a:moveTo>
                <a:cubicBezTo>
                  <a:pt x="52" y="8"/>
                  <a:pt x="50" y="10"/>
                  <a:pt x="50" y="13"/>
                </a:cubicBezTo>
                <a:cubicBezTo>
                  <a:pt x="50" y="15"/>
                  <a:pt x="52" y="17"/>
                  <a:pt x="55" y="17"/>
                </a:cubicBezTo>
                <a:cubicBezTo>
                  <a:pt x="57" y="17"/>
                  <a:pt x="59" y="15"/>
                  <a:pt x="59" y="13"/>
                </a:cubicBezTo>
                <a:cubicBezTo>
                  <a:pt x="59" y="10"/>
                  <a:pt x="57" y="8"/>
                  <a:pt x="55" y="8"/>
                </a:cubicBezTo>
                <a:close/>
                <a:moveTo>
                  <a:pt x="55" y="45"/>
                </a:moveTo>
                <a:cubicBezTo>
                  <a:pt x="52" y="45"/>
                  <a:pt x="50" y="47"/>
                  <a:pt x="50" y="49"/>
                </a:cubicBezTo>
                <a:cubicBezTo>
                  <a:pt x="50" y="52"/>
                  <a:pt x="52" y="54"/>
                  <a:pt x="55" y="54"/>
                </a:cubicBezTo>
                <a:cubicBezTo>
                  <a:pt x="57" y="54"/>
                  <a:pt x="59" y="52"/>
                  <a:pt x="59" y="49"/>
                </a:cubicBezTo>
                <a:cubicBezTo>
                  <a:pt x="59" y="47"/>
                  <a:pt x="57" y="45"/>
                  <a:pt x="55" y="4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5" name="Group 14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5679174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tri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5"/>
          <p:cNvSpPr>
            <a:spLocks noEditPoints="1"/>
          </p:cNvSpPr>
          <p:nvPr userDrawn="1"/>
        </p:nvSpPr>
        <p:spPr bwMode="auto">
          <a:xfrm>
            <a:off x="5273189" y="1318685"/>
            <a:ext cx="1645625" cy="1297516"/>
          </a:xfrm>
          <a:custGeom>
            <a:avLst/>
            <a:gdLst/>
            <a:ahLst/>
            <a:cxnLst>
              <a:cxn ang="0">
                <a:pos x="17" y="16"/>
              </a:cxn>
              <a:cxn ang="0">
                <a:pos x="0" y="12"/>
              </a:cxn>
              <a:cxn ang="0">
                <a:pos x="4" y="0"/>
              </a:cxn>
              <a:cxn ang="0">
                <a:pos x="21" y="4"/>
              </a:cxn>
              <a:cxn ang="0">
                <a:pos x="21" y="33"/>
              </a:cxn>
              <a:cxn ang="0">
                <a:pos x="4" y="36"/>
              </a:cxn>
              <a:cxn ang="0">
                <a:pos x="0" y="25"/>
              </a:cxn>
              <a:cxn ang="0">
                <a:pos x="17" y="21"/>
              </a:cxn>
              <a:cxn ang="0">
                <a:pos x="21" y="33"/>
              </a:cxn>
              <a:cxn ang="0">
                <a:pos x="17" y="57"/>
              </a:cxn>
              <a:cxn ang="0">
                <a:pos x="0" y="53"/>
              </a:cxn>
              <a:cxn ang="0">
                <a:pos x="4" y="42"/>
              </a:cxn>
              <a:cxn ang="0">
                <a:pos x="21" y="45"/>
              </a:cxn>
              <a:cxn ang="0">
                <a:pos x="47" y="12"/>
              </a:cxn>
              <a:cxn ang="0">
                <a:pos x="30" y="16"/>
              </a:cxn>
              <a:cxn ang="0">
                <a:pos x="26" y="4"/>
              </a:cxn>
              <a:cxn ang="0">
                <a:pos x="43" y="0"/>
              </a:cxn>
              <a:cxn ang="0">
                <a:pos x="47" y="12"/>
              </a:cxn>
              <a:cxn ang="0">
                <a:pos x="43" y="36"/>
              </a:cxn>
              <a:cxn ang="0">
                <a:pos x="26" y="33"/>
              </a:cxn>
              <a:cxn ang="0">
                <a:pos x="30" y="21"/>
              </a:cxn>
              <a:cxn ang="0">
                <a:pos x="47" y="25"/>
              </a:cxn>
              <a:cxn ang="0">
                <a:pos x="47" y="53"/>
              </a:cxn>
              <a:cxn ang="0">
                <a:pos x="30" y="57"/>
              </a:cxn>
              <a:cxn ang="0">
                <a:pos x="26" y="45"/>
              </a:cxn>
              <a:cxn ang="0">
                <a:pos x="43" y="42"/>
              </a:cxn>
              <a:cxn ang="0">
                <a:pos x="47" y="53"/>
              </a:cxn>
              <a:cxn ang="0">
                <a:pos x="69" y="16"/>
              </a:cxn>
              <a:cxn ang="0">
                <a:pos x="52" y="12"/>
              </a:cxn>
              <a:cxn ang="0">
                <a:pos x="56" y="0"/>
              </a:cxn>
              <a:cxn ang="0">
                <a:pos x="72" y="4"/>
              </a:cxn>
              <a:cxn ang="0">
                <a:pos x="72" y="33"/>
              </a:cxn>
              <a:cxn ang="0">
                <a:pos x="56" y="36"/>
              </a:cxn>
              <a:cxn ang="0">
                <a:pos x="52" y="25"/>
              </a:cxn>
              <a:cxn ang="0">
                <a:pos x="69" y="21"/>
              </a:cxn>
              <a:cxn ang="0">
                <a:pos x="72" y="33"/>
              </a:cxn>
              <a:cxn ang="0">
                <a:pos x="69" y="57"/>
              </a:cxn>
              <a:cxn ang="0">
                <a:pos x="52" y="53"/>
              </a:cxn>
              <a:cxn ang="0">
                <a:pos x="56" y="42"/>
              </a:cxn>
              <a:cxn ang="0">
                <a:pos x="72" y="45"/>
              </a:cxn>
            </a:cxnLst>
            <a:rect l="0" t="0" r="r" b="b"/>
            <a:pathLst>
              <a:path w="72" h="57">
                <a:moveTo>
                  <a:pt x="21" y="12"/>
                </a:moveTo>
                <a:cubicBezTo>
                  <a:pt x="21" y="14"/>
                  <a:pt x="19" y="16"/>
                  <a:pt x="17" y="16"/>
                </a:cubicBezTo>
                <a:cubicBezTo>
                  <a:pt x="4" y="16"/>
                  <a:pt x="4" y="16"/>
                  <a:pt x="4" y="16"/>
                </a:cubicBezTo>
                <a:cubicBezTo>
                  <a:pt x="2" y="16"/>
                  <a:pt x="0" y="14"/>
                  <a:pt x="0" y="12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9" y="0"/>
                  <a:pt x="21" y="2"/>
                  <a:pt x="21" y="4"/>
                </a:cubicBezTo>
                <a:lnTo>
                  <a:pt x="21" y="12"/>
                </a:lnTo>
                <a:close/>
                <a:moveTo>
                  <a:pt x="21" y="33"/>
                </a:moveTo>
                <a:cubicBezTo>
                  <a:pt x="21" y="35"/>
                  <a:pt x="19" y="36"/>
                  <a:pt x="17" y="36"/>
                </a:cubicBezTo>
                <a:cubicBezTo>
                  <a:pt x="4" y="36"/>
                  <a:pt x="4" y="36"/>
                  <a:pt x="4" y="36"/>
                </a:cubicBezTo>
                <a:cubicBezTo>
                  <a:pt x="2" y="36"/>
                  <a:pt x="0" y="35"/>
                  <a:pt x="0" y="3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3"/>
                  <a:pt x="2" y="21"/>
                  <a:pt x="4" y="21"/>
                </a:cubicBezTo>
                <a:cubicBezTo>
                  <a:pt x="17" y="21"/>
                  <a:pt x="17" y="21"/>
                  <a:pt x="17" y="21"/>
                </a:cubicBezTo>
                <a:cubicBezTo>
                  <a:pt x="19" y="21"/>
                  <a:pt x="21" y="23"/>
                  <a:pt x="21" y="25"/>
                </a:cubicBezTo>
                <a:lnTo>
                  <a:pt x="21" y="33"/>
                </a:lnTo>
                <a:close/>
                <a:moveTo>
                  <a:pt x="21" y="53"/>
                </a:moveTo>
                <a:cubicBezTo>
                  <a:pt x="21" y="55"/>
                  <a:pt x="19" y="57"/>
                  <a:pt x="17" y="57"/>
                </a:cubicBezTo>
                <a:cubicBezTo>
                  <a:pt x="4" y="57"/>
                  <a:pt x="4" y="57"/>
                  <a:pt x="4" y="57"/>
                </a:cubicBezTo>
                <a:cubicBezTo>
                  <a:pt x="2" y="57"/>
                  <a:pt x="0" y="55"/>
                  <a:pt x="0" y="53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3"/>
                  <a:pt x="2" y="42"/>
                  <a:pt x="4" y="42"/>
                </a:cubicBezTo>
                <a:cubicBezTo>
                  <a:pt x="17" y="42"/>
                  <a:pt x="17" y="42"/>
                  <a:pt x="17" y="42"/>
                </a:cubicBezTo>
                <a:cubicBezTo>
                  <a:pt x="19" y="42"/>
                  <a:pt x="21" y="43"/>
                  <a:pt x="21" y="45"/>
                </a:cubicBezTo>
                <a:lnTo>
                  <a:pt x="21" y="53"/>
                </a:lnTo>
                <a:close/>
                <a:moveTo>
                  <a:pt x="47" y="12"/>
                </a:moveTo>
                <a:cubicBezTo>
                  <a:pt x="47" y="14"/>
                  <a:pt x="45" y="16"/>
                  <a:pt x="43" y="16"/>
                </a:cubicBezTo>
                <a:cubicBezTo>
                  <a:pt x="30" y="16"/>
                  <a:pt x="30" y="16"/>
                  <a:pt x="30" y="16"/>
                </a:cubicBezTo>
                <a:cubicBezTo>
                  <a:pt x="28" y="16"/>
                  <a:pt x="26" y="14"/>
                  <a:pt x="26" y="12"/>
                </a:cubicBezTo>
                <a:cubicBezTo>
                  <a:pt x="26" y="4"/>
                  <a:pt x="26" y="4"/>
                  <a:pt x="26" y="4"/>
                </a:cubicBezTo>
                <a:cubicBezTo>
                  <a:pt x="26" y="2"/>
                  <a:pt x="28" y="0"/>
                  <a:pt x="30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5" y="0"/>
                  <a:pt x="47" y="2"/>
                  <a:pt x="47" y="4"/>
                </a:cubicBezTo>
                <a:lnTo>
                  <a:pt x="47" y="12"/>
                </a:lnTo>
                <a:close/>
                <a:moveTo>
                  <a:pt x="47" y="33"/>
                </a:moveTo>
                <a:cubicBezTo>
                  <a:pt x="47" y="35"/>
                  <a:pt x="45" y="36"/>
                  <a:pt x="43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28" y="36"/>
                  <a:pt x="26" y="35"/>
                  <a:pt x="26" y="33"/>
                </a:cubicBezTo>
                <a:cubicBezTo>
                  <a:pt x="26" y="25"/>
                  <a:pt x="26" y="25"/>
                  <a:pt x="26" y="25"/>
                </a:cubicBezTo>
                <a:cubicBezTo>
                  <a:pt x="26" y="23"/>
                  <a:pt x="28" y="21"/>
                  <a:pt x="30" y="21"/>
                </a:cubicBezTo>
                <a:cubicBezTo>
                  <a:pt x="43" y="21"/>
                  <a:pt x="43" y="21"/>
                  <a:pt x="43" y="21"/>
                </a:cubicBezTo>
                <a:cubicBezTo>
                  <a:pt x="45" y="21"/>
                  <a:pt x="47" y="23"/>
                  <a:pt x="47" y="25"/>
                </a:cubicBezTo>
                <a:lnTo>
                  <a:pt x="47" y="33"/>
                </a:lnTo>
                <a:close/>
                <a:moveTo>
                  <a:pt x="47" y="53"/>
                </a:moveTo>
                <a:cubicBezTo>
                  <a:pt x="47" y="55"/>
                  <a:pt x="45" y="57"/>
                  <a:pt x="43" y="57"/>
                </a:cubicBezTo>
                <a:cubicBezTo>
                  <a:pt x="30" y="57"/>
                  <a:pt x="30" y="57"/>
                  <a:pt x="30" y="57"/>
                </a:cubicBezTo>
                <a:cubicBezTo>
                  <a:pt x="28" y="57"/>
                  <a:pt x="26" y="55"/>
                  <a:pt x="26" y="53"/>
                </a:cubicBezTo>
                <a:cubicBezTo>
                  <a:pt x="26" y="45"/>
                  <a:pt x="26" y="45"/>
                  <a:pt x="26" y="45"/>
                </a:cubicBezTo>
                <a:cubicBezTo>
                  <a:pt x="26" y="43"/>
                  <a:pt x="28" y="42"/>
                  <a:pt x="30" y="42"/>
                </a:cubicBezTo>
                <a:cubicBezTo>
                  <a:pt x="43" y="42"/>
                  <a:pt x="43" y="42"/>
                  <a:pt x="43" y="42"/>
                </a:cubicBezTo>
                <a:cubicBezTo>
                  <a:pt x="45" y="42"/>
                  <a:pt x="47" y="43"/>
                  <a:pt x="47" y="45"/>
                </a:cubicBezTo>
                <a:lnTo>
                  <a:pt x="47" y="53"/>
                </a:lnTo>
                <a:close/>
                <a:moveTo>
                  <a:pt x="72" y="12"/>
                </a:moveTo>
                <a:cubicBezTo>
                  <a:pt x="72" y="14"/>
                  <a:pt x="71" y="16"/>
                  <a:pt x="69" y="16"/>
                </a:cubicBezTo>
                <a:cubicBezTo>
                  <a:pt x="56" y="16"/>
                  <a:pt x="56" y="16"/>
                  <a:pt x="56" y="16"/>
                </a:cubicBezTo>
                <a:cubicBezTo>
                  <a:pt x="54" y="16"/>
                  <a:pt x="52" y="14"/>
                  <a:pt x="52" y="12"/>
                </a:cubicBezTo>
                <a:cubicBezTo>
                  <a:pt x="52" y="4"/>
                  <a:pt x="52" y="4"/>
                  <a:pt x="52" y="4"/>
                </a:cubicBezTo>
                <a:cubicBezTo>
                  <a:pt x="52" y="2"/>
                  <a:pt x="54" y="0"/>
                  <a:pt x="56" y="0"/>
                </a:cubicBezTo>
                <a:cubicBezTo>
                  <a:pt x="69" y="0"/>
                  <a:pt x="69" y="0"/>
                  <a:pt x="69" y="0"/>
                </a:cubicBezTo>
                <a:cubicBezTo>
                  <a:pt x="71" y="0"/>
                  <a:pt x="72" y="2"/>
                  <a:pt x="72" y="4"/>
                </a:cubicBezTo>
                <a:lnTo>
                  <a:pt x="72" y="12"/>
                </a:lnTo>
                <a:close/>
                <a:moveTo>
                  <a:pt x="72" y="33"/>
                </a:moveTo>
                <a:cubicBezTo>
                  <a:pt x="72" y="35"/>
                  <a:pt x="71" y="36"/>
                  <a:pt x="69" y="36"/>
                </a:cubicBezTo>
                <a:cubicBezTo>
                  <a:pt x="56" y="36"/>
                  <a:pt x="56" y="36"/>
                  <a:pt x="56" y="36"/>
                </a:cubicBezTo>
                <a:cubicBezTo>
                  <a:pt x="54" y="36"/>
                  <a:pt x="52" y="35"/>
                  <a:pt x="52" y="33"/>
                </a:cubicBezTo>
                <a:cubicBezTo>
                  <a:pt x="52" y="25"/>
                  <a:pt x="52" y="25"/>
                  <a:pt x="52" y="25"/>
                </a:cubicBezTo>
                <a:cubicBezTo>
                  <a:pt x="52" y="23"/>
                  <a:pt x="54" y="21"/>
                  <a:pt x="56" y="21"/>
                </a:cubicBezTo>
                <a:cubicBezTo>
                  <a:pt x="69" y="21"/>
                  <a:pt x="69" y="21"/>
                  <a:pt x="69" y="21"/>
                </a:cubicBezTo>
                <a:cubicBezTo>
                  <a:pt x="71" y="21"/>
                  <a:pt x="72" y="23"/>
                  <a:pt x="72" y="25"/>
                </a:cubicBezTo>
                <a:lnTo>
                  <a:pt x="72" y="33"/>
                </a:lnTo>
                <a:close/>
                <a:moveTo>
                  <a:pt x="72" y="53"/>
                </a:moveTo>
                <a:cubicBezTo>
                  <a:pt x="72" y="55"/>
                  <a:pt x="71" y="57"/>
                  <a:pt x="69" y="57"/>
                </a:cubicBezTo>
                <a:cubicBezTo>
                  <a:pt x="56" y="57"/>
                  <a:pt x="56" y="57"/>
                  <a:pt x="56" y="57"/>
                </a:cubicBezTo>
                <a:cubicBezTo>
                  <a:pt x="54" y="57"/>
                  <a:pt x="52" y="55"/>
                  <a:pt x="52" y="53"/>
                </a:cubicBezTo>
                <a:cubicBezTo>
                  <a:pt x="52" y="45"/>
                  <a:pt x="52" y="45"/>
                  <a:pt x="52" y="45"/>
                </a:cubicBezTo>
                <a:cubicBezTo>
                  <a:pt x="52" y="43"/>
                  <a:pt x="54" y="42"/>
                  <a:pt x="56" y="42"/>
                </a:cubicBezTo>
                <a:cubicBezTo>
                  <a:pt x="69" y="42"/>
                  <a:pt x="69" y="42"/>
                  <a:pt x="69" y="42"/>
                </a:cubicBezTo>
                <a:cubicBezTo>
                  <a:pt x="71" y="42"/>
                  <a:pt x="72" y="43"/>
                  <a:pt x="72" y="45"/>
                </a:cubicBezTo>
                <a:lnTo>
                  <a:pt x="72" y="53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936420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Flow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145"/>
          <p:cNvSpPr>
            <a:spLocks/>
          </p:cNvSpPr>
          <p:nvPr userDrawn="1"/>
        </p:nvSpPr>
        <p:spPr bwMode="auto">
          <a:xfrm>
            <a:off x="5292585" y="1230595"/>
            <a:ext cx="1606833" cy="1385605"/>
          </a:xfrm>
          <a:custGeom>
            <a:avLst/>
            <a:gdLst/>
            <a:ahLst/>
            <a:cxnLst>
              <a:cxn ang="0">
                <a:pos x="64" y="51"/>
              </a:cxn>
              <a:cxn ang="0">
                <a:pos x="60" y="55"/>
              </a:cxn>
              <a:cxn ang="0">
                <a:pos x="49" y="55"/>
              </a:cxn>
              <a:cxn ang="0">
                <a:pos x="45" y="51"/>
              </a:cxn>
              <a:cxn ang="0">
                <a:pos x="45" y="40"/>
              </a:cxn>
              <a:cxn ang="0">
                <a:pos x="49" y="36"/>
              </a:cxn>
              <a:cxn ang="0">
                <a:pos x="52" y="36"/>
              </a:cxn>
              <a:cxn ang="0">
                <a:pos x="52" y="30"/>
              </a:cxn>
              <a:cxn ang="0">
                <a:pos x="34" y="30"/>
              </a:cxn>
              <a:cxn ang="0">
                <a:pos x="34" y="36"/>
              </a:cxn>
              <a:cxn ang="0">
                <a:pos x="37" y="36"/>
              </a:cxn>
              <a:cxn ang="0">
                <a:pos x="41" y="40"/>
              </a:cxn>
              <a:cxn ang="0">
                <a:pos x="41" y="51"/>
              </a:cxn>
              <a:cxn ang="0">
                <a:pos x="37" y="55"/>
              </a:cxn>
              <a:cxn ang="0">
                <a:pos x="26" y="55"/>
              </a:cxn>
              <a:cxn ang="0">
                <a:pos x="23" y="51"/>
              </a:cxn>
              <a:cxn ang="0">
                <a:pos x="23" y="40"/>
              </a:cxn>
              <a:cxn ang="0">
                <a:pos x="26" y="36"/>
              </a:cxn>
              <a:cxn ang="0">
                <a:pos x="29" y="36"/>
              </a:cxn>
              <a:cxn ang="0">
                <a:pos x="29" y="30"/>
              </a:cxn>
              <a:cxn ang="0">
                <a:pos x="11" y="30"/>
              </a:cxn>
              <a:cxn ang="0">
                <a:pos x="11" y="36"/>
              </a:cxn>
              <a:cxn ang="0">
                <a:pos x="15" y="36"/>
              </a:cxn>
              <a:cxn ang="0">
                <a:pos x="18" y="40"/>
              </a:cxn>
              <a:cxn ang="0">
                <a:pos x="18" y="51"/>
              </a:cxn>
              <a:cxn ang="0">
                <a:pos x="15" y="55"/>
              </a:cxn>
              <a:cxn ang="0">
                <a:pos x="3" y="55"/>
              </a:cxn>
              <a:cxn ang="0">
                <a:pos x="0" y="51"/>
              </a:cxn>
              <a:cxn ang="0">
                <a:pos x="0" y="40"/>
              </a:cxn>
              <a:cxn ang="0">
                <a:pos x="3" y="36"/>
              </a:cxn>
              <a:cxn ang="0">
                <a:pos x="7" y="36"/>
              </a:cxn>
              <a:cxn ang="0">
                <a:pos x="7" y="30"/>
              </a:cxn>
              <a:cxn ang="0">
                <a:pos x="11" y="25"/>
              </a:cxn>
              <a:cxn ang="0">
                <a:pos x="29" y="25"/>
              </a:cxn>
              <a:cxn ang="0">
                <a:pos x="29" y="18"/>
              </a:cxn>
              <a:cxn ang="0">
                <a:pos x="26" y="18"/>
              </a:cxn>
              <a:cxn ang="0">
                <a:pos x="23" y="15"/>
              </a:cxn>
              <a:cxn ang="0">
                <a:pos x="23" y="3"/>
              </a:cxn>
              <a:cxn ang="0">
                <a:pos x="26" y="0"/>
              </a:cxn>
              <a:cxn ang="0">
                <a:pos x="37" y="0"/>
              </a:cxn>
              <a:cxn ang="0">
                <a:pos x="41" y="3"/>
              </a:cxn>
              <a:cxn ang="0">
                <a:pos x="41" y="15"/>
              </a:cxn>
              <a:cxn ang="0">
                <a:pos x="37" y="18"/>
              </a:cxn>
              <a:cxn ang="0">
                <a:pos x="34" y="18"/>
              </a:cxn>
              <a:cxn ang="0">
                <a:pos x="34" y="25"/>
              </a:cxn>
              <a:cxn ang="0">
                <a:pos x="52" y="25"/>
              </a:cxn>
              <a:cxn ang="0">
                <a:pos x="57" y="30"/>
              </a:cxn>
              <a:cxn ang="0">
                <a:pos x="57" y="36"/>
              </a:cxn>
              <a:cxn ang="0">
                <a:pos x="60" y="36"/>
              </a:cxn>
              <a:cxn ang="0">
                <a:pos x="64" y="40"/>
              </a:cxn>
              <a:cxn ang="0">
                <a:pos x="64" y="51"/>
              </a:cxn>
            </a:cxnLst>
            <a:rect l="0" t="0" r="r" b="b"/>
            <a:pathLst>
              <a:path w="64" h="55">
                <a:moveTo>
                  <a:pt x="64" y="51"/>
                </a:moveTo>
                <a:cubicBezTo>
                  <a:pt x="64" y="53"/>
                  <a:pt x="62" y="55"/>
                  <a:pt x="60" y="55"/>
                </a:cubicBezTo>
                <a:cubicBezTo>
                  <a:pt x="49" y="55"/>
                  <a:pt x="49" y="55"/>
                  <a:pt x="49" y="55"/>
                </a:cubicBezTo>
                <a:cubicBezTo>
                  <a:pt x="47" y="55"/>
                  <a:pt x="45" y="53"/>
                  <a:pt x="45" y="51"/>
                </a:cubicBezTo>
                <a:cubicBezTo>
                  <a:pt x="45" y="40"/>
                  <a:pt x="45" y="40"/>
                  <a:pt x="45" y="40"/>
                </a:cubicBezTo>
                <a:cubicBezTo>
                  <a:pt x="45" y="38"/>
                  <a:pt x="47" y="36"/>
                  <a:pt x="49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0"/>
                  <a:pt x="52" y="30"/>
                  <a:pt x="52" y="30"/>
                </a:cubicBezTo>
                <a:cubicBezTo>
                  <a:pt x="34" y="30"/>
                  <a:pt x="34" y="30"/>
                  <a:pt x="34" y="30"/>
                </a:cubicBezTo>
                <a:cubicBezTo>
                  <a:pt x="34" y="36"/>
                  <a:pt x="34" y="36"/>
                  <a:pt x="34" y="36"/>
                </a:cubicBezTo>
                <a:cubicBezTo>
                  <a:pt x="37" y="36"/>
                  <a:pt x="37" y="36"/>
                  <a:pt x="37" y="36"/>
                </a:cubicBezTo>
                <a:cubicBezTo>
                  <a:pt x="39" y="36"/>
                  <a:pt x="41" y="38"/>
                  <a:pt x="41" y="40"/>
                </a:cubicBezTo>
                <a:cubicBezTo>
                  <a:pt x="41" y="51"/>
                  <a:pt x="41" y="51"/>
                  <a:pt x="41" y="51"/>
                </a:cubicBezTo>
                <a:cubicBezTo>
                  <a:pt x="41" y="53"/>
                  <a:pt x="39" y="55"/>
                  <a:pt x="37" y="55"/>
                </a:cubicBezTo>
                <a:cubicBezTo>
                  <a:pt x="26" y="55"/>
                  <a:pt x="26" y="55"/>
                  <a:pt x="26" y="55"/>
                </a:cubicBezTo>
                <a:cubicBezTo>
                  <a:pt x="24" y="55"/>
                  <a:pt x="23" y="53"/>
                  <a:pt x="23" y="51"/>
                </a:cubicBezTo>
                <a:cubicBezTo>
                  <a:pt x="23" y="40"/>
                  <a:pt x="23" y="40"/>
                  <a:pt x="23" y="40"/>
                </a:cubicBezTo>
                <a:cubicBezTo>
                  <a:pt x="23" y="38"/>
                  <a:pt x="24" y="36"/>
                  <a:pt x="26" y="36"/>
                </a:cubicBezTo>
                <a:cubicBezTo>
                  <a:pt x="29" y="36"/>
                  <a:pt x="29" y="36"/>
                  <a:pt x="29" y="36"/>
                </a:cubicBezTo>
                <a:cubicBezTo>
                  <a:pt x="29" y="30"/>
                  <a:pt x="29" y="30"/>
                  <a:pt x="29" y="30"/>
                </a:cubicBezTo>
                <a:cubicBezTo>
                  <a:pt x="11" y="30"/>
                  <a:pt x="11" y="30"/>
                  <a:pt x="11" y="30"/>
                </a:cubicBezTo>
                <a:cubicBezTo>
                  <a:pt x="11" y="36"/>
                  <a:pt x="11" y="36"/>
                  <a:pt x="11" y="36"/>
                </a:cubicBezTo>
                <a:cubicBezTo>
                  <a:pt x="15" y="36"/>
                  <a:pt x="15" y="36"/>
                  <a:pt x="15" y="36"/>
                </a:cubicBezTo>
                <a:cubicBezTo>
                  <a:pt x="17" y="36"/>
                  <a:pt x="18" y="38"/>
                  <a:pt x="18" y="40"/>
                </a:cubicBezTo>
                <a:cubicBezTo>
                  <a:pt x="18" y="51"/>
                  <a:pt x="18" y="51"/>
                  <a:pt x="18" y="51"/>
                </a:cubicBezTo>
                <a:cubicBezTo>
                  <a:pt x="18" y="53"/>
                  <a:pt x="17" y="55"/>
                  <a:pt x="15" y="55"/>
                </a:cubicBezTo>
                <a:cubicBezTo>
                  <a:pt x="3" y="55"/>
                  <a:pt x="3" y="55"/>
                  <a:pt x="3" y="55"/>
                </a:cubicBezTo>
                <a:cubicBezTo>
                  <a:pt x="1" y="55"/>
                  <a:pt x="0" y="53"/>
                  <a:pt x="0" y="51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8"/>
                  <a:pt x="1" y="36"/>
                  <a:pt x="3" y="36"/>
                </a:cubicBezTo>
                <a:cubicBezTo>
                  <a:pt x="7" y="36"/>
                  <a:pt x="7" y="36"/>
                  <a:pt x="7" y="36"/>
                </a:cubicBezTo>
                <a:cubicBezTo>
                  <a:pt x="7" y="30"/>
                  <a:pt x="7" y="30"/>
                  <a:pt x="7" y="30"/>
                </a:cubicBezTo>
                <a:cubicBezTo>
                  <a:pt x="7" y="27"/>
                  <a:pt x="9" y="25"/>
                  <a:pt x="11" y="25"/>
                </a:cubicBezTo>
                <a:cubicBezTo>
                  <a:pt x="29" y="25"/>
                  <a:pt x="29" y="25"/>
                  <a:pt x="29" y="25"/>
                </a:cubicBezTo>
                <a:cubicBezTo>
                  <a:pt x="29" y="18"/>
                  <a:pt x="29" y="18"/>
                  <a:pt x="29" y="18"/>
                </a:cubicBezTo>
                <a:cubicBezTo>
                  <a:pt x="26" y="18"/>
                  <a:pt x="26" y="18"/>
                  <a:pt x="26" y="18"/>
                </a:cubicBezTo>
                <a:cubicBezTo>
                  <a:pt x="24" y="18"/>
                  <a:pt x="23" y="17"/>
                  <a:pt x="23" y="15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1"/>
                  <a:pt x="24" y="0"/>
                  <a:pt x="26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9" y="0"/>
                  <a:pt x="41" y="1"/>
                  <a:pt x="41" y="3"/>
                </a:cubicBezTo>
                <a:cubicBezTo>
                  <a:pt x="41" y="15"/>
                  <a:pt x="41" y="15"/>
                  <a:pt x="41" y="15"/>
                </a:cubicBezTo>
                <a:cubicBezTo>
                  <a:pt x="41" y="17"/>
                  <a:pt x="39" y="18"/>
                  <a:pt x="37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25"/>
                  <a:pt x="34" y="25"/>
                  <a:pt x="34" y="25"/>
                </a:cubicBezTo>
                <a:cubicBezTo>
                  <a:pt x="52" y="25"/>
                  <a:pt x="52" y="25"/>
                  <a:pt x="52" y="25"/>
                </a:cubicBezTo>
                <a:cubicBezTo>
                  <a:pt x="55" y="25"/>
                  <a:pt x="57" y="27"/>
                  <a:pt x="57" y="30"/>
                </a:cubicBezTo>
                <a:cubicBezTo>
                  <a:pt x="57" y="36"/>
                  <a:pt x="57" y="36"/>
                  <a:pt x="57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2" y="36"/>
                  <a:pt x="64" y="38"/>
                  <a:pt x="64" y="40"/>
                </a:cubicBezTo>
                <a:lnTo>
                  <a:pt x="64" y="51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769362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Tre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29"/>
          <p:cNvSpPr>
            <a:spLocks/>
          </p:cNvSpPr>
          <p:nvPr userDrawn="1"/>
        </p:nvSpPr>
        <p:spPr bwMode="auto">
          <a:xfrm>
            <a:off x="5583767" y="1363136"/>
            <a:ext cx="1024467" cy="1253064"/>
          </a:xfrm>
          <a:custGeom>
            <a:avLst/>
            <a:gdLst/>
            <a:ahLst/>
            <a:cxnLst>
              <a:cxn ang="0">
                <a:pos x="53" y="58"/>
              </a:cxn>
              <a:cxn ang="0">
                <a:pos x="36" y="58"/>
              </a:cxn>
              <a:cxn ang="0">
                <a:pos x="36" y="65"/>
              </a:cxn>
              <a:cxn ang="0">
                <a:pos x="34" y="68"/>
              </a:cxn>
              <a:cxn ang="0">
                <a:pos x="22" y="68"/>
              </a:cxn>
              <a:cxn ang="0">
                <a:pos x="20" y="65"/>
              </a:cxn>
              <a:cxn ang="0">
                <a:pos x="20" y="58"/>
              </a:cxn>
              <a:cxn ang="0">
                <a:pos x="2" y="58"/>
              </a:cxn>
              <a:cxn ang="0">
                <a:pos x="0" y="56"/>
              </a:cxn>
              <a:cxn ang="0">
                <a:pos x="1" y="54"/>
              </a:cxn>
              <a:cxn ang="0">
                <a:pos x="16" y="39"/>
              </a:cxn>
              <a:cxn ang="0">
                <a:pos x="7" y="39"/>
              </a:cxn>
              <a:cxn ang="0">
                <a:pos x="5" y="36"/>
              </a:cxn>
              <a:cxn ang="0">
                <a:pos x="6" y="34"/>
              </a:cxn>
              <a:cxn ang="0">
                <a:pos x="21" y="19"/>
              </a:cxn>
              <a:cxn ang="0">
                <a:pos x="13" y="19"/>
              </a:cxn>
              <a:cxn ang="0">
                <a:pos x="11" y="17"/>
              </a:cxn>
              <a:cxn ang="0">
                <a:pos x="12" y="15"/>
              </a:cxn>
              <a:cxn ang="0">
                <a:pos x="26" y="0"/>
              </a:cxn>
              <a:cxn ang="0">
                <a:pos x="28" y="0"/>
              </a:cxn>
              <a:cxn ang="0">
                <a:pos x="30" y="0"/>
              </a:cxn>
              <a:cxn ang="0">
                <a:pos x="44" y="15"/>
              </a:cxn>
              <a:cxn ang="0">
                <a:pos x="45" y="17"/>
              </a:cxn>
              <a:cxn ang="0">
                <a:pos x="42" y="19"/>
              </a:cxn>
              <a:cxn ang="0">
                <a:pos x="35" y="19"/>
              </a:cxn>
              <a:cxn ang="0">
                <a:pos x="50" y="34"/>
              </a:cxn>
              <a:cxn ang="0">
                <a:pos x="51" y="36"/>
              </a:cxn>
              <a:cxn ang="0">
                <a:pos x="49" y="39"/>
              </a:cxn>
              <a:cxn ang="0">
                <a:pos x="40" y="39"/>
              </a:cxn>
              <a:cxn ang="0">
                <a:pos x="55" y="54"/>
              </a:cxn>
              <a:cxn ang="0">
                <a:pos x="56" y="56"/>
              </a:cxn>
              <a:cxn ang="0">
                <a:pos x="53" y="58"/>
              </a:cxn>
            </a:cxnLst>
            <a:rect l="0" t="0" r="r" b="b"/>
            <a:pathLst>
              <a:path w="56" h="68">
                <a:moveTo>
                  <a:pt x="53" y="58"/>
                </a:moveTo>
                <a:cubicBezTo>
                  <a:pt x="36" y="58"/>
                  <a:pt x="36" y="58"/>
                  <a:pt x="36" y="58"/>
                </a:cubicBezTo>
                <a:cubicBezTo>
                  <a:pt x="36" y="60"/>
                  <a:pt x="36" y="63"/>
                  <a:pt x="36" y="65"/>
                </a:cubicBezTo>
                <a:cubicBezTo>
                  <a:pt x="36" y="67"/>
                  <a:pt x="35" y="68"/>
                  <a:pt x="34" y="68"/>
                </a:cubicBezTo>
                <a:cubicBezTo>
                  <a:pt x="22" y="68"/>
                  <a:pt x="22" y="68"/>
                  <a:pt x="22" y="68"/>
                </a:cubicBezTo>
                <a:cubicBezTo>
                  <a:pt x="21" y="68"/>
                  <a:pt x="20" y="67"/>
                  <a:pt x="20" y="65"/>
                </a:cubicBezTo>
                <a:cubicBezTo>
                  <a:pt x="20" y="63"/>
                  <a:pt x="20" y="60"/>
                  <a:pt x="20" y="58"/>
                </a:cubicBezTo>
                <a:cubicBezTo>
                  <a:pt x="2" y="58"/>
                  <a:pt x="2" y="58"/>
                  <a:pt x="2" y="58"/>
                </a:cubicBezTo>
                <a:cubicBezTo>
                  <a:pt x="1" y="58"/>
                  <a:pt x="0" y="57"/>
                  <a:pt x="0" y="56"/>
                </a:cubicBezTo>
                <a:cubicBezTo>
                  <a:pt x="0" y="55"/>
                  <a:pt x="0" y="54"/>
                  <a:pt x="1" y="54"/>
                </a:cubicBezTo>
                <a:cubicBezTo>
                  <a:pt x="16" y="39"/>
                  <a:pt x="16" y="39"/>
                  <a:pt x="16" y="39"/>
                </a:cubicBezTo>
                <a:cubicBezTo>
                  <a:pt x="7" y="39"/>
                  <a:pt x="7" y="39"/>
                  <a:pt x="7" y="39"/>
                </a:cubicBezTo>
                <a:cubicBezTo>
                  <a:pt x="6" y="39"/>
                  <a:pt x="5" y="37"/>
                  <a:pt x="5" y="36"/>
                </a:cubicBezTo>
                <a:cubicBezTo>
                  <a:pt x="5" y="35"/>
                  <a:pt x="5" y="35"/>
                  <a:pt x="6" y="34"/>
                </a:cubicBezTo>
                <a:cubicBezTo>
                  <a:pt x="21" y="19"/>
                  <a:pt x="21" y="19"/>
                  <a:pt x="21" y="19"/>
                </a:cubicBezTo>
                <a:cubicBezTo>
                  <a:pt x="13" y="19"/>
                  <a:pt x="13" y="19"/>
                  <a:pt x="13" y="19"/>
                </a:cubicBezTo>
                <a:cubicBezTo>
                  <a:pt x="12" y="19"/>
                  <a:pt x="11" y="18"/>
                  <a:pt x="11" y="17"/>
                </a:cubicBezTo>
                <a:cubicBezTo>
                  <a:pt x="11" y="16"/>
                  <a:pt x="11" y="15"/>
                  <a:pt x="12" y="15"/>
                </a:cubicBezTo>
                <a:cubicBezTo>
                  <a:pt x="26" y="0"/>
                  <a:pt x="26" y="0"/>
                  <a:pt x="26" y="0"/>
                </a:cubicBezTo>
                <a:cubicBezTo>
                  <a:pt x="27" y="0"/>
                  <a:pt x="27" y="0"/>
                  <a:pt x="28" y="0"/>
                </a:cubicBezTo>
                <a:cubicBezTo>
                  <a:pt x="29" y="0"/>
                  <a:pt x="29" y="0"/>
                  <a:pt x="30" y="0"/>
                </a:cubicBezTo>
                <a:cubicBezTo>
                  <a:pt x="44" y="15"/>
                  <a:pt x="44" y="15"/>
                  <a:pt x="44" y="15"/>
                </a:cubicBezTo>
                <a:cubicBezTo>
                  <a:pt x="45" y="15"/>
                  <a:pt x="45" y="16"/>
                  <a:pt x="45" y="17"/>
                </a:cubicBezTo>
                <a:cubicBezTo>
                  <a:pt x="45" y="18"/>
                  <a:pt x="44" y="19"/>
                  <a:pt x="42" y="19"/>
                </a:cubicBezTo>
                <a:cubicBezTo>
                  <a:pt x="35" y="19"/>
                  <a:pt x="35" y="19"/>
                  <a:pt x="35" y="19"/>
                </a:cubicBezTo>
                <a:cubicBezTo>
                  <a:pt x="50" y="34"/>
                  <a:pt x="50" y="34"/>
                  <a:pt x="50" y="34"/>
                </a:cubicBezTo>
                <a:cubicBezTo>
                  <a:pt x="51" y="35"/>
                  <a:pt x="51" y="35"/>
                  <a:pt x="51" y="36"/>
                </a:cubicBezTo>
                <a:cubicBezTo>
                  <a:pt x="51" y="37"/>
                  <a:pt x="50" y="39"/>
                  <a:pt x="49" y="39"/>
                </a:cubicBezTo>
                <a:cubicBezTo>
                  <a:pt x="40" y="39"/>
                  <a:pt x="40" y="39"/>
                  <a:pt x="40" y="39"/>
                </a:cubicBezTo>
                <a:cubicBezTo>
                  <a:pt x="55" y="54"/>
                  <a:pt x="55" y="54"/>
                  <a:pt x="55" y="54"/>
                </a:cubicBezTo>
                <a:cubicBezTo>
                  <a:pt x="56" y="54"/>
                  <a:pt x="56" y="55"/>
                  <a:pt x="56" y="56"/>
                </a:cubicBezTo>
                <a:cubicBezTo>
                  <a:pt x="56" y="57"/>
                  <a:pt x="55" y="58"/>
                  <a:pt x="53" y="5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58928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Time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69"/>
          <p:cNvSpPr>
            <a:spLocks noEditPoints="1"/>
          </p:cNvSpPr>
          <p:nvPr userDrawn="1"/>
        </p:nvSpPr>
        <p:spPr bwMode="auto">
          <a:xfrm>
            <a:off x="5467090" y="1498600"/>
            <a:ext cx="1257823" cy="1267883"/>
          </a:xfrm>
          <a:custGeom>
            <a:avLst/>
            <a:gdLst/>
            <a:ahLst/>
            <a:cxnLst>
              <a:cxn ang="0">
                <a:pos x="29" y="58"/>
              </a:cxn>
              <a:cxn ang="0">
                <a:pos x="6" y="47"/>
              </a:cxn>
              <a:cxn ang="0">
                <a:pos x="7" y="46"/>
              </a:cxn>
              <a:cxn ang="0">
                <a:pos x="12" y="40"/>
              </a:cxn>
              <a:cxn ang="0">
                <a:pos x="13" y="40"/>
              </a:cxn>
              <a:cxn ang="0">
                <a:pos x="14" y="41"/>
              </a:cxn>
              <a:cxn ang="0">
                <a:pos x="29" y="48"/>
              </a:cxn>
              <a:cxn ang="0">
                <a:pos x="48" y="29"/>
              </a:cxn>
              <a:cxn ang="0">
                <a:pos x="29" y="9"/>
              </a:cxn>
              <a:cxn ang="0">
                <a:pos x="16" y="14"/>
              </a:cxn>
              <a:cxn ang="0">
                <a:pos x="21" y="20"/>
              </a:cxn>
              <a:cxn ang="0">
                <a:pos x="21" y="22"/>
              </a:cxn>
              <a:cxn ang="0">
                <a:pos x="19" y="24"/>
              </a:cxn>
              <a:cxn ang="0">
                <a:pos x="2" y="24"/>
              </a:cxn>
              <a:cxn ang="0">
                <a:pos x="0" y="21"/>
              </a:cxn>
              <a:cxn ang="0">
                <a:pos x="0" y="4"/>
              </a:cxn>
              <a:cxn ang="0">
                <a:pos x="1" y="2"/>
              </a:cxn>
              <a:cxn ang="0">
                <a:pos x="4" y="3"/>
              </a:cxn>
              <a:cxn ang="0">
                <a:pos x="9" y="8"/>
              </a:cxn>
              <a:cxn ang="0">
                <a:pos x="29" y="0"/>
              </a:cxn>
              <a:cxn ang="0">
                <a:pos x="58" y="29"/>
              </a:cxn>
              <a:cxn ang="0">
                <a:pos x="29" y="58"/>
              </a:cxn>
              <a:cxn ang="0">
                <a:pos x="34" y="35"/>
              </a:cxn>
              <a:cxn ang="0">
                <a:pos x="33" y="36"/>
              </a:cxn>
              <a:cxn ang="0">
                <a:pos x="20" y="36"/>
              </a:cxn>
              <a:cxn ang="0">
                <a:pos x="19" y="35"/>
              </a:cxn>
              <a:cxn ang="0">
                <a:pos x="19" y="32"/>
              </a:cxn>
              <a:cxn ang="0">
                <a:pos x="20" y="31"/>
              </a:cxn>
              <a:cxn ang="0">
                <a:pos x="29" y="31"/>
              </a:cxn>
              <a:cxn ang="0">
                <a:pos x="29" y="18"/>
              </a:cxn>
              <a:cxn ang="0">
                <a:pos x="30" y="17"/>
              </a:cxn>
              <a:cxn ang="0">
                <a:pos x="33" y="17"/>
              </a:cxn>
              <a:cxn ang="0">
                <a:pos x="34" y="18"/>
              </a:cxn>
              <a:cxn ang="0">
                <a:pos x="34" y="35"/>
              </a:cxn>
            </a:cxnLst>
            <a:rect l="0" t="0" r="r" b="b"/>
            <a:pathLst>
              <a:path w="58" h="58">
                <a:moveTo>
                  <a:pt x="29" y="58"/>
                </a:moveTo>
                <a:cubicBezTo>
                  <a:pt x="20" y="58"/>
                  <a:pt x="12" y="54"/>
                  <a:pt x="6" y="47"/>
                </a:cubicBezTo>
                <a:cubicBezTo>
                  <a:pt x="6" y="47"/>
                  <a:pt x="6" y="46"/>
                  <a:pt x="7" y="46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40"/>
                  <a:pt x="12" y="40"/>
                  <a:pt x="13" y="40"/>
                </a:cubicBezTo>
                <a:cubicBezTo>
                  <a:pt x="13" y="40"/>
                  <a:pt x="13" y="40"/>
                  <a:pt x="14" y="41"/>
                </a:cubicBezTo>
                <a:cubicBezTo>
                  <a:pt x="17" y="45"/>
                  <a:pt x="23" y="48"/>
                  <a:pt x="29" y="48"/>
                </a:cubicBezTo>
                <a:cubicBezTo>
                  <a:pt x="40" y="48"/>
                  <a:pt x="48" y="39"/>
                  <a:pt x="48" y="29"/>
                </a:cubicBezTo>
                <a:cubicBezTo>
                  <a:pt x="48" y="18"/>
                  <a:pt x="40" y="9"/>
                  <a:pt x="29" y="9"/>
                </a:cubicBezTo>
                <a:cubicBezTo>
                  <a:pt x="24" y="9"/>
                  <a:pt x="19" y="11"/>
                  <a:pt x="16" y="14"/>
                </a:cubicBezTo>
                <a:cubicBezTo>
                  <a:pt x="21" y="20"/>
                  <a:pt x="21" y="20"/>
                  <a:pt x="21" y="20"/>
                </a:cubicBezTo>
                <a:cubicBezTo>
                  <a:pt x="22" y="20"/>
                  <a:pt x="22" y="21"/>
                  <a:pt x="21" y="22"/>
                </a:cubicBezTo>
                <a:cubicBezTo>
                  <a:pt x="21" y="23"/>
                  <a:pt x="20" y="24"/>
                  <a:pt x="19" y="24"/>
                </a:cubicBezTo>
                <a:cubicBezTo>
                  <a:pt x="2" y="24"/>
                  <a:pt x="2" y="24"/>
                  <a:pt x="2" y="24"/>
                </a:cubicBezTo>
                <a:cubicBezTo>
                  <a:pt x="1" y="24"/>
                  <a:pt x="0" y="23"/>
                  <a:pt x="0" y="21"/>
                </a:cubicBezTo>
                <a:cubicBezTo>
                  <a:pt x="0" y="4"/>
                  <a:pt x="0" y="4"/>
                  <a:pt x="0" y="4"/>
                </a:cubicBezTo>
                <a:cubicBezTo>
                  <a:pt x="0" y="3"/>
                  <a:pt x="0" y="3"/>
                  <a:pt x="1" y="2"/>
                </a:cubicBezTo>
                <a:cubicBezTo>
                  <a:pt x="2" y="2"/>
                  <a:pt x="3" y="2"/>
                  <a:pt x="4" y="3"/>
                </a:cubicBezTo>
                <a:cubicBezTo>
                  <a:pt x="9" y="8"/>
                  <a:pt x="9" y="8"/>
                  <a:pt x="9" y="8"/>
                </a:cubicBezTo>
                <a:cubicBezTo>
                  <a:pt x="14" y="3"/>
                  <a:pt x="21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34" y="35"/>
                </a:moveTo>
                <a:cubicBezTo>
                  <a:pt x="34" y="35"/>
                  <a:pt x="33" y="36"/>
                  <a:pt x="33" y="36"/>
                </a:cubicBezTo>
                <a:cubicBezTo>
                  <a:pt x="20" y="36"/>
                  <a:pt x="20" y="36"/>
                  <a:pt x="20" y="36"/>
                </a:cubicBezTo>
                <a:cubicBezTo>
                  <a:pt x="20" y="36"/>
                  <a:pt x="19" y="35"/>
                  <a:pt x="19" y="35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2"/>
                  <a:pt x="20" y="31"/>
                  <a:pt x="20" y="31"/>
                </a:cubicBezTo>
                <a:cubicBezTo>
                  <a:pt x="29" y="31"/>
                  <a:pt x="29" y="31"/>
                  <a:pt x="29" y="31"/>
                </a:cubicBezTo>
                <a:cubicBezTo>
                  <a:pt x="29" y="18"/>
                  <a:pt x="29" y="18"/>
                  <a:pt x="29" y="18"/>
                </a:cubicBezTo>
                <a:cubicBezTo>
                  <a:pt x="29" y="17"/>
                  <a:pt x="29" y="17"/>
                  <a:pt x="30" y="17"/>
                </a:cubicBezTo>
                <a:cubicBezTo>
                  <a:pt x="33" y="17"/>
                  <a:pt x="33" y="17"/>
                  <a:pt x="33" y="17"/>
                </a:cubicBezTo>
                <a:cubicBezTo>
                  <a:pt x="33" y="17"/>
                  <a:pt x="34" y="17"/>
                  <a:pt x="34" y="18"/>
                </a:cubicBezTo>
                <a:lnTo>
                  <a:pt x="34" y="35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15655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gm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0"/>
          <p:cNvSpPr>
            <a:spLocks noEditPoints="1"/>
          </p:cNvSpPr>
          <p:nvPr userDrawn="1"/>
        </p:nvSpPr>
        <p:spPr bwMode="auto">
          <a:xfrm>
            <a:off x="5428193" y="1498601"/>
            <a:ext cx="1335617" cy="1280351"/>
          </a:xfrm>
          <a:custGeom>
            <a:avLst/>
            <a:gdLst/>
            <a:ahLst/>
            <a:cxnLst>
              <a:cxn ang="0">
                <a:pos x="63" y="49"/>
              </a:cxn>
              <a:cxn ang="0">
                <a:pos x="58" y="44"/>
              </a:cxn>
              <a:cxn ang="0">
                <a:pos x="54" y="48"/>
              </a:cxn>
              <a:cxn ang="0">
                <a:pos x="63" y="57"/>
              </a:cxn>
              <a:cxn ang="0">
                <a:pos x="64" y="60"/>
              </a:cxn>
              <a:cxn ang="0">
                <a:pos x="59" y="64"/>
              </a:cxn>
              <a:cxn ang="0">
                <a:pos x="56" y="63"/>
              </a:cxn>
              <a:cxn ang="0">
                <a:pos x="29" y="36"/>
              </a:cxn>
              <a:cxn ang="0">
                <a:pos x="15" y="42"/>
              </a:cxn>
              <a:cxn ang="0">
                <a:pos x="0" y="27"/>
              </a:cxn>
              <a:cxn ang="0">
                <a:pos x="26" y="0"/>
              </a:cxn>
              <a:cxn ang="0">
                <a:pos x="41" y="15"/>
              </a:cxn>
              <a:cxn ang="0">
                <a:pos x="36" y="30"/>
              </a:cxn>
              <a:cxn ang="0">
                <a:pos x="50" y="44"/>
              </a:cxn>
              <a:cxn ang="0">
                <a:pos x="54" y="40"/>
              </a:cxn>
              <a:cxn ang="0">
                <a:pos x="49" y="35"/>
              </a:cxn>
              <a:cxn ang="0">
                <a:pos x="54" y="31"/>
              </a:cxn>
              <a:cxn ang="0">
                <a:pos x="55" y="31"/>
              </a:cxn>
              <a:cxn ang="0">
                <a:pos x="67" y="44"/>
              </a:cxn>
              <a:cxn ang="0">
                <a:pos x="63" y="49"/>
              </a:cxn>
              <a:cxn ang="0">
                <a:pos x="25" y="8"/>
              </a:cxn>
              <a:cxn ang="0">
                <a:pos x="18" y="16"/>
              </a:cxn>
              <a:cxn ang="0">
                <a:pos x="19" y="19"/>
              </a:cxn>
              <a:cxn ang="0">
                <a:pos x="15" y="18"/>
              </a:cxn>
              <a:cxn ang="0">
                <a:pos x="7" y="26"/>
              </a:cxn>
              <a:cxn ang="0">
                <a:pos x="15" y="34"/>
              </a:cxn>
              <a:cxn ang="0">
                <a:pos x="23" y="26"/>
              </a:cxn>
              <a:cxn ang="0">
                <a:pos x="22" y="23"/>
              </a:cxn>
              <a:cxn ang="0">
                <a:pos x="25" y="24"/>
              </a:cxn>
              <a:cxn ang="0">
                <a:pos x="33" y="16"/>
              </a:cxn>
              <a:cxn ang="0">
                <a:pos x="25" y="8"/>
              </a:cxn>
            </a:cxnLst>
            <a:rect l="0" t="0" r="r" b="b"/>
            <a:pathLst>
              <a:path w="67" h="64">
                <a:moveTo>
                  <a:pt x="63" y="49"/>
                </a:moveTo>
                <a:cubicBezTo>
                  <a:pt x="62" y="49"/>
                  <a:pt x="58" y="45"/>
                  <a:pt x="58" y="44"/>
                </a:cubicBezTo>
                <a:cubicBezTo>
                  <a:pt x="54" y="48"/>
                  <a:pt x="54" y="48"/>
                  <a:pt x="54" y="48"/>
                </a:cubicBezTo>
                <a:cubicBezTo>
                  <a:pt x="63" y="57"/>
                  <a:pt x="63" y="57"/>
                  <a:pt x="63" y="57"/>
                </a:cubicBezTo>
                <a:cubicBezTo>
                  <a:pt x="63" y="58"/>
                  <a:pt x="64" y="59"/>
                  <a:pt x="64" y="60"/>
                </a:cubicBezTo>
                <a:cubicBezTo>
                  <a:pt x="64" y="62"/>
                  <a:pt x="61" y="64"/>
                  <a:pt x="59" y="64"/>
                </a:cubicBezTo>
                <a:cubicBezTo>
                  <a:pt x="58" y="64"/>
                  <a:pt x="57" y="64"/>
                  <a:pt x="56" y="63"/>
                </a:cubicBezTo>
                <a:cubicBezTo>
                  <a:pt x="29" y="36"/>
                  <a:pt x="29" y="36"/>
                  <a:pt x="29" y="36"/>
                </a:cubicBezTo>
                <a:cubicBezTo>
                  <a:pt x="25" y="39"/>
                  <a:pt x="20" y="42"/>
                  <a:pt x="15" y="42"/>
                </a:cubicBezTo>
                <a:cubicBezTo>
                  <a:pt x="6" y="42"/>
                  <a:pt x="0" y="36"/>
                  <a:pt x="0" y="27"/>
                </a:cubicBezTo>
                <a:cubicBezTo>
                  <a:pt x="0" y="14"/>
                  <a:pt x="13" y="0"/>
                  <a:pt x="26" y="0"/>
                </a:cubicBezTo>
                <a:cubicBezTo>
                  <a:pt x="35" y="0"/>
                  <a:pt x="41" y="6"/>
                  <a:pt x="41" y="15"/>
                </a:cubicBezTo>
                <a:cubicBezTo>
                  <a:pt x="41" y="21"/>
                  <a:pt x="39" y="26"/>
                  <a:pt x="36" y="30"/>
                </a:cubicBezTo>
                <a:cubicBezTo>
                  <a:pt x="50" y="44"/>
                  <a:pt x="50" y="44"/>
                  <a:pt x="50" y="44"/>
                </a:cubicBezTo>
                <a:cubicBezTo>
                  <a:pt x="54" y="40"/>
                  <a:pt x="54" y="40"/>
                  <a:pt x="54" y="40"/>
                </a:cubicBezTo>
                <a:cubicBezTo>
                  <a:pt x="53" y="39"/>
                  <a:pt x="49" y="36"/>
                  <a:pt x="49" y="35"/>
                </a:cubicBezTo>
                <a:cubicBezTo>
                  <a:pt x="49" y="34"/>
                  <a:pt x="53" y="31"/>
                  <a:pt x="54" y="31"/>
                </a:cubicBezTo>
                <a:cubicBezTo>
                  <a:pt x="54" y="31"/>
                  <a:pt x="54" y="31"/>
                  <a:pt x="55" y="31"/>
                </a:cubicBezTo>
                <a:cubicBezTo>
                  <a:pt x="56" y="32"/>
                  <a:pt x="67" y="43"/>
                  <a:pt x="67" y="44"/>
                </a:cubicBezTo>
                <a:cubicBezTo>
                  <a:pt x="67" y="45"/>
                  <a:pt x="64" y="49"/>
                  <a:pt x="63" y="49"/>
                </a:cubicBezTo>
                <a:close/>
                <a:moveTo>
                  <a:pt x="25" y="8"/>
                </a:moveTo>
                <a:cubicBezTo>
                  <a:pt x="21" y="8"/>
                  <a:pt x="18" y="12"/>
                  <a:pt x="18" y="16"/>
                </a:cubicBezTo>
                <a:cubicBezTo>
                  <a:pt x="18" y="17"/>
                  <a:pt x="18" y="18"/>
                  <a:pt x="19" y="19"/>
                </a:cubicBezTo>
                <a:cubicBezTo>
                  <a:pt x="17" y="19"/>
                  <a:pt x="16" y="18"/>
                  <a:pt x="15" y="18"/>
                </a:cubicBezTo>
                <a:cubicBezTo>
                  <a:pt x="11" y="18"/>
                  <a:pt x="7" y="22"/>
                  <a:pt x="7" y="26"/>
                </a:cubicBezTo>
                <a:cubicBezTo>
                  <a:pt x="7" y="30"/>
                  <a:pt x="11" y="34"/>
                  <a:pt x="15" y="34"/>
                </a:cubicBezTo>
                <a:cubicBezTo>
                  <a:pt x="19" y="34"/>
                  <a:pt x="23" y="30"/>
                  <a:pt x="23" y="26"/>
                </a:cubicBezTo>
                <a:cubicBezTo>
                  <a:pt x="23" y="25"/>
                  <a:pt x="23" y="24"/>
                  <a:pt x="22" y="23"/>
                </a:cubicBezTo>
                <a:cubicBezTo>
                  <a:pt x="23" y="23"/>
                  <a:pt x="24" y="24"/>
                  <a:pt x="25" y="24"/>
                </a:cubicBezTo>
                <a:cubicBezTo>
                  <a:pt x="30" y="24"/>
                  <a:pt x="33" y="20"/>
                  <a:pt x="33" y="16"/>
                </a:cubicBezTo>
                <a:cubicBezTo>
                  <a:pt x="33" y="12"/>
                  <a:pt x="30" y="8"/>
                  <a:pt x="25" y="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4229306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peci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89"/>
          <p:cNvSpPr>
            <a:spLocks noEditPoints="1"/>
          </p:cNvSpPr>
          <p:nvPr userDrawn="1"/>
        </p:nvSpPr>
        <p:spPr bwMode="auto">
          <a:xfrm>
            <a:off x="5524265" y="1698556"/>
            <a:ext cx="1143473" cy="998408"/>
          </a:xfrm>
          <a:custGeom>
            <a:avLst/>
            <a:gdLst/>
            <a:ahLst/>
            <a:cxnLst>
              <a:cxn ang="0">
                <a:pos x="62" y="32"/>
              </a:cxn>
              <a:cxn ang="0">
                <a:pos x="61" y="33"/>
              </a:cxn>
              <a:cxn ang="0">
                <a:pos x="57" y="33"/>
              </a:cxn>
              <a:cxn ang="0">
                <a:pos x="57" y="50"/>
              </a:cxn>
              <a:cxn ang="0">
                <a:pos x="53" y="54"/>
              </a:cxn>
              <a:cxn ang="0">
                <a:pos x="9" y="54"/>
              </a:cxn>
              <a:cxn ang="0">
                <a:pos x="6" y="50"/>
              </a:cxn>
              <a:cxn ang="0">
                <a:pos x="6" y="33"/>
              </a:cxn>
              <a:cxn ang="0">
                <a:pos x="2" y="33"/>
              </a:cxn>
              <a:cxn ang="0">
                <a:pos x="0" y="32"/>
              </a:cxn>
              <a:cxn ang="0">
                <a:pos x="0" y="19"/>
              </a:cxn>
              <a:cxn ang="0">
                <a:pos x="2" y="18"/>
              </a:cxn>
              <a:cxn ang="0">
                <a:pos x="19" y="18"/>
              </a:cxn>
              <a:cxn ang="0">
                <a:pos x="10" y="9"/>
              </a:cxn>
              <a:cxn ang="0">
                <a:pos x="19" y="0"/>
              </a:cxn>
              <a:cxn ang="0">
                <a:pos x="26" y="3"/>
              </a:cxn>
              <a:cxn ang="0">
                <a:pos x="31" y="10"/>
              </a:cxn>
              <a:cxn ang="0">
                <a:pos x="36" y="3"/>
              </a:cxn>
              <a:cxn ang="0">
                <a:pos x="43" y="0"/>
              </a:cxn>
              <a:cxn ang="0">
                <a:pos x="52" y="9"/>
              </a:cxn>
              <a:cxn ang="0">
                <a:pos x="43" y="18"/>
              </a:cxn>
              <a:cxn ang="0">
                <a:pos x="61" y="18"/>
              </a:cxn>
              <a:cxn ang="0">
                <a:pos x="62" y="19"/>
              </a:cxn>
              <a:cxn ang="0">
                <a:pos x="62" y="32"/>
              </a:cxn>
              <a:cxn ang="0">
                <a:pos x="27" y="13"/>
              </a:cxn>
              <a:cxn ang="0">
                <a:pos x="22" y="6"/>
              </a:cxn>
              <a:cxn ang="0">
                <a:pos x="19" y="5"/>
              </a:cxn>
              <a:cxn ang="0">
                <a:pos x="16" y="9"/>
              </a:cxn>
              <a:cxn ang="0">
                <a:pos x="19" y="13"/>
              </a:cxn>
              <a:cxn ang="0">
                <a:pos x="27" y="13"/>
              </a:cxn>
              <a:cxn ang="0">
                <a:pos x="38" y="45"/>
              </a:cxn>
              <a:cxn ang="0">
                <a:pos x="38" y="26"/>
              </a:cxn>
              <a:cxn ang="0">
                <a:pos x="38" y="18"/>
              </a:cxn>
              <a:cxn ang="0">
                <a:pos x="25" y="18"/>
              </a:cxn>
              <a:cxn ang="0">
                <a:pos x="25" y="26"/>
              </a:cxn>
              <a:cxn ang="0">
                <a:pos x="25" y="45"/>
              </a:cxn>
              <a:cxn ang="0">
                <a:pos x="25" y="47"/>
              </a:cxn>
              <a:cxn ang="0">
                <a:pos x="27" y="49"/>
              </a:cxn>
              <a:cxn ang="0">
                <a:pos x="35" y="49"/>
              </a:cxn>
              <a:cxn ang="0">
                <a:pos x="38" y="47"/>
              </a:cxn>
              <a:cxn ang="0">
                <a:pos x="38" y="45"/>
              </a:cxn>
              <a:cxn ang="0">
                <a:pos x="43" y="5"/>
              </a:cxn>
              <a:cxn ang="0">
                <a:pos x="40" y="6"/>
              </a:cxn>
              <a:cxn ang="0">
                <a:pos x="35" y="13"/>
              </a:cxn>
              <a:cxn ang="0">
                <a:pos x="43" y="13"/>
              </a:cxn>
              <a:cxn ang="0">
                <a:pos x="47" y="9"/>
              </a:cxn>
              <a:cxn ang="0">
                <a:pos x="43" y="5"/>
              </a:cxn>
            </a:cxnLst>
            <a:rect l="0" t="0" r="r" b="b"/>
            <a:pathLst>
              <a:path w="62" h="54">
                <a:moveTo>
                  <a:pt x="62" y="32"/>
                </a:moveTo>
                <a:cubicBezTo>
                  <a:pt x="62" y="33"/>
                  <a:pt x="62" y="33"/>
                  <a:pt x="61" y="33"/>
                </a:cubicBezTo>
                <a:cubicBezTo>
                  <a:pt x="57" y="33"/>
                  <a:pt x="57" y="33"/>
                  <a:pt x="57" y="33"/>
                </a:cubicBezTo>
                <a:cubicBezTo>
                  <a:pt x="57" y="50"/>
                  <a:pt x="57" y="50"/>
                  <a:pt x="57" y="50"/>
                </a:cubicBezTo>
                <a:cubicBezTo>
                  <a:pt x="57" y="52"/>
                  <a:pt x="55" y="54"/>
                  <a:pt x="53" y="54"/>
                </a:cubicBezTo>
                <a:cubicBezTo>
                  <a:pt x="9" y="54"/>
                  <a:pt x="9" y="54"/>
                  <a:pt x="9" y="54"/>
                </a:cubicBezTo>
                <a:cubicBezTo>
                  <a:pt x="7" y="54"/>
                  <a:pt x="6" y="52"/>
                  <a:pt x="6" y="50"/>
                </a:cubicBezTo>
                <a:cubicBezTo>
                  <a:pt x="6" y="33"/>
                  <a:pt x="6" y="33"/>
                  <a:pt x="6" y="33"/>
                </a:cubicBezTo>
                <a:cubicBezTo>
                  <a:pt x="2" y="33"/>
                  <a:pt x="2" y="33"/>
                  <a:pt x="2" y="33"/>
                </a:cubicBezTo>
                <a:cubicBezTo>
                  <a:pt x="1" y="33"/>
                  <a:pt x="0" y="33"/>
                  <a:pt x="0" y="32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9"/>
                  <a:pt x="1" y="18"/>
                  <a:pt x="2" y="18"/>
                </a:cubicBezTo>
                <a:cubicBezTo>
                  <a:pt x="19" y="18"/>
                  <a:pt x="19" y="18"/>
                  <a:pt x="19" y="18"/>
                </a:cubicBezTo>
                <a:cubicBezTo>
                  <a:pt x="14" y="18"/>
                  <a:pt x="10" y="14"/>
                  <a:pt x="10" y="9"/>
                </a:cubicBezTo>
                <a:cubicBezTo>
                  <a:pt x="10" y="4"/>
                  <a:pt x="14" y="0"/>
                  <a:pt x="19" y="0"/>
                </a:cubicBezTo>
                <a:cubicBezTo>
                  <a:pt x="22" y="0"/>
                  <a:pt x="25" y="1"/>
                  <a:pt x="26" y="3"/>
                </a:cubicBezTo>
                <a:cubicBezTo>
                  <a:pt x="31" y="10"/>
                  <a:pt x="31" y="10"/>
                  <a:pt x="31" y="10"/>
                </a:cubicBezTo>
                <a:cubicBezTo>
                  <a:pt x="36" y="3"/>
                  <a:pt x="36" y="3"/>
                  <a:pt x="36" y="3"/>
                </a:cubicBezTo>
                <a:cubicBezTo>
                  <a:pt x="38" y="1"/>
                  <a:pt x="41" y="0"/>
                  <a:pt x="43" y="0"/>
                </a:cubicBezTo>
                <a:cubicBezTo>
                  <a:pt x="48" y="0"/>
                  <a:pt x="52" y="4"/>
                  <a:pt x="52" y="9"/>
                </a:cubicBezTo>
                <a:cubicBezTo>
                  <a:pt x="52" y="14"/>
                  <a:pt x="48" y="18"/>
                  <a:pt x="43" y="18"/>
                </a:cubicBezTo>
                <a:cubicBezTo>
                  <a:pt x="61" y="18"/>
                  <a:pt x="61" y="18"/>
                  <a:pt x="61" y="18"/>
                </a:cubicBezTo>
                <a:cubicBezTo>
                  <a:pt x="62" y="18"/>
                  <a:pt x="62" y="19"/>
                  <a:pt x="62" y="19"/>
                </a:cubicBezTo>
                <a:lnTo>
                  <a:pt x="62" y="32"/>
                </a:lnTo>
                <a:close/>
                <a:moveTo>
                  <a:pt x="27" y="13"/>
                </a:moveTo>
                <a:cubicBezTo>
                  <a:pt x="22" y="6"/>
                  <a:pt x="22" y="6"/>
                  <a:pt x="22" y="6"/>
                </a:cubicBezTo>
                <a:cubicBezTo>
                  <a:pt x="22" y="6"/>
                  <a:pt x="21" y="5"/>
                  <a:pt x="19" y="5"/>
                </a:cubicBezTo>
                <a:cubicBezTo>
                  <a:pt x="17" y="5"/>
                  <a:pt x="16" y="7"/>
                  <a:pt x="16" y="9"/>
                </a:cubicBezTo>
                <a:cubicBezTo>
                  <a:pt x="16" y="11"/>
                  <a:pt x="17" y="13"/>
                  <a:pt x="19" y="13"/>
                </a:cubicBezTo>
                <a:lnTo>
                  <a:pt x="27" y="13"/>
                </a:lnTo>
                <a:close/>
                <a:moveTo>
                  <a:pt x="38" y="45"/>
                </a:moveTo>
                <a:cubicBezTo>
                  <a:pt x="38" y="26"/>
                  <a:pt x="38" y="26"/>
                  <a:pt x="38" y="26"/>
                </a:cubicBezTo>
                <a:cubicBezTo>
                  <a:pt x="38" y="18"/>
                  <a:pt x="38" y="18"/>
                  <a:pt x="38" y="18"/>
                </a:cubicBezTo>
                <a:cubicBezTo>
                  <a:pt x="25" y="18"/>
                  <a:pt x="25" y="18"/>
                  <a:pt x="25" y="18"/>
                </a:cubicBezTo>
                <a:cubicBezTo>
                  <a:pt x="25" y="26"/>
                  <a:pt x="25" y="26"/>
                  <a:pt x="25" y="26"/>
                </a:cubicBezTo>
                <a:cubicBezTo>
                  <a:pt x="25" y="45"/>
                  <a:pt x="25" y="45"/>
                  <a:pt x="25" y="45"/>
                </a:cubicBezTo>
                <a:cubicBezTo>
                  <a:pt x="25" y="47"/>
                  <a:pt x="25" y="47"/>
                  <a:pt x="25" y="47"/>
                </a:cubicBezTo>
                <a:cubicBezTo>
                  <a:pt x="25" y="48"/>
                  <a:pt x="26" y="49"/>
                  <a:pt x="27" y="49"/>
                </a:cubicBezTo>
                <a:cubicBezTo>
                  <a:pt x="35" y="49"/>
                  <a:pt x="35" y="49"/>
                  <a:pt x="35" y="49"/>
                </a:cubicBezTo>
                <a:cubicBezTo>
                  <a:pt x="37" y="49"/>
                  <a:pt x="38" y="48"/>
                  <a:pt x="38" y="47"/>
                </a:cubicBezTo>
                <a:lnTo>
                  <a:pt x="38" y="45"/>
                </a:lnTo>
                <a:close/>
                <a:moveTo>
                  <a:pt x="43" y="5"/>
                </a:moveTo>
                <a:cubicBezTo>
                  <a:pt x="42" y="5"/>
                  <a:pt x="41" y="6"/>
                  <a:pt x="40" y="6"/>
                </a:cubicBezTo>
                <a:cubicBezTo>
                  <a:pt x="35" y="13"/>
                  <a:pt x="35" y="13"/>
                  <a:pt x="35" y="13"/>
                </a:cubicBezTo>
                <a:cubicBezTo>
                  <a:pt x="43" y="13"/>
                  <a:pt x="43" y="13"/>
                  <a:pt x="43" y="13"/>
                </a:cubicBezTo>
                <a:cubicBezTo>
                  <a:pt x="45" y="13"/>
                  <a:pt x="47" y="11"/>
                  <a:pt x="47" y="9"/>
                </a:cubicBezTo>
                <a:cubicBezTo>
                  <a:pt x="47" y="7"/>
                  <a:pt x="45" y="5"/>
                  <a:pt x="43" y="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949194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12"/>
          <p:cNvSpPr>
            <a:spLocks noEditPoints="1"/>
          </p:cNvSpPr>
          <p:nvPr userDrawn="1"/>
        </p:nvSpPr>
        <p:spPr bwMode="auto">
          <a:xfrm rot="10800000">
            <a:off x="5503067" y="1397001"/>
            <a:ext cx="1185868" cy="1202225"/>
          </a:xfrm>
          <a:custGeom>
            <a:avLst/>
            <a:gdLst/>
            <a:ahLst/>
            <a:cxnLst>
              <a:cxn ang="0">
                <a:pos x="26" y="55"/>
              </a:cxn>
              <a:cxn ang="0">
                <a:pos x="14" y="67"/>
              </a:cxn>
              <a:cxn ang="0">
                <a:pos x="13" y="68"/>
              </a:cxn>
              <a:cxn ang="0">
                <a:pos x="12" y="67"/>
              </a:cxn>
              <a:cxn ang="0">
                <a:pos x="0" y="55"/>
              </a:cxn>
              <a:cxn ang="0">
                <a:pos x="0" y="54"/>
              </a:cxn>
              <a:cxn ang="0">
                <a:pos x="1" y="53"/>
              </a:cxn>
              <a:cxn ang="0">
                <a:pos x="8" y="53"/>
              </a:cxn>
              <a:cxn ang="0">
                <a:pos x="8" y="1"/>
              </a:cxn>
              <a:cxn ang="0">
                <a:pos x="10" y="0"/>
              </a:cxn>
              <a:cxn ang="0">
                <a:pos x="17" y="0"/>
              </a:cxn>
              <a:cxn ang="0">
                <a:pos x="18" y="1"/>
              </a:cxn>
              <a:cxn ang="0">
                <a:pos x="18" y="53"/>
              </a:cxn>
              <a:cxn ang="0">
                <a:pos x="25" y="53"/>
              </a:cxn>
              <a:cxn ang="0">
                <a:pos x="27" y="54"/>
              </a:cxn>
              <a:cxn ang="0">
                <a:pos x="26" y="55"/>
              </a:cxn>
              <a:cxn ang="0">
                <a:pos x="67" y="8"/>
              </a:cxn>
              <a:cxn ang="0">
                <a:pos x="66" y="9"/>
              </a:cxn>
              <a:cxn ang="0">
                <a:pos x="34" y="9"/>
              </a:cxn>
              <a:cxn ang="0">
                <a:pos x="33" y="8"/>
              </a:cxn>
              <a:cxn ang="0">
                <a:pos x="33" y="1"/>
              </a:cxn>
              <a:cxn ang="0">
                <a:pos x="34" y="0"/>
              </a:cxn>
              <a:cxn ang="0">
                <a:pos x="66" y="0"/>
              </a:cxn>
              <a:cxn ang="0">
                <a:pos x="67" y="1"/>
              </a:cxn>
              <a:cxn ang="0">
                <a:pos x="67" y="8"/>
              </a:cxn>
              <a:cxn ang="0">
                <a:pos x="60" y="28"/>
              </a:cxn>
              <a:cxn ang="0">
                <a:pos x="58" y="29"/>
              </a:cxn>
              <a:cxn ang="0">
                <a:pos x="34" y="29"/>
              </a:cxn>
              <a:cxn ang="0">
                <a:pos x="33" y="28"/>
              </a:cxn>
              <a:cxn ang="0">
                <a:pos x="33" y="20"/>
              </a:cxn>
              <a:cxn ang="0">
                <a:pos x="34" y="19"/>
              </a:cxn>
              <a:cxn ang="0">
                <a:pos x="58" y="19"/>
              </a:cxn>
              <a:cxn ang="0">
                <a:pos x="60" y="20"/>
              </a:cxn>
              <a:cxn ang="0">
                <a:pos x="60" y="28"/>
              </a:cxn>
              <a:cxn ang="0">
                <a:pos x="52" y="47"/>
              </a:cxn>
              <a:cxn ang="0">
                <a:pos x="51" y="48"/>
              </a:cxn>
              <a:cxn ang="0">
                <a:pos x="34" y="48"/>
              </a:cxn>
              <a:cxn ang="0">
                <a:pos x="33" y="47"/>
              </a:cxn>
              <a:cxn ang="0">
                <a:pos x="33" y="40"/>
              </a:cxn>
              <a:cxn ang="0">
                <a:pos x="34" y="39"/>
              </a:cxn>
              <a:cxn ang="0">
                <a:pos x="51" y="39"/>
              </a:cxn>
              <a:cxn ang="0">
                <a:pos x="52" y="40"/>
              </a:cxn>
              <a:cxn ang="0">
                <a:pos x="52" y="47"/>
              </a:cxn>
              <a:cxn ang="0">
                <a:pos x="45" y="67"/>
              </a:cxn>
              <a:cxn ang="0">
                <a:pos x="44" y="68"/>
              </a:cxn>
              <a:cxn ang="0">
                <a:pos x="34" y="68"/>
              </a:cxn>
              <a:cxn ang="0">
                <a:pos x="33" y="67"/>
              </a:cxn>
              <a:cxn ang="0">
                <a:pos x="33" y="59"/>
              </a:cxn>
              <a:cxn ang="0">
                <a:pos x="34" y="58"/>
              </a:cxn>
              <a:cxn ang="0">
                <a:pos x="44" y="58"/>
              </a:cxn>
              <a:cxn ang="0">
                <a:pos x="45" y="59"/>
              </a:cxn>
              <a:cxn ang="0">
                <a:pos x="45" y="67"/>
              </a:cxn>
            </a:cxnLst>
            <a:rect l="0" t="0" r="r" b="b"/>
            <a:pathLst>
              <a:path w="67" h="68">
                <a:moveTo>
                  <a:pt x="26" y="55"/>
                </a:moveTo>
                <a:cubicBezTo>
                  <a:pt x="14" y="67"/>
                  <a:pt x="14" y="67"/>
                  <a:pt x="14" y="67"/>
                </a:cubicBezTo>
                <a:cubicBezTo>
                  <a:pt x="14" y="68"/>
                  <a:pt x="14" y="68"/>
                  <a:pt x="13" y="68"/>
                </a:cubicBezTo>
                <a:cubicBezTo>
                  <a:pt x="13" y="68"/>
                  <a:pt x="13" y="68"/>
                  <a:pt x="12" y="67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4"/>
                  <a:pt x="0" y="54"/>
                </a:cubicBezTo>
                <a:cubicBezTo>
                  <a:pt x="0" y="53"/>
                  <a:pt x="1" y="53"/>
                  <a:pt x="1" y="53"/>
                </a:cubicBezTo>
                <a:cubicBezTo>
                  <a:pt x="8" y="53"/>
                  <a:pt x="8" y="53"/>
                  <a:pt x="8" y="53"/>
                </a:cubicBezTo>
                <a:cubicBezTo>
                  <a:pt x="8" y="1"/>
                  <a:pt x="8" y="1"/>
                  <a:pt x="8" y="1"/>
                </a:cubicBezTo>
                <a:cubicBezTo>
                  <a:pt x="8" y="0"/>
                  <a:pt x="9" y="0"/>
                  <a:pt x="1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8" y="0"/>
                  <a:pt x="18" y="0"/>
                  <a:pt x="18" y="1"/>
                </a:cubicBezTo>
                <a:cubicBezTo>
                  <a:pt x="18" y="53"/>
                  <a:pt x="18" y="53"/>
                  <a:pt x="18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6" y="53"/>
                  <a:pt x="27" y="54"/>
                  <a:pt x="27" y="54"/>
                </a:cubicBezTo>
                <a:cubicBezTo>
                  <a:pt x="27" y="55"/>
                  <a:pt x="27" y="55"/>
                  <a:pt x="26" y="55"/>
                </a:cubicBezTo>
                <a:close/>
                <a:moveTo>
                  <a:pt x="67" y="8"/>
                </a:moveTo>
                <a:cubicBezTo>
                  <a:pt x="67" y="9"/>
                  <a:pt x="66" y="9"/>
                  <a:pt x="66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3" y="9"/>
                  <a:pt x="33" y="9"/>
                  <a:pt x="33" y="8"/>
                </a:cubicBez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3" y="0"/>
                  <a:pt x="34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6" y="0"/>
                  <a:pt x="67" y="0"/>
                  <a:pt x="67" y="1"/>
                </a:cubicBezTo>
                <a:lnTo>
                  <a:pt x="67" y="8"/>
                </a:lnTo>
                <a:close/>
                <a:moveTo>
                  <a:pt x="60" y="28"/>
                </a:moveTo>
                <a:cubicBezTo>
                  <a:pt x="60" y="28"/>
                  <a:pt x="59" y="29"/>
                  <a:pt x="58" y="29"/>
                </a:cubicBezTo>
                <a:cubicBezTo>
                  <a:pt x="34" y="29"/>
                  <a:pt x="34" y="29"/>
                  <a:pt x="34" y="29"/>
                </a:cubicBezTo>
                <a:cubicBezTo>
                  <a:pt x="33" y="29"/>
                  <a:pt x="33" y="28"/>
                  <a:pt x="33" y="28"/>
                </a:cubicBezTo>
                <a:cubicBezTo>
                  <a:pt x="33" y="20"/>
                  <a:pt x="33" y="20"/>
                  <a:pt x="33" y="20"/>
                </a:cubicBezTo>
                <a:cubicBezTo>
                  <a:pt x="33" y="20"/>
                  <a:pt x="33" y="19"/>
                  <a:pt x="34" y="19"/>
                </a:cubicBezTo>
                <a:cubicBezTo>
                  <a:pt x="58" y="19"/>
                  <a:pt x="58" y="19"/>
                  <a:pt x="58" y="19"/>
                </a:cubicBezTo>
                <a:cubicBezTo>
                  <a:pt x="59" y="19"/>
                  <a:pt x="60" y="20"/>
                  <a:pt x="60" y="20"/>
                </a:cubicBezTo>
                <a:lnTo>
                  <a:pt x="60" y="28"/>
                </a:lnTo>
                <a:close/>
                <a:moveTo>
                  <a:pt x="52" y="47"/>
                </a:moveTo>
                <a:cubicBezTo>
                  <a:pt x="52" y="48"/>
                  <a:pt x="52" y="48"/>
                  <a:pt x="51" y="48"/>
                </a:cubicBezTo>
                <a:cubicBezTo>
                  <a:pt x="34" y="48"/>
                  <a:pt x="34" y="48"/>
                  <a:pt x="34" y="48"/>
                </a:cubicBezTo>
                <a:cubicBezTo>
                  <a:pt x="33" y="48"/>
                  <a:pt x="33" y="48"/>
                  <a:pt x="33" y="47"/>
                </a:cubicBezTo>
                <a:cubicBezTo>
                  <a:pt x="33" y="40"/>
                  <a:pt x="33" y="40"/>
                  <a:pt x="33" y="40"/>
                </a:cubicBezTo>
                <a:cubicBezTo>
                  <a:pt x="33" y="39"/>
                  <a:pt x="33" y="39"/>
                  <a:pt x="34" y="39"/>
                </a:cubicBezTo>
                <a:cubicBezTo>
                  <a:pt x="51" y="39"/>
                  <a:pt x="51" y="39"/>
                  <a:pt x="51" y="39"/>
                </a:cubicBezTo>
                <a:cubicBezTo>
                  <a:pt x="52" y="39"/>
                  <a:pt x="52" y="39"/>
                  <a:pt x="52" y="40"/>
                </a:cubicBezTo>
                <a:lnTo>
                  <a:pt x="52" y="47"/>
                </a:lnTo>
                <a:close/>
                <a:moveTo>
                  <a:pt x="45" y="67"/>
                </a:moveTo>
                <a:cubicBezTo>
                  <a:pt x="45" y="67"/>
                  <a:pt x="44" y="68"/>
                  <a:pt x="44" y="68"/>
                </a:cubicBezTo>
                <a:cubicBezTo>
                  <a:pt x="34" y="68"/>
                  <a:pt x="34" y="68"/>
                  <a:pt x="34" y="68"/>
                </a:cubicBezTo>
                <a:cubicBezTo>
                  <a:pt x="33" y="68"/>
                  <a:pt x="33" y="67"/>
                  <a:pt x="33" y="67"/>
                </a:cubicBezTo>
                <a:cubicBezTo>
                  <a:pt x="33" y="59"/>
                  <a:pt x="33" y="59"/>
                  <a:pt x="33" y="59"/>
                </a:cubicBezTo>
                <a:cubicBezTo>
                  <a:pt x="33" y="59"/>
                  <a:pt x="33" y="58"/>
                  <a:pt x="34" y="58"/>
                </a:cubicBezTo>
                <a:cubicBezTo>
                  <a:pt x="44" y="58"/>
                  <a:pt x="44" y="58"/>
                  <a:pt x="44" y="58"/>
                </a:cubicBezTo>
                <a:cubicBezTo>
                  <a:pt x="44" y="58"/>
                  <a:pt x="45" y="59"/>
                  <a:pt x="45" y="59"/>
                </a:cubicBezTo>
                <a:lnTo>
                  <a:pt x="45" y="6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65153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e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219"/>
          <p:cNvSpPr>
            <a:spLocks noEditPoints="1"/>
          </p:cNvSpPr>
          <p:nvPr userDrawn="1"/>
        </p:nvSpPr>
        <p:spPr bwMode="auto">
          <a:xfrm>
            <a:off x="5503067" y="1701799"/>
            <a:ext cx="1185868" cy="919652"/>
          </a:xfrm>
          <a:custGeom>
            <a:avLst/>
            <a:gdLst/>
            <a:ahLst/>
            <a:cxnLst>
              <a:cxn ang="0">
                <a:pos x="8" y="15"/>
              </a:cxn>
              <a:cxn ang="0">
                <a:pos x="0" y="7"/>
              </a:cxn>
              <a:cxn ang="0">
                <a:pos x="8" y="0"/>
              </a:cxn>
              <a:cxn ang="0">
                <a:pos x="15" y="7"/>
              </a:cxn>
              <a:cxn ang="0">
                <a:pos x="8" y="15"/>
              </a:cxn>
              <a:cxn ang="0">
                <a:pos x="8" y="34"/>
              </a:cxn>
              <a:cxn ang="0">
                <a:pos x="0" y="27"/>
              </a:cxn>
              <a:cxn ang="0">
                <a:pos x="8" y="19"/>
              </a:cxn>
              <a:cxn ang="0">
                <a:pos x="15" y="27"/>
              </a:cxn>
              <a:cxn ang="0">
                <a:pos x="8" y="34"/>
              </a:cxn>
              <a:cxn ang="0">
                <a:pos x="8" y="53"/>
              </a:cxn>
              <a:cxn ang="0">
                <a:pos x="0" y="46"/>
              </a:cxn>
              <a:cxn ang="0">
                <a:pos x="8" y="39"/>
              </a:cxn>
              <a:cxn ang="0">
                <a:pos x="15" y="46"/>
              </a:cxn>
              <a:cxn ang="0">
                <a:pos x="8" y="53"/>
              </a:cxn>
              <a:cxn ang="0">
                <a:pos x="68" y="11"/>
              </a:cxn>
              <a:cxn ang="0">
                <a:pos x="67" y="12"/>
              </a:cxn>
              <a:cxn ang="0">
                <a:pos x="21" y="12"/>
              </a:cxn>
              <a:cxn ang="0">
                <a:pos x="20" y="11"/>
              </a:cxn>
              <a:cxn ang="0">
                <a:pos x="20" y="4"/>
              </a:cxn>
              <a:cxn ang="0">
                <a:pos x="21" y="2"/>
              </a:cxn>
              <a:cxn ang="0">
                <a:pos x="67" y="2"/>
              </a:cxn>
              <a:cxn ang="0">
                <a:pos x="68" y="4"/>
              </a:cxn>
              <a:cxn ang="0">
                <a:pos x="68" y="11"/>
              </a:cxn>
              <a:cxn ang="0">
                <a:pos x="68" y="30"/>
              </a:cxn>
              <a:cxn ang="0">
                <a:pos x="67" y="32"/>
              </a:cxn>
              <a:cxn ang="0">
                <a:pos x="21" y="32"/>
              </a:cxn>
              <a:cxn ang="0">
                <a:pos x="20" y="30"/>
              </a:cxn>
              <a:cxn ang="0">
                <a:pos x="20" y="23"/>
              </a:cxn>
              <a:cxn ang="0">
                <a:pos x="21" y="22"/>
              </a:cxn>
              <a:cxn ang="0">
                <a:pos x="67" y="22"/>
              </a:cxn>
              <a:cxn ang="0">
                <a:pos x="68" y="23"/>
              </a:cxn>
              <a:cxn ang="0">
                <a:pos x="68" y="30"/>
              </a:cxn>
              <a:cxn ang="0">
                <a:pos x="68" y="50"/>
              </a:cxn>
              <a:cxn ang="0">
                <a:pos x="67" y="51"/>
              </a:cxn>
              <a:cxn ang="0">
                <a:pos x="21" y="51"/>
              </a:cxn>
              <a:cxn ang="0">
                <a:pos x="20" y="50"/>
              </a:cxn>
              <a:cxn ang="0">
                <a:pos x="20" y="42"/>
              </a:cxn>
              <a:cxn ang="0">
                <a:pos x="21" y="41"/>
              </a:cxn>
              <a:cxn ang="0">
                <a:pos x="67" y="41"/>
              </a:cxn>
              <a:cxn ang="0">
                <a:pos x="68" y="42"/>
              </a:cxn>
              <a:cxn ang="0">
                <a:pos x="68" y="50"/>
              </a:cxn>
            </a:cxnLst>
            <a:rect l="0" t="0" r="r" b="b"/>
            <a:pathLst>
              <a:path w="68" h="53">
                <a:moveTo>
                  <a:pt x="8" y="15"/>
                </a:moveTo>
                <a:cubicBezTo>
                  <a:pt x="4" y="15"/>
                  <a:pt x="0" y="11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12" y="0"/>
                  <a:pt x="15" y="3"/>
                  <a:pt x="15" y="7"/>
                </a:cubicBezTo>
                <a:cubicBezTo>
                  <a:pt x="15" y="11"/>
                  <a:pt x="12" y="15"/>
                  <a:pt x="8" y="15"/>
                </a:cubicBezTo>
                <a:close/>
                <a:moveTo>
                  <a:pt x="8" y="34"/>
                </a:moveTo>
                <a:cubicBezTo>
                  <a:pt x="4" y="34"/>
                  <a:pt x="0" y="31"/>
                  <a:pt x="0" y="27"/>
                </a:cubicBezTo>
                <a:cubicBezTo>
                  <a:pt x="0" y="23"/>
                  <a:pt x="4" y="19"/>
                  <a:pt x="8" y="19"/>
                </a:cubicBezTo>
                <a:cubicBezTo>
                  <a:pt x="12" y="19"/>
                  <a:pt x="15" y="23"/>
                  <a:pt x="15" y="27"/>
                </a:cubicBezTo>
                <a:cubicBezTo>
                  <a:pt x="15" y="31"/>
                  <a:pt x="12" y="34"/>
                  <a:pt x="8" y="34"/>
                </a:cubicBezTo>
                <a:close/>
                <a:moveTo>
                  <a:pt x="8" y="53"/>
                </a:moveTo>
                <a:cubicBezTo>
                  <a:pt x="4" y="53"/>
                  <a:pt x="0" y="50"/>
                  <a:pt x="0" y="46"/>
                </a:cubicBezTo>
                <a:cubicBezTo>
                  <a:pt x="0" y="42"/>
                  <a:pt x="4" y="39"/>
                  <a:pt x="8" y="39"/>
                </a:cubicBezTo>
                <a:cubicBezTo>
                  <a:pt x="12" y="39"/>
                  <a:pt x="15" y="42"/>
                  <a:pt x="15" y="46"/>
                </a:cubicBezTo>
                <a:cubicBezTo>
                  <a:pt x="15" y="50"/>
                  <a:pt x="12" y="53"/>
                  <a:pt x="8" y="53"/>
                </a:cubicBezTo>
                <a:close/>
                <a:moveTo>
                  <a:pt x="68" y="11"/>
                </a:moveTo>
                <a:cubicBezTo>
                  <a:pt x="68" y="12"/>
                  <a:pt x="68" y="12"/>
                  <a:pt x="67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0" y="12"/>
                  <a:pt x="20" y="12"/>
                  <a:pt x="20" y="11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3"/>
                  <a:pt x="20" y="2"/>
                  <a:pt x="21" y="2"/>
                </a:cubicBezTo>
                <a:cubicBezTo>
                  <a:pt x="67" y="2"/>
                  <a:pt x="67" y="2"/>
                  <a:pt x="67" y="2"/>
                </a:cubicBezTo>
                <a:cubicBezTo>
                  <a:pt x="68" y="2"/>
                  <a:pt x="68" y="3"/>
                  <a:pt x="68" y="4"/>
                </a:cubicBezTo>
                <a:lnTo>
                  <a:pt x="68" y="11"/>
                </a:lnTo>
                <a:close/>
                <a:moveTo>
                  <a:pt x="68" y="30"/>
                </a:moveTo>
                <a:cubicBezTo>
                  <a:pt x="68" y="31"/>
                  <a:pt x="68" y="32"/>
                  <a:pt x="67" y="32"/>
                </a:cubicBezTo>
                <a:cubicBezTo>
                  <a:pt x="21" y="32"/>
                  <a:pt x="21" y="32"/>
                  <a:pt x="21" y="32"/>
                </a:cubicBezTo>
                <a:cubicBezTo>
                  <a:pt x="20" y="32"/>
                  <a:pt x="20" y="31"/>
                  <a:pt x="20" y="30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22"/>
                  <a:pt x="20" y="22"/>
                  <a:pt x="21" y="22"/>
                </a:cubicBezTo>
                <a:cubicBezTo>
                  <a:pt x="67" y="22"/>
                  <a:pt x="67" y="22"/>
                  <a:pt x="67" y="22"/>
                </a:cubicBezTo>
                <a:cubicBezTo>
                  <a:pt x="68" y="22"/>
                  <a:pt x="68" y="22"/>
                  <a:pt x="68" y="23"/>
                </a:cubicBezTo>
                <a:lnTo>
                  <a:pt x="68" y="30"/>
                </a:lnTo>
                <a:close/>
                <a:moveTo>
                  <a:pt x="68" y="50"/>
                </a:moveTo>
                <a:cubicBezTo>
                  <a:pt x="68" y="50"/>
                  <a:pt x="68" y="51"/>
                  <a:pt x="67" y="51"/>
                </a:cubicBezTo>
                <a:cubicBezTo>
                  <a:pt x="21" y="51"/>
                  <a:pt x="21" y="51"/>
                  <a:pt x="21" y="51"/>
                </a:cubicBezTo>
                <a:cubicBezTo>
                  <a:pt x="20" y="51"/>
                  <a:pt x="20" y="50"/>
                  <a:pt x="20" y="50"/>
                </a:cubicBezTo>
                <a:cubicBezTo>
                  <a:pt x="20" y="42"/>
                  <a:pt x="20" y="42"/>
                  <a:pt x="20" y="42"/>
                </a:cubicBezTo>
                <a:cubicBezTo>
                  <a:pt x="20" y="42"/>
                  <a:pt x="20" y="41"/>
                  <a:pt x="21" y="41"/>
                </a:cubicBezTo>
                <a:cubicBezTo>
                  <a:pt x="67" y="41"/>
                  <a:pt x="67" y="41"/>
                  <a:pt x="67" y="41"/>
                </a:cubicBezTo>
                <a:cubicBezTo>
                  <a:pt x="68" y="41"/>
                  <a:pt x="68" y="42"/>
                  <a:pt x="68" y="42"/>
                </a:cubicBezTo>
                <a:lnTo>
                  <a:pt x="68" y="5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77431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de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3"/>
          <p:cNvSpPr>
            <a:spLocks noEditPoints="1"/>
          </p:cNvSpPr>
          <p:nvPr userDrawn="1"/>
        </p:nvSpPr>
        <p:spPr bwMode="auto">
          <a:xfrm>
            <a:off x="5613303" y="1397832"/>
            <a:ext cx="965396" cy="1421568"/>
          </a:xfrm>
          <a:custGeom>
            <a:avLst/>
            <a:gdLst/>
            <a:ahLst/>
            <a:cxnLst>
              <a:cxn ang="0">
                <a:pos x="37" y="29"/>
              </a:cxn>
              <a:cxn ang="0">
                <a:pos x="31" y="41"/>
              </a:cxn>
              <a:cxn ang="0">
                <a:pos x="33" y="44"/>
              </a:cxn>
              <a:cxn ang="0">
                <a:pos x="32" y="47"/>
              </a:cxn>
              <a:cxn ang="0">
                <a:pos x="33" y="49"/>
              </a:cxn>
              <a:cxn ang="0">
                <a:pos x="31" y="53"/>
              </a:cxn>
              <a:cxn ang="0">
                <a:pos x="31" y="54"/>
              </a:cxn>
              <a:cxn ang="0">
                <a:pos x="27" y="58"/>
              </a:cxn>
              <a:cxn ang="0">
                <a:pos x="21" y="62"/>
              </a:cxn>
              <a:cxn ang="0">
                <a:pos x="15" y="58"/>
              </a:cxn>
              <a:cxn ang="0">
                <a:pos x="11" y="54"/>
              </a:cxn>
              <a:cxn ang="0">
                <a:pos x="11" y="53"/>
              </a:cxn>
              <a:cxn ang="0">
                <a:pos x="9" y="49"/>
              </a:cxn>
              <a:cxn ang="0">
                <a:pos x="10" y="47"/>
              </a:cxn>
              <a:cxn ang="0">
                <a:pos x="9" y="44"/>
              </a:cxn>
              <a:cxn ang="0">
                <a:pos x="11" y="41"/>
              </a:cxn>
              <a:cxn ang="0">
                <a:pos x="5" y="29"/>
              </a:cxn>
              <a:cxn ang="0">
                <a:pos x="0" y="18"/>
              </a:cxn>
              <a:cxn ang="0">
                <a:pos x="21" y="0"/>
              </a:cxn>
              <a:cxn ang="0">
                <a:pos x="42" y="18"/>
              </a:cxn>
              <a:cxn ang="0">
                <a:pos x="37" y="29"/>
              </a:cxn>
              <a:cxn ang="0">
                <a:pos x="21" y="6"/>
              </a:cxn>
              <a:cxn ang="0">
                <a:pos x="6" y="18"/>
              </a:cxn>
              <a:cxn ang="0">
                <a:pos x="8" y="26"/>
              </a:cxn>
              <a:cxn ang="0">
                <a:pos x="11" y="28"/>
              </a:cxn>
              <a:cxn ang="0">
                <a:pos x="16" y="40"/>
              </a:cxn>
              <a:cxn ang="0">
                <a:pos x="26" y="40"/>
              </a:cxn>
              <a:cxn ang="0">
                <a:pos x="31" y="28"/>
              </a:cxn>
              <a:cxn ang="0">
                <a:pos x="34" y="26"/>
              </a:cxn>
              <a:cxn ang="0">
                <a:pos x="36" y="18"/>
              </a:cxn>
              <a:cxn ang="0">
                <a:pos x="21" y="6"/>
              </a:cxn>
              <a:cxn ang="0">
                <a:pos x="29" y="20"/>
              </a:cxn>
              <a:cxn ang="0">
                <a:pos x="27" y="18"/>
              </a:cxn>
              <a:cxn ang="0">
                <a:pos x="21" y="15"/>
              </a:cxn>
              <a:cxn ang="0">
                <a:pos x="20" y="13"/>
              </a:cxn>
              <a:cxn ang="0">
                <a:pos x="21" y="12"/>
              </a:cxn>
              <a:cxn ang="0">
                <a:pos x="30" y="18"/>
              </a:cxn>
              <a:cxn ang="0">
                <a:pos x="29" y="20"/>
              </a:cxn>
            </a:cxnLst>
            <a:rect l="0" t="0" r="r" b="b"/>
            <a:pathLst>
              <a:path w="42" h="62">
                <a:moveTo>
                  <a:pt x="37" y="29"/>
                </a:moveTo>
                <a:cubicBezTo>
                  <a:pt x="35" y="32"/>
                  <a:pt x="31" y="37"/>
                  <a:pt x="31" y="41"/>
                </a:cubicBezTo>
                <a:cubicBezTo>
                  <a:pt x="32" y="42"/>
                  <a:pt x="33" y="43"/>
                  <a:pt x="33" y="44"/>
                </a:cubicBezTo>
                <a:cubicBezTo>
                  <a:pt x="33" y="45"/>
                  <a:pt x="32" y="46"/>
                  <a:pt x="32" y="47"/>
                </a:cubicBezTo>
                <a:cubicBezTo>
                  <a:pt x="32" y="47"/>
                  <a:pt x="33" y="48"/>
                  <a:pt x="33" y="49"/>
                </a:cubicBezTo>
                <a:cubicBezTo>
                  <a:pt x="33" y="51"/>
                  <a:pt x="32" y="52"/>
                  <a:pt x="31" y="53"/>
                </a:cubicBezTo>
                <a:cubicBezTo>
                  <a:pt x="31" y="53"/>
                  <a:pt x="31" y="54"/>
                  <a:pt x="31" y="54"/>
                </a:cubicBezTo>
                <a:cubicBezTo>
                  <a:pt x="31" y="57"/>
                  <a:pt x="29" y="58"/>
                  <a:pt x="27" y="58"/>
                </a:cubicBezTo>
                <a:cubicBezTo>
                  <a:pt x="26" y="61"/>
                  <a:pt x="24" y="62"/>
                  <a:pt x="21" y="62"/>
                </a:cubicBezTo>
                <a:cubicBezTo>
                  <a:pt x="19" y="62"/>
                  <a:pt x="16" y="61"/>
                  <a:pt x="15" y="58"/>
                </a:cubicBezTo>
                <a:cubicBezTo>
                  <a:pt x="13" y="58"/>
                  <a:pt x="11" y="57"/>
                  <a:pt x="11" y="54"/>
                </a:cubicBezTo>
                <a:cubicBezTo>
                  <a:pt x="11" y="54"/>
                  <a:pt x="11" y="53"/>
                  <a:pt x="11" y="53"/>
                </a:cubicBezTo>
                <a:cubicBezTo>
                  <a:pt x="10" y="52"/>
                  <a:pt x="9" y="51"/>
                  <a:pt x="9" y="49"/>
                </a:cubicBezTo>
                <a:cubicBezTo>
                  <a:pt x="9" y="48"/>
                  <a:pt x="10" y="47"/>
                  <a:pt x="10" y="47"/>
                </a:cubicBezTo>
                <a:cubicBezTo>
                  <a:pt x="10" y="46"/>
                  <a:pt x="9" y="45"/>
                  <a:pt x="9" y="44"/>
                </a:cubicBezTo>
                <a:cubicBezTo>
                  <a:pt x="9" y="43"/>
                  <a:pt x="10" y="42"/>
                  <a:pt x="11" y="41"/>
                </a:cubicBezTo>
                <a:cubicBezTo>
                  <a:pt x="11" y="37"/>
                  <a:pt x="7" y="32"/>
                  <a:pt x="5" y="29"/>
                </a:cubicBezTo>
                <a:cubicBezTo>
                  <a:pt x="2" y="26"/>
                  <a:pt x="0" y="23"/>
                  <a:pt x="0" y="18"/>
                </a:cubicBezTo>
                <a:cubicBezTo>
                  <a:pt x="0" y="8"/>
                  <a:pt x="11" y="0"/>
                  <a:pt x="21" y="0"/>
                </a:cubicBezTo>
                <a:cubicBezTo>
                  <a:pt x="31" y="0"/>
                  <a:pt x="42" y="8"/>
                  <a:pt x="42" y="18"/>
                </a:cubicBezTo>
                <a:cubicBezTo>
                  <a:pt x="42" y="23"/>
                  <a:pt x="40" y="26"/>
                  <a:pt x="37" y="29"/>
                </a:cubicBezTo>
                <a:close/>
                <a:moveTo>
                  <a:pt x="21" y="6"/>
                </a:moveTo>
                <a:cubicBezTo>
                  <a:pt x="14" y="6"/>
                  <a:pt x="6" y="10"/>
                  <a:pt x="6" y="18"/>
                </a:cubicBezTo>
                <a:cubicBezTo>
                  <a:pt x="6" y="21"/>
                  <a:pt x="7" y="24"/>
                  <a:pt x="8" y="26"/>
                </a:cubicBezTo>
                <a:cubicBezTo>
                  <a:pt x="9" y="27"/>
                  <a:pt x="10" y="27"/>
                  <a:pt x="11" y="28"/>
                </a:cubicBezTo>
                <a:cubicBezTo>
                  <a:pt x="14" y="32"/>
                  <a:pt x="16" y="36"/>
                  <a:pt x="16" y="40"/>
                </a:cubicBezTo>
                <a:cubicBezTo>
                  <a:pt x="26" y="40"/>
                  <a:pt x="26" y="40"/>
                  <a:pt x="26" y="40"/>
                </a:cubicBezTo>
                <a:cubicBezTo>
                  <a:pt x="26" y="36"/>
                  <a:pt x="28" y="32"/>
                  <a:pt x="31" y="28"/>
                </a:cubicBezTo>
                <a:cubicBezTo>
                  <a:pt x="32" y="27"/>
                  <a:pt x="33" y="27"/>
                  <a:pt x="34" y="26"/>
                </a:cubicBezTo>
                <a:cubicBezTo>
                  <a:pt x="35" y="24"/>
                  <a:pt x="36" y="21"/>
                  <a:pt x="36" y="18"/>
                </a:cubicBezTo>
                <a:cubicBezTo>
                  <a:pt x="36" y="10"/>
                  <a:pt x="28" y="6"/>
                  <a:pt x="21" y="6"/>
                </a:cubicBezTo>
                <a:close/>
                <a:moveTo>
                  <a:pt x="29" y="20"/>
                </a:moveTo>
                <a:cubicBezTo>
                  <a:pt x="28" y="20"/>
                  <a:pt x="27" y="19"/>
                  <a:pt x="27" y="18"/>
                </a:cubicBezTo>
                <a:cubicBezTo>
                  <a:pt x="27" y="16"/>
                  <a:pt x="23" y="15"/>
                  <a:pt x="21" y="15"/>
                </a:cubicBezTo>
                <a:cubicBezTo>
                  <a:pt x="20" y="15"/>
                  <a:pt x="20" y="14"/>
                  <a:pt x="20" y="13"/>
                </a:cubicBezTo>
                <a:cubicBezTo>
                  <a:pt x="20" y="13"/>
                  <a:pt x="20" y="12"/>
                  <a:pt x="21" y="12"/>
                </a:cubicBezTo>
                <a:cubicBezTo>
                  <a:pt x="25" y="12"/>
                  <a:pt x="30" y="14"/>
                  <a:pt x="30" y="18"/>
                </a:cubicBezTo>
                <a:cubicBezTo>
                  <a:pt x="30" y="19"/>
                  <a:pt x="29" y="20"/>
                  <a:pt x="29" y="2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749489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ru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56"/>
          <p:cNvSpPr>
            <a:spLocks noEditPoints="1"/>
          </p:cNvSpPr>
          <p:nvPr userDrawn="1"/>
        </p:nvSpPr>
        <p:spPr bwMode="auto">
          <a:xfrm>
            <a:off x="5470526" y="1498601"/>
            <a:ext cx="1250951" cy="1250951"/>
          </a:xfrm>
          <a:custGeom>
            <a:avLst/>
            <a:gdLst/>
            <a:ahLst/>
            <a:cxnLst>
              <a:cxn ang="0">
                <a:pos x="64" y="42"/>
              </a:cxn>
              <a:cxn ang="0">
                <a:pos x="63" y="44"/>
              </a:cxn>
              <a:cxn ang="0">
                <a:pos x="33" y="64"/>
              </a:cxn>
              <a:cxn ang="0">
                <a:pos x="32" y="64"/>
              </a:cxn>
              <a:cxn ang="0">
                <a:pos x="30" y="64"/>
              </a:cxn>
              <a:cxn ang="0">
                <a:pos x="1" y="44"/>
              </a:cxn>
              <a:cxn ang="0">
                <a:pos x="0" y="42"/>
              </a:cxn>
              <a:cxn ang="0">
                <a:pos x="0" y="23"/>
              </a:cxn>
              <a:cxn ang="0">
                <a:pos x="1" y="20"/>
              </a:cxn>
              <a:cxn ang="0">
                <a:pos x="30" y="1"/>
              </a:cxn>
              <a:cxn ang="0">
                <a:pos x="32" y="0"/>
              </a:cxn>
              <a:cxn ang="0">
                <a:pos x="33" y="1"/>
              </a:cxn>
              <a:cxn ang="0">
                <a:pos x="63" y="20"/>
              </a:cxn>
              <a:cxn ang="0">
                <a:pos x="64" y="23"/>
              </a:cxn>
              <a:cxn ang="0">
                <a:pos x="64" y="42"/>
              </a:cxn>
              <a:cxn ang="0">
                <a:pos x="12" y="32"/>
              </a:cxn>
              <a:cxn ang="0">
                <a:pos x="5" y="28"/>
              </a:cxn>
              <a:cxn ang="0">
                <a:pos x="5" y="37"/>
              </a:cxn>
              <a:cxn ang="0">
                <a:pos x="12" y="32"/>
              </a:cxn>
              <a:cxn ang="0">
                <a:pos x="29" y="21"/>
              </a:cxn>
              <a:cxn ang="0">
                <a:pos x="29" y="8"/>
              </a:cxn>
              <a:cxn ang="0">
                <a:pos x="7" y="23"/>
              </a:cxn>
              <a:cxn ang="0">
                <a:pos x="17" y="29"/>
              </a:cxn>
              <a:cxn ang="0">
                <a:pos x="29" y="21"/>
              </a:cxn>
              <a:cxn ang="0">
                <a:pos x="29" y="56"/>
              </a:cxn>
              <a:cxn ang="0">
                <a:pos x="29" y="44"/>
              </a:cxn>
              <a:cxn ang="0">
                <a:pos x="17" y="36"/>
              </a:cxn>
              <a:cxn ang="0">
                <a:pos x="7" y="42"/>
              </a:cxn>
              <a:cxn ang="0">
                <a:pos x="29" y="56"/>
              </a:cxn>
              <a:cxn ang="0">
                <a:pos x="41" y="32"/>
              </a:cxn>
              <a:cxn ang="0">
                <a:pos x="32" y="26"/>
              </a:cxn>
              <a:cxn ang="0">
                <a:pos x="22" y="32"/>
              </a:cxn>
              <a:cxn ang="0">
                <a:pos x="32" y="39"/>
              </a:cxn>
              <a:cxn ang="0">
                <a:pos x="41" y="32"/>
              </a:cxn>
              <a:cxn ang="0">
                <a:pos x="56" y="23"/>
              </a:cxn>
              <a:cxn ang="0">
                <a:pos x="35" y="8"/>
              </a:cxn>
              <a:cxn ang="0">
                <a:pos x="35" y="21"/>
              </a:cxn>
              <a:cxn ang="0">
                <a:pos x="46" y="29"/>
              </a:cxn>
              <a:cxn ang="0">
                <a:pos x="56" y="23"/>
              </a:cxn>
              <a:cxn ang="0">
                <a:pos x="56" y="42"/>
              </a:cxn>
              <a:cxn ang="0">
                <a:pos x="46" y="36"/>
              </a:cxn>
              <a:cxn ang="0">
                <a:pos x="35" y="44"/>
              </a:cxn>
              <a:cxn ang="0">
                <a:pos x="35" y="56"/>
              </a:cxn>
              <a:cxn ang="0">
                <a:pos x="56" y="42"/>
              </a:cxn>
              <a:cxn ang="0">
                <a:pos x="58" y="37"/>
              </a:cxn>
              <a:cxn ang="0">
                <a:pos x="58" y="28"/>
              </a:cxn>
              <a:cxn ang="0">
                <a:pos x="51" y="32"/>
              </a:cxn>
              <a:cxn ang="0">
                <a:pos x="58" y="37"/>
              </a:cxn>
            </a:cxnLst>
            <a:rect l="0" t="0" r="r" b="b"/>
            <a:pathLst>
              <a:path w="64" h="64">
                <a:moveTo>
                  <a:pt x="64" y="42"/>
                </a:moveTo>
                <a:cubicBezTo>
                  <a:pt x="64" y="43"/>
                  <a:pt x="63" y="44"/>
                  <a:pt x="63" y="44"/>
                </a:cubicBezTo>
                <a:cubicBezTo>
                  <a:pt x="33" y="64"/>
                  <a:pt x="33" y="64"/>
                  <a:pt x="33" y="64"/>
                </a:cubicBezTo>
                <a:cubicBezTo>
                  <a:pt x="33" y="64"/>
                  <a:pt x="32" y="64"/>
                  <a:pt x="32" y="64"/>
                </a:cubicBezTo>
                <a:cubicBezTo>
                  <a:pt x="31" y="64"/>
                  <a:pt x="31" y="64"/>
                  <a:pt x="30" y="64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4"/>
                  <a:pt x="0" y="43"/>
                  <a:pt x="0" y="42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2"/>
                  <a:pt x="0" y="21"/>
                  <a:pt x="1" y="20"/>
                </a:cubicBezTo>
                <a:cubicBezTo>
                  <a:pt x="30" y="1"/>
                  <a:pt x="30" y="1"/>
                  <a:pt x="30" y="1"/>
                </a:cubicBezTo>
                <a:cubicBezTo>
                  <a:pt x="31" y="1"/>
                  <a:pt x="31" y="0"/>
                  <a:pt x="32" y="0"/>
                </a:cubicBezTo>
                <a:cubicBezTo>
                  <a:pt x="32" y="0"/>
                  <a:pt x="33" y="1"/>
                  <a:pt x="33" y="1"/>
                </a:cubicBezTo>
                <a:cubicBezTo>
                  <a:pt x="63" y="20"/>
                  <a:pt x="63" y="20"/>
                  <a:pt x="63" y="20"/>
                </a:cubicBezTo>
                <a:cubicBezTo>
                  <a:pt x="63" y="21"/>
                  <a:pt x="64" y="22"/>
                  <a:pt x="64" y="23"/>
                </a:cubicBezTo>
                <a:lnTo>
                  <a:pt x="64" y="42"/>
                </a:lnTo>
                <a:close/>
                <a:moveTo>
                  <a:pt x="12" y="32"/>
                </a:moveTo>
                <a:cubicBezTo>
                  <a:pt x="5" y="28"/>
                  <a:pt x="5" y="28"/>
                  <a:pt x="5" y="28"/>
                </a:cubicBezTo>
                <a:cubicBezTo>
                  <a:pt x="5" y="37"/>
                  <a:pt x="5" y="37"/>
                  <a:pt x="5" y="37"/>
                </a:cubicBezTo>
                <a:lnTo>
                  <a:pt x="12" y="32"/>
                </a:lnTo>
                <a:close/>
                <a:moveTo>
                  <a:pt x="29" y="21"/>
                </a:moveTo>
                <a:cubicBezTo>
                  <a:pt x="29" y="8"/>
                  <a:pt x="29" y="8"/>
                  <a:pt x="29" y="8"/>
                </a:cubicBezTo>
                <a:cubicBezTo>
                  <a:pt x="7" y="23"/>
                  <a:pt x="7" y="23"/>
                  <a:pt x="7" y="23"/>
                </a:cubicBezTo>
                <a:cubicBezTo>
                  <a:pt x="17" y="29"/>
                  <a:pt x="17" y="29"/>
                  <a:pt x="17" y="29"/>
                </a:cubicBezTo>
                <a:lnTo>
                  <a:pt x="29" y="21"/>
                </a:lnTo>
                <a:close/>
                <a:moveTo>
                  <a:pt x="29" y="56"/>
                </a:moveTo>
                <a:cubicBezTo>
                  <a:pt x="29" y="44"/>
                  <a:pt x="29" y="44"/>
                  <a:pt x="29" y="44"/>
                </a:cubicBezTo>
                <a:cubicBezTo>
                  <a:pt x="17" y="36"/>
                  <a:pt x="17" y="36"/>
                  <a:pt x="17" y="36"/>
                </a:cubicBezTo>
                <a:cubicBezTo>
                  <a:pt x="7" y="42"/>
                  <a:pt x="7" y="42"/>
                  <a:pt x="7" y="42"/>
                </a:cubicBezTo>
                <a:lnTo>
                  <a:pt x="29" y="56"/>
                </a:lnTo>
                <a:close/>
                <a:moveTo>
                  <a:pt x="41" y="32"/>
                </a:moveTo>
                <a:cubicBezTo>
                  <a:pt x="32" y="26"/>
                  <a:pt x="32" y="26"/>
                  <a:pt x="32" y="26"/>
                </a:cubicBezTo>
                <a:cubicBezTo>
                  <a:pt x="22" y="32"/>
                  <a:pt x="22" y="32"/>
                  <a:pt x="22" y="32"/>
                </a:cubicBezTo>
                <a:cubicBezTo>
                  <a:pt x="32" y="39"/>
                  <a:pt x="32" y="39"/>
                  <a:pt x="32" y="39"/>
                </a:cubicBezTo>
                <a:lnTo>
                  <a:pt x="41" y="32"/>
                </a:lnTo>
                <a:close/>
                <a:moveTo>
                  <a:pt x="56" y="23"/>
                </a:moveTo>
                <a:cubicBezTo>
                  <a:pt x="35" y="8"/>
                  <a:pt x="35" y="8"/>
                  <a:pt x="35" y="8"/>
                </a:cubicBezTo>
                <a:cubicBezTo>
                  <a:pt x="35" y="21"/>
                  <a:pt x="35" y="21"/>
                  <a:pt x="35" y="21"/>
                </a:cubicBezTo>
                <a:cubicBezTo>
                  <a:pt x="46" y="29"/>
                  <a:pt x="46" y="29"/>
                  <a:pt x="46" y="29"/>
                </a:cubicBezTo>
                <a:lnTo>
                  <a:pt x="56" y="23"/>
                </a:lnTo>
                <a:close/>
                <a:moveTo>
                  <a:pt x="56" y="42"/>
                </a:moveTo>
                <a:cubicBezTo>
                  <a:pt x="46" y="36"/>
                  <a:pt x="46" y="36"/>
                  <a:pt x="46" y="36"/>
                </a:cubicBezTo>
                <a:cubicBezTo>
                  <a:pt x="35" y="44"/>
                  <a:pt x="35" y="44"/>
                  <a:pt x="35" y="44"/>
                </a:cubicBezTo>
                <a:cubicBezTo>
                  <a:pt x="35" y="56"/>
                  <a:pt x="35" y="56"/>
                  <a:pt x="35" y="56"/>
                </a:cubicBezTo>
                <a:lnTo>
                  <a:pt x="56" y="42"/>
                </a:lnTo>
                <a:close/>
                <a:moveTo>
                  <a:pt x="58" y="37"/>
                </a:moveTo>
                <a:cubicBezTo>
                  <a:pt x="58" y="28"/>
                  <a:pt x="58" y="28"/>
                  <a:pt x="58" y="28"/>
                </a:cubicBezTo>
                <a:cubicBezTo>
                  <a:pt x="51" y="32"/>
                  <a:pt x="51" y="32"/>
                  <a:pt x="51" y="32"/>
                </a:cubicBezTo>
                <a:lnTo>
                  <a:pt x="58" y="3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79043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Puzz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77"/>
          <p:cNvSpPr>
            <a:spLocks/>
          </p:cNvSpPr>
          <p:nvPr userDrawn="1"/>
        </p:nvSpPr>
        <p:spPr bwMode="auto">
          <a:xfrm rot="20133226">
            <a:off x="5329055" y="1240368"/>
            <a:ext cx="1533892" cy="1532467"/>
          </a:xfrm>
          <a:custGeom>
            <a:avLst/>
            <a:gdLst/>
            <a:ahLst/>
            <a:cxnLst>
              <a:cxn ang="0">
                <a:pos x="183" y="216"/>
              </a:cxn>
              <a:cxn ang="0">
                <a:pos x="256" y="180"/>
              </a:cxn>
              <a:cxn ang="0">
                <a:pos x="217" y="88"/>
              </a:cxn>
              <a:cxn ang="0">
                <a:pos x="385" y="88"/>
              </a:cxn>
              <a:cxn ang="0">
                <a:pos x="347" y="180"/>
              </a:cxn>
              <a:cxn ang="0">
                <a:pos x="420" y="216"/>
              </a:cxn>
              <a:cxn ang="0">
                <a:pos x="603" y="216"/>
              </a:cxn>
              <a:cxn ang="0">
                <a:pos x="603" y="399"/>
              </a:cxn>
              <a:cxn ang="0">
                <a:pos x="638" y="472"/>
              </a:cxn>
              <a:cxn ang="0">
                <a:pos x="731" y="433"/>
              </a:cxn>
              <a:cxn ang="0">
                <a:pos x="731" y="601"/>
              </a:cxn>
              <a:cxn ang="0">
                <a:pos x="638" y="563"/>
              </a:cxn>
              <a:cxn ang="0">
                <a:pos x="603" y="636"/>
              </a:cxn>
              <a:cxn ang="0">
                <a:pos x="603" y="819"/>
              </a:cxn>
              <a:cxn ang="0">
                <a:pos x="420" y="819"/>
              </a:cxn>
              <a:cxn ang="0">
                <a:pos x="347" y="784"/>
              </a:cxn>
              <a:cxn ang="0">
                <a:pos x="385" y="691"/>
              </a:cxn>
              <a:cxn ang="0">
                <a:pos x="217" y="691"/>
              </a:cxn>
              <a:cxn ang="0">
                <a:pos x="256" y="784"/>
              </a:cxn>
              <a:cxn ang="0">
                <a:pos x="183" y="819"/>
              </a:cxn>
              <a:cxn ang="0">
                <a:pos x="0" y="819"/>
              </a:cxn>
              <a:cxn ang="0">
                <a:pos x="0" y="636"/>
              </a:cxn>
              <a:cxn ang="0">
                <a:pos x="35" y="563"/>
              </a:cxn>
              <a:cxn ang="0">
                <a:pos x="128" y="601"/>
              </a:cxn>
              <a:cxn ang="0">
                <a:pos x="128" y="433"/>
              </a:cxn>
              <a:cxn ang="0">
                <a:pos x="35" y="472"/>
              </a:cxn>
              <a:cxn ang="0">
                <a:pos x="0" y="399"/>
              </a:cxn>
              <a:cxn ang="0">
                <a:pos x="0" y="216"/>
              </a:cxn>
              <a:cxn ang="0">
                <a:pos x="183" y="216"/>
              </a:cxn>
            </a:cxnLst>
            <a:rect l="0" t="0" r="r" b="b"/>
            <a:pathLst>
              <a:path w="819" h="819">
                <a:moveTo>
                  <a:pt x="183" y="216"/>
                </a:moveTo>
                <a:cubicBezTo>
                  <a:pt x="249" y="216"/>
                  <a:pt x="264" y="200"/>
                  <a:pt x="256" y="180"/>
                </a:cubicBezTo>
                <a:cubicBezTo>
                  <a:pt x="239" y="144"/>
                  <a:pt x="209" y="139"/>
                  <a:pt x="217" y="88"/>
                </a:cubicBezTo>
                <a:cubicBezTo>
                  <a:pt x="231" y="0"/>
                  <a:pt x="372" y="0"/>
                  <a:pt x="385" y="88"/>
                </a:cubicBezTo>
                <a:cubicBezTo>
                  <a:pt x="393" y="139"/>
                  <a:pt x="364" y="144"/>
                  <a:pt x="347" y="180"/>
                </a:cubicBezTo>
                <a:cubicBezTo>
                  <a:pt x="338" y="200"/>
                  <a:pt x="354" y="216"/>
                  <a:pt x="420" y="216"/>
                </a:cubicBezTo>
                <a:cubicBezTo>
                  <a:pt x="603" y="216"/>
                  <a:pt x="603" y="216"/>
                  <a:pt x="603" y="216"/>
                </a:cubicBezTo>
                <a:cubicBezTo>
                  <a:pt x="603" y="399"/>
                  <a:pt x="603" y="399"/>
                  <a:pt x="603" y="399"/>
                </a:cubicBezTo>
                <a:cubicBezTo>
                  <a:pt x="603" y="465"/>
                  <a:pt x="619" y="480"/>
                  <a:pt x="638" y="472"/>
                </a:cubicBezTo>
                <a:cubicBezTo>
                  <a:pt x="675" y="455"/>
                  <a:pt x="680" y="425"/>
                  <a:pt x="731" y="433"/>
                </a:cubicBezTo>
                <a:cubicBezTo>
                  <a:pt x="819" y="447"/>
                  <a:pt x="819" y="588"/>
                  <a:pt x="731" y="601"/>
                </a:cubicBezTo>
                <a:cubicBezTo>
                  <a:pt x="680" y="609"/>
                  <a:pt x="675" y="580"/>
                  <a:pt x="638" y="563"/>
                </a:cubicBezTo>
                <a:cubicBezTo>
                  <a:pt x="619" y="554"/>
                  <a:pt x="603" y="570"/>
                  <a:pt x="603" y="636"/>
                </a:cubicBezTo>
                <a:cubicBezTo>
                  <a:pt x="603" y="819"/>
                  <a:pt x="603" y="819"/>
                  <a:pt x="603" y="819"/>
                </a:cubicBezTo>
                <a:cubicBezTo>
                  <a:pt x="420" y="819"/>
                  <a:pt x="420" y="819"/>
                  <a:pt x="420" y="819"/>
                </a:cubicBezTo>
                <a:cubicBezTo>
                  <a:pt x="354" y="819"/>
                  <a:pt x="338" y="803"/>
                  <a:pt x="347" y="784"/>
                </a:cubicBezTo>
                <a:cubicBezTo>
                  <a:pt x="364" y="747"/>
                  <a:pt x="393" y="742"/>
                  <a:pt x="385" y="691"/>
                </a:cubicBezTo>
                <a:cubicBezTo>
                  <a:pt x="372" y="603"/>
                  <a:pt x="231" y="603"/>
                  <a:pt x="217" y="691"/>
                </a:cubicBezTo>
                <a:cubicBezTo>
                  <a:pt x="209" y="742"/>
                  <a:pt x="239" y="747"/>
                  <a:pt x="256" y="784"/>
                </a:cubicBezTo>
                <a:cubicBezTo>
                  <a:pt x="264" y="803"/>
                  <a:pt x="249" y="819"/>
                  <a:pt x="183" y="819"/>
                </a:cubicBezTo>
                <a:cubicBezTo>
                  <a:pt x="0" y="819"/>
                  <a:pt x="0" y="819"/>
                  <a:pt x="0" y="819"/>
                </a:cubicBezTo>
                <a:cubicBezTo>
                  <a:pt x="0" y="636"/>
                  <a:pt x="0" y="636"/>
                  <a:pt x="0" y="636"/>
                </a:cubicBezTo>
                <a:cubicBezTo>
                  <a:pt x="0" y="570"/>
                  <a:pt x="16" y="554"/>
                  <a:pt x="35" y="563"/>
                </a:cubicBezTo>
                <a:cubicBezTo>
                  <a:pt x="72" y="580"/>
                  <a:pt x="76" y="609"/>
                  <a:pt x="128" y="601"/>
                </a:cubicBezTo>
                <a:cubicBezTo>
                  <a:pt x="216" y="588"/>
                  <a:pt x="216" y="447"/>
                  <a:pt x="128" y="433"/>
                </a:cubicBezTo>
                <a:cubicBezTo>
                  <a:pt x="76" y="425"/>
                  <a:pt x="72" y="455"/>
                  <a:pt x="35" y="472"/>
                </a:cubicBezTo>
                <a:cubicBezTo>
                  <a:pt x="16" y="480"/>
                  <a:pt x="0" y="465"/>
                  <a:pt x="0" y="399"/>
                </a:cubicBezTo>
                <a:cubicBezTo>
                  <a:pt x="0" y="216"/>
                  <a:pt x="0" y="216"/>
                  <a:pt x="0" y="216"/>
                </a:cubicBezTo>
                <a:lnTo>
                  <a:pt x="183" y="216"/>
                </a:lnTo>
                <a:close/>
              </a:path>
            </a:pathLst>
          </a:custGeom>
          <a:solidFill>
            <a:schemeClr val="bg1"/>
          </a:solidFill>
          <a:ln w="19050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774793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Netwo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66"/>
          <p:cNvSpPr>
            <a:spLocks noEditPoints="1"/>
          </p:cNvSpPr>
          <p:nvPr userDrawn="1"/>
        </p:nvSpPr>
        <p:spPr bwMode="auto">
          <a:xfrm>
            <a:off x="5577490" y="1594470"/>
            <a:ext cx="1037021" cy="1211311"/>
          </a:xfrm>
          <a:custGeom>
            <a:avLst/>
            <a:gdLst/>
            <a:ahLst/>
            <a:cxnLst>
              <a:cxn ang="0">
                <a:pos x="55" y="9"/>
              </a:cxn>
              <a:cxn ang="0">
                <a:pos x="55" y="14"/>
              </a:cxn>
              <a:cxn ang="0">
                <a:pos x="27" y="23"/>
              </a:cxn>
              <a:cxn ang="0">
                <a:pos x="0" y="14"/>
              </a:cxn>
              <a:cxn ang="0">
                <a:pos x="0" y="9"/>
              </a:cxn>
              <a:cxn ang="0">
                <a:pos x="27" y="0"/>
              </a:cxn>
              <a:cxn ang="0">
                <a:pos x="55" y="9"/>
              </a:cxn>
              <a:cxn ang="0">
                <a:pos x="55" y="21"/>
              </a:cxn>
              <a:cxn ang="0">
                <a:pos x="55" y="27"/>
              </a:cxn>
              <a:cxn ang="0">
                <a:pos x="27" y="37"/>
              </a:cxn>
              <a:cxn ang="0">
                <a:pos x="0" y="27"/>
              </a:cxn>
              <a:cxn ang="0">
                <a:pos x="0" y="21"/>
              </a:cxn>
              <a:cxn ang="0">
                <a:pos x="27" y="27"/>
              </a:cxn>
              <a:cxn ang="0">
                <a:pos x="55" y="21"/>
              </a:cxn>
              <a:cxn ang="0">
                <a:pos x="55" y="35"/>
              </a:cxn>
              <a:cxn ang="0">
                <a:pos x="55" y="41"/>
              </a:cxn>
              <a:cxn ang="0">
                <a:pos x="27" y="50"/>
              </a:cxn>
              <a:cxn ang="0">
                <a:pos x="0" y="41"/>
              </a:cxn>
              <a:cxn ang="0">
                <a:pos x="0" y="35"/>
              </a:cxn>
              <a:cxn ang="0">
                <a:pos x="27" y="41"/>
              </a:cxn>
              <a:cxn ang="0">
                <a:pos x="55" y="35"/>
              </a:cxn>
              <a:cxn ang="0">
                <a:pos x="55" y="49"/>
              </a:cxn>
              <a:cxn ang="0">
                <a:pos x="55" y="55"/>
              </a:cxn>
              <a:cxn ang="0">
                <a:pos x="27" y="64"/>
              </a:cxn>
              <a:cxn ang="0">
                <a:pos x="0" y="55"/>
              </a:cxn>
              <a:cxn ang="0">
                <a:pos x="0" y="49"/>
              </a:cxn>
              <a:cxn ang="0">
                <a:pos x="27" y="55"/>
              </a:cxn>
              <a:cxn ang="0">
                <a:pos x="55" y="49"/>
              </a:cxn>
            </a:cxnLst>
            <a:rect l="0" t="0" r="r" b="b"/>
            <a:pathLst>
              <a:path w="55" h="64">
                <a:moveTo>
                  <a:pt x="55" y="9"/>
                </a:moveTo>
                <a:cubicBezTo>
                  <a:pt x="55" y="14"/>
                  <a:pt x="55" y="14"/>
                  <a:pt x="55" y="14"/>
                </a:cubicBezTo>
                <a:cubicBezTo>
                  <a:pt x="55" y="19"/>
                  <a:pt x="42" y="23"/>
                  <a:pt x="27" y="23"/>
                </a:cubicBezTo>
                <a:cubicBezTo>
                  <a:pt x="12" y="23"/>
                  <a:pt x="0" y="19"/>
                  <a:pt x="0" y="14"/>
                </a:cubicBezTo>
                <a:cubicBezTo>
                  <a:pt x="0" y="9"/>
                  <a:pt x="0" y="9"/>
                  <a:pt x="0" y="9"/>
                </a:cubicBezTo>
                <a:cubicBezTo>
                  <a:pt x="0" y="4"/>
                  <a:pt x="12" y="0"/>
                  <a:pt x="27" y="0"/>
                </a:cubicBezTo>
                <a:cubicBezTo>
                  <a:pt x="42" y="0"/>
                  <a:pt x="55" y="4"/>
                  <a:pt x="55" y="9"/>
                </a:cubicBezTo>
                <a:close/>
                <a:moveTo>
                  <a:pt x="55" y="21"/>
                </a:moveTo>
                <a:cubicBezTo>
                  <a:pt x="55" y="27"/>
                  <a:pt x="55" y="27"/>
                  <a:pt x="55" y="27"/>
                </a:cubicBezTo>
                <a:cubicBezTo>
                  <a:pt x="55" y="32"/>
                  <a:pt x="42" y="37"/>
                  <a:pt x="27" y="37"/>
                </a:cubicBezTo>
                <a:cubicBezTo>
                  <a:pt x="12" y="37"/>
                  <a:pt x="0" y="32"/>
                  <a:pt x="0" y="27"/>
                </a:cubicBezTo>
                <a:cubicBezTo>
                  <a:pt x="0" y="21"/>
                  <a:pt x="0" y="21"/>
                  <a:pt x="0" y="21"/>
                </a:cubicBezTo>
                <a:cubicBezTo>
                  <a:pt x="6" y="25"/>
                  <a:pt x="16" y="27"/>
                  <a:pt x="27" y="27"/>
                </a:cubicBezTo>
                <a:cubicBezTo>
                  <a:pt x="38" y="27"/>
                  <a:pt x="49" y="25"/>
                  <a:pt x="55" y="21"/>
                </a:cubicBezTo>
                <a:close/>
                <a:moveTo>
                  <a:pt x="55" y="35"/>
                </a:moveTo>
                <a:cubicBezTo>
                  <a:pt x="55" y="41"/>
                  <a:pt x="55" y="41"/>
                  <a:pt x="55" y="41"/>
                </a:cubicBezTo>
                <a:cubicBezTo>
                  <a:pt x="55" y="46"/>
                  <a:pt x="42" y="50"/>
                  <a:pt x="27" y="50"/>
                </a:cubicBezTo>
                <a:cubicBezTo>
                  <a:pt x="12" y="50"/>
                  <a:pt x="0" y="46"/>
                  <a:pt x="0" y="41"/>
                </a:cubicBezTo>
                <a:cubicBezTo>
                  <a:pt x="0" y="35"/>
                  <a:pt x="0" y="35"/>
                  <a:pt x="0" y="35"/>
                </a:cubicBezTo>
                <a:cubicBezTo>
                  <a:pt x="6" y="39"/>
                  <a:pt x="16" y="41"/>
                  <a:pt x="27" y="41"/>
                </a:cubicBezTo>
                <a:cubicBezTo>
                  <a:pt x="38" y="41"/>
                  <a:pt x="49" y="39"/>
                  <a:pt x="55" y="35"/>
                </a:cubicBezTo>
                <a:close/>
                <a:moveTo>
                  <a:pt x="55" y="49"/>
                </a:moveTo>
                <a:cubicBezTo>
                  <a:pt x="55" y="55"/>
                  <a:pt x="55" y="55"/>
                  <a:pt x="55" y="55"/>
                </a:cubicBezTo>
                <a:cubicBezTo>
                  <a:pt x="55" y="60"/>
                  <a:pt x="42" y="64"/>
                  <a:pt x="27" y="64"/>
                </a:cubicBezTo>
                <a:cubicBezTo>
                  <a:pt x="12" y="64"/>
                  <a:pt x="0" y="60"/>
                  <a:pt x="0" y="55"/>
                </a:cubicBezTo>
                <a:cubicBezTo>
                  <a:pt x="0" y="49"/>
                  <a:pt x="0" y="49"/>
                  <a:pt x="0" y="49"/>
                </a:cubicBezTo>
                <a:cubicBezTo>
                  <a:pt x="6" y="53"/>
                  <a:pt x="16" y="55"/>
                  <a:pt x="27" y="55"/>
                </a:cubicBezTo>
                <a:cubicBezTo>
                  <a:pt x="38" y="55"/>
                  <a:pt x="49" y="53"/>
                  <a:pt x="55" y="4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906747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1"/>
          <p:cNvSpPr>
            <a:spLocks noEditPoints="1"/>
          </p:cNvSpPr>
          <p:nvPr userDrawn="1"/>
        </p:nvSpPr>
        <p:spPr bwMode="auto">
          <a:xfrm>
            <a:off x="5339411" y="1667934"/>
            <a:ext cx="1513180" cy="1002709"/>
          </a:xfrm>
          <a:custGeom>
            <a:avLst/>
            <a:gdLst/>
            <a:ahLst/>
            <a:cxnLst>
              <a:cxn ang="0">
                <a:pos x="77" y="43"/>
              </a:cxn>
              <a:cxn ang="0">
                <a:pos x="77" y="47"/>
              </a:cxn>
              <a:cxn ang="0">
                <a:pos x="70" y="51"/>
              </a:cxn>
              <a:cxn ang="0">
                <a:pos x="6" y="51"/>
              </a:cxn>
              <a:cxn ang="0">
                <a:pos x="0" y="47"/>
              </a:cxn>
              <a:cxn ang="0">
                <a:pos x="0" y="43"/>
              </a:cxn>
              <a:cxn ang="0">
                <a:pos x="6" y="43"/>
              </a:cxn>
              <a:cxn ang="0">
                <a:pos x="70" y="43"/>
              </a:cxn>
              <a:cxn ang="0">
                <a:pos x="77" y="43"/>
              </a:cxn>
              <a:cxn ang="0">
                <a:pos x="10" y="34"/>
              </a:cxn>
              <a:cxn ang="0">
                <a:pos x="10" y="6"/>
              </a:cxn>
              <a:cxn ang="0">
                <a:pos x="16" y="0"/>
              </a:cxn>
              <a:cxn ang="0">
                <a:pos x="60" y="0"/>
              </a:cxn>
              <a:cxn ang="0">
                <a:pos x="67" y="6"/>
              </a:cxn>
              <a:cxn ang="0">
                <a:pos x="67" y="34"/>
              </a:cxn>
              <a:cxn ang="0">
                <a:pos x="60" y="41"/>
              </a:cxn>
              <a:cxn ang="0">
                <a:pos x="16" y="41"/>
              </a:cxn>
              <a:cxn ang="0">
                <a:pos x="10" y="34"/>
              </a:cxn>
              <a:cxn ang="0">
                <a:pos x="15" y="34"/>
              </a:cxn>
              <a:cxn ang="0">
                <a:pos x="16" y="36"/>
              </a:cxn>
              <a:cxn ang="0">
                <a:pos x="60" y="36"/>
              </a:cxn>
              <a:cxn ang="0">
                <a:pos x="61" y="34"/>
              </a:cxn>
              <a:cxn ang="0">
                <a:pos x="61" y="6"/>
              </a:cxn>
              <a:cxn ang="0">
                <a:pos x="60" y="5"/>
              </a:cxn>
              <a:cxn ang="0">
                <a:pos x="16" y="5"/>
              </a:cxn>
              <a:cxn ang="0">
                <a:pos x="15" y="6"/>
              </a:cxn>
              <a:cxn ang="0">
                <a:pos x="15" y="34"/>
              </a:cxn>
              <a:cxn ang="0">
                <a:pos x="42" y="47"/>
              </a:cxn>
              <a:cxn ang="0">
                <a:pos x="42" y="46"/>
              </a:cxn>
              <a:cxn ang="0">
                <a:pos x="35" y="46"/>
              </a:cxn>
              <a:cxn ang="0">
                <a:pos x="34" y="47"/>
              </a:cxn>
              <a:cxn ang="0">
                <a:pos x="35" y="47"/>
              </a:cxn>
              <a:cxn ang="0">
                <a:pos x="42" y="47"/>
              </a:cxn>
              <a:cxn ang="0">
                <a:pos x="42" y="47"/>
              </a:cxn>
            </a:cxnLst>
            <a:rect l="0" t="0" r="r" b="b"/>
            <a:pathLst>
              <a:path w="77" h="51">
                <a:moveTo>
                  <a:pt x="77" y="43"/>
                </a:moveTo>
                <a:cubicBezTo>
                  <a:pt x="77" y="47"/>
                  <a:pt x="77" y="47"/>
                  <a:pt x="77" y="47"/>
                </a:cubicBezTo>
                <a:cubicBezTo>
                  <a:pt x="77" y="49"/>
                  <a:pt x="74" y="51"/>
                  <a:pt x="70" y="51"/>
                </a:cubicBezTo>
                <a:cubicBezTo>
                  <a:pt x="6" y="51"/>
                  <a:pt x="6" y="51"/>
                  <a:pt x="6" y="51"/>
                </a:cubicBezTo>
                <a:cubicBezTo>
                  <a:pt x="3" y="51"/>
                  <a:pt x="0" y="49"/>
                  <a:pt x="0" y="47"/>
                </a:cubicBezTo>
                <a:cubicBezTo>
                  <a:pt x="0" y="43"/>
                  <a:pt x="0" y="43"/>
                  <a:pt x="0" y="43"/>
                </a:cubicBezTo>
                <a:cubicBezTo>
                  <a:pt x="6" y="43"/>
                  <a:pt x="6" y="43"/>
                  <a:pt x="6" y="43"/>
                </a:cubicBezTo>
                <a:cubicBezTo>
                  <a:pt x="70" y="43"/>
                  <a:pt x="70" y="43"/>
                  <a:pt x="70" y="43"/>
                </a:cubicBezTo>
                <a:lnTo>
                  <a:pt x="77" y="43"/>
                </a:lnTo>
                <a:close/>
                <a:moveTo>
                  <a:pt x="10" y="34"/>
                </a:moveTo>
                <a:cubicBezTo>
                  <a:pt x="10" y="6"/>
                  <a:pt x="10" y="6"/>
                  <a:pt x="10" y="6"/>
                </a:cubicBezTo>
                <a:cubicBezTo>
                  <a:pt x="10" y="2"/>
                  <a:pt x="13" y="0"/>
                  <a:pt x="16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4" y="0"/>
                  <a:pt x="67" y="2"/>
                  <a:pt x="67" y="6"/>
                </a:cubicBezTo>
                <a:cubicBezTo>
                  <a:pt x="67" y="34"/>
                  <a:pt x="67" y="34"/>
                  <a:pt x="67" y="34"/>
                </a:cubicBezTo>
                <a:cubicBezTo>
                  <a:pt x="67" y="38"/>
                  <a:pt x="64" y="41"/>
                  <a:pt x="60" y="41"/>
                </a:cubicBezTo>
                <a:cubicBezTo>
                  <a:pt x="16" y="41"/>
                  <a:pt x="16" y="41"/>
                  <a:pt x="16" y="41"/>
                </a:cubicBezTo>
                <a:cubicBezTo>
                  <a:pt x="13" y="41"/>
                  <a:pt x="10" y="38"/>
                  <a:pt x="10" y="34"/>
                </a:cubicBezTo>
                <a:close/>
                <a:moveTo>
                  <a:pt x="15" y="34"/>
                </a:moveTo>
                <a:cubicBezTo>
                  <a:pt x="15" y="35"/>
                  <a:pt x="16" y="36"/>
                  <a:pt x="16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1" y="36"/>
                  <a:pt x="61" y="35"/>
                  <a:pt x="61" y="34"/>
                </a:cubicBezTo>
                <a:cubicBezTo>
                  <a:pt x="61" y="6"/>
                  <a:pt x="61" y="6"/>
                  <a:pt x="61" y="6"/>
                </a:cubicBezTo>
                <a:cubicBezTo>
                  <a:pt x="61" y="5"/>
                  <a:pt x="61" y="5"/>
                  <a:pt x="60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5" y="5"/>
                  <a:pt x="15" y="6"/>
                </a:cubicBezTo>
                <a:lnTo>
                  <a:pt x="15" y="34"/>
                </a:lnTo>
                <a:close/>
                <a:moveTo>
                  <a:pt x="42" y="47"/>
                </a:moveTo>
                <a:cubicBezTo>
                  <a:pt x="42" y="46"/>
                  <a:pt x="42" y="46"/>
                  <a:pt x="42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35" y="46"/>
                  <a:pt x="34" y="46"/>
                  <a:pt x="34" y="47"/>
                </a:cubicBezTo>
                <a:cubicBezTo>
                  <a:pt x="34" y="47"/>
                  <a:pt x="35" y="47"/>
                  <a:pt x="35" y="47"/>
                </a:cubicBezTo>
                <a:cubicBezTo>
                  <a:pt x="42" y="47"/>
                  <a:pt x="42" y="47"/>
                  <a:pt x="42" y="47"/>
                </a:cubicBezTo>
                <a:cubicBezTo>
                  <a:pt x="42" y="47"/>
                  <a:pt x="42" y="47"/>
                  <a:pt x="42" y="4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795771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Da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7"/>
          <p:cNvSpPr>
            <a:spLocks noEditPoints="1"/>
          </p:cNvSpPr>
          <p:nvPr userDrawn="1"/>
        </p:nvSpPr>
        <p:spPr bwMode="auto">
          <a:xfrm rot="16200000">
            <a:off x="5457169" y="1600199"/>
            <a:ext cx="1277665" cy="992716"/>
          </a:xfrm>
          <a:custGeom>
            <a:avLst/>
            <a:gdLst/>
            <a:ahLst/>
            <a:cxnLst>
              <a:cxn ang="0">
                <a:pos x="45" y="7"/>
              </a:cxn>
              <a:cxn ang="0">
                <a:pos x="43" y="9"/>
              </a:cxn>
              <a:cxn ang="0">
                <a:pos x="2" y="9"/>
              </a:cxn>
              <a:cxn ang="0">
                <a:pos x="0" y="7"/>
              </a:cxn>
              <a:cxn ang="0">
                <a:pos x="0" y="2"/>
              </a:cxn>
              <a:cxn ang="0">
                <a:pos x="2" y="0"/>
              </a:cxn>
              <a:cxn ang="0">
                <a:pos x="43" y="0"/>
              </a:cxn>
              <a:cxn ang="0">
                <a:pos x="45" y="2"/>
              </a:cxn>
              <a:cxn ang="0">
                <a:pos x="45" y="7"/>
              </a:cxn>
              <a:cxn ang="0">
                <a:pos x="59" y="20"/>
              </a:cxn>
              <a:cxn ang="0">
                <a:pos x="57" y="23"/>
              </a:cxn>
              <a:cxn ang="0">
                <a:pos x="2" y="23"/>
              </a:cxn>
              <a:cxn ang="0">
                <a:pos x="0" y="20"/>
              </a:cxn>
              <a:cxn ang="0">
                <a:pos x="0" y="16"/>
              </a:cxn>
              <a:cxn ang="0">
                <a:pos x="2" y="13"/>
              </a:cxn>
              <a:cxn ang="0">
                <a:pos x="57" y="13"/>
              </a:cxn>
              <a:cxn ang="0">
                <a:pos x="59" y="16"/>
              </a:cxn>
              <a:cxn ang="0">
                <a:pos x="59" y="20"/>
              </a:cxn>
              <a:cxn ang="0">
                <a:pos x="50" y="34"/>
              </a:cxn>
              <a:cxn ang="0">
                <a:pos x="48" y="36"/>
              </a:cxn>
              <a:cxn ang="0">
                <a:pos x="2" y="36"/>
              </a:cxn>
              <a:cxn ang="0">
                <a:pos x="0" y="34"/>
              </a:cxn>
              <a:cxn ang="0">
                <a:pos x="0" y="29"/>
              </a:cxn>
              <a:cxn ang="0">
                <a:pos x="2" y="27"/>
              </a:cxn>
              <a:cxn ang="0">
                <a:pos x="48" y="27"/>
              </a:cxn>
              <a:cxn ang="0">
                <a:pos x="50" y="29"/>
              </a:cxn>
              <a:cxn ang="0">
                <a:pos x="50" y="34"/>
              </a:cxn>
              <a:cxn ang="0">
                <a:pos x="64" y="48"/>
              </a:cxn>
              <a:cxn ang="0">
                <a:pos x="61" y="50"/>
              </a:cxn>
              <a:cxn ang="0">
                <a:pos x="2" y="50"/>
              </a:cxn>
              <a:cxn ang="0">
                <a:pos x="0" y="48"/>
              </a:cxn>
              <a:cxn ang="0">
                <a:pos x="0" y="43"/>
              </a:cxn>
              <a:cxn ang="0">
                <a:pos x="2" y="41"/>
              </a:cxn>
              <a:cxn ang="0">
                <a:pos x="61" y="41"/>
              </a:cxn>
              <a:cxn ang="0">
                <a:pos x="64" y="43"/>
              </a:cxn>
              <a:cxn ang="0">
                <a:pos x="64" y="48"/>
              </a:cxn>
            </a:cxnLst>
            <a:rect l="0" t="0" r="r" b="b"/>
            <a:pathLst>
              <a:path w="64" h="50">
                <a:moveTo>
                  <a:pt x="45" y="7"/>
                </a:moveTo>
                <a:cubicBezTo>
                  <a:pt x="45" y="8"/>
                  <a:pt x="44" y="9"/>
                  <a:pt x="43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9"/>
                  <a:pt x="0" y="8"/>
                  <a:pt x="0" y="7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4" y="0"/>
                  <a:pt x="45" y="1"/>
                  <a:pt x="45" y="2"/>
                </a:cubicBezTo>
                <a:lnTo>
                  <a:pt x="45" y="7"/>
                </a:lnTo>
                <a:close/>
                <a:moveTo>
                  <a:pt x="59" y="20"/>
                </a:moveTo>
                <a:cubicBezTo>
                  <a:pt x="59" y="22"/>
                  <a:pt x="58" y="23"/>
                  <a:pt x="57" y="23"/>
                </a:cubicBezTo>
                <a:cubicBezTo>
                  <a:pt x="2" y="23"/>
                  <a:pt x="2" y="23"/>
                  <a:pt x="2" y="23"/>
                </a:cubicBezTo>
                <a:cubicBezTo>
                  <a:pt x="1" y="23"/>
                  <a:pt x="0" y="22"/>
                  <a:pt x="0" y="20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4"/>
                  <a:pt x="1" y="13"/>
                  <a:pt x="2" y="13"/>
                </a:cubicBezTo>
                <a:cubicBezTo>
                  <a:pt x="57" y="13"/>
                  <a:pt x="57" y="13"/>
                  <a:pt x="57" y="13"/>
                </a:cubicBezTo>
                <a:cubicBezTo>
                  <a:pt x="58" y="13"/>
                  <a:pt x="59" y="14"/>
                  <a:pt x="59" y="16"/>
                </a:cubicBezTo>
                <a:lnTo>
                  <a:pt x="59" y="20"/>
                </a:lnTo>
                <a:close/>
                <a:moveTo>
                  <a:pt x="50" y="34"/>
                </a:moveTo>
                <a:cubicBezTo>
                  <a:pt x="50" y="35"/>
                  <a:pt x="49" y="36"/>
                  <a:pt x="48" y="36"/>
                </a:cubicBezTo>
                <a:cubicBezTo>
                  <a:pt x="2" y="36"/>
                  <a:pt x="2" y="36"/>
                  <a:pt x="2" y="36"/>
                </a:cubicBezTo>
                <a:cubicBezTo>
                  <a:pt x="1" y="36"/>
                  <a:pt x="0" y="35"/>
                  <a:pt x="0" y="34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28"/>
                  <a:pt x="1" y="27"/>
                  <a:pt x="2" y="27"/>
                </a:cubicBezTo>
                <a:cubicBezTo>
                  <a:pt x="48" y="27"/>
                  <a:pt x="48" y="27"/>
                  <a:pt x="48" y="27"/>
                </a:cubicBezTo>
                <a:cubicBezTo>
                  <a:pt x="49" y="27"/>
                  <a:pt x="50" y="28"/>
                  <a:pt x="50" y="29"/>
                </a:cubicBezTo>
                <a:lnTo>
                  <a:pt x="50" y="34"/>
                </a:lnTo>
                <a:close/>
                <a:moveTo>
                  <a:pt x="64" y="48"/>
                </a:moveTo>
                <a:cubicBezTo>
                  <a:pt x="64" y="49"/>
                  <a:pt x="63" y="50"/>
                  <a:pt x="61" y="50"/>
                </a:cubicBezTo>
                <a:cubicBezTo>
                  <a:pt x="2" y="50"/>
                  <a:pt x="2" y="50"/>
                  <a:pt x="2" y="50"/>
                </a:cubicBezTo>
                <a:cubicBezTo>
                  <a:pt x="1" y="50"/>
                  <a:pt x="0" y="49"/>
                  <a:pt x="0" y="48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2"/>
                  <a:pt x="1" y="41"/>
                  <a:pt x="2" y="41"/>
                </a:cubicBezTo>
                <a:cubicBezTo>
                  <a:pt x="61" y="41"/>
                  <a:pt x="61" y="41"/>
                  <a:pt x="61" y="41"/>
                </a:cubicBezTo>
                <a:cubicBezTo>
                  <a:pt x="63" y="41"/>
                  <a:pt x="64" y="42"/>
                  <a:pt x="64" y="43"/>
                </a:cubicBezTo>
                <a:lnTo>
                  <a:pt x="64" y="4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783920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83"/>
          <p:cNvSpPr>
            <a:spLocks noEditPoints="1"/>
          </p:cNvSpPr>
          <p:nvPr userDrawn="1"/>
        </p:nvSpPr>
        <p:spPr bwMode="auto">
          <a:xfrm>
            <a:off x="5569331" y="1498600"/>
            <a:ext cx="1053339" cy="1580008"/>
          </a:xfrm>
          <a:custGeom>
            <a:avLst/>
            <a:gdLst/>
            <a:ahLst/>
            <a:cxnLst>
              <a:cxn ang="0">
                <a:pos x="38" y="26"/>
              </a:cxn>
              <a:cxn ang="0">
                <a:pos x="24" y="55"/>
              </a:cxn>
              <a:cxn ang="0">
                <a:pos x="20" y="58"/>
              </a:cxn>
              <a:cxn ang="0">
                <a:pos x="16" y="55"/>
              </a:cxn>
              <a:cxn ang="0">
                <a:pos x="2" y="26"/>
              </a:cxn>
              <a:cxn ang="0">
                <a:pos x="0" y="19"/>
              </a:cxn>
              <a:cxn ang="0">
                <a:pos x="20" y="0"/>
              </a:cxn>
              <a:cxn ang="0">
                <a:pos x="39" y="19"/>
              </a:cxn>
              <a:cxn ang="0">
                <a:pos x="38" y="26"/>
              </a:cxn>
              <a:cxn ang="0">
                <a:pos x="20" y="9"/>
              </a:cxn>
              <a:cxn ang="0">
                <a:pos x="10" y="19"/>
              </a:cxn>
              <a:cxn ang="0">
                <a:pos x="20" y="29"/>
              </a:cxn>
              <a:cxn ang="0">
                <a:pos x="30" y="19"/>
              </a:cxn>
              <a:cxn ang="0">
                <a:pos x="20" y="9"/>
              </a:cxn>
            </a:cxnLst>
            <a:rect l="0" t="0" r="r" b="b"/>
            <a:pathLst>
              <a:path w="39" h="58">
                <a:moveTo>
                  <a:pt x="38" y="26"/>
                </a:moveTo>
                <a:cubicBezTo>
                  <a:pt x="24" y="55"/>
                  <a:pt x="24" y="55"/>
                  <a:pt x="24" y="55"/>
                </a:cubicBezTo>
                <a:cubicBezTo>
                  <a:pt x="23" y="57"/>
                  <a:pt x="22" y="58"/>
                  <a:pt x="20" y="58"/>
                </a:cubicBezTo>
                <a:cubicBezTo>
                  <a:pt x="18" y="58"/>
                  <a:pt x="16" y="57"/>
                  <a:pt x="16" y="55"/>
                </a:cubicBezTo>
                <a:cubicBezTo>
                  <a:pt x="2" y="26"/>
                  <a:pt x="2" y="26"/>
                  <a:pt x="2" y="26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8"/>
                  <a:pt x="9" y="0"/>
                  <a:pt x="20" y="0"/>
                </a:cubicBezTo>
                <a:cubicBezTo>
                  <a:pt x="31" y="0"/>
                  <a:pt x="39" y="8"/>
                  <a:pt x="39" y="19"/>
                </a:cubicBezTo>
                <a:cubicBezTo>
                  <a:pt x="39" y="21"/>
                  <a:pt x="39" y="24"/>
                  <a:pt x="38" y="26"/>
                </a:cubicBezTo>
                <a:close/>
                <a:moveTo>
                  <a:pt x="20" y="9"/>
                </a:moveTo>
                <a:cubicBezTo>
                  <a:pt x="15" y="9"/>
                  <a:pt x="10" y="14"/>
                  <a:pt x="10" y="19"/>
                </a:cubicBezTo>
                <a:cubicBezTo>
                  <a:pt x="10" y="24"/>
                  <a:pt x="15" y="29"/>
                  <a:pt x="20" y="29"/>
                </a:cubicBezTo>
                <a:cubicBezTo>
                  <a:pt x="25" y="29"/>
                  <a:pt x="30" y="24"/>
                  <a:pt x="30" y="19"/>
                </a:cubicBezTo>
                <a:cubicBezTo>
                  <a:pt x="30" y="14"/>
                  <a:pt x="25" y="9"/>
                  <a:pt x="20" y="9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55750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Conta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89"/>
          <p:cNvSpPr>
            <a:spLocks noEditPoints="1"/>
          </p:cNvSpPr>
          <p:nvPr userDrawn="1"/>
        </p:nvSpPr>
        <p:spPr bwMode="auto">
          <a:xfrm>
            <a:off x="5360224" y="1246248"/>
            <a:ext cx="1471555" cy="1471552"/>
          </a:xfrm>
          <a:custGeom>
            <a:avLst/>
            <a:gdLst/>
            <a:ahLst/>
            <a:cxnLst>
              <a:cxn ang="0">
                <a:pos x="68" y="3"/>
              </a:cxn>
              <a:cxn ang="0">
                <a:pos x="58" y="61"/>
              </a:cxn>
              <a:cxn ang="0">
                <a:pos x="57" y="63"/>
              </a:cxn>
              <a:cxn ang="0">
                <a:pos x="56" y="63"/>
              </a:cxn>
              <a:cxn ang="0">
                <a:pos x="55" y="63"/>
              </a:cxn>
              <a:cxn ang="0">
                <a:pos x="35" y="55"/>
              </a:cxn>
              <a:cxn ang="0">
                <a:pos x="23" y="67"/>
              </a:cxn>
              <a:cxn ang="0">
                <a:pos x="22" y="68"/>
              </a:cxn>
              <a:cxn ang="0">
                <a:pos x="21" y="68"/>
              </a:cxn>
              <a:cxn ang="0">
                <a:pos x="19" y="65"/>
              </a:cxn>
              <a:cxn ang="0">
                <a:pos x="19" y="48"/>
              </a:cxn>
              <a:cxn ang="0">
                <a:pos x="1" y="41"/>
              </a:cxn>
              <a:cxn ang="0">
                <a:pos x="0" y="39"/>
              </a:cxn>
              <a:cxn ang="0">
                <a:pos x="1" y="36"/>
              </a:cxn>
              <a:cxn ang="0">
                <a:pos x="64" y="0"/>
              </a:cxn>
              <a:cxn ang="0">
                <a:pos x="67" y="0"/>
              </a:cxn>
              <a:cxn ang="0">
                <a:pos x="68" y="3"/>
              </a:cxn>
              <a:cxn ang="0">
                <a:pos x="62" y="7"/>
              </a:cxn>
              <a:cxn ang="0">
                <a:pos x="8" y="38"/>
              </a:cxn>
              <a:cxn ang="0">
                <a:pos x="20" y="43"/>
              </a:cxn>
              <a:cxn ang="0">
                <a:pos x="53" y="19"/>
              </a:cxn>
              <a:cxn ang="0">
                <a:pos x="35" y="49"/>
              </a:cxn>
              <a:cxn ang="0">
                <a:pos x="54" y="57"/>
              </a:cxn>
              <a:cxn ang="0">
                <a:pos x="62" y="7"/>
              </a:cxn>
            </a:cxnLst>
            <a:rect l="0" t="0" r="r" b="b"/>
            <a:pathLst>
              <a:path w="68" h="68">
                <a:moveTo>
                  <a:pt x="68" y="3"/>
                </a:moveTo>
                <a:cubicBezTo>
                  <a:pt x="58" y="61"/>
                  <a:pt x="58" y="61"/>
                  <a:pt x="58" y="61"/>
                </a:cubicBezTo>
                <a:cubicBezTo>
                  <a:pt x="58" y="62"/>
                  <a:pt x="57" y="62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35" y="55"/>
                  <a:pt x="35" y="55"/>
                  <a:pt x="35" y="55"/>
                </a:cubicBezTo>
                <a:cubicBezTo>
                  <a:pt x="23" y="67"/>
                  <a:pt x="23" y="67"/>
                  <a:pt x="23" y="67"/>
                </a:cubicBezTo>
                <a:cubicBezTo>
                  <a:pt x="23" y="67"/>
                  <a:pt x="22" y="68"/>
                  <a:pt x="22" y="68"/>
                </a:cubicBezTo>
                <a:cubicBezTo>
                  <a:pt x="21" y="68"/>
                  <a:pt x="21" y="68"/>
                  <a:pt x="21" y="68"/>
                </a:cubicBezTo>
                <a:cubicBezTo>
                  <a:pt x="20" y="67"/>
                  <a:pt x="19" y="66"/>
                  <a:pt x="19" y="65"/>
                </a:cubicBezTo>
                <a:cubicBezTo>
                  <a:pt x="19" y="48"/>
                  <a:pt x="19" y="48"/>
                  <a:pt x="19" y="48"/>
                </a:cubicBezTo>
                <a:cubicBezTo>
                  <a:pt x="1" y="41"/>
                  <a:pt x="1" y="41"/>
                  <a:pt x="1" y="41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8"/>
                  <a:pt x="0" y="37"/>
                  <a:pt x="1" y="36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6" y="0"/>
                  <a:pt x="67" y="0"/>
                </a:cubicBezTo>
                <a:cubicBezTo>
                  <a:pt x="68" y="1"/>
                  <a:pt x="68" y="2"/>
                  <a:pt x="68" y="3"/>
                </a:cubicBezTo>
                <a:close/>
                <a:moveTo>
                  <a:pt x="62" y="7"/>
                </a:moveTo>
                <a:cubicBezTo>
                  <a:pt x="8" y="38"/>
                  <a:pt x="8" y="38"/>
                  <a:pt x="8" y="38"/>
                </a:cubicBezTo>
                <a:cubicBezTo>
                  <a:pt x="20" y="43"/>
                  <a:pt x="20" y="43"/>
                  <a:pt x="20" y="43"/>
                </a:cubicBezTo>
                <a:cubicBezTo>
                  <a:pt x="53" y="19"/>
                  <a:pt x="53" y="19"/>
                  <a:pt x="53" y="19"/>
                </a:cubicBezTo>
                <a:cubicBezTo>
                  <a:pt x="35" y="49"/>
                  <a:pt x="35" y="49"/>
                  <a:pt x="35" y="49"/>
                </a:cubicBezTo>
                <a:cubicBezTo>
                  <a:pt x="54" y="57"/>
                  <a:pt x="54" y="57"/>
                  <a:pt x="54" y="57"/>
                </a:cubicBezTo>
                <a:lnTo>
                  <a:pt x="62" y="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5828015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18827"/>
            <a:ext cx="5364480" cy="4511040"/>
          </a:xfrm>
        </p:spPr>
        <p:txBody>
          <a:bodyPr/>
          <a:lstStyle>
            <a:lvl1pPr>
              <a:defRPr sz="2400">
                <a:latin typeface="Bogle" charset="0"/>
                <a:ea typeface="Bogle" charset="0"/>
                <a:cs typeface="Bogle" charset="0"/>
              </a:defRPr>
            </a:lvl1pPr>
            <a:lvl2pPr>
              <a:defRPr sz="2400">
                <a:latin typeface="Bogle" charset="0"/>
                <a:ea typeface="Bogle" charset="0"/>
                <a:cs typeface="Bogle" charset="0"/>
              </a:defRPr>
            </a:lvl2pPr>
            <a:lvl3pPr>
              <a:defRPr sz="2133">
                <a:latin typeface="Bogle" charset="0"/>
                <a:ea typeface="Bogle" charset="0"/>
                <a:cs typeface="Bogle" charset="0"/>
              </a:defRPr>
            </a:lvl3pPr>
            <a:lvl4pPr>
              <a:defRPr sz="1867">
                <a:latin typeface="Bogle" charset="0"/>
                <a:ea typeface="Bogle" charset="0"/>
                <a:cs typeface="Bogle" charset="0"/>
              </a:defRPr>
            </a:lvl4pPr>
            <a:lvl5pPr>
              <a:defRPr sz="1867">
                <a:latin typeface="Bogle" charset="0"/>
                <a:ea typeface="Bogle" charset="0"/>
                <a:cs typeface="Bogle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18827"/>
            <a:ext cx="5364480" cy="4511040"/>
          </a:xfrm>
        </p:spPr>
        <p:txBody>
          <a:bodyPr/>
          <a:lstStyle>
            <a:lvl1pPr>
              <a:defRPr sz="2400">
                <a:latin typeface="Bogle" charset="0"/>
                <a:ea typeface="Bogle" charset="0"/>
                <a:cs typeface="Bogle" charset="0"/>
              </a:defRPr>
            </a:lvl1pPr>
            <a:lvl2pPr>
              <a:defRPr sz="2400">
                <a:latin typeface="Bogle" charset="0"/>
                <a:ea typeface="Bogle" charset="0"/>
                <a:cs typeface="Bogle" charset="0"/>
              </a:defRPr>
            </a:lvl2pPr>
            <a:lvl3pPr>
              <a:defRPr sz="2133">
                <a:latin typeface="Bogle" charset="0"/>
                <a:ea typeface="Bogle" charset="0"/>
                <a:cs typeface="Bogle" charset="0"/>
              </a:defRPr>
            </a:lvl3pPr>
            <a:lvl4pPr>
              <a:defRPr sz="1867">
                <a:latin typeface="Bogle" charset="0"/>
                <a:ea typeface="Bogle" charset="0"/>
                <a:cs typeface="Bogle" charset="0"/>
              </a:defRPr>
            </a:lvl4pPr>
            <a:lvl5pPr>
              <a:defRPr sz="1867">
                <a:latin typeface="Bogle" charset="0"/>
                <a:ea typeface="Bogle" charset="0"/>
                <a:cs typeface="Bogle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21453" y="1197864"/>
            <a:ext cx="5364480" cy="402336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09453" y="1197864"/>
            <a:ext cx="5364480" cy="402336"/>
          </a:xfr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8147177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3026157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2931329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91252"/>
            <a:ext cx="4011084" cy="943848"/>
          </a:xfrm>
        </p:spPr>
        <p:txBody>
          <a:bodyPr anchor="ctr"/>
          <a:lstStyle>
            <a:lvl1pPr algn="l">
              <a:defRPr sz="2667" b="1"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82601"/>
            <a:ext cx="6815667" cy="5643564"/>
          </a:xfrm>
        </p:spPr>
        <p:txBody>
          <a:bodyPr/>
          <a:lstStyle>
            <a:lvl1pPr marL="0" indent="0">
              <a:buNone/>
              <a:defRPr sz="4267">
                <a:latin typeface="Bogle" charset="0"/>
                <a:ea typeface="Bogle" charset="0"/>
                <a:cs typeface="Bogle" charset="0"/>
              </a:defRPr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3410327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64573"/>
            <a:ext cx="7315200" cy="502766"/>
          </a:xfrm>
        </p:spPr>
        <p:txBody>
          <a:bodyPr anchor="b"/>
          <a:lstStyle>
            <a:lvl1pPr algn="l">
              <a:defRPr sz="2667" b="1"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04520"/>
            <a:ext cx="7315200" cy="4145280"/>
          </a:xfrm>
        </p:spPr>
        <p:txBody>
          <a:bodyPr/>
          <a:lstStyle>
            <a:lvl1pPr marL="0" indent="0">
              <a:buNone/>
              <a:defRPr sz="42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4250584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EF332-27FC-0041-99C1-697F936F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40404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21B105-836F-4240-99C4-9C94064A6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40404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208938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D7D9-DE4A-EB44-A948-15530EFF9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69794-85F5-7E4B-AE1F-A68491841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43096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49DE6-FE4F-204B-8BC8-933D65853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87612-4E26-2446-928F-6FE282247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917669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6848-AFCE-E64B-81C5-2A272FA0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927D5-6B1B-5C45-A99A-5D170A1CB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9E8F1-8FC0-7043-9717-C6F81B6BA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890833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06A2-451B-8B48-A090-9FF6C8FC5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2339B-2E64-4345-BDC0-BB2C19DD7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81859-680F-504A-A71A-82A6EEDA9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136BA2-5963-FA4E-8C76-71FF773653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B2717A-C715-0440-A8F9-574C38855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0224301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D88FA-9303-4143-A431-7A4B4A0AC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9459323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23141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301302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731520" y="1949414"/>
            <a:ext cx="10728960" cy="666786"/>
          </a:xfrm>
          <a:solidFill>
            <a:schemeClr val="accent1">
              <a:alpha val="0"/>
            </a:schemeClr>
          </a:solidFill>
        </p:spPr>
        <p:txBody>
          <a:bodyPr anchor="b"/>
          <a:lstStyle>
            <a:lvl1pPr algn="ctr">
              <a:defRPr sz="3733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731520" y="3657603"/>
            <a:ext cx="10728960" cy="853440"/>
          </a:xfrm>
          <a:solidFill>
            <a:schemeClr val="accent1">
              <a:alpha val="0"/>
            </a:schemeClr>
          </a:solidFill>
        </p:spPr>
        <p:txBody>
          <a:bodyPr/>
          <a:lstStyle>
            <a:lvl1pPr marL="0" indent="0" algn="ctr">
              <a:buFont typeface="Times" pitchFamily="18" charset="0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731520" y="5095240"/>
            <a:ext cx="10728960" cy="365760"/>
          </a:xfrm>
        </p:spPr>
        <p:txBody>
          <a:bodyPr anchor="ctr"/>
          <a:lstStyle>
            <a:lvl1pPr marL="0" indent="0" algn="ctr">
              <a:buNone/>
              <a:defRPr sz="1600" baseline="0"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Click to add date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2595908"/>
            <a:ext cx="7315200" cy="1122843"/>
            <a:chOff x="3352800" y="5063780"/>
            <a:chExt cx="5486400" cy="842132"/>
          </a:xfrm>
        </p:grpSpPr>
        <p:grpSp>
          <p:nvGrpSpPr>
            <p:cNvPr id="15" name="Group 14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17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16" name="Picture 15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2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7980292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52155736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11040"/>
          </a:xfrm>
        </p:spPr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  <a:lvl2pPr>
              <a:defRPr>
                <a:latin typeface="Bogle" charset="0"/>
                <a:ea typeface="Bogle" charset="0"/>
                <a:cs typeface="Bogle" charset="0"/>
              </a:defRPr>
            </a:lvl2pPr>
            <a:lvl3pPr>
              <a:defRPr>
                <a:latin typeface="Bogle" charset="0"/>
                <a:ea typeface="Bogle" charset="0"/>
                <a:cs typeface="Bogle" charset="0"/>
              </a:defRPr>
            </a:lvl3pPr>
            <a:lvl4pPr>
              <a:defRPr>
                <a:latin typeface="Bogle" charset="0"/>
                <a:ea typeface="Bogle" charset="0"/>
                <a:cs typeface="Bogle" charset="0"/>
              </a:defRPr>
            </a:lvl4pPr>
            <a:lvl5pPr>
              <a:defRPr>
                <a:latin typeface="Bogle" charset="0"/>
                <a:ea typeface="Bogle" charset="0"/>
                <a:cs typeface="Bogle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227667"/>
            <a:ext cx="10972800" cy="365760"/>
          </a:xfrm>
          <a:solidFill>
            <a:schemeClr val="accent6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78003544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83200" y="81492"/>
            <a:ext cx="1828800" cy="2997200"/>
          </a:xfrm>
          <a:prstGeom prst="rect">
            <a:avLst/>
          </a:prstGeom>
        </p:spPr>
      </p:pic>
      <p:sp>
        <p:nvSpPr>
          <p:cNvPr id="1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34923879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5" name="object 17"/>
          <p:cNvSpPr/>
          <p:nvPr userDrawn="1"/>
        </p:nvSpPr>
        <p:spPr>
          <a:xfrm>
            <a:off x="5494693" y="496209"/>
            <a:ext cx="1422400" cy="2411647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FFC21F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97373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7" name="object 24"/>
          <p:cNvSpPr/>
          <p:nvPr userDrawn="1"/>
        </p:nvSpPr>
        <p:spPr>
          <a:xfrm>
            <a:off x="5486400" y="423029"/>
            <a:ext cx="1484616" cy="2517132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59"/>
                </a:lnTo>
                <a:lnTo>
                  <a:pt x="332191" y="42225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5BC678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71535448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8" name="object 31"/>
          <p:cNvSpPr/>
          <p:nvPr userDrawn="1"/>
        </p:nvSpPr>
        <p:spPr>
          <a:xfrm>
            <a:off x="5486400" y="442015"/>
            <a:ext cx="1484616" cy="2517132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0BAFF3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61307211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object 38"/>
          <p:cNvSpPr/>
          <p:nvPr userDrawn="1"/>
        </p:nvSpPr>
        <p:spPr>
          <a:xfrm>
            <a:off x="5465442" y="403160"/>
            <a:ext cx="1544959" cy="2619441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DA52D4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36679276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Freeform 101"/>
          <p:cNvSpPr>
            <a:spLocks noEditPoints="1"/>
          </p:cNvSpPr>
          <p:nvPr userDrawn="1"/>
        </p:nvSpPr>
        <p:spPr bwMode="auto">
          <a:xfrm>
            <a:off x="5283200" y="1294709"/>
            <a:ext cx="1625600" cy="1503955"/>
          </a:xfrm>
          <a:custGeom>
            <a:avLst/>
            <a:gdLst/>
            <a:ahLst/>
            <a:cxnLst>
              <a:cxn ang="0">
                <a:pos x="39" y="36"/>
              </a:cxn>
              <a:cxn ang="0">
                <a:pos x="41" y="44"/>
              </a:cxn>
              <a:cxn ang="0">
                <a:pos x="35" y="50"/>
              </a:cxn>
              <a:cxn ang="0">
                <a:pos x="27" y="53"/>
              </a:cxn>
              <a:cxn ang="0">
                <a:pos x="18" y="53"/>
              </a:cxn>
              <a:cxn ang="0">
                <a:pos x="11" y="50"/>
              </a:cxn>
              <a:cxn ang="0">
                <a:pos x="4" y="44"/>
              </a:cxn>
              <a:cxn ang="0">
                <a:pos x="6" y="36"/>
              </a:cxn>
              <a:cxn ang="0">
                <a:pos x="0" y="28"/>
              </a:cxn>
              <a:cxn ang="0">
                <a:pos x="7" y="23"/>
              </a:cxn>
              <a:cxn ang="0">
                <a:pos x="4" y="18"/>
              </a:cxn>
              <a:cxn ang="0">
                <a:pos x="15" y="16"/>
              </a:cxn>
              <a:cxn ang="0">
                <a:pos x="19" y="8"/>
              </a:cxn>
              <a:cxn ang="0">
                <a:pos x="28" y="15"/>
              </a:cxn>
              <a:cxn ang="0">
                <a:pos x="35" y="12"/>
              </a:cxn>
              <a:cxn ang="0">
                <a:pos x="41" y="19"/>
              </a:cxn>
              <a:cxn ang="0">
                <a:pos x="45" y="27"/>
              </a:cxn>
              <a:cxn ang="0">
                <a:pos x="23" y="22"/>
              </a:cxn>
              <a:cxn ang="0">
                <a:pos x="32" y="31"/>
              </a:cxn>
              <a:cxn ang="0">
                <a:pos x="63" y="16"/>
              </a:cxn>
              <a:cxn ang="0">
                <a:pos x="64" y="24"/>
              </a:cxn>
              <a:cxn ang="0">
                <a:pos x="55" y="22"/>
              </a:cxn>
              <a:cxn ang="0">
                <a:pos x="46" y="24"/>
              </a:cxn>
              <a:cxn ang="0">
                <a:pos x="46" y="16"/>
              </a:cxn>
              <a:cxn ang="0">
                <a:pos x="46" y="9"/>
              </a:cxn>
              <a:cxn ang="0">
                <a:pos x="46" y="2"/>
              </a:cxn>
              <a:cxn ang="0">
                <a:pos x="55" y="4"/>
              </a:cxn>
              <a:cxn ang="0">
                <a:pos x="59" y="0"/>
              </a:cxn>
              <a:cxn ang="0">
                <a:pos x="62" y="7"/>
              </a:cxn>
              <a:cxn ang="0">
                <a:pos x="68" y="15"/>
              </a:cxn>
              <a:cxn ang="0">
                <a:pos x="62" y="55"/>
              </a:cxn>
              <a:cxn ang="0">
                <a:pos x="59" y="63"/>
              </a:cxn>
              <a:cxn ang="0">
                <a:pos x="54" y="59"/>
              </a:cxn>
              <a:cxn ang="0">
                <a:pos x="45" y="60"/>
              </a:cxn>
              <a:cxn ang="0">
                <a:pos x="41" y="52"/>
              </a:cxn>
              <a:cxn ang="0">
                <a:pos x="47" y="44"/>
              </a:cxn>
              <a:cxn ang="0">
                <a:pos x="50" y="36"/>
              </a:cxn>
              <a:cxn ang="0">
                <a:pos x="56" y="40"/>
              </a:cxn>
              <a:cxn ang="0">
                <a:pos x="64" y="39"/>
              </a:cxn>
              <a:cxn ang="0">
                <a:pos x="63" y="46"/>
              </a:cxn>
              <a:cxn ang="0">
                <a:pos x="55" y="8"/>
              </a:cxn>
              <a:cxn ang="0">
                <a:pos x="59" y="13"/>
              </a:cxn>
              <a:cxn ang="0">
                <a:pos x="50" y="49"/>
              </a:cxn>
              <a:cxn ang="0">
                <a:pos x="55" y="45"/>
              </a:cxn>
            </a:cxnLst>
            <a:rect l="0" t="0" r="r" b="b"/>
            <a:pathLst>
              <a:path w="68" h="63">
                <a:moveTo>
                  <a:pt x="45" y="35"/>
                </a:moveTo>
                <a:cubicBezTo>
                  <a:pt x="45" y="35"/>
                  <a:pt x="45" y="36"/>
                  <a:pt x="45" y="36"/>
                </a:cubicBezTo>
                <a:cubicBezTo>
                  <a:pt x="39" y="36"/>
                  <a:pt x="39" y="36"/>
                  <a:pt x="39" y="36"/>
                </a:cubicBezTo>
                <a:cubicBezTo>
                  <a:pt x="39" y="37"/>
                  <a:pt x="38" y="38"/>
                  <a:pt x="38" y="39"/>
                </a:cubicBezTo>
                <a:cubicBezTo>
                  <a:pt x="39" y="41"/>
                  <a:pt x="40" y="42"/>
                  <a:pt x="41" y="43"/>
                </a:cubicBezTo>
                <a:cubicBezTo>
                  <a:pt x="41" y="43"/>
                  <a:pt x="41" y="44"/>
                  <a:pt x="41" y="44"/>
                </a:cubicBezTo>
                <a:cubicBezTo>
                  <a:pt x="41" y="44"/>
                  <a:pt x="41" y="44"/>
                  <a:pt x="41" y="45"/>
                </a:cubicBezTo>
                <a:cubicBezTo>
                  <a:pt x="40" y="46"/>
                  <a:pt x="36" y="50"/>
                  <a:pt x="35" y="50"/>
                </a:cubicBezTo>
                <a:cubicBezTo>
                  <a:pt x="35" y="50"/>
                  <a:pt x="35" y="50"/>
                  <a:pt x="35" y="50"/>
                </a:cubicBezTo>
                <a:cubicBezTo>
                  <a:pt x="31" y="47"/>
                  <a:pt x="31" y="47"/>
                  <a:pt x="31" y="47"/>
                </a:cubicBezTo>
                <a:cubicBezTo>
                  <a:pt x="30" y="47"/>
                  <a:pt x="29" y="47"/>
                  <a:pt x="28" y="48"/>
                </a:cubicBezTo>
                <a:cubicBezTo>
                  <a:pt x="28" y="49"/>
                  <a:pt x="27" y="51"/>
                  <a:pt x="27" y="53"/>
                </a:cubicBezTo>
                <a:cubicBezTo>
                  <a:pt x="27" y="54"/>
                  <a:pt x="26" y="54"/>
                  <a:pt x="26" y="54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4"/>
                  <a:pt x="18" y="54"/>
                  <a:pt x="18" y="53"/>
                </a:cubicBezTo>
                <a:cubicBezTo>
                  <a:pt x="17" y="48"/>
                  <a:pt x="17" y="48"/>
                  <a:pt x="17" y="48"/>
                </a:cubicBezTo>
                <a:cubicBezTo>
                  <a:pt x="16" y="47"/>
                  <a:pt x="16" y="47"/>
                  <a:pt x="15" y="47"/>
                </a:cubicBezTo>
                <a:cubicBezTo>
                  <a:pt x="11" y="50"/>
                  <a:pt x="11" y="50"/>
                  <a:pt x="11" y="50"/>
                </a:cubicBezTo>
                <a:cubicBezTo>
                  <a:pt x="10" y="50"/>
                  <a:pt x="10" y="50"/>
                  <a:pt x="10" y="50"/>
                </a:cubicBezTo>
                <a:cubicBezTo>
                  <a:pt x="10" y="50"/>
                  <a:pt x="9" y="50"/>
                  <a:pt x="9" y="50"/>
                </a:cubicBezTo>
                <a:cubicBezTo>
                  <a:pt x="8" y="49"/>
                  <a:pt x="4" y="45"/>
                  <a:pt x="4" y="44"/>
                </a:cubicBezTo>
                <a:cubicBezTo>
                  <a:pt x="4" y="44"/>
                  <a:pt x="4" y="44"/>
                  <a:pt x="4" y="43"/>
                </a:cubicBezTo>
                <a:cubicBezTo>
                  <a:pt x="5" y="42"/>
                  <a:pt x="6" y="41"/>
                  <a:pt x="7" y="39"/>
                </a:cubicBezTo>
                <a:cubicBezTo>
                  <a:pt x="7" y="38"/>
                  <a:pt x="6" y="37"/>
                  <a:pt x="6" y="36"/>
                </a:cubicBezTo>
                <a:cubicBezTo>
                  <a:pt x="1" y="35"/>
                  <a:pt x="1" y="35"/>
                  <a:pt x="1" y="35"/>
                </a:cubicBezTo>
                <a:cubicBezTo>
                  <a:pt x="0" y="35"/>
                  <a:pt x="0" y="35"/>
                  <a:pt x="0" y="34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7"/>
                  <a:pt x="0" y="27"/>
                  <a:pt x="1" y="27"/>
                </a:cubicBezTo>
                <a:cubicBezTo>
                  <a:pt x="6" y="26"/>
                  <a:pt x="6" y="26"/>
                  <a:pt x="6" y="26"/>
                </a:cubicBezTo>
                <a:cubicBezTo>
                  <a:pt x="6" y="25"/>
                  <a:pt x="7" y="24"/>
                  <a:pt x="7" y="23"/>
                </a:cubicBezTo>
                <a:cubicBezTo>
                  <a:pt x="6" y="22"/>
                  <a:pt x="5" y="20"/>
                  <a:pt x="4" y="19"/>
                </a:cubicBezTo>
                <a:cubicBezTo>
                  <a:pt x="4" y="19"/>
                  <a:pt x="4" y="19"/>
                  <a:pt x="4" y="18"/>
                </a:cubicBezTo>
                <a:cubicBezTo>
                  <a:pt x="4" y="18"/>
                  <a:pt x="4" y="18"/>
                  <a:pt x="4" y="18"/>
                </a:cubicBezTo>
                <a:cubicBezTo>
                  <a:pt x="5" y="17"/>
                  <a:pt x="9" y="12"/>
                  <a:pt x="10" y="12"/>
                </a:cubicBezTo>
                <a:cubicBezTo>
                  <a:pt x="10" y="12"/>
                  <a:pt x="10" y="12"/>
                  <a:pt x="11" y="13"/>
                </a:cubicBezTo>
                <a:cubicBezTo>
                  <a:pt x="15" y="16"/>
                  <a:pt x="15" y="16"/>
                  <a:pt x="15" y="16"/>
                </a:cubicBezTo>
                <a:cubicBezTo>
                  <a:pt x="16" y="15"/>
                  <a:pt x="16" y="15"/>
                  <a:pt x="17" y="15"/>
                </a:cubicBezTo>
                <a:cubicBezTo>
                  <a:pt x="18" y="13"/>
                  <a:pt x="18" y="11"/>
                  <a:pt x="18" y="9"/>
                </a:cubicBezTo>
                <a:cubicBezTo>
                  <a:pt x="18" y="9"/>
                  <a:pt x="19" y="8"/>
                  <a:pt x="19" y="8"/>
                </a:cubicBezTo>
                <a:cubicBezTo>
                  <a:pt x="26" y="8"/>
                  <a:pt x="26" y="8"/>
                  <a:pt x="26" y="8"/>
                </a:cubicBezTo>
                <a:cubicBezTo>
                  <a:pt x="26" y="8"/>
                  <a:pt x="27" y="9"/>
                  <a:pt x="27" y="9"/>
                </a:cubicBezTo>
                <a:cubicBezTo>
                  <a:pt x="28" y="15"/>
                  <a:pt x="28" y="15"/>
                  <a:pt x="28" y="15"/>
                </a:cubicBezTo>
                <a:cubicBezTo>
                  <a:pt x="29" y="15"/>
                  <a:pt x="30" y="15"/>
                  <a:pt x="31" y="16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2"/>
                  <a:pt x="35" y="12"/>
                  <a:pt x="35" y="12"/>
                </a:cubicBezTo>
                <a:cubicBezTo>
                  <a:pt x="36" y="12"/>
                  <a:pt x="36" y="12"/>
                  <a:pt x="36" y="13"/>
                </a:cubicBezTo>
                <a:cubicBezTo>
                  <a:pt x="37" y="13"/>
                  <a:pt x="41" y="17"/>
                  <a:pt x="41" y="18"/>
                </a:cubicBezTo>
                <a:cubicBezTo>
                  <a:pt x="41" y="19"/>
                  <a:pt x="41" y="19"/>
                  <a:pt x="41" y="19"/>
                </a:cubicBezTo>
                <a:cubicBezTo>
                  <a:pt x="40" y="20"/>
                  <a:pt x="39" y="22"/>
                  <a:pt x="38" y="23"/>
                </a:cubicBezTo>
                <a:cubicBezTo>
                  <a:pt x="38" y="24"/>
                  <a:pt x="39" y="25"/>
                  <a:pt x="39" y="26"/>
                </a:cubicBezTo>
                <a:cubicBezTo>
                  <a:pt x="45" y="27"/>
                  <a:pt x="45" y="27"/>
                  <a:pt x="45" y="27"/>
                </a:cubicBezTo>
                <a:cubicBezTo>
                  <a:pt x="45" y="27"/>
                  <a:pt x="45" y="27"/>
                  <a:pt x="45" y="28"/>
                </a:cubicBezTo>
                <a:lnTo>
                  <a:pt x="45" y="35"/>
                </a:lnTo>
                <a:close/>
                <a:moveTo>
                  <a:pt x="23" y="22"/>
                </a:moveTo>
                <a:cubicBezTo>
                  <a:pt x="18" y="22"/>
                  <a:pt x="13" y="26"/>
                  <a:pt x="13" y="31"/>
                </a:cubicBezTo>
                <a:cubicBezTo>
                  <a:pt x="13" y="36"/>
                  <a:pt x="18" y="40"/>
                  <a:pt x="23" y="40"/>
                </a:cubicBezTo>
                <a:cubicBezTo>
                  <a:pt x="28" y="40"/>
                  <a:pt x="32" y="36"/>
                  <a:pt x="32" y="31"/>
                </a:cubicBezTo>
                <a:cubicBezTo>
                  <a:pt x="32" y="26"/>
                  <a:pt x="28" y="22"/>
                  <a:pt x="23" y="22"/>
                </a:cubicBezTo>
                <a:close/>
                <a:moveTo>
                  <a:pt x="68" y="15"/>
                </a:moveTo>
                <a:cubicBezTo>
                  <a:pt x="68" y="16"/>
                  <a:pt x="64" y="16"/>
                  <a:pt x="63" y="16"/>
                </a:cubicBezTo>
                <a:cubicBezTo>
                  <a:pt x="63" y="17"/>
                  <a:pt x="62" y="18"/>
                  <a:pt x="62" y="18"/>
                </a:cubicBezTo>
                <a:cubicBezTo>
                  <a:pt x="62" y="19"/>
                  <a:pt x="64" y="23"/>
                  <a:pt x="64" y="23"/>
                </a:cubicBezTo>
                <a:cubicBezTo>
                  <a:pt x="64" y="23"/>
                  <a:pt x="64" y="23"/>
                  <a:pt x="64" y="24"/>
                </a:cubicBezTo>
                <a:cubicBezTo>
                  <a:pt x="63" y="24"/>
                  <a:pt x="59" y="26"/>
                  <a:pt x="59" y="26"/>
                </a:cubicBezTo>
                <a:cubicBezTo>
                  <a:pt x="59" y="26"/>
                  <a:pt x="56" y="22"/>
                  <a:pt x="56" y="22"/>
                </a:cubicBezTo>
                <a:cubicBezTo>
                  <a:pt x="55" y="22"/>
                  <a:pt x="55" y="22"/>
                  <a:pt x="55" y="22"/>
                </a:cubicBezTo>
                <a:cubicBezTo>
                  <a:pt x="54" y="22"/>
                  <a:pt x="54" y="22"/>
                  <a:pt x="54" y="22"/>
                </a:cubicBezTo>
                <a:cubicBezTo>
                  <a:pt x="53" y="22"/>
                  <a:pt x="50" y="26"/>
                  <a:pt x="50" y="26"/>
                </a:cubicBezTo>
                <a:cubicBezTo>
                  <a:pt x="50" y="26"/>
                  <a:pt x="46" y="24"/>
                  <a:pt x="46" y="24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7" y="19"/>
                  <a:pt x="47" y="18"/>
                </a:cubicBezTo>
                <a:cubicBezTo>
                  <a:pt x="47" y="18"/>
                  <a:pt x="46" y="17"/>
                  <a:pt x="46" y="16"/>
                </a:cubicBezTo>
                <a:cubicBezTo>
                  <a:pt x="45" y="16"/>
                  <a:pt x="41" y="16"/>
                  <a:pt x="41" y="15"/>
                </a:cubicBezTo>
                <a:cubicBezTo>
                  <a:pt x="41" y="10"/>
                  <a:pt x="41" y="10"/>
                  <a:pt x="41" y="10"/>
                </a:cubicBezTo>
                <a:cubicBezTo>
                  <a:pt x="41" y="10"/>
                  <a:pt x="45" y="9"/>
                  <a:pt x="46" y="9"/>
                </a:cubicBezTo>
                <a:cubicBezTo>
                  <a:pt x="46" y="9"/>
                  <a:pt x="47" y="8"/>
                  <a:pt x="47" y="7"/>
                </a:cubicBezTo>
                <a:cubicBezTo>
                  <a:pt x="47" y="7"/>
                  <a:pt x="45" y="3"/>
                  <a:pt x="45" y="2"/>
                </a:cubicBezTo>
                <a:cubicBezTo>
                  <a:pt x="45" y="2"/>
                  <a:pt x="45" y="2"/>
                  <a:pt x="46" y="2"/>
                </a:cubicBezTo>
                <a:cubicBezTo>
                  <a:pt x="46" y="2"/>
                  <a:pt x="50" y="0"/>
                  <a:pt x="50" y="0"/>
                </a:cubicBezTo>
                <a:cubicBezTo>
                  <a:pt x="50" y="0"/>
                  <a:pt x="53" y="3"/>
                  <a:pt x="54" y="4"/>
                </a:cubicBezTo>
                <a:cubicBezTo>
                  <a:pt x="54" y="4"/>
                  <a:pt x="54" y="4"/>
                  <a:pt x="55" y="4"/>
                </a:cubicBezTo>
                <a:cubicBezTo>
                  <a:pt x="55" y="4"/>
                  <a:pt x="55" y="4"/>
                  <a:pt x="56" y="4"/>
                </a:cubicBezTo>
                <a:cubicBezTo>
                  <a:pt x="57" y="2"/>
                  <a:pt x="58" y="1"/>
                  <a:pt x="59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59" y="0"/>
                  <a:pt x="63" y="2"/>
                  <a:pt x="64" y="2"/>
                </a:cubicBezTo>
                <a:cubicBezTo>
                  <a:pt x="64" y="2"/>
                  <a:pt x="64" y="2"/>
                  <a:pt x="64" y="2"/>
                </a:cubicBezTo>
                <a:cubicBezTo>
                  <a:pt x="64" y="3"/>
                  <a:pt x="62" y="7"/>
                  <a:pt x="62" y="7"/>
                </a:cubicBezTo>
                <a:cubicBezTo>
                  <a:pt x="62" y="8"/>
                  <a:pt x="63" y="9"/>
                  <a:pt x="63" y="9"/>
                </a:cubicBezTo>
                <a:cubicBezTo>
                  <a:pt x="64" y="9"/>
                  <a:pt x="68" y="10"/>
                  <a:pt x="68" y="10"/>
                </a:cubicBezTo>
                <a:lnTo>
                  <a:pt x="68" y="15"/>
                </a:lnTo>
                <a:close/>
                <a:moveTo>
                  <a:pt x="68" y="52"/>
                </a:moveTo>
                <a:cubicBezTo>
                  <a:pt x="68" y="52"/>
                  <a:pt x="64" y="53"/>
                  <a:pt x="63" y="53"/>
                </a:cubicBezTo>
                <a:cubicBezTo>
                  <a:pt x="63" y="54"/>
                  <a:pt x="62" y="54"/>
                  <a:pt x="62" y="55"/>
                </a:cubicBezTo>
                <a:cubicBezTo>
                  <a:pt x="62" y="56"/>
                  <a:pt x="64" y="59"/>
                  <a:pt x="64" y="60"/>
                </a:cubicBezTo>
                <a:cubicBezTo>
                  <a:pt x="64" y="60"/>
                  <a:pt x="64" y="60"/>
                  <a:pt x="64" y="60"/>
                </a:cubicBezTo>
                <a:cubicBezTo>
                  <a:pt x="63" y="60"/>
                  <a:pt x="59" y="63"/>
                  <a:pt x="59" y="63"/>
                </a:cubicBezTo>
                <a:cubicBezTo>
                  <a:pt x="59" y="63"/>
                  <a:pt x="56" y="59"/>
                  <a:pt x="56" y="59"/>
                </a:cubicBezTo>
                <a:cubicBezTo>
                  <a:pt x="55" y="59"/>
                  <a:pt x="55" y="59"/>
                  <a:pt x="55" y="59"/>
                </a:cubicBezTo>
                <a:cubicBezTo>
                  <a:pt x="54" y="59"/>
                  <a:pt x="54" y="59"/>
                  <a:pt x="54" y="59"/>
                </a:cubicBezTo>
                <a:cubicBezTo>
                  <a:pt x="53" y="59"/>
                  <a:pt x="50" y="63"/>
                  <a:pt x="50" y="63"/>
                </a:cubicBezTo>
                <a:cubicBezTo>
                  <a:pt x="50" y="63"/>
                  <a:pt x="46" y="60"/>
                  <a:pt x="46" y="60"/>
                </a:cubicBezTo>
                <a:cubicBezTo>
                  <a:pt x="45" y="60"/>
                  <a:pt x="45" y="60"/>
                  <a:pt x="45" y="60"/>
                </a:cubicBezTo>
                <a:cubicBezTo>
                  <a:pt x="45" y="59"/>
                  <a:pt x="47" y="56"/>
                  <a:pt x="47" y="55"/>
                </a:cubicBezTo>
                <a:cubicBezTo>
                  <a:pt x="47" y="54"/>
                  <a:pt x="46" y="54"/>
                  <a:pt x="46" y="53"/>
                </a:cubicBezTo>
                <a:cubicBezTo>
                  <a:pt x="45" y="53"/>
                  <a:pt x="41" y="52"/>
                  <a:pt x="41" y="52"/>
                </a:cubicBezTo>
                <a:cubicBezTo>
                  <a:pt x="41" y="47"/>
                  <a:pt x="41" y="47"/>
                  <a:pt x="41" y="47"/>
                </a:cubicBezTo>
                <a:cubicBezTo>
                  <a:pt x="41" y="46"/>
                  <a:pt x="45" y="46"/>
                  <a:pt x="46" y="46"/>
                </a:cubicBezTo>
                <a:cubicBezTo>
                  <a:pt x="46" y="45"/>
                  <a:pt x="47" y="45"/>
                  <a:pt x="47" y="44"/>
                </a:cubicBezTo>
                <a:cubicBezTo>
                  <a:pt x="47" y="43"/>
                  <a:pt x="45" y="40"/>
                  <a:pt x="45" y="39"/>
                </a:cubicBezTo>
                <a:cubicBezTo>
                  <a:pt x="45" y="39"/>
                  <a:pt x="45" y="39"/>
                  <a:pt x="46" y="39"/>
                </a:cubicBezTo>
                <a:cubicBezTo>
                  <a:pt x="46" y="39"/>
                  <a:pt x="50" y="36"/>
                  <a:pt x="50" y="36"/>
                </a:cubicBezTo>
                <a:cubicBezTo>
                  <a:pt x="50" y="36"/>
                  <a:pt x="53" y="40"/>
                  <a:pt x="54" y="40"/>
                </a:cubicBezTo>
                <a:cubicBezTo>
                  <a:pt x="54" y="40"/>
                  <a:pt x="54" y="40"/>
                  <a:pt x="55" y="40"/>
                </a:cubicBezTo>
                <a:cubicBezTo>
                  <a:pt x="55" y="40"/>
                  <a:pt x="55" y="40"/>
                  <a:pt x="56" y="40"/>
                </a:cubicBezTo>
                <a:cubicBezTo>
                  <a:pt x="57" y="39"/>
                  <a:pt x="58" y="38"/>
                  <a:pt x="59" y="36"/>
                </a:cubicBezTo>
                <a:cubicBezTo>
                  <a:pt x="59" y="36"/>
                  <a:pt x="59" y="36"/>
                  <a:pt x="59" y="36"/>
                </a:cubicBezTo>
                <a:cubicBezTo>
                  <a:pt x="59" y="36"/>
                  <a:pt x="63" y="39"/>
                  <a:pt x="64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4" y="40"/>
                  <a:pt x="62" y="43"/>
                  <a:pt x="62" y="44"/>
                </a:cubicBezTo>
                <a:cubicBezTo>
                  <a:pt x="62" y="45"/>
                  <a:pt x="63" y="45"/>
                  <a:pt x="63" y="46"/>
                </a:cubicBezTo>
                <a:cubicBezTo>
                  <a:pt x="64" y="46"/>
                  <a:pt x="68" y="46"/>
                  <a:pt x="68" y="47"/>
                </a:cubicBezTo>
                <a:lnTo>
                  <a:pt x="68" y="52"/>
                </a:lnTo>
                <a:close/>
                <a:moveTo>
                  <a:pt x="55" y="8"/>
                </a:moveTo>
                <a:cubicBezTo>
                  <a:pt x="52" y="8"/>
                  <a:pt x="50" y="10"/>
                  <a:pt x="50" y="13"/>
                </a:cubicBezTo>
                <a:cubicBezTo>
                  <a:pt x="50" y="15"/>
                  <a:pt x="52" y="17"/>
                  <a:pt x="55" y="17"/>
                </a:cubicBezTo>
                <a:cubicBezTo>
                  <a:pt x="57" y="17"/>
                  <a:pt x="59" y="15"/>
                  <a:pt x="59" y="13"/>
                </a:cubicBezTo>
                <a:cubicBezTo>
                  <a:pt x="59" y="10"/>
                  <a:pt x="57" y="8"/>
                  <a:pt x="55" y="8"/>
                </a:cubicBezTo>
                <a:close/>
                <a:moveTo>
                  <a:pt x="55" y="45"/>
                </a:moveTo>
                <a:cubicBezTo>
                  <a:pt x="52" y="45"/>
                  <a:pt x="50" y="47"/>
                  <a:pt x="50" y="49"/>
                </a:cubicBezTo>
                <a:cubicBezTo>
                  <a:pt x="50" y="52"/>
                  <a:pt x="52" y="54"/>
                  <a:pt x="55" y="54"/>
                </a:cubicBezTo>
                <a:cubicBezTo>
                  <a:pt x="57" y="54"/>
                  <a:pt x="59" y="52"/>
                  <a:pt x="59" y="49"/>
                </a:cubicBezTo>
                <a:cubicBezTo>
                  <a:pt x="59" y="47"/>
                  <a:pt x="57" y="45"/>
                  <a:pt x="55" y="4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5" name="Group 14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99465697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tri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5"/>
          <p:cNvSpPr>
            <a:spLocks noEditPoints="1"/>
          </p:cNvSpPr>
          <p:nvPr userDrawn="1"/>
        </p:nvSpPr>
        <p:spPr bwMode="auto">
          <a:xfrm>
            <a:off x="5273189" y="1318685"/>
            <a:ext cx="1645625" cy="1297516"/>
          </a:xfrm>
          <a:custGeom>
            <a:avLst/>
            <a:gdLst/>
            <a:ahLst/>
            <a:cxnLst>
              <a:cxn ang="0">
                <a:pos x="17" y="16"/>
              </a:cxn>
              <a:cxn ang="0">
                <a:pos x="0" y="12"/>
              </a:cxn>
              <a:cxn ang="0">
                <a:pos x="4" y="0"/>
              </a:cxn>
              <a:cxn ang="0">
                <a:pos x="21" y="4"/>
              </a:cxn>
              <a:cxn ang="0">
                <a:pos x="21" y="33"/>
              </a:cxn>
              <a:cxn ang="0">
                <a:pos x="4" y="36"/>
              </a:cxn>
              <a:cxn ang="0">
                <a:pos x="0" y="25"/>
              </a:cxn>
              <a:cxn ang="0">
                <a:pos x="17" y="21"/>
              </a:cxn>
              <a:cxn ang="0">
                <a:pos x="21" y="33"/>
              </a:cxn>
              <a:cxn ang="0">
                <a:pos x="17" y="57"/>
              </a:cxn>
              <a:cxn ang="0">
                <a:pos x="0" y="53"/>
              </a:cxn>
              <a:cxn ang="0">
                <a:pos x="4" y="42"/>
              </a:cxn>
              <a:cxn ang="0">
                <a:pos x="21" y="45"/>
              </a:cxn>
              <a:cxn ang="0">
                <a:pos x="47" y="12"/>
              </a:cxn>
              <a:cxn ang="0">
                <a:pos x="30" y="16"/>
              </a:cxn>
              <a:cxn ang="0">
                <a:pos x="26" y="4"/>
              </a:cxn>
              <a:cxn ang="0">
                <a:pos x="43" y="0"/>
              </a:cxn>
              <a:cxn ang="0">
                <a:pos x="47" y="12"/>
              </a:cxn>
              <a:cxn ang="0">
                <a:pos x="43" y="36"/>
              </a:cxn>
              <a:cxn ang="0">
                <a:pos x="26" y="33"/>
              </a:cxn>
              <a:cxn ang="0">
                <a:pos x="30" y="21"/>
              </a:cxn>
              <a:cxn ang="0">
                <a:pos x="47" y="25"/>
              </a:cxn>
              <a:cxn ang="0">
                <a:pos x="47" y="53"/>
              </a:cxn>
              <a:cxn ang="0">
                <a:pos x="30" y="57"/>
              </a:cxn>
              <a:cxn ang="0">
                <a:pos x="26" y="45"/>
              </a:cxn>
              <a:cxn ang="0">
                <a:pos x="43" y="42"/>
              </a:cxn>
              <a:cxn ang="0">
                <a:pos x="47" y="53"/>
              </a:cxn>
              <a:cxn ang="0">
                <a:pos x="69" y="16"/>
              </a:cxn>
              <a:cxn ang="0">
                <a:pos x="52" y="12"/>
              </a:cxn>
              <a:cxn ang="0">
                <a:pos x="56" y="0"/>
              </a:cxn>
              <a:cxn ang="0">
                <a:pos x="72" y="4"/>
              </a:cxn>
              <a:cxn ang="0">
                <a:pos x="72" y="33"/>
              </a:cxn>
              <a:cxn ang="0">
                <a:pos x="56" y="36"/>
              </a:cxn>
              <a:cxn ang="0">
                <a:pos x="52" y="25"/>
              </a:cxn>
              <a:cxn ang="0">
                <a:pos x="69" y="21"/>
              </a:cxn>
              <a:cxn ang="0">
                <a:pos x="72" y="33"/>
              </a:cxn>
              <a:cxn ang="0">
                <a:pos x="69" y="57"/>
              </a:cxn>
              <a:cxn ang="0">
                <a:pos x="52" y="53"/>
              </a:cxn>
              <a:cxn ang="0">
                <a:pos x="56" y="42"/>
              </a:cxn>
              <a:cxn ang="0">
                <a:pos x="72" y="45"/>
              </a:cxn>
            </a:cxnLst>
            <a:rect l="0" t="0" r="r" b="b"/>
            <a:pathLst>
              <a:path w="72" h="57">
                <a:moveTo>
                  <a:pt x="21" y="12"/>
                </a:moveTo>
                <a:cubicBezTo>
                  <a:pt x="21" y="14"/>
                  <a:pt x="19" y="16"/>
                  <a:pt x="17" y="16"/>
                </a:cubicBezTo>
                <a:cubicBezTo>
                  <a:pt x="4" y="16"/>
                  <a:pt x="4" y="16"/>
                  <a:pt x="4" y="16"/>
                </a:cubicBezTo>
                <a:cubicBezTo>
                  <a:pt x="2" y="16"/>
                  <a:pt x="0" y="14"/>
                  <a:pt x="0" y="12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9" y="0"/>
                  <a:pt x="21" y="2"/>
                  <a:pt x="21" y="4"/>
                </a:cubicBezTo>
                <a:lnTo>
                  <a:pt x="21" y="12"/>
                </a:lnTo>
                <a:close/>
                <a:moveTo>
                  <a:pt x="21" y="33"/>
                </a:moveTo>
                <a:cubicBezTo>
                  <a:pt x="21" y="35"/>
                  <a:pt x="19" y="36"/>
                  <a:pt x="17" y="36"/>
                </a:cubicBezTo>
                <a:cubicBezTo>
                  <a:pt x="4" y="36"/>
                  <a:pt x="4" y="36"/>
                  <a:pt x="4" y="36"/>
                </a:cubicBezTo>
                <a:cubicBezTo>
                  <a:pt x="2" y="36"/>
                  <a:pt x="0" y="35"/>
                  <a:pt x="0" y="3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3"/>
                  <a:pt x="2" y="21"/>
                  <a:pt x="4" y="21"/>
                </a:cubicBezTo>
                <a:cubicBezTo>
                  <a:pt x="17" y="21"/>
                  <a:pt x="17" y="21"/>
                  <a:pt x="17" y="21"/>
                </a:cubicBezTo>
                <a:cubicBezTo>
                  <a:pt x="19" y="21"/>
                  <a:pt x="21" y="23"/>
                  <a:pt x="21" y="25"/>
                </a:cubicBezTo>
                <a:lnTo>
                  <a:pt x="21" y="33"/>
                </a:lnTo>
                <a:close/>
                <a:moveTo>
                  <a:pt x="21" y="53"/>
                </a:moveTo>
                <a:cubicBezTo>
                  <a:pt x="21" y="55"/>
                  <a:pt x="19" y="57"/>
                  <a:pt x="17" y="57"/>
                </a:cubicBezTo>
                <a:cubicBezTo>
                  <a:pt x="4" y="57"/>
                  <a:pt x="4" y="57"/>
                  <a:pt x="4" y="57"/>
                </a:cubicBezTo>
                <a:cubicBezTo>
                  <a:pt x="2" y="57"/>
                  <a:pt x="0" y="55"/>
                  <a:pt x="0" y="53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3"/>
                  <a:pt x="2" y="42"/>
                  <a:pt x="4" y="42"/>
                </a:cubicBezTo>
                <a:cubicBezTo>
                  <a:pt x="17" y="42"/>
                  <a:pt x="17" y="42"/>
                  <a:pt x="17" y="42"/>
                </a:cubicBezTo>
                <a:cubicBezTo>
                  <a:pt x="19" y="42"/>
                  <a:pt x="21" y="43"/>
                  <a:pt x="21" y="45"/>
                </a:cubicBezTo>
                <a:lnTo>
                  <a:pt x="21" y="53"/>
                </a:lnTo>
                <a:close/>
                <a:moveTo>
                  <a:pt x="47" y="12"/>
                </a:moveTo>
                <a:cubicBezTo>
                  <a:pt x="47" y="14"/>
                  <a:pt x="45" y="16"/>
                  <a:pt x="43" y="16"/>
                </a:cubicBezTo>
                <a:cubicBezTo>
                  <a:pt x="30" y="16"/>
                  <a:pt x="30" y="16"/>
                  <a:pt x="30" y="16"/>
                </a:cubicBezTo>
                <a:cubicBezTo>
                  <a:pt x="28" y="16"/>
                  <a:pt x="26" y="14"/>
                  <a:pt x="26" y="12"/>
                </a:cubicBezTo>
                <a:cubicBezTo>
                  <a:pt x="26" y="4"/>
                  <a:pt x="26" y="4"/>
                  <a:pt x="26" y="4"/>
                </a:cubicBezTo>
                <a:cubicBezTo>
                  <a:pt x="26" y="2"/>
                  <a:pt x="28" y="0"/>
                  <a:pt x="30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5" y="0"/>
                  <a:pt x="47" y="2"/>
                  <a:pt x="47" y="4"/>
                </a:cubicBezTo>
                <a:lnTo>
                  <a:pt x="47" y="12"/>
                </a:lnTo>
                <a:close/>
                <a:moveTo>
                  <a:pt x="47" y="33"/>
                </a:moveTo>
                <a:cubicBezTo>
                  <a:pt x="47" y="35"/>
                  <a:pt x="45" y="36"/>
                  <a:pt x="43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28" y="36"/>
                  <a:pt x="26" y="35"/>
                  <a:pt x="26" y="33"/>
                </a:cubicBezTo>
                <a:cubicBezTo>
                  <a:pt x="26" y="25"/>
                  <a:pt x="26" y="25"/>
                  <a:pt x="26" y="25"/>
                </a:cubicBezTo>
                <a:cubicBezTo>
                  <a:pt x="26" y="23"/>
                  <a:pt x="28" y="21"/>
                  <a:pt x="30" y="21"/>
                </a:cubicBezTo>
                <a:cubicBezTo>
                  <a:pt x="43" y="21"/>
                  <a:pt x="43" y="21"/>
                  <a:pt x="43" y="21"/>
                </a:cubicBezTo>
                <a:cubicBezTo>
                  <a:pt x="45" y="21"/>
                  <a:pt x="47" y="23"/>
                  <a:pt x="47" y="25"/>
                </a:cubicBezTo>
                <a:lnTo>
                  <a:pt x="47" y="33"/>
                </a:lnTo>
                <a:close/>
                <a:moveTo>
                  <a:pt x="47" y="53"/>
                </a:moveTo>
                <a:cubicBezTo>
                  <a:pt x="47" y="55"/>
                  <a:pt x="45" y="57"/>
                  <a:pt x="43" y="57"/>
                </a:cubicBezTo>
                <a:cubicBezTo>
                  <a:pt x="30" y="57"/>
                  <a:pt x="30" y="57"/>
                  <a:pt x="30" y="57"/>
                </a:cubicBezTo>
                <a:cubicBezTo>
                  <a:pt x="28" y="57"/>
                  <a:pt x="26" y="55"/>
                  <a:pt x="26" y="53"/>
                </a:cubicBezTo>
                <a:cubicBezTo>
                  <a:pt x="26" y="45"/>
                  <a:pt x="26" y="45"/>
                  <a:pt x="26" y="45"/>
                </a:cubicBezTo>
                <a:cubicBezTo>
                  <a:pt x="26" y="43"/>
                  <a:pt x="28" y="42"/>
                  <a:pt x="30" y="42"/>
                </a:cubicBezTo>
                <a:cubicBezTo>
                  <a:pt x="43" y="42"/>
                  <a:pt x="43" y="42"/>
                  <a:pt x="43" y="42"/>
                </a:cubicBezTo>
                <a:cubicBezTo>
                  <a:pt x="45" y="42"/>
                  <a:pt x="47" y="43"/>
                  <a:pt x="47" y="45"/>
                </a:cubicBezTo>
                <a:lnTo>
                  <a:pt x="47" y="53"/>
                </a:lnTo>
                <a:close/>
                <a:moveTo>
                  <a:pt x="72" y="12"/>
                </a:moveTo>
                <a:cubicBezTo>
                  <a:pt x="72" y="14"/>
                  <a:pt x="71" y="16"/>
                  <a:pt x="69" y="16"/>
                </a:cubicBezTo>
                <a:cubicBezTo>
                  <a:pt x="56" y="16"/>
                  <a:pt x="56" y="16"/>
                  <a:pt x="56" y="16"/>
                </a:cubicBezTo>
                <a:cubicBezTo>
                  <a:pt x="54" y="16"/>
                  <a:pt x="52" y="14"/>
                  <a:pt x="52" y="12"/>
                </a:cubicBezTo>
                <a:cubicBezTo>
                  <a:pt x="52" y="4"/>
                  <a:pt x="52" y="4"/>
                  <a:pt x="52" y="4"/>
                </a:cubicBezTo>
                <a:cubicBezTo>
                  <a:pt x="52" y="2"/>
                  <a:pt x="54" y="0"/>
                  <a:pt x="56" y="0"/>
                </a:cubicBezTo>
                <a:cubicBezTo>
                  <a:pt x="69" y="0"/>
                  <a:pt x="69" y="0"/>
                  <a:pt x="69" y="0"/>
                </a:cubicBezTo>
                <a:cubicBezTo>
                  <a:pt x="71" y="0"/>
                  <a:pt x="72" y="2"/>
                  <a:pt x="72" y="4"/>
                </a:cubicBezTo>
                <a:lnTo>
                  <a:pt x="72" y="12"/>
                </a:lnTo>
                <a:close/>
                <a:moveTo>
                  <a:pt x="72" y="33"/>
                </a:moveTo>
                <a:cubicBezTo>
                  <a:pt x="72" y="35"/>
                  <a:pt x="71" y="36"/>
                  <a:pt x="69" y="36"/>
                </a:cubicBezTo>
                <a:cubicBezTo>
                  <a:pt x="56" y="36"/>
                  <a:pt x="56" y="36"/>
                  <a:pt x="56" y="36"/>
                </a:cubicBezTo>
                <a:cubicBezTo>
                  <a:pt x="54" y="36"/>
                  <a:pt x="52" y="35"/>
                  <a:pt x="52" y="33"/>
                </a:cubicBezTo>
                <a:cubicBezTo>
                  <a:pt x="52" y="25"/>
                  <a:pt x="52" y="25"/>
                  <a:pt x="52" y="25"/>
                </a:cubicBezTo>
                <a:cubicBezTo>
                  <a:pt x="52" y="23"/>
                  <a:pt x="54" y="21"/>
                  <a:pt x="56" y="21"/>
                </a:cubicBezTo>
                <a:cubicBezTo>
                  <a:pt x="69" y="21"/>
                  <a:pt x="69" y="21"/>
                  <a:pt x="69" y="21"/>
                </a:cubicBezTo>
                <a:cubicBezTo>
                  <a:pt x="71" y="21"/>
                  <a:pt x="72" y="23"/>
                  <a:pt x="72" y="25"/>
                </a:cubicBezTo>
                <a:lnTo>
                  <a:pt x="72" y="33"/>
                </a:lnTo>
                <a:close/>
                <a:moveTo>
                  <a:pt x="72" y="53"/>
                </a:moveTo>
                <a:cubicBezTo>
                  <a:pt x="72" y="55"/>
                  <a:pt x="71" y="57"/>
                  <a:pt x="69" y="57"/>
                </a:cubicBezTo>
                <a:cubicBezTo>
                  <a:pt x="56" y="57"/>
                  <a:pt x="56" y="57"/>
                  <a:pt x="56" y="57"/>
                </a:cubicBezTo>
                <a:cubicBezTo>
                  <a:pt x="54" y="57"/>
                  <a:pt x="52" y="55"/>
                  <a:pt x="52" y="53"/>
                </a:cubicBezTo>
                <a:cubicBezTo>
                  <a:pt x="52" y="45"/>
                  <a:pt x="52" y="45"/>
                  <a:pt x="52" y="45"/>
                </a:cubicBezTo>
                <a:cubicBezTo>
                  <a:pt x="52" y="43"/>
                  <a:pt x="54" y="42"/>
                  <a:pt x="56" y="42"/>
                </a:cubicBezTo>
                <a:cubicBezTo>
                  <a:pt x="69" y="42"/>
                  <a:pt x="69" y="42"/>
                  <a:pt x="69" y="42"/>
                </a:cubicBezTo>
                <a:cubicBezTo>
                  <a:pt x="71" y="42"/>
                  <a:pt x="72" y="43"/>
                  <a:pt x="72" y="45"/>
                </a:cubicBezTo>
                <a:lnTo>
                  <a:pt x="72" y="53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574393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Flow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145"/>
          <p:cNvSpPr>
            <a:spLocks/>
          </p:cNvSpPr>
          <p:nvPr userDrawn="1"/>
        </p:nvSpPr>
        <p:spPr bwMode="auto">
          <a:xfrm>
            <a:off x="5292585" y="1230595"/>
            <a:ext cx="1606833" cy="1385605"/>
          </a:xfrm>
          <a:custGeom>
            <a:avLst/>
            <a:gdLst/>
            <a:ahLst/>
            <a:cxnLst>
              <a:cxn ang="0">
                <a:pos x="64" y="51"/>
              </a:cxn>
              <a:cxn ang="0">
                <a:pos x="60" y="55"/>
              </a:cxn>
              <a:cxn ang="0">
                <a:pos x="49" y="55"/>
              </a:cxn>
              <a:cxn ang="0">
                <a:pos x="45" y="51"/>
              </a:cxn>
              <a:cxn ang="0">
                <a:pos x="45" y="40"/>
              </a:cxn>
              <a:cxn ang="0">
                <a:pos x="49" y="36"/>
              </a:cxn>
              <a:cxn ang="0">
                <a:pos x="52" y="36"/>
              </a:cxn>
              <a:cxn ang="0">
                <a:pos x="52" y="30"/>
              </a:cxn>
              <a:cxn ang="0">
                <a:pos x="34" y="30"/>
              </a:cxn>
              <a:cxn ang="0">
                <a:pos x="34" y="36"/>
              </a:cxn>
              <a:cxn ang="0">
                <a:pos x="37" y="36"/>
              </a:cxn>
              <a:cxn ang="0">
                <a:pos x="41" y="40"/>
              </a:cxn>
              <a:cxn ang="0">
                <a:pos x="41" y="51"/>
              </a:cxn>
              <a:cxn ang="0">
                <a:pos x="37" y="55"/>
              </a:cxn>
              <a:cxn ang="0">
                <a:pos x="26" y="55"/>
              </a:cxn>
              <a:cxn ang="0">
                <a:pos x="23" y="51"/>
              </a:cxn>
              <a:cxn ang="0">
                <a:pos x="23" y="40"/>
              </a:cxn>
              <a:cxn ang="0">
                <a:pos x="26" y="36"/>
              </a:cxn>
              <a:cxn ang="0">
                <a:pos x="29" y="36"/>
              </a:cxn>
              <a:cxn ang="0">
                <a:pos x="29" y="30"/>
              </a:cxn>
              <a:cxn ang="0">
                <a:pos x="11" y="30"/>
              </a:cxn>
              <a:cxn ang="0">
                <a:pos x="11" y="36"/>
              </a:cxn>
              <a:cxn ang="0">
                <a:pos x="15" y="36"/>
              </a:cxn>
              <a:cxn ang="0">
                <a:pos x="18" y="40"/>
              </a:cxn>
              <a:cxn ang="0">
                <a:pos x="18" y="51"/>
              </a:cxn>
              <a:cxn ang="0">
                <a:pos x="15" y="55"/>
              </a:cxn>
              <a:cxn ang="0">
                <a:pos x="3" y="55"/>
              </a:cxn>
              <a:cxn ang="0">
                <a:pos x="0" y="51"/>
              </a:cxn>
              <a:cxn ang="0">
                <a:pos x="0" y="40"/>
              </a:cxn>
              <a:cxn ang="0">
                <a:pos x="3" y="36"/>
              </a:cxn>
              <a:cxn ang="0">
                <a:pos x="7" y="36"/>
              </a:cxn>
              <a:cxn ang="0">
                <a:pos x="7" y="30"/>
              </a:cxn>
              <a:cxn ang="0">
                <a:pos x="11" y="25"/>
              </a:cxn>
              <a:cxn ang="0">
                <a:pos x="29" y="25"/>
              </a:cxn>
              <a:cxn ang="0">
                <a:pos x="29" y="18"/>
              </a:cxn>
              <a:cxn ang="0">
                <a:pos x="26" y="18"/>
              </a:cxn>
              <a:cxn ang="0">
                <a:pos x="23" y="15"/>
              </a:cxn>
              <a:cxn ang="0">
                <a:pos x="23" y="3"/>
              </a:cxn>
              <a:cxn ang="0">
                <a:pos x="26" y="0"/>
              </a:cxn>
              <a:cxn ang="0">
                <a:pos x="37" y="0"/>
              </a:cxn>
              <a:cxn ang="0">
                <a:pos x="41" y="3"/>
              </a:cxn>
              <a:cxn ang="0">
                <a:pos x="41" y="15"/>
              </a:cxn>
              <a:cxn ang="0">
                <a:pos x="37" y="18"/>
              </a:cxn>
              <a:cxn ang="0">
                <a:pos x="34" y="18"/>
              </a:cxn>
              <a:cxn ang="0">
                <a:pos x="34" y="25"/>
              </a:cxn>
              <a:cxn ang="0">
                <a:pos x="52" y="25"/>
              </a:cxn>
              <a:cxn ang="0">
                <a:pos x="57" y="30"/>
              </a:cxn>
              <a:cxn ang="0">
                <a:pos x="57" y="36"/>
              </a:cxn>
              <a:cxn ang="0">
                <a:pos x="60" y="36"/>
              </a:cxn>
              <a:cxn ang="0">
                <a:pos x="64" y="40"/>
              </a:cxn>
              <a:cxn ang="0">
                <a:pos x="64" y="51"/>
              </a:cxn>
            </a:cxnLst>
            <a:rect l="0" t="0" r="r" b="b"/>
            <a:pathLst>
              <a:path w="64" h="55">
                <a:moveTo>
                  <a:pt x="64" y="51"/>
                </a:moveTo>
                <a:cubicBezTo>
                  <a:pt x="64" y="53"/>
                  <a:pt x="62" y="55"/>
                  <a:pt x="60" y="55"/>
                </a:cubicBezTo>
                <a:cubicBezTo>
                  <a:pt x="49" y="55"/>
                  <a:pt x="49" y="55"/>
                  <a:pt x="49" y="55"/>
                </a:cubicBezTo>
                <a:cubicBezTo>
                  <a:pt x="47" y="55"/>
                  <a:pt x="45" y="53"/>
                  <a:pt x="45" y="51"/>
                </a:cubicBezTo>
                <a:cubicBezTo>
                  <a:pt x="45" y="40"/>
                  <a:pt x="45" y="40"/>
                  <a:pt x="45" y="40"/>
                </a:cubicBezTo>
                <a:cubicBezTo>
                  <a:pt x="45" y="38"/>
                  <a:pt x="47" y="36"/>
                  <a:pt x="49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0"/>
                  <a:pt x="52" y="30"/>
                  <a:pt x="52" y="30"/>
                </a:cubicBezTo>
                <a:cubicBezTo>
                  <a:pt x="34" y="30"/>
                  <a:pt x="34" y="30"/>
                  <a:pt x="34" y="30"/>
                </a:cubicBezTo>
                <a:cubicBezTo>
                  <a:pt x="34" y="36"/>
                  <a:pt x="34" y="36"/>
                  <a:pt x="34" y="36"/>
                </a:cubicBezTo>
                <a:cubicBezTo>
                  <a:pt x="37" y="36"/>
                  <a:pt x="37" y="36"/>
                  <a:pt x="37" y="36"/>
                </a:cubicBezTo>
                <a:cubicBezTo>
                  <a:pt x="39" y="36"/>
                  <a:pt x="41" y="38"/>
                  <a:pt x="41" y="40"/>
                </a:cubicBezTo>
                <a:cubicBezTo>
                  <a:pt x="41" y="51"/>
                  <a:pt x="41" y="51"/>
                  <a:pt x="41" y="51"/>
                </a:cubicBezTo>
                <a:cubicBezTo>
                  <a:pt x="41" y="53"/>
                  <a:pt x="39" y="55"/>
                  <a:pt x="37" y="55"/>
                </a:cubicBezTo>
                <a:cubicBezTo>
                  <a:pt x="26" y="55"/>
                  <a:pt x="26" y="55"/>
                  <a:pt x="26" y="55"/>
                </a:cubicBezTo>
                <a:cubicBezTo>
                  <a:pt x="24" y="55"/>
                  <a:pt x="23" y="53"/>
                  <a:pt x="23" y="51"/>
                </a:cubicBezTo>
                <a:cubicBezTo>
                  <a:pt x="23" y="40"/>
                  <a:pt x="23" y="40"/>
                  <a:pt x="23" y="40"/>
                </a:cubicBezTo>
                <a:cubicBezTo>
                  <a:pt x="23" y="38"/>
                  <a:pt x="24" y="36"/>
                  <a:pt x="26" y="36"/>
                </a:cubicBezTo>
                <a:cubicBezTo>
                  <a:pt x="29" y="36"/>
                  <a:pt x="29" y="36"/>
                  <a:pt x="29" y="36"/>
                </a:cubicBezTo>
                <a:cubicBezTo>
                  <a:pt x="29" y="30"/>
                  <a:pt x="29" y="30"/>
                  <a:pt x="29" y="30"/>
                </a:cubicBezTo>
                <a:cubicBezTo>
                  <a:pt x="11" y="30"/>
                  <a:pt x="11" y="30"/>
                  <a:pt x="11" y="30"/>
                </a:cubicBezTo>
                <a:cubicBezTo>
                  <a:pt x="11" y="36"/>
                  <a:pt x="11" y="36"/>
                  <a:pt x="11" y="36"/>
                </a:cubicBezTo>
                <a:cubicBezTo>
                  <a:pt x="15" y="36"/>
                  <a:pt x="15" y="36"/>
                  <a:pt x="15" y="36"/>
                </a:cubicBezTo>
                <a:cubicBezTo>
                  <a:pt x="17" y="36"/>
                  <a:pt x="18" y="38"/>
                  <a:pt x="18" y="40"/>
                </a:cubicBezTo>
                <a:cubicBezTo>
                  <a:pt x="18" y="51"/>
                  <a:pt x="18" y="51"/>
                  <a:pt x="18" y="51"/>
                </a:cubicBezTo>
                <a:cubicBezTo>
                  <a:pt x="18" y="53"/>
                  <a:pt x="17" y="55"/>
                  <a:pt x="15" y="55"/>
                </a:cubicBezTo>
                <a:cubicBezTo>
                  <a:pt x="3" y="55"/>
                  <a:pt x="3" y="55"/>
                  <a:pt x="3" y="55"/>
                </a:cubicBezTo>
                <a:cubicBezTo>
                  <a:pt x="1" y="55"/>
                  <a:pt x="0" y="53"/>
                  <a:pt x="0" y="51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8"/>
                  <a:pt x="1" y="36"/>
                  <a:pt x="3" y="36"/>
                </a:cubicBezTo>
                <a:cubicBezTo>
                  <a:pt x="7" y="36"/>
                  <a:pt x="7" y="36"/>
                  <a:pt x="7" y="36"/>
                </a:cubicBezTo>
                <a:cubicBezTo>
                  <a:pt x="7" y="30"/>
                  <a:pt x="7" y="30"/>
                  <a:pt x="7" y="30"/>
                </a:cubicBezTo>
                <a:cubicBezTo>
                  <a:pt x="7" y="27"/>
                  <a:pt x="9" y="25"/>
                  <a:pt x="11" y="25"/>
                </a:cubicBezTo>
                <a:cubicBezTo>
                  <a:pt x="29" y="25"/>
                  <a:pt x="29" y="25"/>
                  <a:pt x="29" y="25"/>
                </a:cubicBezTo>
                <a:cubicBezTo>
                  <a:pt x="29" y="18"/>
                  <a:pt x="29" y="18"/>
                  <a:pt x="29" y="18"/>
                </a:cubicBezTo>
                <a:cubicBezTo>
                  <a:pt x="26" y="18"/>
                  <a:pt x="26" y="18"/>
                  <a:pt x="26" y="18"/>
                </a:cubicBezTo>
                <a:cubicBezTo>
                  <a:pt x="24" y="18"/>
                  <a:pt x="23" y="17"/>
                  <a:pt x="23" y="15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1"/>
                  <a:pt x="24" y="0"/>
                  <a:pt x="26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9" y="0"/>
                  <a:pt x="41" y="1"/>
                  <a:pt x="41" y="3"/>
                </a:cubicBezTo>
                <a:cubicBezTo>
                  <a:pt x="41" y="15"/>
                  <a:pt x="41" y="15"/>
                  <a:pt x="41" y="15"/>
                </a:cubicBezTo>
                <a:cubicBezTo>
                  <a:pt x="41" y="17"/>
                  <a:pt x="39" y="18"/>
                  <a:pt x="37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25"/>
                  <a:pt x="34" y="25"/>
                  <a:pt x="34" y="25"/>
                </a:cubicBezTo>
                <a:cubicBezTo>
                  <a:pt x="52" y="25"/>
                  <a:pt x="52" y="25"/>
                  <a:pt x="52" y="25"/>
                </a:cubicBezTo>
                <a:cubicBezTo>
                  <a:pt x="55" y="25"/>
                  <a:pt x="57" y="27"/>
                  <a:pt x="57" y="30"/>
                </a:cubicBezTo>
                <a:cubicBezTo>
                  <a:pt x="57" y="36"/>
                  <a:pt x="57" y="36"/>
                  <a:pt x="57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2" y="36"/>
                  <a:pt x="64" y="38"/>
                  <a:pt x="64" y="40"/>
                </a:cubicBezTo>
                <a:lnTo>
                  <a:pt x="64" y="51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637330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Tre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29"/>
          <p:cNvSpPr>
            <a:spLocks/>
          </p:cNvSpPr>
          <p:nvPr userDrawn="1"/>
        </p:nvSpPr>
        <p:spPr bwMode="auto">
          <a:xfrm>
            <a:off x="5583767" y="1363136"/>
            <a:ext cx="1024467" cy="1253064"/>
          </a:xfrm>
          <a:custGeom>
            <a:avLst/>
            <a:gdLst/>
            <a:ahLst/>
            <a:cxnLst>
              <a:cxn ang="0">
                <a:pos x="53" y="58"/>
              </a:cxn>
              <a:cxn ang="0">
                <a:pos x="36" y="58"/>
              </a:cxn>
              <a:cxn ang="0">
                <a:pos x="36" y="65"/>
              </a:cxn>
              <a:cxn ang="0">
                <a:pos x="34" y="68"/>
              </a:cxn>
              <a:cxn ang="0">
                <a:pos x="22" y="68"/>
              </a:cxn>
              <a:cxn ang="0">
                <a:pos x="20" y="65"/>
              </a:cxn>
              <a:cxn ang="0">
                <a:pos x="20" y="58"/>
              </a:cxn>
              <a:cxn ang="0">
                <a:pos x="2" y="58"/>
              </a:cxn>
              <a:cxn ang="0">
                <a:pos x="0" y="56"/>
              </a:cxn>
              <a:cxn ang="0">
                <a:pos x="1" y="54"/>
              </a:cxn>
              <a:cxn ang="0">
                <a:pos x="16" y="39"/>
              </a:cxn>
              <a:cxn ang="0">
                <a:pos x="7" y="39"/>
              </a:cxn>
              <a:cxn ang="0">
                <a:pos x="5" y="36"/>
              </a:cxn>
              <a:cxn ang="0">
                <a:pos x="6" y="34"/>
              </a:cxn>
              <a:cxn ang="0">
                <a:pos x="21" y="19"/>
              </a:cxn>
              <a:cxn ang="0">
                <a:pos x="13" y="19"/>
              </a:cxn>
              <a:cxn ang="0">
                <a:pos x="11" y="17"/>
              </a:cxn>
              <a:cxn ang="0">
                <a:pos x="12" y="15"/>
              </a:cxn>
              <a:cxn ang="0">
                <a:pos x="26" y="0"/>
              </a:cxn>
              <a:cxn ang="0">
                <a:pos x="28" y="0"/>
              </a:cxn>
              <a:cxn ang="0">
                <a:pos x="30" y="0"/>
              </a:cxn>
              <a:cxn ang="0">
                <a:pos x="44" y="15"/>
              </a:cxn>
              <a:cxn ang="0">
                <a:pos x="45" y="17"/>
              </a:cxn>
              <a:cxn ang="0">
                <a:pos x="42" y="19"/>
              </a:cxn>
              <a:cxn ang="0">
                <a:pos x="35" y="19"/>
              </a:cxn>
              <a:cxn ang="0">
                <a:pos x="50" y="34"/>
              </a:cxn>
              <a:cxn ang="0">
                <a:pos x="51" y="36"/>
              </a:cxn>
              <a:cxn ang="0">
                <a:pos x="49" y="39"/>
              </a:cxn>
              <a:cxn ang="0">
                <a:pos x="40" y="39"/>
              </a:cxn>
              <a:cxn ang="0">
                <a:pos x="55" y="54"/>
              </a:cxn>
              <a:cxn ang="0">
                <a:pos x="56" y="56"/>
              </a:cxn>
              <a:cxn ang="0">
                <a:pos x="53" y="58"/>
              </a:cxn>
            </a:cxnLst>
            <a:rect l="0" t="0" r="r" b="b"/>
            <a:pathLst>
              <a:path w="56" h="68">
                <a:moveTo>
                  <a:pt x="53" y="58"/>
                </a:moveTo>
                <a:cubicBezTo>
                  <a:pt x="36" y="58"/>
                  <a:pt x="36" y="58"/>
                  <a:pt x="36" y="58"/>
                </a:cubicBezTo>
                <a:cubicBezTo>
                  <a:pt x="36" y="60"/>
                  <a:pt x="36" y="63"/>
                  <a:pt x="36" y="65"/>
                </a:cubicBezTo>
                <a:cubicBezTo>
                  <a:pt x="36" y="67"/>
                  <a:pt x="35" y="68"/>
                  <a:pt x="34" y="68"/>
                </a:cubicBezTo>
                <a:cubicBezTo>
                  <a:pt x="22" y="68"/>
                  <a:pt x="22" y="68"/>
                  <a:pt x="22" y="68"/>
                </a:cubicBezTo>
                <a:cubicBezTo>
                  <a:pt x="21" y="68"/>
                  <a:pt x="20" y="67"/>
                  <a:pt x="20" y="65"/>
                </a:cubicBezTo>
                <a:cubicBezTo>
                  <a:pt x="20" y="63"/>
                  <a:pt x="20" y="60"/>
                  <a:pt x="20" y="58"/>
                </a:cubicBezTo>
                <a:cubicBezTo>
                  <a:pt x="2" y="58"/>
                  <a:pt x="2" y="58"/>
                  <a:pt x="2" y="58"/>
                </a:cubicBezTo>
                <a:cubicBezTo>
                  <a:pt x="1" y="58"/>
                  <a:pt x="0" y="57"/>
                  <a:pt x="0" y="56"/>
                </a:cubicBezTo>
                <a:cubicBezTo>
                  <a:pt x="0" y="55"/>
                  <a:pt x="0" y="54"/>
                  <a:pt x="1" y="54"/>
                </a:cubicBezTo>
                <a:cubicBezTo>
                  <a:pt x="16" y="39"/>
                  <a:pt x="16" y="39"/>
                  <a:pt x="16" y="39"/>
                </a:cubicBezTo>
                <a:cubicBezTo>
                  <a:pt x="7" y="39"/>
                  <a:pt x="7" y="39"/>
                  <a:pt x="7" y="39"/>
                </a:cubicBezTo>
                <a:cubicBezTo>
                  <a:pt x="6" y="39"/>
                  <a:pt x="5" y="37"/>
                  <a:pt x="5" y="36"/>
                </a:cubicBezTo>
                <a:cubicBezTo>
                  <a:pt x="5" y="35"/>
                  <a:pt x="5" y="35"/>
                  <a:pt x="6" y="34"/>
                </a:cubicBezTo>
                <a:cubicBezTo>
                  <a:pt x="21" y="19"/>
                  <a:pt x="21" y="19"/>
                  <a:pt x="21" y="19"/>
                </a:cubicBezTo>
                <a:cubicBezTo>
                  <a:pt x="13" y="19"/>
                  <a:pt x="13" y="19"/>
                  <a:pt x="13" y="19"/>
                </a:cubicBezTo>
                <a:cubicBezTo>
                  <a:pt x="12" y="19"/>
                  <a:pt x="11" y="18"/>
                  <a:pt x="11" y="17"/>
                </a:cubicBezTo>
                <a:cubicBezTo>
                  <a:pt x="11" y="16"/>
                  <a:pt x="11" y="15"/>
                  <a:pt x="12" y="15"/>
                </a:cubicBezTo>
                <a:cubicBezTo>
                  <a:pt x="26" y="0"/>
                  <a:pt x="26" y="0"/>
                  <a:pt x="26" y="0"/>
                </a:cubicBezTo>
                <a:cubicBezTo>
                  <a:pt x="27" y="0"/>
                  <a:pt x="27" y="0"/>
                  <a:pt x="28" y="0"/>
                </a:cubicBezTo>
                <a:cubicBezTo>
                  <a:pt x="29" y="0"/>
                  <a:pt x="29" y="0"/>
                  <a:pt x="30" y="0"/>
                </a:cubicBezTo>
                <a:cubicBezTo>
                  <a:pt x="44" y="15"/>
                  <a:pt x="44" y="15"/>
                  <a:pt x="44" y="15"/>
                </a:cubicBezTo>
                <a:cubicBezTo>
                  <a:pt x="45" y="15"/>
                  <a:pt x="45" y="16"/>
                  <a:pt x="45" y="17"/>
                </a:cubicBezTo>
                <a:cubicBezTo>
                  <a:pt x="45" y="18"/>
                  <a:pt x="44" y="19"/>
                  <a:pt x="42" y="19"/>
                </a:cubicBezTo>
                <a:cubicBezTo>
                  <a:pt x="35" y="19"/>
                  <a:pt x="35" y="19"/>
                  <a:pt x="35" y="19"/>
                </a:cubicBezTo>
                <a:cubicBezTo>
                  <a:pt x="50" y="34"/>
                  <a:pt x="50" y="34"/>
                  <a:pt x="50" y="34"/>
                </a:cubicBezTo>
                <a:cubicBezTo>
                  <a:pt x="51" y="35"/>
                  <a:pt x="51" y="35"/>
                  <a:pt x="51" y="36"/>
                </a:cubicBezTo>
                <a:cubicBezTo>
                  <a:pt x="51" y="37"/>
                  <a:pt x="50" y="39"/>
                  <a:pt x="49" y="39"/>
                </a:cubicBezTo>
                <a:cubicBezTo>
                  <a:pt x="40" y="39"/>
                  <a:pt x="40" y="39"/>
                  <a:pt x="40" y="39"/>
                </a:cubicBezTo>
                <a:cubicBezTo>
                  <a:pt x="55" y="54"/>
                  <a:pt x="55" y="54"/>
                  <a:pt x="55" y="54"/>
                </a:cubicBezTo>
                <a:cubicBezTo>
                  <a:pt x="56" y="54"/>
                  <a:pt x="56" y="55"/>
                  <a:pt x="56" y="56"/>
                </a:cubicBezTo>
                <a:cubicBezTo>
                  <a:pt x="56" y="57"/>
                  <a:pt x="55" y="58"/>
                  <a:pt x="53" y="5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01986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Time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69"/>
          <p:cNvSpPr>
            <a:spLocks noEditPoints="1"/>
          </p:cNvSpPr>
          <p:nvPr userDrawn="1"/>
        </p:nvSpPr>
        <p:spPr bwMode="auto">
          <a:xfrm>
            <a:off x="5467090" y="1498600"/>
            <a:ext cx="1257823" cy="1267883"/>
          </a:xfrm>
          <a:custGeom>
            <a:avLst/>
            <a:gdLst/>
            <a:ahLst/>
            <a:cxnLst>
              <a:cxn ang="0">
                <a:pos x="29" y="58"/>
              </a:cxn>
              <a:cxn ang="0">
                <a:pos x="6" y="47"/>
              </a:cxn>
              <a:cxn ang="0">
                <a:pos x="7" y="46"/>
              </a:cxn>
              <a:cxn ang="0">
                <a:pos x="12" y="40"/>
              </a:cxn>
              <a:cxn ang="0">
                <a:pos x="13" y="40"/>
              </a:cxn>
              <a:cxn ang="0">
                <a:pos x="14" y="41"/>
              </a:cxn>
              <a:cxn ang="0">
                <a:pos x="29" y="48"/>
              </a:cxn>
              <a:cxn ang="0">
                <a:pos x="48" y="29"/>
              </a:cxn>
              <a:cxn ang="0">
                <a:pos x="29" y="9"/>
              </a:cxn>
              <a:cxn ang="0">
                <a:pos x="16" y="14"/>
              </a:cxn>
              <a:cxn ang="0">
                <a:pos x="21" y="20"/>
              </a:cxn>
              <a:cxn ang="0">
                <a:pos x="21" y="22"/>
              </a:cxn>
              <a:cxn ang="0">
                <a:pos x="19" y="24"/>
              </a:cxn>
              <a:cxn ang="0">
                <a:pos x="2" y="24"/>
              </a:cxn>
              <a:cxn ang="0">
                <a:pos x="0" y="21"/>
              </a:cxn>
              <a:cxn ang="0">
                <a:pos x="0" y="4"/>
              </a:cxn>
              <a:cxn ang="0">
                <a:pos x="1" y="2"/>
              </a:cxn>
              <a:cxn ang="0">
                <a:pos x="4" y="3"/>
              </a:cxn>
              <a:cxn ang="0">
                <a:pos x="9" y="8"/>
              </a:cxn>
              <a:cxn ang="0">
                <a:pos x="29" y="0"/>
              </a:cxn>
              <a:cxn ang="0">
                <a:pos x="58" y="29"/>
              </a:cxn>
              <a:cxn ang="0">
                <a:pos x="29" y="58"/>
              </a:cxn>
              <a:cxn ang="0">
                <a:pos x="34" y="35"/>
              </a:cxn>
              <a:cxn ang="0">
                <a:pos x="33" y="36"/>
              </a:cxn>
              <a:cxn ang="0">
                <a:pos x="20" y="36"/>
              </a:cxn>
              <a:cxn ang="0">
                <a:pos x="19" y="35"/>
              </a:cxn>
              <a:cxn ang="0">
                <a:pos x="19" y="32"/>
              </a:cxn>
              <a:cxn ang="0">
                <a:pos x="20" y="31"/>
              </a:cxn>
              <a:cxn ang="0">
                <a:pos x="29" y="31"/>
              </a:cxn>
              <a:cxn ang="0">
                <a:pos x="29" y="18"/>
              </a:cxn>
              <a:cxn ang="0">
                <a:pos x="30" y="17"/>
              </a:cxn>
              <a:cxn ang="0">
                <a:pos x="33" y="17"/>
              </a:cxn>
              <a:cxn ang="0">
                <a:pos x="34" y="18"/>
              </a:cxn>
              <a:cxn ang="0">
                <a:pos x="34" y="35"/>
              </a:cxn>
            </a:cxnLst>
            <a:rect l="0" t="0" r="r" b="b"/>
            <a:pathLst>
              <a:path w="58" h="58">
                <a:moveTo>
                  <a:pt x="29" y="58"/>
                </a:moveTo>
                <a:cubicBezTo>
                  <a:pt x="20" y="58"/>
                  <a:pt x="12" y="54"/>
                  <a:pt x="6" y="47"/>
                </a:cubicBezTo>
                <a:cubicBezTo>
                  <a:pt x="6" y="47"/>
                  <a:pt x="6" y="46"/>
                  <a:pt x="7" y="46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40"/>
                  <a:pt x="12" y="40"/>
                  <a:pt x="13" y="40"/>
                </a:cubicBezTo>
                <a:cubicBezTo>
                  <a:pt x="13" y="40"/>
                  <a:pt x="13" y="40"/>
                  <a:pt x="14" y="41"/>
                </a:cubicBezTo>
                <a:cubicBezTo>
                  <a:pt x="17" y="45"/>
                  <a:pt x="23" y="48"/>
                  <a:pt x="29" y="48"/>
                </a:cubicBezTo>
                <a:cubicBezTo>
                  <a:pt x="40" y="48"/>
                  <a:pt x="48" y="39"/>
                  <a:pt x="48" y="29"/>
                </a:cubicBezTo>
                <a:cubicBezTo>
                  <a:pt x="48" y="18"/>
                  <a:pt x="40" y="9"/>
                  <a:pt x="29" y="9"/>
                </a:cubicBezTo>
                <a:cubicBezTo>
                  <a:pt x="24" y="9"/>
                  <a:pt x="19" y="11"/>
                  <a:pt x="16" y="14"/>
                </a:cubicBezTo>
                <a:cubicBezTo>
                  <a:pt x="21" y="20"/>
                  <a:pt x="21" y="20"/>
                  <a:pt x="21" y="20"/>
                </a:cubicBezTo>
                <a:cubicBezTo>
                  <a:pt x="22" y="20"/>
                  <a:pt x="22" y="21"/>
                  <a:pt x="21" y="22"/>
                </a:cubicBezTo>
                <a:cubicBezTo>
                  <a:pt x="21" y="23"/>
                  <a:pt x="20" y="24"/>
                  <a:pt x="19" y="24"/>
                </a:cubicBezTo>
                <a:cubicBezTo>
                  <a:pt x="2" y="24"/>
                  <a:pt x="2" y="24"/>
                  <a:pt x="2" y="24"/>
                </a:cubicBezTo>
                <a:cubicBezTo>
                  <a:pt x="1" y="24"/>
                  <a:pt x="0" y="23"/>
                  <a:pt x="0" y="21"/>
                </a:cubicBezTo>
                <a:cubicBezTo>
                  <a:pt x="0" y="4"/>
                  <a:pt x="0" y="4"/>
                  <a:pt x="0" y="4"/>
                </a:cubicBezTo>
                <a:cubicBezTo>
                  <a:pt x="0" y="3"/>
                  <a:pt x="0" y="3"/>
                  <a:pt x="1" y="2"/>
                </a:cubicBezTo>
                <a:cubicBezTo>
                  <a:pt x="2" y="2"/>
                  <a:pt x="3" y="2"/>
                  <a:pt x="4" y="3"/>
                </a:cubicBezTo>
                <a:cubicBezTo>
                  <a:pt x="9" y="8"/>
                  <a:pt x="9" y="8"/>
                  <a:pt x="9" y="8"/>
                </a:cubicBezTo>
                <a:cubicBezTo>
                  <a:pt x="14" y="3"/>
                  <a:pt x="21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34" y="35"/>
                </a:moveTo>
                <a:cubicBezTo>
                  <a:pt x="34" y="35"/>
                  <a:pt x="33" y="36"/>
                  <a:pt x="33" y="36"/>
                </a:cubicBezTo>
                <a:cubicBezTo>
                  <a:pt x="20" y="36"/>
                  <a:pt x="20" y="36"/>
                  <a:pt x="20" y="36"/>
                </a:cubicBezTo>
                <a:cubicBezTo>
                  <a:pt x="20" y="36"/>
                  <a:pt x="19" y="35"/>
                  <a:pt x="19" y="35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2"/>
                  <a:pt x="20" y="31"/>
                  <a:pt x="20" y="31"/>
                </a:cubicBezTo>
                <a:cubicBezTo>
                  <a:pt x="29" y="31"/>
                  <a:pt x="29" y="31"/>
                  <a:pt x="29" y="31"/>
                </a:cubicBezTo>
                <a:cubicBezTo>
                  <a:pt x="29" y="18"/>
                  <a:pt x="29" y="18"/>
                  <a:pt x="29" y="18"/>
                </a:cubicBezTo>
                <a:cubicBezTo>
                  <a:pt x="29" y="17"/>
                  <a:pt x="29" y="17"/>
                  <a:pt x="30" y="17"/>
                </a:cubicBezTo>
                <a:cubicBezTo>
                  <a:pt x="33" y="17"/>
                  <a:pt x="33" y="17"/>
                  <a:pt x="33" y="17"/>
                </a:cubicBezTo>
                <a:cubicBezTo>
                  <a:pt x="33" y="17"/>
                  <a:pt x="34" y="17"/>
                  <a:pt x="34" y="18"/>
                </a:cubicBezTo>
                <a:lnTo>
                  <a:pt x="34" y="35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975847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gm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0"/>
          <p:cNvSpPr>
            <a:spLocks noEditPoints="1"/>
          </p:cNvSpPr>
          <p:nvPr userDrawn="1"/>
        </p:nvSpPr>
        <p:spPr bwMode="auto">
          <a:xfrm>
            <a:off x="5428193" y="1498601"/>
            <a:ext cx="1335617" cy="1280351"/>
          </a:xfrm>
          <a:custGeom>
            <a:avLst/>
            <a:gdLst/>
            <a:ahLst/>
            <a:cxnLst>
              <a:cxn ang="0">
                <a:pos x="63" y="49"/>
              </a:cxn>
              <a:cxn ang="0">
                <a:pos x="58" y="44"/>
              </a:cxn>
              <a:cxn ang="0">
                <a:pos x="54" y="48"/>
              </a:cxn>
              <a:cxn ang="0">
                <a:pos x="63" y="57"/>
              </a:cxn>
              <a:cxn ang="0">
                <a:pos x="64" y="60"/>
              </a:cxn>
              <a:cxn ang="0">
                <a:pos x="59" y="64"/>
              </a:cxn>
              <a:cxn ang="0">
                <a:pos x="56" y="63"/>
              </a:cxn>
              <a:cxn ang="0">
                <a:pos x="29" y="36"/>
              </a:cxn>
              <a:cxn ang="0">
                <a:pos x="15" y="42"/>
              </a:cxn>
              <a:cxn ang="0">
                <a:pos x="0" y="27"/>
              </a:cxn>
              <a:cxn ang="0">
                <a:pos x="26" y="0"/>
              </a:cxn>
              <a:cxn ang="0">
                <a:pos x="41" y="15"/>
              </a:cxn>
              <a:cxn ang="0">
                <a:pos x="36" y="30"/>
              </a:cxn>
              <a:cxn ang="0">
                <a:pos x="50" y="44"/>
              </a:cxn>
              <a:cxn ang="0">
                <a:pos x="54" y="40"/>
              </a:cxn>
              <a:cxn ang="0">
                <a:pos x="49" y="35"/>
              </a:cxn>
              <a:cxn ang="0">
                <a:pos x="54" y="31"/>
              </a:cxn>
              <a:cxn ang="0">
                <a:pos x="55" y="31"/>
              </a:cxn>
              <a:cxn ang="0">
                <a:pos x="67" y="44"/>
              </a:cxn>
              <a:cxn ang="0">
                <a:pos x="63" y="49"/>
              </a:cxn>
              <a:cxn ang="0">
                <a:pos x="25" y="8"/>
              </a:cxn>
              <a:cxn ang="0">
                <a:pos x="18" y="16"/>
              </a:cxn>
              <a:cxn ang="0">
                <a:pos x="19" y="19"/>
              </a:cxn>
              <a:cxn ang="0">
                <a:pos x="15" y="18"/>
              </a:cxn>
              <a:cxn ang="0">
                <a:pos x="7" y="26"/>
              </a:cxn>
              <a:cxn ang="0">
                <a:pos x="15" y="34"/>
              </a:cxn>
              <a:cxn ang="0">
                <a:pos x="23" y="26"/>
              </a:cxn>
              <a:cxn ang="0">
                <a:pos x="22" y="23"/>
              </a:cxn>
              <a:cxn ang="0">
                <a:pos x="25" y="24"/>
              </a:cxn>
              <a:cxn ang="0">
                <a:pos x="33" y="16"/>
              </a:cxn>
              <a:cxn ang="0">
                <a:pos x="25" y="8"/>
              </a:cxn>
            </a:cxnLst>
            <a:rect l="0" t="0" r="r" b="b"/>
            <a:pathLst>
              <a:path w="67" h="64">
                <a:moveTo>
                  <a:pt x="63" y="49"/>
                </a:moveTo>
                <a:cubicBezTo>
                  <a:pt x="62" y="49"/>
                  <a:pt x="58" y="45"/>
                  <a:pt x="58" y="44"/>
                </a:cubicBezTo>
                <a:cubicBezTo>
                  <a:pt x="54" y="48"/>
                  <a:pt x="54" y="48"/>
                  <a:pt x="54" y="48"/>
                </a:cubicBezTo>
                <a:cubicBezTo>
                  <a:pt x="63" y="57"/>
                  <a:pt x="63" y="57"/>
                  <a:pt x="63" y="57"/>
                </a:cubicBezTo>
                <a:cubicBezTo>
                  <a:pt x="63" y="58"/>
                  <a:pt x="64" y="59"/>
                  <a:pt x="64" y="60"/>
                </a:cubicBezTo>
                <a:cubicBezTo>
                  <a:pt x="64" y="62"/>
                  <a:pt x="61" y="64"/>
                  <a:pt x="59" y="64"/>
                </a:cubicBezTo>
                <a:cubicBezTo>
                  <a:pt x="58" y="64"/>
                  <a:pt x="57" y="64"/>
                  <a:pt x="56" y="63"/>
                </a:cubicBezTo>
                <a:cubicBezTo>
                  <a:pt x="29" y="36"/>
                  <a:pt x="29" y="36"/>
                  <a:pt x="29" y="36"/>
                </a:cubicBezTo>
                <a:cubicBezTo>
                  <a:pt x="25" y="39"/>
                  <a:pt x="20" y="42"/>
                  <a:pt x="15" y="42"/>
                </a:cubicBezTo>
                <a:cubicBezTo>
                  <a:pt x="6" y="42"/>
                  <a:pt x="0" y="36"/>
                  <a:pt x="0" y="27"/>
                </a:cubicBezTo>
                <a:cubicBezTo>
                  <a:pt x="0" y="14"/>
                  <a:pt x="13" y="0"/>
                  <a:pt x="26" y="0"/>
                </a:cubicBezTo>
                <a:cubicBezTo>
                  <a:pt x="35" y="0"/>
                  <a:pt x="41" y="6"/>
                  <a:pt x="41" y="15"/>
                </a:cubicBezTo>
                <a:cubicBezTo>
                  <a:pt x="41" y="21"/>
                  <a:pt x="39" y="26"/>
                  <a:pt x="36" y="30"/>
                </a:cubicBezTo>
                <a:cubicBezTo>
                  <a:pt x="50" y="44"/>
                  <a:pt x="50" y="44"/>
                  <a:pt x="50" y="44"/>
                </a:cubicBezTo>
                <a:cubicBezTo>
                  <a:pt x="54" y="40"/>
                  <a:pt x="54" y="40"/>
                  <a:pt x="54" y="40"/>
                </a:cubicBezTo>
                <a:cubicBezTo>
                  <a:pt x="53" y="39"/>
                  <a:pt x="49" y="36"/>
                  <a:pt x="49" y="35"/>
                </a:cubicBezTo>
                <a:cubicBezTo>
                  <a:pt x="49" y="34"/>
                  <a:pt x="53" y="31"/>
                  <a:pt x="54" y="31"/>
                </a:cubicBezTo>
                <a:cubicBezTo>
                  <a:pt x="54" y="31"/>
                  <a:pt x="54" y="31"/>
                  <a:pt x="55" y="31"/>
                </a:cubicBezTo>
                <a:cubicBezTo>
                  <a:pt x="56" y="32"/>
                  <a:pt x="67" y="43"/>
                  <a:pt x="67" y="44"/>
                </a:cubicBezTo>
                <a:cubicBezTo>
                  <a:pt x="67" y="45"/>
                  <a:pt x="64" y="49"/>
                  <a:pt x="63" y="49"/>
                </a:cubicBezTo>
                <a:close/>
                <a:moveTo>
                  <a:pt x="25" y="8"/>
                </a:moveTo>
                <a:cubicBezTo>
                  <a:pt x="21" y="8"/>
                  <a:pt x="18" y="12"/>
                  <a:pt x="18" y="16"/>
                </a:cubicBezTo>
                <a:cubicBezTo>
                  <a:pt x="18" y="17"/>
                  <a:pt x="18" y="18"/>
                  <a:pt x="19" y="19"/>
                </a:cubicBezTo>
                <a:cubicBezTo>
                  <a:pt x="17" y="19"/>
                  <a:pt x="16" y="18"/>
                  <a:pt x="15" y="18"/>
                </a:cubicBezTo>
                <a:cubicBezTo>
                  <a:pt x="11" y="18"/>
                  <a:pt x="7" y="22"/>
                  <a:pt x="7" y="26"/>
                </a:cubicBezTo>
                <a:cubicBezTo>
                  <a:pt x="7" y="30"/>
                  <a:pt x="11" y="34"/>
                  <a:pt x="15" y="34"/>
                </a:cubicBezTo>
                <a:cubicBezTo>
                  <a:pt x="19" y="34"/>
                  <a:pt x="23" y="30"/>
                  <a:pt x="23" y="26"/>
                </a:cubicBezTo>
                <a:cubicBezTo>
                  <a:pt x="23" y="25"/>
                  <a:pt x="23" y="24"/>
                  <a:pt x="22" y="23"/>
                </a:cubicBezTo>
                <a:cubicBezTo>
                  <a:pt x="23" y="23"/>
                  <a:pt x="24" y="24"/>
                  <a:pt x="25" y="24"/>
                </a:cubicBezTo>
                <a:cubicBezTo>
                  <a:pt x="30" y="24"/>
                  <a:pt x="33" y="20"/>
                  <a:pt x="33" y="16"/>
                </a:cubicBezTo>
                <a:cubicBezTo>
                  <a:pt x="33" y="12"/>
                  <a:pt x="30" y="8"/>
                  <a:pt x="25" y="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279481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peci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89"/>
          <p:cNvSpPr>
            <a:spLocks noEditPoints="1"/>
          </p:cNvSpPr>
          <p:nvPr userDrawn="1"/>
        </p:nvSpPr>
        <p:spPr bwMode="auto">
          <a:xfrm>
            <a:off x="5524265" y="1698556"/>
            <a:ext cx="1143473" cy="998408"/>
          </a:xfrm>
          <a:custGeom>
            <a:avLst/>
            <a:gdLst/>
            <a:ahLst/>
            <a:cxnLst>
              <a:cxn ang="0">
                <a:pos x="62" y="32"/>
              </a:cxn>
              <a:cxn ang="0">
                <a:pos x="61" y="33"/>
              </a:cxn>
              <a:cxn ang="0">
                <a:pos x="57" y="33"/>
              </a:cxn>
              <a:cxn ang="0">
                <a:pos x="57" y="50"/>
              </a:cxn>
              <a:cxn ang="0">
                <a:pos x="53" y="54"/>
              </a:cxn>
              <a:cxn ang="0">
                <a:pos x="9" y="54"/>
              </a:cxn>
              <a:cxn ang="0">
                <a:pos x="6" y="50"/>
              </a:cxn>
              <a:cxn ang="0">
                <a:pos x="6" y="33"/>
              </a:cxn>
              <a:cxn ang="0">
                <a:pos x="2" y="33"/>
              </a:cxn>
              <a:cxn ang="0">
                <a:pos x="0" y="32"/>
              </a:cxn>
              <a:cxn ang="0">
                <a:pos x="0" y="19"/>
              </a:cxn>
              <a:cxn ang="0">
                <a:pos x="2" y="18"/>
              </a:cxn>
              <a:cxn ang="0">
                <a:pos x="19" y="18"/>
              </a:cxn>
              <a:cxn ang="0">
                <a:pos x="10" y="9"/>
              </a:cxn>
              <a:cxn ang="0">
                <a:pos x="19" y="0"/>
              </a:cxn>
              <a:cxn ang="0">
                <a:pos x="26" y="3"/>
              </a:cxn>
              <a:cxn ang="0">
                <a:pos x="31" y="10"/>
              </a:cxn>
              <a:cxn ang="0">
                <a:pos x="36" y="3"/>
              </a:cxn>
              <a:cxn ang="0">
                <a:pos x="43" y="0"/>
              </a:cxn>
              <a:cxn ang="0">
                <a:pos x="52" y="9"/>
              </a:cxn>
              <a:cxn ang="0">
                <a:pos x="43" y="18"/>
              </a:cxn>
              <a:cxn ang="0">
                <a:pos x="61" y="18"/>
              </a:cxn>
              <a:cxn ang="0">
                <a:pos x="62" y="19"/>
              </a:cxn>
              <a:cxn ang="0">
                <a:pos x="62" y="32"/>
              </a:cxn>
              <a:cxn ang="0">
                <a:pos x="27" y="13"/>
              </a:cxn>
              <a:cxn ang="0">
                <a:pos x="22" y="6"/>
              </a:cxn>
              <a:cxn ang="0">
                <a:pos x="19" y="5"/>
              </a:cxn>
              <a:cxn ang="0">
                <a:pos x="16" y="9"/>
              </a:cxn>
              <a:cxn ang="0">
                <a:pos x="19" y="13"/>
              </a:cxn>
              <a:cxn ang="0">
                <a:pos x="27" y="13"/>
              </a:cxn>
              <a:cxn ang="0">
                <a:pos x="38" y="45"/>
              </a:cxn>
              <a:cxn ang="0">
                <a:pos x="38" y="26"/>
              </a:cxn>
              <a:cxn ang="0">
                <a:pos x="38" y="18"/>
              </a:cxn>
              <a:cxn ang="0">
                <a:pos x="25" y="18"/>
              </a:cxn>
              <a:cxn ang="0">
                <a:pos x="25" y="26"/>
              </a:cxn>
              <a:cxn ang="0">
                <a:pos x="25" y="45"/>
              </a:cxn>
              <a:cxn ang="0">
                <a:pos x="25" y="47"/>
              </a:cxn>
              <a:cxn ang="0">
                <a:pos x="27" y="49"/>
              </a:cxn>
              <a:cxn ang="0">
                <a:pos x="35" y="49"/>
              </a:cxn>
              <a:cxn ang="0">
                <a:pos x="38" y="47"/>
              </a:cxn>
              <a:cxn ang="0">
                <a:pos x="38" y="45"/>
              </a:cxn>
              <a:cxn ang="0">
                <a:pos x="43" y="5"/>
              </a:cxn>
              <a:cxn ang="0">
                <a:pos x="40" y="6"/>
              </a:cxn>
              <a:cxn ang="0">
                <a:pos x="35" y="13"/>
              </a:cxn>
              <a:cxn ang="0">
                <a:pos x="43" y="13"/>
              </a:cxn>
              <a:cxn ang="0">
                <a:pos x="47" y="9"/>
              </a:cxn>
              <a:cxn ang="0">
                <a:pos x="43" y="5"/>
              </a:cxn>
            </a:cxnLst>
            <a:rect l="0" t="0" r="r" b="b"/>
            <a:pathLst>
              <a:path w="62" h="54">
                <a:moveTo>
                  <a:pt x="62" y="32"/>
                </a:moveTo>
                <a:cubicBezTo>
                  <a:pt x="62" y="33"/>
                  <a:pt x="62" y="33"/>
                  <a:pt x="61" y="33"/>
                </a:cubicBezTo>
                <a:cubicBezTo>
                  <a:pt x="57" y="33"/>
                  <a:pt x="57" y="33"/>
                  <a:pt x="57" y="33"/>
                </a:cubicBezTo>
                <a:cubicBezTo>
                  <a:pt x="57" y="50"/>
                  <a:pt x="57" y="50"/>
                  <a:pt x="57" y="50"/>
                </a:cubicBezTo>
                <a:cubicBezTo>
                  <a:pt x="57" y="52"/>
                  <a:pt x="55" y="54"/>
                  <a:pt x="53" y="54"/>
                </a:cubicBezTo>
                <a:cubicBezTo>
                  <a:pt x="9" y="54"/>
                  <a:pt x="9" y="54"/>
                  <a:pt x="9" y="54"/>
                </a:cubicBezTo>
                <a:cubicBezTo>
                  <a:pt x="7" y="54"/>
                  <a:pt x="6" y="52"/>
                  <a:pt x="6" y="50"/>
                </a:cubicBezTo>
                <a:cubicBezTo>
                  <a:pt x="6" y="33"/>
                  <a:pt x="6" y="33"/>
                  <a:pt x="6" y="33"/>
                </a:cubicBezTo>
                <a:cubicBezTo>
                  <a:pt x="2" y="33"/>
                  <a:pt x="2" y="33"/>
                  <a:pt x="2" y="33"/>
                </a:cubicBezTo>
                <a:cubicBezTo>
                  <a:pt x="1" y="33"/>
                  <a:pt x="0" y="33"/>
                  <a:pt x="0" y="32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9"/>
                  <a:pt x="1" y="18"/>
                  <a:pt x="2" y="18"/>
                </a:cubicBezTo>
                <a:cubicBezTo>
                  <a:pt x="19" y="18"/>
                  <a:pt x="19" y="18"/>
                  <a:pt x="19" y="18"/>
                </a:cubicBezTo>
                <a:cubicBezTo>
                  <a:pt x="14" y="18"/>
                  <a:pt x="10" y="14"/>
                  <a:pt x="10" y="9"/>
                </a:cubicBezTo>
                <a:cubicBezTo>
                  <a:pt x="10" y="4"/>
                  <a:pt x="14" y="0"/>
                  <a:pt x="19" y="0"/>
                </a:cubicBezTo>
                <a:cubicBezTo>
                  <a:pt x="22" y="0"/>
                  <a:pt x="25" y="1"/>
                  <a:pt x="26" y="3"/>
                </a:cubicBezTo>
                <a:cubicBezTo>
                  <a:pt x="31" y="10"/>
                  <a:pt x="31" y="10"/>
                  <a:pt x="31" y="10"/>
                </a:cubicBezTo>
                <a:cubicBezTo>
                  <a:pt x="36" y="3"/>
                  <a:pt x="36" y="3"/>
                  <a:pt x="36" y="3"/>
                </a:cubicBezTo>
                <a:cubicBezTo>
                  <a:pt x="38" y="1"/>
                  <a:pt x="41" y="0"/>
                  <a:pt x="43" y="0"/>
                </a:cubicBezTo>
                <a:cubicBezTo>
                  <a:pt x="48" y="0"/>
                  <a:pt x="52" y="4"/>
                  <a:pt x="52" y="9"/>
                </a:cubicBezTo>
                <a:cubicBezTo>
                  <a:pt x="52" y="14"/>
                  <a:pt x="48" y="18"/>
                  <a:pt x="43" y="18"/>
                </a:cubicBezTo>
                <a:cubicBezTo>
                  <a:pt x="61" y="18"/>
                  <a:pt x="61" y="18"/>
                  <a:pt x="61" y="18"/>
                </a:cubicBezTo>
                <a:cubicBezTo>
                  <a:pt x="62" y="18"/>
                  <a:pt x="62" y="19"/>
                  <a:pt x="62" y="19"/>
                </a:cubicBezTo>
                <a:lnTo>
                  <a:pt x="62" y="32"/>
                </a:lnTo>
                <a:close/>
                <a:moveTo>
                  <a:pt x="27" y="13"/>
                </a:moveTo>
                <a:cubicBezTo>
                  <a:pt x="22" y="6"/>
                  <a:pt x="22" y="6"/>
                  <a:pt x="22" y="6"/>
                </a:cubicBezTo>
                <a:cubicBezTo>
                  <a:pt x="22" y="6"/>
                  <a:pt x="21" y="5"/>
                  <a:pt x="19" y="5"/>
                </a:cubicBezTo>
                <a:cubicBezTo>
                  <a:pt x="17" y="5"/>
                  <a:pt x="16" y="7"/>
                  <a:pt x="16" y="9"/>
                </a:cubicBezTo>
                <a:cubicBezTo>
                  <a:pt x="16" y="11"/>
                  <a:pt x="17" y="13"/>
                  <a:pt x="19" y="13"/>
                </a:cubicBezTo>
                <a:lnTo>
                  <a:pt x="27" y="13"/>
                </a:lnTo>
                <a:close/>
                <a:moveTo>
                  <a:pt x="38" y="45"/>
                </a:moveTo>
                <a:cubicBezTo>
                  <a:pt x="38" y="26"/>
                  <a:pt x="38" y="26"/>
                  <a:pt x="38" y="26"/>
                </a:cubicBezTo>
                <a:cubicBezTo>
                  <a:pt x="38" y="18"/>
                  <a:pt x="38" y="18"/>
                  <a:pt x="38" y="18"/>
                </a:cubicBezTo>
                <a:cubicBezTo>
                  <a:pt x="25" y="18"/>
                  <a:pt x="25" y="18"/>
                  <a:pt x="25" y="18"/>
                </a:cubicBezTo>
                <a:cubicBezTo>
                  <a:pt x="25" y="26"/>
                  <a:pt x="25" y="26"/>
                  <a:pt x="25" y="26"/>
                </a:cubicBezTo>
                <a:cubicBezTo>
                  <a:pt x="25" y="45"/>
                  <a:pt x="25" y="45"/>
                  <a:pt x="25" y="45"/>
                </a:cubicBezTo>
                <a:cubicBezTo>
                  <a:pt x="25" y="47"/>
                  <a:pt x="25" y="47"/>
                  <a:pt x="25" y="47"/>
                </a:cubicBezTo>
                <a:cubicBezTo>
                  <a:pt x="25" y="48"/>
                  <a:pt x="26" y="49"/>
                  <a:pt x="27" y="49"/>
                </a:cubicBezTo>
                <a:cubicBezTo>
                  <a:pt x="35" y="49"/>
                  <a:pt x="35" y="49"/>
                  <a:pt x="35" y="49"/>
                </a:cubicBezTo>
                <a:cubicBezTo>
                  <a:pt x="37" y="49"/>
                  <a:pt x="38" y="48"/>
                  <a:pt x="38" y="47"/>
                </a:cubicBezTo>
                <a:lnTo>
                  <a:pt x="38" y="45"/>
                </a:lnTo>
                <a:close/>
                <a:moveTo>
                  <a:pt x="43" y="5"/>
                </a:moveTo>
                <a:cubicBezTo>
                  <a:pt x="42" y="5"/>
                  <a:pt x="41" y="6"/>
                  <a:pt x="40" y="6"/>
                </a:cubicBezTo>
                <a:cubicBezTo>
                  <a:pt x="35" y="13"/>
                  <a:pt x="35" y="13"/>
                  <a:pt x="35" y="13"/>
                </a:cubicBezTo>
                <a:cubicBezTo>
                  <a:pt x="43" y="13"/>
                  <a:pt x="43" y="13"/>
                  <a:pt x="43" y="13"/>
                </a:cubicBezTo>
                <a:cubicBezTo>
                  <a:pt x="45" y="13"/>
                  <a:pt x="47" y="11"/>
                  <a:pt x="47" y="9"/>
                </a:cubicBezTo>
                <a:cubicBezTo>
                  <a:pt x="47" y="7"/>
                  <a:pt x="45" y="5"/>
                  <a:pt x="43" y="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371401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12"/>
          <p:cNvSpPr>
            <a:spLocks noEditPoints="1"/>
          </p:cNvSpPr>
          <p:nvPr userDrawn="1"/>
        </p:nvSpPr>
        <p:spPr bwMode="auto">
          <a:xfrm rot="10800000">
            <a:off x="5503067" y="1397001"/>
            <a:ext cx="1185868" cy="1202225"/>
          </a:xfrm>
          <a:custGeom>
            <a:avLst/>
            <a:gdLst/>
            <a:ahLst/>
            <a:cxnLst>
              <a:cxn ang="0">
                <a:pos x="26" y="55"/>
              </a:cxn>
              <a:cxn ang="0">
                <a:pos x="14" y="67"/>
              </a:cxn>
              <a:cxn ang="0">
                <a:pos x="13" y="68"/>
              </a:cxn>
              <a:cxn ang="0">
                <a:pos x="12" y="67"/>
              </a:cxn>
              <a:cxn ang="0">
                <a:pos x="0" y="55"/>
              </a:cxn>
              <a:cxn ang="0">
                <a:pos x="0" y="54"/>
              </a:cxn>
              <a:cxn ang="0">
                <a:pos x="1" y="53"/>
              </a:cxn>
              <a:cxn ang="0">
                <a:pos x="8" y="53"/>
              </a:cxn>
              <a:cxn ang="0">
                <a:pos x="8" y="1"/>
              </a:cxn>
              <a:cxn ang="0">
                <a:pos x="10" y="0"/>
              </a:cxn>
              <a:cxn ang="0">
                <a:pos x="17" y="0"/>
              </a:cxn>
              <a:cxn ang="0">
                <a:pos x="18" y="1"/>
              </a:cxn>
              <a:cxn ang="0">
                <a:pos x="18" y="53"/>
              </a:cxn>
              <a:cxn ang="0">
                <a:pos x="25" y="53"/>
              </a:cxn>
              <a:cxn ang="0">
                <a:pos x="27" y="54"/>
              </a:cxn>
              <a:cxn ang="0">
                <a:pos x="26" y="55"/>
              </a:cxn>
              <a:cxn ang="0">
                <a:pos x="67" y="8"/>
              </a:cxn>
              <a:cxn ang="0">
                <a:pos x="66" y="9"/>
              </a:cxn>
              <a:cxn ang="0">
                <a:pos x="34" y="9"/>
              </a:cxn>
              <a:cxn ang="0">
                <a:pos x="33" y="8"/>
              </a:cxn>
              <a:cxn ang="0">
                <a:pos x="33" y="1"/>
              </a:cxn>
              <a:cxn ang="0">
                <a:pos x="34" y="0"/>
              </a:cxn>
              <a:cxn ang="0">
                <a:pos x="66" y="0"/>
              </a:cxn>
              <a:cxn ang="0">
                <a:pos x="67" y="1"/>
              </a:cxn>
              <a:cxn ang="0">
                <a:pos x="67" y="8"/>
              </a:cxn>
              <a:cxn ang="0">
                <a:pos x="60" y="28"/>
              </a:cxn>
              <a:cxn ang="0">
                <a:pos x="58" y="29"/>
              </a:cxn>
              <a:cxn ang="0">
                <a:pos x="34" y="29"/>
              </a:cxn>
              <a:cxn ang="0">
                <a:pos x="33" y="28"/>
              </a:cxn>
              <a:cxn ang="0">
                <a:pos x="33" y="20"/>
              </a:cxn>
              <a:cxn ang="0">
                <a:pos x="34" y="19"/>
              </a:cxn>
              <a:cxn ang="0">
                <a:pos x="58" y="19"/>
              </a:cxn>
              <a:cxn ang="0">
                <a:pos x="60" y="20"/>
              </a:cxn>
              <a:cxn ang="0">
                <a:pos x="60" y="28"/>
              </a:cxn>
              <a:cxn ang="0">
                <a:pos x="52" y="47"/>
              </a:cxn>
              <a:cxn ang="0">
                <a:pos x="51" y="48"/>
              </a:cxn>
              <a:cxn ang="0">
                <a:pos x="34" y="48"/>
              </a:cxn>
              <a:cxn ang="0">
                <a:pos x="33" y="47"/>
              </a:cxn>
              <a:cxn ang="0">
                <a:pos x="33" y="40"/>
              </a:cxn>
              <a:cxn ang="0">
                <a:pos x="34" y="39"/>
              </a:cxn>
              <a:cxn ang="0">
                <a:pos x="51" y="39"/>
              </a:cxn>
              <a:cxn ang="0">
                <a:pos x="52" y="40"/>
              </a:cxn>
              <a:cxn ang="0">
                <a:pos x="52" y="47"/>
              </a:cxn>
              <a:cxn ang="0">
                <a:pos x="45" y="67"/>
              </a:cxn>
              <a:cxn ang="0">
                <a:pos x="44" y="68"/>
              </a:cxn>
              <a:cxn ang="0">
                <a:pos x="34" y="68"/>
              </a:cxn>
              <a:cxn ang="0">
                <a:pos x="33" y="67"/>
              </a:cxn>
              <a:cxn ang="0">
                <a:pos x="33" y="59"/>
              </a:cxn>
              <a:cxn ang="0">
                <a:pos x="34" y="58"/>
              </a:cxn>
              <a:cxn ang="0">
                <a:pos x="44" y="58"/>
              </a:cxn>
              <a:cxn ang="0">
                <a:pos x="45" y="59"/>
              </a:cxn>
              <a:cxn ang="0">
                <a:pos x="45" y="67"/>
              </a:cxn>
            </a:cxnLst>
            <a:rect l="0" t="0" r="r" b="b"/>
            <a:pathLst>
              <a:path w="67" h="68">
                <a:moveTo>
                  <a:pt x="26" y="55"/>
                </a:moveTo>
                <a:cubicBezTo>
                  <a:pt x="14" y="67"/>
                  <a:pt x="14" y="67"/>
                  <a:pt x="14" y="67"/>
                </a:cubicBezTo>
                <a:cubicBezTo>
                  <a:pt x="14" y="68"/>
                  <a:pt x="14" y="68"/>
                  <a:pt x="13" y="68"/>
                </a:cubicBezTo>
                <a:cubicBezTo>
                  <a:pt x="13" y="68"/>
                  <a:pt x="13" y="68"/>
                  <a:pt x="12" y="67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4"/>
                  <a:pt x="0" y="54"/>
                </a:cubicBezTo>
                <a:cubicBezTo>
                  <a:pt x="0" y="53"/>
                  <a:pt x="1" y="53"/>
                  <a:pt x="1" y="53"/>
                </a:cubicBezTo>
                <a:cubicBezTo>
                  <a:pt x="8" y="53"/>
                  <a:pt x="8" y="53"/>
                  <a:pt x="8" y="53"/>
                </a:cubicBezTo>
                <a:cubicBezTo>
                  <a:pt x="8" y="1"/>
                  <a:pt x="8" y="1"/>
                  <a:pt x="8" y="1"/>
                </a:cubicBezTo>
                <a:cubicBezTo>
                  <a:pt x="8" y="0"/>
                  <a:pt x="9" y="0"/>
                  <a:pt x="1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8" y="0"/>
                  <a:pt x="18" y="0"/>
                  <a:pt x="18" y="1"/>
                </a:cubicBezTo>
                <a:cubicBezTo>
                  <a:pt x="18" y="53"/>
                  <a:pt x="18" y="53"/>
                  <a:pt x="18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6" y="53"/>
                  <a:pt x="27" y="54"/>
                  <a:pt x="27" y="54"/>
                </a:cubicBezTo>
                <a:cubicBezTo>
                  <a:pt x="27" y="55"/>
                  <a:pt x="27" y="55"/>
                  <a:pt x="26" y="55"/>
                </a:cubicBezTo>
                <a:close/>
                <a:moveTo>
                  <a:pt x="67" y="8"/>
                </a:moveTo>
                <a:cubicBezTo>
                  <a:pt x="67" y="9"/>
                  <a:pt x="66" y="9"/>
                  <a:pt x="66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3" y="9"/>
                  <a:pt x="33" y="9"/>
                  <a:pt x="33" y="8"/>
                </a:cubicBez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3" y="0"/>
                  <a:pt x="34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6" y="0"/>
                  <a:pt x="67" y="0"/>
                  <a:pt x="67" y="1"/>
                </a:cubicBezTo>
                <a:lnTo>
                  <a:pt x="67" y="8"/>
                </a:lnTo>
                <a:close/>
                <a:moveTo>
                  <a:pt x="60" y="28"/>
                </a:moveTo>
                <a:cubicBezTo>
                  <a:pt x="60" y="28"/>
                  <a:pt x="59" y="29"/>
                  <a:pt x="58" y="29"/>
                </a:cubicBezTo>
                <a:cubicBezTo>
                  <a:pt x="34" y="29"/>
                  <a:pt x="34" y="29"/>
                  <a:pt x="34" y="29"/>
                </a:cubicBezTo>
                <a:cubicBezTo>
                  <a:pt x="33" y="29"/>
                  <a:pt x="33" y="28"/>
                  <a:pt x="33" y="28"/>
                </a:cubicBezTo>
                <a:cubicBezTo>
                  <a:pt x="33" y="20"/>
                  <a:pt x="33" y="20"/>
                  <a:pt x="33" y="20"/>
                </a:cubicBezTo>
                <a:cubicBezTo>
                  <a:pt x="33" y="20"/>
                  <a:pt x="33" y="19"/>
                  <a:pt x="34" y="19"/>
                </a:cubicBezTo>
                <a:cubicBezTo>
                  <a:pt x="58" y="19"/>
                  <a:pt x="58" y="19"/>
                  <a:pt x="58" y="19"/>
                </a:cubicBezTo>
                <a:cubicBezTo>
                  <a:pt x="59" y="19"/>
                  <a:pt x="60" y="20"/>
                  <a:pt x="60" y="20"/>
                </a:cubicBezTo>
                <a:lnTo>
                  <a:pt x="60" y="28"/>
                </a:lnTo>
                <a:close/>
                <a:moveTo>
                  <a:pt x="52" y="47"/>
                </a:moveTo>
                <a:cubicBezTo>
                  <a:pt x="52" y="48"/>
                  <a:pt x="52" y="48"/>
                  <a:pt x="51" y="48"/>
                </a:cubicBezTo>
                <a:cubicBezTo>
                  <a:pt x="34" y="48"/>
                  <a:pt x="34" y="48"/>
                  <a:pt x="34" y="48"/>
                </a:cubicBezTo>
                <a:cubicBezTo>
                  <a:pt x="33" y="48"/>
                  <a:pt x="33" y="48"/>
                  <a:pt x="33" y="47"/>
                </a:cubicBezTo>
                <a:cubicBezTo>
                  <a:pt x="33" y="40"/>
                  <a:pt x="33" y="40"/>
                  <a:pt x="33" y="40"/>
                </a:cubicBezTo>
                <a:cubicBezTo>
                  <a:pt x="33" y="39"/>
                  <a:pt x="33" y="39"/>
                  <a:pt x="34" y="39"/>
                </a:cubicBezTo>
                <a:cubicBezTo>
                  <a:pt x="51" y="39"/>
                  <a:pt x="51" y="39"/>
                  <a:pt x="51" y="39"/>
                </a:cubicBezTo>
                <a:cubicBezTo>
                  <a:pt x="52" y="39"/>
                  <a:pt x="52" y="39"/>
                  <a:pt x="52" y="40"/>
                </a:cubicBezTo>
                <a:lnTo>
                  <a:pt x="52" y="47"/>
                </a:lnTo>
                <a:close/>
                <a:moveTo>
                  <a:pt x="45" y="67"/>
                </a:moveTo>
                <a:cubicBezTo>
                  <a:pt x="45" y="67"/>
                  <a:pt x="44" y="68"/>
                  <a:pt x="44" y="68"/>
                </a:cubicBezTo>
                <a:cubicBezTo>
                  <a:pt x="34" y="68"/>
                  <a:pt x="34" y="68"/>
                  <a:pt x="34" y="68"/>
                </a:cubicBezTo>
                <a:cubicBezTo>
                  <a:pt x="33" y="68"/>
                  <a:pt x="33" y="67"/>
                  <a:pt x="33" y="67"/>
                </a:cubicBezTo>
                <a:cubicBezTo>
                  <a:pt x="33" y="59"/>
                  <a:pt x="33" y="59"/>
                  <a:pt x="33" y="59"/>
                </a:cubicBezTo>
                <a:cubicBezTo>
                  <a:pt x="33" y="59"/>
                  <a:pt x="33" y="58"/>
                  <a:pt x="34" y="58"/>
                </a:cubicBezTo>
                <a:cubicBezTo>
                  <a:pt x="44" y="58"/>
                  <a:pt x="44" y="58"/>
                  <a:pt x="44" y="58"/>
                </a:cubicBezTo>
                <a:cubicBezTo>
                  <a:pt x="44" y="58"/>
                  <a:pt x="45" y="59"/>
                  <a:pt x="45" y="59"/>
                </a:cubicBezTo>
                <a:lnTo>
                  <a:pt x="45" y="6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2642779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e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219"/>
          <p:cNvSpPr>
            <a:spLocks noEditPoints="1"/>
          </p:cNvSpPr>
          <p:nvPr userDrawn="1"/>
        </p:nvSpPr>
        <p:spPr bwMode="auto">
          <a:xfrm>
            <a:off x="5503067" y="1701799"/>
            <a:ext cx="1185868" cy="919652"/>
          </a:xfrm>
          <a:custGeom>
            <a:avLst/>
            <a:gdLst/>
            <a:ahLst/>
            <a:cxnLst>
              <a:cxn ang="0">
                <a:pos x="8" y="15"/>
              </a:cxn>
              <a:cxn ang="0">
                <a:pos x="0" y="7"/>
              </a:cxn>
              <a:cxn ang="0">
                <a:pos x="8" y="0"/>
              </a:cxn>
              <a:cxn ang="0">
                <a:pos x="15" y="7"/>
              </a:cxn>
              <a:cxn ang="0">
                <a:pos x="8" y="15"/>
              </a:cxn>
              <a:cxn ang="0">
                <a:pos x="8" y="34"/>
              </a:cxn>
              <a:cxn ang="0">
                <a:pos x="0" y="27"/>
              </a:cxn>
              <a:cxn ang="0">
                <a:pos x="8" y="19"/>
              </a:cxn>
              <a:cxn ang="0">
                <a:pos x="15" y="27"/>
              </a:cxn>
              <a:cxn ang="0">
                <a:pos x="8" y="34"/>
              </a:cxn>
              <a:cxn ang="0">
                <a:pos x="8" y="53"/>
              </a:cxn>
              <a:cxn ang="0">
                <a:pos x="0" y="46"/>
              </a:cxn>
              <a:cxn ang="0">
                <a:pos x="8" y="39"/>
              </a:cxn>
              <a:cxn ang="0">
                <a:pos x="15" y="46"/>
              </a:cxn>
              <a:cxn ang="0">
                <a:pos x="8" y="53"/>
              </a:cxn>
              <a:cxn ang="0">
                <a:pos x="68" y="11"/>
              </a:cxn>
              <a:cxn ang="0">
                <a:pos x="67" y="12"/>
              </a:cxn>
              <a:cxn ang="0">
                <a:pos x="21" y="12"/>
              </a:cxn>
              <a:cxn ang="0">
                <a:pos x="20" y="11"/>
              </a:cxn>
              <a:cxn ang="0">
                <a:pos x="20" y="4"/>
              </a:cxn>
              <a:cxn ang="0">
                <a:pos x="21" y="2"/>
              </a:cxn>
              <a:cxn ang="0">
                <a:pos x="67" y="2"/>
              </a:cxn>
              <a:cxn ang="0">
                <a:pos x="68" y="4"/>
              </a:cxn>
              <a:cxn ang="0">
                <a:pos x="68" y="11"/>
              </a:cxn>
              <a:cxn ang="0">
                <a:pos x="68" y="30"/>
              </a:cxn>
              <a:cxn ang="0">
                <a:pos x="67" y="32"/>
              </a:cxn>
              <a:cxn ang="0">
                <a:pos x="21" y="32"/>
              </a:cxn>
              <a:cxn ang="0">
                <a:pos x="20" y="30"/>
              </a:cxn>
              <a:cxn ang="0">
                <a:pos x="20" y="23"/>
              </a:cxn>
              <a:cxn ang="0">
                <a:pos x="21" y="22"/>
              </a:cxn>
              <a:cxn ang="0">
                <a:pos x="67" y="22"/>
              </a:cxn>
              <a:cxn ang="0">
                <a:pos x="68" y="23"/>
              </a:cxn>
              <a:cxn ang="0">
                <a:pos x="68" y="30"/>
              </a:cxn>
              <a:cxn ang="0">
                <a:pos x="68" y="50"/>
              </a:cxn>
              <a:cxn ang="0">
                <a:pos x="67" y="51"/>
              </a:cxn>
              <a:cxn ang="0">
                <a:pos x="21" y="51"/>
              </a:cxn>
              <a:cxn ang="0">
                <a:pos x="20" y="50"/>
              </a:cxn>
              <a:cxn ang="0">
                <a:pos x="20" y="42"/>
              </a:cxn>
              <a:cxn ang="0">
                <a:pos x="21" y="41"/>
              </a:cxn>
              <a:cxn ang="0">
                <a:pos x="67" y="41"/>
              </a:cxn>
              <a:cxn ang="0">
                <a:pos x="68" y="42"/>
              </a:cxn>
              <a:cxn ang="0">
                <a:pos x="68" y="50"/>
              </a:cxn>
            </a:cxnLst>
            <a:rect l="0" t="0" r="r" b="b"/>
            <a:pathLst>
              <a:path w="68" h="53">
                <a:moveTo>
                  <a:pt x="8" y="15"/>
                </a:moveTo>
                <a:cubicBezTo>
                  <a:pt x="4" y="15"/>
                  <a:pt x="0" y="11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12" y="0"/>
                  <a:pt x="15" y="3"/>
                  <a:pt x="15" y="7"/>
                </a:cubicBezTo>
                <a:cubicBezTo>
                  <a:pt x="15" y="11"/>
                  <a:pt x="12" y="15"/>
                  <a:pt x="8" y="15"/>
                </a:cubicBezTo>
                <a:close/>
                <a:moveTo>
                  <a:pt x="8" y="34"/>
                </a:moveTo>
                <a:cubicBezTo>
                  <a:pt x="4" y="34"/>
                  <a:pt x="0" y="31"/>
                  <a:pt x="0" y="27"/>
                </a:cubicBezTo>
                <a:cubicBezTo>
                  <a:pt x="0" y="23"/>
                  <a:pt x="4" y="19"/>
                  <a:pt x="8" y="19"/>
                </a:cubicBezTo>
                <a:cubicBezTo>
                  <a:pt x="12" y="19"/>
                  <a:pt x="15" y="23"/>
                  <a:pt x="15" y="27"/>
                </a:cubicBezTo>
                <a:cubicBezTo>
                  <a:pt x="15" y="31"/>
                  <a:pt x="12" y="34"/>
                  <a:pt x="8" y="34"/>
                </a:cubicBezTo>
                <a:close/>
                <a:moveTo>
                  <a:pt x="8" y="53"/>
                </a:moveTo>
                <a:cubicBezTo>
                  <a:pt x="4" y="53"/>
                  <a:pt x="0" y="50"/>
                  <a:pt x="0" y="46"/>
                </a:cubicBezTo>
                <a:cubicBezTo>
                  <a:pt x="0" y="42"/>
                  <a:pt x="4" y="39"/>
                  <a:pt x="8" y="39"/>
                </a:cubicBezTo>
                <a:cubicBezTo>
                  <a:pt x="12" y="39"/>
                  <a:pt x="15" y="42"/>
                  <a:pt x="15" y="46"/>
                </a:cubicBezTo>
                <a:cubicBezTo>
                  <a:pt x="15" y="50"/>
                  <a:pt x="12" y="53"/>
                  <a:pt x="8" y="53"/>
                </a:cubicBezTo>
                <a:close/>
                <a:moveTo>
                  <a:pt x="68" y="11"/>
                </a:moveTo>
                <a:cubicBezTo>
                  <a:pt x="68" y="12"/>
                  <a:pt x="68" y="12"/>
                  <a:pt x="67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0" y="12"/>
                  <a:pt x="20" y="12"/>
                  <a:pt x="20" y="11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3"/>
                  <a:pt x="20" y="2"/>
                  <a:pt x="21" y="2"/>
                </a:cubicBezTo>
                <a:cubicBezTo>
                  <a:pt x="67" y="2"/>
                  <a:pt x="67" y="2"/>
                  <a:pt x="67" y="2"/>
                </a:cubicBezTo>
                <a:cubicBezTo>
                  <a:pt x="68" y="2"/>
                  <a:pt x="68" y="3"/>
                  <a:pt x="68" y="4"/>
                </a:cubicBezTo>
                <a:lnTo>
                  <a:pt x="68" y="11"/>
                </a:lnTo>
                <a:close/>
                <a:moveTo>
                  <a:pt x="68" y="30"/>
                </a:moveTo>
                <a:cubicBezTo>
                  <a:pt x="68" y="31"/>
                  <a:pt x="68" y="32"/>
                  <a:pt x="67" y="32"/>
                </a:cubicBezTo>
                <a:cubicBezTo>
                  <a:pt x="21" y="32"/>
                  <a:pt x="21" y="32"/>
                  <a:pt x="21" y="32"/>
                </a:cubicBezTo>
                <a:cubicBezTo>
                  <a:pt x="20" y="32"/>
                  <a:pt x="20" y="31"/>
                  <a:pt x="20" y="30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22"/>
                  <a:pt x="20" y="22"/>
                  <a:pt x="21" y="22"/>
                </a:cubicBezTo>
                <a:cubicBezTo>
                  <a:pt x="67" y="22"/>
                  <a:pt x="67" y="22"/>
                  <a:pt x="67" y="22"/>
                </a:cubicBezTo>
                <a:cubicBezTo>
                  <a:pt x="68" y="22"/>
                  <a:pt x="68" y="22"/>
                  <a:pt x="68" y="23"/>
                </a:cubicBezTo>
                <a:lnTo>
                  <a:pt x="68" y="30"/>
                </a:lnTo>
                <a:close/>
                <a:moveTo>
                  <a:pt x="68" y="50"/>
                </a:moveTo>
                <a:cubicBezTo>
                  <a:pt x="68" y="50"/>
                  <a:pt x="68" y="51"/>
                  <a:pt x="67" y="51"/>
                </a:cubicBezTo>
                <a:cubicBezTo>
                  <a:pt x="21" y="51"/>
                  <a:pt x="21" y="51"/>
                  <a:pt x="21" y="51"/>
                </a:cubicBezTo>
                <a:cubicBezTo>
                  <a:pt x="20" y="51"/>
                  <a:pt x="20" y="50"/>
                  <a:pt x="20" y="50"/>
                </a:cubicBezTo>
                <a:cubicBezTo>
                  <a:pt x="20" y="42"/>
                  <a:pt x="20" y="42"/>
                  <a:pt x="20" y="42"/>
                </a:cubicBezTo>
                <a:cubicBezTo>
                  <a:pt x="20" y="42"/>
                  <a:pt x="20" y="41"/>
                  <a:pt x="21" y="41"/>
                </a:cubicBezTo>
                <a:cubicBezTo>
                  <a:pt x="67" y="41"/>
                  <a:pt x="67" y="41"/>
                  <a:pt x="67" y="41"/>
                </a:cubicBezTo>
                <a:cubicBezTo>
                  <a:pt x="68" y="41"/>
                  <a:pt x="68" y="42"/>
                  <a:pt x="68" y="42"/>
                </a:cubicBezTo>
                <a:lnTo>
                  <a:pt x="68" y="5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722422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de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3"/>
          <p:cNvSpPr>
            <a:spLocks noEditPoints="1"/>
          </p:cNvSpPr>
          <p:nvPr userDrawn="1"/>
        </p:nvSpPr>
        <p:spPr bwMode="auto">
          <a:xfrm>
            <a:off x="5613303" y="1397832"/>
            <a:ext cx="965396" cy="1421568"/>
          </a:xfrm>
          <a:custGeom>
            <a:avLst/>
            <a:gdLst/>
            <a:ahLst/>
            <a:cxnLst>
              <a:cxn ang="0">
                <a:pos x="37" y="29"/>
              </a:cxn>
              <a:cxn ang="0">
                <a:pos x="31" y="41"/>
              </a:cxn>
              <a:cxn ang="0">
                <a:pos x="33" y="44"/>
              </a:cxn>
              <a:cxn ang="0">
                <a:pos x="32" y="47"/>
              </a:cxn>
              <a:cxn ang="0">
                <a:pos x="33" y="49"/>
              </a:cxn>
              <a:cxn ang="0">
                <a:pos x="31" y="53"/>
              </a:cxn>
              <a:cxn ang="0">
                <a:pos x="31" y="54"/>
              </a:cxn>
              <a:cxn ang="0">
                <a:pos x="27" y="58"/>
              </a:cxn>
              <a:cxn ang="0">
                <a:pos x="21" y="62"/>
              </a:cxn>
              <a:cxn ang="0">
                <a:pos x="15" y="58"/>
              </a:cxn>
              <a:cxn ang="0">
                <a:pos x="11" y="54"/>
              </a:cxn>
              <a:cxn ang="0">
                <a:pos x="11" y="53"/>
              </a:cxn>
              <a:cxn ang="0">
                <a:pos x="9" y="49"/>
              </a:cxn>
              <a:cxn ang="0">
                <a:pos x="10" y="47"/>
              </a:cxn>
              <a:cxn ang="0">
                <a:pos x="9" y="44"/>
              </a:cxn>
              <a:cxn ang="0">
                <a:pos x="11" y="41"/>
              </a:cxn>
              <a:cxn ang="0">
                <a:pos x="5" y="29"/>
              </a:cxn>
              <a:cxn ang="0">
                <a:pos x="0" y="18"/>
              </a:cxn>
              <a:cxn ang="0">
                <a:pos x="21" y="0"/>
              </a:cxn>
              <a:cxn ang="0">
                <a:pos x="42" y="18"/>
              </a:cxn>
              <a:cxn ang="0">
                <a:pos x="37" y="29"/>
              </a:cxn>
              <a:cxn ang="0">
                <a:pos x="21" y="6"/>
              </a:cxn>
              <a:cxn ang="0">
                <a:pos x="6" y="18"/>
              </a:cxn>
              <a:cxn ang="0">
                <a:pos x="8" y="26"/>
              </a:cxn>
              <a:cxn ang="0">
                <a:pos x="11" y="28"/>
              </a:cxn>
              <a:cxn ang="0">
                <a:pos x="16" y="40"/>
              </a:cxn>
              <a:cxn ang="0">
                <a:pos x="26" y="40"/>
              </a:cxn>
              <a:cxn ang="0">
                <a:pos x="31" y="28"/>
              </a:cxn>
              <a:cxn ang="0">
                <a:pos x="34" y="26"/>
              </a:cxn>
              <a:cxn ang="0">
                <a:pos x="36" y="18"/>
              </a:cxn>
              <a:cxn ang="0">
                <a:pos x="21" y="6"/>
              </a:cxn>
              <a:cxn ang="0">
                <a:pos x="29" y="20"/>
              </a:cxn>
              <a:cxn ang="0">
                <a:pos x="27" y="18"/>
              </a:cxn>
              <a:cxn ang="0">
                <a:pos x="21" y="15"/>
              </a:cxn>
              <a:cxn ang="0">
                <a:pos x="20" y="13"/>
              </a:cxn>
              <a:cxn ang="0">
                <a:pos x="21" y="12"/>
              </a:cxn>
              <a:cxn ang="0">
                <a:pos x="30" y="18"/>
              </a:cxn>
              <a:cxn ang="0">
                <a:pos x="29" y="20"/>
              </a:cxn>
            </a:cxnLst>
            <a:rect l="0" t="0" r="r" b="b"/>
            <a:pathLst>
              <a:path w="42" h="62">
                <a:moveTo>
                  <a:pt x="37" y="29"/>
                </a:moveTo>
                <a:cubicBezTo>
                  <a:pt x="35" y="32"/>
                  <a:pt x="31" y="37"/>
                  <a:pt x="31" y="41"/>
                </a:cubicBezTo>
                <a:cubicBezTo>
                  <a:pt x="32" y="42"/>
                  <a:pt x="33" y="43"/>
                  <a:pt x="33" y="44"/>
                </a:cubicBezTo>
                <a:cubicBezTo>
                  <a:pt x="33" y="45"/>
                  <a:pt x="32" y="46"/>
                  <a:pt x="32" y="47"/>
                </a:cubicBezTo>
                <a:cubicBezTo>
                  <a:pt x="32" y="47"/>
                  <a:pt x="33" y="48"/>
                  <a:pt x="33" y="49"/>
                </a:cubicBezTo>
                <a:cubicBezTo>
                  <a:pt x="33" y="51"/>
                  <a:pt x="32" y="52"/>
                  <a:pt x="31" y="53"/>
                </a:cubicBezTo>
                <a:cubicBezTo>
                  <a:pt x="31" y="53"/>
                  <a:pt x="31" y="54"/>
                  <a:pt x="31" y="54"/>
                </a:cubicBezTo>
                <a:cubicBezTo>
                  <a:pt x="31" y="57"/>
                  <a:pt x="29" y="58"/>
                  <a:pt x="27" y="58"/>
                </a:cubicBezTo>
                <a:cubicBezTo>
                  <a:pt x="26" y="61"/>
                  <a:pt x="24" y="62"/>
                  <a:pt x="21" y="62"/>
                </a:cubicBezTo>
                <a:cubicBezTo>
                  <a:pt x="19" y="62"/>
                  <a:pt x="16" y="61"/>
                  <a:pt x="15" y="58"/>
                </a:cubicBezTo>
                <a:cubicBezTo>
                  <a:pt x="13" y="58"/>
                  <a:pt x="11" y="57"/>
                  <a:pt x="11" y="54"/>
                </a:cubicBezTo>
                <a:cubicBezTo>
                  <a:pt x="11" y="54"/>
                  <a:pt x="11" y="53"/>
                  <a:pt x="11" y="53"/>
                </a:cubicBezTo>
                <a:cubicBezTo>
                  <a:pt x="10" y="52"/>
                  <a:pt x="9" y="51"/>
                  <a:pt x="9" y="49"/>
                </a:cubicBezTo>
                <a:cubicBezTo>
                  <a:pt x="9" y="48"/>
                  <a:pt x="10" y="47"/>
                  <a:pt x="10" y="47"/>
                </a:cubicBezTo>
                <a:cubicBezTo>
                  <a:pt x="10" y="46"/>
                  <a:pt x="9" y="45"/>
                  <a:pt x="9" y="44"/>
                </a:cubicBezTo>
                <a:cubicBezTo>
                  <a:pt x="9" y="43"/>
                  <a:pt x="10" y="42"/>
                  <a:pt x="11" y="41"/>
                </a:cubicBezTo>
                <a:cubicBezTo>
                  <a:pt x="11" y="37"/>
                  <a:pt x="7" y="32"/>
                  <a:pt x="5" y="29"/>
                </a:cubicBezTo>
                <a:cubicBezTo>
                  <a:pt x="2" y="26"/>
                  <a:pt x="0" y="23"/>
                  <a:pt x="0" y="18"/>
                </a:cubicBezTo>
                <a:cubicBezTo>
                  <a:pt x="0" y="8"/>
                  <a:pt x="11" y="0"/>
                  <a:pt x="21" y="0"/>
                </a:cubicBezTo>
                <a:cubicBezTo>
                  <a:pt x="31" y="0"/>
                  <a:pt x="42" y="8"/>
                  <a:pt x="42" y="18"/>
                </a:cubicBezTo>
                <a:cubicBezTo>
                  <a:pt x="42" y="23"/>
                  <a:pt x="40" y="26"/>
                  <a:pt x="37" y="29"/>
                </a:cubicBezTo>
                <a:close/>
                <a:moveTo>
                  <a:pt x="21" y="6"/>
                </a:moveTo>
                <a:cubicBezTo>
                  <a:pt x="14" y="6"/>
                  <a:pt x="6" y="10"/>
                  <a:pt x="6" y="18"/>
                </a:cubicBezTo>
                <a:cubicBezTo>
                  <a:pt x="6" y="21"/>
                  <a:pt x="7" y="24"/>
                  <a:pt x="8" y="26"/>
                </a:cubicBezTo>
                <a:cubicBezTo>
                  <a:pt x="9" y="27"/>
                  <a:pt x="10" y="27"/>
                  <a:pt x="11" y="28"/>
                </a:cubicBezTo>
                <a:cubicBezTo>
                  <a:pt x="14" y="32"/>
                  <a:pt x="16" y="36"/>
                  <a:pt x="16" y="40"/>
                </a:cubicBezTo>
                <a:cubicBezTo>
                  <a:pt x="26" y="40"/>
                  <a:pt x="26" y="40"/>
                  <a:pt x="26" y="40"/>
                </a:cubicBezTo>
                <a:cubicBezTo>
                  <a:pt x="26" y="36"/>
                  <a:pt x="28" y="32"/>
                  <a:pt x="31" y="28"/>
                </a:cubicBezTo>
                <a:cubicBezTo>
                  <a:pt x="32" y="27"/>
                  <a:pt x="33" y="27"/>
                  <a:pt x="34" y="26"/>
                </a:cubicBezTo>
                <a:cubicBezTo>
                  <a:pt x="35" y="24"/>
                  <a:pt x="36" y="21"/>
                  <a:pt x="36" y="18"/>
                </a:cubicBezTo>
                <a:cubicBezTo>
                  <a:pt x="36" y="10"/>
                  <a:pt x="28" y="6"/>
                  <a:pt x="21" y="6"/>
                </a:cubicBezTo>
                <a:close/>
                <a:moveTo>
                  <a:pt x="29" y="20"/>
                </a:moveTo>
                <a:cubicBezTo>
                  <a:pt x="28" y="20"/>
                  <a:pt x="27" y="19"/>
                  <a:pt x="27" y="18"/>
                </a:cubicBezTo>
                <a:cubicBezTo>
                  <a:pt x="27" y="16"/>
                  <a:pt x="23" y="15"/>
                  <a:pt x="21" y="15"/>
                </a:cubicBezTo>
                <a:cubicBezTo>
                  <a:pt x="20" y="15"/>
                  <a:pt x="20" y="14"/>
                  <a:pt x="20" y="13"/>
                </a:cubicBezTo>
                <a:cubicBezTo>
                  <a:pt x="20" y="13"/>
                  <a:pt x="20" y="12"/>
                  <a:pt x="21" y="12"/>
                </a:cubicBezTo>
                <a:cubicBezTo>
                  <a:pt x="25" y="12"/>
                  <a:pt x="30" y="14"/>
                  <a:pt x="30" y="18"/>
                </a:cubicBezTo>
                <a:cubicBezTo>
                  <a:pt x="30" y="19"/>
                  <a:pt x="29" y="20"/>
                  <a:pt x="29" y="2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931824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ru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56"/>
          <p:cNvSpPr>
            <a:spLocks noEditPoints="1"/>
          </p:cNvSpPr>
          <p:nvPr userDrawn="1"/>
        </p:nvSpPr>
        <p:spPr bwMode="auto">
          <a:xfrm>
            <a:off x="5470526" y="1498601"/>
            <a:ext cx="1250951" cy="1250951"/>
          </a:xfrm>
          <a:custGeom>
            <a:avLst/>
            <a:gdLst/>
            <a:ahLst/>
            <a:cxnLst>
              <a:cxn ang="0">
                <a:pos x="64" y="42"/>
              </a:cxn>
              <a:cxn ang="0">
                <a:pos x="63" y="44"/>
              </a:cxn>
              <a:cxn ang="0">
                <a:pos x="33" y="64"/>
              </a:cxn>
              <a:cxn ang="0">
                <a:pos x="32" y="64"/>
              </a:cxn>
              <a:cxn ang="0">
                <a:pos x="30" y="64"/>
              </a:cxn>
              <a:cxn ang="0">
                <a:pos x="1" y="44"/>
              </a:cxn>
              <a:cxn ang="0">
                <a:pos x="0" y="42"/>
              </a:cxn>
              <a:cxn ang="0">
                <a:pos x="0" y="23"/>
              </a:cxn>
              <a:cxn ang="0">
                <a:pos x="1" y="20"/>
              </a:cxn>
              <a:cxn ang="0">
                <a:pos x="30" y="1"/>
              </a:cxn>
              <a:cxn ang="0">
                <a:pos x="32" y="0"/>
              </a:cxn>
              <a:cxn ang="0">
                <a:pos x="33" y="1"/>
              </a:cxn>
              <a:cxn ang="0">
                <a:pos x="63" y="20"/>
              </a:cxn>
              <a:cxn ang="0">
                <a:pos x="64" y="23"/>
              </a:cxn>
              <a:cxn ang="0">
                <a:pos x="64" y="42"/>
              </a:cxn>
              <a:cxn ang="0">
                <a:pos x="12" y="32"/>
              </a:cxn>
              <a:cxn ang="0">
                <a:pos x="5" y="28"/>
              </a:cxn>
              <a:cxn ang="0">
                <a:pos x="5" y="37"/>
              </a:cxn>
              <a:cxn ang="0">
                <a:pos x="12" y="32"/>
              </a:cxn>
              <a:cxn ang="0">
                <a:pos x="29" y="21"/>
              </a:cxn>
              <a:cxn ang="0">
                <a:pos x="29" y="8"/>
              </a:cxn>
              <a:cxn ang="0">
                <a:pos x="7" y="23"/>
              </a:cxn>
              <a:cxn ang="0">
                <a:pos x="17" y="29"/>
              </a:cxn>
              <a:cxn ang="0">
                <a:pos x="29" y="21"/>
              </a:cxn>
              <a:cxn ang="0">
                <a:pos x="29" y="56"/>
              </a:cxn>
              <a:cxn ang="0">
                <a:pos x="29" y="44"/>
              </a:cxn>
              <a:cxn ang="0">
                <a:pos x="17" y="36"/>
              </a:cxn>
              <a:cxn ang="0">
                <a:pos x="7" y="42"/>
              </a:cxn>
              <a:cxn ang="0">
                <a:pos x="29" y="56"/>
              </a:cxn>
              <a:cxn ang="0">
                <a:pos x="41" y="32"/>
              </a:cxn>
              <a:cxn ang="0">
                <a:pos x="32" y="26"/>
              </a:cxn>
              <a:cxn ang="0">
                <a:pos x="22" y="32"/>
              </a:cxn>
              <a:cxn ang="0">
                <a:pos x="32" y="39"/>
              </a:cxn>
              <a:cxn ang="0">
                <a:pos x="41" y="32"/>
              </a:cxn>
              <a:cxn ang="0">
                <a:pos x="56" y="23"/>
              </a:cxn>
              <a:cxn ang="0">
                <a:pos x="35" y="8"/>
              </a:cxn>
              <a:cxn ang="0">
                <a:pos x="35" y="21"/>
              </a:cxn>
              <a:cxn ang="0">
                <a:pos x="46" y="29"/>
              </a:cxn>
              <a:cxn ang="0">
                <a:pos x="56" y="23"/>
              </a:cxn>
              <a:cxn ang="0">
                <a:pos x="56" y="42"/>
              </a:cxn>
              <a:cxn ang="0">
                <a:pos x="46" y="36"/>
              </a:cxn>
              <a:cxn ang="0">
                <a:pos x="35" y="44"/>
              </a:cxn>
              <a:cxn ang="0">
                <a:pos x="35" y="56"/>
              </a:cxn>
              <a:cxn ang="0">
                <a:pos x="56" y="42"/>
              </a:cxn>
              <a:cxn ang="0">
                <a:pos x="58" y="37"/>
              </a:cxn>
              <a:cxn ang="0">
                <a:pos x="58" y="28"/>
              </a:cxn>
              <a:cxn ang="0">
                <a:pos x="51" y="32"/>
              </a:cxn>
              <a:cxn ang="0">
                <a:pos x="58" y="37"/>
              </a:cxn>
            </a:cxnLst>
            <a:rect l="0" t="0" r="r" b="b"/>
            <a:pathLst>
              <a:path w="64" h="64">
                <a:moveTo>
                  <a:pt x="64" y="42"/>
                </a:moveTo>
                <a:cubicBezTo>
                  <a:pt x="64" y="43"/>
                  <a:pt x="63" y="44"/>
                  <a:pt x="63" y="44"/>
                </a:cubicBezTo>
                <a:cubicBezTo>
                  <a:pt x="33" y="64"/>
                  <a:pt x="33" y="64"/>
                  <a:pt x="33" y="64"/>
                </a:cubicBezTo>
                <a:cubicBezTo>
                  <a:pt x="33" y="64"/>
                  <a:pt x="32" y="64"/>
                  <a:pt x="32" y="64"/>
                </a:cubicBezTo>
                <a:cubicBezTo>
                  <a:pt x="31" y="64"/>
                  <a:pt x="31" y="64"/>
                  <a:pt x="30" y="64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4"/>
                  <a:pt x="0" y="43"/>
                  <a:pt x="0" y="42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2"/>
                  <a:pt x="0" y="21"/>
                  <a:pt x="1" y="20"/>
                </a:cubicBezTo>
                <a:cubicBezTo>
                  <a:pt x="30" y="1"/>
                  <a:pt x="30" y="1"/>
                  <a:pt x="30" y="1"/>
                </a:cubicBezTo>
                <a:cubicBezTo>
                  <a:pt x="31" y="1"/>
                  <a:pt x="31" y="0"/>
                  <a:pt x="32" y="0"/>
                </a:cubicBezTo>
                <a:cubicBezTo>
                  <a:pt x="32" y="0"/>
                  <a:pt x="33" y="1"/>
                  <a:pt x="33" y="1"/>
                </a:cubicBezTo>
                <a:cubicBezTo>
                  <a:pt x="63" y="20"/>
                  <a:pt x="63" y="20"/>
                  <a:pt x="63" y="20"/>
                </a:cubicBezTo>
                <a:cubicBezTo>
                  <a:pt x="63" y="21"/>
                  <a:pt x="64" y="22"/>
                  <a:pt x="64" y="23"/>
                </a:cubicBezTo>
                <a:lnTo>
                  <a:pt x="64" y="42"/>
                </a:lnTo>
                <a:close/>
                <a:moveTo>
                  <a:pt x="12" y="32"/>
                </a:moveTo>
                <a:cubicBezTo>
                  <a:pt x="5" y="28"/>
                  <a:pt x="5" y="28"/>
                  <a:pt x="5" y="28"/>
                </a:cubicBezTo>
                <a:cubicBezTo>
                  <a:pt x="5" y="37"/>
                  <a:pt x="5" y="37"/>
                  <a:pt x="5" y="37"/>
                </a:cubicBezTo>
                <a:lnTo>
                  <a:pt x="12" y="32"/>
                </a:lnTo>
                <a:close/>
                <a:moveTo>
                  <a:pt x="29" y="21"/>
                </a:moveTo>
                <a:cubicBezTo>
                  <a:pt x="29" y="8"/>
                  <a:pt x="29" y="8"/>
                  <a:pt x="29" y="8"/>
                </a:cubicBezTo>
                <a:cubicBezTo>
                  <a:pt x="7" y="23"/>
                  <a:pt x="7" y="23"/>
                  <a:pt x="7" y="23"/>
                </a:cubicBezTo>
                <a:cubicBezTo>
                  <a:pt x="17" y="29"/>
                  <a:pt x="17" y="29"/>
                  <a:pt x="17" y="29"/>
                </a:cubicBezTo>
                <a:lnTo>
                  <a:pt x="29" y="21"/>
                </a:lnTo>
                <a:close/>
                <a:moveTo>
                  <a:pt x="29" y="56"/>
                </a:moveTo>
                <a:cubicBezTo>
                  <a:pt x="29" y="44"/>
                  <a:pt x="29" y="44"/>
                  <a:pt x="29" y="44"/>
                </a:cubicBezTo>
                <a:cubicBezTo>
                  <a:pt x="17" y="36"/>
                  <a:pt x="17" y="36"/>
                  <a:pt x="17" y="36"/>
                </a:cubicBezTo>
                <a:cubicBezTo>
                  <a:pt x="7" y="42"/>
                  <a:pt x="7" y="42"/>
                  <a:pt x="7" y="42"/>
                </a:cubicBezTo>
                <a:lnTo>
                  <a:pt x="29" y="56"/>
                </a:lnTo>
                <a:close/>
                <a:moveTo>
                  <a:pt x="41" y="32"/>
                </a:moveTo>
                <a:cubicBezTo>
                  <a:pt x="32" y="26"/>
                  <a:pt x="32" y="26"/>
                  <a:pt x="32" y="26"/>
                </a:cubicBezTo>
                <a:cubicBezTo>
                  <a:pt x="22" y="32"/>
                  <a:pt x="22" y="32"/>
                  <a:pt x="22" y="32"/>
                </a:cubicBezTo>
                <a:cubicBezTo>
                  <a:pt x="32" y="39"/>
                  <a:pt x="32" y="39"/>
                  <a:pt x="32" y="39"/>
                </a:cubicBezTo>
                <a:lnTo>
                  <a:pt x="41" y="32"/>
                </a:lnTo>
                <a:close/>
                <a:moveTo>
                  <a:pt x="56" y="23"/>
                </a:moveTo>
                <a:cubicBezTo>
                  <a:pt x="35" y="8"/>
                  <a:pt x="35" y="8"/>
                  <a:pt x="35" y="8"/>
                </a:cubicBezTo>
                <a:cubicBezTo>
                  <a:pt x="35" y="21"/>
                  <a:pt x="35" y="21"/>
                  <a:pt x="35" y="21"/>
                </a:cubicBezTo>
                <a:cubicBezTo>
                  <a:pt x="46" y="29"/>
                  <a:pt x="46" y="29"/>
                  <a:pt x="46" y="29"/>
                </a:cubicBezTo>
                <a:lnTo>
                  <a:pt x="56" y="23"/>
                </a:lnTo>
                <a:close/>
                <a:moveTo>
                  <a:pt x="56" y="42"/>
                </a:moveTo>
                <a:cubicBezTo>
                  <a:pt x="46" y="36"/>
                  <a:pt x="46" y="36"/>
                  <a:pt x="46" y="36"/>
                </a:cubicBezTo>
                <a:cubicBezTo>
                  <a:pt x="35" y="44"/>
                  <a:pt x="35" y="44"/>
                  <a:pt x="35" y="44"/>
                </a:cubicBezTo>
                <a:cubicBezTo>
                  <a:pt x="35" y="56"/>
                  <a:pt x="35" y="56"/>
                  <a:pt x="35" y="56"/>
                </a:cubicBezTo>
                <a:lnTo>
                  <a:pt x="56" y="42"/>
                </a:lnTo>
                <a:close/>
                <a:moveTo>
                  <a:pt x="58" y="37"/>
                </a:moveTo>
                <a:cubicBezTo>
                  <a:pt x="58" y="28"/>
                  <a:pt x="58" y="28"/>
                  <a:pt x="58" y="28"/>
                </a:cubicBezTo>
                <a:cubicBezTo>
                  <a:pt x="51" y="32"/>
                  <a:pt x="51" y="32"/>
                  <a:pt x="51" y="32"/>
                </a:cubicBezTo>
                <a:lnTo>
                  <a:pt x="58" y="3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288896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Puzz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77"/>
          <p:cNvSpPr>
            <a:spLocks/>
          </p:cNvSpPr>
          <p:nvPr userDrawn="1"/>
        </p:nvSpPr>
        <p:spPr bwMode="auto">
          <a:xfrm rot="20133226">
            <a:off x="5329055" y="1240368"/>
            <a:ext cx="1533892" cy="1532467"/>
          </a:xfrm>
          <a:custGeom>
            <a:avLst/>
            <a:gdLst/>
            <a:ahLst/>
            <a:cxnLst>
              <a:cxn ang="0">
                <a:pos x="183" y="216"/>
              </a:cxn>
              <a:cxn ang="0">
                <a:pos x="256" y="180"/>
              </a:cxn>
              <a:cxn ang="0">
                <a:pos x="217" y="88"/>
              </a:cxn>
              <a:cxn ang="0">
                <a:pos x="385" y="88"/>
              </a:cxn>
              <a:cxn ang="0">
                <a:pos x="347" y="180"/>
              </a:cxn>
              <a:cxn ang="0">
                <a:pos x="420" y="216"/>
              </a:cxn>
              <a:cxn ang="0">
                <a:pos x="603" y="216"/>
              </a:cxn>
              <a:cxn ang="0">
                <a:pos x="603" y="399"/>
              </a:cxn>
              <a:cxn ang="0">
                <a:pos x="638" y="472"/>
              </a:cxn>
              <a:cxn ang="0">
                <a:pos x="731" y="433"/>
              </a:cxn>
              <a:cxn ang="0">
                <a:pos x="731" y="601"/>
              </a:cxn>
              <a:cxn ang="0">
                <a:pos x="638" y="563"/>
              </a:cxn>
              <a:cxn ang="0">
                <a:pos x="603" y="636"/>
              </a:cxn>
              <a:cxn ang="0">
                <a:pos x="603" y="819"/>
              </a:cxn>
              <a:cxn ang="0">
                <a:pos x="420" y="819"/>
              </a:cxn>
              <a:cxn ang="0">
                <a:pos x="347" y="784"/>
              </a:cxn>
              <a:cxn ang="0">
                <a:pos x="385" y="691"/>
              </a:cxn>
              <a:cxn ang="0">
                <a:pos x="217" y="691"/>
              </a:cxn>
              <a:cxn ang="0">
                <a:pos x="256" y="784"/>
              </a:cxn>
              <a:cxn ang="0">
                <a:pos x="183" y="819"/>
              </a:cxn>
              <a:cxn ang="0">
                <a:pos x="0" y="819"/>
              </a:cxn>
              <a:cxn ang="0">
                <a:pos x="0" y="636"/>
              </a:cxn>
              <a:cxn ang="0">
                <a:pos x="35" y="563"/>
              </a:cxn>
              <a:cxn ang="0">
                <a:pos x="128" y="601"/>
              </a:cxn>
              <a:cxn ang="0">
                <a:pos x="128" y="433"/>
              </a:cxn>
              <a:cxn ang="0">
                <a:pos x="35" y="472"/>
              </a:cxn>
              <a:cxn ang="0">
                <a:pos x="0" y="399"/>
              </a:cxn>
              <a:cxn ang="0">
                <a:pos x="0" y="216"/>
              </a:cxn>
              <a:cxn ang="0">
                <a:pos x="183" y="216"/>
              </a:cxn>
            </a:cxnLst>
            <a:rect l="0" t="0" r="r" b="b"/>
            <a:pathLst>
              <a:path w="819" h="819">
                <a:moveTo>
                  <a:pt x="183" y="216"/>
                </a:moveTo>
                <a:cubicBezTo>
                  <a:pt x="249" y="216"/>
                  <a:pt x="264" y="200"/>
                  <a:pt x="256" y="180"/>
                </a:cubicBezTo>
                <a:cubicBezTo>
                  <a:pt x="239" y="144"/>
                  <a:pt x="209" y="139"/>
                  <a:pt x="217" y="88"/>
                </a:cubicBezTo>
                <a:cubicBezTo>
                  <a:pt x="231" y="0"/>
                  <a:pt x="372" y="0"/>
                  <a:pt x="385" y="88"/>
                </a:cubicBezTo>
                <a:cubicBezTo>
                  <a:pt x="393" y="139"/>
                  <a:pt x="364" y="144"/>
                  <a:pt x="347" y="180"/>
                </a:cubicBezTo>
                <a:cubicBezTo>
                  <a:pt x="338" y="200"/>
                  <a:pt x="354" y="216"/>
                  <a:pt x="420" y="216"/>
                </a:cubicBezTo>
                <a:cubicBezTo>
                  <a:pt x="603" y="216"/>
                  <a:pt x="603" y="216"/>
                  <a:pt x="603" y="216"/>
                </a:cubicBezTo>
                <a:cubicBezTo>
                  <a:pt x="603" y="399"/>
                  <a:pt x="603" y="399"/>
                  <a:pt x="603" y="399"/>
                </a:cubicBezTo>
                <a:cubicBezTo>
                  <a:pt x="603" y="465"/>
                  <a:pt x="619" y="480"/>
                  <a:pt x="638" y="472"/>
                </a:cubicBezTo>
                <a:cubicBezTo>
                  <a:pt x="675" y="455"/>
                  <a:pt x="680" y="425"/>
                  <a:pt x="731" y="433"/>
                </a:cubicBezTo>
                <a:cubicBezTo>
                  <a:pt x="819" y="447"/>
                  <a:pt x="819" y="588"/>
                  <a:pt x="731" y="601"/>
                </a:cubicBezTo>
                <a:cubicBezTo>
                  <a:pt x="680" y="609"/>
                  <a:pt x="675" y="580"/>
                  <a:pt x="638" y="563"/>
                </a:cubicBezTo>
                <a:cubicBezTo>
                  <a:pt x="619" y="554"/>
                  <a:pt x="603" y="570"/>
                  <a:pt x="603" y="636"/>
                </a:cubicBezTo>
                <a:cubicBezTo>
                  <a:pt x="603" y="819"/>
                  <a:pt x="603" y="819"/>
                  <a:pt x="603" y="819"/>
                </a:cubicBezTo>
                <a:cubicBezTo>
                  <a:pt x="420" y="819"/>
                  <a:pt x="420" y="819"/>
                  <a:pt x="420" y="819"/>
                </a:cubicBezTo>
                <a:cubicBezTo>
                  <a:pt x="354" y="819"/>
                  <a:pt x="338" y="803"/>
                  <a:pt x="347" y="784"/>
                </a:cubicBezTo>
                <a:cubicBezTo>
                  <a:pt x="364" y="747"/>
                  <a:pt x="393" y="742"/>
                  <a:pt x="385" y="691"/>
                </a:cubicBezTo>
                <a:cubicBezTo>
                  <a:pt x="372" y="603"/>
                  <a:pt x="231" y="603"/>
                  <a:pt x="217" y="691"/>
                </a:cubicBezTo>
                <a:cubicBezTo>
                  <a:pt x="209" y="742"/>
                  <a:pt x="239" y="747"/>
                  <a:pt x="256" y="784"/>
                </a:cubicBezTo>
                <a:cubicBezTo>
                  <a:pt x="264" y="803"/>
                  <a:pt x="249" y="819"/>
                  <a:pt x="183" y="819"/>
                </a:cubicBezTo>
                <a:cubicBezTo>
                  <a:pt x="0" y="819"/>
                  <a:pt x="0" y="819"/>
                  <a:pt x="0" y="819"/>
                </a:cubicBezTo>
                <a:cubicBezTo>
                  <a:pt x="0" y="636"/>
                  <a:pt x="0" y="636"/>
                  <a:pt x="0" y="636"/>
                </a:cubicBezTo>
                <a:cubicBezTo>
                  <a:pt x="0" y="570"/>
                  <a:pt x="16" y="554"/>
                  <a:pt x="35" y="563"/>
                </a:cubicBezTo>
                <a:cubicBezTo>
                  <a:pt x="72" y="580"/>
                  <a:pt x="76" y="609"/>
                  <a:pt x="128" y="601"/>
                </a:cubicBezTo>
                <a:cubicBezTo>
                  <a:pt x="216" y="588"/>
                  <a:pt x="216" y="447"/>
                  <a:pt x="128" y="433"/>
                </a:cubicBezTo>
                <a:cubicBezTo>
                  <a:pt x="76" y="425"/>
                  <a:pt x="72" y="455"/>
                  <a:pt x="35" y="472"/>
                </a:cubicBezTo>
                <a:cubicBezTo>
                  <a:pt x="16" y="480"/>
                  <a:pt x="0" y="465"/>
                  <a:pt x="0" y="399"/>
                </a:cubicBezTo>
                <a:cubicBezTo>
                  <a:pt x="0" y="216"/>
                  <a:pt x="0" y="216"/>
                  <a:pt x="0" y="216"/>
                </a:cubicBezTo>
                <a:lnTo>
                  <a:pt x="183" y="216"/>
                </a:lnTo>
                <a:close/>
              </a:path>
            </a:pathLst>
          </a:custGeom>
          <a:solidFill>
            <a:schemeClr val="bg1"/>
          </a:solidFill>
          <a:ln w="19050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012891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Netwo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66"/>
          <p:cNvSpPr>
            <a:spLocks noEditPoints="1"/>
          </p:cNvSpPr>
          <p:nvPr userDrawn="1"/>
        </p:nvSpPr>
        <p:spPr bwMode="auto">
          <a:xfrm>
            <a:off x="5577490" y="1594470"/>
            <a:ext cx="1037021" cy="1211311"/>
          </a:xfrm>
          <a:custGeom>
            <a:avLst/>
            <a:gdLst/>
            <a:ahLst/>
            <a:cxnLst>
              <a:cxn ang="0">
                <a:pos x="55" y="9"/>
              </a:cxn>
              <a:cxn ang="0">
                <a:pos x="55" y="14"/>
              </a:cxn>
              <a:cxn ang="0">
                <a:pos x="27" y="23"/>
              </a:cxn>
              <a:cxn ang="0">
                <a:pos x="0" y="14"/>
              </a:cxn>
              <a:cxn ang="0">
                <a:pos x="0" y="9"/>
              </a:cxn>
              <a:cxn ang="0">
                <a:pos x="27" y="0"/>
              </a:cxn>
              <a:cxn ang="0">
                <a:pos x="55" y="9"/>
              </a:cxn>
              <a:cxn ang="0">
                <a:pos x="55" y="21"/>
              </a:cxn>
              <a:cxn ang="0">
                <a:pos x="55" y="27"/>
              </a:cxn>
              <a:cxn ang="0">
                <a:pos x="27" y="37"/>
              </a:cxn>
              <a:cxn ang="0">
                <a:pos x="0" y="27"/>
              </a:cxn>
              <a:cxn ang="0">
                <a:pos x="0" y="21"/>
              </a:cxn>
              <a:cxn ang="0">
                <a:pos x="27" y="27"/>
              </a:cxn>
              <a:cxn ang="0">
                <a:pos x="55" y="21"/>
              </a:cxn>
              <a:cxn ang="0">
                <a:pos x="55" y="35"/>
              </a:cxn>
              <a:cxn ang="0">
                <a:pos x="55" y="41"/>
              </a:cxn>
              <a:cxn ang="0">
                <a:pos x="27" y="50"/>
              </a:cxn>
              <a:cxn ang="0">
                <a:pos x="0" y="41"/>
              </a:cxn>
              <a:cxn ang="0">
                <a:pos x="0" y="35"/>
              </a:cxn>
              <a:cxn ang="0">
                <a:pos x="27" y="41"/>
              </a:cxn>
              <a:cxn ang="0">
                <a:pos x="55" y="35"/>
              </a:cxn>
              <a:cxn ang="0">
                <a:pos x="55" y="49"/>
              </a:cxn>
              <a:cxn ang="0">
                <a:pos x="55" y="55"/>
              </a:cxn>
              <a:cxn ang="0">
                <a:pos x="27" y="64"/>
              </a:cxn>
              <a:cxn ang="0">
                <a:pos x="0" y="55"/>
              </a:cxn>
              <a:cxn ang="0">
                <a:pos x="0" y="49"/>
              </a:cxn>
              <a:cxn ang="0">
                <a:pos x="27" y="55"/>
              </a:cxn>
              <a:cxn ang="0">
                <a:pos x="55" y="49"/>
              </a:cxn>
            </a:cxnLst>
            <a:rect l="0" t="0" r="r" b="b"/>
            <a:pathLst>
              <a:path w="55" h="64">
                <a:moveTo>
                  <a:pt x="55" y="9"/>
                </a:moveTo>
                <a:cubicBezTo>
                  <a:pt x="55" y="14"/>
                  <a:pt x="55" y="14"/>
                  <a:pt x="55" y="14"/>
                </a:cubicBezTo>
                <a:cubicBezTo>
                  <a:pt x="55" y="19"/>
                  <a:pt x="42" y="23"/>
                  <a:pt x="27" y="23"/>
                </a:cubicBezTo>
                <a:cubicBezTo>
                  <a:pt x="12" y="23"/>
                  <a:pt x="0" y="19"/>
                  <a:pt x="0" y="14"/>
                </a:cubicBezTo>
                <a:cubicBezTo>
                  <a:pt x="0" y="9"/>
                  <a:pt x="0" y="9"/>
                  <a:pt x="0" y="9"/>
                </a:cubicBezTo>
                <a:cubicBezTo>
                  <a:pt x="0" y="4"/>
                  <a:pt x="12" y="0"/>
                  <a:pt x="27" y="0"/>
                </a:cubicBezTo>
                <a:cubicBezTo>
                  <a:pt x="42" y="0"/>
                  <a:pt x="55" y="4"/>
                  <a:pt x="55" y="9"/>
                </a:cubicBezTo>
                <a:close/>
                <a:moveTo>
                  <a:pt x="55" y="21"/>
                </a:moveTo>
                <a:cubicBezTo>
                  <a:pt x="55" y="27"/>
                  <a:pt x="55" y="27"/>
                  <a:pt x="55" y="27"/>
                </a:cubicBezTo>
                <a:cubicBezTo>
                  <a:pt x="55" y="32"/>
                  <a:pt x="42" y="37"/>
                  <a:pt x="27" y="37"/>
                </a:cubicBezTo>
                <a:cubicBezTo>
                  <a:pt x="12" y="37"/>
                  <a:pt x="0" y="32"/>
                  <a:pt x="0" y="27"/>
                </a:cubicBezTo>
                <a:cubicBezTo>
                  <a:pt x="0" y="21"/>
                  <a:pt x="0" y="21"/>
                  <a:pt x="0" y="21"/>
                </a:cubicBezTo>
                <a:cubicBezTo>
                  <a:pt x="6" y="25"/>
                  <a:pt x="16" y="27"/>
                  <a:pt x="27" y="27"/>
                </a:cubicBezTo>
                <a:cubicBezTo>
                  <a:pt x="38" y="27"/>
                  <a:pt x="49" y="25"/>
                  <a:pt x="55" y="21"/>
                </a:cubicBezTo>
                <a:close/>
                <a:moveTo>
                  <a:pt x="55" y="35"/>
                </a:moveTo>
                <a:cubicBezTo>
                  <a:pt x="55" y="41"/>
                  <a:pt x="55" y="41"/>
                  <a:pt x="55" y="41"/>
                </a:cubicBezTo>
                <a:cubicBezTo>
                  <a:pt x="55" y="46"/>
                  <a:pt x="42" y="50"/>
                  <a:pt x="27" y="50"/>
                </a:cubicBezTo>
                <a:cubicBezTo>
                  <a:pt x="12" y="50"/>
                  <a:pt x="0" y="46"/>
                  <a:pt x="0" y="41"/>
                </a:cubicBezTo>
                <a:cubicBezTo>
                  <a:pt x="0" y="35"/>
                  <a:pt x="0" y="35"/>
                  <a:pt x="0" y="35"/>
                </a:cubicBezTo>
                <a:cubicBezTo>
                  <a:pt x="6" y="39"/>
                  <a:pt x="16" y="41"/>
                  <a:pt x="27" y="41"/>
                </a:cubicBezTo>
                <a:cubicBezTo>
                  <a:pt x="38" y="41"/>
                  <a:pt x="49" y="39"/>
                  <a:pt x="55" y="35"/>
                </a:cubicBezTo>
                <a:close/>
                <a:moveTo>
                  <a:pt x="55" y="49"/>
                </a:moveTo>
                <a:cubicBezTo>
                  <a:pt x="55" y="55"/>
                  <a:pt x="55" y="55"/>
                  <a:pt x="55" y="55"/>
                </a:cubicBezTo>
                <a:cubicBezTo>
                  <a:pt x="55" y="60"/>
                  <a:pt x="42" y="64"/>
                  <a:pt x="27" y="64"/>
                </a:cubicBezTo>
                <a:cubicBezTo>
                  <a:pt x="12" y="64"/>
                  <a:pt x="0" y="60"/>
                  <a:pt x="0" y="55"/>
                </a:cubicBezTo>
                <a:cubicBezTo>
                  <a:pt x="0" y="49"/>
                  <a:pt x="0" y="49"/>
                  <a:pt x="0" y="49"/>
                </a:cubicBezTo>
                <a:cubicBezTo>
                  <a:pt x="6" y="53"/>
                  <a:pt x="16" y="55"/>
                  <a:pt x="27" y="55"/>
                </a:cubicBezTo>
                <a:cubicBezTo>
                  <a:pt x="38" y="55"/>
                  <a:pt x="49" y="53"/>
                  <a:pt x="55" y="4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4190915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1"/>
          <p:cNvSpPr>
            <a:spLocks noEditPoints="1"/>
          </p:cNvSpPr>
          <p:nvPr userDrawn="1"/>
        </p:nvSpPr>
        <p:spPr bwMode="auto">
          <a:xfrm>
            <a:off x="5339411" y="1667934"/>
            <a:ext cx="1513180" cy="1002709"/>
          </a:xfrm>
          <a:custGeom>
            <a:avLst/>
            <a:gdLst/>
            <a:ahLst/>
            <a:cxnLst>
              <a:cxn ang="0">
                <a:pos x="77" y="43"/>
              </a:cxn>
              <a:cxn ang="0">
                <a:pos x="77" y="47"/>
              </a:cxn>
              <a:cxn ang="0">
                <a:pos x="70" y="51"/>
              </a:cxn>
              <a:cxn ang="0">
                <a:pos x="6" y="51"/>
              </a:cxn>
              <a:cxn ang="0">
                <a:pos x="0" y="47"/>
              </a:cxn>
              <a:cxn ang="0">
                <a:pos x="0" y="43"/>
              </a:cxn>
              <a:cxn ang="0">
                <a:pos x="6" y="43"/>
              </a:cxn>
              <a:cxn ang="0">
                <a:pos x="70" y="43"/>
              </a:cxn>
              <a:cxn ang="0">
                <a:pos x="77" y="43"/>
              </a:cxn>
              <a:cxn ang="0">
                <a:pos x="10" y="34"/>
              </a:cxn>
              <a:cxn ang="0">
                <a:pos x="10" y="6"/>
              </a:cxn>
              <a:cxn ang="0">
                <a:pos x="16" y="0"/>
              </a:cxn>
              <a:cxn ang="0">
                <a:pos x="60" y="0"/>
              </a:cxn>
              <a:cxn ang="0">
                <a:pos x="67" y="6"/>
              </a:cxn>
              <a:cxn ang="0">
                <a:pos x="67" y="34"/>
              </a:cxn>
              <a:cxn ang="0">
                <a:pos x="60" y="41"/>
              </a:cxn>
              <a:cxn ang="0">
                <a:pos x="16" y="41"/>
              </a:cxn>
              <a:cxn ang="0">
                <a:pos x="10" y="34"/>
              </a:cxn>
              <a:cxn ang="0">
                <a:pos x="15" y="34"/>
              </a:cxn>
              <a:cxn ang="0">
                <a:pos x="16" y="36"/>
              </a:cxn>
              <a:cxn ang="0">
                <a:pos x="60" y="36"/>
              </a:cxn>
              <a:cxn ang="0">
                <a:pos x="61" y="34"/>
              </a:cxn>
              <a:cxn ang="0">
                <a:pos x="61" y="6"/>
              </a:cxn>
              <a:cxn ang="0">
                <a:pos x="60" y="5"/>
              </a:cxn>
              <a:cxn ang="0">
                <a:pos x="16" y="5"/>
              </a:cxn>
              <a:cxn ang="0">
                <a:pos x="15" y="6"/>
              </a:cxn>
              <a:cxn ang="0">
                <a:pos x="15" y="34"/>
              </a:cxn>
              <a:cxn ang="0">
                <a:pos x="42" y="47"/>
              </a:cxn>
              <a:cxn ang="0">
                <a:pos x="42" y="46"/>
              </a:cxn>
              <a:cxn ang="0">
                <a:pos x="35" y="46"/>
              </a:cxn>
              <a:cxn ang="0">
                <a:pos x="34" y="47"/>
              </a:cxn>
              <a:cxn ang="0">
                <a:pos x="35" y="47"/>
              </a:cxn>
              <a:cxn ang="0">
                <a:pos x="42" y="47"/>
              </a:cxn>
              <a:cxn ang="0">
                <a:pos x="42" y="47"/>
              </a:cxn>
            </a:cxnLst>
            <a:rect l="0" t="0" r="r" b="b"/>
            <a:pathLst>
              <a:path w="77" h="51">
                <a:moveTo>
                  <a:pt x="77" y="43"/>
                </a:moveTo>
                <a:cubicBezTo>
                  <a:pt x="77" y="47"/>
                  <a:pt x="77" y="47"/>
                  <a:pt x="77" y="47"/>
                </a:cubicBezTo>
                <a:cubicBezTo>
                  <a:pt x="77" y="49"/>
                  <a:pt x="74" y="51"/>
                  <a:pt x="70" y="51"/>
                </a:cubicBezTo>
                <a:cubicBezTo>
                  <a:pt x="6" y="51"/>
                  <a:pt x="6" y="51"/>
                  <a:pt x="6" y="51"/>
                </a:cubicBezTo>
                <a:cubicBezTo>
                  <a:pt x="3" y="51"/>
                  <a:pt x="0" y="49"/>
                  <a:pt x="0" y="47"/>
                </a:cubicBezTo>
                <a:cubicBezTo>
                  <a:pt x="0" y="43"/>
                  <a:pt x="0" y="43"/>
                  <a:pt x="0" y="43"/>
                </a:cubicBezTo>
                <a:cubicBezTo>
                  <a:pt x="6" y="43"/>
                  <a:pt x="6" y="43"/>
                  <a:pt x="6" y="43"/>
                </a:cubicBezTo>
                <a:cubicBezTo>
                  <a:pt x="70" y="43"/>
                  <a:pt x="70" y="43"/>
                  <a:pt x="70" y="43"/>
                </a:cubicBezTo>
                <a:lnTo>
                  <a:pt x="77" y="43"/>
                </a:lnTo>
                <a:close/>
                <a:moveTo>
                  <a:pt x="10" y="34"/>
                </a:moveTo>
                <a:cubicBezTo>
                  <a:pt x="10" y="6"/>
                  <a:pt x="10" y="6"/>
                  <a:pt x="10" y="6"/>
                </a:cubicBezTo>
                <a:cubicBezTo>
                  <a:pt x="10" y="2"/>
                  <a:pt x="13" y="0"/>
                  <a:pt x="16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4" y="0"/>
                  <a:pt x="67" y="2"/>
                  <a:pt x="67" y="6"/>
                </a:cubicBezTo>
                <a:cubicBezTo>
                  <a:pt x="67" y="34"/>
                  <a:pt x="67" y="34"/>
                  <a:pt x="67" y="34"/>
                </a:cubicBezTo>
                <a:cubicBezTo>
                  <a:pt x="67" y="38"/>
                  <a:pt x="64" y="41"/>
                  <a:pt x="60" y="41"/>
                </a:cubicBezTo>
                <a:cubicBezTo>
                  <a:pt x="16" y="41"/>
                  <a:pt x="16" y="41"/>
                  <a:pt x="16" y="41"/>
                </a:cubicBezTo>
                <a:cubicBezTo>
                  <a:pt x="13" y="41"/>
                  <a:pt x="10" y="38"/>
                  <a:pt x="10" y="34"/>
                </a:cubicBezTo>
                <a:close/>
                <a:moveTo>
                  <a:pt x="15" y="34"/>
                </a:moveTo>
                <a:cubicBezTo>
                  <a:pt x="15" y="35"/>
                  <a:pt x="16" y="36"/>
                  <a:pt x="16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1" y="36"/>
                  <a:pt x="61" y="35"/>
                  <a:pt x="61" y="34"/>
                </a:cubicBezTo>
                <a:cubicBezTo>
                  <a:pt x="61" y="6"/>
                  <a:pt x="61" y="6"/>
                  <a:pt x="61" y="6"/>
                </a:cubicBezTo>
                <a:cubicBezTo>
                  <a:pt x="61" y="5"/>
                  <a:pt x="61" y="5"/>
                  <a:pt x="60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5" y="5"/>
                  <a:pt x="15" y="6"/>
                </a:cubicBezTo>
                <a:lnTo>
                  <a:pt x="15" y="34"/>
                </a:lnTo>
                <a:close/>
                <a:moveTo>
                  <a:pt x="42" y="47"/>
                </a:moveTo>
                <a:cubicBezTo>
                  <a:pt x="42" y="46"/>
                  <a:pt x="42" y="46"/>
                  <a:pt x="42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35" y="46"/>
                  <a:pt x="34" y="46"/>
                  <a:pt x="34" y="47"/>
                </a:cubicBezTo>
                <a:cubicBezTo>
                  <a:pt x="34" y="47"/>
                  <a:pt x="35" y="47"/>
                  <a:pt x="35" y="47"/>
                </a:cubicBezTo>
                <a:cubicBezTo>
                  <a:pt x="42" y="47"/>
                  <a:pt x="42" y="47"/>
                  <a:pt x="42" y="47"/>
                </a:cubicBezTo>
                <a:cubicBezTo>
                  <a:pt x="42" y="47"/>
                  <a:pt x="42" y="47"/>
                  <a:pt x="42" y="4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682214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Da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7"/>
          <p:cNvSpPr>
            <a:spLocks noEditPoints="1"/>
          </p:cNvSpPr>
          <p:nvPr userDrawn="1"/>
        </p:nvSpPr>
        <p:spPr bwMode="auto">
          <a:xfrm rot="16200000">
            <a:off x="5457169" y="1600199"/>
            <a:ext cx="1277665" cy="992716"/>
          </a:xfrm>
          <a:custGeom>
            <a:avLst/>
            <a:gdLst/>
            <a:ahLst/>
            <a:cxnLst>
              <a:cxn ang="0">
                <a:pos x="45" y="7"/>
              </a:cxn>
              <a:cxn ang="0">
                <a:pos x="43" y="9"/>
              </a:cxn>
              <a:cxn ang="0">
                <a:pos x="2" y="9"/>
              </a:cxn>
              <a:cxn ang="0">
                <a:pos x="0" y="7"/>
              </a:cxn>
              <a:cxn ang="0">
                <a:pos x="0" y="2"/>
              </a:cxn>
              <a:cxn ang="0">
                <a:pos x="2" y="0"/>
              </a:cxn>
              <a:cxn ang="0">
                <a:pos x="43" y="0"/>
              </a:cxn>
              <a:cxn ang="0">
                <a:pos x="45" y="2"/>
              </a:cxn>
              <a:cxn ang="0">
                <a:pos x="45" y="7"/>
              </a:cxn>
              <a:cxn ang="0">
                <a:pos x="59" y="20"/>
              </a:cxn>
              <a:cxn ang="0">
                <a:pos x="57" y="23"/>
              </a:cxn>
              <a:cxn ang="0">
                <a:pos x="2" y="23"/>
              </a:cxn>
              <a:cxn ang="0">
                <a:pos x="0" y="20"/>
              </a:cxn>
              <a:cxn ang="0">
                <a:pos x="0" y="16"/>
              </a:cxn>
              <a:cxn ang="0">
                <a:pos x="2" y="13"/>
              </a:cxn>
              <a:cxn ang="0">
                <a:pos x="57" y="13"/>
              </a:cxn>
              <a:cxn ang="0">
                <a:pos x="59" y="16"/>
              </a:cxn>
              <a:cxn ang="0">
                <a:pos x="59" y="20"/>
              </a:cxn>
              <a:cxn ang="0">
                <a:pos x="50" y="34"/>
              </a:cxn>
              <a:cxn ang="0">
                <a:pos x="48" y="36"/>
              </a:cxn>
              <a:cxn ang="0">
                <a:pos x="2" y="36"/>
              </a:cxn>
              <a:cxn ang="0">
                <a:pos x="0" y="34"/>
              </a:cxn>
              <a:cxn ang="0">
                <a:pos x="0" y="29"/>
              </a:cxn>
              <a:cxn ang="0">
                <a:pos x="2" y="27"/>
              </a:cxn>
              <a:cxn ang="0">
                <a:pos x="48" y="27"/>
              </a:cxn>
              <a:cxn ang="0">
                <a:pos x="50" y="29"/>
              </a:cxn>
              <a:cxn ang="0">
                <a:pos x="50" y="34"/>
              </a:cxn>
              <a:cxn ang="0">
                <a:pos x="64" y="48"/>
              </a:cxn>
              <a:cxn ang="0">
                <a:pos x="61" y="50"/>
              </a:cxn>
              <a:cxn ang="0">
                <a:pos x="2" y="50"/>
              </a:cxn>
              <a:cxn ang="0">
                <a:pos x="0" y="48"/>
              </a:cxn>
              <a:cxn ang="0">
                <a:pos x="0" y="43"/>
              </a:cxn>
              <a:cxn ang="0">
                <a:pos x="2" y="41"/>
              </a:cxn>
              <a:cxn ang="0">
                <a:pos x="61" y="41"/>
              </a:cxn>
              <a:cxn ang="0">
                <a:pos x="64" y="43"/>
              </a:cxn>
              <a:cxn ang="0">
                <a:pos x="64" y="48"/>
              </a:cxn>
            </a:cxnLst>
            <a:rect l="0" t="0" r="r" b="b"/>
            <a:pathLst>
              <a:path w="64" h="50">
                <a:moveTo>
                  <a:pt x="45" y="7"/>
                </a:moveTo>
                <a:cubicBezTo>
                  <a:pt x="45" y="8"/>
                  <a:pt x="44" y="9"/>
                  <a:pt x="43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9"/>
                  <a:pt x="0" y="8"/>
                  <a:pt x="0" y="7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4" y="0"/>
                  <a:pt x="45" y="1"/>
                  <a:pt x="45" y="2"/>
                </a:cubicBezTo>
                <a:lnTo>
                  <a:pt x="45" y="7"/>
                </a:lnTo>
                <a:close/>
                <a:moveTo>
                  <a:pt x="59" y="20"/>
                </a:moveTo>
                <a:cubicBezTo>
                  <a:pt x="59" y="22"/>
                  <a:pt x="58" y="23"/>
                  <a:pt x="57" y="23"/>
                </a:cubicBezTo>
                <a:cubicBezTo>
                  <a:pt x="2" y="23"/>
                  <a:pt x="2" y="23"/>
                  <a:pt x="2" y="23"/>
                </a:cubicBezTo>
                <a:cubicBezTo>
                  <a:pt x="1" y="23"/>
                  <a:pt x="0" y="22"/>
                  <a:pt x="0" y="20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4"/>
                  <a:pt x="1" y="13"/>
                  <a:pt x="2" y="13"/>
                </a:cubicBezTo>
                <a:cubicBezTo>
                  <a:pt x="57" y="13"/>
                  <a:pt x="57" y="13"/>
                  <a:pt x="57" y="13"/>
                </a:cubicBezTo>
                <a:cubicBezTo>
                  <a:pt x="58" y="13"/>
                  <a:pt x="59" y="14"/>
                  <a:pt x="59" y="16"/>
                </a:cubicBezTo>
                <a:lnTo>
                  <a:pt x="59" y="20"/>
                </a:lnTo>
                <a:close/>
                <a:moveTo>
                  <a:pt x="50" y="34"/>
                </a:moveTo>
                <a:cubicBezTo>
                  <a:pt x="50" y="35"/>
                  <a:pt x="49" y="36"/>
                  <a:pt x="48" y="36"/>
                </a:cubicBezTo>
                <a:cubicBezTo>
                  <a:pt x="2" y="36"/>
                  <a:pt x="2" y="36"/>
                  <a:pt x="2" y="36"/>
                </a:cubicBezTo>
                <a:cubicBezTo>
                  <a:pt x="1" y="36"/>
                  <a:pt x="0" y="35"/>
                  <a:pt x="0" y="34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28"/>
                  <a:pt x="1" y="27"/>
                  <a:pt x="2" y="27"/>
                </a:cubicBezTo>
                <a:cubicBezTo>
                  <a:pt x="48" y="27"/>
                  <a:pt x="48" y="27"/>
                  <a:pt x="48" y="27"/>
                </a:cubicBezTo>
                <a:cubicBezTo>
                  <a:pt x="49" y="27"/>
                  <a:pt x="50" y="28"/>
                  <a:pt x="50" y="29"/>
                </a:cubicBezTo>
                <a:lnTo>
                  <a:pt x="50" y="34"/>
                </a:lnTo>
                <a:close/>
                <a:moveTo>
                  <a:pt x="64" y="48"/>
                </a:moveTo>
                <a:cubicBezTo>
                  <a:pt x="64" y="49"/>
                  <a:pt x="63" y="50"/>
                  <a:pt x="61" y="50"/>
                </a:cubicBezTo>
                <a:cubicBezTo>
                  <a:pt x="2" y="50"/>
                  <a:pt x="2" y="50"/>
                  <a:pt x="2" y="50"/>
                </a:cubicBezTo>
                <a:cubicBezTo>
                  <a:pt x="1" y="50"/>
                  <a:pt x="0" y="49"/>
                  <a:pt x="0" y="48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2"/>
                  <a:pt x="1" y="41"/>
                  <a:pt x="2" y="41"/>
                </a:cubicBezTo>
                <a:cubicBezTo>
                  <a:pt x="61" y="41"/>
                  <a:pt x="61" y="41"/>
                  <a:pt x="61" y="41"/>
                </a:cubicBezTo>
                <a:cubicBezTo>
                  <a:pt x="63" y="41"/>
                  <a:pt x="64" y="42"/>
                  <a:pt x="64" y="43"/>
                </a:cubicBezTo>
                <a:lnTo>
                  <a:pt x="64" y="4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390062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83"/>
          <p:cNvSpPr>
            <a:spLocks noEditPoints="1"/>
          </p:cNvSpPr>
          <p:nvPr userDrawn="1"/>
        </p:nvSpPr>
        <p:spPr bwMode="auto">
          <a:xfrm>
            <a:off x="5569331" y="1498600"/>
            <a:ext cx="1053339" cy="1580008"/>
          </a:xfrm>
          <a:custGeom>
            <a:avLst/>
            <a:gdLst/>
            <a:ahLst/>
            <a:cxnLst>
              <a:cxn ang="0">
                <a:pos x="38" y="26"/>
              </a:cxn>
              <a:cxn ang="0">
                <a:pos x="24" y="55"/>
              </a:cxn>
              <a:cxn ang="0">
                <a:pos x="20" y="58"/>
              </a:cxn>
              <a:cxn ang="0">
                <a:pos x="16" y="55"/>
              </a:cxn>
              <a:cxn ang="0">
                <a:pos x="2" y="26"/>
              </a:cxn>
              <a:cxn ang="0">
                <a:pos x="0" y="19"/>
              </a:cxn>
              <a:cxn ang="0">
                <a:pos x="20" y="0"/>
              </a:cxn>
              <a:cxn ang="0">
                <a:pos x="39" y="19"/>
              </a:cxn>
              <a:cxn ang="0">
                <a:pos x="38" y="26"/>
              </a:cxn>
              <a:cxn ang="0">
                <a:pos x="20" y="9"/>
              </a:cxn>
              <a:cxn ang="0">
                <a:pos x="10" y="19"/>
              </a:cxn>
              <a:cxn ang="0">
                <a:pos x="20" y="29"/>
              </a:cxn>
              <a:cxn ang="0">
                <a:pos x="30" y="19"/>
              </a:cxn>
              <a:cxn ang="0">
                <a:pos x="20" y="9"/>
              </a:cxn>
            </a:cxnLst>
            <a:rect l="0" t="0" r="r" b="b"/>
            <a:pathLst>
              <a:path w="39" h="58">
                <a:moveTo>
                  <a:pt x="38" y="26"/>
                </a:moveTo>
                <a:cubicBezTo>
                  <a:pt x="24" y="55"/>
                  <a:pt x="24" y="55"/>
                  <a:pt x="24" y="55"/>
                </a:cubicBezTo>
                <a:cubicBezTo>
                  <a:pt x="23" y="57"/>
                  <a:pt x="22" y="58"/>
                  <a:pt x="20" y="58"/>
                </a:cubicBezTo>
                <a:cubicBezTo>
                  <a:pt x="18" y="58"/>
                  <a:pt x="16" y="57"/>
                  <a:pt x="16" y="55"/>
                </a:cubicBezTo>
                <a:cubicBezTo>
                  <a:pt x="2" y="26"/>
                  <a:pt x="2" y="26"/>
                  <a:pt x="2" y="26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8"/>
                  <a:pt x="9" y="0"/>
                  <a:pt x="20" y="0"/>
                </a:cubicBezTo>
                <a:cubicBezTo>
                  <a:pt x="31" y="0"/>
                  <a:pt x="39" y="8"/>
                  <a:pt x="39" y="19"/>
                </a:cubicBezTo>
                <a:cubicBezTo>
                  <a:pt x="39" y="21"/>
                  <a:pt x="39" y="24"/>
                  <a:pt x="38" y="26"/>
                </a:cubicBezTo>
                <a:close/>
                <a:moveTo>
                  <a:pt x="20" y="9"/>
                </a:moveTo>
                <a:cubicBezTo>
                  <a:pt x="15" y="9"/>
                  <a:pt x="10" y="14"/>
                  <a:pt x="10" y="19"/>
                </a:cubicBezTo>
                <a:cubicBezTo>
                  <a:pt x="10" y="24"/>
                  <a:pt x="15" y="29"/>
                  <a:pt x="20" y="29"/>
                </a:cubicBezTo>
                <a:cubicBezTo>
                  <a:pt x="25" y="29"/>
                  <a:pt x="30" y="24"/>
                  <a:pt x="30" y="19"/>
                </a:cubicBezTo>
                <a:cubicBezTo>
                  <a:pt x="30" y="14"/>
                  <a:pt x="25" y="9"/>
                  <a:pt x="20" y="9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4143096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Conta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89"/>
          <p:cNvSpPr>
            <a:spLocks noEditPoints="1"/>
          </p:cNvSpPr>
          <p:nvPr userDrawn="1"/>
        </p:nvSpPr>
        <p:spPr bwMode="auto">
          <a:xfrm>
            <a:off x="5360224" y="1246248"/>
            <a:ext cx="1471555" cy="1471552"/>
          </a:xfrm>
          <a:custGeom>
            <a:avLst/>
            <a:gdLst/>
            <a:ahLst/>
            <a:cxnLst>
              <a:cxn ang="0">
                <a:pos x="68" y="3"/>
              </a:cxn>
              <a:cxn ang="0">
                <a:pos x="58" y="61"/>
              </a:cxn>
              <a:cxn ang="0">
                <a:pos x="57" y="63"/>
              </a:cxn>
              <a:cxn ang="0">
                <a:pos x="56" y="63"/>
              </a:cxn>
              <a:cxn ang="0">
                <a:pos x="55" y="63"/>
              </a:cxn>
              <a:cxn ang="0">
                <a:pos x="35" y="55"/>
              </a:cxn>
              <a:cxn ang="0">
                <a:pos x="23" y="67"/>
              </a:cxn>
              <a:cxn ang="0">
                <a:pos x="22" y="68"/>
              </a:cxn>
              <a:cxn ang="0">
                <a:pos x="21" y="68"/>
              </a:cxn>
              <a:cxn ang="0">
                <a:pos x="19" y="65"/>
              </a:cxn>
              <a:cxn ang="0">
                <a:pos x="19" y="48"/>
              </a:cxn>
              <a:cxn ang="0">
                <a:pos x="1" y="41"/>
              </a:cxn>
              <a:cxn ang="0">
                <a:pos x="0" y="39"/>
              </a:cxn>
              <a:cxn ang="0">
                <a:pos x="1" y="36"/>
              </a:cxn>
              <a:cxn ang="0">
                <a:pos x="64" y="0"/>
              </a:cxn>
              <a:cxn ang="0">
                <a:pos x="67" y="0"/>
              </a:cxn>
              <a:cxn ang="0">
                <a:pos x="68" y="3"/>
              </a:cxn>
              <a:cxn ang="0">
                <a:pos x="62" y="7"/>
              </a:cxn>
              <a:cxn ang="0">
                <a:pos x="8" y="38"/>
              </a:cxn>
              <a:cxn ang="0">
                <a:pos x="20" y="43"/>
              </a:cxn>
              <a:cxn ang="0">
                <a:pos x="53" y="19"/>
              </a:cxn>
              <a:cxn ang="0">
                <a:pos x="35" y="49"/>
              </a:cxn>
              <a:cxn ang="0">
                <a:pos x="54" y="57"/>
              </a:cxn>
              <a:cxn ang="0">
                <a:pos x="62" y="7"/>
              </a:cxn>
            </a:cxnLst>
            <a:rect l="0" t="0" r="r" b="b"/>
            <a:pathLst>
              <a:path w="68" h="68">
                <a:moveTo>
                  <a:pt x="68" y="3"/>
                </a:moveTo>
                <a:cubicBezTo>
                  <a:pt x="58" y="61"/>
                  <a:pt x="58" y="61"/>
                  <a:pt x="58" y="61"/>
                </a:cubicBezTo>
                <a:cubicBezTo>
                  <a:pt x="58" y="62"/>
                  <a:pt x="57" y="62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35" y="55"/>
                  <a:pt x="35" y="55"/>
                  <a:pt x="35" y="55"/>
                </a:cubicBezTo>
                <a:cubicBezTo>
                  <a:pt x="23" y="67"/>
                  <a:pt x="23" y="67"/>
                  <a:pt x="23" y="67"/>
                </a:cubicBezTo>
                <a:cubicBezTo>
                  <a:pt x="23" y="67"/>
                  <a:pt x="22" y="68"/>
                  <a:pt x="22" y="68"/>
                </a:cubicBezTo>
                <a:cubicBezTo>
                  <a:pt x="21" y="68"/>
                  <a:pt x="21" y="68"/>
                  <a:pt x="21" y="68"/>
                </a:cubicBezTo>
                <a:cubicBezTo>
                  <a:pt x="20" y="67"/>
                  <a:pt x="19" y="66"/>
                  <a:pt x="19" y="65"/>
                </a:cubicBezTo>
                <a:cubicBezTo>
                  <a:pt x="19" y="48"/>
                  <a:pt x="19" y="48"/>
                  <a:pt x="19" y="48"/>
                </a:cubicBezTo>
                <a:cubicBezTo>
                  <a:pt x="1" y="41"/>
                  <a:pt x="1" y="41"/>
                  <a:pt x="1" y="41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8"/>
                  <a:pt x="0" y="37"/>
                  <a:pt x="1" y="36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6" y="0"/>
                  <a:pt x="67" y="0"/>
                </a:cubicBezTo>
                <a:cubicBezTo>
                  <a:pt x="68" y="1"/>
                  <a:pt x="68" y="2"/>
                  <a:pt x="68" y="3"/>
                </a:cubicBezTo>
                <a:close/>
                <a:moveTo>
                  <a:pt x="62" y="7"/>
                </a:moveTo>
                <a:cubicBezTo>
                  <a:pt x="8" y="38"/>
                  <a:pt x="8" y="38"/>
                  <a:pt x="8" y="38"/>
                </a:cubicBezTo>
                <a:cubicBezTo>
                  <a:pt x="20" y="43"/>
                  <a:pt x="20" y="43"/>
                  <a:pt x="20" y="43"/>
                </a:cubicBezTo>
                <a:cubicBezTo>
                  <a:pt x="53" y="19"/>
                  <a:pt x="53" y="19"/>
                  <a:pt x="53" y="19"/>
                </a:cubicBezTo>
                <a:cubicBezTo>
                  <a:pt x="35" y="49"/>
                  <a:pt x="35" y="49"/>
                  <a:pt x="35" y="49"/>
                </a:cubicBezTo>
                <a:cubicBezTo>
                  <a:pt x="54" y="57"/>
                  <a:pt x="54" y="57"/>
                  <a:pt x="54" y="57"/>
                </a:cubicBezTo>
                <a:lnTo>
                  <a:pt x="62" y="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17148241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18827"/>
            <a:ext cx="5364480" cy="4511040"/>
          </a:xfrm>
        </p:spPr>
        <p:txBody>
          <a:bodyPr/>
          <a:lstStyle>
            <a:lvl1pPr>
              <a:defRPr sz="2400">
                <a:latin typeface="Bogle" charset="0"/>
                <a:ea typeface="Bogle" charset="0"/>
                <a:cs typeface="Bogle" charset="0"/>
              </a:defRPr>
            </a:lvl1pPr>
            <a:lvl2pPr>
              <a:defRPr sz="2400">
                <a:latin typeface="Bogle" charset="0"/>
                <a:ea typeface="Bogle" charset="0"/>
                <a:cs typeface="Bogle" charset="0"/>
              </a:defRPr>
            </a:lvl2pPr>
            <a:lvl3pPr>
              <a:defRPr sz="2133">
                <a:latin typeface="Bogle" charset="0"/>
                <a:ea typeface="Bogle" charset="0"/>
                <a:cs typeface="Bogle" charset="0"/>
              </a:defRPr>
            </a:lvl3pPr>
            <a:lvl4pPr>
              <a:defRPr sz="1867">
                <a:latin typeface="Bogle" charset="0"/>
                <a:ea typeface="Bogle" charset="0"/>
                <a:cs typeface="Bogle" charset="0"/>
              </a:defRPr>
            </a:lvl4pPr>
            <a:lvl5pPr>
              <a:defRPr sz="1867">
                <a:latin typeface="Bogle" charset="0"/>
                <a:ea typeface="Bogle" charset="0"/>
                <a:cs typeface="Bogle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18827"/>
            <a:ext cx="5364480" cy="4511040"/>
          </a:xfrm>
        </p:spPr>
        <p:txBody>
          <a:bodyPr/>
          <a:lstStyle>
            <a:lvl1pPr>
              <a:defRPr sz="2400">
                <a:latin typeface="Bogle" charset="0"/>
                <a:ea typeface="Bogle" charset="0"/>
                <a:cs typeface="Bogle" charset="0"/>
              </a:defRPr>
            </a:lvl1pPr>
            <a:lvl2pPr>
              <a:defRPr sz="2400">
                <a:latin typeface="Bogle" charset="0"/>
                <a:ea typeface="Bogle" charset="0"/>
                <a:cs typeface="Bogle" charset="0"/>
              </a:defRPr>
            </a:lvl2pPr>
            <a:lvl3pPr>
              <a:defRPr sz="2133">
                <a:latin typeface="Bogle" charset="0"/>
                <a:ea typeface="Bogle" charset="0"/>
                <a:cs typeface="Bogle" charset="0"/>
              </a:defRPr>
            </a:lvl3pPr>
            <a:lvl4pPr>
              <a:defRPr sz="1867">
                <a:latin typeface="Bogle" charset="0"/>
                <a:ea typeface="Bogle" charset="0"/>
                <a:cs typeface="Bogle" charset="0"/>
              </a:defRPr>
            </a:lvl4pPr>
            <a:lvl5pPr>
              <a:defRPr sz="1867">
                <a:latin typeface="Bogle" charset="0"/>
                <a:ea typeface="Bogle" charset="0"/>
                <a:cs typeface="Bogle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21453" y="1197864"/>
            <a:ext cx="5364480" cy="402336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09453" y="1197864"/>
            <a:ext cx="5364480" cy="402336"/>
          </a:xfr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51918171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59415349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38812987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91252"/>
            <a:ext cx="4011084" cy="943848"/>
          </a:xfrm>
        </p:spPr>
        <p:txBody>
          <a:bodyPr anchor="ctr"/>
          <a:lstStyle>
            <a:lvl1pPr algn="l">
              <a:defRPr sz="2667" b="1"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82601"/>
            <a:ext cx="6815667" cy="5643564"/>
          </a:xfrm>
        </p:spPr>
        <p:txBody>
          <a:bodyPr/>
          <a:lstStyle>
            <a:lvl1pPr marL="0" indent="0">
              <a:buNone/>
              <a:defRPr sz="4267">
                <a:latin typeface="Bogle" charset="0"/>
                <a:ea typeface="Bogle" charset="0"/>
                <a:cs typeface="Bogle" charset="0"/>
              </a:defRPr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07851269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64573"/>
            <a:ext cx="7315200" cy="502766"/>
          </a:xfrm>
        </p:spPr>
        <p:txBody>
          <a:bodyPr anchor="b"/>
          <a:lstStyle>
            <a:lvl1pPr algn="l">
              <a:defRPr sz="2667" b="1"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04520"/>
            <a:ext cx="7315200" cy="4145280"/>
          </a:xfrm>
        </p:spPr>
        <p:txBody>
          <a:bodyPr/>
          <a:lstStyle>
            <a:lvl1pPr marL="0" indent="0">
              <a:buNone/>
              <a:defRPr sz="42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42889671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716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36.xml"/><Relationship Id="rId3" Type="http://schemas.openxmlformats.org/officeDocument/2006/relationships/slideLayout" Target="../slideLayouts/slideLayout13.xml"/><Relationship Id="rId21" Type="http://schemas.openxmlformats.org/officeDocument/2006/relationships/slideLayout" Target="../slideLayouts/slideLayout31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35.xml"/><Relationship Id="rId33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30.xml"/><Relationship Id="rId29" Type="http://schemas.openxmlformats.org/officeDocument/2006/relationships/slideLayout" Target="../slideLayouts/slideLayout39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34.xml"/><Relationship Id="rId32" Type="http://schemas.openxmlformats.org/officeDocument/2006/relationships/image" Target="../media/image3.png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33.xml"/><Relationship Id="rId28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9.xml"/><Relationship Id="rId31" Type="http://schemas.openxmlformats.org/officeDocument/2006/relationships/theme" Target="../theme/theme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32.xml"/><Relationship Id="rId27" Type="http://schemas.openxmlformats.org/officeDocument/2006/relationships/slideLayout" Target="../slideLayouts/slideLayout37.xml"/><Relationship Id="rId30" Type="http://schemas.openxmlformats.org/officeDocument/2006/relationships/slideLayout" Target="../slideLayouts/slideLayout40.xml"/><Relationship Id="rId8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4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4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6.xml"/><Relationship Id="rId26" Type="http://schemas.openxmlformats.org/officeDocument/2006/relationships/slideLayout" Target="../slideLayouts/slideLayout74.xml"/><Relationship Id="rId3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69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73.xml"/><Relationship Id="rId33" Type="http://schemas.openxmlformats.org/officeDocument/2006/relationships/image" Target="../media/image4.png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20" Type="http://schemas.openxmlformats.org/officeDocument/2006/relationships/slideLayout" Target="../slideLayouts/slideLayout68.xml"/><Relationship Id="rId29" Type="http://schemas.openxmlformats.org/officeDocument/2006/relationships/slideLayout" Target="../slideLayouts/slideLayout77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24" Type="http://schemas.openxmlformats.org/officeDocument/2006/relationships/slideLayout" Target="../slideLayouts/slideLayout72.xml"/><Relationship Id="rId32" Type="http://schemas.openxmlformats.org/officeDocument/2006/relationships/image" Target="../media/image3.png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71.xml"/><Relationship Id="rId28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58.xml"/><Relationship Id="rId19" Type="http://schemas.openxmlformats.org/officeDocument/2006/relationships/slideLayout" Target="../slideLayouts/slideLayout67.xml"/><Relationship Id="rId31" Type="http://schemas.openxmlformats.org/officeDocument/2006/relationships/theme" Target="../theme/theme5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70.xml"/><Relationship Id="rId27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78.xml"/><Relationship Id="rId8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002287-43AE-984A-B16C-545A738AB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9E9FD-CE43-9546-8B5B-18B379FEB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D6C85FB1-F8FD-C741-A2DC-BBB4E52014C6}"/>
              </a:ext>
            </a:extLst>
          </p:cNvPr>
          <p:cNvSpPr txBox="1">
            <a:spLocks/>
          </p:cNvSpPr>
          <p:nvPr userDrawn="1"/>
        </p:nvSpPr>
        <p:spPr>
          <a:xfrm>
            <a:off x="11236050" y="6619391"/>
            <a:ext cx="27706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1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000">
                <a:solidFill>
                  <a:srgbClr val="0B1438"/>
                </a:solidFill>
              </a:rPr>
              <a:pPr/>
              <a:t>‹#›</a:t>
            </a:fld>
            <a:endParaRPr lang="en-US" sz="1000">
              <a:solidFill>
                <a:srgbClr val="0B1438"/>
              </a:solidFill>
            </a:endParaRPr>
          </a:p>
        </p:txBody>
      </p:sp>
      <p:sp>
        <p:nvSpPr>
          <p:cNvPr id="9" name="object 33">
            <a:extLst>
              <a:ext uri="{FF2B5EF4-FFF2-40B4-BE49-F238E27FC236}">
                <a16:creationId xmlns:a16="http://schemas.microsoft.com/office/drawing/2014/main" id="{64188B49-E268-6A49-BD04-4EA18EBAD2D0}"/>
              </a:ext>
            </a:extLst>
          </p:cNvPr>
          <p:cNvSpPr txBox="1">
            <a:spLocks/>
          </p:cNvSpPr>
          <p:nvPr userDrawn="1"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3B5214-62ED-F345-B6DE-317510A78A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14125" y="9525"/>
            <a:ext cx="777875" cy="777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11680D-3CC3-2D4E-8062-3CF346BB92A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91" y="6394083"/>
            <a:ext cx="3093547" cy="5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467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404041"/>
          </a:solidFill>
          <a:latin typeface="Bogle" panose="020B050302020306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002287-43AE-984A-B16C-545A738AB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9E9FD-CE43-9546-8B5B-18B379FEB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D6C85FB1-F8FD-C741-A2DC-BBB4E52014C6}"/>
              </a:ext>
            </a:extLst>
          </p:cNvPr>
          <p:cNvSpPr txBox="1">
            <a:spLocks/>
          </p:cNvSpPr>
          <p:nvPr/>
        </p:nvSpPr>
        <p:spPr>
          <a:xfrm>
            <a:off x="11236050" y="6619391"/>
            <a:ext cx="27706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1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000">
                <a:solidFill>
                  <a:srgbClr val="0B1438"/>
                </a:solidFill>
              </a:rPr>
              <a:pPr/>
              <a:t>‹#›</a:t>
            </a:fld>
            <a:endParaRPr lang="en-US" sz="1000">
              <a:solidFill>
                <a:srgbClr val="0B1438"/>
              </a:solidFill>
            </a:endParaRPr>
          </a:p>
        </p:txBody>
      </p:sp>
      <p:sp>
        <p:nvSpPr>
          <p:cNvPr id="9" name="object 33">
            <a:extLst>
              <a:ext uri="{FF2B5EF4-FFF2-40B4-BE49-F238E27FC236}">
                <a16:creationId xmlns:a16="http://schemas.microsoft.com/office/drawing/2014/main" id="{64188B49-E268-6A49-BD04-4EA18EBAD2D0}"/>
              </a:ext>
            </a:extLst>
          </p:cNvPr>
          <p:cNvSpPr txBox="1">
            <a:spLocks/>
          </p:cNvSpPr>
          <p:nvPr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/>
              <a:t> 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11"/>
              <a:t> 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3B5214-62ED-F345-B6DE-317510A78A0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14125" y="9525"/>
            <a:ext cx="777875" cy="777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11680D-3CC3-2D4E-8062-3CF346BB92A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991" y="6394083"/>
            <a:ext cx="3093547" cy="56246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A47C7FB-56C9-452B-BA3E-212EF996FFFD}"/>
              </a:ext>
            </a:extLst>
          </p:cNvPr>
          <p:cNvGrpSpPr/>
          <p:nvPr/>
        </p:nvGrpSpPr>
        <p:grpSpPr>
          <a:xfrm>
            <a:off x="-2352501" y="449361"/>
            <a:ext cx="1971501" cy="3367772"/>
            <a:chOff x="-2352501" y="449361"/>
            <a:chExt cx="1971501" cy="336777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C283B5-7826-4A51-9B89-A7C41DE0D688}"/>
                </a:ext>
              </a:extLst>
            </p:cNvPr>
            <p:cNvSpPr/>
            <p:nvPr/>
          </p:nvSpPr>
          <p:spPr>
            <a:xfrm>
              <a:off x="-609600" y="2189339"/>
              <a:ext cx="228600" cy="228600"/>
            </a:xfrm>
            <a:prstGeom prst="rect">
              <a:avLst/>
            </a:prstGeom>
            <a:solidFill>
              <a:srgbClr val="FFC2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AB1459-2B19-4BF9-AB56-9E824460C74B}"/>
                </a:ext>
              </a:extLst>
            </p:cNvPr>
            <p:cNvSpPr/>
            <p:nvPr/>
          </p:nvSpPr>
          <p:spPr>
            <a:xfrm>
              <a:off x="-609600" y="3206399"/>
              <a:ext cx="228600" cy="228600"/>
            </a:xfrm>
            <a:prstGeom prst="rect">
              <a:avLst/>
            </a:prstGeom>
            <a:solidFill>
              <a:srgbClr val="EE3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2620583-C671-42D6-8299-267BF1BCD21E}"/>
                </a:ext>
              </a:extLst>
            </p:cNvPr>
            <p:cNvGrpSpPr/>
            <p:nvPr/>
          </p:nvGrpSpPr>
          <p:grpSpPr>
            <a:xfrm>
              <a:off x="-2338086" y="449361"/>
              <a:ext cx="1957086" cy="307777"/>
              <a:chOff x="-2338086" y="449361"/>
              <a:chExt cx="1957086" cy="307777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1FC736-8583-45E2-AEA7-F2AB9823A4DD}"/>
                  </a:ext>
                </a:extLst>
              </p:cNvPr>
              <p:cNvSpPr/>
              <p:nvPr/>
            </p:nvSpPr>
            <p:spPr>
              <a:xfrm>
                <a:off x="-609600" y="488950"/>
                <a:ext cx="228600" cy="228600"/>
              </a:xfrm>
              <a:prstGeom prst="rect">
                <a:avLst/>
              </a:prstGeom>
              <a:solidFill>
                <a:srgbClr val="081F2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81F2C"/>
                  </a:solidFill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CEB40F3-763A-456D-A08A-D35948D5EAB3}"/>
                  </a:ext>
                </a:extLst>
              </p:cNvPr>
              <p:cNvSpPr txBox="1"/>
              <p:nvPr/>
            </p:nvSpPr>
            <p:spPr>
              <a:xfrm>
                <a:off x="-2338086" y="449361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8 / 31/ 44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39092E9-DF4D-42EA-B27D-08B70BF3749B}"/>
                </a:ext>
              </a:extLst>
            </p:cNvPr>
            <p:cNvGrpSpPr/>
            <p:nvPr/>
          </p:nvGrpSpPr>
          <p:grpSpPr>
            <a:xfrm>
              <a:off x="-2352501" y="790144"/>
              <a:ext cx="1971501" cy="307777"/>
              <a:chOff x="-2352501" y="790144"/>
              <a:chExt cx="1971501" cy="307777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C0D4BBE-3348-41E9-B715-ADEFA3839BC2}"/>
                  </a:ext>
                </a:extLst>
              </p:cNvPr>
              <p:cNvSpPr/>
              <p:nvPr/>
            </p:nvSpPr>
            <p:spPr>
              <a:xfrm>
                <a:off x="-609600" y="829733"/>
                <a:ext cx="228600" cy="228600"/>
              </a:xfrm>
              <a:prstGeom prst="rect">
                <a:avLst/>
              </a:prstGeom>
              <a:solidFill>
                <a:srgbClr val="78B9E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8B9E7"/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6EB7307-A7A9-4299-BC58-BE30596658A1}"/>
                  </a:ext>
                </a:extLst>
              </p:cNvPr>
              <p:cNvSpPr txBox="1"/>
              <p:nvPr/>
            </p:nvSpPr>
            <p:spPr>
              <a:xfrm>
                <a:off x="-2352501" y="790144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120 / 185 / 231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04766AC-AEF9-477A-AC81-00AE8FA76A96}"/>
                </a:ext>
              </a:extLst>
            </p:cNvPr>
            <p:cNvGrpSpPr/>
            <p:nvPr/>
          </p:nvGrpSpPr>
          <p:grpSpPr>
            <a:xfrm>
              <a:off x="-2352501" y="1471710"/>
              <a:ext cx="1971501" cy="307777"/>
              <a:chOff x="-2352501" y="1471710"/>
              <a:chExt cx="1971501" cy="307777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DF837DA-A7AA-4FA9-B784-79A2E096E625}"/>
                  </a:ext>
                </a:extLst>
              </p:cNvPr>
              <p:cNvSpPr/>
              <p:nvPr/>
            </p:nvSpPr>
            <p:spPr>
              <a:xfrm>
                <a:off x="-609600" y="1511299"/>
                <a:ext cx="228600" cy="228600"/>
              </a:xfrm>
              <a:prstGeom prst="rect">
                <a:avLst/>
              </a:prstGeom>
              <a:solidFill>
                <a:srgbClr val="0070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1CE"/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04D9A2D-16B6-4003-A138-147D2A75FA93}"/>
                  </a:ext>
                </a:extLst>
              </p:cNvPr>
              <p:cNvSpPr txBox="1"/>
              <p:nvPr/>
            </p:nvSpPr>
            <p:spPr>
              <a:xfrm>
                <a:off x="-2352501" y="1471710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0 / 112 / 206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FA03A35-7EA5-40A3-8A26-2F2ECABB54E3}"/>
                </a:ext>
              </a:extLst>
            </p:cNvPr>
            <p:cNvGrpSpPr/>
            <p:nvPr/>
          </p:nvGrpSpPr>
          <p:grpSpPr>
            <a:xfrm>
              <a:off x="-2352501" y="1810730"/>
              <a:ext cx="1971501" cy="307777"/>
              <a:chOff x="-2352501" y="1810730"/>
              <a:chExt cx="1971501" cy="307777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EF2FB6D-2CCC-4415-99A7-33AEB5A96599}"/>
                  </a:ext>
                </a:extLst>
              </p:cNvPr>
              <p:cNvSpPr/>
              <p:nvPr/>
            </p:nvSpPr>
            <p:spPr>
              <a:xfrm>
                <a:off x="-609600" y="1850319"/>
                <a:ext cx="228600" cy="228600"/>
              </a:xfrm>
              <a:prstGeom prst="rect">
                <a:avLst/>
              </a:prstGeom>
              <a:solidFill>
                <a:srgbClr val="EB148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AE297AF-DCAC-4D8E-B0FE-1F3A8C42342B}"/>
                  </a:ext>
                </a:extLst>
              </p:cNvPr>
              <p:cNvSpPr txBox="1"/>
              <p:nvPr/>
            </p:nvSpPr>
            <p:spPr>
              <a:xfrm>
                <a:off x="-2352501" y="1810730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235 / 20 / 141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CD8E2D3-8159-4572-A1AF-9DBF1D63FC58}"/>
                </a:ext>
              </a:extLst>
            </p:cNvPr>
            <p:cNvSpPr txBox="1"/>
            <p:nvPr/>
          </p:nvSpPr>
          <p:spPr>
            <a:xfrm>
              <a:off x="-2338086" y="2149750"/>
              <a:ext cx="172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81F2C"/>
                  </a:solidFill>
                </a:rPr>
                <a:t>RGB: 255 / 194 / 32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10ED7E1-CE4F-4690-9F78-3ED0C88CB9D4}"/>
                </a:ext>
              </a:extLst>
            </p:cNvPr>
            <p:cNvGrpSpPr/>
            <p:nvPr/>
          </p:nvGrpSpPr>
          <p:grpSpPr>
            <a:xfrm>
              <a:off x="-2338086" y="2487726"/>
              <a:ext cx="1957086" cy="307777"/>
              <a:chOff x="-2338086" y="2487726"/>
              <a:chExt cx="1957086" cy="307777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6B34E14-6436-4CC0-A4AE-12C013E12EF0}"/>
                  </a:ext>
                </a:extLst>
              </p:cNvPr>
              <p:cNvSpPr/>
              <p:nvPr/>
            </p:nvSpPr>
            <p:spPr>
              <a:xfrm>
                <a:off x="-609600" y="2528359"/>
                <a:ext cx="228600" cy="228600"/>
              </a:xfrm>
              <a:prstGeom prst="rect">
                <a:avLst/>
              </a:prstGeom>
              <a:solidFill>
                <a:srgbClr val="76C04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3BE7F54-6D3E-4E06-9552-E973C7BE142B}"/>
                  </a:ext>
                </a:extLst>
              </p:cNvPr>
              <p:cNvSpPr txBox="1"/>
              <p:nvPr/>
            </p:nvSpPr>
            <p:spPr>
              <a:xfrm>
                <a:off x="-2338086" y="2487726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118 / 192 / 67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9735A56-A3A2-400E-8D24-18857B99577B}"/>
                </a:ext>
              </a:extLst>
            </p:cNvPr>
            <p:cNvGrpSpPr/>
            <p:nvPr/>
          </p:nvGrpSpPr>
          <p:grpSpPr>
            <a:xfrm>
              <a:off x="-2338086" y="2825702"/>
              <a:ext cx="1957086" cy="307777"/>
              <a:chOff x="-2338086" y="2825702"/>
              <a:chExt cx="1957086" cy="307777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62C4DB5-52CD-4797-937E-38A31ED5D70D}"/>
                  </a:ext>
                </a:extLst>
              </p:cNvPr>
              <p:cNvSpPr/>
              <p:nvPr/>
            </p:nvSpPr>
            <p:spPr>
              <a:xfrm>
                <a:off x="-609600" y="2867379"/>
                <a:ext cx="228600" cy="228600"/>
              </a:xfrm>
              <a:prstGeom prst="rect">
                <a:avLst/>
              </a:prstGeom>
              <a:solidFill>
                <a:srgbClr val="F475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E42E933-8E73-4BAE-8F79-36B257118F7C}"/>
                  </a:ext>
                </a:extLst>
              </p:cNvPr>
              <p:cNvSpPr txBox="1"/>
              <p:nvPr/>
            </p:nvSpPr>
            <p:spPr>
              <a:xfrm>
                <a:off x="-2338086" y="2825702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244 / 117 / 33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23DDFED-7FD0-4300-8BFA-A2EE13683C58}"/>
                </a:ext>
              </a:extLst>
            </p:cNvPr>
            <p:cNvSpPr txBox="1"/>
            <p:nvPr/>
          </p:nvSpPr>
          <p:spPr>
            <a:xfrm>
              <a:off x="-2338086" y="3161651"/>
              <a:ext cx="172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81F2C"/>
                  </a:solidFill>
                </a:rPr>
                <a:t>RGB: 238 / 59 / 42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EA0E503-2376-447E-97CE-AD6CCFB64935}"/>
                </a:ext>
              </a:extLst>
            </p:cNvPr>
            <p:cNvGrpSpPr/>
            <p:nvPr/>
          </p:nvGrpSpPr>
          <p:grpSpPr>
            <a:xfrm>
              <a:off x="-2338086" y="3509356"/>
              <a:ext cx="1957086" cy="307777"/>
              <a:chOff x="-2338086" y="3509356"/>
              <a:chExt cx="1957086" cy="307777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0E6D90E-A361-4990-920A-3D3599798534}"/>
                  </a:ext>
                </a:extLst>
              </p:cNvPr>
              <p:cNvSpPr/>
              <p:nvPr/>
            </p:nvSpPr>
            <p:spPr>
              <a:xfrm>
                <a:off x="-609600" y="3545417"/>
                <a:ext cx="228600" cy="228600"/>
              </a:xfrm>
              <a:prstGeom prst="rect">
                <a:avLst/>
              </a:prstGeom>
              <a:solidFill>
                <a:srgbClr val="3F3F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B349AB5-FC33-43FA-A03A-1E68C5107600}"/>
                  </a:ext>
                </a:extLst>
              </p:cNvPr>
              <p:cNvSpPr txBox="1"/>
              <p:nvPr/>
            </p:nvSpPr>
            <p:spPr>
              <a:xfrm>
                <a:off x="-2338086" y="3509356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63 / 63 / 64</a:t>
                </a:r>
              </a:p>
            </p:txBody>
          </p:sp>
        </p:grpSp>
      </p:grpSp>
      <p:sp>
        <p:nvSpPr>
          <p:cNvPr id="38" name="Holder 6">
            <a:extLst>
              <a:ext uri="{FF2B5EF4-FFF2-40B4-BE49-F238E27FC236}">
                <a16:creationId xmlns:a16="http://schemas.microsoft.com/office/drawing/2014/main" id="{7FD24771-4007-4261-9A8D-94578239244E}"/>
              </a:ext>
            </a:extLst>
          </p:cNvPr>
          <p:cNvSpPr txBox="1">
            <a:spLocks/>
          </p:cNvSpPr>
          <p:nvPr userDrawn="1"/>
        </p:nvSpPr>
        <p:spPr>
          <a:xfrm>
            <a:off x="11236050" y="6619391"/>
            <a:ext cx="27706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1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000">
                <a:solidFill>
                  <a:srgbClr val="0B1438"/>
                </a:solidFill>
              </a:rPr>
              <a:pPr/>
              <a:t>‹#›</a:t>
            </a:fld>
            <a:endParaRPr lang="en-US" sz="1000">
              <a:solidFill>
                <a:srgbClr val="0B1438"/>
              </a:solidFill>
            </a:endParaRPr>
          </a:p>
        </p:txBody>
      </p:sp>
      <p:sp>
        <p:nvSpPr>
          <p:cNvPr id="39" name="object 33">
            <a:extLst>
              <a:ext uri="{FF2B5EF4-FFF2-40B4-BE49-F238E27FC236}">
                <a16:creationId xmlns:a16="http://schemas.microsoft.com/office/drawing/2014/main" id="{B3F92064-7C4B-447E-8850-3FCCECB6DAEB}"/>
              </a:ext>
            </a:extLst>
          </p:cNvPr>
          <p:cNvSpPr txBox="1">
            <a:spLocks/>
          </p:cNvSpPr>
          <p:nvPr userDrawn="1"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3016DC48-62D2-49CB-8041-958F0F388E18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1414125" y="9525"/>
            <a:ext cx="777875" cy="77787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A6A46C6-0B23-4F64-831C-17478B95C484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4991" y="6394083"/>
            <a:ext cx="3093547" cy="5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0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404041"/>
          </a:solidFill>
          <a:latin typeface="Bogle" panose="020B050302020306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93800"/>
            <a:ext cx="10972800" cy="4752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31280"/>
            <a:ext cx="12192000" cy="42672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Lato Light" panose="020F0302020204030203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8257"/>
            <a:ext cx="10972800" cy="666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711200" y="6431279"/>
            <a:ext cx="609600" cy="42672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ctr">
              <a:defRPr sz="1333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3" name="Group 42"/>
          <p:cNvGrpSpPr/>
          <p:nvPr/>
        </p:nvGrpSpPr>
        <p:grpSpPr>
          <a:xfrm>
            <a:off x="9956800" y="6495043"/>
            <a:ext cx="1625600" cy="332688"/>
            <a:chOff x="2826032" y="2866132"/>
            <a:chExt cx="6368767" cy="1303397"/>
          </a:xfrm>
        </p:grpSpPr>
        <p:pic>
          <p:nvPicPr>
            <p:cNvPr id="44" name="Picture 43"/>
            <p:cNvPicPr>
              <a:picLocks noChangeAspect="1"/>
            </p:cNvPicPr>
            <p:nvPr userDrawn="1"/>
          </p:nvPicPr>
          <p:blipFill rotWithShape="1">
            <a:blip r:embed="rId3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7060"/>
            <a:stretch/>
          </p:blipFill>
          <p:spPr>
            <a:xfrm>
              <a:off x="3865565" y="2866132"/>
              <a:ext cx="3400259" cy="1303397"/>
            </a:xfrm>
            <a:prstGeom prst="rect">
              <a:avLst/>
            </a:prstGeom>
          </p:spPr>
        </p:pic>
        <p:pic>
          <p:nvPicPr>
            <p:cNvPr id="45" name="Picture 44"/>
            <p:cNvPicPr>
              <a:picLocks noChangeAspect="1"/>
            </p:cNvPicPr>
            <p:nvPr userDrawn="1"/>
          </p:nvPicPr>
          <p:blipFill rotWithShape="1">
            <a:blip r:embed="rId3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71395"/>
            <a:stretch/>
          </p:blipFill>
          <p:spPr>
            <a:xfrm>
              <a:off x="7357533" y="2866132"/>
              <a:ext cx="1837266" cy="1303397"/>
            </a:xfrm>
            <a:prstGeom prst="rect">
              <a:avLst/>
            </a:prstGeom>
          </p:spPr>
        </p:pic>
        <p:pic>
          <p:nvPicPr>
            <p:cNvPr id="46" name="Picture 45"/>
            <p:cNvPicPr>
              <a:picLocks noChangeAspect="1"/>
            </p:cNvPicPr>
            <p:nvPr userDrawn="1"/>
          </p:nvPicPr>
          <p:blipFill rotWithShape="1">
            <a:blip r:embed="rId3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3863" r="30319"/>
            <a:stretch/>
          </p:blipFill>
          <p:spPr>
            <a:xfrm>
              <a:off x="2826032" y="2991271"/>
              <a:ext cx="895374" cy="11486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3959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711" r:id="rId29"/>
    <p:sldLayoutId id="2147483712" r:id="rId30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733" b="0">
          <a:solidFill>
            <a:schemeClr val="accent6"/>
          </a:solidFill>
          <a:latin typeface="Bogle" charset="0"/>
          <a:ea typeface="Bogle" charset="0"/>
          <a:cs typeface="Bogle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9pPr>
    </p:titleStyle>
    <p:bodyStyle>
      <a:lvl1pPr marL="365751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SzPct val="120000"/>
        <a:buFont typeface="Times" pitchFamily="18" charset="0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1pPr>
      <a:lvl2pPr marL="609585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–"/>
        <a:defRPr sz="2400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2pPr>
      <a:lvl3pPr marL="975336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Font typeface="Times" pitchFamily="18" charset="0"/>
        <a:buChar char="•"/>
        <a:defRPr sz="2133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3pPr>
      <a:lvl4pPr marL="1341086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Font typeface="Estrangelo Edessa" panose="03080600000000000000" pitchFamily="66" charset="0"/>
        <a:buChar char="›"/>
        <a:defRPr sz="1867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4pPr>
      <a:lvl5pPr marL="1706837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»"/>
        <a:defRPr sz="1867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5pPr>
      <a:lvl6pPr marL="2743131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352716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3962301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4571886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002287-43AE-984A-B16C-545A738AB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9E9FD-CE43-9546-8B5B-18B379FEB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D6C85FB1-F8FD-C741-A2DC-BBB4E52014C6}"/>
              </a:ext>
            </a:extLst>
          </p:cNvPr>
          <p:cNvSpPr txBox="1">
            <a:spLocks/>
          </p:cNvSpPr>
          <p:nvPr/>
        </p:nvSpPr>
        <p:spPr>
          <a:xfrm>
            <a:off x="11236050" y="6619391"/>
            <a:ext cx="27706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1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000">
                <a:solidFill>
                  <a:srgbClr val="0B1438"/>
                </a:solidFill>
              </a:rPr>
              <a:pPr/>
              <a:t>‹#›</a:t>
            </a:fld>
            <a:endParaRPr lang="en-US" sz="1000">
              <a:solidFill>
                <a:srgbClr val="0B1438"/>
              </a:solidFill>
            </a:endParaRPr>
          </a:p>
        </p:txBody>
      </p:sp>
      <p:sp>
        <p:nvSpPr>
          <p:cNvPr id="9" name="object 33">
            <a:extLst>
              <a:ext uri="{FF2B5EF4-FFF2-40B4-BE49-F238E27FC236}">
                <a16:creationId xmlns:a16="http://schemas.microsoft.com/office/drawing/2014/main" id="{64188B49-E268-6A49-BD04-4EA18EBAD2D0}"/>
              </a:ext>
            </a:extLst>
          </p:cNvPr>
          <p:cNvSpPr txBox="1">
            <a:spLocks/>
          </p:cNvSpPr>
          <p:nvPr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/>
              <a:t> 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11"/>
              <a:t> 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3B5214-62ED-F345-B6DE-317510A78A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14125" y="9525"/>
            <a:ext cx="777875" cy="777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11680D-3CC3-2D4E-8062-3CF346BB92A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91" y="6394083"/>
            <a:ext cx="3093547" cy="56246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A47C7FB-56C9-452B-BA3E-212EF996FFFD}"/>
              </a:ext>
            </a:extLst>
          </p:cNvPr>
          <p:cNvGrpSpPr/>
          <p:nvPr/>
        </p:nvGrpSpPr>
        <p:grpSpPr>
          <a:xfrm>
            <a:off x="-2352501" y="449361"/>
            <a:ext cx="1971501" cy="3367772"/>
            <a:chOff x="-2352501" y="449361"/>
            <a:chExt cx="1971501" cy="336777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C283B5-7826-4A51-9B89-A7C41DE0D688}"/>
                </a:ext>
              </a:extLst>
            </p:cNvPr>
            <p:cNvSpPr/>
            <p:nvPr/>
          </p:nvSpPr>
          <p:spPr>
            <a:xfrm>
              <a:off x="-609600" y="2189339"/>
              <a:ext cx="228600" cy="228600"/>
            </a:xfrm>
            <a:prstGeom prst="rect">
              <a:avLst/>
            </a:prstGeom>
            <a:solidFill>
              <a:srgbClr val="FFC2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AB1459-2B19-4BF9-AB56-9E824460C74B}"/>
                </a:ext>
              </a:extLst>
            </p:cNvPr>
            <p:cNvSpPr/>
            <p:nvPr/>
          </p:nvSpPr>
          <p:spPr>
            <a:xfrm>
              <a:off x="-609600" y="3206399"/>
              <a:ext cx="228600" cy="228600"/>
            </a:xfrm>
            <a:prstGeom prst="rect">
              <a:avLst/>
            </a:prstGeom>
            <a:solidFill>
              <a:srgbClr val="EE3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2620583-C671-42D6-8299-267BF1BCD21E}"/>
                </a:ext>
              </a:extLst>
            </p:cNvPr>
            <p:cNvGrpSpPr/>
            <p:nvPr/>
          </p:nvGrpSpPr>
          <p:grpSpPr>
            <a:xfrm>
              <a:off x="-2338086" y="449361"/>
              <a:ext cx="1957086" cy="307777"/>
              <a:chOff x="-2338086" y="449361"/>
              <a:chExt cx="1957086" cy="307777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1FC736-8583-45E2-AEA7-F2AB9823A4DD}"/>
                  </a:ext>
                </a:extLst>
              </p:cNvPr>
              <p:cNvSpPr/>
              <p:nvPr/>
            </p:nvSpPr>
            <p:spPr>
              <a:xfrm>
                <a:off x="-609600" y="488950"/>
                <a:ext cx="228600" cy="228600"/>
              </a:xfrm>
              <a:prstGeom prst="rect">
                <a:avLst/>
              </a:prstGeom>
              <a:solidFill>
                <a:srgbClr val="081F2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81F2C"/>
                  </a:solidFill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CEB40F3-763A-456D-A08A-D35948D5EAB3}"/>
                  </a:ext>
                </a:extLst>
              </p:cNvPr>
              <p:cNvSpPr txBox="1"/>
              <p:nvPr/>
            </p:nvSpPr>
            <p:spPr>
              <a:xfrm>
                <a:off x="-2338086" y="449361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8 / 31/ 44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39092E9-DF4D-42EA-B27D-08B70BF3749B}"/>
                </a:ext>
              </a:extLst>
            </p:cNvPr>
            <p:cNvGrpSpPr/>
            <p:nvPr/>
          </p:nvGrpSpPr>
          <p:grpSpPr>
            <a:xfrm>
              <a:off x="-2352501" y="790144"/>
              <a:ext cx="1971501" cy="307777"/>
              <a:chOff x="-2352501" y="790144"/>
              <a:chExt cx="1971501" cy="307777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C0D4BBE-3348-41E9-B715-ADEFA3839BC2}"/>
                  </a:ext>
                </a:extLst>
              </p:cNvPr>
              <p:cNvSpPr/>
              <p:nvPr/>
            </p:nvSpPr>
            <p:spPr>
              <a:xfrm>
                <a:off x="-609600" y="829733"/>
                <a:ext cx="228600" cy="228600"/>
              </a:xfrm>
              <a:prstGeom prst="rect">
                <a:avLst/>
              </a:prstGeom>
              <a:solidFill>
                <a:srgbClr val="78B9E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8B9E7"/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6EB7307-A7A9-4299-BC58-BE30596658A1}"/>
                  </a:ext>
                </a:extLst>
              </p:cNvPr>
              <p:cNvSpPr txBox="1"/>
              <p:nvPr/>
            </p:nvSpPr>
            <p:spPr>
              <a:xfrm>
                <a:off x="-2352501" y="790144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120 / 185 / 231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04766AC-AEF9-477A-AC81-00AE8FA76A96}"/>
                </a:ext>
              </a:extLst>
            </p:cNvPr>
            <p:cNvGrpSpPr/>
            <p:nvPr/>
          </p:nvGrpSpPr>
          <p:grpSpPr>
            <a:xfrm>
              <a:off x="-2352501" y="1471710"/>
              <a:ext cx="1971501" cy="307777"/>
              <a:chOff x="-2352501" y="1471710"/>
              <a:chExt cx="1971501" cy="307777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DF837DA-A7AA-4FA9-B784-79A2E096E625}"/>
                  </a:ext>
                </a:extLst>
              </p:cNvPr>
              <p:cNvSpPr/>
              <p:nvPr/>
            </p:nvSpPr>
            <p:spPr>
              <a:xfrm>
                <a:off x="-609600" y="1511299"/>
                <a:ext cx="228600" cy="228600"/>
              </a:xfrm>
              <a:prstGeom prst="rect">
                <a:avLst/>
              </a:prstGeom>
              <a:solidFill>
                <a:srgbClr val="0070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1CE"/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04D9A2D-16B6-4003-A138-147D2A75FA93}"/>
                  </a:ext>
                </a:extLst>
              </p:cNvPr>
              <p:cNvSpPr txBox="1"/>
              <p:nvPr/>
            </p:nvSpPr>
            <p:spPr>
              <a:xfrm>
                <a:off x="-2352501" y="1471710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0 / 112 / 206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FA03A35-7EA5-40A3-8A26-2F2ECABB54E3}"/>
                </a:ext>
              </a:extLst>
            </p:cNvPr>
            <p:cNvGrpSpPr/>
            <p:nvPr/>
          </p:nvGrpSpPr>
          <p:grpSpPr>
            <a:xfrm>
              <a:off x="-2352501" y="1810730"/>
              <a:ext cx="1971501" cy="307777"/>
              <a:chOff x="-2352501" y="1810730"/>
              <a:chExt cx="1971501" cy="307777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EF2FB6D-2CCC-4415-99A7-33AEB5A96599}"/>
                  </a:ext>
                </a:extLst>
              </p:cNvPr>
              <p:cNvSpPr/>
              <p:nvPr/>
            </p:nvSpPr>
            <p:spPr>
              <a:xfrm>
                <a:off x="-609600" y="1850319"/>
                <a:ext cx="228600" cy="228600"/>
              </a:xfrm>
              <a:prstGeom prst="rect">
                <a:avLst/>
              </a:prstGeom>
              <a:solidFill>
                <a:srgbClr val="EB148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AE297AF-DCAC-4D8E-B0FE-1F3A8C42342B}"/>
                  </a:ext>
                </a:extLst>
              </p:cNvPr>
              <p:cNvSpPr txBox="1"/>
              <p:nvPr/>
            </p:nvSpPr>
            <p:spPr>
              <a:xfrm>
                <a:off x="-2352501" y="1810730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235 / 20 / 141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CD8E2D3-8159-4572-A1AF-9DBF1D63FC58}"/>
                </a:ext>
              </a:extLst>
            </p:cNvPr>
            <p:cNvSpPr txBox="1"/>
            <p:nvPr/>
          </p:nvSpPr>
          <p:spPr>
            <a:xfrm>
              <a:off x="-2338086" y="2149750"/>
              <a:ext cx="172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81F2C"/>
                  </a:solidFill>
                </a:rPr>
                <a:t>RGB: 255 / 194 / 32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10ED7E1-CE4F-4690-9F78-3ED0C88CB9D4}"/>
                </a:ext>
              </a:extLst>
            </p:cNvPr>
            <p:cNvGrpSpPr/>
            <p:nvPr/>
          </p:nvGrpSpPr>
          <p:grpSpPr>
            <a:xfrm>
              <a:off x="-2338086" y="2487726"/>
              <a:ext cx="1957086" cy="307777"/>
              <a:chOff x="-2338086" y="2487726"/>
              <a:chExt cx="1957086" cy="307777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6B34E14-6436-4CC0-A4AE-12C013E12EF0}"/>
                  </a:ext>
                </a:extLst>
              </p:cNvPr>
              <p:cNvSpPr/>
              <p:nvPr/>
            </p:nvSpPr>
            <p:spPr>
              <a:xfrm>
                <a:off x="-609600" y="2528359"/>
                <a:ext cx="228600" cy="228600"/>
              </a:xfrm>
              <a:prstGeom prst="rect">
                <a:avLst/>
              </a:prstGeom>
              <a:solidFill>
                <a:srgbClr val="76C04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3BE7F54-6D3E-4E06-9552-E973C7BE142B}"/>
                  </a:ext>
                </a:extLst>
              </p:cNvPr>
              <p:cNvSpPr txBox="1"/>
              <p:nvPr/>
            </p:nvSpPr>
            <p:spPr>
              <a:xfrm>
                <a:off x="-2338086" y="2487726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118 / 192 / 67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9735A56-A3A2-400E-8D24-18857B99577B}"/>
                </a:ext>
              </a:extLst>
            </p:cNvPr>
            <p:cNvGrpSpPr/>
            <p:nvPr/>
          </p:nvGrpSpPr>
          <p:grpSpPr>
            <a:xfrm>
              <a:off x="-2338086" y="2825702"/>
              <a:ext cx="1957086" cy="307777"/>
              <a:chOff x="-2338086" y="2825702"/>
              <a:chExt cx="1957086" cy="307777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62C4DB5-52CD-4797-937E-38A31ED5D70D}"/>
                  </a:ext>
                </a:extLst>
              </p:cNvPr>
              <p:cNvSpPr/>
              <p:nvPr/>
            </p:nvSpPr>
            <p:spPr>
              <a:xfrm>
                <a:off x="-609600" y="2867379"/>
                <a:ext cx="228600" cy="228600"/>
              </a:xfrm>
              <a:prstGeom prst="rect">
                <a:avLst/>
              </a:prstGeom>
              <a:solidFill>
                <a:srgbClr val="F475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E42E933-8E73-4BAE-8F79-36B257118F7C}"/>
                  </a:ext>
                </a:extLst>
              </p:cNvPr>
              <p:cNvSpPr txBox="1"/>
              <p:nvPr/>
            </p:nvSpPr>
            <p:spPr>
              <a:xfrm>
                <a:off x="-2338086" y="2825702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244 / 117 / 33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23DDFED-7FD0-4300-8BFA-A2EE13683C58}"/>
                </a:ext>
              </a:extLst>
            </p:cNvPr>
            <p:cNvSpPr txBox="1"/>
            <p:nvPr/>
          </p:nvSpPr>
          <p:spPr>
            <a:xfrm>
              <a:off x="-2338086" y="3161651"/>
              <a:ext cx="172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81F2C"/>
                  </a:solidFill>
                </a:rPr>
                <a:t>RGB: 238 / 59 / 42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EA0E503-2376-447E-97CE-AD6CCFB64935}"/>
                </a:ext>
              </a:extLst>
            </p:cNvPr>
            <p:cNvGrpSpPr/>
            <p:nvPr/>
          </p:nvGrpSpPr>
          <p:grpSpPr>
            <a:xfrm>
              <a:off x="-2338086" y="3509356"/>
              <a:ext cx="1957086" cy="307777"/>
              <a:chOff x="-2338086" y="3509356"/>
              <a:chExt cx="1957086" cy="307777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0E6D90E-A361-4990-920A-3D3599798534}"/>
                  </a:ext>
                </a:extLst>
              </p:cNvPr>
              <p:cNvSpPr/>
              <p:nvPr/>
            </p:nvSpPr>
            <p:spPr>
              <a:xfrm>
                <a:off x="-609600" y="3545417"/>
                <a:ext cx="228600" cy="228600"/>
              </a:xfrm>
              <a:prstGeom prst="rect">
                <a:avLst/>
              </a:prstGeom>
              <a:solidFill>
                <a:srgbClr val="3F3F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B349AB5-FC33-43FA-A03A-1E68C5107600}"/>
                  </a:ext>
                </a:extLst>
              </p:cNvPr>
              <p:cNvSpPr txBox="1"/>
              <p:nvPr/>
            </p:nvSpPr>
            <p:spPr>
              <a:xfrm>
                <a:off x="-2338086" y="3509356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63 / 63 / 64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09778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404041"/>
          </a:solidFill>
          <a:latin typeface="Bogle" panose="020B050302020306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93800"/>
            <a:ext cx="10972800" cy="4752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31280"/>
            <a:ext cx="12192000" cy="42672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Lato Light" panose="020F0302020204030203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8257"/>
            <a:ext cx="10972800" cy="666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711200" y="6431279"/>
            <a:ext cx="609600" cy="42672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ctr">
              <a:defRPr sz="1333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3" name="Group 42"/>
          <p:cNvGrpSpPr/>
          <p:nvPr/>
        </p:nvGrpSpPr>
        <p:grpSpPr>
          <a:xfrm>
            <a:off x="9956800" y="6495043"/>
            <a:ext cx="1625600" cy="332688"/>
            <a:chOff x="2826032" y="2866132"/>
            <a:chExt cx="6368767" cy="1303397"/>
          </a:xfrm>
        </p:grpSpPr>
        <p:pic>
          <p:nvPicPr>
            <p:cNvPr id="44" name="Picture 43"/>
            <p:cNvPicPr>
              <a:picLocks noChangeAspect="1"/>
            </p:cNvPicPr>
            <p:nvPr userDrawn="1"/>
          </p:nvPicPr>
          <p:blipFill rotWithShape="1">
            <a:blip r:embed="rId3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7060"/>
            <a:stretch/>
          </p:blipFill>
          <p:spPr>
            <a:xfrm>
              <a:off x="3865565" y="2866132"/>
              <a:ext cx="3400259" cy="1303397"/>
            </a:xfrm>
            <a:prstGeom prst="rect">
              <a:avLst/>
            </a:prstGeom>
          </p:spPr>
        </p:pic>
        <p:pic>
          <p:nvPicPr>
            <p:cNvPr id="45" name="Picture 44"/>
            <p:cNvPicPr>
              <a:picLocks noChangeAspect="1"/>
            </p:cNvPicPr>
            <p:nvPr userDrawn="1"/>
          </p:nvPicPr>
          <p:blipFill rotWithShape="1">
            <a:blip r:embed="rId3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71395"/>
            <a:stretch/>
          </p:blipFill>
          <p:spPr>
            <a:xfrm>
              <a:off x="7357533" y="2866132"/>
              <a:ext cx="1837266" cy="1303397"/>
            </a:xfrm>
            <a:prstGeom prst="rect">
              <a:avLst/>
            </a:prstGeom>
          </p:spPr>
        </p:pic>
        <p:pic>
          <p:nvPicPr>
            <p:cNvPr id="46" name="Picture 45"/>
            <p:cNvPicPr>
              <a:picLocks noChangeAspect="1"/>
            </p:cNvPicPr>
            <p:nvPr userDrawn="1"/>
          </p:nvPicPr>
          <p:blipFill rotWithShape="1">
            <a:blip r:embed="rId3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3863" r="30319"/>
            <a:stretch/>
          </p:blipFill>
          <p:spPr>
            <a:xfrm>
              <a:off x="2826032" y="2991271"/>
              <a:ext cx="895374" cy="11486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0187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1" r:id="rId19"/>
    <p:sldLayoutId id="2147483742" r:id="rId20"/>
    <p:sldLayoutId id="2147483743" r:id="rId21"/>
    <p:sldLayoutId id="2147483744" r:id="rId22"/>
    <p:sldLayoutId id="2147483745" r:id="rId23"/>
    <p:sldLayoutId id="2147483746" r:id="rId24"/>
    <p:sldLayoutId id="2147483747" r:id="rId25"/>
    <p:sldLayoutId id="2147483748" r:id="rId26"/>
    <p:sldLayoutId id="2147483749" r:id="rId27"/>
    <p:sldLayoutId id="2147483750" r:id="rId28"/>
    <p:sldLayoutId id="2147483751" r:id="rId29"/>
    <p:sldLayoutId id="2147483752" r:id="rId30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733" b="0">
          <a:solidFill>
            <a:schemeClr val="accent6"/>
          </a:solidFill>
          <a:latin typeface="Bogle" charset="0"/>
          <a:ea typeface="Bogle" charset="0"/>
          <a:cs typeface="Bogle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9pPr>
    </p:titleStyle>
    <p:bodyStyle>
      <a:lvl1pPr marL="365751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SzPct val="120000"/>
        <a:buFont typeface="Times" pitchFamily="18" charset="0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1pPr>
      <a:lvl2pPr marL="609585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–"/>
        <a:defRPr sz="2400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2pPr>
      <a:lvl3pPr marL="975336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Font typeface="Times" pitchFamily="18" charset="0"/>
        <a:buChar char="•"/>
        <a:defRPr sz="2133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3pPr>
      <a:lvl4pPr marL="1341086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Font typeface="Estrangelo Edessa" panose="03080600000000000000" pitchFamily="66" charset="0"/>
        <a:buChar char="›"/>
        <a:defRPr sz="1867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4pPr>
      <a:lvl5pPr marL="1706837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»"/>
        <a:defRPr sz="1867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5pPr>
      <a:lvl6pPr marL="2743131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352716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3962301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4571886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3">
            <a:extLst>
              <a:ext uri="{FF2B5EF4-FFF2-40B4-BE49-F238E27FC236}">
                <a16:creationId xmlns:a16="http://schemas.microsoft.com/office/drawing/2014/main" id="{EF288915-7E5B-9143-8B8C-0F0DC3D0980D}"/>
              </a:ext>
            </a:extLst>
          </p:cNvPr>
          <p:cNvSpPr txBox="1">
            <a:spLocks/>
          </p:cNvSpPr>
          <p:nvPr userDrawn="1"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</p:spTree>
    <p:extLst>
      <p:ext uri="{BB962C8B-B14F-4D97-AF65-F5344CB8AC3E}">
        <p14:creationId xmlns:p14="http://schemas.microsoft.com/office/powerpoint/2010/main" val="4186338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13" Type="http://schemas.openxmlformats.org/officeDocument/2006/relationships/image" Target="../media/image9.png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12" Type="http://schemas.openxmlformats.org/officeDocument/2006/relationships/image" Target="../media/image8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13" Type="http://schemas.openxmlformats.org/officeDocument/2006/relationships/image" Target="../media/image11.png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12" Type="http://schemas.openxmlformats.org/officeDocument/2006/relationships/image" Target="../media/image10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539304F-5588-4142-A91C-75DA24DEEA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251" t="14812" r="18640" b="22032"/>
          <a:stretch/>
        </p:blipFill>
        <p:spPr>
          <a:xfrm>
            <a:off x="3985437" y="744906"/>
            <a:ext cx="4221125" cy="3264197"/>
          </a:xfrm>
          <a:prstGeom prst="rect">
            <a:avLst/>
          </a:prstGeom>
        </p:spPr>
      </p:pic>
      <p:sp>
        <p:nvSpPr>
          <p:cNvPr id="13" name="object 10">
            <a:extLst>
              <a:ext uri="{FF2B5EF4-FFF2-40B4-BE49-F238E27FC236}">
                <a16:creationId xmlns:a16="http://schemas.microsoft.com/office/drawing/2014/main" id="{EA4DAB1C-F0D2-1F45-80F4-E09A620A6446}"/>
              </a:ext>
            </a:extLst>
          </p:cNvPr>
          <p:cNvSpPr txBox="1"/>
          <p:nvPr/>
        </p:nvSpPr>
        <p:spPr>
          <a:xfrm>
            <a:off x="159489" y="4327383"/>
            <a:ext cx="11786705" cy="1938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3200" dirty="0">
                <a:solidFill>
                  <a:srgbClr val="0D1D2B"/>
                </a:solidFill>
                <a:latin typeface="Bogle"/>
                <a:cs typeface="Bogle"/>
              </a:rPr>
              <a:t>Review Meet: Week 4</a:t>
            </a: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3200" dirty="0">
                <a:solidFill>
                  <a:srgbClr val="0D1D2B"/>
                </a:solidFill>
                <a:latin typeface="Bogle"/>
                <a:cs typeface="Bogle"/>
              </a:rPr>
              <a:t>June 18</a:t>
            </a:r>
            <a:r>
              <a:rPr lang="en-US" sz="3200" baseline="30000" dirty="0">
                <a:solidFill>
                  <a:srgbClr val="0D1D2B"/>
                </a:solidFill>
                <a:latin typeface="Bogle"/>
                <a:cs typeface="Bogle"/>
              </a:rPr>
              <a:t>th</a:t>
            </a:r>
            <a:r>
              <a:rPr lang="en-US" sz="3200" dirty="0">
                <a:solidFill>
                  <a:srgbClr val="0D1D2B"/>
                </a:solidFill>
                <a:latin typeface="Bogle"/>
                <a:cs typeface="Bogle"/>
              </a:rPr>
              <a:t>, 2021</a:t>
            </a:r>
            <a:endParaRPr lang="en-US" sz="2800" dirty="0">
              <a:solidFill>
                <a:srgbClr val="0D1D2B"/>
              </a:solidFill>
              <a:latin typeface="Bogle"/>
              <a:cs typeface="Bogle"/>
            </a:endParaRP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endParaRPr lang="en-US" sz="2000" dirty="0">
              <a:solidFill>
                <a:srgbClr val="0D1D2B"/>
              </a:solidFill>
              <a:latin typeface="Bogle"/>
              <a:cs typeface="Bogle"/>
            </a:endParaRP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1400" dirty="0">
                <a:solidFill>
                  <a:srgbClr val="0D1D2B"/>
                </a:solidFill>
                <a:latin typeface="Bogle"/>
                <a:cs typeface="Bogle"/>
              </a:rPr>
              <a:t>Name: Rishabh Thapliyal</a:t>
            </a: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1400" dirty="0">
                <a:solidFill>
                  <a:srgbClr val="0D1D2B"/>
                </a:solidFill>
                <a:latin typeface="Bogle"/>
                <a:cs typeface="Bogle"/>
              </a:rPr>
              <a:t>Mentor: Syed Faraz Ali &amp; Mallikharjuna MV</a:t>
            </a: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1400" dirty="0">
                <a:solidFill>
                  <a:srgbClr val="0D1D2B"/>
                </a:solidFill>
                <a:latin typeface="Bogle"/>
                <a:cs typeface="Bogle"/>
              </a:rPr>
              <a:t>Manager: Subhasish Misra</a:t>
            </a:r>
          </a:p>
        </p:txBody>
      </p:sp>
    </p:spTree>
    <p:extLst>
      <p:ext uri="{BB962C8B-B14F-4D97-AF65-F5344CB8AC3E}">
        <p14:creationId xmlns:p14="http://schemas.microsoft.com/office/powerpoint/2010/main" val="343335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1E222-4F22-4AB8-B5E2-B1499DD32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1"/>
            <a:ext cx="10736664" cy="971676"/>
          </a:xfrm>
          <a:solidFill>
            <a:schemeClr val="accent2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625FE-3BD3-40AD-A859-F69B9FE01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78557"/>
            <a:ext cx="10827099" cy="3848520"/>
          </a:xfr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/>
          <a:p>
            <a:r>
              <a:rPr lang="en-US" b="0" dirty="0"/>
              <a:t>Brief overview of previous week</a:t>
            </a:r>
          </a:p>
          <a:p>
            <a:r>
              <a:rPr lang="en-US" b="0" dirty="0"/>
              <a:t>Difference in distributions if-</a:t>
            </a:r>
          </a:p>
          <a:p>
            <a:pPr lvl="1"/>
            <a:r>
              <a:rPr lang="en-US" b="0" dirty="0"/>
              <a:t>All the numbers are removed</a:t>
            </a:r>
          </a:p>
          <a:p>
            <a:pPr lvl="1"/>
            <a:r>
              <a:rPr lang="en-US" dirty="0"/>
              <a:t>All the single and double character words are removed</a:t>
            </a:r>
          </a:p>
          <a:p>
            <a:r>
              <a:rPr lang="en-US" b="0" dirty="0"/>
              <a:t>Feature preprocessing </a:t>
            </a:r>
          </a:p>
          <a:p>
            <a:r>
              <a:rPr lang="en-US" b="0" dirty="0"/>
              <a:t>Voting classifier</a:t>
            </a:r>
          </a:p>
          <a:p>
            <a:r>
              <a:rPr lang="en-US" b="0" dirty="0"/>
              <a:t>Data augmentation</a:t>
            </a:r>
          </a:p>
          <a:p>
            <a:r>
              <a:rPr lang="en-US" b="0" dirty="0"/>
              <a:t>Way ahead</a:t>
            </a:r>
            <a:endParaRPr lang="en-US" dirty="0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718810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75321-32A2-4842-AA5F-342BFD756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780757"/>
          </a:xfrm>
        </p:spPr>
        <p:txBody>
          <a:bodyPr/>
          <a:lstStyle/>
          <a:p>
            <a:r>
              <a:rPr lang="en-US" dirty="0"/>
              <a:t>Recap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C305093-550B-4F9B-A91D-D7BAE6D9E4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8165096"/>
              </p:ext>
            </p:extLst>
          </p:nvPr>
        </p:nvGraphicFramePr>
        <p:xfrm>
          <a:off x="457200" y="1599883"/>
          <a:ext cx="1117879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1732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F4A5-3E65-412D-A40A-FF64D982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83" y="143693"/>
            <a:ext cx="10395020" cy="685902"/>
          </a:xfrm>
        </p:spPr>
        <p:txBody>
          <a:bodyPr>
            <a:normAutofit fontScale="90000"/>
          </a:bodyPr>
          <a:lstStyle/>
          <a:p>
            <a:r>
              <a:rPr lang="en-US" dirty="0"/>
              <a:t>Comparing distributions: Numbers removed</a:t>
            </a:r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993E3BCF-0FB3-487D-9E88-5A42EF2304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8344795"/>
              </p:ext>
            </p:extLst>
          </p:nvPr>
        </p:nvGraphicFramePr>
        <p:xfrm>
          <a:off x="246183" y="1014888"/>
          <a:ext cx="11349615" cy="95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6C40A9F6-8ABD-474F-AF88-FDB9905B1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183" y="3429000"/>
            <a:ext cx="5627136" cy="258996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2400" b="0" dirty="0"/>
              <a:t>Average KL divergence: 0.003</a:t>
            </a:r>
          </a:p>
          <a:p>
            <a:pPr lvl="1"/>
            <a:r>
              <a:rPr lang="en-US" sz="2000" dirty="0"/>
              <a:t>Less than 0.1 for 99.3% of the data </a:t>
            </a:r>
          </a:p>
          <a:p>
            <a:r>
              <a:rPr lang="en-US" sz="2400" b="0" dirty="0"/>
              <a:t>Average KS </a:t>
            </a:r>
            <a:r>
              <a:rPr lang="en-US" sz="2400" b="0" dirty="0" err="1"/>
              <a:t>pvalue</a:t>
            </a:r>
            <a:r>
              <a:rPr lang="en-US" sz="2400" b="0" dirty="0"/>
              <a:t>: 0.9866</a:t>
            </a:r>
          </a:p>
          <a:p>
            <a:pPr lvl="1"/>
            <a:r>
              <a:rPr lang="en-US" sz="2000" b="0" dirty="0"/>
              <a:t>More than 0.9 for 98.3% of the data </a:t>
            </a:r>
          </a:p>
          <a:p>
            <a:r>
              <a:rPr lang="en-US" sz="2400" b="0" dirty="0"/>
              <a:t>Conclusion:</a:t>
            </a:r>
            <a:br>
              <a:rPr lang="en-US" sz="2400" b="0" dirty="0"/>
            </a:br>
            <a:r>
              <a:rPr lang="en-US" sz="2000" b="0" dirty="0"/>
              <a:t>The two distributions are not different; hence we can remove the numbers.</a:t>
            </a:r>
            <a:endParaRPr lang="en-US" sz="2400" b="0" dirty="0"/>
          </a:p>
          <a:p>
            <a:pPr lvl="1"/>
            <a:endParaRPr lang="en-US" sz="2000" dirty="0"/>
          </a:p>
        </p:txBody>
      </p: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1481992E-13D9-41D6-8CBC-E9F215B53B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8937677"/>
              </p:ext>
            </p:extLst>
          </p:nvPr>
        </p:nvGraphicFramePr>
        <p:xfrm>
          <a:off x="246183" y="2154458"/>
          <a:ext cx="11349615" cy="95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B46228D2-E752-4CB2-905F-F807A1DA281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19914" t="60229" r="52758" b="9931"/>
          <a:stretch/>
        </p:blipFill>
        <p:spPr>
          <a:xfrm>
            <a:off x="6096000" y="3433084"/>
            <a:ext cx="2847033" cy="17486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Picture 23" descr="Chart, histogram&#10;&#10;Description automatically generated">
            <a:extLst>
              <a:ext uri="{FF2B5EF4-FFF2-40B4-BE49-F238E27FC236}">
                <a16:creationId xmlns:a16="http://schemas.microsoft.com/office/drawing/2014/main" id="{5B279DFD-4548-4C7B-94A2-394BFCD3F81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783" y="4234885"/>
            <a:ext cx="2847034" cy="17681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0FD9B61-24E4-4B68-8AEA-77334BAD7D71}"/>
              </a:ext>
            </a:extLst>
          </p:cNvPr>
          <p:cNvSpPr txBox="1"/>
          <p:nvPr/>
        </p:nvSpPr>
        <p:spPr>
          <a:xfrm>
            <a:off x="6621864" y="5322716"/>
            <a:ext cx="2069961" cy="36676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KL divergence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A76434-5050-4911-A39C-260F4F1E89D4}"/>
              </a:ext>
            </a:extLst>
          </p:cNvPr>
          <p:cNvSpPr txBox="1"/>
          <p:nvPr/>
        </p:nvSpPr>
        <p:spPr>
          <a:xfrm>
            <a:off x="9525837" y="3749266"/>
            <a:ext cx="2069961" cy="36676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KS Test (</a:t>
            </a:r>
            <a:r>
              <a:rPr lang="en-US" dirty="0" err="1"/>
              <a:t>Pvalue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37504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F4A5-3E65-412D-A40A-FF64D982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82" y="143693"/>
            <a:ext cx="10867295" cy="685902"/>
          </a:xfrm>
        </p:spPr>
        <p:txBody>
          <a:bodyPr>
            <a:normAutofit fontScale="90000"/>
          </a:bodyPr>
          <a:lstStyle/>
          <a:p>
            <a:r>
              <a:rPr lang="en-US" dirty="0"/>
              <a:t>Comparing distributions: 2 char words removed</a:t>
            </a:r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993E3BCF-0FB3-487D-9E88-5A42EF2304C0}"/>
              </a:ext>
            </a:extLst>
          </p:cNvPr>
          <p:cNvGraphicFramePr/>
          <p:nvPr/>
        </p:nvGraphicFramePr>
        <p:xfrm>
          <a:off x="246183" y="1014888"/>
          <a:ext cx="11349615" cy="95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1481992E-13D9-41D6-8CBC-E9F215B53B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4354796"/>
              </p:ext>
            </p:extLst>
          </p:nvPr>
        </p:nvGraphicFramePr>
        <p:xfrm>
          <a:off x="246183" y="2154458"/>
          <a:ext cx="11349615" cy="95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E0FD9B61-24E4-4B68-8AEA-77334BAD7D71}"/>
              </a:ext>
            </a:extLst>
          </p:cNvPr>
          <p:cNvSpPr txBox="1"/>
          <p:nvPr/>
        </p:nvSpPr>
        <p:spPr>
          <a:xfrm>
            <a:off x="6621864" y="5322716"/>
            <a:ext cx="2069961" cy="36676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KL divergence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A76434-5050-4911-A39C-260F4F1E89D4}"/>
              </a:ext>
            </a:extLst>
          </p:cNvPr>
          <p:cNvSpPr txBox="1"/>
          <p:nvPr/>
        </p:nvSpPr>
        <p:spPr>
          <a:xfrm>
            <a:off x="9525837" y="3749266"/>
            <a:ext cx="2069961" cy="36676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KS Test (</a:t>
            </a:r>
            <a:r>
              <a:rPr lang="en-US" dirty="0" err="1"/>
              <a:t>Pvalue</a:t>
            </a:r>
            <a:r>
              <a:rPr lang="en-US" dirty="0"/>
              <a:t>)</a:t>
            </a:r>
          </a:p>
        </p:txBody>
      </p:sp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869EA6A2-326C-48A8-9801-BE174CFF0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183" y="3429000"/>
            <a:ext cx="5627136" cy="2520008"/>
          </a:xfrm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r>
              <a:rPr lang="en-US" sz="2400" b="0" dirty="0"/>
              <a:t>Average KL divergence: 0.334</a:t>
            </a:r>
          </a:p>
          <a:p>
            <a:pPr lvl="1"/>
            <a:r>
              <a:rPr lang="en-US" sz="2000" b="0" dirty="0"/>
              <a:t>Less than 0.1 for only 59.6% of the data</a:t>
            </a:r>
            <a:endParaRPr lang="en-US" sz="2400" b="0" dirty="0"/>
          </a:p>
          <a:p>
            <a:r>
              <a:rPr lang="en-US" sz="2400" b="0" dirty="0"/>
              <a:t>Average KS </a:t>
            </a:r>
            <a:r>
              <a:rPr lang="en-US" sz="2400" b="0" dirty="0" err="1"/>
              <a:t>pvalue</a:t>
            </a:r>
            <a:r>
              <a:rPr lang="en-US" sz="2400" b="0" dirty="0"/>
              <a:t>: 0.60</a:t>
            </a:r>
          </a:p>
          <a:p>
            <a:pPr lvl="1"/>
            <a:r>
              <a:rPr lang="en-US" sz="2000" b="0" dirty="0"/>
              <a:t>More tha</a:t>
            </a:r>
            <a:r>
              <a:rPr lang="en-US" sz="2000" dirty="0"/>
              <a:t>n 0.9 for just </a:t>
            </a:r>
            <a:r>
              <a:rPr lang="en-US" sz="2000" b="0" dirty="0"/>
              <a:t>42.7% of data</a:t>
            </a:r>
            <a:endParaRPr lang="en-US" sz="2400" b="0" dirty="0"/>
          </a:p>
          <a:p>
            <a:r>
              <a:rPr lang="en-US" sz="2400" b="0" dirty="0"/>
              <a:t>Conclusion:</a:t>
            </a:r>
            <a:br>
              <a:rPr lang="en-US" sz="2400" b="0" dirty="0"/>
            </a:br>
            <a:r>
              <a:rPr lang="en-US" sz="2200" b="0" dirty="0"/>
              <a:t>The 2 distributions are comparatively more similar. But as 2 char words are not making much sense, we will drop them.</a:t>
            </a:r>
            <a:endParaRPr lang="en-US" sz="2400" b="0" dirty="0"/>
          </a:p>
        </p:txBody>
      </p:sp>
      <p:pic>
        <p:nvPicPr>
          <p:cNvPr id="4" name="Picture 3" descr="Chart, histogram&#10;&#10;Description automatically generated">
            <a:extLst>
              <a:ext uri="{FF2B5EF4-FFF2-40B4-BE49-F238E27FC236}">
                <a16:creationId xmlns:a16="http://schemas.microsoft.com/office/drawing/2014/main" id="{E29906C7-9F6F-4C1C-90B6-F833DCAC5E4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613" y="3497925"/>
            <a:ext cx="2606875" cy="16272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0AF9D852-A89F-4AB1-9C6C-A57C234BD8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7379" y="4301420"/>
            <a:ext cx="2606875" cy="16475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7C0BA8-69CF-472B-B4E2-0948A3A0714E}"/>
              </a:ext>
            </a:extLst>
          </p:cNvPr>
          <p:cNvSpPr txBox="1"/>
          <p:nvPr/>
        </p:nvSpPr>
        <p:spPr>
          <a:xfrm>
            <a:off x="246182" y="6115467"/>
            <a:ext cx="7305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Note: Convergence warning for Logistic Regression (</a:t>
            </a:r>
            <a:r>
              <a:rPr lang="en-US" sz="1400" i="1" dirty="0" err="1"/>
              <a:t>max_iter</a:t>
            </a:r>
            <a:r>
              <a:rPr lang="en-US" sz="1400" i="1" dirty="0"/>
              <a:t> = 5000)</a:t>
            </a:r>
          </a:p>
        </p:txBody>
      </p:sp>
    </p:spTree>
    <p:extLst>
      <p:ext uri="{BB962C8B-B14F-4D97-AF65-F5344CB8AC3E}">
        <p14:creationId xmlns:p14="http://schemas.microsoft.com/office/powerpoint/2010/main" val="3980253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74049-9BE7-4D57-B8D9-CCFF5477C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609935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/>
              <a:t>Conclusion from previous activities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09319A1-E381-4D8E-AAD7-2DF9CCDB27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2579400"/>
              </p:ext>
            </p:extLst>
          </p:nvPr>
        </p:nvGraphicFramePr>
        <p:xfrm>
          <a:off x="683172" y="1305910"/>
          <a:ext cx="9953297" cy="47270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2425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63261-E935-468C-966F-7E934581A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841047"/>
          </a:xfrm>
        </p:spPr>
        <p:txBody>
          <a:bodyPr/>
          <a:lstStyle/>
          <a:p>
            <a:r>
              <a:rPr lang="en-US" dirty="0"/>
              <a:t>Effect on Overall Trust Factor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D4B4F44-4D42-4651-A33F-EF57624B91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418097"/>
              </p:ext>
            </p:extLst>
          </p:nvPr>
        </p:nvGraphicFramePr>
        <p:xfrm>
          <a:off x="284705" y="1290967"/>
          <a:ext cx="6906565" cy="244348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201720">
                  <a:extLst>
                    <a:ext uri="{9D8B030D-6E8A-4147-A177-3AD203B41FA5}">
                      <a16:colId xmlns:a16="http://schemas.microsoft.com/office/drawing/2014/main" val="2294285776"/>
                    </a:ext>
                  </a:extLst>
                </a:gridCol>
                <a:gridCol w="2035378">
                  <a:extLst>
                    <a:ext uri="{9D8B030D-6E8A-4147-A177-3AD203B41FA5}">
                      <a16:colId xmlns:a16="http://schemas.microsoft.com/office/drawing/2014/main" val="577498525"/>
                    </a:ext>
                  </a:extLst>
                </a:gridCol>
                <a:gridCol w="1669467">
                  <a:extLst>
                    <a:ext uri="{9D8B030D-6E8A-4147-A177-3AD203B41FA5}">
                      <a16:colId xmlns:a16="http://schemas.microsoft.com/office/drawing/2014/main" val="3092006932"/>
                    </a:ext>
                  </a:extLst>
                </a:gridCol>
              </a:tblGrid>
              <a:tr h="3054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Logistic Regression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Random Forest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132659"/>
                  </a:ext>
                </a:extLst>
              </a:tr>
              <a:tr h="9163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Stop words removed, lemmatize all, single chars removed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89%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85%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592686"/>
                  </a:ext>
                </a:extLst>
              </a:tr>
              <a:tr h="3054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lemmatize &gt; 3, rest same as above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83%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067823"/>
                  </a:ext>
                </a:extLst>
              </a:tr>
              <a:tr h="9163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Stop words removed, lemmatize &gt; 3, single char and double chars removed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86.6%*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20063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4EB3EC8-B516-43CD-8FD6-D02AE1E876E4}"/>
              </a:ext>
            </a:extLst>
          </p:cNvPr>
          <p:cNvSpPr txBox="1"/>
          <p:nvPr/>
        </p:nvSpPr>
        <p:spPr>
          <a:xfrm>
            <a:off x="3737987" y="3657503"/>
            <a:ext cx="21503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*convergence warning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2D3DB6-A281-40B2-A59E-84400A14D43D}"/>
              </a:ext>
            </a:extLst>
          </p:cNvPr>
          <p:cNvSpPr txBox="1"/>
          <p:nvPr/>
        </p:nvSpPr>
        <p:spPr>
          <a:xfrm>
            <a:off x="7439128" y="1305192"/>
            <a:ext cx="4468167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Few 2 char words which were earlier lemmatized and reduced to single char were getting removed, but which is not the case now.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 removing 2 char words, its not converging because of following classes: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B560DC5F-7347-4737-8AB0-E3A4F31758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360213"/>
              </p:ext>
            </p:extLst>
          </p:nvPr>
        </p:nvGraphicFramePr>
        <p:xfrm>
          <a:off x="4893547" y="4042224"/>
          <a:ext cx="7013748" cy="240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3437">
                  <a:extLst>
                    <a:ext uri="{9D8B030D-6E8A-4147-A177-3AD203B41FA5}">
                      <a16:colId xmlns:a16="http://schemas.microsoft.com/office/drawing/2014/main" val="2987254583"/>
                    </a:ext>
                  </a:extLst>
                </a:gridCol>
                <a:gridCol w="1753437">
                  <a:extLst>
                    <a:ext uri="{9D8B030D-6E8A-4147-A177-3AD203B41FA5}">
                      <a16:colId xmlns:a16="http://schemas.microsoft.com/office/drawing/2014/main" val="4166749575"/>
                    </a:ext>
                  </a:extLst>
                </a:gridCol>
                <a:gridCol w="1753437">
                  <a:extLst>
                    <a:ext uri="{9D8B030D-6E8A-4147-A177-3AD203B41FA5}">
                      <a16:colId xmlns:a16="http://schemas.microsoft.com/office/drawing/2014/main" val="149872516"/>
                    </a:ext>
                  </a:extLst>
                </a:gridCol>
                <a:gridCol w="1753437">
                  <a:extLst>
                    <a:ext uri="{9D8B030D-6E8A-4147-A177-3AD203B41FA5}">
                      <a16:colId xmlns:a16="http://schemas.microsoft.com/office/drawing/2014/main" val="678815580"/>
                    </a:ext>
                  </a:extLst>
                </a:gridCol>
              </a:tblGrid>
              <a:tr h="32874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Most imp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LR_Coefficient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 of data 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240831"/>
                  </a:ext>
                </a:extLst>
              </a:tr>
              <a:tr h="49021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LETTUCE_LETTUCE BOATS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hg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11.5505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809162"/>
                  </a:ext>
                </a:extLst>
              </a:tr>
              <a:tr h="49021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HERBS_HERB THAI BASIL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og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20.6661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748458"/>
                  </a:ext>
                </a:extLst>
              </a:tr>
              <a:tr h="49021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CUT FRUIT PACKAGED_VA VEG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va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20.4205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898335"/>
                  </a:ext>
                </a:extLst>
              </a:tr>
              <a:tr h="49021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CARROTS_CARROT BABY WHOLE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21.3411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268207"/>
                  </a:ext>
                </a:extLst>
              </a:tr>
            </a:tbl>
          </a:graphicData>
        </a:graphic>
      </p:graphicFrame>
      <p:sp>
        <p:nvSpPr>
          <p:cNvPr id="9" name="Star: 6 Points 8">
            <a:extLst>
              <a:ext uri="{FF2B5EF4-FFF2-40B4-BE49-F238E27FC236}">
                <a16:creationId xmlns:a16="http://schemas.microsoft.com/office/drawing/2014/main" id="{24BAC299-7D1A-409C-BD72-9858204C40D7}"/>
              </a:ext>
            </a:extLst>
          </p:cNvPr>
          <p:cNvSpPr/>
          <p:nvPr/>
        </p:nvSpPr>
        <p:spPr>
          <a:xfrm>
            <a:off x="622998" y="3888335"/>
            <a:ext cx="3114989" cy="2443480"/>
          </a:xfrm>
          <a:prstGeom prst="star6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bp: baby peeled</a:t>
            </a:r>
          </a:p>
          <a:p>
            <a:pPr algn="ctr"/>
            <a:r>
              <a:rPr lang="en-US" dirty="0" err="1"/>
              <a:t>va</a:t>
            </a:r>
            <a:r>
              <a:rPr lang="en-US" dirty="0"/>
              <a:t>: value added</a:t>
            </a:r>
          </a:p>
        </p:txBody>
      </p:sp>
    </p:spTree>
    <p:extLst>
      <p:ext uri="{BB962C8B-B14F-4D97-AF65-F5344CB8AC3E}">
        <p14:creationId xmlns:p14="http://schemas.microsoft.com/office/powerpoint/2010/main" val="1979032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13E85-2CA6-4779-A7CC-35D3EC2F2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378" y="187402"/>
            <a:ext cx="10515600" cy="519500"/>
          </a:xfrm>
        </p:spPr>
        <p:txBody>
          <a:bodyPr>
            <a:normAutofit fontScale="90000"/>
          </a:bodyPr>
          <a:lstStyle/>
          <a:p>
            <a:r>
              <a:rPr lang="en-US" dirty="0"/>
              <a:t>Feature cleaning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86A0575-8A35-4C60-A596-ED06D65CED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7077841"/>
              </p:ext>
            </p:extLst>
          </p:nvPr>
        </p:nvGraphicFramePr>
        <p:xfrm>
          <a:off x="432080" y="900536"/>
          <a:ext cx="11224008" cy="5510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73944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9612E-AB40-4CE5-B2A2-40FE9929D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790805"/>
          </a:xfrm>
        </p:spPr>
        <p:txBody>
          <a:bodyPr/>
          <a:lstStyle/>
          <a:p>
            <a:r>
              <a:rPr lang="en-US" dirty="0"/>
              <a:t>Manually found incorrect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7DCDD-2D4C-4B36-8261-BD0C61D9B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5803"/>
            <a:ext cx="11198888" cy="3868616"/>
          </a:xfrm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numCol="3"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b="0" dirty="0"/>
              <a:t>Almd – almond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0" dirty="0" err="1"/>
              <a:t>Bacn</a:t>
            </a:r>
            <a:r>
              <a:rPr lang="en-US" sz="1800" b="0" dirty="0"/>
              <a:t> – bacon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0" dirty="0"/>
              <a:t>Blu – blue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0" dirty="0"/>
              <a:t>Bleu – blue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0" dirty="0"/>
              <a:t>Blk - bulk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0" dirty="0"/>
              <a:t>Cartn – carton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0" dirty="0" err="1"/>
              <a:t>Ccandy</a:t>
            </a:r>
            <a:r>
              <a:rPr lang="en-US" sz="1800" b="0" dirty="0"/>
              <a:t> – candy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0" dirty="0" err="1"/>
              <a:t>Carn</a:t>
            </a:r>
            <a:r>
              <a:rPr lang="en-US" sz="1800" b="0" dirty="0"/>
              <a:t> – </a:t>
            </a:r>
            <a:r>
              <a:rPr lang="en-US" sz="1800" b="0" dirty="0" err="1"/>
              <a:t>carns</a:t>
            </a:r>
            <a:endParaRPr lang="en-US" sz="1800" b="0" dirty="0"/>
          </a:p>
          <a:p>
            <a:pPr marL="342900" indent="-342900">
              <a:buFont typeface="+mj-lt"/>
              <a:buAutoNum type="arabicPeriod"/>
            </a:pPr>
            <a:r>
              <a:rPr lang="en-US" sz="1800" b="0" dirty="0" err="1"/>
              <a:t>Chickn</a:t>
            </a:r>
            <a:r>
              <a:rPr lang="en-US" sz="1800" b="0" dirty="0"/>
              <a:t> – chicken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0" dirty="0"/>
              <a:t>Chili – chilies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0" dirty="0" err="1"/>
              <a:t>Chnk</a:t>
            </a:r>
            <a:r>
              <a:rPr lang="en-US" sz="1800" b="0" dirty="0"/>
              <a:t> – </a:t>
            </a:r>
            <a:r>
              <a:rPr lang="en-US" sz="1800" b="0" dirty="0" err="1"/>
              <a:t>chnks</a:t>
            </a:r>
            <a:endParaRPr lang="en-US" sz="1800" b="0" dirty="0"/>
          </a:p>
          <a:p>
            <a:pPr marL="342900" indent="-342900">
              <a:buFont typeface="+mj-lt"/>
              <a:buAutoNum type="arabicPeriod"/>
            </a:pPr>
            <a:r>
              <a:rPr lang="en-US" sz="1800" b="0" dirty="0"/>
              <a:t>Choc – chocolate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0" dirty="0" err="1"/>
              <a:t>Choppd</a:t>
            </a:r>
            <a:r>
              <a:rPr lang="en-US" sz="1800" b="0" dirty="0"/>
              <a:t> – chopped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0" dirty="0"/>
              <a:t>Clem – </a:t>
            </a:r>
            <a:r>
              <a:rPr lang="en-US" sz="1800" b="0" dirty="0" err="1"/>
              <a:t>clems</a:t>
            </a:r>
            <a:endParaRPr lang="en-US" sz="1800" b="0" dirty="0"/>
          </a:p>
          <a:p>
            <a:pPr marL="342900" indent="-342900">
              <a:buFont typeface="+mj-lt"/>
              <a:buAutoNum type="arabicPeriod"/>
            </a:pPr>
            <a:r>
              <a:rPr lang="en-US" sz="1800" b="0" dirty="0"/>
              <a:t>Cob – cobb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0" dirty="0"/>
              <a:t>Cocktail – </a:t>
            </a:r>
            <a:r>
              <a:rPr lang="en-US" sz="1800" b="0" dirty="0" err="1"/>
              <a:t>cokcatail</a:t>
            </a:r>
            <a:endParaRPr lang="en-US" sz="1800" b="0" dirty="0"/>
          </a:p>
          <a:p>
            <a:pPr marL="342900" indent="-342900">
              <a:buFont typeface="+mj-lt"/>
              <a:buAutoNum type="arabicPeriod"/>
            </a:pPr>
            <a:r>
              <a:rPr lang="en-US" sz="1800" b="0" dirty="0"/>
              <a:t>Concord – </a:t>
            </a:r>
            <a:r>
              <a:rPr lang="en-US" sz="1800" b="0" dirty="0" err="1"/>
              <a:t>concorde</a:t>
            </a:r>
            <a:endParaRPr lang="en-US" sz="1800" b="0" dirty="0"/>
          </a:p>
          <a:p>
            <a:pPr marL="342900" indent="-342900">
              <a:buFont typeface="+mj-lt"/>
              <a:buAutoNum type="arabicPeriod"/>
            </a:pPr>
            <a:r>
              <a:rPr lang="en-US" sz="1800" b="0" dirty="0"/>
              <a:t>Corrogated – corrugated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0" dirty="0" err="1"/>
              <a:t>Crsp</a:t>
            </a:r>
            <a:r>
              <a:rPr lang="en-US" sz="1800" b="0" dirty="0"/>
              <a:t> – crisp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0" dirty="0" err="1"/>
              <a:t>Eng</a:t>
            </a:r>
            <a:r>
              <a:rPr lang="en-US" sz="1800" b="0" dirty="0"/>
              <a:t> – English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0" dirty="0"/>
              <a:t>Exp – express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0" dirty="0" err="1"/>
              <a:t>Elevte</a:t>
            </a:r>
            <a:r>
              <a:rPr lang="en-US" sz="1800" b="0" dirty="0"/>
              <a:t> – elevate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0" dirty="0" err="1"/>
              <a:t>Flvrd</a:t>
            </a:r>
            <a:r>
              <a:rPr lang="en-US" sz="1800" b="0" dirty="0"/>
              <a:t> – flavrd – </a:t>
            </a:r>
            <a:r>
              <a:rPr lang="en-US" sz="1800" b="0" dirty="0" err="1"/>
              <a:t>flavoured</a:t>
            </a:r>
            <a:endParaRPr lang="en-US" sz="1800" b="0" dirty="0"/>
          </a:p>
          <a:p>
            <a:pPr marL="342900" indent="-342900">
              <a:buFont typeface="+mj-lt"/>
              <a:buAutoNum type="arabicPeriod"/>
            </a:pPr>
            <a:r>
              <a:rPr lang="en-US" sz="1800" b="0" dirty="0" err="1"/>
              <a:t>Juici</a:t>
            </a:r>
            <a:r>
              <a:rPr lang="en-US" sz="1800" b="0" dirty="0"/>
              <a:t> – juicing – juice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0" dirty="0"/>
              <a:t>Minneola- </a:t>
            </a:r>
            <a:r>
              <a:rPr lang="en-US" sz="1800" b="0" dirty="0" err="1"/>
              <a:t>minneolas</a:t>
            </a:r>
            <a:endParaRPr lang="en-US" sz="1800" b="0" dirty="0"/>
          </a:p>
          <a:p>
            <a:pPr marL="342900" indent="-342900">
              <a:buFont typeface="+mj-lt"/>
              <a:buAutoNum type="arabicPeriod"/>
            </a:pPr>
            <a:r>
              <a:rPr lang="en-US" sz="1800" b="0" dirty="0" err="1"/>
              <a:t>Pinklady</a:t>
            </a:r>
            <a:r>
              <a:rPr lang="en-US" sz="1800" b="0" dirty="0"/>
              <a:t> – pinkldy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0" dirty="0"/>
              <a:t>Ref – reference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0" dirty="0" err="1"/>
              <a:t>Sunflwer</a:t>
            </a:r>
            <a:r>
              <a:rPr lang="en-US" sz="1800" b="0" dirty="0"/>
              <a:t> – sunflower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0" dirty="0" err="1"/>
              <a:t>Superseedz</a:t>
            </a:r>
            <a:r>
              <a:rPr lang="en-US" sz="1800" b="0" dirty="0"/>
              <a:t> – supersedes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0" dirty="0"/>
              <a:t>Tov – </a:t>
            </a:r>
            <a:r>
              <a:rPr lang="en-US" sz="1800" b="0" dirty="0" err="1"/>
              <a:t>tovs</a:t>
            </a:r>
            <a:endParaRPr lang="en-US" sz="1800" b="0" dirty="0"/>
          </a:p>
          <a:p>
            <a:pPr marL="342900" indent="-342900">
              <a:buFont typeface="+mj-lt"/>
              <a:buAutoNum type="arabicPeriod"/>
            </a:pPr>
            <a:r>
              <a:rPr lang="en-US" sz="1800" b="0" dirty="0"/>
              <a:t>Tropical – </a:t>
            </a:r>
            <a:r>
              <a:rPr lang="en-US" sz="1800" b="0" dirty="0" err="1"/>
              <a:t>tropicals</a:t>
            </a:r>
            <a:endParaRPr lang="en-US" sz="18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0E3843-7102-4224-A46F-1F9855193D34}"/>
              </a:ext>
            </a:extLst>
          </p:cNvPr>
          <p:cNvSpPr txBox="1"/>
          <p:nvPr/>
        </p:nvSpPr>
        <p:spPr>
          <a:xfrm>
            <a:off x="791307" y="5329031"/>
            <a:ext cx="10369899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are the features which are coming in more than 10 data entries.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would like to correct them by creating a dictionary and replacing these words with the correct spelling.</a:t>
            </a:r>
          </a:p>
        </p:txBody>
      </p:sp>
    </p:spTree>
    <p:extLst>
      <p:ext uri="{BB962C8B-B14F-4D97-AF65-F5344CB8AC3E}">
        <p14:creationId xmlns:p14="http://schemas.microsoft.com/office/powerpoint/2010/main" val="155386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434A9-D720-44F2-8653-5105C28BB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976" y="193934"/>
            <a:ext cx="10515600" cy="640080"/>
          </a:xfr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/>
              <a:t>Voting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B2520-FCF9-4D03-8C7B-6E1D17939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976" y="1175657"/>
            <a:ext cx="11440048" cy="3466681"/>
          </a:xfrm>
          <a:ln>
            <a:solidFill>
              <a:schemeClr val="tx1"/>
            </a:solidFill>
          </a:ln>
        </p:spPr>
        <p:txBody>
          <a:bodyPr>
            <a:normAutofit fontScale="70000" lnSpcReduction="20000"/>
          </a:bodyPr>
          <a:lstStyle/>
          <a:p>
            <a:endParaRPr lang="en-US" b="0" dirty="0"/>
          </a:p>
          <a:p>
            <a:r>
              <a:rPr lang="en-US" b="0" dirty="0"/>
              <a:t>A Voting Classifier is a machine learning model that trains on an ensemble of numerous models and predicts an output (class) based on their highest probability of chosen class as the output.</a:t>
            </a:r>
          </a:p>
          <a:p>
            <a:r>
              <a:rPr lang="en-US" dirty="0"/>
              <a:t>Hard Voting</a:t>
            </a:r>
            <a:r>
              <a:rPr lang="en-US" b="0" dirty="0"/>
              <a:t>: The predicted output class is a class with the highest majority of votes.</a:t>
            </a:r>
          </a:p>
          <a:p>
            <a:pPr lvl="1"/>
            <a:r>
              <a:rPr lang="en-US" dirty="0"/>
              <a:t>Classifier 1 = class B</a:t>
            </a:r>
          </a:p>
          <a:p>
            <a:pPr lvl="1"/>
            <a:r>
              <a:rPr lang="en-US" b="0" dirty="0"/>
              <a:t>Classifier 2 = class A</a:t>
            </a:r>
          </a:p>
          <a:p>
            <a:pPr lvl="1"/>
            <a:r>
              <a:rPr lang="en-US" dirty="0"/>
              <a:t>Classifier 3 = class B</a:t>
            </a:r>
          </a:p>
          <a:p>
            <a:pPr lvl="2"/>
            <a:r>
              <a:rPr lang="en-US" b="0" dirty="0"/>
              <a:t>Output will be class B. In case of even no. of classifiers alphabetical order will be used.</a:t>
            </a:r>
          </a:p>
          <a:p>
            <a:r>
              <a:rPr lang="en-US" dirty="0"/>
              <a:t>Soft voting</a:t>
            </a:r>
            <a:r>
              <a:rPr lang="en-US" b="0" dirty="0"/>
              <a:t>:  In soft voting, the output class is the prediction based on the average of probability given to that class.</a:t>
            </a:r>
          </a:p>
          <a:p>
            <a:pPr lvl="1"/>
            <a:r>
              <a:rPr lang="en-US" b="0" dirty="0"/>
              <a:t>Class A = (0.30, 0.47, 0.53) and Class B = (0.20, 0.32, 0.40)</a:t>
            </a:r>
          </a:p>
          <a:p>
            <a:pPr lvl="1"/>
            <a:r>
              <a:rPr lang="en-US" b="0" dirty="0"/>
              <a:t>Output will be Class A as it has higher average	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84BA99E-92B2-40C0-8A65-D217F08439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361246"/>
              </p:ext>
            </p:extLst>
          </p:nvPr>
        </p:nvGraphicFramePr>
        <p:xfrm>
          <a:off x="1951613" y="4900884"/>
          <a:ext cx="8127999" cy="11125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59897809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5139043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352785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CV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5541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Voting (hard)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9000 secs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674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Voting (soft)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0.9839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11058 secs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975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3563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F7BC8-E57F-4648-8EAF-70AA3D135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48" y="110532"/>
            <a:ext cx="494563" cy="637065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>
            <a:normAutofit fontScale="90000"/>
          </a:bodyPr>
          <a:lstStyle/>
          <a:p>
            <a:pPr algn="ctr"/>
            <a:r>
              <a:rPr lang="en-US" dirty="0"/>
              <a:t>Trust Factor calculations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247A435-CC61-42D3-9DF6-4BD28CC12B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4699303"/>
              </p:ext>
            </p:extLst>
          </p:nvPr>
        </p:nvGraphicFramePr>
        <p:xfrm>
          <a:off x="803868" y="252881"/>
          <a:ext cx="11183815" cy="5975424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14634">
                  <a:extLst>
                    <a:ext uri="{9D8B030D-6E8A-4147-A177-3AD203B41FA5}">
                      <a16:colId xmlns:a16="http://schemas.microsoft.com/office/drawing/2014/main" val="2119631669"/>
                    </a:ext>
                  </a:extLst>
                </a:gridCol>
                <a:gridCol w="846245">
                  <a:extLst>
                    <a:ext uri="{9D8B030D-6E8A-4147-A177-3AD203B41FA5}">
                      <a16:colId xmlns:a16="http://schemas.microsoft.com/office/drawing/2014/main" val="46291836"/>
                    </a:ext>
                  </a:extLst>
                </a:gridCol>
                <a:gridCol w="904351">
                  <a:extLst>
                    <a:ext uri="{9D8B030D-6E8A-4147-A177-3AD203B41FA5}">
                      <a16:colId xmlns:a16="http://schemas.microsoft.com/office/drawing/2014/main" val="2760428233"/>
                    </a:ext>
                  </a:extLst>
                </a:gridCol>
                <a:gridCol w="1145512">
                  <a:extLst>
                    <a:ext uri="{9D8B030D-6E8A-4147-A177-3AD203B41FA5}">
                      <a16:colId xmlns:a16="http://schemas.microsoft.com/office/drawing/2014/main" val="3992313453"/>
                    </a:ext>
                  </a:extLst>
                </a:gridCol>
                <a:gridCol w="973005">
                  <a:extLst>
                    <a:ext uri="{9D8B030D-6E8A-4147-A177-3AD203B41FA5}">
                      <a16:colId xmlns:a16="http://schemas.microsoft.com/office/drawing/2014/main" val="3434454124"/>
                    </a:ext>
                  </a:extLst>
                </a:gridCol>
                <a:gridCol w="1002278">
                  <a:extLst>
                    <a:ext uri="{9D8B030D-6E8A-4147-A177-3AD203B41FA5}">
                      <a16:colId xmlns:a16="http://schemas.microsoft.com/office/drawing/2014/main" val="1910104765"/>
                    </a:ext>
                  </a:extLst>
                </a:gridCol>
                <a:gridCol w="1481627">
                  <a:extLst>
                    <a:ext uri="{9D8B030D-6E8A-4147-A177-3AD203B41FA5}">
                      <a16:colId xmlns:a16="http://schemas.microsoft.com/office/drawing/2014/main" val="1815311278"/>
                    </a:ext>
                  </a:extLst>
                </a:gridCol>
                <a:gridCol w="882441">
                  <a:extLst>
                    <a:ext uri="{9D8B030D-6E8A-4147-A177-3AD203B41FA5}">
                      <a16:colId xmlns:a16="http://schemas.microsoft.com/office/drawing/2014/main" val="6729481"/>
                    </a:ext>
                  </a:extLst>
                </a:gridCol>
                <a:gridCol w="775260">
                  <a:extLst>
                    <a:ext uri="{9D8B030D-6E8A-4147-A177-3AD203B41FA5}">
                      <a16:colId xmlns:a16="http://schemas.microsoft.com/office/drawing/2014/main" val="345886782"/>
                    </a:ext>
                  </a:extLst>
                </a:gridCol>
                <a:gridCol w="1758462">
                  <a:extLst>
                    <a:ext uri="{9D8B030D-6E8A-4147-A177-3AD203B41FA5}">
                      <a16:colId xmlns:a16="http://schemas.microsoft.com/office/drawing/2014/main" val="1215000147"/>
                    </a:ext>
                  </a:extLst>
                </a:gridCol>
              </a:tblGrid>
              <a:tr h="722411">
                <a:tc>
                  <a:txBody>
                    <a:bodyPr/>
                    <a:lstStyle/>
                    <a:p>
                      <a:r>
                        <a:rPr lang="en-US" sz="1400" dirty="0"/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Stop words removed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Numbers removed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Lemmatized &gt;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Words &lt; 3 char removed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Noise words removed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Spell correction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TF category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TF variety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Time taken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1379374"/>
                  </a:ext>
                </a:extLst>
              </a:tr>
              <a:tr h="6303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Voting (Hard, max iter= 5000)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68.22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highlight>
                            <a:srgbClr val="FFFF00"/>
                          </a:highlight>
                        </a:rPr>
                        <a:t>81.19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10981 secs, convergence warning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9950677"/>
                  </a:ext>
                </a:extLst>
              </a:tr>
              <a:tr h="630303">
                <a:tc>
                  <a:txBody>
                    <a:bodyPr/>
                    <a:lstStyle/>
                    <a:p>
                      <a:r>
                        <a:rPr lang="en-US" sz="1400" dirty="0"/>
                        <a:t>Voting (Hard, max iter=10000)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67.42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79.02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19253 secs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3951870"/>
                  </a:ext>
                </a:extLst>
              </a:tr>
              <a:tr h="5117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Voting (Hard, max iter=10000)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highlight>
                            <a:srgbClr val="FFFF00"/>
                          </a:highlight>
                        </a:rPr>
                        <a:t>No, ALL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63.48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76.44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23009 secs, convergence warning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8343191"/>
                  </a:ext>
                </a:extLst>
              </a:tr>
              <a:tr h="5344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Voting (Hard, max iter=10000)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highlight>
                            <a:srgbClr val="FFFF00"/>
                          </a:highlight>
                        </a:rPr>
                        <a:t>Snowball stemming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68.24</a:t>
                      </a:r>
                    </a:p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77.66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22609 secs, convergence warning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9593430"/>
                  </a:ext>
                </a:extLst>
              </a:tr>
              <a:tr h="518647">
                <a:tc>
                  <a:txBody>
                    <a:bodyPr/>
                    <a:lstStyle/>
                    <a:p>
                      <a:r>
                        <a:rPr lang="en-US" sz="1400" dirty="0"/>
                        <a:t>LR (max iter = 5000)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65.8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79.9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10000 secs, convergence warning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8489210"/>
                  </a:ext>
                </a:extLst>
              </a:tr>
              <a:tr h="7660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Voting (Hard, max iter=10000)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highlight>
                            <a:srgbClr val="FFFF00"/>
                          </a:highlight>
                        </a:rPr>
                        <a:t>Manually created dictionary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64.54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78.24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22807 secs, convergence warning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0966951"/>
                  </a:ext>
                </a:extLst>
              </a:tr>
              <a:tr h="511708">
                <a:tc>
                  <a:txBody>
                    <a:bodyPr/>
                    <a:lstStyle/>
                    <a:p>
                      <a:r>
                        <a:rPr lang="en-US" sz="1400" dirty="0"/>
                        <a:t>Voting (Soft, max iter= 5000)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65.75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75.96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11086 secs, convergence warning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8716160"/>
                  </a:ext>
                </a:extLst>
              </a:tr>
              <a:tr h="404310">
                <a:tc>
                  <a:txBody>
                    <a:bodyPr/>
                    <a:lstStyle/>
                    <a:p>
                      <a:r>
                        <a:rPr lang="en-US" sz="1400" dirty="0"/>
                        <a:t>RF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highlight>
                            <a:srgbClr val="FFFF00"/>
                          </a:highlight>
                        </a:rPr>
                        <a:t>Spell check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65.57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75.47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Spell check takes &gt; 4hrs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8612303"/>
                  </a:ext>
                </a:extLst>
              </a:tr>
              <a:tr h="311069">
                <a:tc>
                  <a:txBody>
                    <a:bodyPr/>
                    <a:lstStyle/>
                    <a:p>
                      <a:r>
                        <a:rPr lang="en-US" sz="1400" dirty="0"/>
                        <a:t>RF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90 secs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25512"/>
                  </a:ext>
                </a:extLst>
              </a:tr>
              <a:tr h="412464">
                <a:tc>
                  <a:txBody>
                    <a:bodyPr/>
                    <a:lstStyle/>
                    <a:p>
                      <a:r>
                        <a:rPr lang="en-US" sz="1400" dirty="0"/>
                        <a:t>RF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highlight>
                            <a:srgbClr val="FFFF00"/>
                          </a:highlight>
                        </a:rPr>
                        <a:t>Snowball stemming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64.4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72.7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90 secs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51874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8654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3670D-F1D1-499C-A8B3-F8B83C36B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861" y="242588"/>
            <a:ext cx="10515600" cy="529547"/>
          </a:xfrm>
        </p:spPr>
        <p:txBody>
          <a:bodyPr>
            <a:normAutofit fontScale="90000"/>
          </a:bodyPr>
          <a:lstStyle/>
          <a:p>
            <a:r>
              <a:rPr lang="en-US" dirty="0"/>
              <a:t>Data Augmentation*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3E5F4DF-FF43-455A-8170-788B37BC2C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5350519"/>
              </p:ext>
            </p:extLst>
          </p:nvPr>
        </p:nvGraphicFramePr>
        <p:xfrm>
          <a:off x="386861" y="901176"/>
          <a:ext cx="105156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159473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86367474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5003707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83385472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09999776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616758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Pre-processing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augmentation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TF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TF variety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56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237 secs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023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Voting (hard)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progress*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76451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91B5AEC-A5D6-4CB0-BE55-082CEB93832E}"/>
              </a:ext>
            </a:extLst>
          </p:cNvPr>
          <p:cNvSpPr txBox="1"/>
          <p:nvPr/>
        </p:nvSpPr>
        <p:spPr>
          <a:xfrm>
            <a:off x="246184" y="2541017"/>
            <a:ext cx="11329517" cy="3877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have used Snorkel to model the data augmentation process by applying user defined transformation functions in sequence.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any input data, example-</a:t>
            </a:r>
            <a:br>
              <a:rPr lang="en-US" dirty="0"/>
            </a:br>
            <a:r>
              <a:rPr lang="en-US" dirty="0"/>
              <a:t>‘</a:t>
            </a:r>
            <a:r>
              <a:rPr lang="en-US" sz="1600" i="1" dirty="0">
                <a:solidFill>
                  <a:srgbClr val="FF0000"/>
                </a:solidFill>
              </a:rPr>
              <a:t>ENERGY ACAI BERRY JUICE SAM ENERGY JUICE PREMIUM BEVERAGE SUPER PREMIUM </a:t>
            </a:r>
            <a:r>
              <a:rPr lang="en-US" sz="1600" i="1" dirty="0">
                <a:solidFill>
                  <a:srgbClr val="FF0000"/>
                </a:solidFill>
                <a:highlight>
                  <a:srgbClr val="FFFF00"/>
                </a:highlight>
              </a:rPr>
              <a:t>BEVERAGE</a:t>
            </a:r>
            <a:r>
              <a:rPr lang="en-US" sz="1600" i="1" dirty="0">
                <a:solidFill>
                  <a:srgbClr val="FF0000"/>
                </a:solidFill>
              </a:rPr>
              <a:t> NAKED BOLTHOUSE’</a:t>
            </a:r>
            <a:br>
              <a:rPr lang="en-US" sz="1600" i="1" dirty="0">
                <a:solidFill>
                  <a:srgbClr val="FF0000"/>
                </a:solidFill>
              </a:rPr>
            </a:br>
            <a:endParaRPr lang="en-US" sz="1600" i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My function will randomly choose a word from this string and will look for its synonyms in WordNet. If synonym is found, then the word is replaced with the best synonym else nothing is returned. 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I’m keeping the original data entry, and for every data entry I’m doing the above process 2 times.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above string is changed to-</a:t>
            </a:r>
            <a:br>
              <a:rPr lang="en-US" sz="1600" i="1" dirty="0"/>
            </a:br>
            <a:r>
              <a:rPr lang="en-US" sz="1600" i="1" dirty="0"/>
              <a:t>‘</a:t>
            </a:r>
            <a:r>
              <a:rPr lang="en-US" sz="1600" i="1" dirty="0">
                <a:solidFill>
                  <a:srgbClr val="FF0000"/>
                </a:solidFill>
              </a:rPr>
              <a:t>ENERGY ACAI BERRY JUICE SAM ENERGY JUICE PREMIUM BEVERAGE SUPER PREMIUM </a:t>
            </a:r>
            <a:r>
              <a:rPr lang="en-US" sz="1600" i="1" dirty="0">
                <a:solidFill>
                  <a:srgbClr val="FF0000"/>
                </a:solidFill>
                <a:highlight>
                  <a:srgbClr val="FFFF00"/>
                </a:highlight>
              </a:rPr>
              <a:t>POTABLE</a:t>
            </a:r>
            <a:r>
              <a:rPr lang="en-US" sz="1600" i="1" dirty="0">
                <a:solidFill>
                  <a:srgbClr val="FF0000"/>
                </a:solidFill>
              </a:rPr>
              <a:t> NAKED BOLTHOUSE’</a:t>
            </a:r>
            <a:br>
              <a:rPr lang="en-US" sz="1600" i="1" dirty="0">
                <a:solidFill>
                  <a:srgbClr val="FF0000"/>
                </a:solidFill>
              </a:rPr>
            </a:br>
            <a:endParaRPr lang="en-US" sz="1600" i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Size of training data is increased to approximately 3 times (129449).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89680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F6010-FF6D-4459-B890-78106DB16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1"/>
            <a:ext cx="10515600" cy="768458"/>
          </a:xfrm>
        </p:spPr>
        <p:txBody>
          <a:bodyPr/>
          <a:lstStyle/>
          <a:p>
            <a:r>
              <a:rPr lang="en-US" dirty="0"/>
              <a:t>Way ahead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0D973-B72F-4155-88F0-CEF1277AC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63401"/>
            <a:ext cx="10515600" cy="4351338"/>
          </a:xfrm>
        </p:spPr>
        <p:txBody>
          <a:bodyPr/>
          <a:lstStyle/>
          <a:p>
            <a:r>
              <a:rPr lang="en-US" b="0" dirty="0"/>
              <a:t>Explore further in data augmentation-</a:t>
            </a:r>
          </a:p>
          <a:p>
            <a:pPr lvl="1"/>
            <a:r>
              <a:rPr lang="en-US" dirty="0"/>
              <a:t>Synonyms for verbs</a:t>
            </a:r>
          </a:p>
          <a:p>
            <a:pPr lvl="1"/>
            <a:r>
              <a:rPr lang="en-US" dirty="0"/>
              <a:t>Synonyms for adjectives </a:t>
            </a:r>
          </a:p>
          <a:p>
            <a:pPr lvl="1"/>
            <a:r>
              <a:rPr lang="en-US" dirty="0"/>
              <a:t>Synonyms for nouns</a:t>
            </a:r>
          </a:p>
          <a:p>
            <a:r>
              <a:rPr lang="en-US" b="0" dirty="0"/>
              <a:t>Augment the classes with less data points.</a:t>
            </a:r>
          </a:p>
          <a:p>
            <a:r>
              <a:rPr lang="en-US" b="0" dirty="0"/>
              <a:t>Try ‘fast text’ model and compare with existing models.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277629"/>
      </p:ext>
    </p:extLst>
  </p:cSld>
  <p:clrMapOvr>
    <a:masterClrMapping/>
  </p:clrMapOvr>
</p:sld>
</file>

<file path=ppt/theme/theme1.xml><?xml version="1.0" encoding="utf-8"?>
<a:theme xmlns:a="http://schemas.openxmlformats.org/drawingml/2006/main" name="3_Intl_Theme_Slide">
  <a:themeElements>
    <a:clrScheme name="WalmartIntl">
      <a:dk1>
        <a:srgbClr val="081F2C"/>
      </a:dk1>
      <a:lt1>
        <a:srgbClr val="FFFFFF"/>
      </a:lt1>
      <a:dk2>
        <a:srgbClr val="0070CE"/>
      </a:dk2>
      <a:lt2>
        <a:srgbClr val="FFFFFF"/>
      </a:lt2>
      <a:accent1>
        <a:srgbClr val="0070CE"/>
      </a:accent1>
      <a:accent2>
        <a:srgbClr val="78B9E7"/>
      </a:accent2>
      <a:accent3>
        <a:srgbClr val="EB148D"/>
      </a:accent3>
      <a:accent4>
        <a:srgbClr val="FFC220"/>
      </a:accent4>
      <a:accent5>
        <a:srgbClr val="76C043"/>
      </a:accent5>
      <a:accent6>
        <a:srgbClr val="F47521"/>
      </a:accent6>
      <a:hlink>
        <a:srgbClr val="F47521"/>
      </a:hlink>
      <a:folHlink>
        <a:srgbClr val="3F3F4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Intl_Theme_Slide">
  <a:themeElements>
    <a:clrScheme name="WalmartIntl">
      <a:dk1>
        <a:srgbClr val="081F2C"/>
      </a:dk1>
      <a:lt1>
        <a:srgbClr val="FFFFFF"/>
      </a:lt1>
      <a:dk2>
        <a:srgbClr val="0070CE"/>
      </a:dk2>
      <a:lt2>
        <a:srgbClr val="FFFFFF"/>
      </a:lt2>
      <a:accent1>
        <a:srgbClr val="0070CE"/>
      </a:accent1>
      <a:accent2>
        <a:srgbClr val="78B9E7"/>
      </a:accent2>
      <a:accent3>
        <a:srgbClr val="EB148D"/>
      </a:accent3>
      <a:accent4>
        <a:srgbClr val="FFC220"/>
      </a:accent4>
      <a:accent5>
        <a:srgbClr val="76C043"/>
      </a:accent5>
      <a:accent6>
        <a:srgbClr val="F47521"/>
      </a:accent6>
      <a:hlink>
        <a:srgbClr val="F47521"/>
      </a:hlink>
      <a:folHlink>
        <a:srgbClr val="3F3F4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NSHIP_PROBLEM_ST" id="{8279EBB3-F219-4D6B-B1FE-9FC8070B3CDF}" vid="{E0080AE4-36E4-4291-AA28-B1FB49952848}"/>
    </a:ext>
  </a:extLst>
</a:theme>
</file>

<file path=ppt/theme/theme3.xml><?xml version="1.0" encoding="utf-8"?>
<a:theme xmlns:a="http://schemas.openxmlformats.org/drawingml/2006/main" name="1_Default Design">
  <a:themeElements>
    <a:clrScheme name="Labs">
      <a:dk1>
        <a:srgbClr val="000000"/>
      </a:dk1>
      <a:lt1>
        <a:srgbClr val="FFFFFF"/>
      </a:lt1>
      <a:dk2>
        <a:srgbClr val="004C91"/>
      </a:dk2>
      <a:lt2>
        <a:srgbClr val="EEECE1"/>
      </a:lt2>
      <a:accent1>
        <a:srgbClr val="32ADE4"/>
      </a:accent1>
      <a:accent2>
        <a:srgbClr val="FEC221"/>
      </a:accent2>
      <a:accent3>
        <a:srgbClr val="63BF78"/>
      </a:accent3>
      <a:accent4>
        <a:srgbClr val="D952D4"/>
      </a:accent4>
      <a:accent5>
        <a:srgbClr val="7D7F7D"/>
      </a:accent5>
      <a:accent6>
        <a:srgbClr val="2D2751"/>
      </a:accent6>
      <a:hlink>
        <a:srgbClr val="0000FF"/>
      </a:hlink>
      <a:folHlink>
        <a:srgbClr val="800080"/>
      </a:folHlink>
    </a:clrScheme>
    <a:fontScheme name="Custom 1">
      <a:majorFont>
        <a:latin typeface="Century Gothic"/>
        <a:ea typeface="Microsoft YaHei"/>
        <a:cs typeface=""/>
      </a:majorFont>
      <a:minorFont>
        <a:latin typeface="Calibri Light"/>
        <a:ea typeface="Microsoft YaHei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NTERNSHIP_PROBLEM_ST" id="{8279EBB3-F219-4D6B-B1FE-9FC8070B3CDF}" vid="{61ECD3CE-E5FD-4978-BD49-655725F41B92}"/>
    </a:ext>
  </a:extLst>
</a:theme>
</file>

<file path=ppt/theme/theme4.xml><?xml version="1.0" encoding="utf-8"?>
<a:theme xmlns:a="http://schemas.openxmlformats.org/drawingml/2006/main" name="5_Intl_Theme_Slide">
  <a:themeElements>
    <a:clrScheme name="WalmartIntl">
      <a:dk1>
        <a:srgbClr val="081F2C"/>
      </a:dk1>
      <a:lt1>
        <a:srgbClr val="FFFFFF"/>
      </a:lt1>
      <a:dk2>
        <a:srgbClr val="0070CE"/>
      </a:dk2>
      <a:lt2>
        <a:srgbClr val="FFFFFF"/>
      </a:lt2>
      <a:accent1>
        <a:srgbClr val="0070CE"/>
      </a:accent1>
      <a:accent2>
        <a:srgbClr val="78B9E7"/>
      </a:accent2>
      <a:accent3>
        <a:srgbClr val="EB148D"/>
      </a:accent3>
      <a:accent4>
        <a:srgbClr val="FFC220"/>
      </a:accent4>
      <a:accent5>
        <a:srgbClr val="76C043"/>
      </a:accent5>
      <a:accent6>
        <a:srgbClr val="F47521"/>
      </a:accent6>
      <a:hlink>
        <a:srgbClr val="F47521"/>
      </a:hlink>
      <a:folHlink>
        <a:srgbClr val="3F3F4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NSHIP_PROBLEM_ST" id="{8279EBB3-F219-4D6B-B1FE-9FC8070B3CDF}" vid="{E0080AE4-36E4-4291-AA28-B1FB49952848}"/>
    </a:ext>
  </a:extLst>
</a:theme>
</file>

<file path=ppt/theme/theme5.xml><?xml version="1.0" encoding="utf-8"?>
<a:theme xmlns:a="http://schemas.openxmlformats.org/drawingml/2006/main" name="2_Default Design">
  <a:themeElements>
    <a:clrScheme name="Labs">
      <a:dk1>
        <a:srgbClr val="000000"/>
      </a:dk1>
      <a:lt1>
        <a:srgbClr val="FFFFFF"/>
      </a:lt1>
      <a:dk2>
        <a:srgbClr val="004C91"/>
      </a:dk2>
      <a:lt2>
        <a:srgbClr val="EEECE1"/>
      </a:lt2>
      <a:accent1>
        <a:srgbClr val="32ADE4"/>
      </a:accent1>
      <a:accent2>
        <a:srgbClr val="FEC221"/>
      </a:accent2>
      <a:accent3>
        <a:srgbClr val="63BF78"/>
      </a:accent3>
      <a:accent4>
        <a:srgbClr val="D952D4"/>
      </a:accent4>
      <a:accent5>
        <a:srgbClr val="7D7F7D"/>
      </a:accent5>
      <a:accent6>
        <a:srgbClr val="2D2751"/>
      </a:accent6>
      <a:hlink>
        <a:srgbClr val="0000FF"/>
      </a:hlink>
      <a:folHlink>
        <a:srgbClr val="800080"/>
      </a:folHlink>
    </a:clrScheme>
    <a:fontScheme name="Custom 1">
      <a:majorFont>
        <a:latin typeface="Century Gothic"/>
        <a:ea typeface="Microsoft YaHei"/>
        <a:cs typeface=""/>
      </a:majorFont>
      <a:minorFont>
        <a:latin typeface="Calibri Light"/>
        <a:ea typeface="Microsoft YaHei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NTERNSHIP_PROBLEM_ST" id="{8279EBB3-F219-4D6B-B1FE-9FC8070B3CDF}" vid="{61ECD3CE-E5FD-4978-BD49-655725F41B92}"/>
    </a:ext>
  </a:extLst>
</a:theme>
</file>

<file path=ppt/theme/theme6.xml><?xml version="1.0" encoding="utf-8"?>
<a:theme xmlns:a="http://schemas.openxmlformats.org/drawingml/2006/main" name="Cover_Slide">
  <a:themeElements>
    <a:clrScheme name="WalmartIntl">
      <a:dk1>
        <a:srgbClr val="081F2C"/>
      </a:dk1>
      <a:lt1>
        <a:srgbClr val="FFFFFF"/>
      </a:lt1>
      <a:dk2>
        <a:srgbClr val="0070CE"/>
      </a:dk2>
      <a:lt2>
        <a:srgbClr val="FFFFFF"/>
      </a:lt2>
      <a:accent1>
        <a:srgbClr val="0070CE"/>
      </a:accent1>
      <a:accent2>
        <a:srgbClr val="78B9E7"/>
      </a:accent2>
      <a:accent3>
        <a:srgbClr val="EB148D"/>
      </a:accent3>
      <a:accent4>
        <a:srgbClr val="FFC220"/>
      </a:accent4>
      <a:accent5>
        <a:srgbClr val="76C043"/>
      </a:accent5>
      <a:accent6>
        <a:srgbClr val="F47521"/>
      </a:accent6>
      <a:hlink>
        <a:srgbClr val="F47521"/>
      </a:hlink>
      <a:folHlink>
        <a:srgbClr val="3F3F4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29132</TotalTime>
  <Words>1386</Words>
  <Application>Microsoft Office PowerPoint</Application>
  <PresentationFormat>Widescreen</PresentationFormat>
  <Paragraphs>353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13</vt:i4>
      </vt:variant>
    </vt:vector>
  </HeadingPairs>
  <TitlesOfParts>
    <vt:vector size="27" baseType="lpstr">
      <vt:lpstr>Arial</vt:lpstr>
      <vt:lpstr>Bogle</vt:lpstr>
      <vt:lpstr>Calibri</vt:lpstr>
      <vt:lpstr>Calibri Light</vt:lpstr>
      <vt:lpstr>Estrangelo Edessa</vt:lpstr>
      <vt:lpstr>Lato Light</vt:lpstr>
      <vt:lpstr>Times</vt:lpstr>
      <vt:lpstr>Wingdings</vt:lpstr>
      <vt:lpstr>3_Intl_Theme_Slide</vt:lpstr>
      <vt:lpstr>4_Intl_Theme_Slide</vt:lpstr>
      <vt:lpstr>1_Default Design</vt:lpstr>
      <vt:lpstr>5_Intl_Theme_Slide</vt:lpstr>
      <vt:lpstr>2_Default Design</vt:lpstr>
      <vt:lpstr>Cover_Slide</vt:lpstr>
      <vt:lpstr>PowerPoint Presentation</vt:lpstr>
      <vt:lpstr>Agenda</vt:lpstr>
      <vt:lpstr>Recap</vt:lpstr>
      <vt:lpstr>Comparing distributions: Numbers removed</vt:lpstr>
      <vt:lpstr>Comparing distributions: 2 char words removed</vt:lpstr>
      <vt:lpstr>Conclusion from previous activities</vt:lpstr>
      <vt:lpstr>Effect on Overall Trust Factor</vt:lpstr>
      <vt:lpstr>Feature cleaning</vt:lpstr>
      <vt:lpstr>Manually found incorrect features</vt:lpstr>
      <vt:lpstr>Voting classifier</vt:lpstr>
      <vt:lpstr>Trust Factor calculations</vt:lpstr>
      <vt:lpstr>Data Augmentation*</vt:lpstr>
      <vt:lpstr>Way ahead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Rishabh Thapliyal</dc:creator>
  <cp:lastModifiedBy>Rishabh Thapliyal</cp:lastModifiedBy>
  <cp:revision>26</cp:revision>
  <dcterms:created xsi:type="dcterms:W3CDTF">2021-05-25T05:51:37Z</dcterms:created>
  <dcterms:modified xsi:type="dcterms:W3CDTF">2021-06-21T10:22:34Z</dcterms:modified>
</cp:coreProperties>
</file>