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tiff" ContentType="image/tiff"/>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theme/theme3.xml" ContentType="application/vnd.openxmlformats-officedocument.theme+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theme/theme4.xml" ContentType="application/vnd.openxmlformats-officedocument.theme+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theme/theme5.xml" ContentType="application/vnd.openxmlformats-officedocument.theme+xml"/>
  <Override PartName="/ppt/slideLayouts/slideLayout79.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3" r:id="rId1"/>
    <p:sldMasterId id="2147483672" r:id="rId2"/>
    <p:sldMasterId id="2147483682" r:id="rId3"/>
    <p:sldMasterId id="2147483713" r:id="rId4"/>
    <p:sldMasterId id="2147483722" r:id="rId5"/>
    <p:sldMasterId id="2147483661" r:id="rId6"/>
  </p:sldMasterIdLst>
  <p:notesMasterIdLst>
    <p:notesMasterId r:id="rId18"/>
  </p:notesMasterIdLst>
  <p:sldIdLst>
    <p:sldId id="398" r:id="rId7"/>
    <p:sldId id="397" r:id="rId8"/>
    <p:sldId id="399" r:id="rId9"/>
    <p:sldId id="402" r:id="rId10"/>
    <p:sldId id="403" r:id="rId11"/>
    <p:sldId id="406" r:id="rId12"/>
    <p:sldId id="408" r:id="rId13"/>
    <p:sldId id="409" r:id="rId14"/>
    <p:sldId id="401" r:id="rId15"/>
    <p:sldId id="407" r:id="rId16"/>
    <p:sldId id="410"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78B9E7"/>
    <a:srgbClr val="F4752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9979" autoAdjust="0"/>
    <p:restoredTop sz="88317" autoAdjust="0"/>
  </p:normalViewPr>
  <p:slideViewPr>
    <p:cSldViewPr snapToGrid="0">
      <p:cViewPr varScale="1">
        <p:scale>
          <a:sx n="76" d="100"/>
          <a:sy n="76" d="100"/>
        </p:scale>
        <p:origin x="1176" y="43"/>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2.xml"/><Relationship Id="rId13" Type="http://schemas.openxmlformats.org/officeDocument/2006/relationships/slide" Target="slides/slide7.xml"/><Relationship Id="rId18" Type="http://schemas.openxmlformats.org/officeDocument/2006/relationships/notesMaster" Target="notesMasters/notesMaster1.xml"/><Relationship Id="rId3" Type="http://schemas.openxmlformats.org/officeDocument/2006/relationships/slideMaster" Target="slideMasters/slideMaster3.xml"/><Relationship Id="rId21" Type="http://schemas.openxmlformats.org/officeDocument/2006/relationships/theme" Target="theme/theme1.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 Type="http://schemas.openxmlformats.org/officeDocument/2006/relationships/slideMaster" Target="slideMasters/slideMaster2.xml"/><Relationship Id="rId16" Type="http://schemas.openxmlformats.org/officeDocument/2006/relationships/slide" Target="slides/slide10.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Master" Target="slideMasters/slideMaster6.xml"/><Relationship Id="rId11" Type="http://schemas.openxmlformats.org/officeDocument/2006/relationships/slide" Target="slides/slide5.xml"/><Relationship Id="rId5" Type="http://schemas.openxmlformats.org/officeDocument/2006/relationships/slideMaster" Target="slideMasters/slideMaster5.xml"/><Relationship Id="rId15" Type="http://schemas.openxmlformats.org/officeDocument/2006/relationships/slide" Target="slides/slide9.xml"/><Relationship Id="rId10" Type="http://schemas.openxmlformats.org/officeDocument/2006/relationships/slide" Target="slides/slide4.xml"/><Relationship Id="rId19" Type="http://schemas.openxmlformats.org/officeDocument/2006/relationships/presProps" Target="presProps.xml"/><Relationship Id="rId4" Type="http://schemas.openxmlformats.org/officeDocument/2006/relationships/slideMaster" Target="slideMasters/slideMaster4.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tableStyles" Target="tableStyles.xml"/></Relationships>
</file>

<file path=ppt/diagrams/_rels/data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_rels/drawing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615D9D9-D56F-41A8-9153-1EFAA560D0DA}" type="doc">
      <dgm:prSet loTypeId="urn:microsoft.com/office/officeart/2018/5/layout/CenteredIconLabelDescriptionList" loCatId="icon" qsTypeId="urn:microsoft.com/office/officeart/2005/8/quickstyle/simple1" qsCatId="simple" csTypeId="urn:microsoft.com/office/officeart/2005/8/colors/colorful3" csCatId="colorful" phldr="1"/>
      <dgm:spPr>
        <a:scene3d>
          <a:camera prst="orthographicFront">
            <a:rot lat="0" lon="0" rev="0"/>
          </a:camera>
          <a:lightRig rig="contrasting" dir="t">
            <a:rot lat="0" lon="0" rev="1500000"/>
          </a:lightRig>
        </a:scene3d>
      </dgm:spPr>
      <dgm:t>
        <a:bodyPr/>
        <a:lstStyle/>
        <a:p>
          <a:endParaRPr lang="en-US"/>
        </a:p>
      </dgm:t>
    </dgm:pt>
    <dgm:pt modelId="{58BB8E95-3BA5-4524-9038-BB6B9916DDA4}">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defRPr b="1"/>
          </a:pPr>
          <a:r>
            <a:rPr lang="en-US" b="0"/>
            <a:t>Brief recap of previous week</a:t>
          </a:r>
          <a:endParaRPr lang="en-US"/>
        </a:p>
      </dgm:t>
    </dgm:pt>
    <dgm:pt modelId="{40F42D7E-D15C-4205-8211-684E303FE75C}" type="parTrans" cxnId="{D89CF4E1-892F-4429-8ADA-A047C2FE7CB4}">
      <dgm:prSet/>
      <dgm:spPr/>
      <dgm:t>
        <a:bodyPr/>
        <a:lstStyle/>
        <a:p>
          <a:endParaRPr lang="en-US"/>
        </a:p>
      </dgm:t>
    </dgm:pt>
    <dgm:pt modelId="{28A91DD9-C3E9-4EE4-B211-336D89BE6BE1}" type="sibTrans" cxnId="{D89CF4E1-892F-4429-8ADA-A047C2FE7CB4}">
      <dgm:prSet/>
      <dgm:spPr/>
      <dgm:t>
        <a:bodyPr/>
        <a:lstStyle/>
        <a:p>
          <a:endParaRPr lang="en-US"/>
        </a:p>
      </dgm:t>
    </dgm:pt>
    <dgm:pt modelId="{2CBA0BF4-54E2-463B-A849-54D5EA677FA1}">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defRPr b="1"/>
          </a:pPr>
          <a:r>
            <a:rPr lang="en-US" b="0"/>
            <a:t>Progress made in this week</a:t>
          </a:r>
          <a:endParaRPr lang="en-US"/>
        </a:p>
      </dgm:t>
    </dgm:pt>
    <dgm:pt modelId="{4F90CE70-FDB9-482E-872A-FB749A74679E}" type="parTrans" cxnId="{0F0E7CFE-F163-4E99-B660-AEAC8C226830}">
      <dgm:prSet/>
      <dgm:spPr/>
      <dgm:t>
        <a:bodyPr/>
        <a:lstStyle/>
        <a:p>
          <a:endParaRPr lang="en-US"/>
        </a:p>
      </dgm:t>
    </dgm:pt>
    <dgm:pt modelId="{27B71916-E1C4-4422-88F2-BF814AD87ACA}" type="sibTrans" cxnId="{0F0E7CFE-F163-4E99-B660-AEAC8C226830}">
      <dgm:prSet/>
      <dgm:spPr/>
      <dgm:t>
        <a:bodyPr/>
        <a:lstStyle/>
        <a:p>
          <a:endParaRPr lang="en-US"/>
        </a:p>
      </dgm:t>
    </dgm:pt>
    <dgm:pt modelId="{BD8D258E-218B-4483-82A2-079BC4422D21}">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Difference in distributions</a:t>
          </a:r>
        </a:p>
      </dgm:t>
    </dgm:pt>
    <dgm:pt modelId="{2545F0C9-4A30-4819-A904-BED17AD34C1C}" type="parTrans" cxnId="{3CE59DC1-53C3-464D-9D76-31C4716A05EF}">
      <dgm:prSet/>
      <dgm:spPr/>
      <dgm:t>
        <a:bodyPr/>
        <a:lstStyle/>
        <a:p>
          <a:endParaRPr lang="en-US"/>
        </a:p>
      </dgm:t>
    </dgm:pt>
    <dgm:pt modelId="{7423866D-82B8-4B5B-BEA7-F658DF222B25}" type="sibTrans" cxnId="{3CE59DC1-53C3-464D-9D76-31C4716A05EF}">
      <dgm:prSet/>
      <dgm:spPr/>
      <dgm:t>
        <a:bodyPr/>
        <a:lstStyle/>
        <a:p>
          <a:endParaRPr lang="en-US"/>
        </a:p>
      </dgm:t>
    </dgm:pt>
    <dgm:pt modelId="{0FEE194A-8C62-490F-9B1F-7A1CC31BEBEE}">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Data augmentation using snorkel</a:t>
          </a:r>
        </a:p>
      </dgm:t>
    </dgm:pt>
    <dgm:pt modelId="{2D6E4548-CBBA-4338-9CE3-836672E1AAE2}" type="parTrans" cxnId="{E94D5FD7-9040-46EF-B159-E6051546FAC4}">
      <dgm:prSet/>
      <dgm:spPr/>
      <dgm:t>
        <a:bodyPr/>
        <a:lstStyle/>
        <a:p>
          <a:endParaRPr lang="en-US"/>
        </a:p>
      </dgm:t>
    </dgm:pt>
    <dgm:pt modelId="{EBE745A8-7F5F-4C20-BA61-5AA28B792862}" type="sibTrans" cxnId="{E94D5FD7-9040-46EF-B159-E6051546FAC4}">
      <dgm:prSet/>
      <dgm:spPr/>
      <dgm:t>
        <a:bodyPr/>
        <a:lstStyle/>
        <a:p>
          <a:endParaRPr lang="en-US"/>
        </a:p>
      </dgm:t>
    </dgm:pt>
    <dgm:pt modelId="{C976FD86-6663-49F4-94AB-9FB8D0252CEC}">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defRPr b="1"/>
          </a:pPr>
          <a:r>
            <a:rPr lang="en-US" b="0" dirty="0"/>
            <a:t>Way forward</a:t>
          </a:r>
          <a:endParaRPr lang="en-US" dirty="0"/>
        </a:p>
      </dgm:t>
    </dgm:pt>
    <dgm:pt modelId="{71AD0EC0-420E-401F-B731-9026E5ADB6D3}" type="parTrans" cxnId="{9D6215BB-A767-437E-BA93-41605A2BFAF7}">
      <dgm:prSet/>
      <dgm:spPr/>
      <dgm:t>
        <a:bodyPr/>
        <a:lstStyle/>
        <a:p>
          <a:endParaRPr lang="en-US"/>
        </a:p>
      </dgm:t>
    </dgm:pt>
    <dgm:pt modelId="{3A11E3D6-7FAD-449A-9208-E94F21D5EBC4}" type="sibTrans" cxnId="{9D6215BB-A767-437E-BA93-41605A2BFAF7}">
      <dgm:prSet/>
      <dgm:spPr/>
      <dgm:t>
        <a:bodyPr/>
        <a:lstStyle/>
        <a:p>
          <a:endParaRPr lang="en-US"/>
        </a:p>
      </dgm:t>
    </dgm:pt>
    <dgm:pt modelId="{613243C9-43FD-4C4C-837D-2B8E0D55D9EA}">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Spell corrections</a:t>
          </a:r>
        </a:p>
      </dgm:t>
    </dgm:pt>
    <dgm:pt modelId="{0F401404-E799-43CF-89D7-04C8B1E2DDDF}" type="parTrans" cxnId="{60B0B88C-289B-4569-8BF4-62E0F934C7E2}">
      <dgm:prSet/>
      <dgm:spPr/>
      <dgm:t>
        <a:bodyPr/>
        <a:lstStyle/>
        <a:p>
          <a:endParaRPr lang="en-US"/>
        </a:p>
      </dgm:t>
    </dgm:pt>
    <dgm:pt modelId="{F9DAC246-8EFE-49A1-BF64-F56036F9C27A}" type="sibTrans" cxnId="{60B0B88C-289B-4569-8BF4-62E0F934C7E2}">
      <dgm:prSet/>
      <dgm:spPr/>
      <dgm:t>
        <a:bodyPr/>
        <a:lstStyle/>
        <a:p>
          <a:endParaRPr lang="en-US"/>
        </a:p>
      </dgm:t>
    </dgm:pt>
    <dgm:pt modelId="{B44F3FA2-E9F2-45BA-8299-40462BE5ED24}">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Voting classifier of RF and LR</a:t>
          </a:r>
        </a:p>
      </dgm:t>
    </dgm:pt>
    <dgm:pt modelId="{D447070B-BF40-4BF5-A66D-07B8E751630F}" type="parTrans" cxnId="{A19C17C7-C6A5-44CF-A469-5DF34F83BC30}">
      <dgm:prSet/>
      <dgm:spPr/>
      <dgm:t>
        <a:bodyPr/>
        <a:lstStyle/>
        <a:p>
          <a:endParaRPr lang="en-US"/>
        </a:p>
      </dgm:t>
    </dgm:pt>
    <dgm:pt modelId="{8C128AEF-73C3-42D5-9683-05D81216F929}" type="sibTrans" cxnId="{A19C17C7-C6A5-44CF-A469-5DF34F83BC30}">
      <dgm:prSet/>
      <dgm:spPr/>
      <dgm:t>
        <a:bodyPr/>
        <a:lstStyle/>
        <a:p>
          <a:endParaRPr lang="en-US"/>
        </a:p>
      </dgm:t>
    </dgm:pt>
    <dgm:pt modelId="{168B6767-CB86-408E-A9C7-F3440419A109}">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t>
        <a:bodyPr/>
        <a:lstStyle/>
        <a:p>
          <a:pPr>
            <a:lnSpc>
              <a:spcPct val="100000"/>
            </a:lnSpc>
          </a:pPr>
          <a:r>
            <a:rPr lang="en-US" dirty="0"/>
            <a:t>FastText model</a:t>
          </a:r>
        </a:p>
      </dgm:t>
    </dgm:pt>
    <dgm:pt modelId="{0F9C8444-0BD1-48FA-A828-01F21F04EA15}" type="parTrans" cxnId="{0076365E-CAB5-41F7-A40F-987E5CC24E54}">
      <dgm:prSet/>
      <dgm:spPr/>
      <dgm:t>
        <a:bodyPr/>
        <a:lstStyle/>
        <a:p>
          <a:endParaRPr lang="en-US"/>
        </a:p>
      </dgm:t>
    </dgm:pt>
    <dgm:pt modelId="{442BE8E4-C303-4C69-AC14-363B45595892}" type="sibTrans" cxnId="{0076365E-CAB5-41F7-A40F-987E5CC24E54}">
      <dgm:prSet/>
      <dgm:spPr/>
      <dgm:t>
        <a:bodyPr/>
        <a:lstStyle/>
        <a:p>
          <a:endParaRPr lang="en-US"/>
        </a:p>
      </dgm:t>
    </dgm:pt>
    <dgm:pt modelId="{AF8339A4-4969-4166-8D78-A9668542A120}" type="pres">
      <dgm:prSet presAssocID="{A615D9D9-D56F-41A8-9153-1EFAA560D0DA}" presName="root" presStyleCnt="0">
        <dgm:presLayoutVars>
          <dgm:dir/>
          <dgm:resizeHandles val="exact"/>
        </dgm:presLayoutVars>
      </dgm:prSet>
      <dgm:spPr/>
    </dgm:pt>
    <dgm:pt modelId="{019FCDB0-C8B1-46E5-B61B-3A4F354739C3}" type="pres">
      <dgm:prSet presAssocID="{58BB8E95-3BA5-4524-9038-BB6B9916DDA4}" presName="compNod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0631440-BC67-43E5-999A-82C9909AA415}" type="pres">
      <dgm:prSet presAssocID="{58BB8E95-3BA5-4524-9038-BB6B9916DDA4}"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extLst>
        <a:ext uri="{E40237B7-FDA0-4F09-8148-C483321AD2D9}">
          <dgm14:cNvPr xmlns:dgm14="http://schemas.microsoft.com/office/drawing/2010/diagram" id="0" name="" descr="Checkmark"/>
        </a:ext>
      </dgm:extLst>
    </dgm:pt>
    <dgm:pt modelId="{CD6BF89B-2847-4D78-BDDC-6F3106D28948}" type="pres">
      <dgm:prSet presAssocID="{58BB8E95-3BA5-4524-9038-BB6B9916DDA4}" presName="icon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A0F7255-1AD6-4693-BC0F-CDDA6BA38820}" type="pres">
      <dgm:prSet presAssocID="{58BB8E95-3BA5-4524-9038-BB6B9916DDA4}" presName="parTx" presStyleLbl="revTx" presStyleIdx="0" presStyleCnt="6">
        <dgm:presLayoutVars>
          <dgm:chMax val="0"/>
          <dgm:chPref val="0"/>
        </dgm:presLayoutVars>
      </dgm:prSet>
      <dgm:spPr/>
    </dgm:pt>
    <dgm:pt modelId="{16BE5E57-1543-4EC7-8AD3-FC01159DF563}" type="pres">
      <dgm:prSet presAssocID="{58BB8E95-3BA5-4524-9038-BB6B9916DDA4}" presName="tx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464C32C9-97E0-4FAC-AB96-14BD65EC5CF4}" type="pres">
      <dgm:prSet presAssocID="{58BB8E95-3BA5-4524-9038-BB6B9916DDA4}" presName="desTx" presStyleLbl="revTx" presStyleIdx="1" presStyleCnt="6">
        <dgm:presLayoutVars/>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586272C0-62EA-4692-B2AD-57761F3A185F}" type="pres">
      <dgm:prSet presAssocID="{28A91DD9-C3E9-4EE4-B211-336D89BE6BE1}"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FF849A67-248E-4842-8CD8-34B304EA12F3}" type="pres">
      <dgm:prSet presAssocID="{2CBA0BF4-54E2-463B-A849-54D5EA677FA1}" presName="compNod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859557B7-7AD7-41A8-ACCC-0BA2B42C1833}" type="pres">
      <dgm:prSet presAssocID="{2CBA0BF4-54E2-463B-A849-54D5EA677F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extLst>
        <a:ext uri="{E40237B7-FDA0-4F09-8148-C483321AD2D9}">
          <dgm14:cNvPr xmlns:dgm14="http://schemas.microsoft.com/office/drawing/2010/diagram" id="0" name="" descr="Presentation with Checklist"/>
        </a:ext>
      </dgm:extLst>
    </dgm:pt>
    <dgm:pt modelId="{30ABB94C-835E-497D-9A51-BAC8F9D2CF6D}" type="pres">
      <dgm:prSet presAssocID="{2CBA0BF4-54E2-463B-A849-54D5EA677FA1}" presName="icon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0691EB6A-B71C-45E5-9D36-0DE3C91EDE8E}" type="pres">
      <dgm:prSet presAssocID="{2CBA0BF4-54E2-463B-A849-54D5EA677FA1}" presName="parTx" presStyleLbl="revTx" presStyleIdx="2" presStyleCnt="6">
        <dgm:presLayoutVars>
          <dgm:chMax val="0"/>
          <dgm:chPref val="0"/>
        </dgm:presLayoutVars>
      </dgm:prSet>
      <dgm:spPr/>
    </dgm:pt>
    <dgm:pt modelId="{CEE4D9A9-0661-4637-B0BF-2DF06C9F2516}" type="pres">
      <dgm:prSet presAssocID="{2CBA0BF4-54E2-463B-A849-54D5EA677FA1}" presName="tx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344511C2-B581-4A2F-A53C-47FD4732B07C}" type="pres">
      <dgm:prSet presAssocID="{2CBA0BF4-54E2-463B-A849-54D5EA677FA1}" presName="desTx" presStyleLbl="revTx" presStyleIdx="3" presStyleCnt="6">
        <dgm:presLayoutVars/>
      </dgm:prSet>
      <dgm:spPr/>
    </dgm:pt>
    <dgm:pt modelId="{B18AE2A2-C1E9-4ACA-8F8E-6330526F9B00}" type="pres">
      <dgm:prSet presAssocID="{27B71916-E1C4-4422-88F2-BF814AD87ACA}" presName="sibTrans"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492266CD-7AE6-44C6-90CA-F5A56F6EF7C4}" type="pres">
      <dgm:prSet presAssocID="{C976FD86-6663-49F4-94AB-9FB8D0252CEC}" presName="compNod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9AE7C2E3-CC14-4B41-BF36-F8DEF0DC3CED}" type="pres">
      <dgm:prSet presAssocID="{C976FD86-6663-49F4-94AB-9FB8D0252CEC}"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extLst>
        <a:ext uri="{E40237B7-FDA0-4F09-8148-C483321AD2D9}">
          <dgm14:cNvPr xmlns:dgm14="http://schemas.microsoft.com/office/drawing/2010/diagram" id="0" name="" descr="Handshake"/>
        </a:ext>
      </dgm:extLst>
    </dgm:pt>
    <dgm:pt modelId="{6BF9EC99-6526-46FA-B3E6-9E5E0938F110}" type="pres">
      <dgm:prSet presAssocID="{C976FD86-6663-49F4-94AB-9FB8D0252CEC}" presName="icon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FFCE3B9E-67C9-4544-9F38-A420A90EFFDB}" type="pres">
      <dgm:prSet presAssocID="{C976FD86-6663-49F4-94AB-9FB8D0252CEC}" presName="parTx" presStyleLbl="revTx" presStyleIdx="4" presStyleCnt="6">
        <dgm:presLayoutVars>
          <dgm:chMax val="0"/>
          <dgm:chPref val="0"/>
        </dgm:presLayoutVars>
      </dgm:prSet>
      <dgm:spPr/>
    </dgm:pt>
    <dgm:pt modelId="{5BCC3A51-DC3C-443E-991D-6A6156C1DEEE}" type="pres">
      <dgm:prSet presAssocID="{C976FD86-6663-49F4-94AB-9FB8D0252CEC}" presName="txSpace" presStyleCnt="0"/>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 modelId="{706B9664-41A4-4BB4-B2AA-4220C06F7950}" type="pres">
      <dgm:prSet presAssocID="{C976FD86-6663-49F4-94AB-9FB8D0252CEC}" presName="desTx" presStyleLbl="revTx" presStyleIdx="5" presStyleCnt="6">
        <dgm:presLayoutVars/>
      </dgm:prSet>
      <dgm:spPr>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dgm:spPr>
    </dgm:pt>
  </dgm:ptLst>
  <dgm:cxnLst>
    <dgm:cxn modelId="{D17F8C2D-4D27-41C3-B833-F389A3AE381C}" type="presOf" srcId="{C976FD86-6663-49F4-94AB-9FB8D0252CEC}" destId="{FFCE3B9E-67C9-4544-9F38-A420A90EFFDB}" srcOrd="0" destOrd="0" presId="urn:microsoft.com/office/officeart/2018/5/layout/CenteredIconLabelDescriptionList"/>
    <dgm:cxn modelId="{0076365E-CAB5-41F7-A40F-987E5CC24E54}" srcId="{2CBA0BF4-54E2-463B-A849-54D5EA677FA1}" destId="{168B6767-CB86-408E-A9C7-F3440419A109}" srcOrd="3" destOrd="0" parTransId="{0F9C8444-0BD1-48FA-A828-01F21F04EA15}" sibTransId="{442BE8E4-C303-4C69-AC14-363B45595892}"/>
    <dgm:cxn modelId="{F8AB895F-ADDD-4298-AE34-B47A83C03CE6}" type="presOf" srcId="{BD8D258E-218B-4483-82A2-079BC4422D21}" destId="{344511C2-B581-4A2F-A53C-47FD4732B07C}" srcOrd="0" destOrd="0" presId="urn:microsoft.com/office/officeart/2018/5/layout/CenteredIconLabelDescriptionList"/>
    <dgm:cxn modelId="{60B0B88C-289B-4569-8BF4-62E0F934C7E2}" srcId="{2CBA0BF4-54E2-463B-A849-54D5EA677FA1}" destId="{613243C9-43FD-4C4C-837D-2B8E0D55D9EA}" srcOrd="1" destOrd="0" parTransId="{0F401404-E799-43CF-89D7-04C8B1E2DDDF}" sibTransId="{F9DAC246-8EFE-49A1-BF64-F56036F9C27A}"/>
    <dgm:cxn modelId="{39AFDDA7-CA60-4F2F-A9D0-45EC2BC38A05}" type="presOf" srcId="{A615D9D9-D56F-41A8-9153-1EFAA560D0DA}" destId="{AF8339A4-4969-4166-8D78-A9668542A120}" srcOrd="0" destOrd="0" presId="urn:microsoft.com/office/officeart/2018/5/layout/CenteredIconLabelDescriptionList"/>
    <dgm:cxn modelId="{248FC2A9-DACF-4A28-9EA7-4449171F615B}" type="presOf" srcId="{168B6767-CB86-408E-A9C7-F3440419A109}" destId="{344511C2-B581-4A2F-A53C-47FD4732B07C}" srcOrd="0" destOrd="3" presId="urn:microsoft.com/office/officeart/2018/5/layout/CenteredIconLabelDescriptionList"/>
    <dgm:cxn modelId="{F32E26B7-3716-4494-A9EA-B1191CC95B02}" type="presOf" srcId="{2CBA0BF4-54E2-463B-A849-54D5EA677FA1}" destId="{0691EB6A-B71C-45E5-9D36-0DE3C91EDE8E}" srcOrd="0" destOrd="0" presId="urn:microsoft.com/office/officeart/2018/5/layout/CenteredIconLabelDescriptionList"/>
    <dgm:cxn modelId="{9D6215BB-A767-437E-BA93-41605A2BFAF7}" srcId="{A615D9D9-D56F-41A8-9153-1EFAA560D0DA}" destId="{C976FD86-6663-49F4-94AB-9FB8D0252CEC}" srcOrd="2" destOrd="0" parTransId="{71AD0EC0-420E-401F-B731-9026E5ADB6D3}" sibTransId="{3A11E3D6-7FAD-449A-9208-E94F21D5EBC4}"/>
    <dgm:cxn modelId="{3CE59DC1-53C3-464D-9D76-31C4716A05EF}" srcId="{2CBA0BF4-54E2-463B-A849-54D5EA677FA1}" destId="{BD8D258E-218B-4483-82A2-079BC4422D21}" srcOrd="0" destOrd="0" parTransId="{2545F0C9-4A30-4819-A904-BED17AD34C1C}" sibTransId="{7423866D-82B8-4B5B-BEA7-F658DF222B25}"/>
    <dgm:cxn modelId="{A19C17C7-C6A5-44CF-A469-5DF34F83BC30}" srcId="{2CBA0BF4-54E2-463B-A849-54D5EA677FA1}" destId="{B44F3FA2-E9F2-45BA-8299-40462BE5ED24}" srcOrd="4" destOrd="0" parTransId="{D447070B-BF40-4BF5-A66D-07B8E751630F}" sibTransId="{8C128AEF-73C3-42D5-9683-05D81216F929}"/>
    <dgm:cxn modelId="{E94D5FD7-9040-46EF-B159-E6051546FAC4}" srcId="{2CBA0BF4-54E2-463B-A849-54D5EA677FA1}" destId="{0FEE194A-8C62-490F-9B1F-7A1CC31BEBEE}" srcOrd="2" destOrd="0" parTransId="{2D6E4548-CBBA-4338-9CE3-836672E1AAE2}" sibTransId="{EBE745A8-7F5F-4C20-BA61-5AA28B792862}"/>
    <dgm:cxn modelId="{D89CF4E1-892F-4429-8ADA-A047C2FE7CB4}" srcId="{A615D9D9-D56F-41A8-9153-1EFAA560D0DA}" destId="{58BB8E95-3BA5-4524-9038-BB6B9916DDA4}" srcOrd="0" destOrd="0" parTransId="{40F42D7E-D15C-4205-8211-684E303FE75C}" sibTransId="{28A91DD9-C3E9-4EE4-B211-336D89BE6BE1}"/>
    <dgm:cxn modelId="{8BC892E3-A5C3-4926-8F70-93863C815994}" type="presOf" srcId="{613243C9-43FD-4C4C-837D-2B8E0D55D9EA}" destId="{344511C2-B581-4A2F-A53C-47FD4732B07C}" srcOrd="0" destOrd="1" presId="urn:microsoft.com/office/officeart/2018/5/layout/CenteredIconLabelDescriptionList"/>
    <dgm:cxn modelId="{5A88E0E6-CE9D-43FA-9D9C-A670A4B41CB1}" type="presOf" srcId="{58BB8E95-3BA5-4524-9038-BB6B9916DDA4}" destId="{3A0F7255-1AD6-4693-BC0F-CDDA6BA38820}" srcOrd="0" destOrd="0" presId="urn:microsoft.com/office/officeart/2018/5/layout/CenteredIconLabelDescriptionList"/>
    <dgm:cxn modelId="{04D47DEE-ED1E-4141-A25B-FDB1D9CBE04B}" type="presOf" srcId="{0FEE194A-8C62-490F-9B1F-7A1CC31BEBEE}" destId="{344511C2-B581-4A2F-A53C-47FD4732B07C}" srcOrd="0" destOrd="2" presId="urn:microsoft.com/office/officeart/2018/5/layout/CenteredIconLabelDescriptionList"/>
    <dgm:cxn modelId="{425833F5-F0CE-4366-990E-960E0FFEF4AD}" type="presOf" srcId="{B44F3FA2-E9F2-45BA-8299-40462BE5ED24}" destId="{344511C2-B581-4A2F-A53C-47FD4732B07C}" srcOrd="0" destOrd="4" presId="urn:microsoft.com/office/officeart/2018/5/layout/CenteredIconLabelDescriptionList"/>
    <dgm:cxn modelId="{0F0E7CFE-F163-4E99-B660-AEAC8C226830}" srcId="{A615D9D9-D56F-41A8-9153-1EFAA560D0DA}" destId="{2CBA0BF4-54E2-463B-A849-54D5EA677FA1}" srcOrd="1" destOrd="0" parTransId="{4F90CE70-FDB9-482E-872A-FB749A74679E}" sibTransId="{27B71916-E1C4-4422-88F2-BF814AD87ACA}"/>
    <dgm:cxn modelId="{D3337DAB-5D54-4B23-92D5-8A39BD2394CB}" type="presParOf" srcId="{AF8339A4-4969-4166-8D78-A9668542A120}" destId="{019FCDB0-C8B1-46E5-B61B-3A4F354739C3}" srcOrd="0" destOrd="0" presId="urn:microsoft.com/office/officeart/2018/5/layout/CenteredIconLabelDescriptionList"/>
    <dgm:cxn modelId="{2BB6815C-9649-4F44-9B01-B55B9B6CA194}" type="presParOf" srcId="{019FCDB0-C8B1-46E5-B61B-3A4F354739C3}" destId="{30631440-BC67-43E5-999A-82C9909AA415}" srcOrd="0" destOrd="0" presId="urn:microsoft.com/office/officeart/2018/5/layout/CenteredIconLabelDescriptionList"/>
    <dgm:cxn modelId="{852F6373-0BC8-494D-A3BF-8730D2F69548}" type="presParOf" srcId="{019FCDB0-C8B1-46E5-B61B-3A4F354739C3}" destId="{CD6BF89B-2847-4D78-BDDC-6F3106D28948}" srcOrd="1" destOrd="0" presId="urn:microsoft.com/office/officeart/2018/5/layout/CenteredIconLabelDescriptionList"/>
    <dgm:cxn modelId="{F0496D3E-ADB4-4A9E-A8D2-314402CF98FC}" type="presParOf" srcId="{019FCDB0-C8B1-46E5-B61B-3A4F354739C3}" destId="{3A0F7255-1AD6-4693-BC0F-CDDA6BA38820}" srcOrd="2" destOrd="0" presId="urn:microsoft.com/office/officeart/2018/5/layout/CenteredIconLabelDescriptionList"/>
    <dgm:cxn modelId="{37C0F999-323F-46D0-B516-92462312DE87}" type="presParOf" srcId="{019FCDB0-C8B1-46E5-B61B-3A4F354739C3}" destId="{16BE5E57-1543-4EC7-8AD3-FC01159DF563}" srcOrd="3" destOrd="0" presId="urn:microsoft.com/office/officeart/2018/5/layout/CenteredIconLabelDescriptionList"/>
    <dgm:cxn modelId="{FD7AC9A3-7E39-4D0E-9282-45C9279C31E3}" type="presParOf" srcId="{019FCDB0-C8B1-46E5-B61B-3A4F354739C3}" destId="{464C32C9-97E0-4FAC-AB96-14BD65EC5CF4}" srcOrd="4" destOrd="0" presId="urn:microsoft.com/office/officeart/2018/5/layout/CenteredIconLabelDescriptionList"/>
    <dgm:cxn modelId="{9FF90355-B307-4CBD-9B4A-AFD8D856FAA1}" type="presParOf" srcId="{AF8339A4-4969-4166-8D78-A9668542A120}" destId="{586272C0-62EA-4692-B2AD-57761F3A185F}" srcOrd="1" destOrd="0" presId="urn:microsoft.com/office/officeart/2018/5/layout/CenteredIconLabelDescriptionList"/>
    <dgm:cxn modelId="{C2F9806A-4013-4B7D-88AC-B5280796B40F}" type="presParOf" srcId="{AF8339A4-4969-4166-8D78-A9668542A120}" destId="{FF849A67-248E-4842-8CD8-34B304EA12F3}" srcOrd="2" destOrd="0" presId="urn:microsoft.com/office/officeart/2018/5/layout/CenteredIconLabelDescriptionList"/>
    <dgm:cxn modelId="{71B4478F-E18D-439B-973C-D4AACA60648D}" type="presParOf" srcId="{FF849A67-248E-4842-8CD8-34B304EA12F3}" destId="{859557B7-7AD7-41A8-ACCC-0BA2B42C1833}" srcOrd="0" destOrd="0" presId="urn:microsoft.com/office/officeart/2018/5/layout/CenteredIconLabelDescriptionList"/>
    <dgm:cxn modelId="{79943FAF-7DBD-4B84-B15D-F33A8506D993}" type="presParOf" srcId="{FF849A67-248E-4842-8CD8-34B304EA12F3}" destId="{30ABB94C-835E-497D-9A51-BAC8F9D2CF6D}" srcOrd="1" destOrd="0" presId="urn:microsoft.com/office/officeart/2018/5/layout/CenteredIconLabelDescriptionList"/>
    <dgm:cxn modelId="{D22B68F9-E985-4428-A165-93D835AC2CCB}" type="presParOf" srcId="{FF849A67-248E-4842-8CD8-34B304EA12F3}" destId="{0691EB6A-B71C-45E5-9D36-0DE3C91EDE8E}" srcOrd="2" destOrd="0" presId="urn:microsoft.com/office/officeart/2018/5/layout/CenteredIconLabelDescriptionList"/>
    <dgm:cxn modelId="{897EEA5D-2C5C-4D4D-8A52-A6C5BCCB536A}" type="presParOf" srcId="{FF849A67-248E-4842-8CD8-34B304EA12F3}" destId="{CEE4D9A9-0661-4637-B0BF-2DF06C9F2516}" srcOrd="3" destOrd="0" presId="urn:microsoft.com/office/officeart/2018/5/layout/CenteredIconLabelDescriptionList"/>
    <dgm:cxn modelId="{7E49C3B1-3447-40A4-B5B6-2296C51593BE}" type="presParOf" srcId="{FF849A67-248E-4842-8CD8-34B304EA12F3}" destId="{344511C2-B581-4A2F-A53C-47FD4732B07C}" srcOrd="4" destOrd="0" presId="urn:microsoft.com/office/officeart/2018/5/layout/CenteredIconLabelDescriptionList"/>
    <dgm:cxn modelId="{C60752ED-7C34-47A0-8E60-F819D05D77E0}" type="presParOf" srcId="{AF8339A4-4969-4166-8D78-A9668542A120}" destId="{B18AE2A2-C1E9-4ACA-8F8E-6330526F9B00}" srcOrd="3" destOrd="0" presId="urn:microsoft.com/office/officeart/2018/5/layout/CenteredIconLabelDescriptionList"/>
    <dgm:cxn modelId="{E1255392-DB29-4A80-8C04-3522E8BCEE32}" type="presParOf" srcId="{AF8339A4-4969-4166-8D78-A9668542A120}" destId="{492266CD-7AE6-44C6-90CA-F5A56F6EF7C4}" srcOrd="4" destOrd="0" presId="urn:microsoft.com/office/officeart/2018/5/layout/CenteredIconLabelDescriptionList"/>
    <dgm:cxn modelId="{36F2C3E7-B857-44A0-97F8-8C25B909C26F}" type="presParOf" srcId="{492266CD-7AE6-44C6-90CA-F5A56F6EF7C4}" destId="{9AE7C2E3-CC14-4B41-BF36-F8DEF0DC3CED}" srcOrd="0" destOrd="0" presId="urn:microsoft.com/office/officeart/2018/5/layout/CenteredIconLabelDescriptionList"/>
    <dgm:cxn modelId="{9C737B52-2321-458B-A480-F61041B1070F}" type="presParOf" srcId="{492266CD-7AE6-44C6-90CA-F5A56F6EF7C4}" destId="{6BF9EC99-6526-46FA-B3E6-9E5E0938F110}" srcOrd="1" destOrd="0" presId="urn:microsoft.com/office/officeart/2018/5/layout/CenteredIconLabelDescriptionList"/>
    <dgm:cxn modelId="{B27975F1-5840-4423-9F37-D635AD3AF618}" type="presParOf" srcId="{492266CD-7AE6-44C6-90CA-F5A56F6EF7C4}" destId="{FFCE3B9E-67C9-4544-9F38-A420A90EFFDB}" srcOrd="2" destOrd="0" presId="urn:microsoft.com/office/officeart/2018/5/layout/CenteredIconLabelDescriptionList"/>
    <dgm:cxn modelId="{1CE699D1-346A-47D4-8FC5-D20176C21BE5}" type="presParOf" srcId="{492266CD-7AE6-44C6-90CA-F5A56F6EF7C4}" destId="{5BCC3A51-DC3C-443E-991D-6A6156C1DEEE}" srcOrd="3" destOrd="0" presId="urn:microsoft.com/office/officeart/2018/5/layout/CenteredIconLabelDescriptionList"/>
    <dgm:cxn modelId="{BF819A0C-4024-4E2A-B410-DA1281C85DD8}" type="presParOf" srcId="{492266CD-7AE6-44C6-90CA-F5A56F6EF7C4}" destId="{706B9664-41A4-4BB4-B2AA-4220C06F7950}" srcOrd="4" destOrd="0" presId="urn:microsoft.com/office/officeart/2018/5/layout/CenteredIconLabelDescriptionList"/>
  </dgm:cxnLst>
  <dgm:bg/>
  <dgm:whole>
    <a:ln>
      <a:noFill/>
    </a:ln>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591A143-B6AA-4DF3-BCF6-100FED7099F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F29EBD5F-E25A-4F3C-939F-69F18002C9B0}">
      <dgm:prSet>
        <dgm:style>
          <a:lnRef idx="0">
            <a:schemeClr val="accent1"/>
          </a:lnRef>
          <a:fillRef idx="3">
            <a:schemeClr val="accent1"/>
          </a:fillRef>
          <a:effectRef idx="3">
            <a:schemeClr val="accent1"/>
          </a:effectRef>
          <a:fontRef idx="minor">
            <a:schemeClr val="lt1"/>
          </a:fontRef>
        </dgm:style>
      </dgm:prSet>
      <dgm:spPr/>
      <dgm:t>
        <a:bodyPr/>
        <a:lstStyle/>
        <a:p>
          <a:r>
            <a:rPr lang="en-US" b="1"/>
            <a:t>Comparing distributions</a:t>
          </a:r>
          <a:endParaRPr lang="en-US"/>
        </a:p>
      </dgm:t>
    </dgm:pt>
    <dgm:pt modelId="{B1689762-1A6F-40ED-B932-B53DB443619E}" type="parTrans" cxnId="{2213F646-166E-4ECD-8465-243F4BF05938}">
      <dgm:prSet/>
      <dgm:spPr/>
      <dgm:t>
        <a:bodyPr/>
        <a:lstStyle/>
        <a:p>
          <a:endParaRPr lang="en-US"/>
        </a:p>
      </dgm:t>
    </dgm:pt>
    <dgm:pt modelId="{F0CA655E-0DCF-4C31-A9A9-62AD6B88E263}" type="sibTrans" cxnId="{2213F646-166E-4ECD-8465-243F4BF05938}">
      <dgm:prSet/>
      <dgm:spPr/>
      <dgm:t>
        <a:bodyPr/>
        <a:lstStyle/>
        <a:p>
          <a:endParaRPr lang="en-US"/>
        </a:p>
      </dgm:t>
    </dgm:pt>
    <dgm:pt modelId="{5F430A6C-7257-423D-9AAA-AAE94249FD45}">
      <dgm:prSet/>
      <dgm:spPr/>
      <dgm:t>
        <a:bodyPr/>
        <a:lstStyle/>
        <a:p>
          <a:r>
            <a:rPr lang="en-US"/>
            <a:t>Removing numbers</a:t>
          </a:r>
        </a:p>
      </dgm:t>
    </dgm:pt>
    <dgm:pt modelId="{06A343AB-9BB4-4324-B646-801B8D0A2946}" type="parTrans" cxnId="{DD8819BE-7311-4979-88B5-642AF11CA8D9}">
      <dgm:prSet/>
      <dgm:spPr/>
      <dgm:t>
        <a:bodyPr/>
        <a:lstStyle/>
        <a:p>
          <a:endParaRPr lang="en-US"/>
        </a:p>
      </dgm:t>
    </dgm:pt>
    <dgm:pt modelId="{CF80821B-C102-4055-A13E-A1F5C058870E}" type="sibTrans" cxnId="{DD8819BE-7311-4979-88B5-642AF11CA8D9}">
      <dgm:prSet/>
      <dgm:spPr/>
      <dgm:t>
        <a:bodyPr/>
        <a:lstStyle/>
        <a:p>
          <a:endParaRPr lang="en-US"/>
        </a:p>
      </dgm:t>
    </dgm:pt>
    <dgm:pt modelId="{05B231EF-A585-41CB-A794-EA557CEE985E}">
      <dgm:prSet/>
      <dgm:spPr/>
      <dgm:t>
        <a:bodyPr/>
        <a:lstStyle/>
        <a:p>
          <a:r>
            <a:rPr lang="en-US"/>
            <a:t>Removing 2 char words</a:t>
          </a:r>
        </a:p>
      </dgm:t>
    </dgm:pt>
    <dgm:pt modelId="{A32F5FBC-505D-4D5F-ABD2-1F96E9FA2192}" type="parTrans" cxnId="{F3DE5047-DC47-4B01-8253-BDF82D1405FC}">
      <dgm:prSet/>
      <dgm:spPr/>
      <dgm:t>
        <a:bodyPr/>
        <a:lstStyle/>
        <a:p>
          <a:endParaRPr lang="en-US"/>
        </a:p>
      </dgm:t>
    </dgm:pt>
    <dgm:pt modelId="{D3B35EC1-C906-4A86-A2B0-7A25ED33989F}" type="sibTrans" cxnId="{F3DE5047-DC47-4B01-8253-BDF82D1405FC}">
      <dgm:prSet/>
      <dgm:spPr/>
      <dgm:t>
        <a:bodyPr/>
        <a:lstStyle/>
        <a:p>
          <a:endParaRPr lang="en-US"/>
        </a:p>
      </dgm:t>
    </dgm:pt>
    <dgm:pt modelId="{0ECF3E35-AE83-4899-86DB-CF8F19DFB28A}">
      <dgm:prSet>
        <dgm:style>
          <a:lnRef idx="0">
            <a:schemeClr val="accent6"/>
          </a:lnRef>
          <a:fillRef idx="3">
            <a:schemeClr val="accent6"/>
          </a:fillRef>
          <a:effectRef idx="3">
            <a:schemeClr val="accent6"/>
          </a:effectRef>
          <a:fontRef idx="minor">
            <a:schemeClr val="lt1"/>
          </a:fontRef>
        </dgm:style>
      </dgm:prSet>
      <dgm:spPr/>
      <dgm:t>
        <a:bodyPr/>
        <a:lstStyle/>
        <a:p>
          <a:r>
            <a:rPr lang="en-US" b="1"/>
            <a:t>Data preprocessing</a:t>
          </a:r>
          <a:endParaRPr lang="en-US"/>
        </a:p>
      </dgm:t>
    </dgm:pt>
    <dgm:pt modelId="{E48E2FEC-62F8-45B2-9869-50CE129522E3}" type="parTrans" cxnId="{0129C893-FE7D-4D0D-A929-BABA99C4642F}">
      <dgm:prSet/>
      <dgm:spPr/>
      <dgm:t>
        <a:bodyPr/>
        <a:lstStyle/>
        <a:p>
          <a:endParaRPr lang="en-US"/>
        </a:p>
      </dgm:t>
    </dgm:pt>
    <dgm:pt modelId="{D7314AB0-6675-43F5-8654-21E2CBC6C640}" type="sibTrans" cxnId="{0129C893-FE7D-4D0D-A929-BABA99C4642F}">
      <dgm:prSet/>
      <dgm:spPr/>
      <dgm:t>
        <a:bodyPr/>
        <a:lstStyle/>
        <a:p>
          <a:endParaRPr lang="en-US"/>
        </a:p>
      </dgm:t>
    </dgm:pt>
    <dgm:pt modelId="{5AEFBAD5-BDD0-4079-BB12-1D4F67F5AB77}">
      <dgm:prSet/>
      <dgm:spPr/>
      <dgm:t>
        <a:bodyPr/>
        <a:lstStyle/>
        <a:p>
          <a:r>
            <a:rPr lang="en-US"/>
            <a:t>Spell check</a:t>
          </a:r>
        </a:p>
      </dgm:t>
    </dgm:pt>
    <dgm:pt modelId="{9DAC2242-B53A-4AA0-AB3F-3D0EC87D0270}" type="parTrans" cxnId="{1A9CAA1E-8C7C-4542-A5AF-98827F0A700A}">
      <dgm:prSet/>
      <dgm:spPr/>
      <dgm:t>
        <a:bodyPr/>
        <a:lstStyle/>
        <a:p>
          <a:endParaRPr lang="en-US"/>
        </a:p>
      </dgm:t>
    </dgm:pt>
    <dgm:pt modelId="{9B474ED1-E680-4446-9FF0-0B1BBDF1902B}" type="sibTrans" cxnId="{1A9CAA1E-8C7C-4542-A5AF-98827F0A700A}">
      <dgm:prSet/>
      <dgm:spPr/>
      <dgm:t>
        <a:bodyPr/>
        <a:lstStyle/>
        <a:p>
          <a:endParaRPr lang="en-US"/>
        </a:p>
      </dgm:t>
    </dgm:pt>
    <dgm:pt modelId="{C1B8A746-48B7-4B43-95E6-D34333F5868C}">
      <dgm:prSet/>
      <dgm:spPr/>
      <dgm:t>
        <a:bodyPr/>
        <a:lstStyle/>
        <a:p>
          <a:r>
            <a:rPr lang="en-US"/>
            <a:t>Autocorrect</a:t>
          </a:r>
        </a:p>
      </dgm:t>
    </dgm:pt>
    <dgm:pt modelId="{2EC12EAB-508E-4DDE-B478-25965C4485A7}" type="parTrans" cxnId="{207AF099-D8A2-409B-A33E-652263E549CE}">
      <dgm:prSet/>
      <dgm:spPr/>
      <dgm:t>
        <a:bodyPr/>
        <a:lstStyle/>
        <a:p>
          <a:endParaRPr lang="en-US"/>
        </a:p>
      </dgm:t>
    </dgm:pt>
    <dgm:pt modelId="{A15A2930-3E18-4D4A-9EF7-20B1852E2B4D}" type="sibTrans" cxnId="{207AF099-D8A2-409B-A33E-652263E549CE}">
      <dgm:prSet/>
      <dgm:spPr/>
      <dgm:t>
        <a:bodyPr/>
        <a:lstStyle/>
        <a:p>
          <a:endParaRPr lang="en-US"/>
        </a:p>
      </dgm:t>
    </dgm:pt>
    <dgm:pt modelId="{916FCDA9-C491-430C-9CF5-93D8F746AC8E}">
      <dgm:prSet/>
      <dgm:spPr/>
      <dgm:t>
        <a:bodyPr/>
        <a:lstStyle/>
        <a:p>
          <a:r>
            <a:rPr lang="en-US"/>
            <a:t>Snowball stemming</a:t>
          </a:r>
        </a:p>
      </dgm:t>
    </dgm:pt>
    <dgm:pt modelId="{48A65D90-7040-4526-A401-FE6A3F4C8534}" type="parTrans" cxnId="{42994BDB-AD71-406D-A52D-41B908D39852}">
      <dgm:prSet/>
      <dgm:spPr/>
      <dgm:t>
        <a:bodyPr/>
        <a:lstStyle/>
        <a:p>
          <a:endParaRPr lang="en-US"/>
        </a:p>
      </dgm:t>
    </dgm:pt>
    <dgm:pt modelId="{33B9C196-7CC1-4F08-9F90-9C3033C84664}" type="sibTrans" cxnId="{42994BDB-AD71-406D-A52D-41B908D39852}">
      <dgm:prSet/>
      <dgm:spPr/>
      <dgm:t>
        <a:bodyPr/>
        <a:lstStyle/>
        <a:p>
          <a:endParaRPr lang="en-US"/>
        </a:p>
      </dgm:t>
    </dgm:pt>
    <dgm:pt modelId="{037BC76C-A28F-4014-A440-84185E04E1AD}">
      <dgm:prSet/>
      <dgm:spPr/>
      <dgm:t>
        <a:bodyPr/>
        <a:lstStyle/>
        <a:p>
          <a:r>
            <a:rPr lang="en-US"/>
            <a:t>Textblob</a:t>
          </a:r>
        </a:p>
      </dgm:t>
    </dgm:pt>
    <dgm:pt modelId="{E9B30165-43E4-4393-8676-178B1C276103}" type="parTrans" cxnId="{2A82BA98-F145-4C44-B5D6-D6212F709648}">
      <dgm:prSet/>
      <dgm:spPr/>
      <dgm:t>
        <a:bodyPr/>
        <a:lstStyle/>
        <a:p>
          <a:endParaRPr lang="en-US"/>
        </a:p>
      </dgm:t>
    </dgm:pt>
    <dgm:pt modelId="{AE8A7066-9A7C-4FB3-B237-0B40151A7DCD}" type="sibTrans" cxnId="{2A82BA98-F145-4C44-B5D6-D6212F709648}">
      <dgm:prSet/>
      <dgm:spPr/>
      <dgm:t>
        <a:bodyPr/>
        <a:lstStyle/>
        <a:p>
          <a:endParaRPr lang="en-US"/>
        </a:p>
      </dgm:t>
    </dgm:pt>
    <dgm:pt modelId="{178F4362-0AD7-47C2-A542-3AE40951839F}">
      <dgm:prSet>
        <dgm:style>
          <a:lnRef idx="0">
            <a:schemeClr val="accent5"/>
          </a:lnRef>
          <a:fillRef idx="3">
            <a:schemeClr val="accent5"/>
          </a:fillRef>
          <a:effectRef idx="3">
            <a:schemeClr val="accent5"/>
          </a:effectRef>
          <a:fontRef idx="minor">
            <a:schemeClr val="lt1"/>
          </a:fontRef>
        </dgm:style>
      </dgm:prSet>
      <dgm:spPr/>
      <dgm:t>
        <a:bodyPr/>
        <a:lstStyle/>
        <a:p>
          <a:r>
            <a:rPr lang="en-US" b="1" dirty="0"/>
            <a:t>Voting classifier model</a:t>
          </a:r>
          <a:endParaRPr lang="en-US" dirty="0"/>
        </a:p>
      </dgm:t>
    </dgm:pt>
    <dgm:pt modelId="{CC14B29B-7163-43BD-90C6-B3FE92A4C134}" type="parTrans" cxnId="{26B37D8C-2FD8-43A9-9790-8AD45EA5BA2E}">
      <dgm:prSet/>
      <dgm:spPr/>
      <dgm:t>
        <a:bodyPr/>
        <a:lstStyle/>
        <a:p>
          <a:endParaRPr lang="en-US"/>
        </a:p>
      </dgm:t>
    </dgm:pt>
    <dgm:pt modelId="{9B6BDD20-1467-4761-A474-3E321E6EDFD7}" type="sibTrans" cxnId="{26B37D8C-2FD8-43A9-9790-8AD45EA5BA2E}">
      <dgm:prSet/>
      <dgm:spPr/>
      <dgm:t>
        <a:bodyPr/>
        <a:lstStyle/>
        <a:p>
          <a:endParaRPr lang="en-US"/>
        </a:p>
      </dgm:t>
    </dgm:pt>
    <dgm:pt modelId="{5648C8D6-97C9-48B3-BA27-56B019EEB466}">
      <dgm:prSet/>
      <dgm:spPr/>
      <dgm:t>
        <a:bodyPr/>
        <a:lstStyle/>
        <a:p>
          <a:r>
            <a:rPr lang="en-US" dirty="0"/>
            <a:t>Hard voting</a:t>
          </a:r>
        </a:p>
      </dgm:t>
    </dgm:pt>
    <dgm:pt modelId="{81CE0080-945E-4CDA-B593-A9C2B638CC26}" type="parTrans" cxnId="{A783F738-225E-4C1B-9AA5-0EFAE362F03F}">
      <dgm:prSet/>
      <dgm:spPr/>
      <dgm:t>
        <a:bodyPr/>
        <a:lstStyle/>
        <a:p>
          <a:endParaRPr lang="en-US"/>
        </a:p>
      </dgm:t>
    </dgm:pt>
    <dgm:pt modelId="{C6613706-2C8A-4552-8247-E5826000E96E}" type="sibTrans" cxnId="{A783F738-225E-4C1B-9AA5-0EFAE362F03F}">
      <dgm:prSet/>
      <dgm:spPr/>
      <dgm:t>
        <a:bodyPr/>
        <a:lstStyle/>
        <a:p>
          <a:endParaRPr lang="en-US"/>
        </a:p>
      </dgm:t>
    </dgm:pt>
    <dgm:pt modelId="{3AE5955F-CC1B-4039-AC93-91DE452FC09A}">
      <dgm:prSet>
        <dgm:style>
          <a:lnRef idx="0">
            <a:schemeClr val="accent3"/>
          </a:lnRef>
          <a:fillRef idx="3">
            <a:schemeClr val="accent3"/>
          </a:fillRef>
          <a:effectRef idx="3">
            <a:schemeClr val="accent3"/>
          </a:effectRef>
          <a:fontRef idx="minor">
            <a:schemeClr val="lt1"/>
          </a:fontRef>
        </dgm:style>
      </dgm:prSet>
      <dgm:spPr/>
      <dgm:t>
        <a:bodyPr/>
        <a:lstStyle/>
        <a:p>
          <a:r>
            <a:rPr lang="en-US" b="1" dirty="0"/>
            <a:t>Trust factor calculations</a:t>
          </a:r>
          <a:endParaRPr lang="en-US" dirty="0"/>
        </a:p>
      </dgm:t>
    </dgm:pt>
    <dgm:pt modelId="{B89FE006-476C-47D9-A917-D044B7D28C04}" type="parTrans" cxnId="{B26AC271-B3F6-4012-87C6-B4D7C1404DB9}">
      <dgm:prSet/>
      <dgm:spPr/>
      <dgm:t>
        <a:bodyPr/>
        <a:lstStyle/>
        <a:p>
          <a:endParaRPr lang="en-US"/>
        </a:p>
      </dgm:t>
    </dgm:pt>
    <dgm:pt modelId="{ACC20D01-BCA1-4DAE-94C8-D3FCBF76CAC2}" type="sibTrans" cxnId="{B26AC271-B3F6-4012-87C6-B4D7C1404DB9}">
      <dgm:prSet/>
      <dgm:spPr/>
      <dgm:t>
        <a:bodyPr/>
        <a:lstStyle/>
        <a:p>
          <a:endParaRPr lang="en-US"/>
        </a:p>
      </dgm:t>
    </dgm:pt>
    <dgm:pt modelId="{C6716EDE-05E5-4161-8B57-6D964E8DF5B6}">
      <dgm:prSet/>
      <dgm:spPr/>
      <dgm:t>
        <a:bodyPr/>
        <a:lstStyle/>
        <a:p>
          <a:r>
            <a:rPr lang="en-US" dirty="0"/>
            <a:t>Soft voting</a:t>
          </a:r>
        </a:p>
      </dgm:t>
    </dgm:pt>
    <dgm:pt modelId="{28CDFD06-56D3-4ABE-9796-F5C9C544ECD0}" type="parTrans" cxnId="{B360191A-3961-420F-97A0-5DD1AB0985C3}">
      <dgm:prSet/>
      <dgm:spPr/>
      <dgm:t>
        <a:bodyPr/>
        <a:lstStyle/>
        <a:p>
          <a:endParaRPr lang="en-US"/>
        </a:p>
      </dgm:t>
    </dgm:pt>
    <dgm:pt modelId="{9F14E07B-6678-45C0-9860-CE4AE9F14597}" type="sibTrans" cxnId="{B360191A-3961-420F-97A0-5DD1AB0985C3}">
      <dgm:prSet/>
      <dgm:spPr/>
      <dgm:t>
        <a:bodyPr/>
        <a:lstStyle/>
        <a:p>
          <a:endParaRPr lang="en-US"/>
        </a:p>
      </dgm:t>
    </dgm:pt>
    <dgm:pt modelId="{8983F279-08D8-4ADA-BA72-8884C097D013}">
      <dgm:prSet/>
      <dgm:spPr/>
      <dgm:t>
        <a:bodyPr/>
        <a:lstStyle/>
        <a:p>
          <a:r>
            <a:rPr lang="en-US" dirty="0"/>
            <a:t>Hard voting model of RF &amp; LR</a:t>
          </a:r>
        </a:p>
      </dgm:t>
    </dgm:pt>
    <dgm:pt modelId="{EB00783A-FB1A-422A-ADBC-3364475ABF5F}" type="parTrans" cxnId="{99244660-1D0D-4D3D-A6B9-E33237A48B6E}">
      <dgm:prSet/>
      <dgm:spPr/>
      <dgm:t>
        <a:bodyPr/>
        <a:lstStyle/>
        <a:p>
          <a:endParaRPr lang="en-US"/>
        </a:p>
      </dgm:t>
    </dgm:pt>
    <dgm:pt modelId="{7582FE24-C343-4CE3-9AA3-1C890B515A24}" type="sibTrans" cxnId="{99244660-1D0D-4D3D-A6B9-E33237A48B6E}">
      <dgm:prSet/>
      <dgm:spPr/>
      <dgm:t>
        <a:bodyPr/>
        <a:lstStyle/>
        <a:p>
          <a:endParaRPr lang="en-US"/>
        </a:p>
      </dgm:t>
    </dgm:pt>
    <dgm:pt modelId="{3646FA43-E89D-41B9-B899-5AB83945AFF5}">
      <dgm:prSet/>
      <dgm:spPr/>
      <dgm:t>
        <a:bodyPr/>
        <a:lstStyle/>
        <a:p>
          <a:r>
            <a:rPr lang="en-US" dirty="0"/>
            <a:t>TF category = 68.22  , TF variety = 81.19</a:t>
          </a:r>
        </a:p>
      </dgm:t>
    </dgm:pt>
    <dgm:pt modelId="{1D2E42C9-2036-4487-8710-07A5BA76B9B6}" type="parTrans" cxnId="{6EBB4B6C-6C80-495C-9263-3C3F427B8AB4}">
      <dgm:prSet/>
      <dgm:spPr/>
      <dgm:t>
        <a:bodyPr/>
        <a:lstStyle/>
        <a:p>
          <a:endParaRPr lang="en-US"/>
        </a:p>
      </dgm:t>
    </dgm:pt>
    <dgm:pt modelId="{6D8F0309-8939-499A-8E5D-510FB583F329}" type="sibTrans" cxnId="{6EBB4B6C-6C80-495C-9263-3C3F427B8AB4}">
      <dgm:prSet/>
      <dgm:spPr/>
      <dgm:t>
        <a:bodyPr/>
        <a:lstStyle/>
        <a:p>
          <a:endParaRPr lang="en-US"/>
        </a:p>
      </dgm:t>
    </dgm:pt>
    <dgm:pt modelId="{BB615CEF-99E7-450E-A25E-F49F40D85A34}" type="pres">
      <dgm:prSet presAssocID="{D591A143-B6AA-4DF3-BCF6-100FED7099F1}" presName="linear" presStyleCnt="0">
        <dgm:presLayoutVars>
          <dgm:animLvl val="lvl"/>
          <dgm:resizeHandles val="exact"/>
        </dgm:presLayoutVars>
      </dgm:prSet>
      <dgm:spPr/>
    </dgm:pt>
    <dgm:pt modelId="{2FC62A59-6F22-40D5-84A5-1916CACBEF02}" type="pres">
      <dgm:prSet presAssocID="{F29EBD5F-E25A-4F3C-939F-69F18002C9B0}" presName="parentText" presStyleLbl="node1" presStyleIdx="0" presStyleCnt="4">
        <dgm:presLayoutVars>
          <dgm:chMax val="0"/>
          <dgm:bulletEnabled val="1"/>
        </dgm:presLayoutVars>
      </dgm:prSet>
      <dgm:spPr/>
    </dgm:pt>
    <dgm:pt modelId="{286BC135-5CCB-433B-BB36-73950941D597}" type="pres">
      <dgm:prSet presAssocID="{F29EBD5F-E25A-4F3C-939F-69F18002C9B0}" presName="childText" presStyleLbl="revTx" presStyleIdx="0" presStyleCnt="4">
        <dgm:presLayoutVars>
          <dgm:bulletEnabled val="1"/>
        </dgm:presLayoutVars>
      </dgm:prSet>
      <dgm:spPr/>
    </dgm:pt>
    <dgm:pt modelId="{872F974E-1A5E-40EE-A328-0C8F3DC81B54}" type="pres">
      <dgm:prSet presAssocID="{0ECF3E35-AE83-4899-86DB-CF8F19DFB28A}" presName="parentText" presStyleLbl="node1" presStyleIdx="1" presStyleCnt="4">
        <dgm:presLayoutVars>
          <dgm:chMax val="0"/>
          <dgm:bulletEnabled val="1"/>
        </dgm:presLayoutVars>
      </dgm:prSet>
      <dgm:spPr/>
    </dgm:pt>
    <dgm:pt modelId="{CD6D4658-03B0-42D7-B877-84FF41085FFB}" type="pres">
      <dgm:prSet presAssocID="{0ECF3E35-AE83-4899-86DB-CF8F19DFB28A}" presName="childText" presStyleLbl="revTx" presStyleIdx="1" presStyleCnt="4">
        <dgm:presLayoutVars>
          <dgm:bulletEnabled val="1"/>
        </dgm:presLayoutVars>
      </dgm:prSet>
      <dgm:spPr/>
    </dgm:pt>
    <dgm:pt modelId="{5B52343A-A377-49A7-B4CC-C429E466565A}" type="pres">
      <dgm:prSet presAssocID="{178F4362-0AD7-47C2-A542-3AE40951839F}" presName="parentText" presStyleLbl="node1" presStyleIdx="2" presStyleCnt="4">
        <dgm:presLayoutVars>
          <dgm:chMax val="0"/>
          <dgm:bulletEnabled val="1"/>
        </dgm:presLayoutVars>
      </dgm:prSet>
      <dgm:spPr/>
    </dgm:pt>
    <dgm:pt modelId="{453F5174-A217-49A3-AD2C-17984D9F4DF3}" type="pres">
      <dgm:prSet presAssocID="{178F4362-0AD7-47C2-A542-3AE40951839F}" presName="childText" presStyleLbl="revTx" presStyleIdx="2" presStyleCnt="4">
        <dgm:presLayoutVars>
          <dgm:bulletEnabled val="1"/>
        </dgm:presLayoutVars>
      </dgm:prSet>
      <dgm:spPr/>
    </dgm:pt>
    <dgm:pt modelId="{A40E5878-52D6-4786-964B-21B4227CFBE9}" type="pres">
      <dgm:prSet presAssocID="{3AE5955F-CC1B-4039-AC93-91DE452FC09A}" presName="parentText" presStyleLbl="node1" presStyleIdx="3" presStyleCnt="4">
        <dgm:presLayoutVars>
          <dgm:chMax val="0"/>
          <dgm:bulletEnabled val="1"/>
        </dgm:presLayoutVars>
      </dgm:prSet>
      <dgm:spPr/>
    </dgm:pt>
    <dgm:pt modelId="{CBBD3E7A-2124-449B-98A3-7C6359887EC6}" type="pres">
      <dgm:prSet presAssocID="{3AE5955F-CC1B-4039-AC93-91DE452FC09A}" presName="childText" presStyleLbl="revTx" presStyleIdx="3" presStyleCnt="4">
        <dgm:presLayoutVars>
          <dgm:bulletEnabled val="1"/>
        </dgm:presLayoutVars>
      </dgm:prSet>
      <dgm:spPr/>
    </dgm:pt>
  </dgm:ptLst>
  <dgm:cxnLst>
    <dgm:cxn modelId="{BBC0A407-9772-4DE8-ABAA-50F0FA7188CF}" type="presOf" srcId="{C6716EDE-05E5-4161-8B57-6D964E8DF5B6}" destId="{453F5174-A217-49A3-AD2C-17984D9F4DF3}" srcOrd="0" destOrd="1" presId="urn:microsoft.com/office/officeart/2005/8/layout/vList2"/>
    <dgm:cxn modelId="{B360191A-3961-420F-97A0-5DD1AB0985C3}" srcId="{178F4362-0AD7-47C2-A542-3AE40951839F}" destId="{C6716EDE-05E5-4161-8B57-6D964E8DF5B6}" srcOrd="1" destOrd="0" parTransId="{28CDFD06-56D3-4ABE-9796-F5C9C544ECD0}" sibTransId="{9F14E07B-6678-45C0-9860-CE4AE9F14597}"/>
    <dgm:cxn modelId="{1A9CAA1E-8C7C-4542-A5AF-98827F0A700A}" srcId="{0ECF3E35-AE83-4899-86DB-CF8F19DFB28A}" destId="{5AEFBAD5-BDD0-4079-BB12-1D4F67F5AB77}" srcOrd="0" destOrd="0" parTransId="{9DAC2242-B53A-4AA0-AB3F-3D0EC87D0270}" sibTransId="{9B474ED1-E680-4446-9FF0-0B1BBDF1902B}"/>
    <dgm:cxn modelId="{8A87C324-F810-4BD9-8E2D-A73AD5774926}" type="presOf" srcId="{178F4362-0AD7-47C2-A542-3AE40951839F}" destId="{5B52343A-A377-49A7-B4CC-C429E466565A}" srcOrd="0" destOrd="0" presId="urn:microsoft.com/office/officeart/2005/8/layout/vList2"/>
    <dgm:cxn modelId="{E05D4C30-A850-4516-964D-61E360A311F4}" type="presOf" srcId="{F29EBD5F-E25A-4F3C-939F-69F18002C9B0}" destId="{2FC62A59-6F22-40D5-84A5-1916CACBEF02}" srcOrd="0" destOrd="0" presId="urn:microsoft.com/office/officeart/2005/8/layout/vList2"/>
    <dgm:cxn modelId="{A783F738-225E-4C1B-9AA5-0EFAE362F03F}" srcId="{178F4362-0AD7-47C2-A542-3AE40951839F}" destId="{5648C8D6-97C9-48B3-BA27-56B019EEB466}" srcOrd="0" destOrd="0" parTransId="{81CE0080-945E-4CDA-B593-A9C2B638CC26}" sibTransId="{C6613706-2C8A-4552-8247-E5826000E96E}"/>
    <dgm:cxn modelId="{FD8AF539-2071-41F5-94BA-15E75630E56E}" type="presOf" srcId="{3AE5955F-CC1B-4039-AC93-91DE452FC09A}" destId="{A40E5878-52D6-4786-964B-21B4227CFBE9}" srcOrd="0" destOrd="0" presId="urn:microsoft.com/office/officeart/2005/8/layout/vList2"/>
    <dgm:cxn modelId="{AFB4455E-7EE5-45D9-84F7-F51DE46018DA}" type="presOf" srcId="{D591A143-B6AA-4DF3-BCF6-100FED7099F1}" destId="{BB615CEF-99E7-450E-A25E-F49F40D85A34}" srcOrd="0" destOrd="0" presId="urn:microsoft.com/office/officeart/2005/8/layout/vList2"/>
    <dgm:cxn modelId="{99244660-1D0D-4D3D-A6B9-E33237A48B6E}" srcId="{3AE5955F-CC1B-4039-AC93-91DE452FC09A}" destId="{8983F279-08D8-4ADA-BA72-8884C097D013}" srcOrd="0" destOrd="0" parTransId="{EB00783A-FB1A-422A-ADBC-3364475ABF5F}" sibTransId="{7582FE24-C343-4CE3-9AA3-1C890B515A24}"/>
    <dgm:cxn modelId="{2213F646-166E-4ECD-8465-243F4BF05938}" srcId="{D591A143-B6AA-4DF3-BCF6-100FED7099F1}" destId="{F29EBD5F-E25A-4F3C-939F-69F18002C9B0}" srcOrd="0" destOrd="0" parTransId="{B1689762-1A6F-40ED-B932-B53DB443619E}" sibTransId="{F0CA655E-0DCF-4C31-A9A9-62AD6B88E263}"/>
    <dgm:cxn modelId="{F3DE5047-DC47-4B01-8253-BDF82D1405FC}" srcId="{F29EBD5F-E25A-4F3C-939F-69F18002C9B0}" destId="{05B231EF-A585-41CB-A794-EA557CEE985E}" srcOrd="1" destOrd="0" parTransId="{A32F5FBC-505D-4D5F-ABD2-1F96E9FA2192}" sibTransId="{D3B35EC1-C906-4A86-A2B0-7A25ED33989F}"/>
    <dgm:cxn modelId="{6EBB4B6C-6C80-495C-9263-3C3F427B8AB4}" srcId="{3AE5955F-CC1B-4039-AC93-91DE452FC09A}" destId="{3646FA43-E89D-41B9-B899-5AB83945AFF5}" srcOrd="1" destOrd="0" parTransId="{1D2E42C9-2036-4487-8710-07A5BA76B9B6}" sibTransId="{6D8F0309-8939-499A-8E5D-510FB583F329}"/>
    <dgm:cxn modelId="{B26AC271-B3F6-4012-87C6-B4D7C1404DB9}" srcId="{D591A143-B6AA-4DF3-BCF6-100FED7099F1}" destId="{3AE5955F-CC1B-4039-AC93-91DE452FC09A}" srcOrd="3" destOrd="0" parTransId="{B89FE006-476C-47D9-A917-D044B7D28C04}" sibTransId="{ACC20D01-BCA1-4DAE-94C8-D3FCBF76CAC2}"/>
    <dgm:cxn modelId="{24D01075-BD3F-4A25-A35E-AA07B6D76E5D}" type="presOf" srcId="{05B231EF-A585-41CB-A794-EA557CEE985E}" destId="{286BC135-5CCB-433B-BB36-73950941D597}" srcOrd="0" destOrd="1" presId="urn:microsoft.com/office/officeart/2005/8/layout/vList2"/>
    <dgm:cxn modelId="{E0CA6555-C585-4EA3-97F3-C6E8CE9CFACE}" type="presOf" srcId="{3646FA43-E89D-41B9-B899-5AB83945AFF5}" destId="{CBBD3E7A-2124-449B-98A3-7C6359887EC6}" srcOrd="0" destOrd="1" presId="urn:microsoft.com/office/officeart/2005/8/layout/vList2"/>
    <dgm:cxn modelId="{A13A1386-ABF9-45C3-BD47-677F2828D946}" type="presOf" srcId="{0ECF3E35-AE83-4899-86DB-CF8F19DFB28A}" destId="{872F974E-1A5E-40EE-A328-0C8F3DC81B54}" srcOrd="0" destOrd="0" presId="urn:microsoft.com/office/officeart/2005/8/layout/vList2"/>
    <dgm:cxn modelId="{26B37D8C-2FD8-43A9-9790-8AD45EA5BA2E}" srcId="{D591A143-B6AA-4DF3-BCF6-100FED7099F1}" destId="{178F4362-0AD7-47C2-A542-3AE40951839F}" srcOrd="2" destOrd="0" parTransId="{CC14B29B-7163-43BD-90C6-B3FE92A4C134}" sibTransId="{9B6BDD20-1467-4761-A474-3E321E6EDFD7}"/>
    <dgm:cxn modelId="{EAC4948C-8EC3-44D7-95EE-1EB5F341426E}" type="presOf" srcId="{916FCDA9-C491-430C-9CF5-93D8F746AC8E}" destId="{CD6D4658-03B0-42D7-B877-84FF41085FFB}" srcOrd="0" destOrd="2" presId="urn:microsoft.com/office/officeart/2005/8/layout/vList2"/>
    <dgm:cxn modelId="{0129C893-FE7D-4D0D-A929-BABA99C4642F}" srcId="{D591A143-B6AA-4DF3-BCF6-100FED7099F1}" destId="{0ECF3E35-AE83-4899-86DB-CF8F19DFB28A}" srcOrd="1" destOrd="0" parTransId="{E48E2FEC-62F8-45B2-9869-50CE129522E3}" sibTransId="{D7314AB0-6675-43F5-8654-21E2CBC6C640}"/>
    <dgm:cxn modelId="{2A82BA98-F145-4C44-B5D6-D6212F709648}" srcId="{0ECF3E35-AE83-4899-86DB-CF8F19DFB28A}" destId="{037BC76C-A28F-4014-A440-84185E04E1AD}" srcOrd="3" destOrd="0" parTransId="{E9B30165-43E4-4393-8676-178B1C276103}" sibTransId="{AE8A7066-9A7C-4FB3-B237-0B40151A7DCD}"/>
    <dgm:cxn modelId="{4FFFB399-D722-440E-AC71-1AA0FBA625D1}" type="presOf" srcId="{5AEFBAD5-BDD0-4079-BB12-1D4F67F5AB77}" destId="{CD6D4658-03B0-42D7-B877-84FF41085FFB}" srcOrd="0" destOrd="0" presId="urn:microsoft.com/office/officeart/2005/8/layout/vList2"/>
    <dgm:cxn modelId="{207AF099-D8A2-409B-A33E-652263E549CE}" srcId="{0ECF3E35-AE83-4899-86DB-CF8F19DFB28A}" destId="{C1B8A746-48B7-4B43-95E6-D34333F5868C}" srcOrd="1" destOrd="0" parTransId="{2EC12EAB-508E-4DDE-B478-25965C4485A7}" sibTransId="{A15A2930-3E18-4D4A-9EF7-20B1852E2B4D}"/>
    <dgm:cxn modelId="{636D39B1-A415-4CFC-BF46-FCA88039DDD8}" type="presOf" srcId="{037BC76C-A28F-4014-A440-84185E04E1AD}" destId="{CD6D4658-03B0-42D7-B877-84FF41085FFB}" srcOrd="0" destOrd="3" presId="urn:microsoft.com/office/officeart/2005/8/layout/vList2"/>
    <dgm:cxn modelId="{DD8819BE-7311-4979-88B5-642AF11CA8D9}" srcId="{F29EBD5F-E25A-4F3C-939F-69F18002C9B0}" destId="{5F430A6C-7257-423D-9AAA-AAE94249FD45}" srcOrd="0" destOrd="0" parTransId="{06A343AB-9BB4-4324-B646-801B8D0A2946}" sibTransId="{CF80821B-C102-4055-A13E-A1F5C058870E}"/>
    <dgm:cxn modelId="{8CCC80C3-1BC7-410E-B2B9-34B50C7A43D2}" type="presOf" srcId="{8983F279-08D8-4ADA-BA72-8884C097D013}" destId="{CBBD3E7A-2124-449B-98A3-7C6359887EC6}" srcOrd="0" destOrd="0" presId="urn:microsoft.com/office/officeart/2005/8/layout/vList2"/>
    <dgm:cxn modelId="{C8AB10C9-B95C-48D6-8BC2-50245C5AA4DC}" type="presOf" srcId="{5648C8D6-97C9-48B3-BA27-56B019EEB466}" destId="{453F5174-A217-49A3-AD2C-17984D9F4DF3}" srcOrd="0" destOrd="0" presId="urn:microsoft.com/office/officeart/2005/8/layout/vList2"/>
    <dgm:cxn modelId="{42994BDB-AD71-406D-A52D-41B908D39852}" srcId="{0ECF3E35-AE83-4899-86DB-CF8F19DFB28A}" destId="{916FCDA9-C491-430C-9CF5-93D8F746AC8E}" srcOrd="2" destOrd="0" parTransId="{48A65D90-7040-4526-A401-FE6A3F4C8534}" sibTransId="{33B9C196-7CC1-4F08-9F90-9C3033C84664}"/>
    <dgm:cxn modelId="{E57664F3-8221-46BE-9EF3-E81FDCA506A8}" type="presOf" srcId="{5F430A6C-7257-423D-9AAA-AAE94249FD45}" destId="{286BC135-5CCB-433B-BB36-73950941D597}" srcOrd="0" destOrd="0" presId="urn:microsoft.com/office/officeart/2005/8/layout/vList2"/>
    <dgm:cxn modelId="{D37CB2FE-91B6-4048-9633-D7F5751BC8A0}" type="presOf" srcId="{C1B8A746-48B7-4B43-95E6-D34333F5868C}" destId="{CD6D4658-03B0-42D7-B877-84FF41085FFB}" srcOrd="0" destOrd="1" presId="urn:microsoft.com/office/officeart/2005/8/layout/vList2"/>
    <dgm:cxn modelId="{6D1A6C56-7296-4D25-86B8-06853F728A95}" type="presParOf" srcId="{BB615CEF-99E7-450E-A25E-F49F40D85A34}" destId="{2FC62A59-6F22-40D5-84A5-1916CACBEF02}" srcOrd="0" destOrd="0" presId="urn:microsoft.com/office/officeart/2005/8/layout/vList2"/>
    <dgm:cxn modelId="{0157B601-A637-4680-BE65-45B7EE905278}" type="presParOf" srcId="{BB615CEF-99E7-450E-A25E-F49F40D85A34}" destId="{286BC135-5CCB-433B-BB36-73950941D597}" srcOrd="1" destOrd="0" presId="urn:microsoft.com/office/officeart/2005/8/layout/vList2"/>
    <dgm:cxn modelId="{85709B56-1BDC-4C56-B4CD-C7F2CD016515}" type="presParOf" srcId="{BB615CEF-99E7-450E-A25E-F49F40D85A34}" destId="{872F974E-1A5E-40EE-A328-0C8F3DC81B54}" srcOrd="2" destOrd="0" presId="urn:microsoft.com/office/officeart/2005/8/layout/vList2"/>
    <dgm:cxn modelId="{E51FAFCD-3728-4A4F-83F2-A55999C16D7B}" type="presParOf" srcId="{BB615CEF-99E7-450E-A25E-F49F40D85A34}" destId="{CD6D4658-03B0-42D7-B877-84FF41085FFB}" srcOrd="3" destOrd="0" presId="urn:microsoft.com/office/officeart/2005/8/layout/vList2"/>
    <dgm:cxn modelId="{CD9B3819-B166-4E44-A59F-A3B1D1E7F9D1}" type="presParOf" srcId="{BB615CEF-99E7-450E-A25E-F49F40D85A34}" destId="{5B52343A-A377-49A7-B4CC-C429E466565A}" srcOrd="4" destOrd="0" presId="urn:microsoft.com/office/officeart/2005/8/layout/vList2"/>
    <dgm:cxn modelId="{7890D263-F328-4440-BAFD-25D27D17952B}" type="presParOf" srcId="{BB615CEF-99E7-450E-A25E-F49F40D85A34}" destId="{453F5174-A217-49A3-AD2C-17984D9F4DF3}" srcOrd="5" destOrd="0" presId="urn:microsoft.com/office/officeart/2005/8/layout/vList2"/>
    <dgm:cxn modelId="{56E53129-C460-4A2E-9CC0-D6CFBF45E7D7}" type="presParOf" srcId="{BB615CEF-99E7-450E-A25E-F49F40D85A34}" destId="{A40E5878-52D6-4786-964B-21B4227CFBE9}" srcOrd="6" destOrd="0" presId="urn:microsoft.com/office/officeart/2005/8/layout/vList2"/>
    <dgm:cxn modelId="{5FE0A5B1-5378-456A-B04C-59C61CB23B64}" type="presParOf" srcId="{BB615CEF-99E7-450E-A25E-F49F40D85A34}" destId="{CBBD3E7A-2124-449B-98A3-7C6359887EC6}" srcOrd="7"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Spell correction, 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Fit on model = LR(100)</a:t>
          </a:r>
          <a:r>
            <a:rPr lang="en-US" dirty="0">
              <a:sym typeface="Wingdings" panose="05000000000000000000" pitchFamily="2" charset="2"/>
            </a:rPr>
            <a:t> predict the probability distributions for </a:t>
          </a:r>
          <a:r>
            <a:rPr lang="en-US" dirty="0" err="1">
              <a:sym typeface="Wingdings" panose="05000000000000000000" pitchFamily="2" charset="2"/>
            </a:rPr>
            <a:t>X_test</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a:effectLst>
          <a:glow rad="139700">
            <a:schemeClr val="accent4">
              <a:satMod val="175000"/>
              <a:alpha val="40000"/>
            </a:schemeClr>
          </a:glow>
        </a:effectLst>
      </dgm:spPr>
      <dgm:t>
        <a:bodyPr/>
        <a:lstStyle/>
        <a:p>
          <a:r>
            <a:rPr lang="en-US" dirty="0"/>
            <a:t>Store the indexes for top 3 probabilities for each row</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Only the values at those indexes </a:t>
          </a:r>
          <a:r>
            <a:rPr lang="en-US" dirty="0">
              <a:sym typeface="Wingdings" panose="05000000000000000000" pitchFamily="2" charset="2"/>
            </a:rPr>
            <a:t> </a:t>
          </a:r>
          <a:r>
            <a:rPr lang="en-US" b="1" dirty="0">
              <a:sym typeface="Wingdings" panose="05000000000000000000" pitchFamily="2" charset="2"/>
            </a:rPr>
            <a:t>Distribution-1 (48197 x 3)</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3"/>
          </a:lnRef>
          <a:fillRef idx="1">
            <a:schemeClr val="lt1"/>
          </a:fillRef>
          <a:effectRef idx="0">
            <a:schemeClr val="accent3"/>
          </a:effectRef>
          <a:fontRef idx="minor">
            <a:schemeClr val="dk1"/>
          </a:fontRef>
        </dgm:style>
      </dgm:prSet>
      <dgm:spPr/>
      <dgm:t>
        <a:bodyPr/>
        <a:lstStyle/>
        <a:p>
          <a:pPr algn="l"/>
          <a:r>
            <a:rPr lang="en-US" dirty="0"/>
            <a:t>Spell correction, Stopwords removed, </a:t>
          </a:r>
          <a:r>
            <a:rPr lang="en-US" dirty="0">
              <a:highlight>
                <a:srgbClr val="FFFF00"/>
              </a:highlight>
            </a:rPr>
            <a:t>numbers removed</a:t>
          </a:r>
          <a:r>
            <a:rPr lang="en-US" dirty="0"/>
            <a:t>, lemmatized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3"/>
          </a:lnRef>
          <a:fillRef idx="1">
            <a:schemeClr val="lt1"/>
          </a:fillRef>
          <a:effectRef idx="0">
            <a:schemeClr val="accent3"/>
          </a:effectRef>
          <a:fontRef idx="minor">
            <a:schemeClr val="dk1"/>
          </a:fontRef>
        </dgm:style>
      </dgm:prSet>
      <dgm:spPr/>
      <dgm:t>
        <a:bodyPr/>
        <a:lstStyle/>
        <a:p>
          <a:pPr algn="l"/>
          <a:r>
            <a:rPr lang="en-US" dirty="0"/>
            <a:t>Model = LR(100)</a:t>
          </a:r>
          <a:r>
            <a:rPr lang="en-US" dirty="0">
              <a:sym typeface="Wingdings" panose="05000000000000000000" pitchFamily="2" charset="2"/>
            </a:rPr>
            <a:t> predict the probability distributions using X_test_updated</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6E7F31E9-46AB-4CD0-9418-E83CA4D58BD0}">
      <dgm:prSet phldrT="[Text]" custT="1">
        <dgm:style>
          <a:lnRef idx="0">
            <a:schemeClr val="accent3"/>
          </a:lnRef>
          <a:fillRef idx="3">
            <a:schemeClr val="accent3"/>
          </a:fillRef>
          <a:effectRef idx="3">
            <a:schemeClr val="accent3"/>
          </a:effectRef>
          <a:fontRef idx="minor">
            <a:schemeClr val="lt1"/>
          </a:fontRef>
        </dgm:style>
      </dgm:prSet>
      <dgm:spPr/>
      <dgm:t>
        <a:bodyPr/>
        <a:lstStyle/>
        <a:p>
          <a:r>
            <a:rPr lang="en-US" sz="1500" dirty="0">
              <a:sym typeface="Wingdings" panose="05000000000000000000" pitchFamily="2" charset="2"/>
            </a:rPr>
            <a:t>Only the values at the found indexes </a:t>
          </a:r>
          <a:r>
            <a:rPr lang="en-US" sz="1800" b="1" dirty="0">
              <a:sym typeface="Wingdings" panose="05000000000000000000" pitchFamily="2" charset="2"/>
            </a:rPr>
            <a:t>Distribution-2 (48197 x 3)</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3">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3" custScaleX="100823">
        <dgm:presLayoutVars>
          <dgm:bulletEnabled val="1"/>
        </dgm:presLayoutVars>
      </dgm:prSet>
      <dgm:spPr/>
    </dgm:pt>
    <dgm:pt modelId="{CC9D345E-EA1A-473F-806A-825CC43858F3}" type="pres">
      <dgm:prSet presAssocID="{98400BBD-AD9F-40BF-88B7-0EFBA1EF848C}" presName="parSpace" presStyleCnt="0"/>
      <dgm:spPr/>
    </dgm:pt>
    <dgm:pt modelId="{0F62B5FC-2DD4-4E5E-ACC8-09A8DBF870F1}" type="pres">
      <dgm:prSet presAssocID="{6E7F31E9-46AB-4CD0-9418-E83CA4D58BD0}" presName="parTxOnly" presStyleLbl="node1" presStyleIdx="2" presStyleCnt="3">
        <dgm:presLayoutVars>
          <dgm:bulletEnabled val="1"/>
        </dgm:presLayoutVars>
      </dgm:prSet>
      <dgm:spPr/>
    </dgm:pt>
  </dgm:ptLst>
  <dgm:cxnLst>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2" destOrd="0" parTransId="{1FB8E8B5-FEF9-48C2-AEFA-ECB054AA6480}" sibTransId="{B89A6B1F-378C-4DFF-81B9-5DF0474CD8CC}"/>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C0638794-91A9-4155-977F-B1D885EC8319}" type="presParOf" srcId="{033E7CDA-AE65-47CB-9562-CACFEE179754}" destId="{0F62B5FC-2DD4-4E5E-ACC8-09A8DBF870F1}" srcOrd="4"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6"/>
          </a:lnRef>
          <a:fillRef idx="1">
            <a:schemeClr val="lt1"/>
          </a:fillRef>
          <a:effectRef idx="0">
            <a:schemeClr val="accent6"/>
          </a:effectRef>
          <a:fontRef idx="minor">
            <a:schemeClr val="dk1"/>
          </a:fontRef>
        </dgm:style>
      </dgm:prSet>
      <dgm:spPr/>
      <dgm:t>
        <a:bodyPr/>
        <a:lstStyle/>
        <a:p>
          <a:pPr algn="l"/>
          <a:r>
            <a:rPr lang="en-US" dirty="0"/>
            <a:t>Spell corrections, Stopwords removed, lemmatized &gt; 3, single char and </a:t>
          </a:r>
          <a:r>
            <a:rPr lang="en-US" dirty="0">
              <a:highlight>
                <a:srgbClr val="FFFF00"/>
              </a:highlight>
            </a:rPr>
            <a:t>2 chars words removed</a:t>
          </a:r>
          <a:r>
            <a:rPr lang="en-US" dirty="0"/>
            <a:t>,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6"/>
          </a:lnRef>
          <a:fillRef idx="1">
            <a:schemeClr val="lt1"/>
          </a:fillRef>
          <a:effectRef idx="0">
            <a:schemeClr val="accent6"/>
          </a:effectRef>
          <a:fontRef idx="minor">
            <a:schemeClr val="dk1"/>
          </a:fontRef>
        </dgm:style>
      </dgm:prSet>
      <dgm:spPr/>
      <dgm:t>
        <a:bodyPr/>
        <a:lstStyle/>
        <a:p>
          <a:pPr algn="l"/>
          <a:r>
            <a:rPr lang="en-US" dirty="0"/>
            <a:t>Fit on model = LR(100)</a:t>
          </a:r>
          <a:r>
            <a:rPr lang="en-US" dirty="0">
              <a:sym typeface="Wingdings" panose="05000000000000000000" pitchFamily="2" charset="2"/>
            </a:rPr>
            <a:t> get the probability distributions using </a:t>
          </a:r>
          <a:r>
            <a:rPr lang="en-US" dirty="0" err="1">
              <a:sym typeface="Wingdings" panose="05000000000000000000" pitchFamily="2" charset="2"/>
            </a:rPr>
            <a:t>X_test</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6E7F31E9-46AB-4CD0-9418-E83CA4D58BD0}">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1500" dirty="0">
              <a:sym typeface="Wingdings" panose="05000000000000000000" pitchFamily="2" charset="2"/>
            </a:rPr>
            <a:t>Only the values at the found indexes </a:t>
          </a:r>
          <a:r>
            <a:rPr lang="en-US" sz="1500" b="1" dirty="0">
              <a:sym typeface="Wingdings" panose="05000000000000000000" pitchFamily="2" charset="2"/>
            </a:rPr>
            <a:t>Distribution-3 (48197 x 3)</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3">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3">
        <dgm:presLayoutVars>
          <dgm:bulletEnabled val="1"/>
        </dgm:presLayoutVars>
      </dgm:prSet>
      <dgm:spPr/>
    </dgm:pt>
    <dgm:pt modelId="{CC9D345E-EA1A-473F-806A-825CC43858F3}" type="pres">
      <dgm:prSet presAssocID="{98400BBD-AD9F-40BF-88B7-0EFBA1EF848C}" presName="parSpace" presStyleCnt="0"/>
      <dgm:spPr/>
    </dgm:pt>
    <dgm:pt modelId="{0F62B5FC-2DD4-4E5E-ACC8-09A8DBF870F1}" type="pres">
      <dgm:prSet presAssocID="{6E7F31E9-46AB-4CD0-9418-E83CA4D58BD0}" presName="parTxOnly" presStyleLbl="node1" presStyleIdx="2" presStyleCnt="3">
        <dgm:presLayoutVars>
          <dgm:bulletEnabled val="1"/>
        </dgm:presLayoutVars>
      </dgm:prSet>
      <dgm:spPr/>
    </dgm:pt>
  </dgm:ptLst>
  <dgm:cxnLst>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2" destOrd="0" parTransId="{1FB8E8B5-FEF9-48C2-AEFA-ECB054AA6480}" sibTransId="{B89A6B1F-378C-4DFF-81B9-5DF0474CD8CC}"/>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C0638794-91A9-4155-977F-B1D885EC8319}" type="presParOf" srcId="{033E7CDA-AE65-47CB-9562-CACFEE179754}" destId="{0F62B5FC-2DD4-4E5E-ACC8-09A8DBF870F1}"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Spell correction, 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Fit on model = LR(100)</a:t>
          </a:r>
          <a:r>
            <a:rPr lang="en-US" dirty="0">
              <a:sym typeface="Wingdings" panose="05000000000000000000" pitchFamily="2" charset="2"/>
            </a:rPr>
            <a:t> get the probability distributions for X-test</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a:effectLst>
          <a:glow rad="139700">
            <a:schemeClr val="accent4">
              <a:satMod val="175000"/>
              <a:alpha val="40000"/>
            </a:schemeClr>
          </a:glow>
        </a:effectLst>
      </dgm:spPr>
      <dgm:t>
        <a:bodyPr/>
        <a:lstStyle/>
        <a:p>
          <a:r>
            <a:rPr lang="en-US" dirty="0"/>
            <a:t>Store the indexes for top 3 probabilities for each row</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Only the values at those indexes </a:t>
          </a:r>
          <a:r>
            <a:rPr lang="en-US" dirty="0">
              <a:sym typeface="Wingdings" panose="05000000000000000000" pitchFamily="2" charset="2"/>
            </a:rPr>
            <a:t> </a:t>
          </a:r>
          <a:r>
            <a:rPr lang="en-US" b="1" dirty="0">
              <a:sym typeface="Wingdings" panose="05000000000000000000" pitchFamily="2" charset="2"/>
            </a:rPr>
            <a:t>Distribution-1 (48197 x 3)</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custT="1">
        <dgm:style>
          <a:lnRef idx="2">
            <a:schemeClr val="accent6"/>
          </a:lnRef>
          <a:fillRef idx="1">
            <a:schemeClr val="lt1"/>
          </a:fillRef>
          <a:effectRef idx="0">
            <a:schemeClr val="accent6"/>
          </a:effectRef>
          <a:fontRef idx="minor">
            <a:schemeClr val="dk1"/>
          </a:fontRef>
        </dgm:style>
      </dgm:prSet>
      <dgm:spPr/>
      <dgm:t>
        <a:bodyPr/>
        <a:lstStyle/>
        <a:p>
          <a:pPr algn="l"/>
          <a:r>
            <a:rPr lang="en-US" sz="1600" dirty="0"/>
            <a:t>Spell correction, Stopwords removed, </a:t>
          </a:r>
          <a:r>
            <a:rPr lang="en-US" sz="1600" dirty="0">
              <a:highlight>
                <a:srgbClr val="FFFF00"/>
              </a:highlight>
            </a:rPr>
            <a:t>numbers removed</a:t>
          </a:r>
          <a:r>
            <a:rPr lang="en-US" sz="1600" dirty="0"/>
            <a:t>, lemmatized &gt; 3, single char and </a:t>
          </a:r>
          <a:r>
            <a:rPr lang="en-US" sz="1600" dirty="0">
              <a:highlight>
                <a:srgbClr val="FFFF00"/>
              </a:highlight>
            </a:rPr>
            <a:t>2 chars words removed</a:t>
          </a:r>
          <a:r>
            <a:rPr lang="en-US" sz="1600" dirty="0"/>
            <a:t>,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custT="1">
        <dgm:style>
          <a:lnRef idx="2">
            <a:schemeClr val="accent6"/>
          </a:lnRef>
          <a:fillRef idx="1">
            <a:schemeClr val="lt1"/>
          </a:fillRef>
          <a:effectRef idx="0">
            <a:schemeClr val="accent6"/>
          </a:effectRef>
          <a:fontRef idx="minor">
            <a:schemeClr val="dk1"/>
          </a:fontRef>
        </dgm:style>
      </dgm:prSet>
      <dgm:spPr/>
      <dgm:t>
        <a:bodyPr/>
        <a:lstStyle/>
        <a:p>
          <a:pPr algn="l"/>
          <a:r>
            <a:rPr lang="en-US" sz="1600" dirty="0"/>
            <a:t>Fit on model = LR(100)</a:t>
          </a:r>
          <a:r>
            <a:rPr lang="en-US" sz="1600" dirty="0">
              <a:sym typeface="Wingdings" panose="05000000000000000000" pitchFamily="2" charset="2"/>
            </a:rPr>
            <a:t> get the probability distributions</a:t>
          </a:r>
          <a:endParaRPr lang="en-US" sz="1600"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6E7F31E9-46AB-4CD0-9418-E83CA4D58BD0}">
      <dgm:prSet phldrT="[Text]" custT="1">
        <dgm:style>
          <a:lnRef idx="0">
            <a:schemeClr val="accent1"/>
          </a:lnRef>
          <a:fillRef idx="3">
            <a:schemeClr val="accent1"/>
          </a:fillRef>
          <a:effectRef idx="3">
            <a:schemeClr val="accent1"/>
          </a:effectRef>
          <a:fontRef idx="minor">
            <a:schemeClr val="lt1"/>
          </a:fontRef>
        </dgm:style>
      </dgm:prSet>
      <dgm:spPr/>
      <dgm:t>
        <a:bodyPr/>
        <a:lstStyle/>
        <a:p>
          <a:r>
            <a:rPr lang="en-US" sz="1500" dirty="0"/>
            <a:t>Only the values at those indexes </a:t>
          </a:r>
          <a:r>
            <a:rPr lang="en-US" sz="1500" dirty="0">
              <a:sym typeface="Wingdings" panose="05000000000000000000" pitchFamily="2" charset="2"/>
            </a:rPr>
            <a:t> </a:t>
          </a:r>
          <a:r>
            <a:rPr lang="en-US" sz="1500" b="1" dirty="0">
              <a:sym typeface="Wingdings" panose="05000000000000000000" pitchFamily="2" charset="2"/>
            </a:rPr>
            <a:t>Distribution-3 (48197 x 3)</a:t>
          </a:r>
          <a:endParaRPr lang="en-US" sz="1500"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3">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3">
        <dgm:presLayoutVars>
          <dgm:bulletEnabled val="1"/>
        </dgm:presLayoutVars>
      </dgm:prSet>
      <dgm:spPr/>
    </dgm:pt>
    <dgm:pt modelId="{CC9D345E-EA1A-473F-806A-825CC43858F3}" type="pres">
      <dgm:prSet presAssocID="{98400BBD-AD9F-40BF-88B7-0EFBA1EF848C}" presName="parSpace" presStyleCnt="0"/>
      <dgm:spPr/>
    </dgm:pt>
    <dgm:pt modelId="{0F62B5FC-2DD4-4E5E-ACC8-09A8DBF870F1}" type="pres">
      <dgm:prSet presAssocID="{6E7F31E9-46AB-4CD0-9418-E83CA4D58BD0}" presName="parTxOnly" presStyleLbl="node1" presStyleIdx="2" presStyleCnt="3">
        <dgm:presLayoutVars>
          <dgm:bulletEnabled val="1"/>
        </dgm:presLayoutVars>
      </dgm:prSet>
      <dgm:spPr/>
    </dgm:pt>
  </dgm:ptLst>
  <dgm:cxnLst>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2" destOrd="0" parTransId="{1FB8E8B5-FEF9-48C2-AEFA-ECB054AA6480}" sibTransId="{B89A6B1F-378C-4DFF-81B9-5DF0474CD8CC}"/>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C0638794-91A9-4155-977F-B1D885EC8319}" type="presParOf" srcId="{033E7CDA-AE65-47CB-9562-CACFEE179754}" destId="{0F62B5FC-2DD4-4E5E-ACC8-09A8DBF870F1}" srcOrd="4" destOrd="0" presId="urn:microsoft.com/office/officeart/2005/8/layout/hChevron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21B3D1FD-6481-45AC-B520-D1DD5385F960}" type="doc">
      <dgm:prSet loTypeId="urn:microsoft.com/office/officeart/2005/8/layout/hChevron3" loCatId="process" qsTypeId="urn:microsoft.com/office/officeart/2005/8/quickstyle/simple1" qsCatId="simple" csTypeId="urn:microsoft.com/office/officeart/2005/8/colors/accent1_2" csCatId="accent1" phldr="1"/>
      <dgm:spPr/>
    </dgm:pt>
    <dgm:pt modelId="{A0795A3D-F5CA-4E14-B978-D50E60770CE9}">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Spell correction, Stopwords removed, lemmatize &gt; 3, single char removed, noise words removed</a:t>
          </a:r>
        </a:p>
      </dgm:t>
    </dgm:pt>
    <dgm:pt modelId="{88E3EB50-17B0-434E-82B6-34F8DDACE6CB}" type="parTrans" cxnId="{31471F7F-0102-4031-9E01-787CCBB5CA48}">
      <dgm:prSet/>
      <dgm:spPr/>
      <dgm:t>
        <a:bodyPr/>
        <a:lstStyle/>
        <a:p>
          <a:endParaRPr lang="en-US"/>
        </a:p>
      </dgm:t>
    </dgm:pt>
    <dgm:pt modelId="{9E42C07E-3B7C-4BA3-B481-4C2BF4074EBD}" type="sibTrans" cxnId="{31471F7F-0102-4031-9E01-787CCBB5CA48}">
      <dgm:prSet/>
      <dgm:spPr/>
      <dgm:t>
        <a:bodyPr/>
        <a:lstStyle/>
        <a:p>
          <a:endParaRPr lang="en-US"/>
        </a:p>
      </dgm:t>
    </dgm:pt>
    <dgm:pt modelId="{AB3338A9-DEE8-4DF3-8473-710A81D4918F}">
      <dgm:prSet phldrT="[Text]">
        <dgm:style>
          <a:lnRef idx="2">
            <a:schemeClr val="accent5"/>
          </a:lnRef>
          <a:fillRef idx="1">
            <a:schemeClr val="lt1"/>
          </a:fillRef>
          <a:effectRef idx="0">
            <a:schemeClr val="accent5"/>
          </a:effectRef>
          <a:fontRef idx="minor">
            <a:schemeClr val="dk1"/>
          </a:fontRef>
        </dgm:style>
      </dgm:prSet>
      <dgm:spPr/>
      <dgm:t>
        <a:bodyPr/>
        <a:lstStyle/>
        <a:p>
          <a:r>
            <a:rPr lang="en-US" dirty="0"/>
            <a:t>Fit on model = LR(100)</a:t>
          </a:r>
          <a:r>
            <a:rPr lang="en-US" dirty="0">
              <a:sym typeface="Wingdings" panose="05000000000000000000" pitchFamily="2" charset="2"/>
            </a:rPr>
            <a:t> get the probability distributions</a:t>
          </a:r>
          <a:endParaRPr lang="en-US" dirty="0"/>
        </a:p>
      </dgm:t>
    </dgm:pt>
    <dgm:pt modelId="{2FD4956E-5ED7-407C-817E-40A1A63A1C06}" type="parTrans" cxnId="{9C1F861C-26C6-4525-A4AE-CFF6092717FE}">
      <dgm:prSet/>
      <dgm:spPr/>
      <dgm:t>
        <a:bodyPr/>
        <a:lstStyle/>
        <a:p>
          <a:endParaRPr lang="en-US"/>
        </a:p>
      </dgm:t>
    </dgm:pt>
    <dgm:pt modelId="{98400BBD-AD9F-40BF-88B7-0EFBA1EF848C}" type="sibTrans" cxnId="{9C1F861C-26C6-4525-A4AE-CFF6092717FE}">
      <dgm:prSet/>
      <dgm:spPr/>
      <dgm:t>
        <a:bodyPr/>
        <a:lstStyle/>
        <a:p>
          <a:endParaRPr lang="en-US"/>
        </a:p>
      </dgm:t>
    </dgm:pt>
    <dgm:pt modelId="{7F563DAF-768B-4B1D-9948-0DB99D9EA5B3}">
      <dgm:prSet phldrT="[Text]">
        <dgm:style>
          <a:lnRef idx="2">
            <a:schemeClr val="accent5"/>
          </a:lnRef>
          <a:fillRef idx="1">
            <a:schemeClr val="lt1"/>
          </a:fillRef>
          <a:effectRef idx="0">
            <a:schemeClr val="accent5"/>
          </a:effectRef>
          <a:fontRef idx="minor">
            <a:schemeClr val="dk1"/>
          </a:fontRef>
        </dgm:style>
      </dgm:prSet>
      <dgm:spPr>
        <a:effectLst>
          <a:glow rad="139700">
            <a:schemeClr val="accent4">
              <a:satMod val="175000"/>
              <a:alpha val="40000"/>
            </a:schemeClr>
          </a:glow>
        </a:effectLst>
      </dgm:spPr>
      <dgm:t>
        <a:bodyPr/>
        <a:lstStyle/>
        <a:p>
          <a:r>
            <a:rPr lang="en-US" dirty="0"/>
            <a:t>Store the indexes for top 3 probabilities for each row</a:t>
          </a:r>
        </a:p>
      </dgm:t>
    </dgm:pt>
    <dgm:pt modelId="{46BA9298-7DC9-4AFD-8CD7-21E4D68B4649}" type="parTrans" cxnId="{39D2D313-6218-46FE-9C01-E69A741FFA6C}">
      <dgm:prSet/>
      <dgm:spPr/>
      <dgm:t>
        <a:bodyPr/>
        <a:lstStyle/>
        <a:p>
          <a:endParaRPr lang="en-US"/>
        </a:p>
      </dgm:t>
    </dgm:pt>
    <dgm:pt modelId="{ACC01A85-9C17-471C-B83D-97BD24BA43D8}" type="sibTrans" cxnId="{39D2D313-6218-46FE-9C01-E69A741FFA6C}">
      <dgm:prSet/>
      <dgm:spPr/>
      <dgm:t>
        <a:bodyPr/>
        <a:lstStyle/>
        <a:p>
          <a:endParaRPr lang="en-US"/>
        </a:p>
      </dgm:t>
    </dgm:pt>
    <dgm:pt modelId="{6E7F31E9-46AB-4CD0-9418-E83CA4D58BD0}">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Only the values at those indexes </a:t>
          </a:r>
          <a:r>
            <a:rPr lang="en-US" dirty="0">
              <a:sym typeface="Wingdings" panose="05000000000000000000" pitchFamily="2" charset="2"/>
            </a:rPr>
            <a:t> </a:t>
          </a:r>
          <a:r>
            <a:rPr lang="en-US" b="1" dirty="0">
              <a:sym typeface="Wingdings" panose="05000000000000000000" pitchFamily="2" charset="2"/>
            </a:rPr>
            <a:t>Distribution-1 (48197 x 3)</a:t>
          </a:r>
          <a:endParaRPr lang="en-US" b="1" dirty="0"/>
        </a:p>
      </dgm:t>
    </dgm:pt>
    <dgm:pt modelId="{1FB8E8B5-FEF9-48C2-AEFA-ECB054AA6480}" type="parTrans" cxnId="{2425218A-F752-4BEC-993F-2C0647661495}">
      <dgm:prSet/>
      <dgm:spPr/>
      <dgm:t>
        <a:bodyPr/>
        <a:lstStyle/>
        <a:p>
          <a:endParaRPr lang="en-US"/>
        </a:p>
      </dgm:t>
    </dgm:pt>
    <dgm:pt modelId="{B89A6B1F-378C-4DFF-81B9-5DF0474CD8CC}" type="sibTrans" cxnId="{2425218A-F752-4BEC-993F-2C0647661495}">
      <dgm:prSet/>
      <dgm:spPr/>
      <dgm:t>
        <a:bodyPr/>
        <a:lstStyle/>
        <a:p>
          <a:endParaRPr lang="en-US"/>
        </a:p>
      </dgm:t>
    </dgm:pt>
    <dgm:pt modelId="{033E7CDA-AE65-47CB-9562-CACFEE179754}" type="pres">
      <dgm:prSet presAssocID="{21B3D1FD-6481-45AC-B520-D1DD5385F960}" presName="Name0" presStyleCnt="0">
        <dgm:presLayoutVars>
          <dgm:dir/>
          <dgm:resizeHandles val="exact"/>
        </dgm:presLayoutVars>
      </dgm:prSet>
      <dgm:spPr/>
    </dgm:pt>
    <dgm:pt modelId="{D14598FA-136F-4B7E-83A2-0B4C508F31B5}" type="pres">
      <dgm:prSet presAssocID="{A0795A3D-F5CA-4E14-B978-D50E60770CE9}" presName="parTxOnly" presStyleLbl="node1" presStyleIdx="0" presStyleCnt="4">
        <dgm:presLayoutVars>
          <dgm:bulletEnabled val="1"/>
        </dgm:presLayoutVars>
      </dgm:prSet>
      <dgm:spPr/>
    </dgm:pt>
    <dgm:pt modelId="{2FC78ACA-7FAF-48D5-B44B-2563EA62EE2E}" type="pres">
      <dgm:prSet presAssocID="{9E42C07E-3B7C-4BA3-B481-4C2BF4074EBD}" presName="parSpace" presStyleCnt="0"/>
      <dgm:spPr/>
    </dgm:pt>
    <dgm:pt modelId="{778B25C9-FFBC-4A96-9652-3414B5B8A2B2}" type="pres">
      <dgm:prSet presAssocID="{AB3338A9-DEE8-4DF3-8473-710A81D4918F}" presName="parTxOnly" presStyleLbl="node1" presStyleIdx="1" presStyleCnt="4">
        <dgm:presLayoutVars>
          <dgm:bulletEnabled val="1"/>
        </dgm:presLayoutVars>
      </dgm:prSet>
      <dgm:spPr/>
    </dgm:pt>
    <dgm:pt modelId="{CC9D345E-EA1A-473F-806A-825CC43858F3}" type="pres">
      <dgm:prSet presAssocID="{98400BBD-AD9F-40BF-88B7-0EFBA1EF848C}" presName="parSpace" presStyleCnt="0"/>
      <dgm:spPr/>
    </dgm:pt>
    <dgm:pt modelId="{263BA08A-D998-4911-89F5-173BB1C5440D}" type="pres">
      <dgm:prSet presAssocID="{7F563DAF-768B-4B1D-9948-0DB99D9EA5B3}" presName="parTxOnly" presStyleLbl="node1" presStyleIdx="2" presStyleCnt="4">
        <dgm:presLayoutVars>
          <dgm:bulletEnabled val="1"/>
        </dgm:presLayoutVars>
      </dgm:prSet>
      <dgm:spPr/>
    </dgm:pt>
    <dgm:pt modelId="{0979FD08-A460-4F94-86F4-DC155884FC5C}" type="pres">
      <dgm:prSet presAssocID="{ACC01A85-9C17-471C-B83D-97BD24BA43D8}" presName="parSpace" presStyleCnt="0"/>
      <dgm:spPr/>
    </dgm:pt>
    <dgm:pt modelId="{0F62B5FC-2DD4-4E5E-ACC8-09A8DBF870F1}" type="pres">
      <dgm:prSet presAssocID="{6E7F31E9-46AB-4CD0-9418-E83CA4D58BD0}" presName="parTxOnly" presStyleLbl="node1" presStyleIdx="3" presStyleCnt="4">
        <dgm:presLayoutVars>
          <dgm:bulletEnabled val="1"/>
        </dgm:presLayoutVars>
      </dgm:prSet>
      <dgm:spPr/>
    </dgm:pt>
  </dgm:ptLst>
  <dgm:cxnLst>
    <dgm:cxn modelId="{39D2D313-6218-46FE-9C01-E69A741FFA6C}" srcId="{21B3D1FD-6481-45AC-B520-D1DD5385F960}" destId="{7F563DAF-768B-4B1D-9948-0DB99D9EA5B3}" srcOrd="2" destOrd="0" parTransId="{46BA9298-7DC9-4AFD-8CD7-21E4D68B4649}" sibTransId="{ACC01A85-9C17-471C-B83D-97BD24BA43D8}"/>
    <dgm:cxn modelId="{EEF02417-114C-413C-9613-D2ED54B15DE5}" type="presOf" srcId="{AB3338A9-DEE8-4DF3-8473-710A81D4918F}" destId="{778B25C9-FFBC-4A96-9652-3414B5B8A2B2}" srcOrd="0" destOrd="0" presId="urn:microsoft.com/office/officeart/2005/8/layout/hChevron3"/>
    <dgm:cxn modelId="{9C1F861C-26C6-4525-A4AE-CFF6092717FE}" srcId="{21B3D1FD-6481-45AC-B520-D1DD5385F960}" destId="{AB3338A9-DEE8-4DF3-8473-710A81D4918F}" srcOrd="1" destOrd="0" parTransId="{2FD4956E-5ED7-407C-817E-40A1A63A1C06}" sibTransId="{98400BBD-AD9F-40BF-88B7-0EFBA1EF848C}"/>
    <dgm:cxn modelId="{EA970F33-7832-45E5-B293-E1393E8C29B1}" type="presOf" srcId="{A0795A3D-F5CA-4E14-B978-D50E60770CE9}" destId="{D14598FA-136F-4B7E-83A2-0B4C508F31B5}" srcOrd="0" destOrd="0" presId="urn:microsoft.com/office/officeart/2005/8/layout/hChevron3"/>
    <dgm:cxn modelId="{31471F7F-0102-4031-9E01-787CCBB5CA48}" srcId="{21B3D1FD-6481-45AC-B520-D1DD5385F960}" destId="{A0795A3D-F5CA-4E14-B978-D50E60770CE9}" srcOrd="0" destOrd="0" parTransId="{88E3EB50-17B0-434E-82B6-34F8DDACE6CB}" sibTransId="{9E42C07E-3B7C-4BA3-B481-4C2BF4074EBD}"/>
    <dgm:cxn modelId="{2425218A-F752-4BEC-993F-2C0647661495}" srcId="{21B3D1FD-6481-45AC-B520-D1DD5385F960}" destId="{6E7F31E9-46AB-4CD0-9418-E83CA4D58BD0}" srcOrd="3" destOrd="0" parTransId="{1FB8E8B5-FEF9-48C2-AEFA-ECB054AA6480}" sibTransId="{B89A6B1F-378C-4DFF-81B9-5DF0474CD8CC}"/>
    <dgm:cxn modelId="{CFE83BC7-CF85-42A5-9970-76F192CDAFAE}" type="presOf" srcId="{7F563DAF-768B-4B1D-9948-0DB99D9EA5B3}" destId="{263BA08A-D998-4911-89F5-173BB1C5440D}" srcOrd="0" destOrd="0" presId="urn:microsoft.com/office/officeart/2005/8/layout/hChevron3"/>
    <dgm:cxn modelId="{33B177DD-0FCF-4153-8534-7A7D4EEE88E4}" type="presOf" srcId="{6E7F31E9-46AB-4CD0-9418-E83CA4D58BD0}" destId="{0F62B5FC-2DD4-4E5E-ACC8-09A8DBF870F1}" srcOrd="0" destOrd="0" presId="urn:microsoft.com/office/officeart/2005/8/layout/hChevron3"/>
    <dgm:cxn modelId="{6A8460F4-B59E-4EA8-8376-A968DAFA0914}" type="presOf" srcId="{21B3D1FD-6481-45AC-B520-D1DD5385F960}" destId="{033E7CDA-AE65-47CB-9562-CACFEE179754}" srcOrd="0" destOrd="0" presId="urn:microsoft.com/office/officeart/2005/8/layout/hChevron3"/>
    <dgm:cxn modelId="{8FE42D9F-865F-4EF2-9970-5C4C671F80A5}" type="presParOf" srcId="{033E7CDA-AE65-47CB-9562-CACFEE179754}" destId="{D14598FA-136F-4B7E-83A2-0B4C508F31B5}" srcOrd="0" destOrd="0" presId="urn:microsoft.com/office/officeart/2005/8/layout/hChevron3"/>
    <dgm:cxn modelId="{43C782BD-D790-425E-B585-C5A05246B10C}" type="presParOf" srcId="{033E7CDA-AE65-47CB-9562-CACFEE179754}" destId="{2FC78ACA-7FAF-48D5-B44B-2563EA62EE2E}" srcOrd="1" destOrd="0" presId="urn:microsoft.com/office/officeart/2005/8/layout/hChevron3"/>
    <dgm:cxn modelId="{958A1C42-EC76-4DEC-8DE1-96F52C094A58}" type="presParOf" srcId="{033E7CDA-AE65-47CB-9562-CACFEE179754}" destId="{778B25C9-FFBC-4A96-9652-3414B5B8A2B2}" srcOrd="2" destOrd="0" presId="urn:microsoft.com/office/officeart/2005/8/layout/hChevron3"/>
    <dgm:cxn modelId="{342B9629-58C1-4898-881C-DF8EC88CCA5F}" type="presParOf" srcId="{033E7CDA-AE65-47CB-9562-CACFEE179754}" destId="{CC9D345E-EA1A-473F-806A-825CC43858F3}" srcOrd="3" destOrd="0" presId="urn:microsoft.com/office/officeart/2005/8/layout/hChevron3"/>
    <dgm:cxn modelId="{F34B8E27-09B5-4199-86A1-C1A4BE946D40}" type="presParOf" srcId="{033E7CDA-AE65-47CB-9562-CACFEE179754}" destId="{263BA08A-D998-4911-89F5-173BB1C5440D}" srcOrd="4" destOrd="0" presId="urn:microsoft.com/office/officeart/2005/8/layout/hChevron3"/>
    <dgm:cxn modelId="{55E06F95-93B3-415F-85AC-C1DC63263FF9}" type="presParOf" srcId="{033E7CDA-AE65-47CB-9562-CACFEE179754}" destId="{0979FD08-A460-4F94-86F4-DC155884FC5C}" srcOrd="5" destOrd="0" presId="urn:microsoft.com/office/officeart/2005/8/layout/hChevron3"/>
    <dgm:cxn modelId="{C0638794-91A9-4155-977F-B1D885EC8319}" type="presParOf" srcId="{033E7CDA-AE65-47CB-9562-CACFEE179754}" destId="{0F62B5FC-2DD4-4E5E-ACC8-09A8DBF870F1}" srcOrd="6" destOrd="0" presId="urn:microsoft.com/office/officeart/2005/8/layout/hChevron3"/>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5D22866-C0D3-47B2-9B72-4B62C9A88111}" type="doc">
      <dgm:prSet loTypeId="urn:microsoft.com/office/officeart/2005/8/layout/vList2" loCatId="list" qsTypeId="urn:microsoft.com/office/officeart/2005/8/quickstyle/simple1" qsCatId="simple" csTypeId="urn:microsoft.com/office/officeart/2005/8/colors/accent1_2" csCatId="accent1" phldr="1"/>
      <dgm:spPr/>
      <dgm:t>
        <a:bodyPr/>
        <a:lstStyle/>
        <a:p>
          <a:endParaRPr lang="en-US"/>
        </a:p>
      </dgm:t>
    </dgm:pt>
    <dgm:pt modelId="{06DA441A-4E24-4FA4-94B0-27ACBF841BE3}">
      <dgm:prSet phldrT="[Text]">
        <dgm:style>
          <a:lnRef idx="0">
            <a:schemeClr val="accent1"/>
          </a:lnRef>
          <a:fillRef idx="3">
            <a:schemeClr val="accent1"/>
          </a:fillRef>
          <a:effectRef idx="3">
            <a:schemeClr val="accent1"/>
          </a:effectRef>
          <a:fontRef idx="minor">
            <a:schemeClr val="lt1"/>
          </a:fontRef>
        </dgm:style>
      </dgm:prSet>
      <dgm:spPr/>
      <dgm:t>
        <a:bodyPr/>
        <a:lstStyle/>
        <a:p>
          <a:r>
            <a:rPr lang="en-US" dirty="0"/>
            <a:t>My list</a:t>
          </a:r>
        </a:p>
      </dgm:t>
    </dgm:pt>
    <dgm:pt modelId="{40D80EE9-E8DB-4B1E-916F-0E16E3FAC4CA}" type="parTrans" cxnId="{3D443D2C-B9DD-481B-9EA7-72203DC156FD}">
      <dgm:prSet/>
      <dgm:spPr/>
      <dgm:t>
        <a:bodyPr/>
        <a:lstStyle/>
        <a:p>
          <a:endParaRPr lang="en-US"/>
        </a:p>
      </dgm:t>
    </dgm:pt>
    <dgm:pt modelId="{9343B0C6-6626-4EFD-ABD0-C75837264B19}" type="sibTrans" cxnId="{3D443D2C-B9DD-481B-9EA7-72203DC156FD}">
      <dgm:prSet/>
      <dgm:spPr/>
      <dgm:t>
        <a:bodyPr/>
        <a:lstStyle/>
        <a:p>
          <a:endParaRPr lang="en-US"/>
        </a:p>
      </dgm:t>
    </dgm:pt>
    <dgm:pt modelId="{CE49EAA3-F0F5-44B1-8755-4687D8D1B15A}">
      <dgm:prSet phldrT="[Text]"/>
      <dgm:spPr/>
      <dgm:t>
        <a:bodyPr/>
        <a:lstStyle/>
        <a:p>
          <a:r>
            <a:rPr lang="en-US" dirty="0"/>
            <a:t>CHICKN </a:t>
          </a:r>
          <a:r>
            <a:rPr lang="en-US" dirty="0">
              <a:sym typeface="Wingdings" panose="05000000000000000000" pitchFamily="2" charset="2"/>
            </a:rPr>
            <a:t> CHICKEN</a:t>
          </a:r>
          <a:endParaRPr lang="en-US" dirty="0"/>
        </a:p>
      </dgm:t>
    </dgm:pt>
    <dgm:pt modelId="{7AB94C4D-6B96-4398-B70F-0413364AC9F5}" type="parTrans" cxnId="{992406E8-E458-49DA-AC0B-F51C9AF009CE}">
      <dgm:prSet/>
      <dgm:spPr/>
      <dgm:t>
        <a:bodyPr/>
        <a:lstStyle/>
        <a:p>
          <a:endParaRPr lang="en-US"/>
        </a:p>
      </dgm:t>
    </dgm:pt>
    <dgm:pt modelId="{B2CA02F5-DE98-4A01-8735-AB8BD3BC2F33}" type="sibTrans" cxnId="{992406E8-E458-49DA-AC0B-F51C9AF009CE}">
      <dgm:prSet/>
      <dgm:spPr/>
      <dgm:t>
        <a:bodyPr/>
        <a:lstStyle/>
        <a:p>
          <a:endParaRPr lang="en-US"/>
        </a:p>
      </dgm:t>
    </dgm:pt>
    <dgm:pt modelId="{0232A7FA-96AB-4930-A378-2D542AA299A7}">
      <dgm:prSet phldrT="[Text]">
        <dgm:style>
          <a:lnRef idx="0">
            <a:schemeClr val="accent6"/>
          </a:lnRef>
          <a:fillRef idx="3">
            <a:schemeClr val="accent6"/>
          </a:fillRef>
          <a:effectRef idx="3">
            <a:schemeClr val="accent6"/>
          </a:effectRef>
          <a:fontRef idx="minor">
            <a:schemeClr val="lt1"/>
          </a:fontRef>
        </dgm:style>
      </dgm:prSet>
      <dgm:spPr/>
      <dgm:t>
        <a:bodyPr/>
        <a:lstStyle/>
        <a:p>
          <a:r>
            <a:rPr lang="en-US" dirty="0"/>
            <a:t>Walmart’s list</a:t>
          </a:r>
        </a:p>
      </dgm:t>
    </dgm:pt>
    <dgm:pt modelId="{D3083ADF-092D-48A7-A988-DA80F480C022}" type="parTrans" cxnId="{1C4A7F64-ACE3-4399-9BFD-1941E006A246}">
      <dgm:prSet/>
      <dgm:spPr/>
      <dgm:t>
        <a:bodyPr/>
        <a:lstStyle/>
        <a:p>
          <a:endParaRPr lang="en-US"/>
        </a:p>
      </dgm:t>
    </dgm:pt>
    <dgm:pt modelId="{132F935D-CF13-43E1-BC30-96B74A280DA9}" type="sibTrans" cxnId="{1C4A7F64-ACE3-4399-9BFD-1941E006A246}">
      <dgm:prSet/>
      <dgm:spPr/>
      <dgm:t>
        <a:bodyPr/>
        <a:lstStyle/>
        <a:p>
          <a:endParaRPr lang="en-US"/>
        </a:p>
      </dgm:t>
    </dgm:pt>
    <dgm:pt modelId="{03A245C5-132B-4D68-A3AE-9A6B051638C1}">
      <dgm:prSet phldrT="[Text]"/>
      <dgm:spPr/>
      <dgm:t>
        <a:bodyPr/>
        <a:lstStyle/>
        <a:p>
          <a:r>
            <a:rPr lang="en-US" dirty="0"/>
            <a:t>Total words present in the list: 40,745</a:t>
          </a:r>
        </a:p>
      </dgm:t>
    </dgm:pt>
    <dgm:pt modelId="{0CFE2188-6C04-4A87-AD9C-D11D38233115}" type="parTrans" cxnId="{85C1F1C6-BF2E-4261-8F59-D38A834727A3}">
      <dgm:prSet/>
      <dgm:spPr/>
      <dgm:t>
        <a:bodyPr/>
        <a:lstStyle/>
        <a:p>
          <a:endParaRPr lang="en-US"/>
        </a:p>
      </dgm:t>
    </dgm:pt>
    <dgm:pt modelId="{5BD728CB-D492-4F13-B7F8-EC0BD25E8E81}" type="sibTrans" cxnId="{85C1F1C6-BF2E-4261-8F59-D38A834727A3}">
      <dgm:prSet/>
      <dgm:spPr/>
      <dgm:t>
        <a:bodyPr/>
        <a:lstStyle/>
        <a:p>
          <a:endParaRPr lang="en-US"/>
        </a:p>
      </dgm:t>
    </dgm:pt>
    <dgm:pt modelId="{A3684D38-0C49-43ED-A826-1B717FB7D23A}">
      <dgm:prSet phldrT="[Text]"/>
      <dgm:spPr/>
      <dgm:t>
        <a:bodyPr/>
        <a:lstStyle/>
        <a:p>
          <a:r>
            <a:rPr lang="en-US" dirty="0"/>
            <a:t>JUICI </a:t>
          </a:r>
          <a:r>
            <a:rPr lang="en-US" dirty="0">
              <a:sym typeface="Wingdings" panose="05000000000000000000" pitchFamily="2" charset="2"/>
            </a:rPr>
            <a:t> JUICE</a:t>
          </a:r>
          <a:endParaRPr lang="en-US" dirty="0"/>
        </a:p>
      </dgm:t>
    </dgm:pt>
    <dgm:pt modelId="{842FAE28-DB4B-43BD-8E03-C2FF667A7975}" type="parTrans" cxnId="{82206ECD-B703-41D4-8EDD-DD47B1C7854C}">
      <dgm:prSet/>
      <dgm:spPr/>
      <dgm:t>
        <a:bodyPr/>
        <a:lstStyle/>
        <a:p>
          <a:endParaRPr lang="en-US"/>
        </a:p>
      </dgm:t>
    </dgm:pt>
    <dgm:pt modelId="{5E955FFC-8B6D-468C-AA23-9104A87848E5}" type="sibTrans" cxnId="{82206ECD-B703-41D4-8EDD-DD47B1C7854C}">
      <dgm:prSet/>
      <dgm:spPr/>
      <dgm:t>
        <a:bodyPr/>
        <a:lstStyle/>
        <a:p>
          <a:endParaRPr lang="en-US"/>
        </a:p>
      </dgm:t>
    </dgm:pt>
    <dgm:pt modelId="{C4C48168-961A-4FEF-8E5E-52C583FA0FFE}">
      <dgm:prSet phldrT="[Text]"/>
      <dgm:spPr/>
      <dgm:t>
        <a:bodyPr/>
        <a:lstStyle/>
        <a:p>
          <a:r>
            <a:rPr lang="en-US" dirty="0"/>
            <a:t>Total words I’ve found from eyeballing:  31</a:t>
          </a:r>
        </a:p>
      </dgm:t>
    </dgm:pt>
    <dgm:pt modelId="{F79BA5A5-2F60-42A6-9FA5-4594DCC51FE6}" type="parTrans" cxnId="{E8318049-69B5-4EC9-8C47-CBD5D75BB133}">
      <dgm:prSet/>
      <dgm:spPr/>
      <dgm:t>
        <a:bodyPr/>
        <a:lstStyle/>
        <a:p>
          <a:endParaRPr lang="en-US"/>
        </a:p>
      </dgm:t>
    </dgm:pt>
    <dgm:pt modelId="{AF6EB4F1-4982-4B69-85D0-22F7286C5BA8}" type="sibTrans" cxnId="{E8318049-69B5-4EC9-8C47-CBD5D75BB133}">
      <dgm:prSet/>
      <dgm:spPr/>
      <dgm:t>
        <a:bodyPr/>
        <a:lstStyle/>
        <a:p>
          <a:endParaRPr lang="en-US"/>
        </a:p>
      </dgm:t>
    </dgm:pt>
    <dgm:pt modelId="{B8538BAA-2A81-460F-9D0E-5E16B2666FEB}">
      <dgm:prSet phldrT="[Text]"/>
      <dgm:spPr/>
      <dgm:t>
        <a:bodyPr/>
        <a:lstStyle/>
        <a:p>
          <a:r>
            <a:rPr lang="en-US" dirty="0"/>
            <a:t>GARC </a:t>
          </a:r>
          <a:r>
            <a:rPr lang="en-US" dirty="0">
              <a:sym typeface="Wingdings" panose="05000000000000000000" pitchFamily="2" charset="2"/>
            </a:rPr>
            <a:t> GARLIC</a:t>
          </a:r>
          <a:endParaRPr lang="en-US" dirty="0"/>
        </a:p>
      </dgm:t>
    </dgm:pt>
    <dgm:pt modelId="{5999FF61-A990-411F-85F3-66CD0E2D78DD}" type="parTrans" cxnId="{F9B5C815-A5FE-4BBD-9929-AEFD3989E5F1}">
      <dgm:prSet/>
      <dgm:spPr/>
      <dgm:t>
        <a:bodyPr/>
        <a:lstStyle/>
        <a:p>
          <a:endParaRPr lang="en-US"/>
        </a:p>
      </dgm:t>
    </dgm:pt>
    <dgm:pt modelId="{484439AF-1D29-4713-9515-9B85AA98A7AA}" type="sibTrans" cxnId="{F9B5C815-A5FE-4BBD-9929-AEFD3989E5F1}">
      <dgm:prSet/>
      <dgm:spPr/>
      <dgm:t>
        <a:bodyPr/>
        <a:lstStyle/>
        <a:p>
          <a:endParaRPr lang="en-US"/>
        </a:p>
      </dgm:t>
    </dgm:pt>
    <dgm:pt modelId="{F3494FE5-7E54-47BD-85D6-7B753F8E0323}">
      <dgm:prSet phldrT="[Text]"/>
      <dgm:spPr/>
      <dgm:t>
        <a:bodyPr/>
        <a:lstStyle/>
        <a:p>
          <a:r>
            <a:rPr lang="en-US" dirty="0"/>
            <a:t>ALMOND </a:t>
          </a:r>
          <a:r>
            <a:rPr lang="en-US" dirty="0">
              <a:sym typeface="Wingdings" panose="05000000000000000000" pitchFamily="2" charset="2"/>
            </a:rPr>
            <a:t> ALMONDS</a:t>
          </a:r>
          <a:endParaRPr lang="en-US" dirty="0"/>
        </a:p>
      </dgm:t>
    </dgm:pt>
    <dgm:pt modelId="{2A08A277-68A6-47FB-AF8F-E148904FFC2B}" type="parTrans" cxnId="{31AF8EB0-6056-438A-9581-7A27DE4E93E0}">
      <dgm:prSet/>
      <dgm:spPr/>
      <dgm:t>
        <a:bodyPr/>
        <a:lstStyle/>
        <a:p>
          <a:endParaRPr lang="en-US"/>
        </a:p>
      </dgm:t>
    </dgm:pt>
    <dgm:pt modelId="{9B8B90AA-2318-4A84-A9BD-DCF7A832B533}" type="sibTrans" cxnId="{31AF8EB0-6056-438A-9581-7A27DE4E93E0}">
      <dgm:prSet/>
      <dgm:spPr/>
      <dgm:t>
        <a:bodyPr/>
        <a:lstStyle/>
        <a:p>
          <a:endParaRPr lang="en-US"/>
        </a:p>
      </dgm:t>
    </dgm:pt>
    <dgm:pt modelId="{97E9D663-E7FF-459F-9F0A-01E5102F82BB}">
      <dgm:prSet phldrT="[Text]">
        <dgm:style>
          <a:lnRef idx="0">
            <a:schemeClr val="accent5"/>
          </a:lnRef>
          <a:fillRef idx="3">
            <a:schemeClr val="accent5"/>
          </a:fillRef>
          <a:effectRef idx="3">
            <a:schemeClr val="accent5"/>
          </a:effectRef>
          <a:fontRef idx="minor">
            <a:schemeClr val="lt1"/>
          </a:fontRef>
        </dgm:style>
      </dgm:prSet>
      <dgm:spPr/>
      <dgm:t>
        <a:bodyPr/>
        <a:lstStyle/>
        <a:p>
          <a:r>
            <a:rPr lang="en-US" dirty="0"/>
            <a:t>Applied on</a:t>
          </a:r>
        </a:p>
      </dgm:t>
    </dgm:pt>
    <dgm:pt modelId="{0218BDD8-E60F-40CD-8049-5493849184B5}" type="parTrans" cxnId="{CA738A67-C46E-4FA8-9740-B120842B95E7}">
      <dgm:prSet/>
      <dgm:spPr/>
      <dgm:t>
        <a:bodyPr/>
        <a:lstStyle/>
        <a:p>
          <a:endParaRPr lang="en-US"/>
        </a:p>
      </dgm:t>
    </dgm:pt>
    <dgm:pt modelId="{F96650F0-A656-4C06-8373-C7433CC27491}" type="sibTrans" cxnId="{CA738A67-C46E-4FA8-9740-B120842B95E7}">
      <dgm:prSet/>
      <dgm:spPr/>
      <dgm:t>
        <a:bodyPr/>
        <a:lstStyle/>
        <a:p>
          <a:endParaRPr lang="en-US"/>
        </a:p>
      </dgm:t>
    </dgm:pt>
    <dgm:pt modelId="{590B8A14-BB21-465F-83F7-AF96D189E52A}">
      <dgm:prSet phldrT="[Text]"/>
      <dgm:spPr/>
      <dgm:t>
        <a:bodyPr/>
        <a:lstStyle/>
        <a:p>
          <a:r>
            <a:rPr lang="en-US" dirty="0" err="1"/>
            <a:t>Train_df</a:t>
          </a:r>
          <a:r>
            <a:rPr lang="en-US" dirty="0"/>
            <a:t>[‘FEAT1’], </a:t>
          </a:r>
          <a:r>
            <a:rPr lang="en-US" dirty="0" err="1"/>
            <a:t>test_df</a:t>
          </a:r>
          <a:r>
            <a:rPr lang="en-US" dirty="0"/>
            <a:t>[‘FEAT1’]</a:t>
          </a:r>
        </a:p>
      </dgm:t>
    </dgm:pt>
    <dgm:pt modelId="{FECFA867-AE19-456B-BF3B-C040686EAD86}" type="parTrans" cxnId="{C5451FBB-7A29-47B3-AC2A-B822AFC1C74A}">
      <dgm:prSet/>
      <dgm:spPr/>
      <dgm:t>
        <a:bodyPr/>
        <a:lstStyle/>
        <a:p>
          <a:endParaRPr lang="en-US"/>
        </a:p>
      </dgm:t>
    </dgm:pt>
    <dgm:pt modelId="{1031C879-EF92-4292-A82A-EDEF069A4FC7}" type="sibTrans" cxnId="{C5451FBB-7A29-47B3-AC2A-B822AFC1C74A}">
      <dgm:prSet/>
      <dgm:spPr/>
      <dgm:t>
        <a:bodyPr/>
        <a:lstStyle/>
        <a:p>
          <a:endParaRPr lang="en-US"/>
        </a:p>
      </dgm:t>
    </dgm:pt>
    <dgm:pt modelId="{4252D494-F4A1-4057-8453-5CE261672A1E}">
      <dgm:prSet phldrT="[Text]"/>
      <dgm:spPr/>
      <dgm:t>
        <a:bodyPr/>
        <a:lstStyle/>
        <a:p>
          <a:r>
            <a:rPr lang="en-US" dirty="0"/>
            <a:t>Before calculating trust factor, I’ll apply on predicted category and predicted variety.</a:t>
          </a:r>
        </a:p>
      </dgm:t>
    </dgm:pt>
    <dgm:pt modelId="{C9A7A7AD-A1D5-474E-922C-FCF85595FCCF}" type="parTrans" cxnId="{0CF0BE80-548C-4111-8346-CF10FD45D4C4}">
      <dgm:prSet/>
      <dgm:spPr/>
      <dgm:t>
        <a:bodyPr/>
        <a:lstStyle/>
        <a:p>
          <a:endParaRPr lang="en-US"/>
        </a:p>
      </dgm:t>
    </dgm:pt>
    <dgm:pt modelId="{57AA22A8-56E2-4ED0-87CD-1C6555AFB45C}" type="sibTrans" cxnId="{0CF0BE80-548C-4111-8346-CF10FD45D4C4}">
      <dgm:prSet/>
      <dgm:spPr/>
      <dgm:t>
        <a:bodyPr/>
        <a:lstStyle/>
        <a:p>
          <a:endParaRPr lang="en-US"/>
        </a:p>
      </dgm:t>
    </dgm:pt>
    <dgm:pt modelId="{84048103-9530-4A39-BE6B-4733728D90D1}" type="pres">
      <dgm:prSet presAssocID="{B5D22866-C0D3-47B2-9B72-4B62C9A88111}" presName="linear" presStyleCnt="0">
        <dgm:presLayoutVars>
          <dgm:animLvl val="lvl"/>
          <dgm:resizeHandles val="exact"/>
        </dgm:presLayoutVars>
      </dgm:prSet>
      <dgm:spPr/>
    </dgm:pt>
    <dgm:pt modelId="{1589CA76-8959-4CF4-8521-22E6A689BEB5}" type="pres">
      <dgm:prSet presAssocID="{06DA441A-4E24-4FA4-94B0-27ACBF841BE3}" presName="parentText" presStyleLbl="node1" presStyleIdx="0" presStyleCnt="3">
        <dgm:presLayoutVars>
          <dgm:chMax val="0"/>
          <dgm:bulletEnabled val="1"/>
        </dgm:presLayoutVars>
      </dgm:prSet>
      <dgm:spPr/>
    </dgm:pt>
    <dgm:pt modelId="{997DCE63-F019-4ECB-902A-C06308C7D37B}" type="pres">
      <dgm:prSet presAssocID="{06DA441A-4E24-4FA4-94B0-27ACBF841BE3}" presName="childText" presStyleLbl="revTx" presStyleIdx="0" presStyleCnt="3">
        <dgm:presLayoutVars>
          <dgm:bulletEnabled val="1"/>
        </dgm:presLayoutVars>
      </dgm:prSet>
      <dgm:spPr/>
    </dgm:pt>
    <dgm:pt modelId="{E541FF1A-3FFA-4828-AA71-9E7F39B4C5A7}" type="pres">
      <dgm:prSet presAssocID="{0232A7FA-96AB-4930-A378-2D542AA299A7}" presName="parentText" presStyleLbl="node1" presStyleIdx="1" presStyleCnt="3">
        <dgm:presLayoutVars>
          <dgm:chMax val="0"/>
          <dgm:bulletEnabled val="1"/>
        </dgm:presLayoutVars>
      </dgm:prSet>
      <dgm:spPr/>
    </dgm:pt>
    <dgm:pt modelId="{8DEDDC4D-4C17-4930-981B-59020FCD352E}" type="pres">
      <dgm:prSet presAssocID="{0232A7FA-96AB-4930-A378-2D542AA299A7}" presName="childText" presStyleLbl="revTx" presStyleIdx="1" presStyleCnt="3">
        <dgm:presLayoutVars>
          <dgm:bulletEnabled val="1"/>
        </dgm:presLayoutVars>
      </dgm:prSet>
      <dgm:spPr/>
    </dgm:pt>
    <dgm:pt modelId="{0238F5EC-39D5-40A3-AECA-3209C1898319}" type="pres">
      <dgm:prSet presAssocID="{97E9D663-E7FF-459F-9F0A-01E5102F82BB}" presName="parentText" presStyleLbl="node1" presStyleIdx="2" presStyleCnt="3">
        <dgm:presLayoutVars>
          <dgm:chMax val="0"/>
          <dgm:bulletEnabled val="1"/>
        </dgm:presLayoutVars>
      </dgm:prSet>
      <dgm:spPr/>
    </dgm:pt>
    <dgm:pt modelId="{89DB7315-CD75-4560-8DD9-6B46070A760C}" type="pres">
      <dgm:prSet presAssocID="{97E9D663-E7FF-459F-9F0A-01E5102F82BB}" presName="childText" presStyleLbl="revTx" presStyleIdx="2" presStyleCnt="3">
        <dgm:presLayoutVars>
          <dgm:bulletEnabled val="1"/>
        </dgm:presLayoutVars>
      </dgm:prSet>
      <dgm:spPr/>
    </dgm:pt>
  </dgm:ptLst>
  <dgm:cxnLst>
    <dgm:cxn modelId="{F9B5C815-A5FE-4BBD-9929-AEFD3989E5F1}" srcId="{0232A7FA-96AB-4930-A378-2D542AA299A7}" destId="{B8538BAA-2A81-460F-9D0E-5E16B2666FEB}" srcOrd="1" destOrd="0" parTransId="{5999FF61-A990-411F-85F3-66CD0E2D78DD}" sibTransId="{484439AF-1D29-4713-9515-9B85AA98A7AA}"/>
    <dgm:cxn modelId="{76AD8E1F-5061-45ED-BB34-50803E1C0516}" type="presOf" srcId="{0232A7FA-96AB-4930-A378-2D542AA299A7}" destId="{E541FF1A-3FFA-4828-AA71-9E7F39B4C5A7}" srcOrd="0" destOrd="0" presId="urn:microsoft.com/office/officeart/2005/8/layout/vList2"/>
    <dgm:cxn modelId="{3D443D2C-B9DD-481B-9EA7-72203DC156FD}" srcId="{B5D22866-C0D3-47B2-9B72-4B62C9A88111}" destId="{06DA441A-4E24-4FA4-94B0-27ACBF841BE3}" srcOrd="0" destOrd="0" parTransId="{40D80EE9-E8DB-4B1E-916F-0E16E3FAC4CA}" sibTransId="{9343B0C6-6626-4EFD-ABD0-C75837264B19}"/>
    <dgm:cxn modelId="{F7515E3B-88BD-44F7-AABD-FBE99CCAC49D}" type="presOf" srcId="{B5D22866-C0D3-47B2-9B72-4B62C9A88111}" destId="{84048103-9530-4A39-BE6B-4733728D90D1}" srcOrd="0" destOrd="0" presId="urn:microsoft.com/office/officeart/2005/8/layout/vList2"/>
    <dgm:cxn modelId="{4340C05C-0B31-4DDC-ABCF-03CFBDBE8CAA}" type="presOf" srcId="{03A245C5-132B-4D68-A3AE-9A6B051638C1}" destId="{8DEDDC4D-4C17-4930-981B-59020FCD352E}" srcOrd="0" destOrd="0" presId="urn:microsoft.com/office/officeart/2005/8/layout/vList2"/>
    <dgm:cxn modelId="{151D7D61-BF98-4555-986D-33DB21309FF4}" type="presOf" srcId="{F3494FE5-7E54-47BD-85D6-7B753F8E0323}" destId="{8DEDDC4D-4C17-4930-981B-59020FCD352E}" srcOrd="0" destOrd="2" presId="urn:microsoft.com/office/officeart/2005/8/layout/vList2"/>
    <dgm:cxn modelId="{1C4A7F64-ACE3-4399-9BFD-1941E006A246}" srcId="{B5D22866-C0D3-47B2-9B72-4B62C9A88111}" destId="{0232A7FA-96AB-4930-A378-2D542AA299A7}" srcOrd="1" destOrd="0" parTransId="{D3083ADF-092D-48A7-A988-DA80F480C022}" sibTransId="{132F935D-CF13-43E1-BC30-96B74A280DA9}"/>
    <dgm:cxn modelId="{03E44E45-43A9-4C72-AC54-8394F0182D16}" type="presOf" srcId="{B8538BAA-2A81-460F-9D0E-5E16B2666FEB}" destId="{8DEDDC4D-4C17-4930-981B-59020FCD352E}" srcOrd="0" destOrd="1" presId="urn:microsoft.com/office/officeart/2005/8/layout/vList2"/>
    <dgm:cxn modelId="{CA738A67-C46E-4FA8-9740-B120842B95E7}" srcId="{B5D22866-C0D3-47B2-9B72-4B62C9A88111}" destId="{97E9D663-E7FF-459F-9F0A-01E5102F82BB}" srcOrd="2" destOrd="0" parTransId="{0218BDD8-E60F-40CD-8049-5493849184B5}" sibTransId="{F96650F0-A656-4C06-8373-C7433CC27491}"/>
    <dgm:cxn modelId="{E8318049-69B5-4EC9-8C47-CBD5D75BB133}" srcId="{06DA441A-4E24-4FA4-94B0-27ACBF841BE3}" destId="{C4C48168-961A-4FEF-8E5E-52C583FA0FFE}" srcOrd="0" destOrd="0" parTransId="{F79BA5A5-2F60-42A6-9FA5-4594DCC51FE6}" sibTransId="{AF6EB4F1-4982-4B69-85D0-22F7286C5BA8}"/>
    <dgm:cxn modelId="{E68D636C-5A26-45C6-923D-8CF015754916}" type="presOf" srcId="{CE49EAA3-F0F5-44B1-8755-4687D8D1B15A}" destId="{997DCE63-F019-4ECB-902A-C06308C7D37B}" srcOrd="0" destOrd="1" presId="urn:microsoft.com/office/officeart/2005/8/layout/vList2"/>
    <dgm:cxn modelId="{0CF0BE80-548C-4111-8346-CF10FD45D4C4}" srcId="{97E9D663-E7FF-459F-9F0A-01E5102F82BB}" destId="{4252D494-F4A1-4057-8453-5CE261672A1E}" srcOrd="1" destOrd="0" parTransId="{C9A7A7AD-A1D5-474E-922C-FCF85595FCCF}" sibTransId="{57AA22A8-56E2-4ED0-87CD-1C6555AFB45C}"/>
    <dgm:cxn modelId="{2AF93695-697B-41F8-BFDB-6A3FD82D8B91}" type="presOf" srcId="{A3684D38-0C49-43ED-A826-1B717FB7D23A}" destId="{997DCE63-F019-4ECB-902A-C06308C7D37B}" srcOrd="0" destOrd="2" presId="urn:microsoft.com/office/officeart/2005/8/layout/vList2"/>
    <dgm:cxn modelId="{8D84B79B-FED4-4A49-9377-88AA2989BFFE}" type="presOf" srcId="{06DA441A-4E24-4FA4-94B0-27ACBF841BE3}" destId="{1589CA76-8959-4CF4-8521-22E6A689BEB5}" srcOrd="0" destOrd="0" presId="urn:microsoft.com/office/officeart/2005/8/layout/vList2"/>
    <dgm:cxn modelId="{31AF8EB0-6056-438A-9581-7A27DE4E93E0}" srcId="{0232A7FA-96AB-4930-A378-2D542AA299A7}" destId="{F3494FE5-7E54-47BD-85D6-7B753F8E0323}" srcOrd="2" destOrd="0" parTransId="{2A08A277-68A6-47FB-AF8F-E148904FFC2B}" sibTransId="{9B8B90AA-2318-4A84-A9BD-DCF7A832B533}"/>
    <dgm:cxn modelId="{C89F78B8-F7B3-4D26-810A-FE3DB0CCAC14}" type="presOf" srcId="{C4C48168-961A-4FEF-8E5E-52C583FA0FFE}" destId="{997DCE63-F019-4ECB-902A-C06308C7D37B}" srcOrd="0" destOrd="0" presId="urn:microsoft.com/office/officeart/2005/8/layout/vList2"/>
    <dgm:cxn modelId="{C5451FBB-7A29-47B3-AC2A-B822AFC1C74A}" srcId="{97E9D663-E7FF-459F-9F0A-01E5102F82BB}" destId="{590B8A14-BB21-465F-83F7-AF96D189E52A}" srcOrd="0" destOrd="0" parTransId="{FECFA867-AE19-456B-BF3B-C040686EAD86}" sibTransId="{1031C879-EF92-4292-A82A-EDEF069A4FC7}"/>
    <dgm:cxn modelId="{85C1F1C6-BF2E-4261-8F59-D38A834727A3}" srcId="{0232A7FA-96AB-4930-A378-2D542AA299A7}" destId="{03A245C5-132B-4D68-A3AE-9A6B051638C1}" srcOrd="0" destOrd="0" parTransId="{0CFE2188-6C04-4A87-AD9C-D11D38233115}" sibTransId="{5BD728CB-D492-4F13-B7F8-EC0BD25E8E81}"/>
    <dgm:cxn modelId="{82206ECD-B703-41D4-8EDD-DD47B1C7854C}" srcId="{06DA441A-4E24-4FA4-94B0-27ACBF841BE3}" destId="{A3684D38-0C49-43ED-A826-1B717FB7D23A}" srcOrd="2" destOrd="0" parTransId="{842FAE28-DB4B-43BD-8E03-C2FF667A7975}" sibTransId="{5E955FFC-8B6D-468C-AA23-9104A87848E5}"/>
    <dgm:cxn modelId="{5141E4D6-3C47-4E18-AEB1-48B1A9AAE75B}" type="presOf" srcId="{4252D494-F4A1-4057-8453-5CE261672A1E}" destId="{89DB7315-CD75-4560-8DD9-6B46070A760C}" srcOrd="0" destOrd="1" presId="urn:microsoft.com/office/officeart/2005/8/layout/vList2"/>
    <dgm:cxn modelId="{F4245DDA-28BC-4421-B11F-0B8AE33801DE}" type="presOf" srcId="{590B8A14-BB21-465F-83F7-AF96D189E52A}" destId="{89DB7315-CD75-4560-8DD9-6B46070A760C}" srcOrd="0" destOrd="0" presId="urn:microsoft.com/office/officeart/2005/8/layout/vList2"/>
    <dgm:cxn modelId="{D886D3E5-757B-4D3D-BBC4-6833A1BAAC96}" type="presOf" srcId="{97E9D663-E7FF-459F-9F0A-01E5102F82BB}" destId="{0238F5EC-39D5-40A3-AECA-3209C1898319}" srcOrd="0" destOrd="0" presId="urn:microsoft.com/office/officeart/2005/8/layout/vList2"/>
    <dgm:cxn modelId="{992406E8-E458-49DA-AC0B-F51C9AF009CE}" srcId="{06DA441A-4E24-4FA4-94B0-27ACBF841BE3}" destId="{CE49EAA3-F0F5-44B1-8755-4687D8D1B15A}" srcOrd="1" destOrd="0" parTransId="{7AB94C4D-6B96-4398-B70F-0413364AC9F5}" sibTransId="{B2CA02F5-DE98-4A01-8735-AB8BD3BC2F33}"/>
    <dgm:cxn modelId="{52D7CCDF-C141-4045-90BE-293D2FBA31DF}" type="presParOf" srcId="{84048103-9530-4A39-BE6B-4733728D90D1}" destId="{1589CA76-8959-4CF4-8521-22E6A689BEB5}" srcOrd="0" destOrd="0" presId="urn:microsoft.com/office/officeart/2005/8/layout/vList2"/>
    <dgm:cxn modelId="{D795C8C2-2BDA-4D49-B039-55F6C4741A65}" type="presParOf" srcId="{84048103-9530-4A39-BE6B-4733728D90D1}" destId="{997DCE63-F019-4ECB-902A-C06308C7D37B}" srcOrd="1" destOrd="0" presId="urn:microsoft.com/office/officeart/2005/8/layout/vList2"/>
    <dgm:cxn modelId="{9FE5E71F-276F-49B3-BF9E-ED6E9EF40197}" type="presParOf" srcId="{84048103-9530-4A39-BE6B-4733728D90D1}" destId="{E541FF1A-3FFA-4828-AA71-9E7F39B4C5A7}" srcOrd="2" destOrd="0" presId="urn:microsoft.com/office/officeart/2005/8/layout/vList2"/>
    <dgm:cxn modelId="{CC3EEC6C-1512-4159-A00D-348DCA266909}" type="presParOf" srcId="{84048103-9530-4A39-BE6B-4733728D90D1}" destId="{8DEDDC4D-4C17-4930-981B-59020FCD352E}" srcOrd="3" destOrd="0" presId="urn:microsoft.com/office/officeart/2005/8/layout/vList2"/>
    <dgm:cxn modelId="{E409A969-4239-458C-8F91-EFC7E79867C0}" type="presParOf" srcId="{84048103-9530-4A39-BE6B-4733728D90D1}" destId="{0238F5EC-39D5-40A3-AECA-3209C1898319}" srcOrd="4" destOrd="0" presId="urn:microsoft.com/office/officeart/2005/8/layout/vList2"/>
    <dgm:cxn modelId="{8E55DB5F-9585-471C-ADDC-BB4F4F0967E1}" type="presParOf" srcId="{84048103-9530-4A39-BE6B-4733728D90D1}" destId="{89DB7315-CD75-4560-8DD9-6B46070A760C}" srcOrd="5"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9678A1C1-BF4A-4A5A-B48C-80C68A323196}" type="doc">
      <dgm:prSet loTypeId="urn:microsoft.com/office/officeart/2005/8/layout/list1" loCatId="list" qsTypeId="urn:microsoft.com/office/officeart/2005/8/quickstyle/simple1" qsCatId="simple" csTypeId="urn:microsoft.com/office/officeart/2005/8/colors/accent1_2" csCatId="accent1" phldr="1"/>
      <dgm:spPr/>
      <dgm:t>
        <a:bodyPr/>
        <a:lstStyle/>
        <a:p>
          <a:endParaRPr lang="en-US"/>
        </a:p>
      </dgm:t>
    </dgm:pt>
    <dgm:pt modelId="{579F8662-6CF8-47E8-AE03-16A328D95368}">
      <dgm:prSet phldrT="[Text]" custT="1"/>
      <dgm:spPr/>
      <dgm:t>
        <a:bodyPr/>
        <a:lstStyle/>
        <a:p>
          <a:r>
            <a:rPr lang="en-US" sz="3200" dirty="0"/>
            <a:t>Simple wordnet</a:t>
          </a:r>
        </a:p>
      </dgm:t>
    </dgm:pt>
    <dgm:pt modelId="{B6F0F48F-2C33-4D21-AFFD-7EFA3BB29270}" type="parTrans" cxnId="{1E3BD821-370E-4035-82D1-135DD16DAD40}">
      <dgm:prSet/>
      <dgm:spPr/>
      <dgm:t>
        <a:bodyPr/>
        <a:lstStyle/>
        <a:p>
          <a:endParaRPr lang="en-US"/>
        </a:p>
      </dgm:t>
    </dgm:pt>
    <dgm:pt modelId="{F209AA7D-DE88-4FD5-8F75-F649A38A95BB}" type="sibTrans" cxnId="{1E3BD821-370E-4035-82D1-135DD16DAD40}">
      <dgm:prSet/>
      <dgm:spPr/>
      <dgm:t>
        <a:bodyPr/>
        <a:lstStyle/>
        <a:p>
          <a:endParaRPr lang="en-US"/>
        </a:p>
      </dgm:t>
    </dgm:pt>
    <dgm:pt modelId="{08B6B361-0C95-4DCB-9086-E4D05E012C1B}">
      <dgm:prSet phldrT="[Text]" custT="1">
        <dgm:style>
          <a:lnRef idx="0">
            <a:schemeClr val="accent6"/>
          </a:lnRef>
          <a:fillRef idx="3">
            <a:schemeClr val="accent6"/>
          </a:fillRef>
          <a:effectRef idx="3">
            <a:schemeClr val="accent6"/>
          </a:effectRef>
          <a:fontRef idx="minor">
            <a:schemeClr val="lt1"/>
          </a:fontRef>
        </dgm:style>
      </dgm:prSet>
      <dgm:spPr/>
      <dgm:t>
        <a:bodyPr/>
        <a:lstStyle/>
        <a:p>
          <a:r>
            <a:rPr lang="en-US" sz="3200" dirty="0"/>
            <a:t>Simple Walmart</a:t>
          </a:r>
        </a:p>
      </dgm:t>
    </dgm:pt>
    <dgm:pt modelId="{D78FE1EC-F099-48D7-A926-7A60BB925346}" type="parTrans" cxnId="{87FEB556-4812-4CBD-81C4-C929F8023FF2}">
      <dgm:prSet/>
      <dgm:spPr/>
      <dgm:t>
        <a:bodyPr/>
        <a:lstStyle/>
        <a:p>
          <a:endParaRPr lang="en-US"/>
        </a:p>
      </dgm:t>
    </dgm:pt>
    <dgm:pt modelId="{8BDFCBD1-2D9A-4DC7-9C40-E43EF2BCC8E7}" type="sibTrans" cxnId="{87FEB556-4812-4CBD-81C4-C929F8023FF2}">
      <dgm:prSet/>
      <dgm:spPr/>
      <dgm:t>
        <a:bodyPr/>
        <a:lstStyle/>
        <a:p>
          <a:endParaRPr lang="en-US"/>
        </a:p>
      </dgm:t>
    </dgm:pt>
    <dgm:pt modelId="{D5670C89-8396-48DD-A1B6-092EA3A002FC}">
      <dgm:prSet phldrT="[Text]" custT="1">
        <dgm:style>
          <a:lnRef idx="0">
            <a:schemeClr val="accent5"/>
          </a:lnRef>
          <a:fillRef idx="3">
            <a:schemeClr val="accent5"/>
          </a:fillRef>
          <a:effectRef idx="3">
            <a:schemeClr val="accent5"/>
          </a:effectRef>
          <a:fontRef idx="minor">
            <a:schemeClr val="lt1"/>
          </a:fontRef>
        </dgm:style>
      </dgm:prSet>
      <dgm:spPr/>
      <dgm:t>
        <a:bodyPr/>
        <a:lstStyle/>
        <a:p>
          <a:r>
            <a:rPr lang="en-US" sz="3200" dirty="0"/>
            <a:t>Complex Walmart</a:t>
          </a:r>
        </a:p>
      </dgm:t>
    </dgm:pt>
    <dgm:pt modelId="{BF5D7828-D311-414E-A595-73F762780B71}" type="parTrans" cxnId="{A52C5C4A-E4E3-4F27-9C9E-5ED5221A8CD9}">
      <dgm:prSet/>
      <dgm:spPr/>
      <dgm:t>
        <a:bodyPr/>
        <a:lstStyle/>
        <a:p>
          <a:endParaRPr lang="en-US"/>
        </a:p>
      </dgm:t>
    </dgm:pt>
    <dgm:pt modelId="{1A79AEED-D974-4FEC-BF2C-7A62F6ABEE26}" type="sibTrans" cxnId="{A52C5C4A-E4E3-4F27-9C9E-5ED5221A8CD9}">
      <dgm:prSet/>
      <dgm:spPr/>
      <dgm:t>
        <a:bodyPr/>
        <a:lstStyle/>
        <a:p>
          <a:endParaRPr lang="en-US"/>
        </a:p>
      </dgm:t>
    </dgm:pt>
    <dgm:pt modelId="{1A67DF27-9E57-4627-87D0-3265C971A13B}">
      <dgm:prSet phldrT="[Text]"/>
      <dgm:spPr/>
      <dgm:t>
        <a:bodyPr/>
        <a:lstStyle/>
        <a:p>
          <a:r>
            <a:rPr lang="en-US" dirty="0"/>
            <a:t>Randomly choose a word in the sentence and look for its synonym in “Wordnet”. If found, then replace it otherwise return nothing.</a:t>
          </a:r>
        </a:p>
      </dgm:t>
    </dgm:pt>
    <dgm:pt modelId="{3B3944CC-F3FA-4C62-840A-EACE5B7E7FD2}" type="parTrans" cxnId="{5C97B0DB-2F9A-48D4-B313-9CB6B9D351D8}">
      <dgm:prSet/>
      <dgm:spPr/>
      <dgm:t>
        <a:bodyPr/>
        <a:lstStyle/>
        <a:p>
          <a:endParaRPr lang="en-US"/>
        </a:p>
      </dgm:t>
    </dgm:pt>
    <dgm:pt modelId="{FEA61949-8837-4784-B6DD-73D67C4C4A8F}" type="sibTrans" cxnId="{5C97B0DB-2F9A-48D4-B313-9CB6B9D351D8}">
      <dgm:prSet/>
      <dgm:spPr/>
      <dgm:t>
        <a:bodyPr/>
        <a:lstStyle/>
        <a:p>
          <a:endParaRPr lang="en-US"/>
        </a:p>
      </dgm:t>
    </dgm:pt>
    <dgm:pt modelId="{784D3E40-8AC6-4134-9F89-E8B9971C07B0}">
      <dgm:prSet phldrT="[Text]"/>
      <dgm:spPr/>
      <dgm:t>
        <a:bodyPr/>
        <a:lstStyle/>
        <a:p>
          <a:r>
            <a:rPr lang="en-US" dirty="0"/>
            <a:t>Few issues- SAM: surface-to-air missile, Premium: Insurance Premium</a:t>
          </a:r>
        </a:p>
      </dgm:t>
    </dgm:pt>
    <dgm:pt modelId="{7980E3B6-6291-4230-8E0F-FA5C04DDB5B6}" type="parTrans" cxnId="{889DF8BE-F57D-4CDA-8E75-6069F7A319C0}">
      <dgm:prSet/>
      <dgm:spPr/>
      <dgm:t>
        <a:bodyPr/>
        <a:lstStyle/>
        <a:p>
          <a:endParaRPr lang="en-US"/>
        </a:p>
      </dgm:t>
    </dgm:pt>
    <dgm:pt modelId="{C2F1B717-61E0-40AC-A1E7-0E6AEF8D021C}" type="sibTrans" cxnId="{889DF8BE-F57D-4CDA-8E75-6069F7A319C0}">
      <dgm:prSet/>
      <dgm:spPr/>
      <dgm:t>
        <a:bodyPr/>
        <a:lstStyle/>
        <a:p>
          <a:endParaRPr lang="en-US"/>
        </a:p>
      </dgm:t>
    </dgm:pt>
    <dgm:pt modelId="{EC68286B-D5CC-495C-B8E5-05EDAC97E96A}">
      <dgm:prSet phldrT="[Text]"/>
      <dgm:spPr>
        <a:ln>
          <a:solidFill>
            <a:schemeClr val="accent6"/>
          </a:solidFill>
        </a:ln>
      </dgm:spPr>
      <dgm:t>
        <a:bodyPr/>
        <a:lstStyle/>
        <a:p>
          <a:r>
            <a:rPr lang="en-US" dirty="0"/>
            <a:t>Randomly choose a word in the sentence and look for its synonym. If that word is present in Walmart list, return its list of synonyms and replace with any of them randomly. If word not found in Walmart list, return nothing. </a:t>
          </a:r>
        </a:p>
      </dgm:t>
    </dgm:pt>
    <dgm:pt modelId="{61B564A3-EF79-4850-8B86-E1B2884B6F29}" type="parTrans" cxnId="{0DDFCD9C-C01A-4518-9CC3-E23D4638D0D8}">
      <dgm:prSet/>
      <dgm:spPr/>
      <dgm:t>
        <a:bodyPr/>
        <a:lstStyle/>
        <a:p>
          <a:endParaRPr lang="en-US"/>
        </a:p>
      </dgm:t>
    </dgm:pt>
    <dgm:pt modelId="{F0C4AF72-D275-405B-8E26-7F00A4BCC280}" type="sibTrans" cxnId="{0DDFCD9C-C01A-4518-9CC3-E23D4638D0D8}">
      <dgm:prSet/>
      <dgm:spPr/>
      <dgm:t>
        <a:bodyPr/>
        <a:lstStyle/>
        <a:p>
          <a:endParaRPr lang="en-US"/>
        </a:p>
      </dgm:t>
    </dgm:pt>
    <dgm:pt modelId="{0E0CD684-75EF-420A-BAD5-A7BB23523A9B}">
      <dgm:prSet phldrT="[Text]"/>
      <dgm:spPr>
        <a:ln>
          <a:solidFill>
            <a:schemeClr val="accent5"/>
          </a:solidFill>
        </a:ln>
      </dgm:spPr>
      <dgm:t>
        <a:bodyPr/>
        <a:lstStyle/>
        <a:p>
          <a:r>
            <a:rPr lang="en-US" dirty="0"/>
            <a:t>Set the ratio of verb, noun and adjectives.</a:t>
          </a:r>
        </a:p>
      </dgm:t>
    </dgm:pt>
    <dgm:pt modelId="{2CFEA8EC-0DA1-428C-9791-783611BC18FB}" type="parTrans" cxnId="{CBBD737D-893C-44F5-84F3-AFDF3D074581}">
      <dgm:prSet/>
      <dgm:spPr/>
      <dgm:t>
        <a:bodyPr/>
        <a:lstStyle/>
        <a:p>
          <a:endParaRPr lang="en-US"/>
        </a:p>
      </dgm:t>
    </dgm:pt>
    <dgm:pt modelId="{5BA7A1B9-9A4F-4214-9A60-3BF318259A64}" type="sibTrans" cxnId="{CBBD737D-893C-44F5-84F3-AFDF3D074581}">
      <dgm:prSet/>
      <dgm:spPr/>
      <dgm:t>
        <a:bodyPr/>
        <a:lstStyle/>
        <a:p>
          <a:endParaRPr lang="en-US"/>
        </a:p>
      </dgm:t>
    </dgm:pt>
    <dgm:pt modelId="{5B696CF4-243B-4888-AE07-E11A960025B5}">
      <dgm:prSet phldrT="[Text]"/>
      <dgm:spPr>
        <a:ln>
          <a:solidFill>
            <a:schemeClr val="accent5"/>
          </a:solidFill>
        </a:ln>
      </dgm:spPr>
      <dgm:t>
        <a:bodyPr/>
        <a:lstStyle/>
        <a:p>
          <a:r>
            <a:rPr lang="en-US" dirty="0"/>
            <a:t>If transformation function for verb is applied, then it will find all the verbs in the sentence, and randomly select any of them to look for synonym.</a:t>
          </a:r>
        </a:p>
      </dgm:t>
    </dgm:pt>
    <dgm:pt modelId="{6DB90AF7-3989-45FD-8FAA-5EF936A76B97}" type="parTrans" cxnId="{6A4DD98A-8143-4C9C-B67A-09E595FE5853}">
      <dgm:prSet/>
      <dgm:spPr/>
      <dgm:t>
        <a:bodyPr/>
        <a:lstStyle/>
        <a:p>
          <a:endParaRPr lang="en-US"/>
        </a:p>
      </dgm:t>
    </dgm:pt>
    <dgm:pt modelId="{839DCA7D-0381-435A-AAD4-6B01D656E06D}" type="sibTrans" cxnId="{6A4DD98A-8143-4C9C-B67A-09E595FE5853}">
      <dgm:prSet/>
      <dgm:spPr/>
      <dgm:t>
        <a:bodyPr/>
        <a:lstStyle/>
        <a:p>
          <a:endParaRPr lang="en-US"/>
        </a:p>
      </dgm:t>
    </dgm:pt>
    <dgm:pt modelId="{436E850A-8F2B-4BCC-BB0D-A845A46B6AAB}">
      <dgm:prSet phldrT="[Text]"/>
      <dgm:spPr>
        <a:ln>
          <a:solidFill>
            <a:schemeClr val="accent5"/>
          </a:solidFill>
        </a:ln>
      </dgm:spPr>
      <dgm:t>
        <a:bodyPr/>
        <a:lstStyle/>
        <a:p>
          <a:r>
            <a:rPr lang="en-US" dirty="0"/>
            <a:t>If the chosen verb is present in our Walmart list, then it is replaced with anyone of its synonyms, else if the verb is not present then return nothing.</a:t>
          </a:r>
        </a:p>
      </dgm:t>
    </dgm:pt>
    <dgm:pt modelId="{35FBCA05-5FD0-496D-AC3B-F4F3079FDA55}" type="parTrans" cxnId="{4A4E21C7-4193-4E63-937A-66CBCAEFCD05}">
      <dgm:prSet/>
      <dgm:spPr/>
      <dgm:t>
        <a:bodyPr/>
        <a:lstStyle/>
        <a:p>
          <a:endParaRPr lang="en-US"/>
        </a:p>
      </dgm:t>
    </dgm:pt>
    <dgm:pt modelId="{B77A2326-FB4D-44DE-8418-86ECCB79F98E}" type="sibTrans" cxnId="{4A4E21C7-4193-4E63-937A-66CBCAEFCD05}">
      <dgm:prSet/>
      <dgm:spPr/>
      <dgm:t>
        <a:bodyPr/>
        <a:lstStyle/>
        <a:p>
          <a:endParaRPr lang="en-US"/>
        </a:p>
      </dgm:t>
    </dgm:pt>
    <dgm:pt modelId="{469F1184-B716-4202-8730-05CF53716F31}" type="pres">
      <dgm:prSet presAssocID="{9678A1C1-BF4A-4A5A-B48C-80C68A323196}" presName="linear" presStyleCnt="0">
        <dgm:presLayoutVars>
          <dgm:dir/>
          <dgm:animLvl val="lvl"/>
          <dgm:resizeHandles val="exact"/>
        </dgm:presLayoutVars>
      </dgm:prSet>
      <dgm:spPr/>
    </dgm:pt>
    <dgm:pt modelId="{FE7071AA-23A4-4410-B53A-A9AE5B31D12F}" type="pres">
      <dgm:prSet presAssocID="{579F8662-6CF8-47E8-AE03-16A328D95368}" presName="parentLin" presStyleCnt="0"/>
      <dgm:spPr/>
    </dgm:pt>
    <dgm:pt modelId="{845AECA8-AD66-4397-AC12-B33102C0E44B}" type="pres">
      <dgm:prSet presAssocID="{579F8662-6CF8-47E8-AE03-16A328D95368}" presName="parentLeftMargin" presStyleLbl="node1" presStyleIdx="0" presStyleCnt="3"/>
      <dgm:spPr/>
    </dgm:pt>
    <dgm:pt modelId="{3F6EB0EE-79AA-4413-9F89-D84D826A61F0}" type="pres">
      <dgm:prSet presAssocID="{579F8662-6CF8-47E8-AE03-16A328D95368}" presName="parentText" presStyleLbl="node1" presStyleIdx="0" presStyleCnt="3">
        <dgm:presLayoutVars>
          <dgm:chMax val="0"/>
          <dgm:bulletEnabled val="1"/>
        </dgm:presLayoutVars>
      </dgm:prSet>
      <dgm:spPr/>
    </dgm:pt>
    <dgm:pt modelId="{5B9FB9F9-1B6C-4EE5-A14D-29B3E0BCDF20}" type="pres">
      <dgm:prSet presAssocID="{579F8662-6CF8-47E8-AE03-16A328D95368}" presName="negativeSpace" presStyleCnt="0"/>
      <dgm:spPr/>
    </dgm:pt>
    <dgm:pt modelId="{C853E562-2233-4C87-9163-C84C75EBB75B}" type="pres">
      <dgm:prSet presAssocID="{579F8662-6CF8-47E8-AE03-16A328D95368}" presName="childText" presStyleLbl="conFgAcc1" presStyleIdx="0" presStyleCnt="3">
        <dgm:presLayoutVars>
          <dgm:bulletEnabled val="1"/>
        </dgm:presLayoutVars>
      </dgm:prSet>
      <dgm:spPr/>
    </dgm:pt>
    <dgm:pt modelId="{6989E75E-D413-4F59-A12C-9454B616565B}" type="pres">
      <dgm:prSet presAssocID="{F209AA7D-DE88-4FD5-8F75-F649A38A95BB}" presName="spaceBetweenRectangles" presStyleCnt="0"/>
      <dgm:spPr/>
    </dgm:pt>
    <dgm:pt modelId="{B5B2EF53-9048-44FD-AD27-AF81D406C8DE}" type="pres">
      <dgm:prSet presAssocID="{08B6B361-0C95-4DCB-9086-E4D05E012C1B}" presName="parentLin" presStyleCnt="0"/>
      <dgm:spPr/>
    </dgm:pt>
    <dgm:pt modelId="{5CF7478E-2DDE-45CD-8D0C-A12EC3A70766}" type="pres">
      <dgm:prSet presAssocID="{08B6B361-0C95-4DCB-9086-E4D05E012C1B}" presName="parentLeftMargin" presStyleLbl="node1" presStyleIdx="0" presStyleCnt="3"/>
      <dgm:spPr/>
    </dgm:pt>
    <dgm:pt modelId="{4F931AB2-0D6D-4D3C-B4CF-AA2C9E60CFB4}" type="pres">
      <dgm:prSet presAssocID="{08B6B361-0C95-4DCB-9086-E4D05E012C1B}" presName="parentText" presStyleLbl="node1" presStyleIdx="1" presStyleCnt="3">
        <dgm:presLayoutVars>
          <dgm:chMax val="0"/>
          <dgm:bulletEnabled val="1"/>
        </dgm:presLayoutVars>
      </dgm:prSet>
      <dgm:spPr/>
    </dgm:pt>
    <dgm:pt modelId="{362A17A0-4F45-421C-BA35-6C646CBFAE96}" type="pres">
      <dgm:prSet presAssocID="{08B6B361-0C95-4DCB-9086-E4D05E012C1B}" presName="negativeSpace" presStyleCnt="0"/>
      <dgm:spPr/>
    </dgm:pt>
    <dgm:pt modelId="{47596F64-7F36-470B-972D-B3FDAB19EDF0}" type="pres">
      <dgm:prSet presAssocID="{08B6B361-0C95-4DCB-9086-E4D05E012C1B}" presName="childText" presStyleLbl="conFgAcc1" presStyleIdx="1" presStyleCnt="3">
        <dgm:presLayoutVars>
          <dgm:bulletEnabled val="1"/>
        </dgm:presLayoutVars>
      </dgm:prSet>
      <dgm:spPr/>
    </dgm:pt>
    <dgm:pt modelId="{CCF3D787-FF58-4815-93FE-B3E20F00057D}" type="pres">
      <dgm:prSet presAssocID="{8BDFCBD1-2D9A-4DC7-9C40-E43EF2BCC8E7}" presName="spaceBetweenRectangles" presStyleCnt="0"/>
      <dgm:spPr/>
    </dgm:pt>
    <dgm:pt modelId="{8148903B-A36C-4287-8B53-DF9955F8AB4D}" type="pres">
      <dgm:prSet presAssocID="{D5670C89-8396-48DD-A1B6-092EA3A002FC}" presName="parentLin" presStyleCnt="0"/>
      <dgm:spPr/>
    </dgm:pt>
    <dgm:pt modelId="{6B913E73-826C-45EC-8E62-DA5D75ECF48D}" type="pres">
      <dgm:prSet presAssocID="{D5670C89-8396-48DD-A1B6-092EA3A002FC}" presName="parentLeftMargin" presStyleLbl="node1" presStyleIdx="1" presStyleCnt="3"/>
      <dgm:spPr/>
    </dgm:pt>
    <dgm:pt modelId="{9E66FA2E-830C-4801-9633-B75CE60B3D8C}" type="pres">
      <dgm:prSet presAssocID="{D5670C89-8396-48DD-A1B6-092EA3A002FC}" presName="parentText" presStyleLbl="node1" presStyleIdx="2" presStyleCnt="3">
        <dgm:presLayoutVars>
          <dgm:chMax val="0"/>
          <dgm:bulletEnabled val="1"/>
        </dgm:presLayoutVars>
      </dgm:prSet>
      <dgm:spPr/>
    </dgm:pt>
    <dgm:pt modelId="{2EF42D6B-B6EB-4AAC-A9AD-99E17675AEA2}" type="pres">
      <dgm:prSet presAssocID="{D5670C89-8396-48DD-A1B6-092EA3A002FC}" presName="negativeSpace" presStyleCnt="0"/>
      <dgm:spPr/>
    </dgm:pt>
    <dgm:pt modelId="{93CF770A-E78D-45D5-AE26-CCB8B5A717ED}" type="pres">
      <dgm:prSet presAssocID="{D5670C89-8396-48DD-A1B6-092EA3A002FC}" presName="childText" presStyleLbl="conFgAcc1" presStyleIdx="2" presStyleCnt="3">
        <dgm:presLayoutVars>
          <dgm:bulletEnabled val="1"/>
        </dgm:presLayoutVars>
      </dgm:prSet>
      <dgm:spPr/>
    </dgm:pt>
  </dgm:ptLst>
  <dgm:cxnLst>
    <dgm:cxn modelId="{17AE5709-3544-4497-AF93-97707993D9BD}" type="presOf" srcId="{579F8662-6CF8-47E8-AE03-16A328D95368}" destId="{845AECA8-AD66-4397-AC12-B33102C0E44B}" srcOrd="0" destOrd="0" presId="urn:microsoft.com/office/officeart/2005/8/layout/list1"/>
    <dgm:cxn modelId="{1E3BD821-370E-4035-82D1-135DD16DAD40}" srcId="{9678A1C1-BF4A-4A5A-B48C-80C68A323196}" destId="{579F8662-6CF8-47E8-AE03-16A328D95368}" srcOrd="0" destOrd="0" parTransId="{B6F0F48F-2C33-4D21-AFFD-7EFA3BB29270}" sibTransId="{F209AA7D-DE88-4FD5-8F75-F649A38A95BB}"/>
    <dgm:cxn modelId="{5B98BD62-B576-4897-8D8E-A9147C730859}" type="presOf" srcId="{436E850A-8F2B-4BCC-BB0D-A845A46B6AAB}" destId="{93CF770A-E78D-45D5-AE26-CCB8B5A717ED}" srcOrd="0" destOrd="2" presId="urn:microsoft.com/office/officeart/2005/8/layout/list1"/>
    <dgm:cxn modelId="{A52C5C4A-E4E3-4F27-9C9E-5ED5221A8CD9}" srcId="{9678A1C1-BF4A-4A5A-B48C-80C68A323196}" destId="{D5670C89-8396-48DD-A1B6-092EA3A002FC}" srcOrd="2" destOrd="0" parTransId="{BF5D7828-D311-414E-A595-73F762780B71}" sibTransId="{1A79AEED-D974-4FEC-BF2C-7A62F6ABEE26}"/>
    <dgm:cxn modelId="{20A6106E-BCA9-4062-AC7D-FB934E8C914A}" type="presOf" srcId="{08B6B361-0C95-4DCB-9086-E4D05E012C1B}" destId="{5CF7478E-2DDE-45CD-8D0C-A12EC3A70766}" srcOrd="0" destOrd="0" presId="urn:microsoft.com/office/officeart/2005/8/layout/list1"/>
    <dgm:cxn modelId="{87FEB556-4812-4CBD-81C4-C929F8023FF2}" srcId="{9678A1C1-BF4A-4A5A-B48C-80C68A323196}" destId="{08B6B361-0C95-4DCB-9086-E4D05E012C1B}" srcOrd="1" destOrd="0" parTransId="{D78FE1EC-F099-48D7-A926-7A60BB925346}" sibTransId="{8BDFCBD1-2D9A-4DC7-9C40-E43EF2BCC8E7}"/>
    <dgm:cxn modelId="{4F4A9878-76E5-4BE4-8071-C2A70C9C775D}" type="presOf" srcId="{D5670C89-8396-48DD-A1B6-092EA3A002FC}" destId="{9E66FA2E-830C-4801-9633-B75CE60B3D8C}" srcOrd="1" destOrd="0" presId="urn:microsoft.com/office/officeart/2005/8/layout/list1"/>
    <dgm:cxn modelId="{CBBD737D-893C-44F5-84F3-AFDF3D074581}" srcId="{D5670C89-8396-48DD-A1B6-092EA3A002FC}" destId="{0E0CD684-75EF-420A-BAD5-A7BB23523A9B}" srcOrd="0" destOrd="0" parTransId="{2CFEA8EC-0DA1-428C-9791-783611BC18FB}" sibTransId="{5BA7A1B9-9A4F-4214-9A60-3BF318259A64}"/>
    <dgm:cxn modelId="{6A4DD98A-8143-4C9C-B67A-09E595FE5853}" srcId="{D5670C89-8396-48DD-A1B6-092EA3A002FC}" destId="{5B696CF4-243B-4888-AE07-E11A960025B5}" srcOrd="1" destOrd="0" parTransId="{6DB90AF7-3989-45FD-8FAA-5EF936A76B97}" sibTransId="{839DCA7D-0381-435A-AAD4-6B01D656E06D}"/>
    <dgm:cxn modelId="{32528A91-5F09-400A-BB27-56AE6089766F}" type="presOf" srcId="{9678A1C1-BF4A-4A5A-B48C-80C68A323196}" destId="{469F1184-B716-4202-8730-05CF53716F31}" srcOrd="0" destOrd="0" presId="urn:microsoft.com/office/officeart/2005/8/layout/list1"/>
    <dgm:cxn modelId="{0DDFCD9C-C01A-4518-9CC3-E23D4638D0D8}" srcId="{08B6B361-0C95-4DCB-9086-E4D05E012C1B}" destId="{EC68286B-D5CC-495C-B8E5-05EDAC97E96A}" srcOrd="0" destOrd="0" parTransId="{61B564A3-EF79-4850-8B86-E1B2884B6F29}" sibTransId="{F0C4AF72-D275-405B-8E26-7F00A4BCC280}"/>
    <dgm:cxn modelId="{057759A7-7E6A-4D2F-818C-B4FC0AA2DC7C}" type="presOf" srcId="{1A67DF27-9E57-4627-87D0-3265C971A13B}" destId="{C853E562-2233-4C87-9163-C84C75EBB75B}" srcOrd="0" destOrd="0" presId="urn:microsoft.com/office/officeart/2005/8/layout/list1"/>
    <dgm:cxn modelId="{4FD3B2AA-2C2C-41E8-94E4-F38CE69EE45D}" type="presOf" srcId="{784D3E40-8AC6-4134-9F89-E8B9971C07B0}" destId="{C853E562-2233-4C87-9163-C84C75EBB75B}" srcOrd="0" destOrd="1" presId="urn:microsoft.com/office/officeart/2005/8/layout/list1"/>
    <dgm:cxn modelId="{46532EBE-1F2E-4205-B720-0BCDE9599157}" type="presOf" srcId="{0E0CD684-75EF-420A-BAD5-A7BB23523A9B}" destId="{93CF770A-E78D-45D5-AE26-CCB8B5A717ED}" srcOrd="0" destOrd="0" presId="urn:microsoft.com/office/officeart/2005/8/layout/list1"/>
    <dgm:cxn modelId="{889DF8BE-F57D-4CDA-8E75-6069F7A319C0}" srcId="{579F8662-6CF8-47E8-AE03-16A328D95368}" destId="{784D3E40-8AC6-4134-9F89-E8B9971C07B0}" srcOrd="1" destOrd="0" parTransId="{7980E3B6-6291-4230-8E0F-FA5C04DDB5B6}" sibTransId="{C2F1B717-61E0-40AC-A1E7-0E6AEF8D021C}"/>
    <dgm:cxn modelId="{4A4E21C7-4193-4E63-937A-66CBCAEFCD05}" srcId="{D5670C89-8396-48DD-A1B6-092EA3A002FC}" destId="{436E850A-8F2B-4BCC-BB0D-A845A46B6AAB}" srcOrd="2" destOrd="0" parTransId="{35FBCA05-5FD0-496D-AC3B-F4F3079FDA55}" sibTransId="{B77A2326-FB4D-44DE-8418-86ECCB79F98E}"/>
    <dgm:cxn modelId="{26C99FCE-14D1-49D8-8D36-884370B6CC7E}" type="presOf" srcId="{5B696CF4-243B-4888-AE07-E11A960025B5}" destId="{93CF770A-E78D-45D5-AE26-CCB8B5A717ED}" srcOrd="0" destOrd="1" presId="urn:microsoft.com/office/officeart/2005/8/layout/list1"/>
    <dgm:cxn modelId="{C450E9D1-61CF-42B8-8586-B476448E8B39}" type="presOf" srcId="{D5670C89-8396-48DD-A1B6-092EA3A002FC}" destId="{6B913E73-826C-45EC-8E62-DA5D75ECF48D}" srcOrd="0" destOrd="0" presId="urn:microsoft.com/office/officeart/2005/8/layout/list1"/>
    <dgm:cxn modelId="{5C97B0DB-2F9A-48D4-B313-9CB6B9D351D8}" srcId="{579F8662-6CF8-47E8-AE03-16A328D95368}" destId="{1A67DF27-9E57-4627-87D0-3265C971A13B}" srcOrd="0" destOrd="0" parTransId="{3B3944CC-F3FA-4C62-840A-EACE5B7E7FD2}" sibTransId="{FEA61949-8837-4784-B6DD-73D67C4C4A8F}"/>
    <dgm:cxn modelId="{B324C1DF-03D5-4076-8736-D0658102A43E}" type="presOf" srcId="{EC68286B-D5CC-495C-B8E5-05EDAC97E96A}" destId="{47596F64-7F36-470B-972D-B3FDAB19EDF0}" srcOrd="0" destOrd="0" presId="urn:microsoft.com/office/officeart/2005/8/layout/list1"/>
    <dgm:cxn modelId="{A7FC05F2-B708-44B6-8049-08CDB8F41FF2}" type="presOf" srcId="{579F8662-6CF8-47E8-AE03-16A328D95368}" destId="{3F6EB0EE-79AA-4413-9F89-D84D826A61F0}" srcOrd="1" destOrd="0" presId="urn:microsoft.com/office/officeart/2005/8/layout/list1"/>
    <dgm:cxn modelId="{B3B07EFB-74BA-440A-86D4-73B971C4690C}" type="presOf" srcId="{08B6B361-0C95-4DCB-9086-E4D05E012C1B}" destId="{4F931AB2-0D6D-4D3C-B4CF-AA2C9E60CFB4}" srcOrd="1" destOrd="0" presId="urn:microsoft.com/office/officeart/2005/8/layout/list1"/>
    <dgm:cxn modelId="{BEEAC054-EB6C-4F04-9427-BF9E6E179A29}" type="presParOf" srcId="{469F1184-B716-4202-8730-05CF53716F31}" destId="{FE7071AA-23A4-4410-B53A-A9AE5B31D12F}" srcOrd="0" destOrd="0" presId="urn:microsoft.com/office/officeart/2005/8/layout/list1"/>
    <dgm:cxn modelId="{0D2512A6-D768-4B95-94C8-CF3849B81B5A}" type="presParOf" srcId="{FE7071AA-23A4-4410-B53A-A9AE5B31D12F}" destId="{845AECA8-AD66-4397-AC12-B33102C0E44B}" srcOrd="0" destOrd="0" presId="urn:microsoft.com/office/officeart/2005/8/layout/list1"/>
    <dgm:cxn modelId="{05A00A4F-61BF-490E-8AC1-0AB0E4638D72}" type="presParOf" srcId="{FE7071AA-23A4-4410-B53A-A9AE5B31D12F}" destId="{3F6EB0EE-79AA-4413-9F89-D84D826A61F0}" srcOrd="1" destOrd="0" presId="urn:microsoft.com/office/officeart/2005/8/layout/list1"/>
    <dgm:cxn modelId="{EE5E659A-3635-425E-8A39-F0277D814E35}" type="presParOf" srcId="{469F1184-B716-4202-8730-05CF53716F31}" destId="{5B9FB9F9-1B6C-4EE5-A14D-29B3E0BCDF20}" srcOrd="1" destOrd="0" presId="urn:microsoft.com/office/officeart/2005/8/layout/list1"/>
    <dgm:cxn modelId="{BD7A5503-D8D4-4CB0-AA67-0E5619453200}" type="presParOf" srcId="{469F1184-B716-4202-8730-05CF53716F31}" destId="{C853E562-2233-4C87-9163-C84C75EBB75B}" srcOrd="2" destOrd="0" presId="urn:microsoft.com/office/officeart/2005/8/layout/list1"/>
    <dgm:cxn modelId="{F846BA7F-F594-4B1B-A46B-6612689DE93C}" type="presParOf" srcId="{469F1184-B716-4202-8730-05CF53716F31}" destId="{6989E75E-D413-4F59-A12C-9454B616565B}" srcOrd="3" destOrd="0" presId="urn:microsoft.com/office/officeart/2005/8/layout/list1"/>
    <dgm:cxn modelId="{48AECA71-C3DE-43A6-BB6A-07EFF781F98B}" type="presParOf" srcId="{469F1184-B716-4202-8730-05CF53716F31}" destId="{B5B2EF53-9048-44FD-AD27-AF81D406C8DE}" srcOrd="4" destOrd="0" presId="urn:microsoft.com/office/officeart/2005/8/layout/list1"/>
    <dgm:cxn modelId="{730C06CA-0980-45AE-BE71-194F5DBB4B7A}" type="presParOf" srcId="{B5B2EF53-9048-44FD-AD27-AF81D406C8DE}" destId="{5CF7478E-2DDE-45CD-8D0C-A12EC3A70766}" srcOrd="0" destOrd="0" presId="urn:microsoft.com/office/officeart/2005/8/layout/list1"/>
    <dgm:cxn modelId="{0018025D-0D6C-48A0-8A37-4243859709FE}" type="presParOf" srcId="{B5B2EF53-9048-44FD-AD27-AF81D406C8DE}" destId="{4F931AB2-0D6D-4D3C-B4CF-AA2C9E60CFB4}" srcOrd="1" destOrd="0" presId="urn:microsoft.com/office/officeart/2005/8/layout/list1"/>
    <dgm:cxn modelId="{7E6F6461-D264-45D2-B588-47AC922DB2D9}" type="presParOf" srcId="{469F1184-B716-4202-8730-05CF53716F31}" destId="{362A17A0-4F45-421C-BA35-6C646CBFAE96}" srcOrd="5" destOrd="0" presId="urn:microsoft.com/office/officeart/2005/8/layout/list1"/>
    <dgm:cxn modelId="{538AF120-F89A-4928-BAFB-76603CD2204B}" type="presParOf" srcId="{469F1184-B716-4202-8730-05CF53716F31}" destId="{47596F64-7F36-470B-972D-B3FDAB19EDF0}" srcOrd="6" destOrd="0" presId="urn:microsoft.com/office/officeart/2005/8/layout/list1"/>
    <dgm:cxn modelId="{6D4F6A2C-EDBF-46E5-A0A6-3E8EC3E1955D}" type="presParOf" srcId="{469F1184-B716-4202-8730-05CF53716F31}" destId="{CCF3D787-FF58-4815-93FE-B3E20F00057D}" srcOrd="7" destOrd="0" presId="urn:microsoft.com/office/officeart/2005/8/layout/list1"/>
    <dgm:cxn modelId="{FB948FA6-EFB8-48BF-8242-37411C24BEA0}" type="presParOf" srcId="{469F1184-B716-4202-8730-05CF53716F31}" destId="{8148903B-A36C-4287-8B53-DF9955F8AB4D}" srcOrd="8" destOrd="0" presId="urn:microsoft.com/office/officeart/2005/8/layout/list1"/>
    <dgm:cxn modelId="{764BAB7A-E0F6-46CE-8E63-44DE6B7A04F1}" type="presParOf" srcId="{8148903B-A36C-4287-8B53-DF9955F8AB4D}" destId="{6B913E73-826C-45EC-8E62-DA5D75ECF48D}" srcOrd="0" destOrd="0" presId="urn:microsoft.com/office/officeart/2005/8/layout/list1"/>
    <dgm:cxn modelId="{C92072C4-9F94-4656-A25E-E4F2F52EC305}" type="presParOf" srcId="{8148903B-A36C-4287-8B53-DF9955F8AB4D}" destId="{9E66FA2E-830C-4801-9633-B75CE60B3D8C}" srcOrd="1" destOrd="0" presId="urn:microsoft.com/office/officeart/2005/8/layout/list1"/>
    <dgm:cxn modelId="{11E35355-CDB5-4DDA-8CEE-E82C97F1B8E8}" type="presParOf" srcId="{469F1184-B716-4202-8730-05CF53716F31}" destId="{2EF42D6B-B6EB-4AAC-A9AD-99E17675AEA2}" srcOrd="9" destOrd="0" presId="urn:microsoft.com/office/officeart/2005/8/layout/list1"/>
    <dgm:cxn modelId="{03F1E93B-8043-4F2B-AE94-75A71FCEAE69}" type="presParOf" srcId="{469F1184-B716-4202-8730-05CF53716F31}" destId="{93CF770A-E78D-45D5-AE26-CCB8B5A717ED}" srcOrd="10" destOrd="0" presId="urn:microsoft.com/office/officeart/2005/8/layout/lis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BE05E081-ACB3-45F3-AD04-3013674F5118}" type="doc">
      <dgm:prSet loTypeId="urn:microsoft.com/office/officeart/2005/8/layout/hChevron3" loCatId="process" qsTypeId="urn:microsoft.com/office/officeart/2005/8/quickstyle/simple1" qsCatId="simple" csTypeId="urn:microsoft.com/office/officeart/2005/8/colors/accent1_2" csCatId="accent1" phldr="1"/>
      <dgm:spPr/>
    </dgm:pt>
    <dgm:pt modelId="{08915160-1DE5-44AC-96E3-80C3D4DC96BC}">
      <dgm:prSet phldrT="[Text]">
        <dgm:style>
          <a:lnRef idx="2">
            <a:schemeClr val="accent3"/>
          </a:lnRef>
          <a:fillRef idx="1">
            <a:schemeClr val="lt1"/>
          </a:fillRef>
          <a:effectRef idx="0">
            <a:schemeClr val="accent3"/>
          </a:effectRef>
          <a:fontRef idx="minor">
            <a:schemeClr val="dk1"/>
          </a:fontRef>
        </dgm:style>
      </dgm:prSet>
      <dgm:spPr/>
      <dgm:t>
        <a:bodyPr/>
        <a:lstStyle/>
        <a:p>
          <a:pPr algn="l"/>
          <a:r>
            <a:rPr lang="en-US" dirty="0"/>
            <a:t>Spell correction (manual &amp; Walmart)</a:t>
          </a:r>
        </a:p>
      </dgm:t>
    </dgm:pt>
    <dgm:pt modelId="{5B22A861-08DE-4F08-9AB9-6D9FC60843A8}" type="parTrans" cxnId="{74E0B377-B80F-48EA-AC34-748F4D18FDA3}">
      <dgm:prSet/>
      <dgm:spPr/>
      <dgm:t>
        <a:bodyPr/>
        <a:lstStyle/>
        <a:p>
          <a:endParaRPr lang="en-US"/>
        </a:p>
      </dgm:t>
    </dgm:pt>
    <dgm:pt modelId="{F4B069E6-2A26-46E6-9C60-689F94ECDCDF}" type="sibTrans" cxnId="{74E0B377-B80F-48EA-AC34-748F4D18FDA3}">
      <dgm:prSet/>
      <dgm:spPr/>
      <dgm:t>
        <a:bodyPr/>
        <a:lstStyle/>
        <a:p>
          <a:endParaRPr lang="en-US"/>
        </a:p>
      </dgm:t>
    </dgm:pt>
    <dgm:pt modelId="{C00AEC5F-43C2-437F-A99A-69B6E753DF06}">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Stopwords and Numbers removed</a:t>
          </a:r>
        </a:p>
      </dgm:t>
    </dgm:pt>
    <dgm:pt modelId="{DEDBA2D4-2FE2-46F9-923E-945C4AF9FE8A}" type="parTrans" cxnId="{FA957598-F66A-492A-B223-18FE812C4E77}">
      <dgm:prSet/>
      <dgm:spPr/>
      <dgm:t>
        <a:bodyPr/>
        <a:lstStyle/>
        <a:p>
          <a:endParaRPr lang="en-US"/>
        </a:p>
      </dgm:t>
    </dgm:pt>
    <dgm:pt modelId="{935F94FE-DA67-4268-9194-AAD21557149E}" type="sibTrans" cxnId="{FA957598-F66A-492A-B223-18FE812C4E77}">
      <dgm:prSet/>
      <dgm:spPr/>
      <dgm:t>
        <a:bodyPr/>
        <a:lstStyle/>
        <a:p>
          <a:endParaRPr lang="en-US"/>
        </a:p>
      </dgm:t>
    </dgm:pt>
    <dgm:pt modelId="{E91B8BDF-02DC-484B-BDB9-954C4A2AF85A}">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Lemmatize words with chars more than 3</a:t>
          </a:r>
        </a:p>
      </dgm:t>
    </dgm:pt>
    <dgm:pt modelId="{2FEC74A4-5CAB-499B-B7CE-EBC2FDB1AC64}" type="parTrans" cxnId="{FDAB2FAE-0746-4EAB-96DE-8F16E8AE81C5}">
      <dgm:prSet/>
      <dgm:spPr/>
      <dgm:t>
        <a:bodyPr/>
        <a:lstStyle/>
        <a:p>
          <a:endParaRPr lang="en-US"/>
        </a:p>
      </dgm:t>
    </dgm:pt>
    <dgm:pt modelId="{8A20B5D4-BC86-4519-B072-D045C2589C74}" type="sibTrans" cxnId="{FDAB2FAE-0746-4EAB-96DE-8F16E8AE81C5}">
      <dgm:prSet/>
      <dgm:spPr/>
      <dgm:t>
        <a:bodyPr/>
        <a:lstStyle/>
        <a:p>
          <a:endParaRPr lang="en-US"/>
        </a:p>
      </dgm:t>
    </dgm:pt>
    <dgm:pt modelId="{ADB53CB2-D5EB-4299-A425-58CBAF205A11}">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Remove words with 1 and 2 chars</a:t>
          </a:r>
        </a:p>
      </dgm:t>
    </dgm:pt>
    <dgm:pt modelId="{178B3195-347E-47BD-A29B-D637132CDB7B}" type="parTrans" cxnId="{250BBE22-42C4-4D9C-87BD-7DF2EE8570F2}">
      <dgm:prSet/>
      <dgm:spPr/>
      <dgm:t>
        <a:bodyPr/>
        <a:lstStyle/>
        <a:p>
          <a:endParaRPr lang="en-US"/>
        </a:p>
      </dgm:t>
    </dgm:pt>
    <dgm:pt modelId="{57D254AF-23CD-413A-83AE-920D6208764C}" type="sibTrans" cxnId="{250BBE22-42C4-4D9C-87BD-7DF2EE8570F2}">
      <dgm:prSet/>
      <dgm:spPr/>
      <dgm:t>
        <a:bodyPr/>
        <a:lstStyle/>
        <a:p>
          <a:endParaRPr lang="en-US"/>
        </a:p>
      </dgm:t>
    </dgm:pt>
    <dgm:pt modelId="{17BD8BCF-A2F2-4B63-B572-0586D6F1E032}">
      <dgm:prSet phldrT="[Text]">
        <dgm:style>
          <a:lnRef idx="2">
            <a:schemeClr val="accent3"/>
          </a:lnRef>
          <a:fillRef idx="1">
            <a:schemeClr val="lt1"/>
          </a:fillRef>
          <a:effectRef idx="0">
            <a:schemeClr val="accent3"/>
          </a:effectRef>
          <a:fontRef idx="minor">
            <a:schemeClr val="dk1"/>
          </a:fontRef>
        </dgm:style>
      </dgm:prSet>
      <dgm:spPr/>
      <dgm:t>
        <a:bodyPr/>
        <a:lstStyle/>
        <a:p>
          <a:r>
            <a:rPr lang="en-US" dirty="0"/>
            <a:t>Remove noise words</a:t>
          </a:r>
        </a:p>
      </dgm:t>
    </dgm:pt>
    <dgm:pt modelId="{110949F1-0B59-45BA-B967-4204DD4679C9}" type="parTrans" cxnId="{6BF48A0E-7FDE-4511-A225-E89A6909EA55}">
      <dgm:prSet/>
      <dgm:spPr/>
      <dgm:t>
        <a:bodyPr/>
        <a:lstStyle/>
        <a:p>
          <a:endParaRPr lang="en-US"/>
        </a:p>
      </dgm:t>
    </dgm:pt>
    <dgm:pt modelId="{38C52040-65AA-4D78-B749-7C15AD94E7D4}" type="sibTrans" cxnId="{6BF48A0E-7FDE-4511-A225-E89A6909EA55}">
      <dgm:prSet/>
      <dgm:spPr/>
      <dgm:t>
        <a:bodyPr/>
        <a:lstStyle/>
        <a:p>
          <a:endParaRPr lang="en-US"/>
        </a:p>
      </dgm:t>
    </dgm:pt>
    <dgm:pt modelId="{2807E277-9B60-41A8-A7C1-30D9F6688772}" type="pres">
      <dgm:prSet presAssocID="{BE05E081-ACB3-45F3-AD04-3013674F5118}" presName="Name0" presStyleCnt="0">
        <dgm:presLayoutVars>
          <dgm:dir/>
          <dgm:resizeHandles val="exact"/>
        </dgm:presLayoutVars>
      </dgm:prSet>
      <dgm:spPr/>
    </dgm:pt>
    <dgm:pt modelId="{B745144D-B56C-4D9E-B13C-1E0C0F297FC5}" type="pres">
      <dgm:prSet presAssocID="{08915160-1DE5-44AC-96E3-80C3D4DC96BC}" presName="parTxOnly" presStyleLbl="node1" presStyleIdx="0" presStyleCnt="5">
        <dgm:presLayoutVars>
          <dgm:bulletEnabled val="1"/>
        </dgm:presLayoutVars>
      </dgm:prSet>
      <dgm:spPr/>
    </dgm:pt>
    <dgm:pt modelId="{8C3763E4-20A0-4B02-8E80-6B75CCC56445}" type="pres">
      <dgm:prSet presAssocID="{F4B069E6-2A26-46E6-9C60-689F94ECDCDF}" presName="parSpace" presStyleCnt="0"/>
      <dgm:spPr/>
    </dgm:pt>
    <dgm:pt modelId="{89C150D6-5B3B-4081-AE70-9E8130210A9C}" type="pres">
      <dgm:prSet presAssocID="{C00AEC5F-43C2-437F-A99A-69B6E753DF06}" presName="parTxOnly" presStyleLbl="node1" presStyleIdx="1" presStyleCnt="5">
        <dgm:presLayoutVars>
          <dgm:bulletEnabled val="1"/>
        </dgm:presLayoutVars>
      </dgm:prSet>
      <dgm:spPr/>
    </dgm:pt>
    <dgm:pt modelId="{7FED2D97-076E-46F4-B6B5-A3B9DA781CAE}" type="pres">
      <dgm:prSet presAssocID="{935F94FE-DA67-4268-9194-AAD21557149E}" presName="parSpace" presStyleCnt="0"/>
      <dgm:spPr/>
    </dgm:pt>
    <dgm:pt modelId="{FFE7DF76-4792-484F-B7AE-8FA74E7654E6}" type="pres">
      <dgm:prSet presAssocID="{E91B8BDF-02DC-484B-BDB9-954C4A2AF85A}" presName="parTxOnly" presStyleLbl="node1" presStyleIdx="2" presStyleCnt="5">
        <dgm:presLayoutVars>
          <dgm:bulletEnabled val="1"/>
        </dgm:presLayoutVars>
      </dgm:prSet>
      <dgm:spPr/>
    </dgm:pt>
    <dgm:pt modelId="{61BC2021-44F8-44E3-B574-29F16CFBBEF8}" type="pres">
      <dgm:prSet presAssocID="{8A20B5D4-BC86-4519-B072-D045C2589C74}" presName="parSpace" presStyleCnt="0"/>
      <dgm:spPr/>
    </dgm:pt>
    <dgm:pt modelId="{8C66FF4B-097E-4732-AED2-26DEEDF85B87}" type="pres">
      <dgm:prSet presAssocID="{ADB53CB2-D5EB-4299-A425-58CBAF205A11}" presName="parTxOnly" presStyleLbl="node1" presStyleIdx="3" presStyleCnt="5">
        <dgm:presLayoutVars>
          <dgm:bulletEnabled val="1"/>
        </dgm:presLayoutVars>
      </dgm:prSet>
      <dgm:spPr/>
    </dgm:pt>
    <dgm:pt modelId="{02E17A7B-9DD5-4E26-8BA7-21DD225776AA}" type="pres">
      <dgm:prSet presAssocID="{57D254AF-23CD-413A-83AE-920D6208764C}" presName="parSpace" presStyleCnt="0"/>
      <dgm:spPr/>
    </dgm:pt>
    <dgm:pt modelId="{2DDCA9B3-0437-46F8-952B-95E21CD23159}" type="pres">
      <dgm:prSet presAssocID="{17BD8BCF-A2F2-4B63-B572-0586D6F1E032}" presName="parTxOnly" presStyleLbl="node1" presStyleIdx="4" presStyleCnt="5">
        <dgm:presLayoutVars>
          <dgm:bulletEnabled val="1"/>
        </dgm:presLayoutVars>
      </dgm:prSet>
      <dgm:spPr/>
    </dgm:pt>
  </dgm:ptLst>
  <dgm:cxnLst>
    <dgm:cxn modelId="{6BF48A0E-7FDE-4511-A225-E89A6909EA55}" srcId="{BE05E081-ACB3-45F3-AD04-3013674F5118}" destId="{17BD8BCF-A2F2-4B63-B572-0586D6F1E032}" srcOrd="4" destOrd="0" parTransId="{110949F1-0B59-45BA-B967-4204DD4679C9}" sibTransId="{38C52040-65AA-4D78-B749-7C15AD94E7D4}"/>
    <dgm:cxn modelId="{3CE4A218-4186-46B4-858F-F1C3D91776E7}" type="presOf" srcId="{E91B8BDF-02DC-484B-BDB9-954C4A2AF85A}" destId="{FFE7DF76-4792-484F-B7AE-8FA74E7654E6}" srcOrd="0" destOrd="0" presId="urn:microsoft.com/office/officeart/2005/8/layout/hChevron3"/>
    <dgm:cxn modelId="{9C2E1621-1809-48D8-827B-D2633BB16FB5}" type="presOf" srcId="{08915160-1DE5-44AC-96E3-80C3D4DC96BC}" destId="{B745144D-B56C-4D9E-B13C-1E0C0F297FC5}" srcOrd="0" destOrd="0" presId="urn:microsoft.com/office/officeart/2005/8/layout/hChevron3"/>
    <dgm:cxn modelId="{250BBE22-42C4-4D9C-87BD-7DF2EE8570F2}" srcId="{BE05E081-ACB3-45F3-AD04-3013674F5118}" destId="{ADB53CB2-D5EB-4299-A425-58CBAF205A11}" srcOrd="3" destOrd="0" parTransId="{178B3195-347E-47BD-A29B-D637132CDB7B}" sibTransId="{57D254AF-23CD-413A-83AE-920D6208764C}"/>
    <dgm:cxn modelId="{87DFE025-7B7E-4CA2-82EA-10D68DF07BCE}" type="presOf" srcId="{C00AEC5F-43C2-437F-A99A-69B6E753DF06}" destId="{89C150D6-5B3B-4081-AE70-9E8130210A9C}" srcOrd="0" destOrd="0" presId="urn:microsoft.com/office/officeart/2005/8/layout/hChevron3"/>
    <dgm:cxn modelId="{35616C4C-175C-4B0A-A387-4F59DBEDD751}" type="presOf" srcId="{ADB53CB2-D5EB-4299-A425-58CBAF205A11}" destId="{8C66FF4B-097E-4732-AED2-26DEEDF85B87}" srcOrd="0" destOrd="0" presId="urn:microsoft.com/office/officeart/2005/8/layout/hChevron3"/>
    <dgm:cxn modelId="{74E0B377-B80F-48EA-AC34-748F4D18FDA3}" srcId="{BE05E081-ACB3-45F3-AD04-3013674F5118}" destId="{08915160-1DE5-44AC-96E3-80C3D4DC96BC}" srcOrd="0" destOrd="0" parTransId="{5B22A861-08DE-4F08-9AB9-6D9FC60843A8}" sibTransId="{F4B069E6-2A26-46E6-9C60-689F94ECDCDF}"/>
    <dgm:cxn modelId="{490CB587-1B95-47DA-A085-D07768523B87}" type="presOf" srcId="{17BD8BCF-A2F2-4B63-B572-0586D6F1E032}" destId="{2DDCA9B3-0437-46F8-952B-95E21CD23159}" srcOrd="0" destOrd="0" presId="urn:microsoft.com/office/officeart/2005/8/layout/hChevron3"/>
    <dgm:cxn modelId="{FA957598-F66A-492A-B223-18FE812C4E77}" srcId="{BE05E081-ACB3-45F3-AD04-3013674F5118}" destId="{C00AEC5F-43C2-437F-A99A-69B6E753DF06}" srcOrd="1" destOrd="0" parTransId="{DEDBA2D4-2FE2-46F9-923E-945C4AF9FE8A}" sibTransId="{935F94FE-DA67-4268-9194-AAD21557149E}"/>
    <dgm:cxn modelId="{FDAB2FAE-0746-4EAB-96DE-8F16E8AE81C5}" srcId="{BE05E081-ACB3-45F3-AD04-3013674F5118}" destId="{E91B8BDF-02DC-484B-BDB9-954C4A2AF85A}" srcOrd="2" destOrd="0" parTransId="{2FEC74A4-5CAB-499B-B7CE-EBC2FDB1AC64}" sibTransId="{8A20B5D4-BC86-4519-B072-D045C2589C74}"/>
    <dgm:cxn modelId="{EFF17EC4-33E8-4027-8097-2BB89D98EC13}" type="presOf" srcId="{BE05E081-ACB3-45F3-AD04-3013674F5118}" destId="{2807E277-9B60-41A8-A7C1-30D9F6688772}" srcOrd="0" destOrd="0" presId="urn:microsoft.com/office/officeart/2005/8/layout/hChevron3"/>
    <dgm:cxn modelId="{3E4F1919-424B-44D9-8D0C-98D70353ABAB}" type="presParOf" srcId="{2807E277-9B60-41A8-A7C1-30D9F6688772}" destId="{B745144D-B56C-4D9E-B13C-1E0C0F297FC5}" srcOrd="0" destOrd="0" presId="urn:microsoft.com/office/officeart/2005/8/layout/hChevron3"/>
    <dgm:cxn modelId="{95853A5F-D4B7-48F7-9B88-CACCDFFB446F}" type="presParOf" srcId="{2807E277-9B60-41A8-A7C1-30D9F6688772}" destId="{8C3763E4-20A0-4B02-8E80-6B75CCC56445}" srcOrd="1" destOrd="0" presId="urn:microsoft.com/office/officeart/2005/8/layout/hChevron3"/>
    <dgm:cxn modelId="{F55CCE32-A66E-41D0-BDDF-9D10CE83B51A}" type="presParOf" srcId="{2807E277-9B60-41A8-A7C1-30D9F6688772}" destId="{89C150D6-5B3B-4081-AE70-9E8130210A9C}" srcOrd="2" destOrd="0" presId="urn:microsoft.com/office/officeart/2005/8/layout/hChevron3"/>
    <dgm:cxn modelId="{6C6F1104-C8B6-4DA3-AC7D-D299608B347D}" type="presParOf" srcId="{2807E277-9B60-41A8-A7C1-30D9F6688772}" destId="{7FED2D97-076E-46F4-B6B5-A3B9DA781CAE}" srcOrd="3" destOrd="0" presId="urn:microsoft.com/office/officeart/2005/8/layout/hChevron3"/>
    <dgm:cxn modelId="{A076A100-4D19-467C-ADB8-551451E4BC04}" type="presParOf" srcId="{2807E277-9B60-41A8-A7C1-30D9F6688772}" destId="{FFE7DF76-4792-484F-B7AE-8FA74E7654E6}" srcOrd="4" destOrd="0" presId="urn:microsoft.com/office/officeart/2005/8/layout/hChevron3"/>
    <dgm:cxn modelId="{EFC22242-C3AA-4A65-824F-843DFF2A738D}" type="presParOf" srcId="{2807E277-9B60-41A8-A7C1-30D9F6688772}" destId="{61BC2021-44F8-44E3-B574-29F16CFBBEF8}" srcOrd="5" destOrd="0" presId="urn:microsoft.com/office/officeart/2005/8/layout/hChevron3"/>
    <dgm:cxn modelId="{39194070-6001-4C30-93BE-19930075D4B8}" type="presParOf" srcId="{2807E277-9B60-41A8-A7C1-30D9F6688772}" destId="{8C66FF4B-097E-4732-AED2-26DEEDF85B87}" srcOrd="6" destOrd="0" presId="urn:microsoft.com/office/officeart/2005/8/layout/hChevron3"/>
    <dgm:cxn modelId="{226C8C8C-092C-492F-AF2E-A2A8DB324BF1}" type="presParOf" srcId="{2807E277-9B60-41A8-A7C1-30D9F6688772}" destId="{02E17A7B-9DD5-4E26-8BA7-21DD225776AA}" srcOrd="7" destOrd="0" presId="urn:microsoft.com/office/officeart/2005/8/layout/hChevron3"/>
    <dgm:cxn modelId="{3A471D38-F14C-4559-9ADA-801F695CAD24}" type="presParOf" srcId="{2807E277-9B60-41A8-A7C1-30D9F6688772}" destId="{2DDCA9B3-0437-46F8-952B-95E21CD23159}" srcOrd="8"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631440-BC67-43E5-999A-82C9909AA415}">
      <dsp:nvSpPr>
        <dsp:cNvPr id="0" name=""/>
        <dsp:cNvSpPr/>
      </dsp:nvSpPr>
      <dsp:spPr>
        <a:xfrm>
          <a:off x="1049271" y="674514"/>
          <a:ext cx="1123664" cy="1123664"/>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sp>
    <dsp:sp modelId="{3A0F7255-1AD6-4693-BC0F-CDDA6BA38820}">
      <dsp:nvSpPr>
        <dsp:cNvPr id="0" name=""/>
        <dsp:cNvSpPr/>
      </dsp:nvSpPr>
      <dsp:spPr>
        <a:xfrm>
          <a:off x="5868" y="1941221"/>
          <a:ext cx="3210468" cy="481570"/>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a:t>Brief recap of previous week</a:t>
          </a:r>
          <a:endParaRPr lang="en-US" sz="2100" kern="1200"/>
        </a:p>
      </dsp:txBody>
      <dsp:txXfrm>
        <a:off x="5868" y="1941221"/>
        <a:ext cx="3210468" cy="481570"/>
      </dsp:txXfrm>
    </dsp:sp>
    <dsp:sp modelId="{464C32C9-97E0-4FAC-AB96-14BD65EC5CF4}">
      <dsp:nvSpPr>
        <dsp:cNvPr id="0" name=""/>
        <dsp:cNvSpPr/>
      </dsp:nvSpPr>
      <dsp:spPr>
        <a:xfrm>
          <a:off x="5868" y="2489323"/>
          <a:ext cx="3210468" cy="1511763"/>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sp>
    <dsp:sp modelId="{859557B7-7AD7-41A8-ACCC-0BA2B42C1833}">
      <dsp:nvSpPr>
        <dsp:cNvPr id="0" name=""/>
        <dsp:cNvSpPr/>
      </dsp:nvSpPr>
      <dsp:spPr>
        <a:xfrm>
          <a:off x="4821571" y="674514"/>
          <a:ext cx="1123664" cy="1123664"/>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sp>
    <dsp:sp modelId="{0691EB6A-B71C-45E5-9D36-0DE3C91EDE8E}">
      <dsp:nvSpPr>
        <dsp:cNvPr id="0" name=""/>
        <dsp:cNvSpPr/>
      </dsp:nvSpPr>
      <dsp:spPr>
        <a:xfrm>
          <a:off x="3778169" y="1941221"/>
          <a:ext cx="3210468" cy="481570"/>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a:t>Progress made in this week</a:t>
          </a:r>
          <a:endParaRPr lang="en-US" sz="2100" kern="1200"/>
        </a:p>
      </dsp:txBody>
      <dsp:txXfrm>
        <a:off x="3778169" y="1941221"/>
        <a:ext cx="3210468" cy="481570"/>
      </dsp:txXfrm>
    </dsp:sp>
    <dsp:sp modelId="{344511C2-B581-4A2F-A53C-47FD4732B07C}">
      <dsp:nvSpPr>
        <dsp:cNvPr id="0" name=""/>
        <dsp:cNvSpPr/>
      </dsp:nvSpPr>
      <dsp:spPr>
        <a:xfrm>
          <a:off x="3778169" y="2489323"/>
          <a:ext cx="3210468" cy="1511763"/>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100000"/>
            </a:lnSpc>
            <a:spcBef>
              <a:spcPct val="0"/>
            </a:spcBef>
            <a:spcAft>
              <a:spcPct val="35000"/>
            </a:spcAft>
            <a:buNone/>
          </a:pPr>
          <a:r>
            <a:rPr lang="en-US" sz="1500" kern="1200" dirty="0"/>
            <a:t>Difference in distributions</a:t>
          </a:r>
        </a:p>
        <a:p>
          <a:pPr marL="0" lvl="0" indent="0" algn="ctr" defTabSz="666750">
            <a:lnSpc>
              <a:spcPct val="100000"/>
            </a:lnSpc>
            <a:spcBef>
              <a:spcPct val="0"/>
            </a:spcBef>
            <a:spcAft>
              <a:spcPct val="35000"/>
            </a:spcAft>
            <a:buNone/>
          </a:pPr>
          <a:r>
            <a:rPr lang="en-US" sz="1500" kern="1200" dirty="0"/>
            <a:t>Spell corrections</a:t>
          </a:r>
        </a:p>
        <a:p>
          <a:pPr marL="0" lvl="0" indent="0" algn="ctr" defTabSz="666750">
            <a:lnSpc>
              <a:spcPct val="100000"/>
            </a:lnSpc>
            <a:spcBef>
              <a:spcPct val="0"/>
            </a:spcBef>
            <a:spcAft>
              <a:spcPct val="35000"/>
            </a:spcAft>
            <a:buNone/>
          </a:pPr>
          <a:r>
            <a:rPr lang="en-US" sz="1500" kern="1200" dirty="0"/>
            <a:t>Data augmentation using snorkel</a:t>
          </a:r>
        </a:p>
        <a:p>
          <a:pPr marL="0" lvl="0" indent="0" algn="ctr" defTabSz="666750">
            <a:lnSpc>
              <a:spcPct val="100000"/>
            </a:lnSpc>
            <a:spcBef>
              <a:spcPct val="0"/>
            </a:spcBef>
            <a:spcAft>
              <a:spcPct val="35000"/>
            </a:spcAft>
            <a:buNone/>
          </a:pPr>
          <a:r>
            <a:rPr lang="en-US" sz="1500" kern="1200" dirty="0"/>
            <a:t>FastText model</a:t>
          </a:r>
        </a:p>
        <a:p>
          <a:pPr marL="0" lvl="0" indent="0" algn="ctr" defTabSz="666750">
            <a:lnSpc>
              <a:spcPct val="100000"/>
            </a:lnSpc>
            <a:spcBef>
              <a:spcPct val="0"/>
            </a:spcBef>
            <a:spcAft>
              <a:spcPct val="35000"/>
            </a:spcAft>
            <a:buNone/>
          </a:pPr>
          <a:r>
            <a:rPr lang="en-US" sz="1500" kern="1200" dirty="0"/>
            <a:t>Voting classifier of RF and LR</a:t>
          </a:r>
        </a:p>
      </dsp:txBody>
      <dsp:txXfrm>
        <a:off x="3778169" y="2489323"/>
        <a:ext cx="3210468" cy="1511763"/>
      </dsp:txXfrm>
    </dsp:sp>
    <dsp:sp modelId="{9AE7C2E3-CC14-4B41-BF36-F8DEF0DC3CED}">
      <dsp:nvSpPr>
        <dsp:cNvPr id="0" name=""/>
        <dsp:cNvSpPr/>
      </dsp:nvSpPr>
      <dsp:spPr>
        <a:xfrm>
          <a:off x="8593872" y="674514"/>
          <a:ext cx="1123664" cy="1123664"/>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2">
          <a:scrgbClr r="0" g="0" b="0"/>
        </a:lnRef>
        <a:fillRef idx="1">
          <a:scrgbClr r="0" g="0" b="0"/>
        </a:fillRef>
        <a:effectRef idx="0">
          <a:scrgbClr r="0" g="0" b="0"/>
        </a:effectRef>
        <a:fontRef idx="minor">
          <a:schemeClr val="lt1"/>
        </a:fontRef>
      </dsp:style>
    </dsp:sp>
    <dsp:sp modelId="{FFCE3B9E-67C9-4544-9F38-A420A90EFFDB}">
      <dsp:nvSpPr>
        <dsp:cNvPr id="0" name=""/>
        <dsp:cNvSpPr/>
      </dsp:nvSpPr>
      <dsp:spPr>
        <a:xfrm>
          <a:off x="7550470" y="1941221"/>
          <a:ext cx="3210468" cy="481570"/>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933450">
            <a:lnSpc>
              <a:spcPct val="100000"/>
            </a:lnSpc>
            <a:spcBef>
              <a:spcPct val="0"/>
            </a:spcBef>
            <a:spcAft>
              <a:spcPct val="35000"/>
            </a:spcAft>
            <a:buNone/>
            <a:defRPr b="1"/>
          </a:pPr>
          <a:r>
            <a:rPr lang="en-US" sz="2100" b="0" kern="1200" dirty="0"/>
            <a:t>Way forward</a:t>
          </a:r>
          <a:endParaRPr lang="en-US" sz="2100" kern="1200" dirty="0"/>
        </a:p>
      </dsp:txBody>
      <dsp:txXfrm>
        <a:off x="7550470" y="1941221"/>
        <a:ext cx="3210468" cy="481570"/>
      </dsp:txXfrm>
    </dsp:sp>
    <dsp:sp modelId="{706B9664-41A4-4BB4-B2AA-4220C06F7950}">
      <dsp:nvSpPr>
        <dsp:cNvPr id="0" name=""/>
        <dsp:cNvSpPr/>
      </dsp:nvSpPr>
      <dsp:spPr>
        <a:xfrm>
          <a:off x="7550470" y="2489323"/>
          <a:ext cx="3210468" cy="1511763"/>
        </a:xfrm>
        <a:prstGeom prst="rect">
          <a:avLst/>
        </a:prstGeom>
        <a:noFill/>
        <a:ln>
          <a:noFill/>
        </a:ln>
        <a:effectLst>
          <a:outerShdw blurRad="149987" dist="250190" dir="8460000" algn="ctr" rotWithShape="0">
            <a:srgbClr val="000000">
              <a:alpha val="28000"/>
            </a:srgbClr>
          </a:outerShdw>
        </a:effectLst>
        <a:scene3d>
          <a:camera prst="orthographicFront">
            <a:rot lat="0" lon="0" rev="0"/>
          </a:camera>
          <a:lightRig rig="contrasting" dir="t">
            <a:rot lat="0" lon="0" rev="1500000"/>
          </a:lightRig>
        </a:scene3d>
        <a:sp3d prstMaterial="metal">
          <a:bevelT w="88900" h="88900"/>
        </a:sp3d>
      </dsp:spPr>
      <dsp:style>
        <a:lnRef idx="0">
          <a:scrgbClr r="0" g="0" b="0"/>
        </a:lnRef>
        <a:fillRef idx="0">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FC62A59-6F22-40D5-84A5-1916CACBEF02}">
      <dsp:nvSpPr>
        <dsp:cNvPr id="0" name=""/>
        <dsp:cNvSpPr/>
      </dsp:nvSpPr>
      <dsp:spPr>
        <a:xfrm>
          <a:off x="0" y="97278"/>
          <a:ext cx="11138599" cy="527670"/>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Comparing distributions</a:t>
          </a:r>
          <a:endParaRPr lang="en-US" sz="2200" kern="1200"/>
        </a:p>
      </dsp:txBody>
      <dsp:txXfrm>
        <a:off x="25759" y="123037"/>
        <a:ext cx="11087081" cy="476152"/>
      </dsp:txXfrm>
    </dsp:sp>
    <dsp:sp modelId="{286BC135-5CCB-433B-BB36-73950941D597}">
      <dsp:nvSpPr>
        <dsp:cNvPr id="0" name=""/>
        <dsp:cNvSpPr/>
      </dsp:nvSpPr>
      <dsp:spPr>
        <a:xfrm>
          <a:off x="0" y="624948"/>
          <a:ext cx="11138599"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Removing numbers</a:t>
          </a:r>
        </a:p>
        <a:p>
          <a:pPr marL="171450" lvl="1" indent="-171450" algn="l" defTabSz="755650">
            <a:lnSpc>
              <a:spcPct val="90000"/>
            </a:lnSpc>
            <a:spcBef>
              <a:spcPct val="0"/>
            </a:spcBef>
            <a:spcAft>
              <a:spcPct val="20000"/>
            </a:spcAft>
            <a:buChar char="•"/>
          </a:pPr>
          <a:r>
            <a:rPr lang="en-US" sz="1700" kern="1200"/>
            <a:t>Removing 2 char words</a:t>
          </a:r>
        </a:p>
      </dsp:txBody>
      <dsp:txXfrm>
        <a:off x="0" y="624948"/>
        <a:ext cx="11138599" cy="592020"/>
      </dsp:txXfrm>
    </dsp:sp>
    <dsp:sp modelId="{872F974E-1A5E-40EE-A328-0C8F3DC81B54}">
      <dsp:nvSpPr>
        <dsp:cNvPr id="0" name=""/>
        <dsp:cNvSpPr/>
      </dsp:nvSpPr>
      <dsp:spPr>
        <a:xfrm>
          <a:off x="0" y="1216968"/>
          <a:ext cx="11138599" cy="527670"/>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a:t>Data preprocessing</a:t>
          </a:r>
          <a:endParaRPr lang="en-US" sz="2200" kern="1200"/>
        </a:p>
      </dsp:txBody>
      <dsp:txXfrm>
        <a:off x="25759" y="1242727"/>
        <a:ext cx="11087081" cy="476152"/>
      </dsp:txXfrm>
    </dsp:sp>
    <dsp:sp modelId="{CD6D4658-03B0-42D7-B877-84FF41085FFB}">
      <dsp:nvSpPr>
        <dsp:cNvPr id="0" name=""/>
        <dsp:cNvSpPr/>
      </dsp:nvSpPr>
      <dsp:spPr>
        <a:xfrm>
          <a:off x="0" y="1744638"/>
          <a:ext cx="11138599" cy="11840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Spell check</a:t>
          </a:r>
        </a:p>
        <a:p>
          <a:pPr marL="171450" lvl="1" indent="-171450" algn="l" defTabSz="755650">
            <a:lnSpc>
              <a:spcPct val="90000"/>
            </a:lnSpc>
            <a:spcBef>
              <a:spcPct val="0"/>
            </a:spcBef>
            <a:spcAft>
              <a:spcPct val="20000"/>
            </a:spcAft>
            <a:buChar char="•"/>
          </a:pPr>
          <a:r>
            <a:rPr lang="en-US" sz="1700" kern="1200"/>
            <a:t>Autocorrect</a:t>
          </a:r>
        </a:p>
        <a:p>
          <a:pPr marL="171450" lvl="1" indent="-171450" algn="l" defTabSz="755650">
            <a:lnSpc>
              <a:spcPct val="90000"/>
            </a:lnSpc>
            <a:spcBef>
              <a:spcPct val="0"/>
            </a:spcBef>
            <a:spcAft>
              <a:spcPct val="20000"/>
            </a:spcAft>
            <a:buChar char="•"/>
          </a:pPr>
          <a:r>
            <a:rPr lang="en-US" sz="1700" kern="1200"/>
            <a:t>Snowball stemming</a:t>
          </a:r>
        </a:p>
        <a:p>
          <a:pPr marL="171450" lvl="1" indent="-171450" algn="l" defTabSz="755650">
            <a:lnSpc>
              <a:spcPct val="90000"/>
            </a:lnSpc>
            <a:spcBef>
              <a:spcPct val="0"/>
            </a:spcBef>
            <a:spcAft>
              <a:spcPct val="20000"/>
            </a:spcAft>
            <a:buChar char="•"/>
          </a:pPr>
          <a:r>
            <a:rPr lang="en-US" sz="1700" kern="1200"/>
            <a:t>Textblob</a:t>
          </a:r>
        </a:p>
      </dsp:txBody>
      <dsp:txXfrm>
        <a:off x="0" y="1744638"/>
        <a:ext cx="11138599" cy="1184040"/>
      </dsp:txXfrm>
    </dsp:sp>
    <dsp:sp modelId="{5B52343A-A377-49A7-B4CC-C429E466565A}">
      <dsp:nvSpPr>
        <dsp:cNvPr id="0" name=""/>
        <dsp:cNvSpPr/>
      </dsp:nvSpPr>
      <dsp:spPr>
        <a:xfrm>
          <a:off x="0" y="2928678"/>
          <a:ext cx="11138599" cy="527670"/>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Voting classifier model</a:t>
          </a:r>
          <a:endParaRPr lang="en-US" sz="2200" kern="1200" dirty="0"/>
        </a:p>
      </dsp:txBody>
      <dsp:txXfrm>
        <a:off x="25759" y="2954437"/>
        <a:ext cx="11087081" cy="476152"/>
      </dsp:txXfrm>
    </dsp:sp>
    <dsp:sp modelId="{453F5174-A217-49A3-AD2C-17984D9F4DF3}">
      <dsp:nvSpPr>
        <dsp:cNvPr id="0" name=""/>
        <dsp:cNvSpPr/>
      </dsp:nvSpPr>
      <dsp:spPr>
        <a:xfrm>
          <a:off x="0" y="3456348"/>
          <a:ext cx="11138599"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Hard voting</a:t>
          </a:r>
        </a:p>
        <a:p>
          <a:pPr marL="171450" lvl="1" indent="-171450" algn="l" defTabSz="755650">
            <a:lnSpc>
              <a:spcPct val="90000"/>
            </a:lnSpc>
            <a:spcBef>
              <a:spcPct val="0"/>
            </a:spcBef>
            <a:spcAft>
              <a:spcPct val="20000"/>
            </a:spcAft>
            <a:buChar char="•"/>
          </a:pPr>
          <a:r>
            <a:rPr lang="en-US" sz="1700" kern="1200" dirty="0"/>
            <a:t>Soft voting</a:t>
          </a:r>
        </a:p>
      </dsp:txBody>
      <dsp:txXfrm>
        <a:off x="0" y="3456348"/>
        <a:ext cx="11138599" cy="592020"/>
      </dsp:txXfrm>
    </dsp:sp>
    <dsp:sp modelId="{A40E5878-52D6-4786-964B-21B4227CFBE9}">
      <dsp:nvSpPr>
        <dsp:cNvPr id="0" name=""/>
        <dsp:cNvSpPr/>
      </dsp:nvSpPr>
      <dsp:spPr>
        <a:xfrm>
          <a:off x="0" y="4048368"/>
          <a:ext cx="11138599" cy="527670"/>
        </a:xfrm>
        <a:prstGeom prst="roundRect">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b="1" kern="1200" dirty="0"/>
            <a:t>Trust factor calculations</a:t>
          </a:r>
          <a:endParaRPr lang="en-US" sz="2200" kern="1200" dirty="0"/>
        </a:p>
      </dsp:txBody>
      <dsp:txXfrm>
        <a:off x="25759" y="4074127"/>
        <a:ext cx="11087081" cy="476152"/>
      </dsp:txXfrm>
    </dsp:sp>
    <dsp:sp modelId="{CBBD3E7A-2124-449B-98A3-7C6359887EC6}">
      <dsp:nvSpPr>
        <dsp:cNvPr id="0" name=""/>
        <dsp:cNvSpPr/>
      </dsp:nvSpPr>
      <dsp:spPr>
        <a:xfrm>
          <a:off x="0" y="4576038"/>
          <a:ext cx="11138599" cy="59202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3651"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dirty="0"/>
            <a:t>Hard voting model of RF &amp; LR</a:t>
          </a:r>
        </a:p>
        <a:p>
          <a:pPr marL="171450" lvl="1" indent="-171450" algn="l" defTabSz="755650">
            <a:lnSpc>
              <a:spcPct val="90000"/>
            </a:lnSpc>
            <a:spcBef>
              <a:spcPct val="0"/>
            </a:spcBef>
            <a:spcAft>
              <a:spcPct val="20000"/>
            </a:spcAft>
            <a:buChar char="•"/>
          </a:pPr>
          <a:r>
            <a:rPr lang="en-US" sz="1700" kern="1200" dirty="0"/>
            <a:t>TF category = 68.22  , TF variety = 81.19</a:t>
          </a:r>
        </a:p>
      </dsp:txBody>
      <dsp:txXfrm>
        <a:off x="0" y="4576038"/>
        <a:ext cx="11138599" cy="59202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Spell correction, 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predict the probability distributions for </a:t>
          </a:r>
          <a:r>
            <a:rPr lang="en-US" sz="1600" kern="1200" dirty="0" err="1">
              <a:sym typeface="Wingdings" panose="05000000000000000000" pitchFamily="2" charset="2"/>
            </a:rPr>
            <a:t>X_test</a:t>
          </a:r>
          <a:endParaRPr lang="en-US" sz="16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a:glow rad="139700">
            <a:schemeClr val="accent4">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Store the indexes for top 3 probabilities for each row</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Only the values at those indexes </a:t>
          </a:r>
          <a:r>
            <a:rPr lang="en-US" sz="1600" kern="1200" dirty="0">
              <a:sym typeface="Wingdings" panose="05000000000000000000" pitchFamily="2" charset="2"/>
            </a:rPr>
            <a:t> </a:t>
          </a:r>
          <a:r>
            <a:rPr lang="en-US" sz="1600" b="1" kern="1200" dirty="0">
              <a:sym typeface="Wingdings" panose="05000000000000000000" pitchFamily="2" charset="2"/>
            </a:rPr>
            <a:t>Distribution-1 (48197 x 3)</a:t>
          </a:r>
          <a:endParaRPr lang="en-US" sz="1600" b="1" kern="1200" dirty="0"/>
        </a:p>
      </dsp:txBody>
      <dsp:txXfrm>
        <a:off x="8487262" y="0"/>
        <a:ext cx="2381889" cy="9542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1494" y="0"/>
          <a:ext cx="4350316" cy="954276"/>
        </a:xfrm>
        <a:prstGeom prst="homePlate">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96012" tIns="48006" rIns="24003" bIns="48006" numCol="1" spcCol="1270" anchor="ctr" anchorCtr="0">
          <a:noAutofit/>
        </a:bodyPr>
        <a:lstStyle/>
        <a:p>
          <a:pPr marL="0" lvl="0" indent="0" algn="l" defTabSz="800100">
            <a:lnSpc>
              <a:spcPct val="90000"/>
            </a:lnSpc>
            <a:spcBef>
              <a:spcPct val="0"/>
            </a:spcBef>
            <a:spcAft>
              <a:spcPct val="35000"/>
            </a:spcAft>
            <a:buNone/>
          </a:pPr>
          <a:r>
            <a:rPr lang="en-US" sz="1800" kern="1200" dirty="0"/>
            <a:t>Spell correction, Stopwords removed, </a:t>
          </a:r>
          <a:r>
            <a:rPr lang="en-US" sz="1800" kern="1200" dirty="0">
              <a:highlight>
                <a:srgbClr val="FFFF00"/>
              </a:highlight>
            </a:rPr>
            <a:t>numbers removed</a:t>
          </a:r>
          <a:r>
            <a:rPr lang="en-US" sz="1800" kern="1200" dirty="0"/>
            <a:t>, lemmatized &gt; 3, single char removed, noise words removed</a:t>
          </a:r>
        </a:p>
      </dsp:txBody>
      <dsp:txXfrm>
        <a:off x="1494" y="0"/>
        <a:ext cx="4111747" cy="954276"/>
      </dsp:txXfrm>
    </dsp:sp>
    <dsp:sp modelId="{778B25C9-FFBC-4A96-9652-3414B5B8A2B2}">
      <dsp:nvSpPr>
        <dsp:cNvPr id="0" name=""/>
        <dsp:cNvSpPr/>
      </dsp:nvSpPr>
      <dsp:spPr>
        <a:xfrm>
          <a:off x="3481747" y="0"/>
          <a:ext cx="4386119" cy="954276"/>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72009" tIns="48006" rIns="24003" bIns="48006" numCol="1" spcCol="1270" anchor="ctr" anchorCtr="0">
          <a:noAutofit/>
        </a:bodyPr>
        <a:lstStyle/>
        <a:p>
          <a:pPr marL="0" lvl="0" indent="0" algn="l" defTabSz="800100">
            <a:lnSpc>
              <a:spcPct val="90000"/>
            </a:lnSpc>
            <a:spcBef>
              <a:spcPct val="0"/>
            </a:spcBef>
            <a:spcAft>
              <a:spcPct val="35000"/>
            </a:spcAft>
            <a:buNone/>
          </a:pPr>
          <a:r>
            <a:rPr lang="en-US" sz="1800" kern="1200" dirty="0"/>
            <a:t>Model = LR(100)</a:t>
          </a:r>
          <a:r>
            <a:rPr lang="en-US" sz="1800" kern="1200" dirty="0">
              <a:sym typeface="Wingdings" panose="05000000000000000000" pitchFamily="2" charset="2"/>
            </a:rPr>
            <a:t> predict the probability distributions using X_test_updated</a:t>
          </a:r>
          <a:endParaRPr lang="en-US" sz="1800" kern="1200" dirty="0"/>
        </a:p>
      </dsp:txBody>
      <dsp:txXfrm>
        <a:off x="3958885" y="0"/>
        <a:ext cx="3431843" cy="954276"/>
      </dsp:txXfrm>
    </dsp:sp>
    <dsp:sp modelId="{0F62B5FC-2DD4-4E5E-ACC8-09A8DBF870F1}">
      <dsp:nvSpPr>
        <dsp:cNvPr id="0" name=""/>
        <dsp:cNvSpPr/>
      </dsp:nvSpPr>
      <dsp:spPr>
        <a:xfrm>
          <a:off x="6997803" y="0"/>
          <a:ext cx="4350316" cy="954276"/>
        </a:xfrm>
        <a:prstGeom prst="chevron">
          <a:avLst/>
        </a:prstGeom>
        <a:gradFill rotWithShape="1">
          <a:gsLst>
            <a:gs pos="0">
              <a:schemeClr val="accent3">
                <a:satMod val="103000"/>
                <a:lumMod val="102000"/>
                <a:tint val="94000"/>
              </a:schemeClr>
            </a:gs>
            <a:gs pos="50000">
              <a:schemeClr val="accent3">
                <a:satMod val="110000"/>
                <a:lumMod val="100000"/>
                <a:shade val="100000"/>
              </a:schemeClr>
            </a:gs>
            <a:gs pos="100000">
              <a:schemeClr val="accent3">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3"/>
        </a:lnRef>
        <a:fillRef idx="3">
          <a:schemeClr val="accent3"/>
        </a:fillRef>
        <a:effectRef idx="3">
          <a:schemeClr val="accent3"/>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ym typeface="Wingdings" panose="05000000000000000000" pitchFamily="2" charset="2"/>
            </a:rPr>
            <a:t>Only the values at the found indexes </a:t>
          </a:r>
          <a:r>
            <a:rPr lang="en-US" sz="1800" b="1" kern="1200" dirty="0">
              <a:sym typeface="Wingdings" panose="05000000000000000000" pitchFamily="2" charset="2"/>
            </a:rPr>
            <a:t>Distribution-2 (48197 x 3)</a:t>
          </a:r>
          <a:endParaRPr lang="en-US" sz="1500" b="1" kern="1200" dirty="0"/>
        </a:p>
      </dsp:txBody>
      <dsp:txXfrm>
        <a:off x="7474941" y="0"/>
        <a:ext cx="3396040" cy="954276"/>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4987" y="0"/>
          <a:ext cx="4361399" cy="759564"/>
        </a:xfrm>
        <a:prstGeom prst="homePlate">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Spell corrections, Stopwords removed, lemmatized &gt; 3, single char and </a:t>
          </a:r>
          <a:r>
            <a:rPr lang="en-US" sz="1600" kern="1200" dirty="0">
              <a:highlight>
                <a:srgbClr val="FFFF00"/>
              </a:highlight>
            </a:rPr>
            <a:t>2 chars words removed</a:t>
          </a:r>
          <a:r>
            <a:rPr lang="en-US" sz="1600" kern="1200" dirty="0"/>
            <a:t>, noise words removed</a:t>
          </a:r>
        </a:p>
      </dsp:txBody>
      <dsp:txXfrm>
        <a:off x="4987" y="0"/>
        <a:ext cx="4171508" cy="759564"/>
      </dsp:txXfrm>
    </dsp:sp>
    <dsp:sp modelId="{778B25C9-FFBC-4A96-9652-3414B5B8A2B2}">
      <dsp:nvSpPr>
        <dsp:cNvPr id="0" name=""/>
        <dsp:cNvSpPr/>
      </dsp:nvSpPr>
      <dsp:spPr>
        <a:xfrm>
          <a:off x="3494107" y="0"/>
          <a:ext cx="4361399" cy="759564"/>
        </a:xfrm>
        <a:prstGeom prst="chevr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4008"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 using </a:t>
          </a:r>
          <a:r>
            <a:rPr lang="en-US" sz="1600" kern="1200" dirty="0" err="1">
              <a:sym typeface="Wingdings" panose="05000000000000000000" pitchFamily="2" charset="2"/>
            </a:rPr>
            <a:t>X_test</a:t>
          </a:r>
          <a:endParaRPr lang="en-US" sz="1600" kern="1200" dirty="0"/>
        </a:p>
      </dsp:txBody>
      <dsp:txXfrm>
        <a:off x="3873889" y="0"/>
        <a:ext cx="3601835" cy="759564"/>
      </dsp:txXfrm>
    </dsp:sp>
    <dsp:sp modelId="{0F62B5FC-2DD4-4E5E-ACC8-09A8DBF870F1}">
      <dsp:nvSpPr>
        <dsp:cNvPr id="0" name=""/>
        <dsp:cNvSpPr/>
      </dsp:nvSpPr>
      <dsp:spPr>
        <a:xfrm>
          <a:off x="6983227" y="0"/>
          <a:ext cx="4361399" cy="759564"/>
        </a:xfrm>
        <a:prstGeom prst="chevron">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sym typeface="Wingdings" panose="05000000000000000000" pitchFamily="2" charset="2"/>
            </a:rPr>
            <a:t>Only the values at the found indexes </a:t>
          </a:r>
          <a:r>
            <a:rPr lang="en-US" sz="1500" b="1" kern="1200" dirty="0">
              <a:sym typeface="Wingdings" panose="05000000000000000000" pitchFamily="2" charset="2"/>
            </a:rPr>
            <a:t>Distribution-3 (48197 x 3)</a:t>
          </a:r>
          <a:endParaRPr lang="en-US" sz="1500" b="1" kern="1200" dirty="0"/>
        </a:p>
      </dsp:txBody>
      <dsp:txXfrm>
        <a:off x="7363009" y="0"/>
        <a:ext cx="3601835" cy="759564"/>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Spell correction, 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 for X-test</a:t>
          </a:r>
          <a:endParaRPr lang="en-US" sz="16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a:glow rad="139700">
            <a:schemeClr val="accent4">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Store the indexes for top 3 probabilities for each row</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Only the values at those indexes </a:t>
          </a:r>
          <a:r>
            <a:rPr lang="en-US" sz="1600" kern="1200" dirty="0">
              <a:sym typeface="Wingdings" panose="05000000000000000000" pitchFamily="2" charset="2"/>
            </a:rPr>
            <a:t> </a:t>
          </a:r>
          <a:r>
            <a:rPr lang="en-US" sz="1600" b="1" kern="1200" dirty="0">
              <a:sym typeface="Wingdings" panose="05000000000000000000" pitchFamily="2" charset="2"/>
            </a:rPr>
            <a:t>Distribution-1 (48197 x 3)</a:t>
          </a:r>
          <a:endParaRPr lang="en-US" sz="1600" b="1" kern="1200" dirty="0"/>
        </a:p>
      </dsp:txBody>
      <dsp:txXfrm>
        <a:off x="8487262" y="0"/>
        <a:ext cx="2381889" cy="954277"/>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4987" y="0"/>
          <a:ext cx="4361399" cy="848551"/>
        </a:xfrm>
        <a:prstGeom prst="homePlate">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85344"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Spell correction, Stopwords removed, </a:t>
          </a:r>
          <a:r>
            <a:rPr lang="en-US" sz="1600" kern="1200" dirty="0">
              <a:highlight>
                <a:srgbClr val="FFFF00"/>
              </a:highlight>
            </a:rPr>
            <a:t>numbers removed</a:t>
          </a:r>
          <a:r>
            <a:rPr lang="en-US" sz="1600" kern="1200" dirty="0"/>
            <a:t>, lemmatized &gt; 3, single char and </a:t>
          </a:r>
          <a:r>
            <a:rPr lang="en-US" sz="1600" kern="1200" dirty="0">
              <a:highlight>
                <a:srgbClr val="FFFF00"/>
              </a:highlight>
            </a:rPr>
            <a:t>2 chars words removed</a:t>
          </a:r>
          <a:r>
            <a:rPr lang="en-US" sz="1600" kern="1200" dirty="0"/>
            <a:t>, noise words removed</a:t>
          </a:r>
        </a:p>
      </dsp:txBody>
      <dsp:txXfrm>
        <a:off x="4987" y="0"/>
        <a:ext cx="4149261" cy="848551"/>
      </dsp:txXfrm>
    </dsp:sp>
    <dsp:sp modelId="{778B25C9-FFBC-4A96-9652-3414B5B8A2B2}">
      <dsp:nvSpPr>
        <dsp:cNvPr id="0" name=""/>
        <dsp:cNvSpPr/>
      </dsp:nvSpPr>
      <dsp:spPr>
        <a:xfrm>
          <a:off x="3494107" y="0"/>
          <a:ext cx="4361399" cy="848551"/>
        </a:xfrm>
        <a:prstGeom prst="chevron">
          <a:avLst/>
        </a:prstGeom>
        <a:solidFill>
          <a:schemeClr val="lt1"/>
        </a:solidFill>
        <a:ln w="12700" cap="flat" cmpd="sng" algn="ctr">
          <a:solidFill>
            <a:schemeClr val="accent6"/>
          </a:solidFill>
          <a:prstDash val="solid"/>
          <a:miter lim="800000"/>
        </a:ln>
        <a:effectLst/>
      </dsp:spPr>
      <dsp:style>
        <a:lnRef idx="2">
          <a:schemeClr val="accent6"/>
        </a:lnRef>
        <a:fillRef idx="1">
          <a:schemeClr val="lt1"/>
        </a:fillRef>
        <a:effectRef idx="0">
          <a:schemeClr val="accent6"/>
        </a:effectRef>
        <a:fontRef idx="minor">
          <a:schemeClr val="dk1"/>
        </a:fontRef>
      </dsp:style>
      <dsp:txBody>
        <a:bodyPr spcFirstLastPara="0" vert="horz" wrap="square" lIns="64008" tIns="42672" rIns="21336" bIns="42672" numCol="1" spcCol="1270" anchor="ctr" anchorCtr="0">
          <a:noAutofit/>
        </a:bodyPr>
        <a:lstStyle/>
        <a:p>
          <a:pPr marL="0" lvl="0" indent="0" algn="l"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a:t>
          </a:r>
          <a:endParaRPr lang="en-US" sz="1600" kern="1200" dirty="0"/>
        </a:p>
      </dsp:txBody>
      <dsp:txXfrm>
        <a:off x="3918383" y="0"/>
        <a:ext cx="3512848" cy="848551"/>
      </dsp:txXfrm>
    </dsp:sp>
    <dsp:sp modelId="{0F62B5FC-2DD4-4E5E-ACC8-09A8DBF870F1}">
      <dsp:nvSpPr>
        <dsp:cNvPr id="0" name=""/>
        <dsp:cNvSpPr/>
      </dsp:nvSpPr>
      <dsp:spPr>
        <a:xfrm>
          <a:off x="6983227" y="0"/>
          <a:ext cx="4361399" cy="848551"/>
        </a:xfrm>
        <a:prstGeom prst="chevron">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60008" tIns="40005" rIns="20003" bIns="40005" numCol="1" spcCol="1270" anchor="ctr" anchorCtr="0">
          <a:noAutofit/>
        </a:bodyPr>
        <a:lstStyle/>
        <a:p>
          <a:pPr marL="0" lvl="0" indent="0" algn="ctr" defTabSz="666750">
            <a:lnSpc>
              <a:spcPct val="90000"/>
            </a:lnSpc>
            <a:spcBef>
              <a:spcPct val="0"/>
            </a:spcBef>
            <a:spcAft>
              <a:spcPct val="35000"/>
            </a:spcAft>
            <a:buNone/>
          </a:pPr>
          <a:r>
            <a:rPr lang="en-US" sz="1500" kern="1200" dirty="0"/>
            <a:t>Only the values at those indexes </a:t>
          </a:r>
          <a:r>
            <a:rPr lang="en-US" sz="1500" kern="1200" dirty="0">
              <a:sym typeface="Wingdings" panose="05000000000000000000" pitchFamily="2" charset="2"/>
            </a:rPr>
            <a:t> </a:t>
          </a:r>
          <a:r>
            <a:rPr lang="en-US" sz="1500" b="1" kern="1200" dirty="0">
              <a:sym typeface="Wingdings" panose="05000000000000000000" pitchFamily="2" charset="2"/>
            </a:rPr>
            <a:t>Distribution-3 (48197 x 3)</a:t>
          </a:r>
          <a:endParaRPr lang="en-US" sz="1500" b="1" kern="1200" dirty="0"/>
        </a:p>
      </dsp:txBody>
      <dsp:txXfrm>
        <a:off x="7407503" y="0"/>
        <a:ext cx="3512848" cy="848551"/>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14598FA-136F-4B7E-83A2-0B4C508F31B5}">
      <dsp:nvSpPr>
        <dsp:cNvPr id="0" name=""/>
        <dsp:cNvSpPr/>
      </dsp:nvSpPr>
      <dsp:spPr>
        <a:xfrm>
          <a:off x="3325" y="0"/>
          <a:ext cx="3336166" cy="954277"/>
        </a:xfrm>
        <a:prstGeom prst="homePlate">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85344"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Spell correction, Stopwords removed, lemmatize &gt; 3, single char removed, noise words removed</a:t>
          </a:r>
        </a:p>
      </dsp:txBody>
      <dsp:txXfrm>
        <a:off x="3325" y="0"/>
        <a:ext cx="3097597" cy="954277"/>
      </dsp:txXfrm>
    </dsp:sp>
    <dsp:sp modelId="{778B25C9-FFBC-4A96-9652-3414B5B8A2B2}">
      <dsp:nvSpPr>
        <dsp:cNvPr id="0" name=""/>
        <dsp:cNvSpPr/>
      </dsp:nvSpPr>
      <dsp:spPr>
        <a:xfrm>
          <a:off x="2672257" y="0"/>
          <a:ext cx="3336166" cy="954277"/>
        </a:xfrm>
        <a:prstGeom prst="chevron">
          <a:avLst/>
        </a:prstGeom>
        <a:solidFill>
          <a:schemeClr val="lt1"/>
        </a:solidFill>
        <a:ln w="12700" cap="flat" cmpd="sng" algn="ctr">
          <a:solidFill>
            <a:schemeClr val="accent5"/>
          </a:solidFill>
          <a:prstDash val="solid"/>
          <a:miter lim="800000"/>
        </a:ln>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Fit on model = LR(100)</a:t>
          </a:r>
          <a:r>
            <a:rPr lang="en-US" sz="1600" kern="1200" dirty="0">
              <a:sym typeface="Wingdings" panose="05000000000000000000" pitchFamily="2" charset="2"/>
            </a:rPr>
            <a:t> get the probability distributions</a:t>
          </a:r>
          <a:endParaRPr lang="en-US" sz="1600" kern="1200" dirty="0"/>
        </a:p>
      </dsp:txBody>
      <dsp:txXfrm>
        <a:off x="3149396" y="0"/>
        <a:ext cx="2381889" cy="954277"/>
      </dsp:txXfrm>
    </dsp:sp>
    <dsp:sp modelId="{263BA08A-D998-4911-89F5-173BB1C5440D}">
      <dsp:nvSpPr>
        <dsp:cNvPr id="0" name=""/>
        <dsp:cNvSpPr/>
      </dsp:nvSpPr>
      <dsp:spPr>
        <a:xfrm>
          <a:off x="5341190" y="0"/>
          <a:ext cx="3336166" cy="954277"/>
        </a:xfrm>
        <a:prstGeom prst="chevron">
          <a:avLst/>
        </a:prstGeom>
        <a:solidFill>
          <a:schemeClr val="lt1"/>
        </a:solidFill>
        <a:ln w="12700" cap="flat" cmpd="sng" algn="ctr">
          <a:solidFill>
            <a:schemeClr val="accent5"/>
          </a:solidFill>
          <a:prstDash val="solid"/>
          <a:miter lim="800000"/>
        </a:ln>
        <a:effectLst>
          <a:glow rad="139700">
            <a:schemeClr val="accent4">
              <a:satMod val="175000"/>
              <a:alpha val="40000"/>
            </a:schemeClr>
          </a:glow>
        </a:effectLst>
      </dsp:spPr>
      <dsp:style>
        <a:lnRef idx="2">
          <a:schemeClr val="accent5"/>
        </a:lnRef>
        <a:fillRef idx="1">
          <a:schemeClr val="lt1"/>
        </a:fillRef>
        <a:effectRef idx="0">
          <a:schemeClr val="accent5"/>
        </a:effectRef>
        <a:fontRef idx="minor">
          <a:schemeClr val="dk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Store the indexes for top 3 probabilities for each row</a:t>
          </a:r>
        </a:p>
      </dsp:txBody>
      <dsp:txXfrm>
        <a:off x="5818329" y="0"/>
        <a:ext cx="2381889" cy="954277"/>
      </dsp:txXfrm>
    </dsp:sp>
    <dsp:sp modelId="{0F62B5FC-2DD4-4E5E-ACC8-09A8DBF870F1}">
      <dsp:nvSpPr>
        <dsp:cNvPr id="0" name=""/>
        <dsp:cNvSpPr/>
      </dsp:nvSpPr>
      <dsp:spPr>
        <a:xfrm>
          <a:off x="8010123" y="0"/>
          <a:ext cx="3336166" cy="954277"/>
        </a:xfrm>
        <a:prstGeom prst="chevron">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64008" tIns="42672" rIns="21336" bIns="42672" numCol="1" spcCol="1270" anchor="ctr" anchorCtr="0">
          <a:noAutofit/>
        </a:bodyPr>
        <a:lstStyle/>
        <a:p>
          <a:pPr marL="0" lvl="0" indent="0" algn="ctr" defTabSz="711200">
            <a:lnSpc>
              <a:spcPct val="90000"/>
            </a:lnSpc>
            <a:spcBef>
              <a:spcPct val="0"/>
            </a:spcBef>
            <a:spcAft>
              <a:spcPct val="35000"/>
            </a:spcAft>
            <a:buNone/>
          </a:pPr>
          <a:r>
            <a:rPr lang="en-US" sz="1600" kern="1200" dirty="0"/>
            <a:t>Only the values at those indexes </a:t>
          </a:r>
          <a:r>
            <a:rPr lang="en-US" sz="1600" kern="1200" dirty="0">
              <a:sym typeface="Wingdings" panose="05000000000000000000" pitchFamily="2" charset="2"/>
            </a:rPr>
            <a:t> </a:t>
          </a:r>
          <a:r>
            <a:rPr lang="en-US" sz="1600" b="1" kern="1200" dirty="0">
              <a:sym typeface="Wingdings" panose="05000000000000000000" pitchFamily="2" charset="2"/>
            </a:rPr>
            <a:t>Distribution-1 (48197 x 3)</a:t>
          </a:r>
          <a:endParaRPr lang="en-US" sz="1600" b="1" kern="1200" dirty="0"/>
        </a:p>
      </dsp:txBody>
      <dsp:txXfrm>
        <a:off x="8487262" y="0"/>
        <a:ext cx="2381889" cy="954277"/>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89CA76-8959-4CF4-8521-22E6A689BEB5}">
      <dsp:nvSpPr>
        <dsp:cNvPr id="0" name=""/>
        <dsp:cNvSpPr/>
      </dsp:nvSpPr>
      <dsp:spPr>
        <a:xfrm>
          <a:off x="0" y="77507"/>
          <a:ext cx="11058211" cy="647595"/>
        </a:xfrm>
        <a:prstGeom prst="roundRect">
          <a:avLst/>
        </a:prstGeom>
        <a:gradFill rotWithShape="1">
          <a:gsLst>
            <a:gs pos="0">
              <a:schemeClr val="accent1">
                <a:satMod val="103000"/>
                <a:lumMod val="102000"/>
                <a:tint val="94000"/>
              </a:schemeClr>
            </a:gs>
            <a:gs pos="50000">
              <a:schemeClr val="accent1">
                <a:satMod val="110000"/>
                <a:lumMod val="100000"/>
                <a:shade val="100000"/>
              </a:schemeClr>
            </a:gs>
            <a:gs pos="100000">
              <a:schemeClr val="accent1">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1"/>
        </a:lnRef>
        <a:fillRef idx="3">
          <a:schemeClr val="accent1"/>
        </a:fillRef>
        <a:effectRef idx="3">
          <a:schemeClr val="accent1"/>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My list</a:t>
          </a:r>
        </a:p>
      </dsp:txBody>
      <dsp:txXfrm>
        <a:off x="31613" y="109120"/>
        <a:ext cx="10994985" cy="584369"/>
      </dsp:txXfrm>
    </dsp:sp>
    <dsp:sp modelId="{997DCE63-F019-4ECB-902A-C06308C7D37B}">
      <dsp:nvSpPr>
        <dsp:cNvPr id="0" name=""/>
        <dsp:cNvSpPr/>
      </dsp:nvSpPr>
      <dsp:spPr>
        <a:xfrm>
          <a:off x="0" y="725102"/>
          <a:ext cx="11058211"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9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Total words I’ve found from eyeballing:  31</a:t>
          </a:r>
        </a:p>
        <a:p>
          <a:pPr marL="228600" lvl="1" indent="-228600" algn="l" defTabSz="933450">
            <a:lnSpc>
              <a:spcPct val="90000"/>
            </a:lnSpc>
            <a:spcBef>
              <a:spcPct val="0"/>
            </a:spcBef>
            <a:spcAft>
              <a:spcPct val="20000"/>
            </a:spcAft>
            <a:buChar char="•"/>
          </a:pPr>
          <a:r>
            <a:rPr lang="en-US" sz="2100" kern="1200" dirty="0"/>
            <a:t>CHICKN </a:t>
          </a:r>
          <a:r>
            <a:rPr lang="en-US" sz="2100" kern="1200" dirty="0">
              <a:sym typeface="Wingdings" panose="05000000000000000000" pitchFamily="2" charset="2"/>
            </a:rPr>
            <a:t> CHICKEN</a:t>
          </a:r>
          <a:endParaRPr lang="en-US" sz="2100" kern="1200" dirty="0"/>
        </a:p>
        <a:p>
          <a:pPr marL="228600" lvl="1" indent="-228600" algn="l" defTabSz="933450">
            <a:lnSpc>
              <a:spcPct val="90000"/>
            </a:lnSpc>
            <a:spcBef>
              <a:spcPct val="0"/>
            </a:spcBef>
            <a:spcAft>
              <a:spcPct val="20000"/>
            </a:spcAft>
            <a:buChar char="•"/>
          </a:pPr>
          <a:r>
            <a:rPr lang="en-US" sz="2100" kern="1200" dirty="0"/>
            <a:t>JUICI </a:t>
          </a:r>
          <a:r>
            <a:rPr lang="en-US" sz="2100" kern="1200" dirty="0">
              <a:sym typeface="Wingdings" panose="05000000000000000000" pitchFamily="2" charset="2"/>
            </a:rPr>
            <a:t> JUICE</a:t>
          </a:r>
          <a:endParaRPr lang="en-US" sz="2100" kern="1200" dirty="0"/>
        </a:p>
      </dsp:txBody>
      <dsp:txXfrm>
        <a:off x="0" y="725102"/>
        <a:ext cx="11058211" cy="1089854"/>
      </dsp:txXfrm>
    </dsp:sp>
    <dsp:sp modelId="{E541FF1A-3FFA-4828-AA71-9E7F39B4C5A7}">
      <dsp:nvSpPr>
        <dsp:cNvPr id="0" name=""/>
        <dsp:cNvSpPr/>
      </dsp:nvSpPr>
      <dsp:spPr>
        <a:xfrm>
          <a:off x="0" y="1814957"/>
          <a:ext cx="11058211" cy="647595"/>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Walmart’s list</a:t>
          </a:r>
        </a:p>
      </dsp:txBody>
      <dsp:txXfrm>
        <a:off x="31613" y="1846570"/>
        <a:ext cx="10994985" cy="584369"/>
      </dsp:txXfrm>
    </dsp:sp>
    <dsp:sp modelId="{8DEDDC4D-4C17-4930-981B-59020FCD352E}">
      <dsp:nvSpPr>
        <dsp:cNvPr id="0" name=""/>
        <dsp:cNvSpPr/>
      </dsp:nvSpPr>
      <dsp:spPr>
        <a:xfrm>
          <a:off x="0" y="2462552"/>
          <a:ext cx="11058211" cy="108985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9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a:t>Total words present in the list: 40,745</a:t>
          </a:r>
        </a:p>
        <a:p>
          <a:pPr marL="228600" lvl="1" indent="-228600" algn="l" defTabSz="933450">
            <a:lnSpc>
              <a:spcPct val="90000"/>
            </a:lnSpc>
            <a:spcBef>
              <a:spcPct val="0"/>
            </a:spcBef>
            <a:spcAft>
              <a:spcPct val="20000"/>
            </a:spcAft>
            <a:buChar char="•"/>
          </a:pPr>
          <a:r>
            <a:rPr lang="en-US" sz="2100" kern="1200" dirty="0"/>
            <a:t>GARC </a:t>
          </a:r>
          <a:r>
            <a:rPr lang="en-US" sz="2100" kern="1200" dirty="0">
              <a:sym typeface="Wingdings" panose="05000000000000000000" pitchFamily="2" charset="2"/>
            </a:rPr>
            <a:t> GARLIC</a:t>
          </a:r>
          <a:endParaRPr lang="en-US" sz="2100" kern="1200" dirty="0"/>
        </a:p>
        <a:p>
          <a:pPr marL="228600" lvl="1" indent="-228600" algn="l" defTabSz="933450">
            <a:lnSpc>
              <a:spcPct val="90000"/>
            </a:lnSpc>
            <a:spcBef>
              <a:spcPct val="0"/>
            </a:spcBef>
            <a:spcAft>
              <a:spcPct val="20000"/>
            </a:spcAft>
            <a:buChar char="•"/>
          </a:pPr>
          <a:r>
            <a:rPr lang="en-US" sz="2100" kern="1200" dirty="0"/>
            <a:t>ALMOND </a:t>
          </a:r>
          <a:r>
            <a:rPr lang="en-US" sz="2100" kern="1200" dirty="0">
              <a:sym typeface="Wingdings" panose="05000000000000000000" pitchFamily="2" charset="2"/>
            </a:rPr>
            <a:t> ALMONDS</a:t>
          </a:r>
          <a:endParaRPr lang="en-US" sz="2100" kern="1200" dirty="0"/>
        </a:p>
      </dsp:txBody>
      <dsp:txXfrm>
        <a:off x="0" y="2462552"/>
        <a:ext cx="11058211" cy="1089854"/>
      </dsp:txXfrm>
    </dsp:sp>
    <dsp:sp modelId="{0238F5EC-39D5-40A3-AECA-3209C1898319}">
      <dsp:nvSpPr>
        <dsp:cNvPr id="0" name=""/>
        <dsp:cNvSpPr/>
      </dsp:nvSpPr>
      <dsp:spPr>
        <a:xfrm>
          <a:off x="0" y="3552407"/>
          <a:ext cx="11058211" cy="647595"/>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102870" tIns="102870" rIns="102870" bIns="102870" numCol="1" spcCol="1270" anchor="ctr" anchorCtr="0">
          <a:noAutofit/>
        </a:bodyPr>
        <a:lstStyle/>
        <a:p>
          <a:pPr marL="0" lvl="0" indent="0" algn="l" defTabSz="1200150">
            <a:lnSpc>
              <a:spcPct val="90000"/>
            </a:lnSpc>
            <a:spcBef>
              <a:spcPct val="0"/>
            </a:spcBef>
            <a:spcAft>
              <a:spcPct val="35000"/>
            </a:spcAft>
            <a:buNone/>
          </a:pPr>
          <a:r>
            <a:rPr lang="en-US" sz="2700" kern="1200" dirty="0"/>
            <a:t>Applied on</a:t>
          </a:r>
        </a:p>
      </dsp:txBody>
      <dsp:txXfrm>
        <a:off x="31613" y="3584020"/>
        <a:ext cx="10994985" cy="584369"/>
      </dsp:txXfrm>
    </dsp:sp>
    <dsp:sp modelId="{89DB7315-CD75-4560-8DD9-6B46070A760C}">
      <dsp:nvSpPr>
        <dsp:cNvPr id="0" name=""/>
        <dsp:cNvSpPr/>
      </dsp:nvSpPr>
      <dsp:spPr>
        <a:xfrm>
          <a:off x="0" y="4200002"/>
          <a:ext cx="11058211" cy="72657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351098" tIns="34290" rIns="192024" bIns="34290" numCol="1" spcCol="1270" anchor="t" anchorCtr="0">
          <a:noAutofit/>
        </a:bodyPr>
        <a:lstStyle/>
        <a:p>
          <a:pPr marL="228600" lvl="1" indent="-228600" algn="l" defTabSz="933450">
            <a:lnSpc>
              <a:spcPct val="90000"/>
            </a:lnSpc>
            <a:spcBef>
              <a:spcPct val="0"/>
            </a:spcBef>
            <a:spcAft>
              <a:spcPct val="20000"/>
            </a:spcAft>
            <a:buChar char="•"/>
          </a:pPr>
          <a:r>
            <a:rPr lang="en-US" sz="2100" kern="1200" dirty="0" err="1"/>
            <a:t>Train_df</a:t>
          </a:r>
          <a:r>
            <a:rPr lang="en-US" sz="2100" kern="1200" dirty="0"/>
            <a:t>[‘FEAT1’], </a:t>
          </a:r>
          <a:r>
            <a:rPr lang="en-US" sz="2100" kern="1200" dirty="0" err="1"/>
            <a:t>test_df</a:t>
          </a:r>
          <a:r>
            <a:rPr lang="en-US" sz="2100" kern="1200" dirty="0"/>
            <a:t>[‘FEAT1’]</a:t>
          </a:r>
        </a:p>
        <a:p>
          <a:pPr marL="228600" lvl="1" indent="-228600" algn="l" defTabSz="933450">
            <a:lnSpc>
              <a:spcPct val="90000"/>
            </a:lnSpc>
            <a:spcBef>
              <a:spcPct val="0"/>
            </a:spcBef>
            <a:spcAft>
              <a:spcPct val="20000"/>
            </a:spcAft>
            <a:buChar char="•"/>
          </a:pPr>
          <a:r>
            <a:rPr lang="en-US" sz="2100" kern="1200" dirty="0"/>
            <a:t>Before calculating trust factor, I’ll apply on predicted category and predicted variety.</a:t>
          </a:r>
        </a:p>
      </dsp:txBody>
      <dsp:txXfrm>
        <a:off x="0" y="4200002"/>
        <a:ext cx="11058211" cy="726570"/>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53E562-2233-4C87-9163-C84C75EBB75B}">
      <dsp:nvSpPr>
        <dsp:cNvPr id="0" name=""/>
        <dsp:cNvSpPr/>
      </dsp:nvSpPr>
      <dsp:spPr>
        <a:xfrm>
          <a:off x="0" y="390236"/>
          <a:ext cx="11211728" cy="1231650"/>
        </a:xfrm>
        <a:prstGeom prst="rect">
          <a:avLst/>
        </a:prstGeom>
        <a:solidFill>
          <a:schemeClr val="lt1">
            <a:alpha val="90000"/>
            <a:hueOff val="0"/>
            <a:satOff val="0"/>
            <a:lumOff val="0"/>
            <a:alphaOff val="0"/>
          </a:schemeClr>
        </a:solidFill>
        <a:ln w="1270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155" tIns="354076" rIns="870155"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Randomly choose a word in the sentence and look for its synonym in “Wordnet”. If found, then replace it otherwise return nothing.</a:t>
          </a:r>
        </a:p>
        <a:p>
          <a:pPr marL="171450" lvl="1" indent="-171450" algn="l" defTabSz="755650">
            <a:lnSpc>
              <a:spcPct val="90000"/>
            </a:lnSpc>
            <a:spcBef>
              <a:spcPct val="0"/>
            </a:spcBef>
            <a:spcAft>
              <a:spcPct val="15000"/>
            </a:spcAft>
            <a:buChar char="•"/>
          </a:pPr>
          <a:r>
            <a:rPr lang="en-US" sz="1700" kern="1200" dirty="0"/>
            <a:t>Few issues- SAM: surface-to-air missile, Premium: Insurance Premium</a:t>
          </a:r>
        </a:p>
      </dsp:txBody>
      <dsp:txXfrm>
        <a:off x="0" y="390236"/>
        <a:ext cx="11211728" cy="1231650"/>
      </dsp:txXfrm>
    </dsp:sp>
    <dsp:sp modelId="{3F6EB0EE-79AA-4413-9F89-D84D826A61F0}">
      <dsp:nvSpPr>
        <dsp:cNvPr id="0" name=""/>
        <dsp:cNvSpPr/>
      </dsp:nvSpPr>
      <dsp:spPr>
        <a:xfrm>
          <a:off x="560586" y="139316"/>
          <a:ext cx="7848209" cy="50184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96644" tIns="0" rIns="296644" bIns="0" numCol="1" spcCol="1270" anchor="ctr" anchorCtr="0">
          <a:noAutofit/>
        </a:bodyPr>
        <a:lstStyle/>
        <a:p>
          <a:pPr marL="0" lvl="0" indent="0" algn="l" defTabSz="1422400">
            <a:lnSpc>
              <a:spcPct val="90000"/>
            </a:lnSpc>
            <a:spcBef>
              <a:spcPct val="0"/>
            </a:spcBef>
            <a:spcAft>
              <a:spcPct val="35000"/>
            </a:spcAft>
            <a:buNone/>
          </a:pPr>
          <a:r>
            <a:rPr lang="en-US" sz="3200" kern="1200" dirty="0"/>
            <a:t>Simple wordnet</a:t>
          </a:r>
        </a:p>
      </dsp:txBody>
      <dsp:txXfrm>
        <a:off x="585084" y="163814"/>
        <a:ext cx="7799213" cy="452844"/>
      </dsp:txXfrm>
    </dsp:sp>
    <dsp:sp modelId="{47596F64-7F36-470B-972D-B3FDAB19EDF0}">
      <dsp:nvSpPr>
        <dsp:cNvPr id="0" name=""/>
        <dsp:cNvSpPr/>
      </dsp:nvSpPr>
      <dsp:spPr>
        <a:xfrm>
          <a:off x="0" y="1964606"/>
          <a:ext cx="11211728" cy="1204875"/>
        </a:xfrm>
        <a:prstGeom prst="rect">
          <a:avLst/>
        </a:prstGeom>
        <a:solidFill>
          <a:schemeClr val="lt1">
            <a:alpha val="90000"/>
            <a:hueOff val="0"/>
            <a:satOff val="0"/>
            <a:lumOff val="0"/>
            <a:alphaOff val="0"/>
          </a:schemeClr>
        </a:solidFill>
        <a:ln w="12700" cap="flat" cmpd="sng" algn="ctr">
          <a:solidFill>
            <a:schemeClr val="accent6"/>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155" tIns="354076" rIns="870155"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Randomly choose a word in the sentence and look for its synonym. If that word is present in Walmart list, return its list of synonyms and replace with any of them randomly. If word not found in Walmart list, return nothing. </a:t>
          </a:r>
        </a:p>
      </dsp:txBody>
      <dsp:txXfrm>
        <a:off x="0" y="1964606"/>
        <a:ext cx="11211728" cy="1204875"/>
      </dsp:txXfrm>
    </dsp:sp>
    <dsp:sp modelId="{4F931AB2-0D6D-4D3C-B4CF-AA2C9E60CFB4}">
      <dsp:nvSpPr>
        <dsp:cNvPr id="0" name=""/>
        <dsp:cNvSpPr/>
      </dsp:nvSpPr>
      <dsp:spPr>
        <a:xfrm>
          <a:off x="560586" y="1713686"/>
          <a:ext cx="7848209" cy="501840"/>
        </a:xfrm>
        <a:prstGeom prst="roundRect">
          <a:avLst/>
        </a:prstGeom>
        <a:gradFill rotWithShape="1">
          <a:gsLst>
            <a:gs pos="0">
              <a:schemeClr val="accent6">
                <a:satMod val="103000"/>
                <a:lumMod val="102000"/>
                <a:tint val="94000"/>
              </a:schemeClr>
            </a:gs>
            <a:gs pos="50000">
              <a:schemeClr val="accent6">
                <a:satMod val="110000"/>
                <a:lumMod val="100000"/>
                <a:shade val="100000"/>
              </a:schemeClr>
            </a:gs>
            <a:gs pos="100000">
              <a:schemeClr val="accent6">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6"/>
        </a:lnRef>
        <a:fillRef idx="3">
          <a:schemeClr val="accent6"/>
        </a:fillRef>
        <a:effectRef idx="3">
          <a:schemeClr val="accent6"/>
        </a:effectRef>
        <a:fontRef idx="minor">
          <a:schemeClr val="lt1"/>
        </a:fontRef>
      </dsp:style>
      <dsp:txBody>
        <a:bodyPr spcFirstLastPara="0" vert="horz" wrap="square" lIns="296644" tIns="0" rIns="296644" bIns="0" numCol="1" spcCol="1270" anchor="ctr" anchorCtr="0">
          <a:noAutofit/>
        </a:bodyPr>
        <a:lstStyle/>
        <a:p>
          <a:pPr marL="0" lvl="0" indent="0" algn="l" defTabSz="1422400">
            <a:lnSpc>
              <a:spcPct val="90000"/>
            </a:lnSpc>
            <a:spcBef>
              <a:spcPct val="0"/>
            </a:spcBef>
            <a:spcAft>
              <a:spcPct val="35000"/>
            </a:spcAft>
            <a:buNone/>
          </a:pPr>
          <a:r>
            <a:rPr lang="en-US" sz="3200" kern="1200" dirty="0"/>
            <a:t>Simple Walmart</a:t>
          </a:r>
        </a:p>
      </dsp:txBody>
      <dsp:txXfrm>
        <a:off x="585084" y="1738184"/>
        <a:ext cx="7799213" cy="452844"/>
      </dsp:txXfrm>
    </dsp:sp>
    <dsp:sp modelId="{93CF770A-E78D-45D5-AE26-CCB8B5A717ED}">
      <dsp:nvSpPr>
        <dsp:cNvPr id="0" name=""/>
        <dsp:cNvSpPr/>
      </dsp:nvSpPr>
      <dsp:spPr>
        <a:xfrm>
          <a:off x="0" y="3512201"/>
          <a:ext cx="11211728" cy="1767150"/>
        </a:xfrm>
        <a:prstGeom prst="rect">
          <a:avLst/>
        </a:prstGeom>
        <a:solidFill>
          <a:schemeClr val="lt1">
            <a:alpha val="90000"/>
            <a:hueOff val="0"/>
            <a:satOff val="0"/>
            <a:lumOff val="0"/>
            <a:alphaOff val="0"/>
          </a:schemeClr>
        </a:solidFill>
        <a:ln w="12700" cap="flat" cmpd="sng" algn="ctr">
          <a:solidFill>
            <a:schemeClr val="accent5"/>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870155" tIns="354076" rIns="870155" bIns="120904" numCol="1" spcCol="1270" anchor="t" anchorCtr="0">
          <a:noAutofit/>
        </a:bodyPr>
        <a:lstStyle/>
        <a:p>
          <a:pPr marL="171450" lvl="1" indent="-171450" algn="l" defTabSz="755650">
            <a:lnSpc>
              <a:spcPct val="90000"/>
            </a:lnSpc>
            <a:spcBef>
              <a:spcPct val="0"/>
            </a:spcBef>
            <a:spcAft>
              <a:spcPct val="15000"/>
            </a:spcAft>
            <a:buChar char="•"/>
          </a:pPr>
          <a:r>
            <a:rPr lang="en-US" sz="1700" kern="1200" dirty="0"/>
            <a:t>Set the ratio of verb, noun and adjectives.</a:t>
          </a:r>
        </a:p>
        <a:p>
          <a:pPr marL="171450" lvl="1" indent="-171450" algn="l" defTabSz="755650">
            <a:lnSpc>
              <a:spcPct val="90000"/>
            </a:lnSpc>
            <a:spcBef>
              <a:spcPct val="0"/>
            </a:spcBef>
            <a:spcAft>
              <a:spcPct val="15000"/>
            </a:spcAft>
            <a:buChar char="•"/>
          </a:pPr>
          <a:r>
            <a:rPr lang="en-US" sz="1700" kern="1200" dirty="0"/>
            <a:t>If transformation function for verb is applied, then it will find all the verbs in the sentence, and randomly select any of them to look for synonym.</a:t>
          </a:r>
        </a:p>
        <a:p>
          <a:pPr marL="171450" lvl="1" indent="-171450" algn="l" defTabSz="755650">
            <a:lnSpc>
              <a:spcPct val="90000"/>
            </a:lnSpc>
            <a:spcBef>
              <a:spcPct val="0"/>
            </a:spcBef>
            <a:spcAft>
              <a:spcPct val="15000"/>
            </a:spcAft>
            <a:buChar char="•"/>
          </a:pPr>
          <a:r>
            <a:rPr lang="en-US" sz="1700" kern="1200" dirty="0"/>
            <a:t>If the chosen verb is present in our Walmart list, then it is replaced with anyone of its synonyms, else if the verb is not present then return nothing.</a:t>
          </a:r>
        </a:p>
      </dsp:txBody>
      <dsp:txXfrm>
        <a:off x="0" y="3512201"/>
        <a:ext cx="11211728" cy="1767150"/>
      </dsp:txXfrm>
    </dsp:sp>
    <dsp:sp modelId="{9E66FA2E-830C-4801-9633-B75CE60B3D8C}">
      <dsp:nvSpPr>
        <dsp:cNvPr id="0" name=""/>
        <dsp:cNvSpPr/>
      </dsp:nvSpPr>
      <dsp:spPr>
        <a:xfrm>
          <a:off x="560586" y="3261281"/>
          <a:ext cx="7848209" cy="501840"/>
        </a:xfrm>
        <a:prstGeom prst="roundRect">
          <a:avLst/>
        </a:prstGeom>
        <a:gradFill rotWithShape="1">
          <a:gsLst>
            <a:gs pos="0">
              <a:schemeClr val="accent5">
                <a:satMod val="103000"/>
                <a:lumMod val="102000"/>
                <a:tint val="94000"/>
              </a:schemeClr>
            </a:gs>
            <a:gs pos="50000">
              <a:schemeClr val="accent5">
                <a:satMod val="110000"/>
                <a:lumMod val="100000"/>
                <a:shade val="100000"/>
              </a:schemeClr>
            </a:gs>
            <a:gs pos="100000">
              <a:schemeClr val="accent5">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hemeClr val="accent5"/>
        </a:lnRef>
        <a:fillRef idx="3">
          <a:schemeClr val="accent5"/>
        </a:fillRef>
        <a:effectRef idx="3">
          <a:schemeClr val="accent5"/>
        </a:effectRef>
        <a:fontRef idx="minor">
          <a:schemeClr val="lt1"/>
        </a:fontRef>
      </dsp:style>
      <dsp:txBody>
        <a:bodyPr spcFirstLastPara="0" vert="horz" wrap="square" lIns="296644" tIns="0" rIns="296644" bIns="0" numCol="1" spcCol="1270" anchor="ctr" anchorCtr="0">
          <a:noAutofit/>
        </a:bodyPr>
        <a:lstStyle/>
        <a:p>
          <a:pPr marL="0" lvl="0" indent="0" algn="l" defTabSz="1422400">
            <a:lnSpc>
              <a:spcPct val="90000"/>
            </a:lnSpc>
            <a:spcBef>
              <a:spcPct val="0"/>
            </a:spcBef>
            <a:spcAft>
              <a:spcPct val="35000"/>
            </a:spcAft>
            <a:buNone/>
          </a:pPr>
          <a:r>
            <a:rPr lang="en-US" sz="3200" kern="1200" dirty="0"/>
            <a:t>Complex Walmart</a:t>
          </a:r>
        </a:p>
      </dsp:txBody>
      <dsp:txXfrm>
        <a:off x="585084" y="3285779"/>
        <a:ext cx="7799213" cy="452844"/>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45144D-B56C-4D9E-B13C-1E0C0F297FC5}">
      <dsp:nvSpPr>
        <dsp:cNvPr id="0" name=""/>
        <dsp:cNvSpPr/>
      </dsp:nvSpPr>
      <dsp:spPr>
        <a:xfrm>
          <a:off x="1134" y="0"/>
          <a:ext cx="2212489" cy="545035"/>
        </a:xfrm>
        <a:prstGeom prst="homePlate">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69342" tIns="34671" rIns="17336" bIns="34671" numCol="1" spcCol="1270" anchor="ctr" anchorCtr="0">
          <a:noAutofit/>
        </a:bodyPr>
        <a:lstStyle/>
        <a:p>
          <a:pPr marL="0" lvl="0" indent="0" algn="l" defTabSz="577850">
            <a:lnSpc>
              <a:spcPct val="90000"/>
            </a:lnSpc>
            <a:spcBef>
              <a:spcPct val="0"/>
            </a:spcBef>
            <a:spcAft>
              <a:spcPct val="35000"/>
            </a:spcAft>
            <a:buNone/>
          </a:pPr>
          <a:r>
            <a:rPr lang="en-US" sz="1300" kern="1200" dirty="0"/>
            <a:t>Spell correction (manual &amp; Walmart)</a:t>
          </a:r>
        </a:p>
      </dsp:txBody>
      <dsp:txXfrm>
        <a:off x="1134" y="0"/>
        <a:ext cx="2076230" cy="545035"/>
      </dsp:txXfrm>
    </dsp:sp>
    <dsp:sp modelId="{89C150D6-5B3B-4081-AE70-9E8130210A9C}">
      <dsp:nvSpPr>
        <dsp:cNvPr id="0" name=""/>
        <dsp:cNvSpPr/>
      </dsp:nvSpPr>
      <dsp:spPr>
        <a:xfrm>
          <a:off x="1771126"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Stopwords and Numbers removed</a:t>
          </a:r>
        </a:p>
      </dsp:txBody>
      <dsp:txXfrm>
        <a:off x="2043644" y="0"/>
        <a:ext cx="1667454" cy="545035"/>
      </dsp:txXfrm>
    </dsp:sp>
    <dsp:sp modelId="{FFE7DF76-4792-484F-B7AE-8FA74E7654E6}">
      <dsp:nvSpPr>
        <dsp:cNvPr id="0" name=""/>
        <dsp:cNvSpPr/>
      </dsp:nvSpPr>
      <dsp:spPr>
        <a:xfrm>
          <a:off x="3541117"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Lemmatize words with chars more than 3</a:t>
          </a:r>
        </a:p>
      </dsp:txBody>
      <dsp:txXfrm>
        <a:off x="3813635" y="0"/>
        <a:ext cx="1667454" cy="545035"/>
      </dsp:txXfrm>
    </dsp:sp>
    <dsp:sp modelId="{8C66FF4B-097E-4732-AED2-26DEEDF85B87}">
      <dsp:nvSpPr>
        <dsp:cNvPr id="0" name=""/>
        <dsp:cNvSpPr/>
      </dsp:nvSpPr>
      <dsp:spPr>
        <a:xfrm>
          <a:off x="5311109"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Remove words with 1 and 2 chars</a:t>
          </a:r>
        </a:p>
      </dsp:txBody>
      <dsp:txXfrm>
        <a:off x="5583627" y="0"/>
        <a:ext cx="1667454" cy="545035"/>
      </dsp:txXfrm>
    </dsp:sp>
    <dsp:sp modelId="{2DDCA9B3-0437-46F8-952B-95E21CD23159}">
      <dsp:nvSpPr>
        <dsp:cNvPr id="0" name=""/>
        <dsp:cNvSpPr/>
      </dsp:nvSpPr>
      <dsp:spPr>
        <a:xfrm>
          <a:off x="7081100" y="0"/>
          <a:ext cx="2212489" cy="545035"/>
        </a:xfrm>
        <a:prstGeom prst="chevron">
          <a:avLst/>
        </a:prstGeom>
        <a:solidFill>
          <a:schemeClr val="lt1"/>
        </a:solidFill>
        <a:ln w="12700" cap="flat" cmpd="sng" algn="ctr">
          <a:solidFill>
            <a:schemeClr val="accent3"/>
          </a:solidFill>
          <a:prstDash val="solid"/>
          <a:miter lim="800000"/>
        </a:ln>
        <a:effectLst/>
      </dsp:spPr>
      <dsp:style>
        <a:lnRef idx="2">
          <a:schemeClr val="accent3"/>
        </a:lnRef>
        <a:fillRef idx="1">
          <a:schemeClr val="lt1"/>
        </a:fillRef>
        <a:effectRef idx="0">
          <a:schemeClr val="accent3"/>
        </a:effectRef>
        <a:fontRef idx="minor">
          <a:schemeClr val="dk1"/>
        </a:fontRef>
      </dsp:style>
      <dsp:txBody>
        <a:bodyPr spcFirstLastPara="0" vert="horz" wrap="square" lIns="52007" tIns="34671" rIns="17336" bIns="34671" numCol="1" spcCol="1270" anchor="ctr" anchorCtr="0">
          <a:noAutofit/>
        </a:bodyPr>
        <a:lstStyle/>
        <a:p>
          <a:pPr marL="0" lvl="0" indent="0" algn="ctr" defTabSz="577850">
            <a:lnSpc>
              <a:spcPct val="90000"/>
            </a:lnSpc>
            <a:spcBef>
              <a:spcPct val="0"/>
            </a:spcBef>
            <a:spcAft>
              <a:spcPct val="35000"/>
            </a:spcAft>
            <a:buNone/>
          </a:pPr>
          <a:r>
            <a:rPr lang="en-US" sz="1300" kern="1200" dirty="0"/>
            <a:t>Remove noise words</a:t>
          </a:r>
        </a:p>
      </dsp:txBody>
      <dsp:txXfrm>
        <a:off x="7353618" y="0"/>
        <a:ext cx="1667454" cy="545035"/>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4.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5.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6.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7.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8.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A6385DD-8EB7-40E0-830B-D3BA96938F9D}" type="datetimeFigureOut">
              <a:rPr lang="en-US" smtClean="0"/>
              <a:t>7/16/2021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79862D4-D1FE-4D44-9D30-6726DFE65B69}" type="slidenum">
              <a:rPr lang="en-US" smtClean="0"/>
              <a:t>‹#›</a:t>
            </a:fld>
            <a:endParaRPr lang="en-US"/>
          </a:p>
        </p:txBody>
      </p:sp>
    </p:spTree>
    <p:extLst>
      <p:ext uri="{BB962C8B-B14F-4D97-AF65-F5344CB8AC3E}">
        <p14:creationId xmlns:p14="http://schemas.microsoft.com/office/powerpoint/2010/main" val="884233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79862D4-D1FE-4D44-9D30-6726DFE65B69}" type="slidenum">
              <a:rPr lang="en-US" smtClean="0"/>
              <a:t>9</a:t>
            </a:fld>
            <a:endParaRPr lang="en-US"/>
          </a:p>
        </p:txBody>
      </p:sp>
    </p:spTree>
    <p:extLst>
      <p:ext uri="{BB962C8B-B14F-4D97-AF65-F5344CB8AC3E}">
        <p14:creationId xmlns:p14="http://schemas.microsoft.com/office/powerpoint/2010/main" val="42995066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 Id="rId4" Type="http://schemas.openxmlformats.org/officeDocument/2006/relationships/image" Target="../media/image6.tiff"/></Relationships>
</file>

<file path=ppt/slideLayouts/_rels/slideLayout1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 Id="rId4" Type="http://schemas.openxmlformats.org/officeDocument/2006/relationships/image" Target="../media/image6.tiff"/></Relationships>
</file>

<file path=ppt/slideLayouts/_rels/slideLayout5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5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4.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8.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69.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0.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5.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F332-27FC-0041-99C1-697F936FBEA7}"/>
              </a:ext>
            </a:extLst>
          </p:cNvPr>
          <p:cNvSpPr>
            <a:spLocks noGrp="1"/>
          </p:cNvSpPr>
          <p:nvPr>
            <p:ph type="ctrTitle"/>
          </p:nvPr>
        </p:nvSpPr>
        <p:spPr>
          <a:xfrm>
            <a:off x="1524000" y="1122363"/>
            <a:ext cx="9144000" cy="2387600"/>
          </a:xfrm>
        </p:spPr>
        <p:txBody>
          <a:bodyPr anchor="b"/>
          <a:lstStyle>
            <a:lvl1pPr algn="ctr">
              <a:defRPr sz="6000">
                <a:solidFill>
                  <a:srgbClr val="404041"/>
                </a:solidFill>
              </a:defRPr>
            </a:lvl1pPr>
          </a:lstStyle>
          <a:p>
            <a:r>
              <a:rPr lang="en-US"/>
              <a:t>Click to edit Master title style</a:t>
            </a:r>
          </a:p>
        </p:txBody>
      </p:sp>
      <p:sp>
        <p:nvSpPr>
          <p:cNvPr id="3" name="Subtitle 2">
            <a:extLst>
              <a:ext uri="{FF2B5EF4-FFF2-40B4-BE49-F238E27FC236}">
                <a16:creationId xmlns:a16="http://schemas.microsoft.com/office/drawing/2014/main" id="{1721B105-836F-4240-99C4-9C94064A6D41}"/>
              </a:ext>
            </a:extLst>
          </p:cNvPr>
          <p:cNvSpPr>
            <a:spLocks noGrp="1"/>
          </p:cNvSpPr>
          <p:nvPr>
            <p:ph type="subTitle" idx="1"/>
          </p:nvPr>
        </p:nvSpPr>
        <p:spPr>
          <a:xfrm>
            <a:off x="1524000" y="3602038"/>
            <a:ext cx="9144000" cy="1655762"/>
          </a:xfrm>
        </p:spPr>
        <p:txBody>
          <a:bodyPr/>
          <a:lstStyle>
            <a:lvl1pPr marL="0" indent="0" algn="ctr">
              <a:buNone/>
              <a:defRPr sz="2400">
                <a:solidFill>
                  <a:srgbClr val="40404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72293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F332-27FC-0041-99C1-697F936FBEA7}"/>
              </a:ext>
            </a:extLst>
          </p:cNvPr>
          <p:cNvSpPr>
            <a:spLocks noGrp="1"/>
          </p:cNvSpPr>
          <p:nvPr>
            <p:ph type="ctrTitle"/>
          </p:nvPr>
        </p:nvSpPr>
        <p:spPr>
          <a:xfrm>
            <a:off x="1524000" y="1122363"/>
            <a:ext cx="9144000" cy="2387600"/>
          </a:xfrm>
        </p:spPr>
        <p:txBody>
          <a:bodyPr anchor="b"/>
          <a:lstStyle>
            <a:lvl1pPr algn="ctr">
              <a:defRPr sz="6000">
                <a:solidFill>
                  <a:srgbClr val="404041"/>
                </a:solidFill>
              </a:defRPr>
            </a:lvl1pPr>
          </a:lstStyle>
          <a:p>
            <a:r>
              <a:rPr lang="en-US"/>
              <a:t>Click to edit Master title style</a:t>
            </a:r>
          </a:p>
        </p:txBody>
      </p:sp>
      <p:sp>
        <p:nvSpPr>
          <p:cNvPr id="3" name="Subtitle 2">
            <a:extLst>
              <a:ext uri="{FF2B5EF4-FFF2-40B4-BE49-F238E27FC236}">
                <a16:creationId xmlns:a16="http://schemas.microsoft.com/office/drawing/2014/main" id="{1721B105-836F-4240-99C4-9C94064A6D41}"/>
              </a:ext>
            </a:extLst>
          </p:cNvPr>
          <p:cNvSpPr>
            <a:spLocks noGrp="1"/>
          </p:cNvSpPr>
          <p:nvPr>
            <p:ph type="subTitle" idx="1"/>
          </p:nvPr>
        </p:nvSpPr>
        <p:spPr>
          <a:xfrm>
            <a:off x="1524000" y="3602038"/>
            <a:ext cx="9144000" cy="1655762"/>
          </a:xfrm>
        </p:spPr>
        <p:txBody>
          <a:bodyPr/>
          <a:lstStyle>
            <a:lvl1pPr marL="0" indent="0" algn="ctr">
              <a:buNone/>
              <a:defRPr sz="2400">
                <a:solidFill>
                  <a:srgbClr val="40404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20824011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D7D9-DE4A-EB44-A948-15530EFF93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D69794-85F5-7E4B-AE1F-A684918410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7296297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9DE6-FE4F-204B-8BC8-933D658538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787612-4E26-2446-928F-6FE282247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73426001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6848-AFCE-E64B-81C5-2A272FA0AB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E927D5-6B1B-5C45-A99A-5D170A1CB1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69E8F1-8FC0-7043-9717-C6F81B6BAA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0815604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06A2-451B-8B48-A090-9FF6C8FC5A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F2339B-2E64-4345-BDC0-BB2C19DD75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181859-680F-504A-A71A-82A6EEDA92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136BA2-5963-FA4E-8C76-71FF77365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2717A-C715-0440-A8F9-574C38855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8097394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D88FA-9303-4143-A431-7A4B4A0ACD8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874889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4811534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2993820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110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7" name="Text Placeholder 6"/>
          <p:cNvSpPr>
            <a:spLocks noGrp="1"/>
          </p:cNvSpPr>
          <p:nvPr>
            <p:ph type="body" sz="quarter" idx="12" hasCustomPrompt="1"/>
          </p:nvPr>
        </p:nvSpPr>
        <p:spPr>
          <a:xfrm>
            <a:off x="609600" y="1227667"/>
            <a:ext cx="10972800" cy="365760"/>
          </a:xfrm>
          <a:solidFill>
            <a:schemeClr val="accent1"/>
          </a:solidFill>
        </p:spPr>
        <p:txBody>
          <a:bodyPr anchor="ctr"/>
          <a:lstStyle>
            <a:lvl1pPr marL="0" indent="0" algn="ctr">
              <a:buNone/>
              <a:defRPr>
                <a:solidFill>
                  <a:schemeClr val="bg1"/>
                </a:solidFill>
              </a:defRPr>
            </a:lvl1pPr>
          </a:lstStyle>
          <a:p>
            <a:pPr lvl="0"/>
            <a:r>
              <a:rPr lang="en-US"/>
              <a:t>Keyword here</a:t>
            </a:r>
          </a:p>
        </p:txBody>
      </p:sp>
    </p:spTree>
    <p:extLst>
      <p:ext uri="{BB962C8B-B14F-4D97-AF65-F5344CB8AC3E}">
        <p14:creationId xmlns:p14="http://schemas.microsoft.com/office/powerpoint/2010/main" val="241056167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172" name="Rectangle 4"/>
          <p:cNvSpPr>
            <a:spLocks noGrp="1" noChangeArrowheads="1"/>
          </p:cNvSpPr>
          <p:nvPr>
            <p:ph type="ctrTitle" hasCustomPrompt="1"/>
          </p:nvPr>
        </p:nvSpPr>
        <p:spPr>
          <a:xfrm>
            <a:off x="731520" y="1949414"/>
            <a:ext cx="10728960" cy="666786"/>
          </a:xfrm>
          <a:solidFill>
            <a:schemeClr val="accent1">
              <a:alpha val="0"/>
            </a:schemeClr>
          </a:solidFill>
        </p:spPr>
        <p:txBody>
          <a:bodyPr anchor="b"/>
          <a:lstStyle>
            <a:lvl1pPr algn="ctr">
              <a:defRPr sz="3733">
                <a:solidFill>
                  <a:schemeClr val="accent6"/>
                </a:solidFill>
                <a:latin typeface="Bogle" charset="0"/>
                <a:ea typeface="Bogle" charset="0"/>
                <a:cs typeface="Bogle" charset="0"/>
              </a:defRPr>
            </a:lvl1pPr>
          </a:lstStyle>
          <a:p>
            <a:r>
              <a:rPr lang="en-US"/>
              <a:t>CLICK TO EDIT MASTER TITLE STYLE</a:t>
            </a:r>
          </a:p>
        </p:txBody>
      </p:sp>
      <p:sp>
        <p:nvSpPr>
          <p:cNvPr id="7173" name="Rectangle 5"/>
          <p:cNvSpPr>
            <a:spLocks noGrp="1" noChangeArrowheads="1"/>
          </p:cNvSpPr>
          <p:nvPr>
            <p:ph type="subTitle" idx="1"/>
          </p:nvPr>
        </p:nvSpPr>
        <p:spPr>
          <a:xfrm>
            <a:off x="731520" y="3657603"/>
            <a:ext cx="10728960" cy="853440"/>
          </a:xfrm>
          <a:solidFill>
            <a:schemeClr val="accent1">
              <a:alpha val="0"/>
            </a:schemeClr>
          </a:solidFill>
        </p:spPr>
        <p:txBody>
          <a:bodyPr/>
          <a:lstStyle>
            <a:lvl1pPr marL="0" indent="0" algn="ctr">
              <a:buFont typeface="Times" pitchFamily="18" charset="0"/>
              <a:buNone/>
              <a:defRPr sz="2400">
                <a:solidFill>
                  <a:schemeClr val="tx1">
                    <a:lumMod val="75000"/>
                    <a:lumOff val="25000"/>
                  </a:schemeClr>
                </a:solidFill>
                <a:latin typeface="Bogle" charset="0"/>
                <a:ea typeface="Bogle" charset="0"/>
                <a:cs typeface="Bogle" charset="0"/>
              </a:defRPr>
            </a:lvl1pPr>
          </a:lstStyle>
          <a:p>
            <a:r>
              <a:rPr lang="en-US"/>
              <a:t>Click to edit Master subtitle style</a:t>
            </a:r>
          </a:p>
        </p:txBody>
      </p:sp>
      <p:sp>
        <p:nvSpPr>
          <p:cNvPr id="6" name="Text Placeholder 5"/>
          <p:cNvSpPr>
            <a:spLocks noGrp="1"/>
          </p:cNvSpPr>
          <p:nvPr>
            <p:ph type="body" sz="quarter" idx="12" hasCustomPrompt="1"/>
          </p:nvPr>
        </p:nvSpPr>
        <p:spPr>
          <a:xfrm>
            <a:off x="731520" y="5095240"/>
            <a:ext cx="10728960" cy="365760"/>
          </a:xfrm>
        </p:spPr>
        <p:txBody>
          <a:bodyPr anchor="ctr"/>
          <a:lstStyle>
            <a:lvl1pPr marL="0" indent="0" algn="ctr">
              <a:buNone/>
              <a:defRPr sz="1600" baseline="0">
                <a:latin typeface="Bogle" charset="0"/>
                <a:ea typeface="Bogle" charset="0"/>
                <a:cs typeface="Bogle" charset="0"/>
              </a:defRPr>
            </a:lvl1pPr>
          </a:lstStyle>
          <a:p>
            <a:pPr lvl="0"/>
            <a:r>
              <a:rPr lang="en-US"/>
              <a:t>Click to add date</a:t>
            </a:r>
          </a:p>
        </p:txBody>
      </p:sp>
      <p:sp>
        <p:nvSpPr>
          <p:cNvPr id="4" name="Slide Number Placeholder 3"/>
          <p:cNvSpPr>
            <a:spLocks noGrp="1"/>
          </p:cNvSpPr>
          <p:nvPr>
            <p:ph type="sldNum" sz="quarter" idx="14"/>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2595908"/>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17" name="Straight Connector 16"/>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16" name="Picture 15"/>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2"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0704553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5575846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11040"/>
          </a:xfrm>
        </p:spPr>
        <p:txBody>
          <a:bodyPr/>
          <a:lstStyle>
            <a:lvl1pPr>
              <a:defRPr>
                <a:latin typeface="Bogle" charset="0"/>
                <a:ea typeface="Bogle" charset="0"/>
                <a:cs typeface="Bogle" charset="0"/>
              </a:defRPr>
            </a:lvl1pPr>
            <a:lvl2pPr>
              <a:defRPr>
                <a:latin typeface="Bogle" charset="0"/>
                <a:ea typeface="Bogle" charset="0"/>
                <a:cs typeface="Bogle" charset="0"/>
              </a:defRPr>
            </a:lvl2pPr>
            <a:lvl3pPr>
              <a:defRPr>
                <a:latin typeface="Bogle" charset="0"/>
                <a:ea typeface="Bogle" charset="0"/>
                <a:cs typeface="Bogle" charset="0"/>
              </a:defRPr>
            </a:lvl3pPr>
            <a:lvl4pPr>
              <a:defRPr>
                <a:latin typeface="Bogle" charset="0"/>
                <a:ea typeface="Bogle" charset="0"/>
                <a:cs typeface="Bogle" charset="0"/>
              </a:defRPr>
            </a:lvl4pPr>
            <a:lvl5pPr>
              <a:defRPr>
                <a:latin typeface="Bogle" charset="0"/>
                <a:ea typeface="Bogle" charset="0"/>
                <a:cs typeface="Bogle"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Text Placeholder 6"/>
          <p:cNvSpPr>
            <a:spLocks noGrp="1"/>
          </p:cNvSpPr>
          <p:nvPr>
            <p:ph type="body" sz="quarter" idx="12" hasCustomPrompt="1"/>
          </p:nvPr>
        </p:nvSpPr>
        <p:spPr>
          <a:xfrm>
            <a:off x="609600" y="1227667"/>
            <a:ext cx="10972800" cy="365760"/>
          </a:xfrm>
          <a:solidFill>
            <a:schemeClr val="accent6"/>
          </a:solidFill>
        </p:spPr>
        <p:txBody>
          <a:bodyPr anchor="ctr"/>
          <a:lstStyle>
            <a:lvl1pPr marL="0" indent="0" algn="ctr">
              <a:buNone/>
              <a:defRPr>
                <a:solidFill>
                  <a:schemeClr val="bg1"/>
                </a:solidFill>
                <a:latin typeface="Bogle" charset="0"/>
                <a:ea typeface="Bogle" charset="0"/>
                <a:cs typeface="Bogle" charset="0"/>
              </a:defRPr>
            </a:lvl1pPr>
          </a:lstStyle>
          <a:p>
            <a:pPr lvl="0"/>
            <a:r>
              <a:rPr lang="en-US"/>
              <a:t>Keyword here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53522321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pic>
        <p:nvPicPr>
          <p:cNvPr id="13" name="Picture 12"/>
          <p:cNvPicPr>
            <a:picLocks noChangeAspect="1"/>
          </p:cNvPicPr>
          <p:nvPr userDrawn="1"/>
        </p:nvPicPr>
        <p:blipFill>
          <a:blip r:embed="rId4"/>
          <a:stretch>
            <a:fillRect/>
          </a:stretch>
        </p:blipFill>
        <p:spPr>
          <a:xfrm>
            <a:off x="5283200" y="81492"/>
            <a:ext cx="1828800" cy="2997200"/>
          </a:xfrm>
          <a:prstGeom prst="rect">
            <a:avLst/>
          </a:prstGeom>
        </p:spPr>
      </p:pic>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126374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5" name="object 17"/>
          <p:cNvSpPr/>
          <p:nvPr userDrawn="1"/>
        </p:nvSpPr>
        <p:spPr>
          <a:xfrm>
            <a:off x="5494693" y="496209"/>
            <a:ext cx="1422400" cy="2411647"/>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FFC21F"/>
          </a:solidFill>
        </p:spPr>
        <p:txBody>
          <a:bodyPr wrap="square" lIns="0" tIns="0" rIns="0" bIns="0" rtlCol="0"/>
          <a:lstStyle/>
          <a:p>
            <a:endParaRPr sz="2400">
              <a:latin typeface="Bogle" charset="0"/>
              <a:ea typeface="Bogle" charset="0"/>
              <a:cs typeface="Bogle" charset="0"/>
            </a:endParaRPr>
          </a:p>
        </p:txBody>
      </p:sp>
    </p:spTree>
    <p:extLst>
      <p:ext uri="{BB962C8B-B14F-4D97-AF65-F5344CB8AC3E}">
        <p14:creationId xmlns:p14="http://schemas.microsoft.com/office/powerpoint/2010/main" val="176701976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3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object 24"/>
          <p:cNvSpPr/>
          <p:nvPr userDrawn="1"/>
        </p:nvSpPr>
        <p:spPr>
          <a:xfrm>
            <a:off x="5486400" y="423029"/>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59"/>
                </a:lnTo>
                <a:lnTo>
                  <a:pt x="332191" y="42225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5BC678"/>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23082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8" name="object 31"/>
          <p:cNvSpPr/>
          <p:nvPr userDrawn="1"/>
        </p:nvSpPr>
        <p:spPr>
          <a:xfrm>
            <a:off x="5486400" y="442015"/>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0BAFF3"/>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16912684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5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object 38"/>
          <p:cNvSpPr/>
          <p:nvPr userDrawn="1"/>
        </p:nvSpPr>
        <p:spPr>
          <a:xfrm>
            <a:off x="5465442" y="403160"/>
            <a:ext cx="1544959" cy="2619441"/>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DA52D4"/>
          </a:solidFill>
        </p:spPr>
        <p:txBody>
          <a:bodyPr wrap="square" lIns="0" tIns="0" rIns="0" bIns="0" rtlCol="0"/>
          <a:lstStyle/>
          <a:p>
            <a:endParaRPr sz="2400">
              <a:latin typeface="Bogle" charset="0"/>
              <a:ea typeface="Bogle" charset="0"/>
              <a:cs typeface="Bogle" charset="0"/>
            </a:endParaRPr>
          </a:p>
        </p:txBody>
      </p:sp>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230543118"/>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16" name="Freeform 101"/>
          <p:cNvSpPr>
            <a:spLocks noEditPoints="1"/>
          </p:cNvSpPr>
          <p:nvPr userDrawn="1"/>
        </p:nvSpPr>
        <p:spPr bwMode="auto">
          <a:xfrm>
            <a:off x="5283200" y="1294709"/>
            <a:ext cx="1625600" cy="1503955"/>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67917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Matrix">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5"/>
          <p:cNvSpPr>
            <a:spLocks noEditPoints="1"/>
          </p:cNvSpPr>
          <p:nvPr userDrawn="1"/>
        </p:nvSpPr>
        <p:spPr bwMode="auto">
          <a:xfrm>
            <a:off x="5273189" y="1318685"/>
            <a:ext cx="1645625" cy="1297516"/>
          </a:xfrm>
          <a:custGeom>
            <a:avLst/>
            <a:gdLst/>
            <a:ahLst/>
            <a:cxnLst>
              <a:cxn ang="0">
                <a:pos x="17" y="16"/>
              </a:cxn>
              <a:cxn ang="0">
                <a:pos x="0" y="12"/>
              </a:cxn>
              <a:cxn ang="0">
                <a:pos x="4" y="0"/>
              </a:cxn>
              <a:cxn ang="0">
                <a:pos x="21" y="4"/>
              </a:cxn>
              <a:cxn ang="0">
                <a:pos x="21" y="33"/>
              </a:cxn>
              <a:cxn ang="0">
                <a:pos x="4" y="36"/>
              </a:cxn>
              <a:cxn ang="0">
                <a:pos x="0" y="25"/>
              </a:cxn>
              <a:cxn ang="0">
                <a:pos x="17" y="21"/>
              </a:cxn>
              <a:cxn ang="0">
                <a:pos x="21" y="33"/>
              </a:cxn>
              <a:cxn ang="0">
                <a:pos x="17" y="57"/>
              </a:cxn>
              <a:cxn ang="0">
                <a:pos x="0" y="53"/>
              </a:cxn>
              <a:cxn ang="0">
                <a:pos x="4" y="42"/>
              </a:cxn>
              <a:cxn ang="0">
                <a:pos x="21" y="45"/>
              </a:cxn>
              <a:cxn ang="0">
                <a:pos x="47" y="12"/>
              </a:cxn>
              <a:cxn ang="0">
                <a:pos x="30" y="16"/>
              </a:cxn>
              <a:cxn ang="0">
                <a:pos x="26" y="4"/>
              </a:cxn>
              <a:cxn ang="0">
                <a:pos x="43" y="0"/>
              </a:cxn>
              <a:cxn ang="0">
                <a:pos x="47" y="12"/>
              </a:cxn>
              <a:cxn ang="0">
                <a:pos x="43" y="36"/>
              </a:cxn>
              <a:cxn ang="0">
                <a:pos x="26" y="33"/>
              </a:cxn>
              <a:cxn ang="0">
                <a:pos x="30" y="21"/>
              </a:cxn>
              <a:cxn ang="0">
                <a:pos x="47" y="25"/>
              </a:cxn>
              <a:cxn ang="0">
                <a:pos x="47" y="53"/>
              </a:cxn>
              <a:cxn ang="0">
                <a:pos x="30" y="57"/>
              </a:cxn>
              <a:cxn ang="0">
                <a:pos x="26" y="45"/>
              </a:cxn>
              <a:cxn ang="0">
                <a:pos x="43" y="42"/>
              </a:cxn>
              <a:cxn ang="0">
                <a:pos x="47" y="53"/>
              </a:cxn>
              <a:cxn ang="0">
                <a:pos x="69" y="16"/>
              </a:cxn>
              <a:cxn ang="0">
                <a:pos x="52" y="12"/>
              </a:cxn>
              <a:cxn ang="0">
                <a:pos x="56" y="0"/>
              </a:cxn>
              <a:cxn ang="0">
                <a:pos x="72" y="4"/>
              </a:cxn>
              <a:cxn ang="0">
                <a:pos x="72" y="33"/>
              </a:cxn>
              <a:cxn ang="0">
                <a:pos x="56" y="36"/>
              </a:cxn>
              <a:cxn ang="0">
                <a:pos x="52" y="25"/>
              </a:cxn>
              <a:cxn ang="0">
                <a:pos x="69" y="21"/>
              </a:cxn>
              <a:cxn ang="0">
                <a:pos x="72" y="33"/>
              </a:cxn>
              <a:cxn ang="0">
                <a:pos x="69" y="57"/>
              </a:cxn>
              <a:cxn ang="0">
                <a:pos x="52" y="53"/>
              </a:cxn>
              <a:cxn ang="0">
                <a:pos x="56" y="42"/>
              </a:cxn>
              <a:cxn ang="0">
                <a:pos x="72" y="45"/>
              </a:cxn>
            </a:cxnLst>
            <a:rect l="0" t="0" r="r" b="b"/>
            <a:pathLst>
              <a:path w="72" h="57">
                <a:moveTo>
                  <a:pt x="21" y="12"/>
                </a:moveTo>
                <a:cubicBezTo>
                  <a:pt x="21" y="14"/>
                  <a:pt x="19" y="16"/>
                  <a:pt x="17" y="16"/>
                </a:cubicBezTo>
                <a:cubicBezTo>
                  <a:pt x="4" y="16"/>
                  <a:pt x="4" y="16"/>
                  <a:pt x="4" y="16"/>
                </a:cubicBezTo>
                <a:cubicBezTo>
                  <a:pt x="2" y="16"/>
                  <a:pt x="0" y="14"/>
                  <a:pt x="0" y="12"/>
                </a:cubicBezTo>
                <a:cubicBezTo>
                  <a:pt x="0" y="4"/>
                  <a:pt x="0" y="4"/>
                  <a:pt x="0" y="4"/>
                </a:cubicBezTo>
                <a:cubicBezTo>
                  <a:pt x="0" y="2"/>
                  <a:pt x="2" y="0"/>
                  <a:pt x="4" y="0"/>
                </a:cubicBezTo>
                <a:cubicBezTo>
                  <a:pt x="17" y="0"/>
                  <a:pt x="17" y="0"/>
                  <a:pt x="17" y="0"/>
                </a:cubicBezTo>
                <a:cubicBezTo>
                  <a:pt x="19" y="0"/>
                  <a:pt x="21" y="2"/>
                  <a:pt x="21" y="4"/>
                </a:cubicBezTo>
                <a:lnTo>
                  <a:pt x="21" y="12"/>
                </a:lnTo>
                <a:close/>
                <a:moveTo>
                  <a:pt x="21" y="33"/>
                </a:moveTo>
                <a:cubicBezTo>
                  <a:pt x="21" y="35"/>
                  <a:pt x="19" y="36"/>
                  <a:pt x="17" y="36"/>
                </a:cubicBezTo>
                <a:cubicBezTo>
                  <a:pt x="4" y="36"/>
                  <a:pt x="4" y="36"/>
                  <a:pt x="4" y="36"/>
                </a:cubicBezTo>
                <a:cubicBezTo>
                  <a:pt x="2" y="36"/>
                  <a:pt x="0" y="35"/>
                  <a:pt x="0" y="33"/>
                </a:cubicBezTo>
                <a:cubicBezTo>
                  <a:pt x="0" y="25"/>
                  <a:pt x="0" y="25"/>
                  <a:pt x="0" y="25"/>
                </a:cubicBezTo>
                <a:cubicBezTo>
                  <a:pt x="0" y="23"/>
                  <a:pt x="2" y="21"/>
                  <a:pt x="4" y="21"/>
                </a:cubicBezTo>
                <a:cubicBezTo>
                  <a:pt x="17" y="21"/>
                  <a:pt x="17" y="21"/>
                  <a:pt x="17" y="21"/>
                </a:cubicBezTo>
                <a:cubicBezTo>
                  <a:pt x="19" y="21"/>
                  <a:pt x="21" y="23"/>
                  <a:pt x="21" y="25"/>
                </a:cubicBezTo>
                <a:lnTo>
                  <a:pt x="21" y="33"/>
                </a:lnTo>
                <a:close/>
                <a:moveTo>
                  <a:pt x="21" y="53"/>
                </a:moveTo>
                <a:cubicBezTo>
                  <a:pt x="21" y="55"/>
                  <a:pt x="19" y="57"/>
                  <a:pt x="17" y="57"/>
                </a:cubicBezTo>
                <a:cubicBezTo>
                  <a:pt x="4" y="57"/>
                  <a:pt x="4" y="57"/>
                  <a:pt x="4" y="57"/>
                </a:cubicBezTo>
                <a:cubicBezTo>
                  <a:pt x="2" y="57"/>
                  <a:pt x="0" y="55"/>
                  <a:pt x="0" y="53"/>
                </a:cubicBezTo>
                <a:cubicBezTo>
                  <a:pt x="0" y="45"/>
                  <a:pt x="0" y="45"/>
                  <a:pt x="0" y="45"/>
                </a:cubicBezTo>
                <a:cubicBezTo>
                  <a:pt x="0" y="43"/>
                  <a:pt x="2" y="42"/>
                  <a:pt x="4" y="42"/>
                </a:cubicBezTo>
                <a:cubicBezTo>
                  <a:pt x="17" y="42"/>
                  <a:pt x="17" y="42"/>
                  <a:pt x="17" y="42"/>
                </a:cubicBezTo>
                <a:cubicBezTo>
                  <a:pt x="19" y="42"/>
                  <a:pt x="21" y="43"/>
                  <a:pt x="21" y="45"/>
                </a:cubicBezTo>
                <a:lnTo>
                  <a:pt x="21" y="53"/>
                </a:lnTo>
                <a:close/>
                <a:moveTo>
                  <a:pt x="47" y="12"/>
                </a:moveTo>
                <a:cubicBezTo>
                  <a:pt x="47" y="14"/>
                  <a:pt x="45" y="16"/>
                  <a:pt x="43" y="16"/>
                </a:cubicBezTo>
                <a:cubicBezTo>
                  <a:pt x="30" y="16"/>
                  <a:pt x="30" y="16"/>
                  <a:pt x="30" y="16"/>
                </a:cubicBezTo>
                <a:cubicBezTo>
                  <a:pt x="28" y="16"/>
                  <a:pt x="26" y="14"/>
                  <a:pt x="26" y="12"/>
                </a:cubicBezTo>
                <a:cubicBezTo>
                  <a:pt x="26" y="4"/>
                  <a:pt x="26" y="4"/>
                  <a:pt x="26" y="4"/>
                </a:cubicBezTo>
                <a:cubicBezTo>
                  <a:pt x="26" y="2"/>
                  <a:pt x="28" y="0"/>
                  <a:pt x="30" y="0"/>
                </a:cubicBezTo>
                <a:cubicBezTo>
                  <a:pt x="43" y="0"/>
                  <a:pt x="43" y="0"/>
                  <a:pt x="43" y="0"/>
                </a:cubicBezTo>
                <a:cubicBezTo>
                  <a:pt x="45" y="0"/>
                  <a:pt x="47" y="2"/>
                  <a:pt x="47" y="4"/>
                </a:cubicBezTo>
                <a:lnTo>
                  <a:pt x="47" y="12"/>
                </a:lnTo>
                <a:close/>
                <a:moveTo>
                  <a:pt x="47" y="33"/>
                </a:moveTo>
                <a:cubicBezTo>
                  <a:pt x="47" y="35"/>
                  <a:pt x="45" y="36"/>
                  <a:pt x="43" y="36"/>
                </a:cubicBezTo>
                <a:cubicBezTo>
                  <a:pt x="30" y="36"/>
                  <a:pt x="30" y="36"/>
                  <a:pt x="30" y="36"/>
                </a:cubicBezTo>
                <a:cubicBezTo>
                  <a:pt x="28" y="36"/>
                  <a:pt x="26" y="35"/>
                  <a:pt x="26" y="33"/>
                </a:cubicBezTo>
                <a:cubicBezTo>
                  <a:pt x="26" y="25"/>
                  <a:pt x="26" y="25"/>
                  <a:pt x="26" y="25"/>
                </a:cubicBezTo>
                <a:cubicBezTo>
                  <a:pt x="26" y="23"/>
                  <a:pt x="28" y="21"/>
                  <a:pt x="30" y="21"/>
                </a:cubicBezTo>
                <a:cubicBezTo>
                  <a:pt x="43" y="21"/>
                  <a:pt x="43" y="21"/>
                  <a:pt x="43" y="21"/>
                </a:cubicBezTo>
                <a:cubicBezTo>
                  <a:pt x="45" y="21"/>
                  <a:pt x="47" y="23"/>
                  <a:pt x="47" y="25"/>
                </a:cubicBezTo>
                <a:lnTo>
                  <a:pt x="47" y="33"/>
                </a:lnTo>
                <a:close/>
                <a:moveTo>
                  <a:pt x="47" y="53"/>
                </a:moveTo>
                <a:cubicBezTo>
                  <a:pt x="47" y="55"/>
                  <a:pt x="45" y="57"/>
                  <a:pt x="43" y="57"/>
                </a:cubicBezTo>
                <a:cubicBezTo>
                  <a:pt x="30" y="57"/>
                  <a:pt x="30" y="57"/>
                  <a:pt x="30" y="57"/>
                </a:cubicBezTo>
                <a:cubicBezTo>
                  <a:pt x="28" y="57"/>
                  <a:pt x="26" y="55"/>
                  <a:pt x="26" y="53"/>
                </a:cubicBezTo>
                <a:cubicBezTo>
                  <a:pt x="26" y="45"/>
                  <a:pt x="26" y="45"/>
                  <a:pt x="26" y="45"/>
                </a:cubicBezTo>
                <a:cubicBezTo>
                  <a:pt x="26" y="43"/>
                  <a:pt x="28" y="42"/>
                  <a:pt x="30" y="42"/>
                </a:cubicBezTo>
                <a:cubicBezTo>
                  <a:pt x="43" y="42"/>
                  <a:pt x="43" y="42"/>
                  <a:pt x="43" y="42"/>
                </a:cubicBezTo>
                <a:cubicBezTo>
                  <a:pt x="45" y="42"/>
                  <a:pt x="47" y="43"/>
                  <a:pt x="47" y="45"/>
                </a:cubicBezTo>
                <a:lnTo>
                  <a:pt x="47" y="53"/>
                </a:lnTo>
                <a:close/>
                <a:moveTo>
                  <a:pt x="72" y="12"/>
                </a:moveTo>
                <a:cubicBezTo>
                  <a:pt x="72" y="14"/>
                  <a:pt x="71" y="16"/>
                  <a:pt x="69" y="16"/>
                </a:cubicBezTo>
                <a:cubicBezTo>
                  <a:pt x="56" y="16"/>
                  <a:pt x="56" y="16"/>
                  <a:pt x="56" y="16"/>
                </a:cubicBezTo>
                <a:cubicBezTo>
                  <a:pt x="54" y="16"/>
                  <a:pt x="52" y="14"/>
                  <a:pt x="52" y="12"/>
                </a:cubicBezTo>
                <a:cubicBezTo>
                  <a:pt x="52" y="4"/>
                  <a:pt x="52" y="4"/>
                  <a:pt x="52" y="4"/>
                </a:cubicBezTo>
                <a:cubicBezTo>
                  <a:pt x="52" y="2"/>
                  <a:pt x="54" y="0"/>
                  <a:pt x="56" y="0"/>
                </a:cubicBezTo>
                <a:cubicBezTo>
                  <a:pt x="69" y="0"/>
                  <a:pt x="69" y="0"/>
                  <a:pt x="69" y="0"/>
                </a:cubicBezTo>
                <a:cubicBezTo>
                  <a:pt x="71" y="0"/>
                  <a:pt x="72" y="2"/>
                  <a:pt x="72" y="4"/>
                </a:cubicBezTo>
                <a:lnTo>
                  <a:pt x="72" y="12"/>
                </a:lnTo>
                <a:close/>
                <a:moveTo>
                  <a:pt x="72" y="33"/>
                </a:moveTo>
                <a:cubicBezTo>
                  <a:pt x="72" y="35"/>
                  <a:pt x="71" y="36"/>
                  <a:pt x="69" y="36"/>
                </a:cubicBezTo>
                <a:cubicBezTo>
                  <a:pt x="56" y="36"/>
                  <a:pt x="56" y="36"/>
                  <a:pt x="56" y="36"/>
                </a:cubicBezTo>
                <a:cubicBezTo>
                  <a:pt x="54" y="36"/>
                  <a:pt x="52" y="35"/>
                  <a:pt x="52" y="33"/>
                </a:cubicBezTo>
                <a:cubicBezTo>
                  <a:pt x="52" y="25"/>
                  <a:pt x="52" y="25"/>
                  <a:pt x="52" y="25"/>
                </a:cubicBezTo>
                <a:cubicBezTo>
                  <a:pt x="52" y="23"/>
                  <a:pt x="54" y="21"/>
                  <a:pt x="56" y="21"/>
                </a:cubicBezTo>
                <a:cubicBezTo>
                  <a:pt x="69" y="21"/>
                  <a:pt x="69" y="21"/>
                  <a:pt x="69" y="21"/>
                </a:cubicBezTo>
                <a:cubicBezTo>
                  <a:pt x="71" y="21"/>
                  <a:pt x="72" y="23"/>
                  <a:pt x="72" y="25"/>
                </a:cubicBezTo>
                <a:lnTo>
                  <a:pt x="72" y="33"/>
                </a:lnTo>
                <a:close/>
                <a:moveTo>
                  <a:pt x="72" y="53"/>
                </a:moveTo>
                <a:cubicBezTo>
                  <a:pt x="72" y="55"/>
                  <a:pt x="71" y="57"/>
                  <a:pt x="69" y="57"/>
                </a:cubicBezTo>
                <a:cubicBezTo>
                  <a:pt x="56" y="57"/>
                  <a:pt x="56" y="57"/>
                  <a:pt x="56" y="57"/>
                </a:cubicBezTo>
                <a:cubicBezTo>
                  <a:pt x="54" y="57"/>
                  <a:pt x="52" y="55"/>
                  <a:pt x="52" y="53"/>
                </a:cubicBezTo>
                <a:cubicBezTo>
                  <a:pt x="52" y="45"/>
                  <a:pt x="52" y="45"/>
                  <a:pt x="52" y="45"/>
                </a:cubicBezTo>
                <a:cubicBezTo>
                  <a:pt x="52" y="43"/>
                  <a:pt x="54" y="42"/>
                  <a:pt x="56" y="42"/>
                </a:cubicBezTo>
                <a:cubicBezTo>
                  <a:pt x="69" y="42"/>
                  <a:pt x="69" y="42"/>
                  <a:pt x="69" y="42"/>
                </a:cubicBezTo>
                <a:cubicBezTo>
                  <a:pt x="71" y="42"/>
                  <a:pt x="72" y="43"/>
                  <a:pt x="72" y="45"/>
                </a:cubicBezTo>
                <a:lnTo>
                  <a:pt x="72" y="53"/>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9364201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Flowchar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145"/>
          <p:cNvSpPr>
            <a:spLocks/>
          </p:cNvSpPr>
          <p:nvPr userDrawn="1"/>
        </p:nvSpPr>
        <p:spPr bwMode="auto">
          <a:xfrm>
            <a:off x="5292585" y="1230595"/>
            <a:ext cx="1606833" cy="1385605"/>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769362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Tre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29"/>
          <p:cNvSpPr>
            <a:spLocks/>
          </p:cNvSpPr>
          <p:nvPr userDrawn="1"/>
        </p:nvSpPr>
        <p:spPr bwMode="auto">
          <a:xfrm>
            <a:off x="5583767" y="1363136"/>
            <a:ext cx="1024467" cy="1253064"/>
          </a:xfrm>
          <a:custGeom>
            <a:avLst/>
            <a:gdLst/>
            <a:ahLst/>
            <a:cxnLst>
              <a:cxn ang="0">
                <a:pos x="53" y="58"/>
              </a:cxn>
              <a:cxn ang="0">
                <a:pos x="36" y="58"/>
              </a:cxn>
              <a:cxn ang="0">
                <a:pos x="36" y="65"/>
              </a:cxn>
              <a:cxn ang="0">
                <a:pos x="34" y="68"/>
              </a:cxn>
              <a:cxn ang="0">
                <a:pos x="22" y="68"/>
              </a:cxn>
              <a:cxn ang="0">
                <a:pos x="20" y="65"/>
              </a:cxn>
              <a:cxn ang="0">
                <a:pos x="20" y="58"/>
              </a:cxn>
              <a:cxn ang="0">
                <a:pos x="2" y="58"/>
              </a:cxn>
              <a:cxn ang="0">
                <a:pos x="0" y="56"/>
              </a:cxn>
              <a:cxn ang="0">
                <a:pos x="1" y="54"/>
              </a:cxn>
              <a:cxn ang="0">
                <a:pos x="16" y="39"/>
              </a:cxn>
              <a:cxn ang="0">
                <a:pos x="7" y="39"/>
              </a:cxn>
              <a:cxn ang="0">
                <a:pos x="5" y="36"/>
              </a:cxn>
              <a:cxn ang="0">
                <a:pos x="6" y="34"/>
              </a:cxn>
              <a:cxn ang="0">
                <a:pos x="21" y="19"/>
              </a:cxn>
              <a:cxn ang="0">
                <a:pos x="13" y="19"/>
              </a:cxn>
              <a:cxn ang="0">
                <a:pos x="11" y="17"/>
              </a:cxn>
              <a:cxn ang="0">
                <a:pos x="12" y="15"/>
              </a:cxn>
              <a:cxn ang="0">
                <a:pos x="26" y="0"/>
              </a:cxn>
              <a:cxn ang="0">
                <a:pos x="28" y="0"/>
              </a:cxn>
              <a:cxn ang="0">
                <a:pos x="30" y="0"/>
              </a:cxn>
              <a:cxn ang="0">
                <a:pos x="44" y="15"/>
              </a:cxn>
              <a:cxn ang="0">
                <a:pos x="45" y="17"/>
              </a:cxn>
              <a:cxn ang="0">
                <a:pos x="42" y="19"/>
              </a:cxn>
              <a:cxn ang="0">
                <a:pos x="35" y="19"/>
              </a:cxn>
              <a:cxn ang="0">
                <a:pos x="50" y="34"/>
              </a:cxn>
              <a:cxn ang="0">
                <a:pos x="51" y="36"/>
              </a:cxn>
              <a:cxn ang="0">
                <a:pos x="49" y="39"/>
              </a:cxn>
              <a:cxn ang="0">
                <a:pos x="40" y="39"/>
              </a:cxn>
              <a:cxn ang="0">
                <a:pos x="55" y="54"/>
              </a:cxn>
              <a:cxn ang="0">
                <a:pos x="56" y="56"/>
              </a:cxn>
              <a:cxn ang="0">
                <a:pos x="53" y="58"/>
              </a:cxn>
            </a:cxnLst>
            <a:rect l="0" t="0" r="r" b="b"/>
            <a:pathLst>
              <a:path w="56" h="68">
                <a:moveTo>
                  <a:pt x="53" y="58"/>
                </a:moveTo>
                <a:cubicBezTo>
                  <a:pt x="36" y="58"/>
                  <a:pt x="36" y="58"/>
                  <a:pt x="36" y="58"/>
                </a:cubicBezTo>
                <a:cubicBezTo>
                  <a:pt x="36" y="60"/>
                  <a:pt x="36" y="63"/>
                  <a:pt x="36" y="65"/>
                </a:cubicBezTo>
                <a:cubicBezTo>
                  <a:pt x="36" y="67"/>
                  <a:pt x="35" y="68"/>
                  <a:pt x="34" y="68"/>
                </a:cubicBezTo>
                <a:cubicBezTo>
                  <a:pt x="22" y="68"/>
                  <a:pt x="22" y="68"/>
                  <a:pt x="22" y="68"/>
                </a:cubicBezTo>
                <a:cubicBezTo>
                  <a:pt x="21" y="68"/>
                  <a:pt x="20" y="67"/>
                  <a:pt x="20" y="65"/>
                </a:cubicBezTo>
                <a:cubicBezTo>
                  <a:pt x="20" y="63"/>
                  <a:pt x="20" y="60"/>
                  <a:pt x="20" y="58"/>
                </a:cubicBezTo>
                <a:cubicBezTo>
                  <a:pt x="2" y="58"/>
                  <a:pt x="2" y="58"/>
                  <a:pt x="2" y="58"/>
                </a:cubicBezTo>
                <a:cubicBezTo>
                  <a:pt x="1" y="58"/>
                  <a:pt x="0" y="57"/>
                  <a:pt x="0" y="56"/>
                </a:cubicBezTo>
                <a:cubicBezTo>
                  <a:pt x="0" y="55"/>
                  <a:pt x="0" y="54"/>
                  <a:pt x="1" y="54"/>
                </a:cubicBezTo>
                <a:cubicBezTo>
                  <a:pt x="16" y="39"/>
                  <a:pt x="16" y="39"/>
                  <a:pt x="16" y="39"/>
                </a:cubicBezTo>
                <a:cubicBezTo>
                  <a:pt x="7" y="39"/>
                  <a:pt x="7" y="39"/>
                  <a:pt x="7" y="39"/>
                </a:cubicBezTo>
                <a:cubicBezTo>
                  <a:pt x="6" y="39"/>
                  <a:pt x="5" y="37"/>
                  <a:pt x="5" y="36"/>
                </a:cubicBezTo>
                <a:cubicBezTo>
                  <a:pt x="5" y="35"/>
                  <a:pt x="5" y="35"/>
                  <a:pt x="6" y="34"/>
                </a:cubicBezTo>
                <a:cubicBezTo>
                  <a:pt x="21" y="19"/>
                  <a:pt x="21" y="19"/>
                  <a:pt x="21" y="19"/>
                </a:cubicBezTo>
                <a:cubicBezTo>
                  <a:pt x="13" y="19"/>
                  <a:pt x="13" y="19"/>
                  <a:pt x="13" y="19"/>
                </a:cubicBezTo>
                <a:cubicBezTo>
                  <a:pt x="12" y="19"/>
                  <a:pt x="11" y="18"/>
                  <a:pt x="11" y="17"/>
                </a:cubicBezTo>
                <a:cubicBezTo>
                  <a:pt x="11" y="16"/>
                  <a:pt x="11" y="15"/>
                  <a:pt x="12" y="15"/>
                </a:cubicBezTo>
                <a:cubicBezTo>
                  <a:pt x="26" y="0"/>
                  <a:pt x="26" y="0"/>
                  <a:pt x="26" y="0"/>
                </a:cubicBezTo>
                <a:cubicBezTo>
                  <a:pt x="27" y="0"/>
                  <a:pt x="27" y="0"/>
                  <a:pt x="28" y="0"/>
                </a:cubicBezTo>
                <a:cubicBezTo>
                  <a:pt x="29" y="0"/>
                  <a:pt x="29" y="0"/>
                  <a:pt x="30" y="0"/>
                </a:cubicBezTo>
                <a:cubicBezTo>
                  <a:pt x="44" y="15"/>
                  <a:pt x="44" y="15"/>
                  <a:pt x="44" y="15"/>
                </a:cubicBezTo>
                <a:cubicBezTo>
                  <a:pt x="45" y="15"/>
                  <a:pt x="45" y="16"/>
                  <a:pt x="45" y="17"/>
                </a:cubicBezTo>
                <a:cubicBezTo>
                  <a:pt x="45" y="18"/>
                  <a:pt x="44" y="19"/>
                  <a:pt x="42" y="19"/>
                </a:cubicBezTo>
                <a:cubicBezTo>
                  <a:pt x="35" y="19"/>
                  <a:pt x="35" y="19"/>
                  <a:pt x="35" y="19"/>
                </a:cubicBezTo>
                <a:cubicBezTo>
                  <a:pt x="50" y="34"/>
                  <a:pt x="50" y="34"/>
                  <a:pt x="50" y="34"/>
                </a:cubicBezTo>
                <a:cubicBezTo>
                  <a:pt x="51" y="35"/>
                  <a:pt x="51" y="35"/>
                  <a:pt x="51" y="36"/>
                </a:cubicBezTo>
                <a:cubicBezTo>
                  <a:pt x="51" y="37"/>
                  <a:pt x="50" y="39"/>
                  <a:pt x="49" y="39"/>
                </a:cubicBezTo>
                <a:cubicBezTo>
                  <a:pt x="40" y="39"/>
                  <a:pt x="40" y="39"/>
                  <a:pt x="40" y="39"/>
                </a:cubicBezTo>
                <a:cubicBezTo>
                  <a:pt x="55" y="54"/>
                  <a:pt x="55" y="54"/>
                  <a:pt x="55" y="54"/>
                </a:cubicBezTo>
                <a:cubicBezTo>
                  <a:pt x="56" y="54"/>
                  <a:pt x="56" y="55"/>
                  <a:pt x="56" y="56"/>
                </a:cubicBezTo>
                <a:cubicBezTo>
                  <a:pt x="56" y="57"/>
                  <a:pt x="55" y="58"/>
                  <a:pt x="53" y="5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5892874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Section Header - Timelin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9"/>
          <p:cNvSpPr>
            <a:spLocks noEditPoints="1"/>
          </p:cNvSpPr>
          <p:nvPr userDrawn="1"/>
        </p:nvSpPr>
        <p:spPr bwMode="auto">
          <a:xfrm>
            <a:off x="5467090" y="1498600"/>
            <a:ext cx="1257823" cy="1267883"/>
          </a:xfrm>
          <a:custGeom>
            <a:avLst/>
            <a:gdLst/>
            <a:ahLst/>
            <a:cxnLst>
              <a:cxn ang="0">
                <a:pos x="29" y="58"/>
              </a:cxn>
              <a:cxn ang="0">
                <a:pos x="6" y="47"/>
              </a:cxn>
              <a:cxn ang="0">
                <a:pos x="7" y="46"/>
              </a:cxn>
              <a:cxn ang="0">
                <a:pos x="12" y="40"/>
              </a:cxn>
              <a:cxn ang="0">
                <a:pos x="13" y="40"/>
              </a:cxn>
              <a:cxn ang="0">
                <a:pos x="14" y="41"/>
              </a:cxn>
              <a:cxn ang="0">
                <a:pos x="29" y="48"/>
              </a:cxn>
              <a:cxn ang="0">
                <a:pos x="48" y="29"/>
              </a:cxn>
              <a:cxn ang="0">
                <a:pos x="29" y="9"/>
              </a:cxn>
              <a:cxn ang="0">
                <a:pos x="16" y="14"/>
              </a:cxn>
              <a:cxn ang="0">
                <a:pos x="21" y="20"/>
              </a:cxn>
              <a:cxn ang="0">
                <a:pos x="21" y="22"/>
              </a:cxn>
              <a:cxn ang="0">
                <a:pos x="19" y="24"/>
              </a:cxn>
              <a:cxn ang="0">
                <a:pos x="2" y="24"/>
              </a:cxn>
              <a:cxn ang="0">
                <a:pos x="0" y="21"/>
              </a:cxn>
              <a:cxn ang="0">
                <a:pos x="0" y="4"/>
              </a:cxn>
              <a:cxn ang="0">
                <a:pos x="1" y="2"/>
              </a:cxn>
              <a:cxn ang="0">
                <a:pos x="4" y="3"/>
              </a:cxn>
              <a:cxn ang="0">
                <a:pos x="9" y="8"/>
              </a:cxn>
              <a:cxn ang="0">
                <a:pos x="29" y="0"/>
              </a:cxn>
              <a:cxn ang="0">
                <a:pos x="58" y="29"/>
              </a:cxn>
              <a:cxn ang="0">
                <a:pos x="29" y="58"/>
              </a:cxn>
              <a:cxn ang="0">
                <a:pos x="34" y="35"/>
              </a:cxn>
              <a:cxn ang="0">
                <a:pos x="33" y="36"/>
              </a:cxn>
              <a:cxn ang="0">
                <a:pos x="20" y="36"/>
              </a:cxn>
              <a:cxn ang="0">
                <a:pos x="19" y="35"/>
              </a:cxn>
              <a:cxn ang="0">
                <a:pos x="19" y="32"/>
              </a:cxn>
              <a:cxn ang="0">
                <a:pos x="20" y="31"/>
              </a:cxn>
              <a:cxn ang="0">
                <a:pos x="29" y="31"/>
              </a:cxn>
              <a:cxn ang="0">
                <a:pos x="29" y="18"/>
              </a:cxn>
              <a:cxn ang="0">
                <a:pos x="30" y="17"/>
              </a:cxn>
              <a:cxn ang="0">
                <a:pos x="33" y="17"/>
              </a:cxn>
              <a:cxn ang="0">
                <a:pos x="34" y="18"/>
              </a:cxn>
              <a:cxn ang="0">
                <a:pos x="34" y="35"/>
              </a:cxn>
            </a:cxnLst>
            <a:rect l="0" t="0" r="r" b="b"/>
            <a:pathLst>
              <a:path w="58" h="58">
                <a:moveTo>
                  <a:pt x="29" y="58"/>
                </a:moveTo>
                <a:cubicBezTo>
                  <a:pt x="20" y="58"/>
                  <a:pt x="12" y="54"/>
                  <a:pt x="6" y="47"/>
                </a:cubicBezTo>
                <a:cubicBezTo>
                  <a:pt x="6" y="47"/>
                  <a:pt x="6" y="46"/>
                  <a:pt x="7" y="46"/>
                </a:cubicBezTo>
                <a:cubicBezTo>
                  <a:pt x="12" y="40"/>
                  <a:pt x="12" y="40"/>
                  <a:pt x="12" y="40"/>
                </a:cubicBezTo>
                <a:cubicBezTo>
                  <a:pt x="12" y="40"/>
                  <a:pt x="12" y="40"/>
                  <a:pt x="13" y="40"/>
                </a:cubicBezTo>
                <a:cubicBezTo>
                  <a:pt x="13" y="40"/>
                  <a:pt x="13" y="40"/>
                  <a:pt x="14" y="41"/>
                </a:cubicBezTo>
                <a:cubicBezTo>
                  <a:pt x="17" y="45"/>
                  <a:pt x="23" y="48"/>
                  <a:pt x="29" y="48"/>
                </a:cubicBezTo>
                <a:cubicBezTo>
                  <a:pt x="40" y="48"/>
                  <a:pt x="48" y="39"/>
                  <a:pt x="48" y="29"/>
                </a:cubicBezTo>
                <a:cubicBezTo>
                  <a:pt x="48" y="18"/>
                  <a:pt x="40" y="9"/>
                  <a:pt x="29" y="9"/>
                </a:cubicBezTo>
                <a:cubicBezTo>
                  <a:pt x="24" y="9"/>
                  <a:pt x="19" y="11"/>
                  <a:pt x="16" y="14"/>
                </a:cubicBezTo>
                <a:cubicBezTo>
                  <a:pt x="21" y="20"/>
                  <a:pt x="21" y="20"/>
                  <a:pt x="21" y="20"/>
                </a:cubicBezTo>
                <a:cubicBezTo>
                  <a:pt x="22" y="20"/>
                  <a:pt x="22" y="21"/>
                  <a:pt x="21" y="22"/>
                </a:cubicBezTo>
                <a:cubicBezTo>
                  <a:pt x="21" y="23"/>
                  <a:pt x="20" y="24"/>
                  <a:pt x="19" y="24"/>
                </a:cubicBezTo>
                <a:cubicBezTo>
                  <a:pt x="2" y="24"/>
                  <a:pt x="2" y="24"/>
                  <a:pt x="2" y="24"/>
                </a:cubicBezTo>
                <a:cubicBezTo>
                  <a:pt x="1" y="24"/>
                  <a:pt x="0" y="23"/>
                  <a:pt x="0" y="21"/>
                </a:cubicBezTo>
                <a:cubicBezTo>
                  <a:pt x="0" y="4"/>
                  <a:pt x="0" y="4"/>
                  <a:pt x="0" y="4"/>
                </a:cubicBezTo>
                <a:cubicBezTo>
                  <a:pt x="0" y="3"/>
                  <a:pt x="0" y="3"/>
                  <a:pt x="1" y="2"/>
                </a:cubicBezTo>
                <a:cubicBezTo>
                  <a:pt x="2" y="2"/>
                  <a:pt x="3" y="2"/>
                  <a:pt x="4" y="3"/>
                </a:cubicBezTo>
                <a:cubicBezTo>
                  <a:pt x="9" y="8"/>
                  <a:pt x="9" y="8"/>
                  <a:pt x="9" y="8"/>
                </a:cubicBezTo>
                <a:cubicBezTo>
                  <a:pt x="14" y="3"/>
                  <a:pt x="21" y="0"/>
                  <a:pt x="29" y="0"/>
                </a:cubicBezTo>
                <a:cubicBezTo>
                  <a:pt x="45" y="0"/>
                  <a:pt x="58" y="13"/>
                  <a:pt x="58" y="29"/>
                </a:cubicBezTo>
                <a:cubicBezTo>
                  <a:pt x="58" y="45"/>
                  <a:pt x="45" y="58"/>
                  <a:pt x="29" y="58"/>
                </a:cubicBezTo>
                <a:close/>
                <a:moveTo>
                  <a:pt x="34" y="35"/>
                </a:moveTo>
                <a:cubicBezTo>
                  <a:pt x="34" y="35"/>
                  <a:pt x="33" y="36"/>
                  <a:pt x="33" y="36"/>
                </a:cubicBezTo>
                <a:cubicBezTo>
                  <a:pt x="20" y="36"/>
                  <a:pt x="20" y="36"/>
                  <a:pt x="20" y="36"/>
                </a:cubicBezTo>
                <a:cubicBezTo>
                  <a:pt x="20" y="36"/>
                  <a:pt x="19" y="35"/>
                  <a:pt x="19" y="35"/>
                </a:cubicBezTo>
                <a:cubicBezTo>
                  <a:pt x="19" y="32"/>
                  <a:pt x="19" y="32"/>
                  <a:pt x="19" y="32"/>
                </a:cubicBezTo>
                <a:cubicBezTo>
                  <a:pt x="19" y="32"/>
                  <a:pt x="20" y="31"/>
                  <a:pt x="20" y="31"/>
                </a:cubicBezTo>
                <a:cubicBezTo>
                  <a:pt x="29" y="31"/>
                  <a:pt x="29" y="31"/>
                  <a:pt x="29" y="31"/>
                </a:cubicBezTo>
                <a:cubicBezTo>
                  <a:pt x="29" y="18"/>
                  <a:pt x="29" y="18"/>
                  <a:pt x="29" y="18"/>
                </a:cubicBezTo>
                <a:cubicBezTo>
                  <a:pt x="29" y="17"/>
                  <a:pt x="29" y="17"/>
                  <a:pt x="30" y="17"/>
                </a:cubicBezTo>
                <a:cubicBezTo>
                  <a:pt x="33" y="17"/>
                  <a:pt x="33" y="17"/>
                  <a:pt x="33" y="17"/>
                </a:cubicBezTo>
                <a:cubicBezTo>
                  <a:pt x="33" y="17"/>
                  <a:pt x="34" y="17"/>
                  <a:pt x="34" y="18"/>
                </a:cubicBezTo>
                <a:lnTo>
                  <a:pt x="34" y="35"/>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1565517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Mgm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0"/>
          <p:cNvSpPr>
            <a:spLocks noEditPoints="1"/>
          </p:cNvSpPr>
          <p:nvPr userDrawn="1"/>
        </p:nvSpPr>
        <p:spPr bwMode="auto">
          <a:xfrm>
            <a:off x="5428193" y="1498601"/>
            <a:ext cx="1335617" cy="1280351"/>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2293068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Section Header - Special">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89"/>
          <p:cNvSpPr>
            <a:spLocks noEditPoints="1"/>
          </p:cNvSpPr>
          <p:nvPr userDrawn="1"/>
        </p:nvSpPr>
        <p:spPr bwMode="auto">
          <a:xfrm>
            <a:off x="5524265" y="1698556"/>
            <a:ext cx="1143473" cy="998408"/>
          </a:xfrm>
          <a:custGeom>
            <a:avLst/>
            <a:gdLst/>
            <a:ahLst/>
            <a:cxnLst>
              <a:cxn ang="0">
                <a:pos x="62" y="32"/>
              </a:cxn>
              <a:cxn ang="0">
                <a:pos x="61" y="33"/>
              </a:cxn>
              <a:cxn ang="0">
                <a:pos x="57" y="33"/>
              </a:cxn>
              <a:cxn ang="0">
                <a:pos x="57" y="50"/>
              </a:cxn>
              <a:cxn ang="0">
                <a:pos x="53" y="54"/>
              </a:cxn>
              <a:cxn ang="0">
                <a:pos x="9" y="54"/>
              </a:cxn>
              <a:cxn ang="0">
                <a:pos x="6" y="50"/>
              </a:cxn>
              <a:cxn ang="0">
                <a:pos x="6" y="33"/>
              </a:cxn>
              <a:cxn ang="0">
                <a:pos x="2" y="33"/>
              </a:cxn>
              <a:cxn ang="0">
                <a:pos x="0" y="32"/>
              </a:cxn>
              <a:cxn ang="0">
                <a:pos x="0" y="19"/>
              </a:cxn>
              <a:cxn ang="0">
                <a:pos x="2" y="18"/>
              </a:cxn>
              <a:cxn ang="0">
                <a:pos x="19" y="18"/>
              </a:cxn>
              <a:cxn ang="0">
                <a:pos x="10" y="9"/>
              </a:cxn>
              <a:cxn ang="0">
                <a:pos x="19" y="0"/>
              </a:cxn>
              <a:cxn ang="0">
                <a:pos x="26" y="3"/>
              </a:cxn>
              <a:cxn ang="0">
                <a:pos x="31" y="10"/>
              </a:cxn>
              <a:cxn ang="0">
                <a:pos x="36" y="3"/>
              </a:cxn>
              <a:cxn ang="0">
                <a:pos x="43" y="0"/>
              </a:cxn>
              <a:cxn ang="0">
                <a:pos x="52" y="9"/>
              </a:cxn>
              <a:cxn ang="0">
                <a:pos x="43" y="18"/>
              </a:cxn>
              <a:cxn ang="0">
                <a:pos x="61" y="18"/>
              </a:cxn>
              <a:cxn ang="0">
                <a:pos x="62" y="19"/>
              </a:cxn>
              <a:cxn ang="0">
                <a:pos x="62" y="32"/>
              </a:cxn>
              <a:cxn ang="0">
                <a:pos x="27" y="13"/>
              </a:cxn>
              <a:cxn ang="0">
                <a:pos x="22" y="6"/>
              </a:cxn>
              <a:cxn ang="0">
                <a:pos x="19" y="5"/>
              </a:cxn>
              <a:cxn ang="0">
                <a:pos x="16" y="9"/>
              </a:cxn>
              <a:cxn ang="0">
                <a:pos x="19" y="13"/>
              </a:cxn>
              <a:cxn ang="0">
                <a:pos x="27" y="13"/>
              </a:cxn>
              <a:cxn ang="0">
                <a:pos x="38" y="45"/>
              </a:cxn>
              <a:cxn ang="0">
                <a:pos x="38" y="26"/>
              </a:cxn>
              <a:cxn ang="0">
                <a:pos x="38" y="18"/>
              </a:cxn>
              <a:cxn ang="0">
                <a:pos x="25" y="18"/>
              </a:cxn>
              <a:cxn ang="0">
                <a:pos x="25" y="26"/>
              </a:cxn>
              <a:cxn ang="0">
                <a:pos x="25" y="45"/>
              </a:cxn>
              <a:cxn ang="0">
                <a:pos x="25" y="47"/>
              </a:cxn>
              <a:cxn ang="0">
                <a:pos x="27" y="49"/>
              </a:cxn>
              <a:cxn ang="0">
                <a:pos x="35" y="49"/>
              </a:cxn>
              <a:cxn ang="0">
                <a:pos x="38" y="47"/>
              </a:cxn>
              <a:cxn ang="0">
                <a:pos x="38" y="45"/>
              </a:cxn>
              <a:cxn ang="0">
                <a:pos x="43" y="5"/>
              </a:cxn>
              <a:cxn ang="0">
                <a:pos x="40" y="6"/>
              </a:cxn>
              <a:cxn ang="0">
                <a:pos x="35" y="13"/>
              </a:cxn>
              <a:cxn ang="0">
                <a:pos x="43" y="13"/>
              </a:cxn>
              <a:cxn ang="0">
                <a:pos x="47" y="9"/>
              </a:cxn>
              <a:cxn ang="0">
                <a:pos x="43" y="5"/>
              </a:cxn>
            </a:cxnLst>
            <a:rect l="0" t="0" r="r" b="b"/>
            <a:pathLst>
              <a:path w="62" h="54">
                <a:moveTo>
                  <a:pt x="62" y="32"/>
                </a:moveTo>
                <a:cubicBezTo>
                  <a:pt x="62" y="33"/>
                  <a:pt x="62" y="33"/>
                  <a:pt x="61" y="33"/>
                </a:cubicBezTo>
                <a:cubicBezTo>
                  <a:pt x="57" y="33"/>
                  <a:pt x="57" y="33"/>
                  <a:pt x="57" y="33"/>
                </a:cubicBezTo>
                <a:cubicBezTo>
                  <a:pt x="57" y="50"/>
                  <a:pt x="57" y="50"/>
                  <a:pt x="57" y="50"/>
                </a:cubicBezTo>
                <a:cubicBezTo>
                  <a:pt x="57" y="52"/>
                  <a:pt x="55" y="54"/>
                  <a:pt x="53" y="54"/>
                </a:cubicBezTo>
                <a:cubicBezTo>
                  <a:pt x="9" y="54"/>
                  <a:pt x="9" y="54"/>
                  <a:pt x="9" y="54"/>
                </a:cubicBezTo>
                <a:cubicBezTo>
                  <a:pt x="7" y="54"/>
                  <a:pt x="6" y="52"/>
                  <a:pt x="6" y="50"/>
                </a:cubicBezTo>
                <a:cubicBezTo>
                  <a:pt x="6" y="33"/>
                  <a:pt x="6" y="33"/>
                  <a:pt x="6" y="33"/>
                </a:cubicBezTo>
                <a:cubicBezTo>
                  <a:pt x="2" y="33"/>
                  <a:pt x="2" y="33"/>
                  <a:pt x="2" y="33"/>
                </a:cubicBezTo>
                <a:cubicBezTo>
                  <a:pt x="1" y="33"/>
                  <a:pt x="0" y="33"/>
                  <a:pt x="0" y="32"/>
                </a:cubicBezTo>
                <a:cubicBezTo>
                  <a:pt x="0" y="19"/>
                  <a:pt x="0" y="19"/>
                  <a:pt x="0" y="19"/>
                </a:cubicBezTo>
                <a:cubicBezTo>
                  <a:pt x="0" y="19"/>
                  <a:pt x="1" y="18"/>
                  <a:pt x="2" y="18"/>
                </a:cubicBezTo>
                <a:cubicBezTo>
                  <a:pt x="19" y="18"/>
                  <a:pt x="19" y="18"/>
                  <a:pt x="19" y="18"/>
                </a:cubicBezTo>
                <a:cubicBezTo>
                  <a:pt x="14" y="18"/>
                  <a:pt x="10" y="14"/>
                  <a:pt x="10" y="9"/>
                </a:cubicBezTo>
                <a:cubicBezTo>
                  <a:pt x="10" y="4"/>
                  <a:pt x="14" y="0"/>
                  <a:pt x="19" y="0"/>
                </a:cubicBezTo>
                <a:cubicBezTo>
                  <a:pt x="22" y="0"/>
                  <a:pt x="25" y="1"/>
                  <a:pt x="26" y="3"/>
                </a:cubicBezTo>
                <a:cubicBezTo>
                  <a:pt x="31" y="10"/>
                  <a:pt x="31" y="10"/>
                  <a:pt x="31" y="10"/>
                </a:cubicBezTo>
                <a:cubicBezTo>
                  <a:pt x="36" y="3"/>
                  <a:pt x="36" y="3"/>
                  <a:pt x="36" y="3"/>
                </a:cubicBezTo>
                <a:cubicBezTo>
                  <a:pt x="38" y="1"/>
                  <a:pt x="41" y="0"/>
                  <a:pt x="43" y="0"/>
                </a:cubicBezTo>
                <a:cubicBezTo>
                  <a:pt x="48" y="0"/>
                  <a:pt x="52" y="4"/>
                  <a:pt x="52" y="9"/>
                </a:cubicBezTo>
                <a:cubicBezTo>
                  <a:pt x="52" y="14"/>
                  <a:pt x="48" y="18"/>
                  <a:pt x="43" y="18"/>
                </a:cubicBezTo>
                <a:cubicBezTo>
                  <a:pt x="61" y="18"/>
                  <a:pt x="61" y="18"/>
                  <a:pt x="61" y="18"/>
                </a:cubicBezTo>
                <a:cubicBezTo>
                  <a:pt x="62" y="18"/>
                  <a:pt x="62" y="19"/>
                  <a:pt x="62" y="19"/>
                </a:cubicBezTo>
                <a:lnTo>
                  <a:pt x="62" y="32"/>
                </a:lnTo>
                <a:close/>
                <a:moveTo>
                  <a:pt x="27" y="13"/>
                </a:moveTo>
                <a:cubicBezTo>
                  <a:pt x="22" y="6"/>
                  <a:pt x="22" y="6"/>
                  <a:pt x="22" y="6"/>
                </a:cubicBezTo>
                <a:cubicBezTo>
                  <a:pt x="22" y="6"/>
                  <a:pt x="21" y="5"/>
                  <a:pt x="19" y="5"/>
                </a:cubicBezTo>
                <a:cubicBezTo>
                  <a:pt x="17" y="5"/>
                  <a:pt x="16" y="7"/>
                  <a:pt x="16" y="9"/>
                </a:cubicBezTo>
                <a:cubicBezTo>
                  <a:pt x="16" y="11"/>
                  <a:pt x="17" y="13"/>
                  <a:pt x="19" y="13"/>
                </a:cubicBezTo>
                <a:lnTo>
                  <a:pt x="27" y="13"/>
                </a:lnTo>
                <a:close/>
                <a:moveTo>
                  <a:pt x="38" y="45"/>
                </a:moveTo>
                <a:cubicBezTo>
                  <a:pt x="38" y="26"/>
                  <a:pt x="38" y="26"/>
                  <a:pt x="38" y="26"/>
                </a:cubicBezTo>
                <a:cubicBezTo>
                  <a:pt x="38" y="18"/>
                  <a:pt x="38" y="18"/>
                  <a:pt x="38" y="18"/>
                </a:cubicBezTo>
                <a:cubicBezTo>
                  <a:pt x="25" y="18"/>
                  <a:pt x="25" y="18"/>
                  <a:pt x="25" y="18"/>
                </a:cubicBezTo>
                <a:cubicBezTo>
                  <a:pt x="25" y="26"/>
                  <a:pt x="25" y="26"/>
                  <a:pt x="25" y="26"/>
                </a:cubicBezTo>
                <a:cubicBezTo>
                  <a:pt x="25" y="45"/>
                  <a:pt x="25" y="45"/>
                  <a:pt x="25" y="45"/>
                </a:cubicBezTo>
                <a:cubicBezTo>
                  <a:pt x="25" y="47"/>
                  <a:pt x="25" y="47"/>
                  <a:pt x="25" y="47"/>
                </a:cubicBezTo>
                <a:cubicBezTo>
                  <a:pt x="25" y="48"/>
                  <a:pt x="26" y="49"/>
                  <a:pt x="27" y="49"/>
                </a:cubicBezTo>
                <a:cubicBezTo>
                  <a:pt x="35" y="49"/>
                  <a:pt x="35" y="49"/>
                  <a:pt x="35" y="49"/>
                </a:cubicBezTo>
                <a:cubicBezTo>
                  <a:pt x="37" y="49"/>
                  <a:pt x="38" y="48"/>
                  <a:pt x="38" y="47"/>
                </a:cubicBezTo>
                <a:lnTo>
                  <a:pt x="38" y="45"/>
                </a:lnTo>
                <a:close/>
                <a:moveTo>
                  <a:pt x="43" y="5"/>
                </a:moveTo>
                <a:cubicBezTo>
                  <a:pt x="42" y="5"/>
                  <a:pt x="41" y="6"/>
                  <a:pt x="40" y="6"/>
                </a:cubicBezTo>
                <a:cubicBezTo>
                  <a:pt x="35" y="13"/>
                  <a:pt x="35" y="13"/>
                  <a:pt x="35" y="13"/>
                </a:cubicBezTo>
                <a:cubicBezTo>
                  <a:pt x="43" y="13"/>
                  <a:pt x="43" y="13"/>
                  <a:pt x="43" y="13"/>
                </a:cubicBezTo>
                <a:cubicBezTo>
                  <a:pt x="45" y="13"/>
                  <a:pt x="47" y="11"/>
                  <a:pt x="47" y="9"/>
                </a:cubicBezTo>
                <a:cubicBezTo>
                  <a:pt x="47" y="7"/>
                  <a:pt x="45" y="5"/>
                  <a:pt x="43" y="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4919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Section Header - Stag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12"/>
          <p:cNvSpPr>
            <a:spLocks noEditPoints="1"/>
          </p:cNvSpPr>
          <p:nvPr userDrawn="1"/>
        </p:nvSpPr>
        <p:spPr bwMode="auto">
          <a:xfrm rot="10800000">
            <a:off x="5503067" y="1397001"/>
            <a:ext cx="1185868" cy="1202225"/>
          </a:xfrm>
          <a:custGeom>
            <a:avLst/>
            <a:gdLst/>
            <a:ahLst/>
            <a:cxnLst>
              <a:cxn ang="0">
                <a:pos x="26" y="55"/>
              </a:cxn>
              <a:cxn ang="0">
                <a:pos x="14" y="67"/>
              </a:cxn>
              <a:cxn ang="0">
                <a:pos x="13" y="68"/>
              </a:cxn>
              <a:cxn ang="0">
                <a:pos x="12" y="67"/>
              </a:cxn>
              <a:cxn ang="0">
                <a:pos x="0" y="55"/>
              </a:cxn>
              <a:cxn ang="0">
                <a:pos x="0" y="54"/>
              </a:cxn>
              <a:cxn ang="0">
                <a:pos x="1" y="53"/>
              </a:cxn>
              <a:cxn ang="0">
                <a:pos x="8" y="53"/>
              </a:cxn>
              <a:cxn ang="0">
                <a:pos x="8" y="1"/>
              </a:cxn>
              <a:cxn ang="0">
                <a:pos x="10" y="0"/>
              </a:cxn>
              <a:cxn ang="0">
                <a:pos x="17" y="0"/>
              </a:cxn>
              <a:cxn ang="0">
                <a:pos x="18" y="1"/>
              </a:cxn>
              <a:cxn ang="0">
                <a:pos x="18" y="53"/>
              </a:cxn>
              <a:cxn ang="0">
                <a:pos x="25" y="53"/>
              </a:cxn>
              <a:cxn ang="0">
                <a:pos x="27" y="54"/>
              </a:cxn>
              <a:cxn ang="0">
                <a:pos x="26" y="55"/>
              </a:cxn>
              <a:cxn ang="0">
                <a:pos x="67" y="8"/>
              </a:cxn>
              <a:cxn ang="0">
                <a:pos x="66" y="9"/>
              </a:cxn>
              <a:cxn ang="0">
                <a:pos x="34" y="9"/>
              </a:cxn>
              <a:cxn ang="0">
                <a:pos x="33" y="8"/>
              </a:cxn>
              <a:cxn ang="0">
                <a:pos x="33" y="1"/>
              </a:cxn>
              <a:cxn ang="0">
                <a:pos x="34" y="0"/>
              </a:cxn>
              <a:cxn ang="0">
                <a:pos x="66" y="0"/>
              </a:cxn>
              <a:cxn ang="0">
                <a:pos x="67" y="1"/>
              </a:cxn>
              <a:cxn ang="0">
                <a:pos x="67" y="8"/>
              </a:cxn>
              <a:cxn ang="0">
                <a:pos x="60" y="28"/>
              </a:cxn>
              <a:cxn ang="0">
                <a:pos x="58" y="29"/>
              </a:cxn>
              <a:cxn ang="0">
                <a:pos x="34" y="29"/>
              </a:cxn>
              <a:cxn ang="0">
                <a:pos x="33" y="28"/>
              </a:cxn>
              <a:cxn ang="0">
                <a:pos x="33" y="20"/>
              </a:cxn>
              <a:cxn ang="0">
                <a:pos x="34" y="19"/>
              </a:cxn>
              <a:cxn ang="0">
                <a:pos x="58" y="19"/>
              </a:cxn>
              <a:cxn ang="0">
                <a:pos x="60" y="20"/>
              </a:cxn>
              <a:cxn ang="0">
                <a:pos x="60" y="28"/>
              </a:cxn>
              <a:cxn ang="0">
                <a:pos x="52" y="47"/>
              </a:cxn>
              <a:cxn ang="0">
                <a:pos x="51" y="48"/>
              </a:cxn>
              <a:cxn ang="0">
                <a:pos x="34" y="48"/>
              </a:cxn>
              <a:cxn ang="0">
                <a:pos x="33" y="47"/>
              </a:cxn>
              <a:cxn ang="0">
                <a:pos x="33" y="40"/>
              </a:cxn>
              <a:cxn ang="0">
                <a:pos x="34" y="39"/>
              </a:cxn>
              <a:cxn ang="0">
                <a:pos x="51" y="39"/>
              </a:cxn>
              <a:cxn ang="0">
                <a:pos x="52" y="40"/>
              </a:cxn>
              <a:cxn ang="0">
                <a:pos x="52" y="47"/>
              </a:cxn>
              <a:cxn ang="0">
                <a:pos x="45" y="67"/>
              </a:cxn>
              <a:cxn ang="0">
                <a:pos x="44" y="68"/>
              </a:cxn>
              <a:cxn ang="0">
                <a:pos x="34" y="68"/>
              </a:cxn>
              <a:cxn ang="0">
                <a:pos x="33" y="67"/>
              </a:cxn>
              <a:cxn ang="0">
                <a:pos x="33" y="59"/>
              </a:cxn>
              <a:cxn ang="0">
                <a:pos x="34" y="58"/>
              </a:cxn>
              <a:cxn ang="0">
                <a:pos x="44" y="58"/>
              </a:cxn>
              <a:cxn ang="0">
                <a:pos x="45" y="59"/>
              </a:cxn>
              <a:cxn ang="0">
                <a:pos x="45" y="67"/>
              </a:cxn>
            </a:cxnLst>
            <a:rect l="0" t="0" r="r" b="b"/>
            <a:pathLst>
              <a:path w="67" h="68">
                <a:moveTo>
                  <a:pt x="26" y="55"/>
                </a:moveTo>
                <a:cubicBezTo>
                  <a:pt x="14" y="67"/>
                  <a:pt x="14" y="67"/>
                  <a:pt x="14" y="67"/>
                </a:cubicBezTo>
                <a:cubicBezTo>
                  <a:pt x="14" y="68"/>
                  <a:pt x="14" y="68"/>
                  <a:pt x="13" y="68"/>
                </a:cubicBezTo>
                <a:cubicBezTo>
                  <a:pt x="13" y="68"/>
                  <a:pt x="13" y="68"/>
                  <a:pt x="12" y="67"/>
                </a:cubicBezTo>
                <a:cubicBezTo>
                  <a:pt x="0" y="55"/>
                  <a:pt x="0" y="55"/>
                  <a:pt x="0" y="55"/>
                </a:cubicBezTo>
                <a:cubicBezTo>
                  <a:pt x="0" y="55"/>
                  <a:pt x="0" y="54"/>
                  <a:pt x="0" y="54"/>
                </a:cubicBezTo>
                <a:cubicBezTo>
                  <a:pt x="0" y="53"/>
                  <a:pt x="1" y="53"/>
                  <a:pt x="1" y="53"/>
                </a:cubicBezTo>
                <a:cubicBezTo>
                  <a:pt x="8" y="53"/>
                  <a:pt x="8" y="53"/>
                  <a:pt x="8" y="53"/>
                </a:cubicBezTo>
                <a:cubicBezTo>
                  <a:pt x="8" y="1"/>
                  <a:pt x="8" y="1"/>
                  <a:pt x="8" y="1"/>
                </a:cubicBezTo>
                <a:cubicBezTo>
                  <a:pt x="8" y="0"/>
                  <a:pt x="9" y="0"/>
                  <a:pt x="10" y="0"/>
                </a:cubicBezTo>
                <a:cubicBezTo>
                  <a:pt x="17" y="0"/>
                  <a:pt x="17" y="0"/>
                  <a:pt x="17" y="0"/>
                </a:cubicBezTo>
                <a:cubicBezTo>
                  <a:pt x="18" y="0"/>
                  <a:pt x="18" y="0"/>
                  <a:pt x="18" y="1"/>
                </a:cubicBezTo>
                <a:cubicBezTo>
                  <a:pt x="18" y="53"/>
                  <a:pt x="18" y="53"/>
                  <a:pt x="18" y="53"/>
                </a:cubicBezTo>
                <a:cubicBezTo>
                  <a:pt x="25" y="53"/>
                  <a:pt x="25" y="53"/>
                  <a:pt x="25" y="53"/>
                </a:cubicBezTo>
                <a:cubicBezTo>
                  <a:pt x="26" y="53"/>
                  <a:pt x="27" y="54"/>
                  <a:pt x="27" y="54"/>
                </a:cubicBezTo>
                <a:cubicBezTo>
                  <a:pt x="27" y="55"/>
                  <a:pt x="27" y="55"/>
                  <a:pt x="26" y="55"/>
                </a:cubicBezTo>
                <a:close/>
                <a:moveTo>
                  <a:pt x="67" y="8"/>
                </a:moveTo>
                <a:cubicBezTo>
                  <a:pt x="67" y="9"/>
                  <a:pt x="66" y="9"/>
                  <a:pt x="66" y="9"/>
                </a:cubicBezTo>
                <a:cubicBezTo>
                  <a:pt x="34" y="9"/>
                  <a:pt x="34" y="9"/>
                  <a:pt x="34" y="9"/>
                </a:cubicBezTo>
                <a:cubicBezTo>
                  <a:pt x="33" y="9"/>
                  <a:pt x="33" y="9"/>
                  <a:pt x="33" y="8"/>
                </a:cubicBezTo>
                <a:cubicBezTo>
                  <a:pt x="33" y="1"/>
                  <a:pt x="33" y="1"/>
                  <a:pt x="33" y="1"/>
                </a:cubicBezTo>
                <a:cubicBezTo>
                  <a:pt x="33" y="0"/>
                  <a:pt x="33" y="0"/>
                  <a:pt x="34" y="0"/>
                </a:cubicBezTo>
                <a:cubicBezTo>
                  <a:pt x="66" y="0"/>
                  <a:pt x="66" y="0"/>
                  <a:pt x="66" y="0"/>
                </a:cubicBezTo>
                <a:cubicBezTo>
                  <a:pt x="66" y="0"/>
                  <a:pt x="67" y="0"/>
                  <a:pt x="67" y="1"/>
                </a:cubicBezTo>
                <a:lnTo>
                  <a:pt x="67" y="8"/>
                </a:lnTo>
                <a:close/>
                <a:moveTo>
                  <a:pt x="60" y="28"/>
                </a:moveTo>
                <a:cubicBezTo>
                  <a:pt x="60" y="28"/>
                  <a:pt x="59" y="29"/>
                  <a:pt x="58" y="29"/>
                </a:cubicBezTo>
                <a:cubicBezTo>
                  <a:pt x="34" y="29"/>
                  <a:pt x="34" y="29"/>
                  <a:pt x="34" y="29"/>
                </a:cubicBezTo>
                <a:cubicBezTo>
                  <a:pt x="33" y="29"/>
                  <a:pt x="33" y="28"/>
                  <a:pt x="33" y="28"/>
                </a:cubicBezTo>
                <a:cubicBezTo>
                  <a:pt x="33" y="20"/>
                  <a:pt x="33" y="20"/>
                  <a:pt x="33" y="20"/>
                </a:cubicBezTo>
                <a:cubicBezTo>
                  <a:pt x="33" y="20"/>
                  <a:pt x="33" y="19"/>
                  <a:pt x="34" y="19"/>
                </a:cubicBezTo>
                <a:cubicBezTo>
                  <a:pt x="58" y="19"/>
                  <a:pt x="58" y="19"/>
                  <a:pt x="58" y="19"/>
                </a:cubicBezTo>
                <a:cubicBezTo>
                  <a:pt x="59" y="19"/>
                  <a:pt x="60" y="20"/>
                  <a:pt x="60" y="20"/>
                </a:cubicBezTo>
                <a:lnTo>
                  <a:pt x="60" y="28"/>
                </a:lnTo>
                <a:close/>
                <a:moveTo>
                  <a:pt x="52" y="47"/>
                </a:moveTo>
                <a:cubicBezTo>
                  <a:pt x="52" y="48"/>
                  <a:pt x="52" y="48"/>
                  <a:pt x="51" y="48"/>
                </a:cubicBezTo>
                <a:cubicBezTo>
                  <a:pt x="34" y="48"/>
                  <a:pt x="34" y="48"/>
                  <a:pt x="34" y="48"/>
                </a:cubicBezTo>
                <a:cubicBezTo>
                  <a:pt x="33" y="48"/>
                  <a:pt x="33" y="48"/>
                  <a:pt x="33" y="47"/>
                </a:cubicBezTo>
                <a:cubicBezTo>
                  <a:pt x="33" y="40"/>
                  <a:pt x="33" y="40"/>
                  <a:pt x="33" y="40"/>
                </a:cubicBezTo>
                <a:cubicBezTo>
                  <a:pt x="33" y="39"/>
                  <a:pt x="33" y="39"/>
                  <a:pt x="34" y="39"/>
                </a:cubicBezTo>
                <a:cubicBezTo>
                  <a:pt x="51" y="39"/>
                  <a:pt x="51" y="39"/>
                  <a:pt x="51" y="39"/>
                </a:cubicBezTo>
                <a:cubicBezTo>
                  <a:pt x="52" y="39"/>
                  <a:pt x="52" y="39"/>
                  <a:pt x="52" y="40"/>
                </a:cubicBezTo>
                <a:lnTo>
                  <a:pt x="52" y="47"/>
                </a:lnTo>
                <a:close/>
                <a:moveTo>
                  <a:pt x="45" y="67"/>
                </a:moveTo>
                <a:cubicBezTo>
                  <a:pt x="45" y="67"/>
                  <a:pt x="44" y="68"/>
                  <a:pt x="44" y="68"/>
                </a:cubicBezTo>
                <a:cubicBezTo>
                  <a:pt x="34" y="68"/>
                  <a:pt x="34" y="68"/>
                  <a:pt x="34" y="68"/>
                </a:cubicBezTo>
                <a:cubicBezTo>
                  <a:pt x="33" y="68"/>
                  <a:pt x="33" y="67"/>
                  <a:pt x="33" y="67"/>
                </a:cubicBezTo>
                <a:cubicBezTo>
                  <a:pt x="33" y="59"/>
                  <a:pt x="33" y="59"/>
                  <a:pt x="33" y="59"/>
                </a:cubicBezTo>
                <a:cubicBezTo>
                  <a:pt x="33" y="59"/>
                  <a:pt x="33" y="58"/>
                  <a:pt x="34" y="58"/>
                </a:cubicBezTo>
                <a:cubicBezTo>
                  <a:pt x="44" y="58"/>
                  <a:pt x="44" y="58"/>
                  <a:pt x="44" y="58"/>
                </a:cubicBezTo>
                <a:cubicBezTo>
                  <a:pt x="44" y="58"/>
                  <a:pt x="45" y="59"/>
                  <a:pt x="45" y="59"/>
                </a:cubicBezTo>
                <a:lnTo>
                  <a:pt x="45" y="6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6515377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Section Header - Steps">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219"/>
          <p:cNvSpPr>
            <a:spLocks noEditPoints="1"/>
          </p:cNvSpPr>
          <p:nvPr userDrawn="1"/>
        </p:nvSpPr>
        <p:spPr bwMode="auto">
          <a:xfrm>
            <a:off x="5503067" y="1701799"/>
            <a:ext cx="1185868" cy="919652"/>
          </a:xfrm>
          <a:custGeom>
            <a:avLst/>
            <a:gdLst/>
            <a:ahLst/>
            <a:cxnLst>
              <a:cxn ang="0">
                <a:pos x="8" y="15"/>
              </a:cxn>
              <a:cxn ang="0">
                <a:pos x="0" y="7"/>
              </a:cxn>
              <a:cxn ang="0">
                <a:pos x="8" y="0"/>
              </a:cxn>
              <a:cxn ang="0">
                <a:pos x="15" y="7"/>
              </a:cxn>
              <a:cxn ang="0">
                <a:pos x="8" y="15"/>
              </a:cxn>
              <a:cxn ang="0">
                <a:pos x="8" y="34"/>
              </a:cxn>
              <a:cxn ang="0">
                <a:pos x="0" y="27"/>
              </a:cxn>
              <a:cxn ang="0">
                <a:pos x="8" y="19"/>
              </a:cxn>
              <a:cxn ang="0">
                <a:pos x="15" y="27"/>
              </a:cxn>
              <a:cxn ang="0">
                <a:pos x="8" y="34"/>
              </a:cxn>
              <a:cxn ang="0">
                <a:pos x="8" y="53"/>
              </a:cxn>
              <a:cxn ang="0">
                <a:pos x="0" y="46"/>
              </a:cxn>
              <a:cxn ang="0">
                <a:pos x="8" y="39"/>
              </a:cxn>
              <a:cxn ang="0">
                <a:pos x="15" y="46"/>
              </a:cxn>
              <a:cxn ang="0">
                <a:pos x="8" y="53"/>
              </a:cxn>
              <a:cxn ang="0">
                <a:pos x="68" y="11"/>
              </a:cxn>
              <a:cxn ang="0">
                <a:pos x="67" y="12"/>
              </a:cxn>
              <a:cxn ang="0">
                <a:pos x="21" y="12"/>
              </a:cxn>
              <a:cxn ang="0">
                <a:pos x="20" y="11"/>
              </a:cxn>
              <a:cxn ang="0">
                <a:pos x="20" y="4"/>
              </a:cxn>
              <a:cxn ang="0">
                <a:pos x="21" y="2"/>
              </a:cxn>
              <a:cxn ang="0">
                <a:pos x="67" y="2"/>
              </a:cxn>
              <a:cxn ang="0">
                <a:pos x="68" y="4"/>
              </a:cxn>
              <a:cxn ang="0">
                <a:pos x="68" y="11"/>
              </a:cxn>
              <a:cxn ang="0">
                <a:pos x="68" y="30"/>
              </a:cxn>
              <a:cxn ang="0">
                <a:pos x="67" y="32"/>
              </a:cxn>
              <a:cxn ang="0">
                <a:pos x="21" y="32"/>
              </a:cxn>
              <a:cxn ang="0">
                <a:pos x="20" y="30"/>
              </a:cxn>
              <a:cxn ang="0">
                <a:pos x="20" y="23"/>
              </a:cxn>
              <a:cxn ang="0">
                <a:pos x="21" y="22"/>
              </a:cxn>
              <a:cxn ang="0">
                <a:pos x="67" y="22"/>
              </a:cxn>
              <a:cxn ang="0">
                <a:pos x="68" y="23"/>
              </a:cxn>
              <a:cxn ang="0">
                <a:pos x="68" y="30"/>
              </a:cxn>
              <a:cxn ang="0">
                <a:pos x="68" y="50"/>
              </a:cxn>
              <a:cxn ang="0">
                <a:pos x="67" y="51"/>
              </a:cxn>
              <a:cxn ang="0">
                <a:pos x="21" y="51"/>
              </a:cxn>
              <a:cxn ang="0">
                <a:pos x="20" y="50"/>
              </a:cxn>
              <a:cxn ang="0">
                <a:pos x="20" y="42"/>
              </a:cxn>
              <a:cxn ang="0">
                <a:pos x="21" y="41"/>
              </a:cxn>
              <a:cxn ang="0">
                <a:pos x="67" y="41"/>
              </a:cxn>
              <a:cxn ang="0">
                <a:pos x="68" y="42"/>
              </a:cxn>
              <a:cxn ang="0">
                <a:pos x="68" y="50"/>
              </a:cxn>
            </a:cxnLst>
            <a:rect l="0" t="0" r="r" b="b"/>
            <a:pathLst>
              <a:path w="68" h="53">
                <a:moveTo>
                  <a:pt x="8" y="15"/>
                </a:moveTo>
                <a:cubicBezTo>
                  <a:pt x="4" y="15"/>
                  <a:pt x="0" y="11"/>
                  <a:pt x="0" y="7"/>
                </a:cubicBezTo>
                <a:cubicBezTo>
                  <a:pt x="0" y="3"/>
                  <a:pt x="4" y="0"/>
                  <a:pt x="8" y="0"/>
                </a:cubicBezTo>
                <a:cubicBezTo>
                  <a:pt x="12" y="0"/>
                  <a:pt x="15" y="3"/>
                  <a:pt x="15" y="7"/>
                </a:cubicBezTo>
                <a:cubicBezTo>
                  <a:pt x="15" y="11"/>
                  <a:pt x="12" y="15"/>
                  <a:pt x="8" y="15"/>
                </a:cubicBezTo>
                <a:close/>
                <a:moveTo>
                  <a:pt x="8" y="34"/>
                </a:moveTo>
                <a:cubicBezTo>
                  <a:pt x="4" y="34"/>
                  <a:pt x="0" y="31"/>
                  <a:pt x="0" y="27"/>
                </a:cubicBezTo>
                <a:cubicBezTo>
                  <a:pt x="0" y="23"/>
                  <a:pt x="4" y="19"/>
                  <a:pt x="8" y="19"/>
                </a:cubicBezTo>
                <a:cubicBezTo>
                  <a:pt x="12" y="19"/>
                  <a:pt x="15" y="23"/>
                  <a:pt x="15" y="27"/>
                </a:cubicBezTo>
                <a:cubicBezTo>
                  <a:pt x="15" y="31"/>
                  <a:pt x="12" y="34"/>
                  <a:pt x="8" y="34"/>
                </a:cubicBezTo>
                <a:close/>
                <a:moveTo>
                  <a:pt x="8" y="53"/>
                </a:moveTo>
                <a:cubicBezTo>
                  <a:pt x="4" y="53"/>
                  <a:pt x="0" y="50"/>
                  <a:pt x="0" y="46"/>
                </a:cubicBezTo>
                <a:cubicBezTo>
                  <a:pt x="0" y="42"/>
                  <a:pt x="4" y="39"/>
                  <a:pt x="8" y="39"/>
                </a:cubicBezTo>
                <a:cubicBezTo>
                  <a:pt x="12" y="39"/>
                  <a:pt x="15" y="42"/>
                  <a:pt x="15" y="46"/>
                </a:cubicBezTo>
                <a:cubicBezTo>
                  <a:pt x="15" y="50"/>
                  <a:pt x="12" y="53"/>
                  <a:pt x="8" y="53"/>
                </a:cubicBezTo>
                <a:close/>
                <a:moveTo>
                  <a:pt x="68" y="11"/>
                </a:moveTo>
                <a:cubicBezTo>
                  <a:pt x="68" y="12"/>
                  <a:pt x="68" y="12"/>
                  <a:pt x="67" y="12"/>
                </a:cubicBezTo>
                <a:cubicBezTo>
                  <a:pt x="21" y="12"/>
                  <a:pt x="21" y="12"/>
                  <a:pt x="21" y="12"/>
                </a:cubicBezTo>
                <a:cubicBezTo>
                  <a:pt x="20" y="12"/>
                  <a:pt x="20" y="12"/>
                  <a:pt x="20" y="11"/>
                </a:cubicBezTo>
                <a:cubicBezTo>
                  <a:pt x="20" y="4"/>
                  <a:pt x="20" y="4"/>
                  <a:pt x="20" y="4"/>
                </a:cubicBezTo>
                <a:cubicBezTo>
                  <a:pt x="20" y="3"/>
                  <a:pt x="20" y="2"/>
                  <a:pt x="21" y="2"/>
                </a:cubicBezTo>
                <a:cubicBezTo>
                  <a:pt x="67" y="2"/>
                  <a:pt x="67" y="2"/>
                  <a:pt x="67" y="2"/>
                </a:cubicBezTo>
                <a:cubicBezTo>
                  <a:pt x="68" y="2"/>
                  <a:pt x="68" y="3"/>
                  <a:pt x="68" y="4"/>
                </a:cubicBezTo>
                <a:lnTo>
                  <a:pt x="68" y="11"/>
                </a:lnTo>
                <a:close/>
                <a:moveTo>
                  <a:pt x="68" y="30"/>
                </a:moveTo>
                <a:cubicBezTo>
                  <a:pt x="68" y="31"/>
                  <a:pt x="68" y="32"/>
                  <a:pt x="67" y="32"/>
                </a:cubicBezTo>
                <a:cubicBezTo>
                  <a:pt x="21" y="32"/>
                  <a:pt x="21" y="32"/>
                  <a:pt x="21" y="32"/>
                </a:cubicBezTo>
                <a:cubicBezTo>
                  <a:pt x="20" y="32"/>
                  <a:pt x="20" y="31"/>
                  <a:pt x="20" y="30"/>
                </a:cubicBezTo>
                <a:cubicBezTo>
                  <a:pt x="20" y="23"/>
                  <a:pt x="20" y="23"/>
                  <a:pt x="20" y="23"/>
                </a:cubicBezTo>
                <a:cubicBezTo>
                  <a:pt x="20" y="22"/>
                  <a:pt x="20" y="22"/>
                  <a:pt x="21" y="22"/>
                </a:cubicBezTo>
                <a:cubicBezTo>
                  <a:pt x="67" y="22"/>
                  <a:pt x="67" y="22"/>
                  <a:pt x="67" y="22"/>
                </a:cubicBezTo>
                <a:cubicBezTo>
                  <a:pt x="68" y="22"/>
                  <a:pt x="68" y="22"/>
                  <a:pt x="68" y="23"/>
                </a:cubicBezTo>
                <a:lnTo>
                  <a:pt x="68" y="30"/>
                </a:lnTo>
                <a:close/>
                <a:moveTo>
                  <a:pt x="68" y="50"/>
                </a:moveTo>
                <a:cubicBezTo>
                  <a:pt x="68" y="50"/>
                  <a:pt x="68" y="51"/>
                  <a:pt x="67" y="51"/>
                </a:cubicBezTo>
                <a:cubicBezTo>
                  <a:pt x="21" y="51"/>
                  <a:pt x="21" y="51"/>
                  <a:pt x="21" y="51"/>
                </a:cubicBezTo>
                <a:cubicBezTo>
                  <a:pt x="20" y="51"/>
                  <a:pt x="20" y="50"/>
                  <a:pt x="20" y="50"/>
                </a:cubicBezTo>
                <a:cubicBezTo>
                  <a:pt x="20" y="42"/>
                  <a:pt x="20" y="42"/>
                  <a:pt x="20" y="42"/>
                </a:cubicBezTo>
                <a:cubicBezTo>
                  <a:pt x="20" y="42"/>
                  <a:pt x="20" y="41"/>
                  <a:pt x="21" y="41"/>
                </a:cubicBezTo>
                <a:cubicBezTo>
                  <a:pt x="67" y="41"/>
                  <a:pt x="67" y="41"/>
                  <a:pt x="67" y="41"/>
                </a:cubicBezTo>
                <a:cubicBezTo>
                  <a:pt x="68" y="41"/>
                  <a:pt x="68" y="42"/>
                  <a:pt x="68" y="42"/>
                </a:cubicBezTo>
                <a:lnTo>
                  <a:pt x="68" y="5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377431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Section Header - Ide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3"/>
          <p:cNvSpPr>
            <a:spLocks noEditPoints="1"/>
          </p:cNvSpPr>
          <p:nvPr userDrawn="1"/>
        </p:nvSpPr>
        <p:spPr bwMode="auto">
          <a:xfrm>
            <a:off x="5613303" y="1397832"/>
            <a:ext cx="965396" cy="1421568"/>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7494899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ection Header - Structur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56"/>
          <p:cNvSpPr>
            <a:spLocks noEditPoints="1"/>
          </p:cNvSpPr>
          <p:nvPr userDrawn="1"/>
        </p:nvSpPr>
        <p:spPr bwMode="auto">
          <a:xfrm>
            <a:off x="5470526" y="1498601"/>
            <a:ext cx="1250951" cy="1250951"/>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790439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Section Header - Puzzl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77"/>
          <p:cNvSpPr>
            <a:spLocks/>
          </p:cNvSpPr>
          <p:nvPr userDrawn="1"/>
        </p:nvSpPr>
        <p:spPr bwMode="auto">
          <a:xfrm rot="20133226">
            <a:off x="5329055" y="1240368"/>
            <a:ext cx="1533892" cy="1532467"/>
          </a:xfrm>
          <a:custGeom>
            <a:avLst/>
            <a:gdLst/>
            <a:ahLst/>
            <a:cxnLst>
              <a:cxn ang="0">
                <a:pos x="183" y="216"/>
              </a:cxn>
              <a:cxn ang="0">
                <a:pos x="256" y="180"/>
              </a:cxn>
              <a:cxn ang="0">
                <a:pos x="217" y="88"/>
              </a:cxn>
              <a:cxn ang="0">
                <a:pos x="385" y="88"/>
              </a:cxn>
              <a:cxn ang="0">
                <a:pos x="347" y="180"/>
              </a:cxn>
              <a:cxn ang="0">
                <a:pos x="420" y="216"/>
              </a:cxn>
              <a:cxn ang="0">
                <a:pos x="603" y="216"/>
              </a:cxn>
              <a:cxn ang="0">
                <a:pos x="603" y="399"/>
              </a:cxn>
              <a:cxn ang="0">
                <a:pos x="638" y="472"/>
              </a:cxn>
              <a:cxn ang="0">
                <a:pos x="731" y="433"/>
              </a:cxn>
              <a:cxn ang="0">
                <a:pos x="731" y="601"/>
              </a:cxn>
              <a:cxn ang="0">
                <a:pos x="638" y="563"/>
              </a:cxn>
              <a:cxn ang="0">
                <a:pos x="603" y="636"/>
              </a:cxn>
              <a:cxn ang="0">
                <a:pos x="603" y="819"/>
              </a:cxn>
              <a:cxn ang="0">
                <a:pos x="420" y="819"/>
              </a:cxn>
              <a:cxn ang="0">
                <a:pos x="347" y="784"/>
              </a:cxn>
              <a:cxn ang="0">
                <a:pos x="385" y="691"/>
              </a:cxn>
              <a:cxn ang="0">
                <a:pos x="217" y="691"/>
              </a:cxn>
              <a:cxn ang="0">
                <a:pos x="256" y="784"/>
              </a:cxn>
              <a:cxn ang="0">
                <a:pos x="183" y="819"/>
              </a:cxn>
              <a:cxn ang="0">
                <a:pos x="0" y="819"/>
              </a:cxn>
              <a:cxn ang="0">
                <a:pos x="0" y="636"/>
              </a:cxn>
              <a:cxn ang="0">
                <a:pos x="35" y="563"/>
              </a:cxn>
              <a:cxn ang="0">
                <a:pos x="128" y="601"/>
              </a:cxn>
              <a:cxn ang="0">
                <a:pos x="128" y="433"/>
              </a:cxn>
              <a:cxn ang="0">
                <a:pos x="35" y="472"/>
              </a:cxn>
              <a:cxn ang="0">
                <a:pos x="0" y="399"/>
              </a:cxn>
              <a:cxn ang="0">
                <a:pos x="0" y="216"/>
              </a:cxn>
              <a:cxn ang="0">
                <a:pos x="183" y="216"/>
              </a:cxn>
            </a:cxnLst>
            <a:rect l="0" t="0" r="r" b="b"/>
            <a:pathLst>
              <a:path w="819" h="819">
                <a:moveTo>
                  <a:pt x="183" y="216"/>
                </a:moveTo>
                <a:cubicBezTo>
                  <a:pt x="249" y="216"/>
                  <a:pt x="264" y="200"/>
                  <a:pt x="256" y="180"/>
                </a:cubicBezTo>
                <a:cubicBezTo>
                  <a:pt x="239" y="144"/>
                  <a:pt x="209" y="139"/>
                  <a:pt x="217" y="88"/>
                </a:cubicBezTo>
                <a:cubicBezTo>
                  <a:pt x="231" y="0"/>
                  <a:pt x="372" y="0"/>
                  <a:pt x="385" y="88"/>
                </a:cubicBezTo>
                <a:cubicBezTo>
                  <a:pt x="393" y="139"/>
                  <a:pt x="364" y="144"/>
                  <a:pt x="347" y="180"/>
                </a:cubicBezTo>
                <a:cubicBezTo>
                  <a:pt x="338" y="200"/>
                  <a:pt x="354" y="216"/>
                  <a:pt x="420" y="216"/>
                </a:cubicBezTo>
                <a:cubicBezTo>
                  <a:pt x="603" y="216"/>
                  <a:pt x="603" y="216"/>
                  <a:pt x="603" y="216"/>
                </a:cubicBezTo>
                <a:cubicBezTo>
                  <a:pt x="603" y="399"/>
                  <a:pt x="603" y="399"/>
                  <a:pt x="603" y="399"/>
                </a:cubicBezTo>
                <a:cubicBezTo>
                  <a:pt x="603" y="465"/>
                  <a:pt x="619" y="480"/>
                  <a:pt x="638" y="472"/>
                </a:cubicBezTo>
                <a:cubicBezTo>
                  <a:pt x="675" y="455"/>
                  <a:pt x="680" y="425"/>
                  <a:pt x="731" y="433"/>
                </a:cubicBezTo>
                <a:cubicBezTo>
                  <a:pt x="819" y="447"/>
                  <a:pt x="819" y="588"/>
                  <a:pt x="731" y="601"/>
                </a:cubicBezTo>
                <a:cubicBezTo>
                  <a:pt x="680" y="609"/>
                  <a:pt x="675" y="580"/>
                  <a:pt x="638" y="563"/>
                </a:cubicBezTo>
                <a:cubicBezTo>
                  <a:pt x="619" y="554"/>
                  <a:pt x="603" y="570"/>
                  <a:pt x="603" y="636"/>
                </a:cubicBezTo>
                <a:cubicBezTo>
                  <a:pt x="603" y="819"/>
                  <a:pt x="603" y="819"/>
                  <a:pt x="603" y="819"/>
                </a:cubicBezTo>
                <a:cubicBezTo>
                  <a:pt x="420" y="819"/>
                  <a:pt x="420" y="819"/>
                  <a:pt x="420" y="819"/>
                </a:cubicBezTo>
                <a:cubicBezTo>
                  <a:pt x="354" y="819"/>
                  <a:pt x="338" y="803"/>
                  <a:pt x="347" y="784"/>
                </a:cubicBezTo>
                <a:cubicBezTo>
                  <a:pt x="364" y="747"/>
                  <a:pt x="393" y="742"/>
                  <a:pt x="385" y="691"/>
                </a:cubicBezTo>
                <a:cubicBezTo>
                  <a:pt x="372" y="603"/>
                  <a:pt x="231" y="603"/>
                  <a:pt x="217" y="691"/>
                </a:cubicBezTo>
                <a:cubicBezTo>
                  <a:pt x="209" y="742"/>
                  <a:pt x="239" y="747"/>
                  <a:pt x="256" y="784"/>
                </a:cubicBezTo>
                <a:cubicBezTo>
                  <a:pt x="264" y="803"/>
                  <a:pt x="249" y="819"/>
                  <a:pt x="183" y="819"/>
                </a:cubicBezTo>
                <a:cubicBezTo>
                  <a:pt x="0" y="819"/>
                  <a:pt x="0" y="819"/>
                  <a:pt x="0" y="819"/>
                </a:cubicBezTo>
                <a:cubicBezTo>
                  <a:pt x="0" y="636"/>
                  <a:pt x="0" y="636"/>
                  <a:pt x="0" y="636"/>
                </a:cubicBezTo>
                <a:cubicBezTo>
                  <a:pt x="0" y="570"/>
                  <a:pt x="16" y="554"/>
                  <a:pt x="35" y="563"/>
                </a:cubicBezTo>
                <a:cubicBezTo>
                  <a:pt x="72" y="580"/>
                  <a:pt x="76" y="609"/>
                  <a:pt x="128" y="601"/>
                </a:cubicBezTo>
                <a:cubicBezTo>
                  <a:pt x="216" y="588"/>
                  <a:pt x="216" y="447"/>
                  <a:pt x="128" y="433"/>
                </a:cubicBezTo>
                <a:cubicBezTo>
                  <a:pt x="76" y="425"/>
                  <a:pt x="72" y="455"/>
                  <a:pt x="35" y="472"/>
                </a:cubicBezTo>
                <a:cubicBezTo>
                  <a:pt x="16" y="480"/>
                  <a:pt x="0" y="465"/>
                  <a:pt x="0" y="399"/>
                </a:cubicBezTo>
                <a:cubicBezTo>
                  <a:pt x="0" y="216"/>
                  <a:pt x="0" y="216"/>
                  <a:pt x="0" y="216"/>
                </a:cubicBezTo>
                <a:lnTo>
                  <a:pt x="183" y="216"/>
                </a:ln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7747932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Section Header - Network">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6"/>
          <p:cNvSpPr>
            <a:spLocks noEditPoints="1"/>
          </p:cNvSpPr>
          <p:nvPr userDrawn="1"/>
        </p:nvSpPr>
        <p:spPr bwMode="auto">
          <a:xfrm>
            <a:off x="5577490" y="1594470"/>
            <a:ext cx="1037021" cy="1211311"/>
          </a:xfrm>
          <a:custGeom>
            <a:avLst/>
            <a:gdLst/>
            <a:ahLst/>
            <a:cxnLst>
              <a:cxn ang="0">
                <a:pos x="55" y="9"/>
              </a:cxn>
              <a:cxn ang="0">
                <a:pos x="55" y="14"/>
              </a:cxn>
              <a:cxn ang="0">
                <a:pos x="27" y="23"/>
              </a:cxn>
              <a:cxn ang="0">
                <a:pos x="0" y="14"/>
              </a:cxn>
              <a:cxn ang="0">
                <a:pos x="0" y="9"/>
              </a:cxn>
              <a:cxn ang="0">
                <a:pos x="27" y="0"/>
              </a:cxn>
              <a:cxn ang="0">
                <a:pos x="55" y="9"/>
              </a:cxn>
              <a:cxn ang="0">
                <a:pos x="55" y="21"/>
              </a:cxn>
              <a:cxn ang="0">
                <a:pos x="55" y="27"/>
              </a:cxn>
              <a:cxn ang="0">
                <a:pos x="27" y="37"/>
              </a:cxn>
              <a:cxn ang="0">
                <a:pos x="0" y="27"/>
              </a:cxn>
              <a:cxn ang="0">
                <a:pos x="0" y="21"/>
              </a:cxn>
              <a:cxn ang="0">
                <a:pos x="27" y="27"/>
              </a:cxn>
              <a:cxn ang="0">
                <a:pos x="55" y="21"/>
              </a:cxn>
              <a:cxn ang="0">
                <a:pos x="55" y="35"/>
              </a:cxn>
              <a:cxn ang="0">
                <a:pos x="55" y="41"/>
              </a:cxn>
              <a:cxn ang="0">
                <a:pos x="27" y="50"/>
              </a:cxn>
              <a:cxn ang="0">
                <a:pos x="0" y="41"/>
              </a:cxn>
              <a:cxn ang="0">
                <a:pos x="0" y="35"/>
              </a:cxn>
              <a:cxn ang="0">
                <a:pos x="27" y="41"/>
              </a:cxn>
              <a:cxn ang="0">
                <a:pos x="55" y="35"/>
              </a:cxn>
              <a:cxn ang="0">
                <a:pos x="55" y="49"/>
              </a:cxn>
              <a:cxn ang="0">
                <a:pos x="55" y="55"/>
              </a:cxn>
              <a:cxn ang="0">
                <a:pos x="27" y="64"/>
              </a:cxn>
              <a:cxn ang="0">
                <a:pos x="0" y="55"/>
              </a:cxn>
              <a:cxn ang="0">
                <a:pos x="0" y="49"/>
              </a:cxn>
              <a:cxn ang="0">
                <a:pos x="27" y="55"/>
              </a:cxn>
              <a:cxn ang="0">
                <a:pos x="55" y="49"/>
              </a:cxn>
            </a:cxnLst>
            <a:rect l="0" t="0" r="r" b="b"/>
            <a:pathLst>
              <a:path w="55" h="64">
                <a:moveTo>
                  <a:pt x="55" y="9"/>
                </a:moveTo>
                <a:cubicBezTo>
                  <a:pt x="55" y="14"/>
                  <a:pt x="55" y="14"/>
                  <a:pt x="55" y="14"/>
                </a:cubicBezTo>
                <a:cubicBezTo>
                  <a:pt x="55" y="19"/>
                  <a:pt x="42" y="23"/>
                  <a:pt x="27" y="23"/>
                </a:cubicBezTo>
                <a:cubicBezTo>
                  <a:pt x="12" y="23"/>
                  <a:pt x="0" y="19"/>
                  <a:pt x="0" y="14"/>
                </a:cubicBezTo>
                <a:cubicBezTo>
                  <a:pt x="0" y="9"/>
                  <a:pt x="0" y="9"/>
                  <a:pt x="0" y="9"/>
                </a:cubicBezTo>
                <a:cubicBezTo>
                  <a:pt x="0" y="4"/>
                  <a:pt x="12" y="0"/>
                  <a:pt x="27" y="0"/>
                </a:cubicBezTo>
                <a:cubicBezTo>
                  <a:pt x="42" y="0"/>
                  <a:pt x="55" y="4"/>
                  <a:pt x="55" y="9"/>
                </a:cubicBezTo>
                <a:close/>
                <a:moveTo>
                  <a:pt x="55" y="21"/>
                </a:moveTo>
                <a:cubicBezTo>
                  <a:pt x="55" y="27"/>
                  <a:pt x="55" y="27"/>
                  <a:pt x="55" y="27"/>
                </a:cubicBezTo>
                <a:cubicBezTo>
                  <a:pt x="55" y="32"/>
                  <a:pt x="42" y="37"/>
                  <a:pt x="27" y="37"/>
                </a:cubicBezTo>
                <a:cubicBezTo>
                  <a:pt x="12" y="37"/>
                  <a:pt x="0" y="32"/>
                  <a:pt x="0" y="27"/>
                </a:cubicBezTo>
                <a:cubicBezTo>
                  <a:pt x="0" y="21"/>
                  <a:pt x="0" y="21"/>
                  <a:pt x="0" y="21"/>
                </a:cubicBezTo>
                <a:cubicBezTo>
                  <a:pt x="6" y="25"/>
                  <a:pt x="16" y="27"/>
                  <a:pt x="27" y="27"/>
                </a:cubicBezTo>
                <a:cubicBezTo>
                  <a:pt x="38" y="27"/>
                  <a:pt x="49" y="25"/>
                  <a:pt x="55" y="21"/>
                </a:cubicBezTo>
                <a:close/>
                <a:moveTo>
                  <a:pt x="55" y="35"/>
                </a:moveTo>
                <a:cubicBezTo>
                  <a:pt x="55" y="41"/>
                  <a:pt x="55" y="41"/>
                  <a:pt x="55" y="41"/>
                </a:cubicBezTo>
                <a:cubicBezTo>
                  <a:pt x="55" y="46"/>
                  <a:pt x="42" y="50"/>
                  <a:pt x="27" y="50"/>
                </a:cubicBezTo>
                <a:cubicBezTo>
                  <a:pt x="12" y="50"/>
                  <a:pt x="0" y="46"/>
                  <a:pt x="0" y="41"/>
                </a:cubicBezTo>
                <a:cubicBezTo>
                  <a:pt x="0" y="35"/>
                  <a:pt x="0" y="35"/>
                  <a:pt x="0" y="35"/>
                </a:cubicBezTo>
                <a:cubicBezTo>
                  <a:pt x="6" y="39"/>
                  <a:pt x="16" y="41"/>
                  <a:pt x="27" y="41"/>
                </a:cubicBezTo>
                <a:cubicBezTo>
                  <a:pt x="38" y="41"/>
                  <a:pt x="49" y="39"/>
                  <a:pt x="55" y="35"/>
                </a:cubicBezTo>
                <a:close/>
                <a:moveTo>
                  <a:pt x="55" y="49"/>
                </a:moveTo>
                <a:cubicBezTo>
                  <a:pt x="55" y="55"/>
                  <a:pt x="55" y="55"/>
                  <a:pt x="55" y="55"/>
                </a:cubicBezTo>
                <a:cubicBezTo>
                  <a:pt x="55" y="60"/>
                  <a:pt x="42" y="64"/>
                  <a:pt x="27" y="64"/>
                </a:cubicBezTo>
                <a:cubicBezTo>
                  <a:pt x="12" y="64"/>
                  <a:pt x="0" y="60"/>
                  <a:pt x="0" y="55"/>
                </a:cubicBezTo>
                <a:cubicBezTo>
                  <a:pt x="0" y="49"/>
                  <a:pt x="0" y="49"/>
                  <a:pt x="0" y="49"/>
                </a:cubicBezTo>
                <a:cubicBezTo>
                  <a:pt x="6" y="53"/>
                  <a:pt x="16" y="55"/>
                  <a:pt x="27" y="55"/>
                </a:cubicBezTo>
                <a:cubicBezTo>
                  <a:pt x="38" y="55"/>
                  <a:pt x="49" y="53"/>
                  <a:pt x="55" y="49"/>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3906747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Section Header - I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1"/>
          <p:cNvSpPr>
            <a:spLocks noEditPoints="1"/>
          </p:cNvSpPr>
          <p:nvPr userDrawn="1"/>
        </p:nvSpPr>
        <p:spPr bwMode="auto">
          <a:xfrm>
            <a:off x="5339411" y="1667934"/>
            <a:ext cx="1513180" cy="1002709"/>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795771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Section Header - Dat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7"/>
          <p:cNvSpPr>
            <a:spLocks noEditPoints="1"/>
          </p:cNvSpPr>
          <p:nvPr userDrawn="1"/>
        </p:nvSpPr>
        <p:spPr bwMode="auto">
          <a:xfrm rot="16200000">
            <a:off x="5457169" y="1600199"/>
            <a:ext cx="1277665" cy="992716"/>
          </a:xfrm>
          <a:custGeom>
            <a:avLst/>
            <a:gdLst/>
            <a:ahLst/>
            <a:cxnLst>
              <a:cxn ang="0">
                <a:pos x="45" y="7"/>
              </a:cxn>
              <a:cxn ang="0">
                <a:pos x="43" y="9"/>
              </a:cxn>
              <a:cxn ang="0">
                <a:pos x="2" y="9"/>
              </a:cxn>
              <a:cxn ang="0">
                <a:pos x="0" y="7"/>
              </a:cxn>
              <a:cxn ang="0">
                <a:pos x="0" y="2"/>
              </a:cxn>
              <a:cxn ang="0">
                <a:pos x="2" y="0"/>
              </a:cxn>
              <a:cxn ang="0">
                <a:pos x="43" y="0"/>
              </a:cxn>
              <a:cxn ang="0">
                <a:pos x="45" y="2"/>
              </a:cxn>
              <a:cxn ang="0">
                <a:pos x="45" y="7"/>
              </a:cxn>
              <a:cxn ang="0">
                <a:pos x="59" y="20"/>
              </a:cxn>
              <a:cxn ang="0">
                <a:pos x="57" y="23"/>
              </a:cxn>
              <a:cxn ang="0">
                <a:pos x="2" y="23"/>
              </a:cxn>
              <a:cxn ang="0">
                <a:pos x="0" y="20"/>
              </a:cxn>
              <a:cxn ang="0">
                <a:pos x="0" y="16"/>
              </a:cxn>
              <a:cxn ang="0">
                <a:pos x="2" y="13"/>
              </a:cxn>
              <a:cxn ang="0">
                <a:pos x="57" y="13"/>
              </a:cxn>
              <a:cxn ang="0">
                <a:pos x="59" y="16"/>
              </a:cxn>
              <a:cxn ang="0">
                <a:pos x="59" y="20"/>
              </a:cxn>
              <a:cxn ang="0">
                <a:pos x="50" y="34"/>
              </a:cxn>
              <a:cxn ang="0">
                <a:pos x="48" y="36"/>
              </a:cxn>
              <a:cxn ang="0">
                <a:pos x="2" y="36"/>
              </a:cxn>
              <a:cxn ang="0">
                <a:pos x="0" y="34"/>
              </a:cxn>
              <a:cxn ang="0">
                <a:pos x="0" y="29"/>
              </a:cxn>
              <a:cxn ang="0">
                <a:pos x="2" y="27"/>
              </a:cxn>
              <a:cxn ang="0">
                <a:pos x="48" y="27"/>
              </a:cxn>
              <a:cxn ang="0">
                <a:pos x="50" y="29"/>
              </a:cxn>
              <a:cxn ang="0">
                <a:pos x="50" y="34"/>
              </a:cxn>
              <a:cxn ang="0">
                <a:pos x="64" y="48"/>
              </a:cxn>
              <a:cxn ang="0">
                <a:pos x="61" y="50"/>
              </a:cxn>
              <a:cxn ang="0">
                <a:pos x="2" y="50"/>
              </a:cxn>
              <a:cxn ang="0">
                <a:pos x="0" y="48"/>
              </a:cxn>
              <a:cxn ang="0">
                <a:pos x="0" y="43"/>
              </a:cxn>
              <a:cxn ang="0">
                <a:pos x="2" y="41"/>
              </a:cxn>
              <a:cxn ang="0">
                <a:pos x="61" y="41"/>
              </a:cxn>
              <a:cxn ang="0">
                <a:pos x="64" y="43"/>
              </a:cxn>
              <a:cxn ang="0">
                <a:pos x="64" y="48"/>
              </a:cxn>
            </a:cxnLst>
            <a:rect l="0" t="0" r="r" b="b"/>
            <a:pathLst>
              <a:path w="64" h="50">
                <a:moveTo>
                  <a:pt x="45" y="7"/>
                </a:moveTo>
                <a:cubicBezTo>
                  <a:pt x="45" y="8"/>
                  <a:pt x="44" y="9"/>
                  <a:pt x="43" y="9"/>
                </a:cubicBezTo>
                <a:cubicBezTo>
                  <a:pt x="2" y="9"/>
                  <a:pt x="2" y="9"/>
                  <a:pt x="2" y="9"/>
                </a:cubicBezTo>
                <a:cubicBezTo>
                  <a:pt x="1" y="9"/>
                  <a:pt x="0" y="8"/>
                  <a:pt x="0" y="7"/>
                </a:cubicBezTo>
                <a:cubicBezTo>
                  <a:pt x="0" y="2"/>
                  <a:pt x="0" y="2"/>
                  <a:pt x="0" y="2"/>
                </a:cubicBezTo>
                <a:cubicBezTo>
                  <a:pt x="0" y="1"/>
                  <a:pt x="1" y="0"/>
                  <a:pt x="2" y="0"/>
                </a:cubicBezTo>
                <a:cubicBezTo>
                  <a:pt x="43" y="0"/>
                  <a:pt x="43" y="0"/>
                  <a:pt x="43" y="0"/>
                </a:cubicBezTo>
                <a:cubicBezTo>
                  <a:pt x="44" y="0"/>
                  <a:pt x="45" y="1"/>
                  <a:pt x="45" y="2"/>
                </a:cubicBezTo>
                <a:lnTo>
                  <a:pt x="45" y="7"/>
                </a:lnTo>
                <a:close/>
                <a:moveTo>
                  <a:pt x="59" y="20"/>
                </a:moveTo>
                <a:cubicBezTo>
                  <a:pt x="59" y="22"/>
                  <a:pt x="58" y="23"/>
                  <a:pt x="57" y="23"/>
                </a:cubicBezTo>
                <a:cubicBezTo>
                  <a:pt x="2" y="23"/>
                  <a:pt x="2" y="23"/>
                  <a:pt x="2" y="23"/>
                </a:cubicBezTo>
                <a:cubicBezTo>
                  <a:pt x="1" y="23"/>
                  <a:pt x="0" y="22"/>
                  <a:pt x="0" y="20"/>
                </a:cubicBezTo>
                <a:cubicBezTo>
                  <a:pt x="0" y="16"/>
                  <a:pt x="0" y="16"/>
                  <a:pt x="0" y="16"/>
                </a:cubicBezTo>
                <a:cubicBezTo>
                  <a:pt x="0" y="14"/>
                  <a:pt x="1" y="13"/>
                  <a:pt x="2" y="13"/>
                </a:cubicBezTo>
                <a:cubicBezTo>
                  <a:pt x="57" y="13"/>
                  <a:pt x="57" y="13"/>
                  <a:pt x="57" y="13"/>
                </a:cubicBezTo>
                <a:cubicBezTo>
                  <a:pt x="58" y="13"/>
                  <a:pt x="59" y="14"/>
                  <a:pt x="59" y="16"/>
                </a:cubicBezTo>
                <a:lnTo>
                  <a:pt x="59" y="20"/>
                </a:lnTo>
                <a:close/>
                <a:moveTo>
                  <a:pt x="50" y="34"/>
                </a:moveTo>
                <a:cubicBezTo>
                  <a:pt x="50" y="35"/>
                  <a:pt x="49" y="36"/>
                  <a:pt x="48" y="36"/>
                </a:cubicBezTo>
                <a:cubicBezTo>
                  <a:pt x="2" y="36"/>
                  <a:pt x="2" y="36"/>
                  <a:pt x="2" y="36"/>
                </a:cubicBezTo>
                <a:cubicBezTo>
                  <a:pt x="1" y="36"/>
                  <a:pt x="0" y="35"/>
                  <a:pt x="0" y="34"/>
                </a:cubicBezTo>
                <a:cubicBezTo>
                  <a:pt x="0" y="29"/>
                  <a:pt x="0" y="29"/>
                  <a:pt x="0" y="29"/>
                </a:cubicBezTo>
                <a:cubicBezTo>
                  <a:pt x="0" y="28"/>
                  <a:pt x="1" y="27"/>
                  <a:pt x="2" y="27"/>
                </a:cubicBezTo>
                <a:cubicBezTo>
                  <a:pt x="48" y="27"/>
                  <a:pt x="48" y="27"/>
                  <a:pt x="48" y="27"/>
                </a:cubicBezTo>
                <a:cubicBezTo>
                  <a:pt x="49" y="27"/>
                  <a:pt x="50" y="28"/>
                  <a:pt x="50" y="29"/>
                </a:cubicBezTo>
                <a:lnTo>
                  <a:pt x="50" y="34"/>
                </a:lnTo>
                <a:close/>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7839209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Section Header - Map">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3"/>
          <p:cNvSpPr>
            <a:spLocks noEditPoints="1"/>
          </p:cNvSpPr>
          <p:nvPr userDrawn="1"/>
        </p:nvSpPr>
        <p:spPr bwMode="auto">
          <a:xfrm>
            <a:off x="5569331" y="1498600"/>
            <a:ext cx="1053339" cy="1580008"/>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1270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557505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Section Header - Contac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9"/>
          <p:cNvSpPr>
            <a:spLocks noEditPoints="1"/>
          </p:cNvSpPr>
          <p:nvPr userDrawn="1"/>
        </p:nvSpPr>
        <p:spPr bwMode="auto">
          <a:xfrm>
            <a:off x="5360224" y="1246248"/>
            <a:ext cx="1471555" cy="1471552"/>
          </a:xfrm>
          <a:custGeom>
            <a:avLst/>
            <a:gdLst/>
            <a:ahLst/>
            <a:cxnLst>
              <a:cxn ang="0">
                <a:pos x="68" y="3"/>
              </a:cxn>
              <a:cxn ang="0">
                <a:pos x="58" y="61"/>
              </a:cxn>
              <a:cxn ang="0">
                <a:pos x="57" y="63"/>
              </a:cxn>
              <a:cxn ang="0">
                <a:pos x="56" y="63"/>
              </a:cxn>
              <a:cxn ang="0">
                <a:pos x="55" y="63"/>
              </a:cxn>
              <a:cxn ang="0">
                <a:pos x="35" y="55"/>
              </a:cxn>
              <a:cxn ang="0">
                <a:pos x="23" y="67"/>
              </a:cxn>
              <a:cxn ang="0">
                <a:pos x="22" y="68"/>
              </a:cxn>
              <a:cxn ang="0">
                <a:pos x="21" y="68"/>
              </a:cxn>
              <a:cxn ang="0">
                <a:pos x="19" y="65"/>
              </a:cxn>
              <a:cxn ang="0">
                <a:pos x="19" y="48"/>
              </a:cxn>
              <a:cxn ang="0">
                <a:pos x="1" y="41"/>
              </a:cxn>
              <a:cxn ang="0">
                <a:pos x="0" y="39"/>
              </a:cxn>
              <a:cxn ang="0">
                <a:pos x="1" y="36"/>
              </a:cxn>
              <a:cxn ang="0">
                <a:pos x="64" y="0"/>
              </a:cxn>
              <a:cxn ang="0">
                <a:pos x="67" y="0"/>
              </a:cxn>
              <a:cxn ang="0">
                <a:pos x="68" y="3"/>
              </a:cxn>
              <a:cxn ang="0">
                <a:pos x="62" y="7"/>
              </a:cxn>
              <a:cxn ang="0">
                <a:pos x="8" y="38"/>
              </a:cxn>
              <a:cxn ang="0">
                <a:pos x="20" y="43"/>
              </a:cxn>
              <a:cxn ang="0">
                <a:pos x="53" y="19"/>
              </a:cxn>
              <a:cxn ang="0">
                <a:pos x="35" y="49"/>
              </a:cxn>
              <a:cxn ang="0">
                <a:pos x="54" y="57"/>
              </a:cxn>
              <a:cxn ang="0">
                <a:pos x="62" y="7"/>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5" y="55"/>
                  <a:pt x="35" y="55"/>
                  <a:pt x="35" y="55"/>
                </a:cubicBezTo>
                <a:cubicBezTo>
                  <a:pt x="23" y="67"/>
                  <a:pt x="23" y="67"/>
                  <a:pt x="23" y="67"/>
                </a:cubicBezTo>
                <a:cubicBezTo>
                  <a:pt x="23" y="67"/>
                  <a:pt x="22" y="68"/>
                  <a:pt x="22" y="68"/>
                </a:cubicBezTo>
                <a:cubicBezTo>
                  <a:pt x="21" y="68"/>
                  <a:pt x="21" y="68"/>
                  <a:pt x="21" y="68"/>
                </a:cubicBezTo>
                <a:cubicBezTo>
                  <a:pt x="20" y="67"/>
                  <a:pt x="19" y="66"/>
                  <a:pt x="19" y="65"/>
                </a:cubicBezTo>
                <a:cubicBezTo>
                  <a:pt x="19" y="48"/>
                  <a:pt x="19" y="48"/>
                  <a:pt x="19" y="48"/>
                </a:cubicBezTo>
                <a:cubicBezTo>
                  <a:pt x="1" y="41"/>
                  <a:pt x="1" y="41"/>
                  <a:pt x="1" y="41"/>
                </a:cubicBezTo>
                <a:cubicBezTo>
                  <a:pt x="0" y="40"/>
                  <a:pt x="0" y="40"/>
                  <a:pt x="0" y="39"/>
                </a:cubicBezTo>
                <a:cubicBezTo>
                  <a:pt x="0" y="38"/>
                  <a:pt x="0" y="37"/>
                  <a:pt x="1" y="36"/>
                </a:cubicBezTo>
                <a:cubicBezTo>
                  <a:pt x="64" y="0"/>
                  <a:pt x="64" y="0"/>
                  <a:pt x="64" y="0"/>
                </a:cubicBezTo>
                <a:cubicBezTo>
                  <a:pt x="65" y="0"/>
                  <a:pt x="66" y="0"/>
                  <a:pt x="67" y="0"/>
                </a:cubicBezTo>
                <a:cubicBezTo>
                  <a:pt x="68" y="1"/>
                  <a:pt x="68" y="2"/>
                  <a:pt x="68" y="3"/>
                </a:cubicBezTo>
                <a:close/>
                <a:moveTo>
                  <a:pt x="62" y="7"/>
                </a:moveTo>
                <a:cubicBezTo>
                  <a:pt x="8" y="38"/>
                  <a:pt x="8" y="38"/>
                  <a:pt x="8" y="38"/>
                </a:cubicBezTo>
                <a:cubicBezTo>
                  <a:pt x="20" y="43"/>
                  <a:pt x="20" y="43"/>
                  <a:pt x="20" y="43"/>
                </a:cubicBezTo>
                <a:cubicBezTo>
                  <a:pt x="53" y="19"/>
                  <a:pt x="53" y="19"/>
                  <a:pt x="53" y="19"/>
                </a:cubicBezTo>
                <a:cubicBezTo>
                  <a:pt x="35" y="49"/>
                  <a:pt x="35" y="49"/>
                  <a:pt x="35" y="49"/>
                </a:cubicBezTo>
                <a:cubicBezTo>
                  <a:pt x="54" y="57"/>
                  <a:pt x="54" y="57"/>
                  <a:pt x="54" y="57"/>
                </a:cubicBezTo>
                <a:lnTo>
                  <a:pt x="62" y="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582801515"/>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sz="half" idx="1"/>
          </p:nvPr>
        </p:nvSpPr>
        <p:spPr>
          <a:xfrm>
            <a:off x="609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9" name="Text Placeholder 8"/>
          <p:cNvSpPr>
            <a:spLocks noGrp="1"/>
          </p:cNvSpPr>
          <p:nvPr>
            <p:ph type="body" sz="quarter" idx="12" hasCustomPrompt="1"/>
          </p:nvPr>
        </p:nvSpPr>
        <p:spPr>
          <a:xfrm>
            <a:off x="621453" y="1197864"/>
            <a:ext cx="5364480" cy="402336"/>
          </a:xfrm>
          <a:solidFill>
            <a:schemeClr val="accent1"/>
          </a:solidFill>
        </p:spPr>
        <p:txBody>
          <a:bodyPr anchor="ctr"/>
          <a:lstStyle>
            <a:lvl1pPr marL="0" indent="0" algn="ctr">
              <a:buNone/>
              <a:defRPr baseline="0">
                <a:solidFill>
                  <a:schemeClr val="bg1"/>
                </a:solidFill>
                <a:latin typeface="Bogle" charset="0"/>
                <a:ea typeface="Bogle" charset="0"/>
                <a:cs typeface="Bogle" charset="0"/>
              </a:defRPr>
            </a:lvl1pPr>
          </a:lstStyle>
          <a:p>
            <a:pPr lvl="0"/>
            <a:r>
              <a:rPr lang="en-US"/>
              <a:t>Keyword here</a:t>
            </a:r>
          </a:p>
        </p:txBody>
      </p:sp>
      <p:sp>
        <p:nvSpPr>
          <p:cNvPr id="11" name="Text Placeholder 8"/>
          <p:cNvSpPr>
            <a:spLocks noGrp="1"/>
          </p:cNvSpPr>
          <p:nvPr>
            <p:ph type="body" sz="quarter" idx="13" hasCustomPrompt="1"/>
          </p:nvPr>
        </p:nvSpPr>
        <p:spPr>
          <a:xfrm>
            <a:off x="6209453" y="1197864"/>
            <a:ext cx="5364480" cy="402336"/>
          </a:xfrm>
          <a:solidFill>
            <a:schemeClr val="accent3"/>
          </a:solidFill>
        </p:spPr>
        <p:txBody>
          <a:bodyPr anchor="ctr"/>
          <a:lstStyle>
            <a:lvl1pPr marL="0" indent="0" algn="ctr">
              <a:buNone/>
              <a:defRPr baseline="0">
                <a:solidFill>
                  <a:schemeClr val="tx1">
                    <a:lumMod val="75000"/>
                    <a:lumOff val="25000"/>
                  </a:schemeClr>
                </a:solidFill>
                <a:latin typeface="Bogle" charset="0"/>
                <a:ea typeface="Bogle" charset="0"/>
                <a:cs typeface="Bogle" charset="0"/>
              </a:defRPr>
            </a:lvl1pPr>
          </a:lstStyle>
          <a:p>
            <a:pPr lvl="0"/>
            <a:r>
              <a:rPr lang="en-US"/>
              <a:t>Keyword here</a:t>
            </a:r>
          </a:p>
        </p:txBody>
      </p:sp>
      <p:sp>
        <p:nvSpPr>
          <p:cNvPr id="10"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814717749"/>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302615745"/>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4"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29313291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1252"/>
            <a:ext cx="4011084" cy="943848"/>
          </a:xfrm>
        </p:spPr>
        <p:txBody>
          <a:bodyPr anchor="ctr"/>
          <a:lstStyle>
            <a:lvl1pPr algn="l">
              <a:defRPr sz="2667" b="1">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idx="1"/>
          </p:nvPr>
        </p:nvSpPr>
        <p:spPr>
          <a:xfrm>
            <a:off x="4766733" y="482601"/>
            <a:ext cx="6815667" cy="5643564"/>
          </a:xfrm>
        </p:spPr>
        <p:txBody>
          <a:bodyPr/>
          <a:lstStyle>
            <a:lvl1pPr marL="0" indent="0">
              <a:buNone/>
              <a:defRPr sz="4267">
                <a:latin typeface="Bogle" charset="0"/>
                <a:ea typeface="Bogle" charset="0"/>
                <a:cs typeface="Bogle" charset="0"/>
              </a:defRPr>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34103275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64573"/>
            <a:ext cx="7315200" cy="502766"/>
          </a:xfrm>
        </p:spPr>
        <p:txBody>
          <a:bodyPr anchor="b"/>
          <a:lstStyle>
            <a:lvl1pPr algn="l">
              <a:defRPr sz="2667" b="1">
                <a:latin typeface="Bogle" charset="0"/>
                <a:ea typeface="Bogle" charset="0"/>
                <a:cs typeface="Bogle" charset="0"/>
              </a:defRPr>
            </a:lvl1pPr>
          </a:lstStyle>
          <a:p>
            <a:r>
              <a:rPr lang="en-US"/>
              <a:t>Click to edit Master title style</a:t>
            </a:r>
          </a:p>
        </p:txBody>
      </p:sp>
      <p:sp>
        <p:nvSpPr>
          <p:cNvPr id="3" name="Picture Placeholder 2"/>
          <p:cNvSpPr>
            <a:spLocks noGrp="1"/>
          </p:cNvSpPr>
          <p:nvPr>
            <p:ph type="pic" idx="1"/>
          </p:nvPr>
        </p:nvSpPr>
        <p:spPr>
          <a:xfrm>
            <a:off x="2389717" y="604520"/>
            <a:ext cx="7315200" cy="4145280"/>
          </a:xfrm>
        </p:spPr>
        <p:txBody>
          <a:bodyPr/>
          <a:lstStyle>
            <a:lvl1pPr marL="0" indent="0">
              <a:buNone/>
              <a:defRPr sz="4267">
                <a:latin typeface="Bogle" charset="0"/>
                <a:ea typeface="Bogle" charset="0"/>
                <a:cs typeface="Bogle"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250584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9EF332-27FC-0041-99C1-697F936FBEA7}"/>
              </a:ext>
            </a:extLst>
          </p:cNvPr>
          <p:cNvSpPr>
            <a:spLocks noGrp="1"/>
          </p:cNvSpPr>
          <p:nvPr>
            <p:ph type="ctrTitle"/>
          </p:nvPr>
        </p:nvSpPr>
        <p:spPr>
          <a:xfrm>
            <a:off x="1524000" y="1122363"/>
            <a:ext cx="9144000" cy="2387600"/>
          </a:xfrm>
        </p:spPr>
        <p:txBody>
          <a:bodyPr anchor="b"/>
          <a:lstStyle>
            <a:lvl1pPr algn="ctr">
              <a:defRPr sz="6000">
                <a:solidFill>
                  <a:srgbClr val="404041"/>
                </a:solidFill>
              </a:defRPr>
            </a:lvl1pPr>
          </a:lstStyle>
          <a:p>
            <a:r>
              <a:rPr lang="en-US"/>
              <a:t>Click to edit Master title style</a:t>
            </a:r>
          </a:p>
        </p:txBody>
      </p:sp>
      <p:sp>
        <p:nvSpPr>
          <p:cNvPr id="3" name="Subtitle 2">
            <a:extLst>
              <a:ext uri="{FF2B5EF4-FFF2-40B4-BE49-F238E27FC236}">
                <a16:creationId xmlns:a16="http://schemas.microsoft.com/office/drawing/2014/main" id="{1721B105-836F-4240-99C4-9C94064A6D41}"/>
              </a:ext>
            </a:extLst>
          </p:cNvPr>
          <p:cNvSpPr>
            <a:spLocks noGrp="1"/>
          </p:cNvSpPr>
          <p:nvPr>
            <p:ph type="subTitle" idx="1"/>
          </p:nvPr>
        </p:nvSpPr>
        <p:spPr>
          <a:xfrm>
            <a:off x="1524000" y="3602038"/>
            <a:ext cx="9144000" cy="1655762"/>
          </a:xfrm>
        </p:spPr>
        <p:txBody>
          <a:bodyPr/>
          <a:lstStyle>
            <a:lvl1pPr marL="0" indent="0" algn="ctr">
              <a:buNone/>
              <a:defRPr sz="2400">
                <a:solidFill>
                  <a:srgbClr val="40404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92089388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66D7D9-DE4A-EB44-A948-15530EFF93A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6D69794-85F5-7E4B-AE1F-A6849184102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214309641"/>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449DE6-FE4F-204B-8BC8-933D6585388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FC787612-4E26-2446-928F-6FE28224791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159176693"/>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546848-AFCE-E64B-81C5-2A272FA0ABCB}"/>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AE927D5-6B1B-5C45-A99A-5D170A1CB1B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169E8F1-8FC0-7043-9717-C6F81B6BAA6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358908333"/>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E06A2-451B-8B48-A090-9FF6C8FC5A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3F2339B-2E64-4345-BDC0-BB2C19DD751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4181859-680F-504A-A71A-82A6EEDA9283}"/>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4136BA2-5963-FA4E-8C76-71FF7736532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6B2717A-C715-0440-A8F9-574C3885548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0224301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D88FA-9303-4143-A431-7A4B4A0ACD85}"/>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94593232"/>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36231419"/>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1_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69301302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7172" name="Rectangle 4"/>
          <p:cNvSpPr>
            <a:spLocks noGrp="1" noChangeArrowheads="1"/>
          </p:cNvSpPr>
          <p:nvPr>
            <p:ph type="ctrTitle" hasCustomPrompt="1"/>
          </p:nvPr>
        </p:nvSpPr>
        <p:spPr>
          <a:xfrm>
            <a:off x="731520" y="1949414"/>
            <a:ext cx="10728960" cy="666786"/>
          </a:xfrm>
          <a:solidFill>
            <a:schemeClr val="accent1">
              <a:alpha val="0"/>
            </a:schemeClr>
          </a:solidFill>
        </p:spPr>
        <p:txBody>
          <a:bodyPr anchor="b"/>
          <a:lstStyle>
            <a:lvl1pPr algn="ctr">
              <a:defRPr sz="3733">
                <a:solidFill>
                  <a:schemeClr val="accent6"/>
                </a:solidFill>
                <a:latin typeface="Bogle" charset="0"/>
                <a:ea typeface="Bogle" charset="0"/>
                <a:cs typeface="Bogle" charset="0"/>
              </a:defRPr>
            </a:lvl1pPr>
          </a:lstStyle>
          <a:p>
            <a:r>
              <a:rPr lang="en-US"/>
              <a:t>CLICK TO EDIT MASTER TITLE STYLE</a:t>
            </a:r>
          </a:p>
        </p:txBody>
      </p:sp>
      <p:sp>
        <p:nvSpPr>
          <p:cNvPr id="7173" name="Rectangle 5"/>
          <p:cNvSpPr>
            <a:spLocks noGrp="1" noChangeArrowheads="1"/>
          </p:cNvSpPr>
          <p:nvPr>
            <p:ph type="subTitle" idx="1"/>
          </p:nvPr>
        </p:nvSpPr>
        <p:spPr>
          <a:xfrm>
            <a:off x="731520" y="3657603"/>
            <a:ext cx="10728960" cy="853440"/>
          </a:xfrm>
          <a:solidFill>
            <a:schemeClr val="accent1">
              <a:alpha val="0"/>
            </a:schemeClr>
          </a:solidFill>
        </p:spPr>
        <p:txBody>
          <a:bodyPr/>
          <a:lstStyle>
            <a:lvl1pPr marL="0" indent="0" algn="ctr">
              <a:buFont typeface="Times" pitchFamily="18" charset="0"/>
              <a:buNone/>
              <a:defRPr sz="2400">
                <a:solidFill>
                  <a:schemeClr val="tx1">
                    <a:lumMod val="75000"/>
                    <a:lumOff val="25000"/>
                  </a:schemeClr>
                </a:solidFill>
                <a:latin typeface="Bogle" charset="0"/>
                <a:ea typeface="Bogle" charset="0"/>
                <a:cs typeface="Bogle" charset="0"/>
              </a:defRPr>
            </a:lvl1pPr>
          </a:lstStyle>
          <a:p>
            <a:r>
              <a:rPr lang="en-US"/>
              <a:t>Click to edit Master subtitle style</a:t>
            </a:r>
          </a:p>
        </p:txBody>
      </p:sp>
      <p:sp>
        <p:nvSpPr>
          <p:cNvPr id="6" name="Text Placeholder 5"/>
          <p:cNvSpPr>
            <a:spLocks noGrp="1"/>
          </p:cNvSpPr>
          <p:nvPr>
            <p:ph type="body" sz="quarter" idx="12" hasCustomPrompt="1"/>
          </p:nvPr>
        </p:nvSpPr>
        <p:spPr>
          <a:xfrm>
            <a:off x="731520" y="5095240"/>
            <a:ext cx="10728960" cy="365760"/>
          </a:xfrm>
        </p:spPr>
        <p:txBody>
          <a:bodyPr anchor="ctr"/>
          <a:lstStyle>
            <a:lvl1pPr marL="0" indent="0" algn="ctr">
              <a:buNone/>
              <a:defRPr sz="1600" baseline="0">
                <a:latin typeface="Bogle" charset="0"/>
                <a:ea typeface="Bogle" charset="0"/>
                <a:cs typeface="Bogle" charset="0"/>
              </a:defRPr>
            </a:lvl1pPr>
          </a:lstStyle>
          <a:p>
            <a:pPr lvl="0"/>
            <a:r>
              <a:rPr lang="en-US"/>
              <a:t>Click to add date</a:t>
            </a:r>
          </a:p>
        </p:txBody>
      </p:sp>
      <p:sp>
        <p:nvSpPr>
          <p:cNvPr id="4" name="Slide Number Placeholder 3"/>
          <p:cNvSpPr>
            <a:spLocks noGrp="1"/>
          </p:cNvSpPr>
          <p:nvPr>
            <p:ph type="sldNum" sz="quarter" idx="14"/>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2595908"/>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17" name="Straight Connector 16"/>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18" name="Rectangle 17"/>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16" name="Picture 15"/>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2"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79802920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p>
            <a:r>
              <a:rPr lang="en-US"/>
              <a:t>Click to edit Master title style</a:t>
            </a:r>
          </a:p>
        </p:txBody>
      </p:sp>
      <p:sp>
        <p:nvSpPr>
          <p:cNvPr id="4" name="Slide Number Placeholder 3"/>
          <p:cNvSpPr>
            <a:spLocks noGrp="1"/>
          </p:cNvSpPr>
          <p:nvPr>
            <p:ph type="sldNum" sz="quarter" idx="11"/>
          </p:nvPr>
        </p:nvSpPr>
        <p:spPr/>
        <p:txBody>
          <a:body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2155736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le, Sub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609600" y="1600200"/>
            <a:ext cx="10972800" cy="4511040"/>
          </a:xfrm>
        </p:spPr>
        <p:txBody>
          <a:bodyPr/>
          <a:lstStyle>
            <a:lvl1pPr>
              <a:defRPr>
                <a:latin typeface="Bogle" charset="0"/>
                <a:ea typeface="Bogle" charset="0"/>
                <a:cs typeface="Bogle" charset="0"/>
              </a:defRPr>
            </a:lvl1pPr>
            <a:lvl2pPr>
              <a:defRPr>
                <a:latin typeface="Bogle" charset="0"/>
                <a:ea typeface="Bogle" charset="0"/>
                <a:cs typeface="Bogle" charset="0"/>
              </a:defRPr>
            </a:lvl2pPr>
            <a:lvl3pPr>
              <a:defRPr>
                <a:latin typeface="Bogle" charset="0"/>
                <a:ea typeface="Bogle" charset="0"/>
                <a:cs typeface="Bogle" charset="0"/>
              </a:defRPr>
            </a:lvl3pPr>
            <a:lvl4pPr>
              <a:defRPr>
                <a:latin typeface="Bogle" charset="0"/>
                <a:ea typeface="Bogle" charset="0"/>
                <a:cs typeface="Bogle" charset="0"/>
              </a:defRPr>
            </a:lvl4pPr>
            <a:lvl5pPr>
              <a:defRPr>
                <a:latin typeface="Bogle" charset="0"/>
                <a:ea typeface="Bogle" charset="0"/>
                <a:cs typeface="Bogle"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itle 5"/>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Text Placeholder 6"/>
          <p:cNvSpPr>
            <a:spLocks noGrp="1"/>
          </p:cNvSpPr>
          <p:nvPr>
            <p:ph type="body" sz="quarter" idx="12" hasCustomPrompt="1"/>
          </p:nvPr>
        </p:nvSpPr>
        <p:spPr>
          <a:xfrm>
            <a:off x="609600" y="1227667"/>
            <a:ext cx="10972800" cy="365760"/>
          </a:xfrm>
          <a:solidFill>
            <a:schemeClr val="accent6"/>
          </a:solidFill>
        </p:spPr>
        <p:txBody>
          <a:bodyPr anchor="ctr"/>
          <a:lstStyle>
            <a:lvl1pPr marL="0" indent="0" algn="ctr">
              <a:buNone/>
              <a:defRPr>
                <a:solidFill>
                  <a:schemeClr val="bg1"/>
                </a:solidFill>
                <a:latin typeface="Bogle" charset="0"/>
                <a:ea typeface="Bogle" charset="0"/>
                <a:cs typeface="Bogle" charset="0"/>
              </a:defRPr>
            </a:lvl1pPr>
          </a:lstStyle>
          <a:p>
            <a:pPr lvl="0"/>
            <a:r>
              <a:rPr lang="en-US"/>
              <a:t>Keyword here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780035445"/>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1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pic>
        <p:nvPicPr>
          <p:cNvPr id="13" name="Picture 12"/>
          <p:cNvPicPr>
            <a:picLocks noChangeAspect="1"/>
          </p:cNvPicPr>
          <p:nvPr userDrawn="1"/>
        </p:nvPicPr>
        <p:blipFill>
          <a:blip r:embed="rId4"/>
          <a:stretch>
            <a:fillRect/>
          </a:stretch>
        </p:blipFill>
        <p:spPr>
          <a:xfrm>
            <a:off x="5283200" y="81492"/>
            <a:ext cx="1828800" cy="2997200"/>
          </a:xfrm>
          <a:prstGeom prst="rect">
            <a:avLst/>
          </a:prstGeom>
        </p:spPr>
      </p:pic>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349238791"/>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2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5" name="object 17"/>
          <p:cNvSpPr/>
          <p:nvPr userDrawn="1"/>
        </p:nvSpPr>
        <p:spPr>
          <a:xfrm>
            <a:off x="5494693" y="496209"/>
            <a:ext cx="1422400" cy="2411647"/>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FFC21F"/>
          </a:solidFill>
        </p:spPr>
        <p:txBody>
          <a:bodyPr wrap="square" lIns="0" tIns="0" rIns="0" bIns="0" rtlCol="0"/>
          <a:lstStyle/>
          <a:p>
            <a:endParaRPr sz="2400">
              <a:latin typeface="Bogle" charset="0"/>
              <a:ea typeface="Bogle" charset="0"/>
              <a:cs typeface="Bogle" charset="0"/>
            </a:endParaRPr>
          </a:p>
        </p:txBody>
      </p:sp>
    </p:spTree>
    <p:extLst>
      <p:ext uri="{BB962C8B-B14F-4D97-AF65-F5344CB8AC3E}">
        <p14:creationId xmlns:p14="http://schemas.microsoft.com/office/powerpoint/2010/main" val="1767973735"/>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object 24"/>
          <p:cNvSpPr/>
          <p:nvPr userDrawn="1"/>
        </p:nvSpPr>
        <p:spPr>
          <a:xfrm>
            <a:off x="5486400" y="423029"/>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59"/>
                </a:lnTo>
                <a:lnTo>
                  <a:pt x="332191" y="42225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5BC678"/>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715354488"/>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4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8" name="object 31"/>
          <p:cNvSpPr/>
          <p:nvPr userDrawn="1"/>
        </p:nvSpPr>
        <p:spPr>
          <a:xfrm>
            <a:off x="5486400" y="442015"/>
            <a:ext cx="1484616" cy="2517132"/>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0BAFF3"/>
          </a:solidFill>
        </p:spPr>
        <p:txBody>
          <a:bodyPr wrap="square" lIns="0" tIns="0" rIns="0" bIns="0" rtlCol="0"/>
          <a:lstStyle/>
          <a:p>
            <a:endParaRPr sz="2400">
              <a:latin typeface="Bogle" charset="0"/>
              <a:ea typeface="Bogle" charset="0"/>
              <a:cs typeface="Bogle" charset="0"/>
            </a:endParaRPr>
          </a:p>
        </p:txBody>
      </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613072112"/>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5_Section Header - Appreciation">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object 38"/>
          <p:cNvSpPr/>
          <p:nvPr userDrawn="1"/>
        </p:nvSpPr>
        <p:spPr>
          <a:xfrm>
            <a:off x="5465442" y="403160"/>
            <a:ext cx="1544959" cy="2619441"/>
          </a:xfrm>
          <a:custGeom>
            <a:avLst/>
            <a:gdLst/>
            <a:ahLst/>
            <a:cxnLst/>
            <a:rect l="l" t="t" r="r" b="b"/>
            <a:pathLst>
              <a:path w="477520" h="809625">
                <a:moveTo>
                  <a:pt x="301427" y="0"/>
                </a:moveTo>
                <a:lnTo>
                  <a:pt x="111621" y="0"/>
                </a:lnTo>
                <a:lnTo>
                  <a:pt x="3373" y="407212"/>
                </a:lnTo>
                <a:lnTo>
                  <a:pt x="0" y="442311"/>
                </a:lnTo>
                <a:lnTo>
                  <a:pt x="8330" y="472868"/>
                </a:lnTo>
                <a:lnTo>
                  <a:pt x="26925" y="497013"/>
                </a:lnTo>
                <a:lnTo>
                  <a:pt x="54342" y="512874"/>
                </a:lnTo>
                <a:lnTo>
                  <a:pt x="89140" y="518581"/>
                </a:lnTo>
                <a:lnTo>
                  <a:pt x="206896" y="518581"/>
                </a:lnTo>
                <a:lnTo>
                  <a:pt x="130637" y="807326"/>
                </a:lnTo>
                <a:lnTo>
                  <a:pt x="135275" y="809577"/>
                </a:lnTo>
                <a:lnTo>
                  <a:pt x="417130" y="437693"/>
                </a:lnTo>
                <a:lnTo>
                  <a:pt x="81151" y="437693"/>
                </a:lnTo>
                <a:lnTo>
                  <a:pt x="188478" y="38543"/>
                </a:lnTo>
                <a:lnTo>
                  <a:pt x="291171" y="38543"/>
                </a:lnTo>
                <a:lnTo>
                  <a:pt x="301427" y="0"/>
                </a:lnTo>
                <a:close/>
              </a:path>
              <a:path w="477520" h="809625">
                <a:moveTo>
                  <a:pt x="291171" y="38543"/>
                </a:moveTo>
                <a:lnTo>
                  <a:pt x="204425" y="38543"/>
                </a:lnTo>
                <a:lnTo>
                  <a:pt x="101182" y="422269"/>
                </a:lnTo>
                <a:lnTo>
                  <a:pt x="332191" y="422269"/>
                </a:lnTo>
                <a:lnTo>
                  <a:pt x="335646" y="425714"/>
                </a:lnTo>
                <a:lnTo>
                  <a:pt x="335646" y="434238"/>
                </a:lnTo>
                <a:lnTo>
                  <a:pt x="332191" y="437693"/>
                </a:lnTo>
                <a:lnTo>
                  <a:pt x="417130" y="437693"/>
                </a:lnTo>
                <a:lnTo>
                  <a:pt x="477348" y="358240"/>
                </a:lnTo>
                <a:lnTo>
                  <a:pt x="473443" y="350366"/>
                </a:lnTo>
                <a:lnTo>
                  <a:pt x="208194" y="350366"/>
                </a:lnTo>
                <a:lnTo>
                  <a:pt x="291171" y="38543"/>
                </a:lnTo>
                <a:close/>
              </a:path>
            </a:pathLst>
          </a:custGeom>
          <a:solidFill>
            <a:srgbClr val="DA52D4"/>
          </a:solidFill>
        </p:spPr>
        <p:txBody>
          <a:bodyPr wrap="square" lIns="0" tIns="0" rIns="0" bIns="0" rtlCol="0"/>
          <a:lstStyle/>
          <a:p>
            <a:endParaRPr sz="2400">
              <a:latin typeface="Bogle" charset="0"/>
              <a:ea typeface="Bogle" charset="0"/>
              <a:cs typeface="Bogle" charset="0"/>
            </a:endParaRPr>
          </a:p>
        </p:txBody>
      </p:sp>
      <p:sp>
        <p:nvSpPr>
          <p:cNvPr id="1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366792765"/>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Section Header">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16" name="Freeform 101"/>
          <p:cNvSpPr>
            <a:spLocks noEditPoints="1"/>
          </p:cNvSpPr>
          <p:nvPr userDrawn="1"/>
        </p:nvSpPr>
        <p:spPr bwMode="auto">
          <a:xfrm>
            <a:off x="5283200" y="1294709"/>
            <a:ext cx="1625600" cy="1503955"/>
          </a:xfrm>
          <a:custGeom>
            <a:avLst/>
            <a:gdLst/>
            <a:ahLst/>
            <a:cxnLst>
              <a:cxn ang="0">
                <a:pos x="39" y="36"/>
              </a:cxn>
              <a:cxn ang="0">
                <a:pos x="41" y="44"/>
              </a:cxn>
              <a:cxn ang="0">
                <a:pos x="35" y="50"/>
              </a:cxn>
              <a:cxn ang="0">
                <a:pos x="27" y="53"/>
              </a:cxn>
              <a:cxn ang="0">
                <a:pos x="18" y="53"/>
              </a:cxn>
              <a:cxn ang="0">
                <a:pos x="11" y="50"/>
              </a:cxn>
              <a:cxn ang="0">
                <a:pos x="4" y="44"/>
              </a:cxn>
              <a:cxn ang="0">
                <a:pos x="6" y="36"/>
              </a:cxn>
              <a:cxn ang="0">
                <a:pos x="0" y="28"/>
              </a:cxn>
              <a:cxn ang="0">
                <a:pos x="7" y="23"/>
              </a:cxn>
              <a:cxn ang="0">
                <a:pos x="4" y="18"/>
              </a:cxn>
              <a:cxn ang="0">
                <a:pos x="15" y="16"/>
              </a:cxn>
              <a:cxn ang="0">
                <a:pos x="19" y="8"/>
              </a:cxn>
              <a:cxn ang="0">
                <a:pos x="28" y="15"/>
              </a:cxn>
              <a:cxn ang="0">
                <a:pos x="35" y="12"/>
              </a:cxn>
              <a:cxn ang="0">
                <a:pos x="41" y="19"/>
              </a:cxn>
              <a:cxn ang="0">
                <a:pos x="45" y="27"/>
              </a:cxn>
              <a:cxn ang="0">
                <a:pos x="23" y="22"/>
              </a:cxn>
              <a:cxn ang="0">
                <a:pos x="32" y="31"/>
              </a:cxn>
              <a:cxn ang="0">
                <a:pos x="63" y="16"/>
              </a:cxn>
              <a:cxn ang="0">
                <a:pos x="64" y="24"/>
              </a:cxn>
              <a:cxn ang="0">
                <a:pos x="55" y="22"/>
              </a:cxn>
              <a:cxn ang="0">
                <a:pos x="46" y="24"/>
              </a:cxn>
              <a:cxn ang="0">
                <a:pos x="46" y="16"/>
              </a:cxn>
              <a:cxn ang="0">
                <a:pos x="46" y="9"/>
              </a:cxn>
              <a:cxn ang="0">
                <a:pos x="46" y="2"/>
              </a:cxn>
              <a:cxn ang="0">
                <a:pos x="55" y="4"/>
              </a:cxn>
              <a:cxn ang="0">
                <a:pos x="59" y="0"/>
              </a:cxn>
              <a:cxn ang="0">
                <a:pos x="62" y="7"/>
              </a:cxn>
              <a:cxn ang="0">
                <a:pos x="68" y="15"/>
              </a:cxn>
              <a:cxn ang="0">
                <a:pos x="62" y="55"/>
              </a:cxn>
              <a:cxn ang="0">
                <a:pos x="59" y="63"/>
              </a:cxn>
              <a:cxn ang="0">
                <a:pos x="54" y="59"/>
              </a:cxn>
              <a:cxn ang="0">
                <a:pos x="45" y="60"/>
              </a:cxn>
              <a:cxn ang="0">
                <a:pos x="41" y="52"/>
              </a:cxn>
              <a:cxn ang="0">
                <a:pos x="47" y="44"/>
              </a:cxn>
              <a:cxn ang="0">
                <a:pos x="50" y="36"/>
              </a:cxn>
              <a:cxn ang="0">
                <a:pos x="56" y="40"/>
              </a:cxn>
              <a:cxn ang="0">
                <a:pos x="64" y="39"/>
              </a:cxn>
              <a:cxn ang="0">
                <a:pos x="63" y="46"/>
              </a:cxn>
              <a:cxn ang="0">
                <a:pos x="55" y="8"/>
              </a:cxn>
              <a:cxn ang="0">
                <a:pos x="59" y="13"/>
              </a:cxn>
              <a:cxn ang="0">
                <a:pos x="50" y="49"/>
              </a:cxn>
              <a:cxn ang="0">
                <a:pos x="55" y="45"/>
              </a:cxn>
            </a:cxnLst>
            <a:rect l="0" t="0" r="r" b="b"/>
            <a:pathLst>
              <a:path w="68" h="63">
                <a:moveTo>
                  <a:pt x="45" y="35"/>
                </a:moveTo>
                <a:cubicBezTo>
                  <a:pt x="45" y="35"/>
                  <a:pt x="45" y="36"/>
                  <a:pt x="45" y="36"/>
                </a:cubicBezTo>
                <a:cubicBezTo>
                  <a:pt x="39" y="36"/>
                  <a:pt x="39" y="36"/>
                  <a:pt x="39" y="36"/>
                </a:cubicBezTo>
                <a:cubicBezTo>
                  <a:pt x="39" y="37"/>
                  <a:pt x="38" y="38"/>
                  <a:pt x="38" y="39"/>
                </a:cubicBezTo>
                <a:cubicBezTo>
                  <a:pt x="39" y="41"/>
                  <a:pt x="40" y="42"/>
                  <a:pt x="41" y="43"/>
                </a:cubicBezTo>
                <a:cubicBezTo>
                  <a:pt x="41" y="43"/>
                  <a:pt x="41" y="44"/>
                  <a:pt x="41" y="44"/>
                </a:cubicBezTo>
                <a:cubicBezTo>
                  <a:pt x="41" y="44"/>
                  <a:pt x="41" y="44"/>
                  <a:pt x="41" y="45"/>
                </a:cubicBezTo>
                <a:cubicBezTo>
                  <a:pt x="40" y="46"/>
                  <a:pt x="36" y="50"/>
                  <a:pt x="35" y="50"/>
                </a:cubicBezTo>
                <a:cubicBezTo>
                  <a:pt x="35" y="50"/>
                  <a:pt x="35" y="50"/>
                  <a:pt x="35" y="50"/>
                </a:cubicBezTo>
                <a:cubicBezTo>
                  <a:pt x="31" y="47"/>
                  <a:pt x="31" y="47"/>
                  <a:pt x="31" y="47"/>
                </a:cubicBezTo>
                <a:cubicBezTo>
                  <a:pt x="30" y="47"/>
                  <a:pt x="29" y="47"/>
                  <a:pt x="28" y="48"/>
                </a:cubicBezTo>
                <a:cubicBezTo>
                  <a:pt x="28" y="49"/>
                  <a:pt x="27" y="51"/>
                  <a:pt x="27" y="53"/>
                </a:cubicBezTo>
                <a:cubicBezTo>
                  <a:pt x="27" y="54"/>
                  <a:pt x="26" y="54"/>
                  <a:pt x="26" y="54"/>
                </a:cubicBezTo>
                <a:cubicBezTo>
                  <a:pt x="19" y="54"/>
                  <a:pt x="19" y="54"/>
                  <a:pt x="19" y="54"/>
                </a:cubicBezTo>
                <a:cubicBezTo>
                  <a:pt x="19" y="54"/>
                  <a:pt x="18" y="54"/>
                  <a:pt x="18" y="53"/>
                </a:cubicBezTo>
                <a:cubicBezTo>
                  <a:pt x="17" y="48"/>
                  <a:pt x="17" y="48"/>
                  <a:pt x="17" y="48"/>
                </a:cubicBezTo>
                <a:cubicBezTo>
                  <a:pt x="16" y="47"/>
                  <a:pt x="16" y="47"/>
                  <a:pt x="15" y="47"/>
                </a:cubicBezTo>
                <a:cubicBezTo>
                  <a:pt x="11" y="50"/>
                  <a:pt x="11" y="50"/>
                  <a:pt x="11" y="50"/>
                </a:cubicBezTo>
                <a:cubicBezTo>
                  <a:pt x="10" y="50"/>
                  <a:pt x="10" y="50"/>
                  <a:pt x="10" y="50"/>
                </a:cubicBezTo>
                <a:cubicBezTo>
                  <a:pt x="10" y="50"/>
                  <a:pt x="9" y="50"/>
                  <a:pt x="9" y="50"/>
                </a:cubicBezTo>
                <a:cubicBezTo>
                  <a:pt x="8" y="49"/>
                  <a:pt x="4" y="45"/>
                  <a:pt x="4" y="44"/>
                </a:cubicBezTo>
                <a:cubicBezTo>
                  <a:pt x="4" y="44"/>
                  <a:pt x="4" y="44"/>
                  <a:pt x="4" y="43"/>
                </a:cubicBezTo>
                <a:cubicBezTo>
                  <a:pt x="5" y="42"/>
                  <a:pt x="6" y="41"/>
                  <a:pt x="7" y="39"/>
                </a:cubicBezTo>
                <a:cubicBezTo>
                  <a:pt x="7" y="38"/>
                  <a:pt x="6" y="37"/>
                  <a:pt x="6" y="36"/>
                </a:cubicBezTo>
                <a:cubicBezTo>
                  <a:pt x="1" y="35"/>
                  <a:pt x="1" y="35"/>
                  <a:pt x="1" y="35"/>
                </a:cubicBezTo>
                <a:cubicBezTo>
                  <a:pt x="0" y="35"/>
                  <a:pt x="0" y="35"/>
                  <a:pt x="0" y="34"/>
                </a:cubicBezTo>
                <a:cubicBezTo>
                  <a:pt x="0" y="28"/>
                  <a:pt x="0" y="28"/>
                  <a:pt x="0" y="28"/>
                </a:cubicBezTo>
                <a:cubicBezTo>
                  <a:pt x="0" y="27"/>
                  <a:pt x="0" y="27"/>
                  <a:pt x="1" y="27"/>
                </a:cubicBezTo>
                <a:cubicBezTo>
                  <a:pt x="6" y="26"/>
                  <a:pt x="6" y="26"/>
                  <a:pt x="6" y="26"/>
                </a:cubicBezTo>
                <a:cubicBezTo>
                  <a:pt x="6" y="25"/>
                  <a:pt x="7" y="24"/>
                  <a:pt x="7" y="23"/>
                </a:cubicBezTo>
                <a:cubicBezTo>
                  <a:pt x="6" y="22"/>
                  <a:pt x="5" y="20"/>
                  <a:pt x="4" y="19"/>
                </a:cubicBezTo>
                <a:cubicBezTo>
                  <a:pt x="4" y="19"/>
                  <a:pt x="4" y="19"/>
                  <a:pt x="4" y="18"/>
                </a:cubicBezTo>
                <a:cubicBezTo>
                  <a:pt x="4" y="18"/>
                  <a:pt x="4" y="18"/>
                  <a:pt x="4" y="18"/>
                </a:cubicBezTo>
                <a:cubicBezTo>
                  <a:pt x="5" y="17"/>
                  <a:pt x="9" y="12"/>
                  <a:pt x="10" y="12"/>
                </a:cubicBezTo>
                <a:cubicBezTo>
                  <a:pt x="10" y="12"/>
                  <a:pt x="10" y="12"/>
                  <a:pt x="11" y="13"/>
                </a:cubicBezTo>
                <a:cubicBezTo>
                  <a:pt x="15" y="16"/>
                  <a:pt x="15" y="16"/>
                  <a:pt x="15" y="16"/>
                </a:cubicBezTo>
                <a:cubicBezTo>
                  <a:pt x="16" y="15"/>
                  <a:pt x="16" y="15"/>
                  <a:pt x="17" y="15"/>
                </a:cubicBezTo>
                <a:cubicBezTo>
                  <a:pt x="18" y="13"/>
                  <a:pt x="18" y="11"/>
                  <a:pt x="18" y="9"/>
                </a:cubicBezTo>
                <a:cubicBezTo>
                  <a:pt x="18" y="9"/>
                  <a:pt x="19" y="8"/>
                  <a:pt x="19" y="8"/>
                </a:cubicBezTo>
                <a:cubicBezTo>
                  <a:pt x="26" y="8"/>
                  <a:pt x="26" y="8"/>
                  <a:pt x="26" y="8"/>
                </a:cubicBezTo>
                <a:cubicBezTo>
                  <a:pt x="26" y="8"/>
                  <a:pt x="27" y="9"/>
                  <a:pt x="27" y="9"/>
                </a:cubicBezTo>
                <a:cubicBezTo>
                  <a:pt x="28" y="15"/>
                  <a:pt x="28" y="15"/>
                  <a:pt x="28" y="15"/>
                </a:cubicBezTo>
                <a:cubicBezTo>
                  <a:pt x="29" y="15"/>
                  <a:pt x="30" y="15"/>
                  <a:pt x="31" y="16"/>
                </a:cubicBezTo>
                <a:cubicBezTo>
                  <a:pt x="35" y="13"/>
                  <a:pt x="35" y="13"/>
                  <a:pt x="35" y="13"/>
                </a:cubicBezTo>
                <a:cubicBezTo>
                  <a:pt x="35" y="12"/>
                  <a:pt x="35" y="12"/>
                  <a:pt x="35" y="12"/>
                </a:cubicBezTo>
                <a:cubicBezTo>
                  <a:pt x="36" y="12"/>
                  <a:pt x="36" y="12"/>
                  <a:pt x="36" y="13"/>
                </a:cubicBezTo>
                <a:cubicBezTo>
                  <a:pt x="37" y="13"/>
                  <a:pt x="41" y="17"/>
                  <a:pt x="41" y="18"/>
                </a:cubicBezTo>
                <a:cubicBezTo>
                  <a:pt x="41" y="19"/>
                  <a:pt x="41" y="19"/>
                  <a:pt x="41" y="19"/>
                </a:cubicBezTo>
                <a:cubicBezTo>
                  <a:pt x="40" y="20"/>
                  <a:pt x="39" y="22"/>
                  <a:pt x="38" y="23"/>
                </a:cubicBezTo>
                <a:cubicBezTo>
                  <a:pt x="38" y="24"/>
                  <a:pt x="39" y="25"/>
                  <a:pt x="39" y="26"/>
                </a:cubicBezTo>
                <a:cubicBezTo>
                  <a:pt x="45" y="27"/>
                  <a:pt x="45" y="27"/>
                  <a:pt x="45" y="27"/>
                </a:cubicBezTo>
                <a:cubicBezTo>
                  <a:pt x="45" y="27"/>
                  <a:pt x="45" y="27"/>
                  <a:pt x="45" y="28"/>
                </a:cubicBezTo>
                <a:lnTo>
                  <a:pt x="45" y="35"/>
                </a:lnTo>
                <a:close/>
                <a:moveTo>
                  <a:pt x="23" y="22"/>
                </a:moveTo>
                <a:cubicBezTo>
                  <a:pt x="18" y="22"/>
                  <a:pt x="13" y="26"/>
                  <a:pt x="13" y="31"/>
                </a:cubicBezTo>
                <a:cubicBezTo>
                  <a:pt x="13" y="36"/>
                  <a:pt x="18" y="40"/>
                  <a:pt x="23" y="40"/>
                </a:cubicBezTo>
                <a:cubicBezTo>
                  <a:pt x="28" y="40"/>
                  <a:pt x="32" y="36"/>
                  <a:pt x="32" y="31"/>
                </a:cubicBezTo>
                <a:cubicBezTo>
                  <a:pt x="32" y="26"/>
                  <a:pt x="28" y="22"/>
                  <a:pt x="23" y="22"/>
                </a:cubicBezTo>
                <a:close/>
                <a:moveTo>
                  <a:pt x="68" y="15"/>
                </a:moveTo>
                <a:cubicBezTo>
                  <a:pt x="68" y="16"/>
                  <a:pt x="64" y="16"/>
                  <a:pt x="63" y="16"/>
                </a:cubicBezTo>
                <a:cubicBezTo>
                  <a:pt x="63" y="17"/>
                  <a:pt x="62" y="18"/>
                  <a:pt x="62" y="18"/>
                </a:cubicBezTo>
                <a:cubicBezTo>
                  <a:pt x="62" y="19"/>
                  <a:pt x="64" y="23"/>
                  <a:pt x="64" y="23"/>
                </a:cubicBezTo>
                <a:cubicBezTo>
                  <a:pt x="64" y="23"/>
                  <a:pt x="64" y="23"/>
                  <a:pt x="64" y="24"/>
                </a:cubicBezTo>
                <a:cubicBezTo>
                  <a:pt x="63" y="24"/>
                  <a:pt x="59" y="26"/>
                  <a:pt x="59" y="26"/>
                </a:cubicBezTo>
                <a:cubicBezTo>
                  <a:pt x="59" y="26"/>
                  <a:pt x="56" y="22"/>
                  <a:pt x="56" y="22"/>
                </a:cubicBezTo>
                <a:cubicBezTo>
                  <a:pt x="55" y="22"/>
                  <a:pt x="55" y="22"/>
                  <a:pt x="55" y="22"/>
                </a:cubicBezTo>
                <a:cubicBezTo>
                  <a:pt x="54" y="22"/>
                  <a:pt x="54" y="22"/>
                  <a:pt x="54" y="22"/>
                </a:cubicBezTo>
                <a:cubicBezTo>
                  <a:pt x="53" y="22"/>
                  <a:pt x="50" y="26"/>
                  <a:pt x="50" y="26"/>
                </a:cubicBezTo>
                <a:cubicBezTo>
                  <a:pt x="50" y="26"/>
                  <a:pt x="46" y="24"/>
                  <a:pt x="46" y="24"/>
                </a:cubicBezTo>
                <a:cubicBezTo>
                  <a:pt x="45" y="23"/>
                  <a:pt x="45" y="23"/>
                  <a:pt x="45" y="23"/>
                </a:cubicBezTo>
                <a:cubicBezTo>
                  <a:pt x="45" y="23"/>
                  <a:pt x="47" y="19"/>
                  <a:pt x="47" y="18"/>
                </a:cubicBezTo>
                <a:cubicBezTo>
                  <a:pt x="47" y="18"/>
                  <a:pt x="46" y="17"/>
                  <a:pt x="46" y="16"/>
                </a:cubicBezTo>
                <a:cubicBezTo>
                  <a:pt x="45" y="16"/>
                  <a:pt x="41" y="16"/>
                  <a:pt x="41" y="15"/>
                </a:cubicBezTo>
                <a:cubicBezTo>
                  <a:pt x="41" y="10"/>
                  <a:pt x="41" y="10"/>
                  <a:pt x="41" y="10"/>
                </a:cubicBezTo>
                <a:cubicBezTo>
                  <a:pt x="41" y="10"/>
                  <a:pt x="45" y="9"/>
                  <a:pt x="46" y="9"/>
                </a:cubicBezTo>
                <a:cubicBezTo>
                  <a:pt x="46" y="9"/>
                  <a:pt x="47" y="8"/>
                  <a:pt x="47" y="7"/>
                </a:cubicBezTo>
                <a:cubicBezTo>
                  <a:pt x="47" y="7"/>
                  <a:pt x="45" y="3"/>
                  <a:pt x="45" y="2"/>
                </a:cubicBezTo>
                <a:cubicBezTo>
                  <a:pt x="45" y="2"/>
                  <a:pt x="45" y="2"/>
                  <a:pt x="46" y="2"/>
                </a:cubicBezTo>
                <a:cubicBezTo>
                  <a:pt x="46" y="2"/>
                  <a:pt x="50" y="0"/>
                  <a:pt x="50" y="0"/>
                </a:cubicBezTo>
                <a:cubicBezTo>
                  <a:pt x="50" y="0"/>
                  <a:pt x="53" y="3"/>
                  <a:pt x="54" y="4"/>
                </a:cubicBezTo>
                <a:cubicBezTo>
                  <a:pt x="54" y="4"/>
                  <a:pt x="54" y="4"/>
                  <a:pt x="55" y="4"/>
                </a:cubicBezTo>
                <a:cubicBezTo>
                  <a:pt x="55" y="4"/>
                  <a:pt x="55" y="4"/>
                  <a:pt x="56" y="4"/>
                </a:cubicBezTo>
                <a:cubicBezTo>
                  <a:pt x="57" y="2"/>
                  <a:pt x="58" y="1"/>
                  <a:pt x="59" y="0"/>
                </a:cubicBezTo>
                <a:cubicBezTo>
                  <a:pt x="59" y="0"/>
                  <a:pt x="59" y="0"/>
                  <a:pt x="59" y="0"/>
                </a:cubicBezTo>
                <a:cubicBezTo>
                  <a:pt x="59" y="0"/>
                  <a:pt x="63" y="2"/>
                  <a:pt x="64" y="2"/>
                </a:cubicBezTo>
                <a:cubicBezTo>
                  <a:pt x="64" y="2"/>
                  <a:pt x="64" y="2"/>
                  <a:pt x="64" y="2"/>
                </a:cubicBezTo>
                <a:cubicBezTo>
                  <a:pt x="64" y="3"/>
                  <a:pt x="62" y="7"/>
                  <a:pt x="62" y="7"/>
                </a:cubicBezTo>
                <a:cubicBezTo>
                  <a:pt x="62" y="8"/>
                  <a:pt x="63" y="9"/>
                  <a:pt x="63" y="9"/>
                </a:cubicBezTo>
                <a:cubicBezTo>
                  <a:pt x="64" y="9"/>
                  <a:pt x="68" y="10"/>
                  <a:pt x="68" y="10"/>
                </a:cubicBezTo>
                <a:lnTo>
                  <a:pt x="68" y="15"/>
                </a:lnTo>
                <a:close/>
                <a:moveTo>
                  <a:pt x="68" y="52"/>
                </a:moveTo>
                <a:cubicBezTo>
                  <a:pt x="68" y="52"/>
                  <a:pt x="64" y="53"/>
                  <a:pt x="63" y="53"/>
                </a:cubicBezTo>
                <a:cubicBezTo>
                  <a:pt x="63" y="54"/>
                  <a:pt x="62" y="54"/>
                  <a:pt x="62" y="55"/>
                </a:cubicBezTo>
                <a:cubicBezTo>
                  <a:pt x="62" y="56"/>
                  <a:pt x="64" y="59"/>
                  <a:pt x="64" y="60"/>
                </a:cubicBezTo>
                <a:cubicBezTo>
                  <a:pt x="64" y="60"/>
                  <a:pt x="64" y="60"/>
                  <a:pt x="64" y="60"/>
                </a:cubicBezTo>
                <a:cubicBezTo>
                  <a:pt x="63" y="60"/>
                  <a:pt x="59" y="63"/>
                  <a:pt x="59" y="63"/>
                </a:cubicBezTo>
                <a:cubicBezTo>
                  <a:pt x="59" y="63"/>
                  <a:pt x="56" y="59"/>
                  <a:pt x="56" y="59"/>
                </a:cubicBezTo>
                <a:cubicBezTo>
                  <a:pt x="55" y="59"/>
                  <a:pt x="55" y="59"/>
                  <a:pt x="55" y="59"/>
                </a:cubicBezTo>
                <a:cubicBezTo>
                  <a:pt x="54" y="59"/>
                  <a:pt x="54" y="59"/>
                  <a:pt x="54" y="59"/>
                </a:cubicBezTo>
                <a:cubicBezTo>
                  <a:pt x="53" y="59"/>
                  <a:pt x="50" y="63"/>
                  <a:pt x="50" y="63"/>
                </a:cubicBezTo>
                <a:cubicBezTo>
                  <a:pt x="50" y="63"/>
                  <a:pt x="46" y="60"/>
                  <a:pt x="46" y="60"/>
                </a:cubicBezTo>
                <a:cubicBezTo>
                  <a:pt x="45" y="60"/>
                  <a:pt x="45" y="60"/>
                  <a:pt x="45" y="60"/>
                </a:cubicBezTo>
                <a:cubicBezTo>
                  <a:pt x="45" y="59"/>
                  <a:pt x="47" y="56"/>
                  <a:pt x="47" y="55"/>
                </a:cubicBezTo>
                <a:cubicBezTo>
                  <a:pt x="47" y="54"/>
                  <a:pt x="46" y="54"/>
                  <a:pt x="46" y="53"/>
                </a:cubicBezTo>
                <a:cubicBezTo>
                  <a:pt x="45" y="53"/>
                  <a:pt x="41" y="52"/>
                  <a:pt x="41" y="52"/>
                </a:cubicBezTo>
                <a:cubicBezTo>
                  <a:pt x="41" y="47"/>
                  <a:pt x="41" y="47"/>
                  <a:pt x="41" y="47"/>
                </a:cubicBezTo>
                <a:cubicBezTo>
                  <a:pt x="41" y="46"/>
                  <a:pt x="45" y="46"/>
                  <a:pt x="46" y="46"/>
                </a:cubicBezTo>
                <a:cubicBezTo>
                  <a:pt x="46" y="45"/>
                  <a:pt x="47" y="45"/>
                  <a:pt x="47" y="44"/>
                </a:cubicBezTo>
                <a:cubicBezTo>
                  <a:pt x="47" y="43"/>
                  <a:pt x="45" y="40"/>
                  <a:pt x="45" y="39"/>
                </a:cubicBezTo>
                <a:cubicBezTo>
                  <a:pt x="45" y="39"/>
                  <a:pt x="45" y="39"/>
                  <a:pt x="46" y="39"/>
                </a:cubicBezTo>
                <a:cubicBezTo>
                  <a:pt x="46" y="39"/>
                  <a:pt x="50" y="36"/>
                  <a:pt x="50" y="36"/>
                </a:cubicBezTo>
                <a:cubicBezTo>
                  <a:pt x="50" y="36"/>
                  <a:pt x="53" y="40"/>
                  <a:pt x="54" y="40"/>
                </a:cubicBezTo>
                <a:cubicBezTo>
                  <a:pt x="54" y="40"/>
                  <a:pt x="54" y="40"/>
                  <a:pt x="55" y="40"/>
                </a:cubicBezTo>
                <a:cubicBezTo>
                  <a:pt x="55" y="40"/>
                  <a:pt x="55" y="40"/>
                  <a:pt x="56" y="40"/>
                </a:cubicBezTo>
                <a:cubicBezTo>
                  <a:pt x="57" y="39"/>
                  <a:pt x="58" y="38"/>
                  <a:pt x="59" y="36"/>
                </a:cubicBezTo>
                <a:cubicBezTo>
                  <a:pt x="59" y="36"/>
                  <a:pt x="59" y="36"/>
                  <a:pt x="59" y="36"/>
                </a:cubicBezTo>
                <a:cubicBezTo>
                  <a:pt x="59" y="36"/>
                  <a:pt x="63" y="39"/>
                  <a:pt x="64" y="39"/>
                </a:cubicBezTo>
                <a:cubicBezTo>
                  <a:pt x="64" y="39"/>
                  <a:pt x="64" y="39"/>
                  <a:pt x="64" y="39"/>
                </a:cubicBezTo>
                <a:cubicBezTo>
                  <a:pt x="64" y="40"/>
                  <a:pt x="62" y="43"/>
                  <a:pt x="62" y="44"/>
                </a:cubicBezTo>
                <a:cubicBezTo>
                  <a:pt x="62" y="45"/>
                  <a:pt x="63" y="45"/>
                  <a:pt x="63" y="46"/>
                </a:cubicBezTo>
                <a:cubicBezTo>
                  <a:pt x="64" y="46"/>
                  <a:pt x="68" y="46"/>
                  <a:pt x="68" y="47"/>
                </a:cubicBezTo>
                <a:lnTo>
                  <a:pt x="68" y="52"/>
                </a:lnTo>
                <a:close/>
                <a:moveTo>
                  <a:pt x="55" y="8"/>
                </a:moveTo>
                <a:cubicBezTo>
                  <a:pt x="52" y="8"/>
                  <a:pt x="50" y="10"/>
                  <a:pt x="50" y="13"/>
                </a:cubicBezTo>
                <a:cubicBezTo>
                  <a:pt x="50" y="15"/>
                  <a:pt x="52" y="17"/>
                  <a:pt x="55" y="17"/>
                </a:cubicBezTo>
                <a:cubicBezTo>
                  <a:pt x="57" y="17"/>
                  <a:pt x="59" y="15"/>
                  <a:pt x="59" y="13"/>
                </a:cubicBezTo>
                <a:cubicBezTo>
                  <a:pt x="59" y="10"/>
                  <a:pt x="57" y="8"/>
                  <a:pt x="55" y="8"/>
                </a:cubicBezTo>
                <a:close/>
                <a:moveTo>
                  <a:pt x="55" y="45"/>
                </a:moveTo>
                <a:cubicBezTo>
                  <a:pt x="52" y="45"/>
                  <a:pt x="50" y="47"/>
                  <a:pt x="50" y="49"/>
                </a:cubicBezTo>
                <a:cubicBezTo>
                  <a:pt x="50" y="52"/>
                  <a:pt x="52" y="54"/>
                  <a:pt x="55" y="54"/>
                </a:cubicBezTo>
                <a:cubicBezTo>
                  <a:pt x="57" y="54"/>
                  <a:pt x="59" y="52"/>
                  <a:pt x="59" y="49"/>
                </a:cubicBezTo>
                <a:cubicBezTo>
                  <a:pt x="59" y="47"/>
                  <a:pt x="57" y="45"/>
                  <a:pt x="55" y="4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grpSp>
        <p:nvGrpSpPr>
          <p:cNvPr id="14" name="Group 13"/>
          <p:cNvGrpSpPr/>
          <p:nvPr userDrawn="1"/>
        </p:nvGrpSpPr>
        <p:grpSpPr>
          <a:xfrm>
            <a:off x="2438400" y="4953000"/>
            <a:ext cx="7315200" cy="1122843"/>
            <a:chOff x="3352800" y="5063780"/>
            <a:chExt cx="5486400" cy="842132"/>
          </a:xfrm>
        </p:grpSpPr>
        <p:grpSp>
          <p:nvGrpSpPr>
            <p:cNvPr id="15" name="Group 14"/>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9465697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Section Header - Matrix">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5"/>
          <p:cNvSpPr>
            <a:spLocks noEditPoints="1"/>
          </p:cNvSpPr>
          <p:nvPr userDrawn="1"/>
        </p:nvSpPr>
        <p:spPr bwMode="auto">
          <a:xfrm>
            <a:off x="5273189" y="1318685"/>
            <a:ext cx="1645625" cy="1297516"/>
          </a:xfrm>
          <a:custGeom>
            <a:avLst/>
            <a:gdLst/>
            <a:ahLst/>
            <a:cxnLst>
              <a:cxn ang="0">
                <a:pos x="17" y="16"/>
              </a:cxn>
              <a:cxn ang="0">
                <a:pos x="0" y="12"/>
              </a:cxn>
              <a:cxn ang="0">
                <a:pos x="4" y="0"/>
              </a:cxn>
              <a:cxn ang="0">
                <a:pos x="21" y="4"/>
              </a:cxn>
              <a:cxn ang="0">
                <a:pos x="21" y="33"/>
              </a:cxn>
              <a:cxn ang="0">
                <a:pos x="4" y="36"/>
              </a:cxn>
              <a:cxn ang="0">
                <a:pos x="0" y="25"/>
              </a:cxn>
              <a:cxn ang="0">
                <a:pos x="17" y="21"/>
              </a:cxn>
              <a:cxn ang="0">
                <a:pos x="21" y="33"/>
              </a:cxn>
              <a:cxn ang="0">
                <a:pos x="17" y="57"/>
              </a:cxn>
              <a:cxn ang="0">
                <a:pos x="0" y="53"/>
              </a:cxn>
              <a:cxn ang="0">
                <a:pos x="4" y="42"/>
              </a:cxn>
              <a:cxn ang="0">
                <a:pos x="21" y="45"/>
              </a:cxn>
              <a:cxn ang="0">
                <a:pos x="47" y="12"/>
              </a:cxn>
              <a:cxn ang="0">
                <a:pos x="30" y="16"/>
              </a:cxn>
              <a:cxn ang="0">
                <a:pos x="26" y="4"/>
              </a:cxn>
              <a:cxn ang="0">
                <a:pos x="43" y="0"/>
              </a:cxn>
              <a:cxn ang="0">
                <a:pos x="47" y="12"/>
              </a:cxn>
              <a:cxn ang="0">
                <a:pos x="43" y="36"/>
              </a:cxn>
              <a:cxn ang="0">
                <a:pos x="26" y="33"/>
              </a:cxn>
              <a:cxn ang="0">
                <a:pos x="30" y="21"/>
              </a:cxn>
              <a:cxn ang="0">
                <a:pos x="47" y="25"/>
              </a:cxn>
              <a:cxn ang="0">
                <a:pos x="47" y="53"/>
              </a:cxn>
              <a:cxn ang="0">
                <a:pos x="30" y="57"/>
              </a:cxn>
              <a:cxn ang="0">
                <a:pos x="26" y="45"/>
              </a:cxn>
              <a:cxn ang="0">
                <a:pos x="43" y="42"/>
              </a:cxn>
              <a:cxn ang="0">
                <a:pos x="47" y="53"/>
              </a:cxn>
              <a:cxn ang="0">
                <a:pos x="69" y="16"/>
              </a:cxn>
              <a:cxn ang="0">
                <a:pos x="52" y="12"/>
              </a:cxn>
              <a:cxn ang="0">
                <a:pos x="56" y="0"/>
              </a:cxn>
              <a:cxn ang="0">
                <a:pos x="72" y="4"/>
              </a:cxn>
              <a:cxn ang="0">
                <a:pos x="72" y="33"/>
              </a:cxn>
              <a:cxn ang="0">
                <a:pos x="56" y="36"/>
              </a:cxn>
              <a:cxn ang="0">
                <a:pos x="52" y="25"/>
              </a:cxn>
              <a:cxn ang="0">
                <a:pos x="69" y="21"/>
              </a:cxn>
              <a:cxn ang="0">
                <a:pos x="72" y="33"/>
              </a:cxn>
              <a:cxn ang="0">
                <a:pos x="69" y="57"/>
              </a:cxn>
              <a:cxn ang="0">
                <a:pos x="52" y="53"/>
              </a:cxn>
              <a:cxn ang="0">
                <a:pos x="56" y="42"/>
              </a:cxn>
              <a:cxn ang="0">
                <a:pos x="72" y="45"/>
              </a:cxn>
            </a:cxnLst>
            <a:rect l="0" t="0" r="r" b="b"/>
            <a:pathLst>
              <a:path w="72" h="57">
                <a:moveTo>
                  <a:pt x="21" y="12"/>
                </a:moveTo>
                <a:cubicBezTo>
                  <a:pt x="21" y="14"/>
                  <a:pt x="19" y="16"/>
                  <a:pt x="17" y="16"/>
                </a:cubicBezTo>
                <a:cubicBezTo>
                  <a:pt x="4" y="16"/>
                  <a:pt x="4" y="16"/>
                  <a:pt x="4" y="16"/>
                </a:cubicBezTo>
                <a:cubicBezTo>
                  <a:pt x="2" y="16"/>
                  <a:pt x="0" y="14"/>
                  <a:pt x="0" y="12"/>
                </a:cubicBezTo>
                <a:cubicBezTo>
                  <a:pt x="0" y="4"/>
                  <a:pt x="0" y="4"/>
                  <a:pt x="0" y="4"/>
                </a:cubicBezTo>
                <a:cubicBezTo>
                  <a:pt x="0" y="2"/>
                  <a:pt x="2" y="0"/>
                  <a:pt x="4" y="0"/>
                </a:cubicBezTo>
                <a:cubicBezTo>
                  <a:pt x="17" y="0"/>
                  <a:pt x="17" y="0"/>
                  <a:pt x="17" y="0"/>
                </a:cubicBezTo>
                <a:cubicBezTo>
                  <a:pt x="19" y="0"/>
                  <a:pt x="21" y="2"/>
                  <a:pt x="21" y="4"/>
                </a:cubicBezTo>
                <a:lnTo>
                  <a:pt x="21" y="12"/>
                </a:lnTo>
                <a:close/>
                <a:moveTo>
                  <a:pt x="21" y="33"/>
                </a:moveTo>
                <a:cubicBezTo>
                  <a:pt x="21" y="35"/>
                  <a:pt x="19" y="36"/>
                  <a:pt x="17" y="36"/>
                </a:cubicBezTo>
                <a:cubicBezTo>
                  <a:pt x="4" y="36"/>
                  <a:pt x="4" y="36"/>
                  <a:pt x="4" y="36"/>
                </a:cubicBezTo>
                <a:cubicBezTo>
                  <a:pt x="2" y="36"/>
                  <a:pt x="0" y="35"/>
                  <a:pt x="0" y="33"/>
                </a:cubicBezTo>
                <a:cubicBezTo>
                  <a:pt x="0" y="25"/>
                  <a:pt x="0" y="25"/>
                  <a:pt x="0" y="25"/>
                </a:cubicBezTo>
                <a:cubicBezTo>
                  <a:pt x="0" y="23"/>
                  <a:pt x="2" y="21"/>
                  <a:pt x="4" y="21"/>
                </a:cubicBezTo>
                <a:cubicBezTo>
                  <a:pt x="17" y="21"/>
                  <a:pt x="17" y="21"/>
                  <a:pt x="17" y="21"/>
                </a:cubicBezTo>
                <a:cubicBezTo>
                  <a:pt x="19" y="21"/>
                  <a:pt x="21" y="23"/>
                  <a:pt x="21" y="25"/>
                </a:cubicBezTo>
                <a:lnTo>
                  <a:pt x="21" y="33"/>
                </a:lnTo>
                <a:close/>
                <a:moveTo>
                  <a:pt x="21" y="53"/>
                </a:moveTo>
                <a:cubicBezTo>
                  <a:pt x="21" y="55"/>
                  <a:pt x="19" y="57"/>
                  <a:pt x="17" y="57"/>
                </a:cubicBezTo>
                <a:cubicBezTo>
                  <a:pt x="4" y="57"/>
                  <a:pt x="4" y="57"/>
                  <a:pt x="4" y="57"/>
                </a:cubicBezTo>
                <a:cubicBezTo>
                  <a:pt x="2" y="57"/>
                  <a:pt x="0" y="55"/>
                  <a:pt x="0" y="53"/>
                </a:cubicBezTo>
                <a:cubicBezTo>
                  <a:pt x="0" y="45"/>
                  <a:pt x="0" y="45"/>
                  <a:pt x="0" y="45"/>
                </a:cubicBezTo>
                <a:cubicBezTo>
                  <a:pt x="0" y="43"/>
                  <a:pt x="2" y="42"/>
                  <a:pt x="4" y="42"/>
                </a:cubicBezTo>
                <a:cubicBezTo>
                  <a:pt x="17" y="42"/>
                  <a:pt x="17" y="42"/>
                  <a:pt x="17" y="42"/>
                </a:cubicBezTo>
                <a:cubicBezTo>
                  <a:pt x="19" y="42"/>
                  <a:pt x="21" y="43"/>
                  <a:pt x="21" y="45"/>
                </a:cubicBezTo>
                <a:lnTo>
                  <a:pt x="21" y="53"/>
                </a:lnTo>
                <a:close/>
                <a:moveTo>
                  <a:pt x="47" y="12"/>
                </a:moveTo>
                <a:cubicBezTo>
                  <a:pt x="47" y="14"/>
                  <a:pt x="45" y="16"/>
                  <a:pt x="43" y="16"/>
                </a:cubicBezTo>
                <a:cubicBezTo>
                  <a:pt x="30" y="16"/>
                  <a:pt x="30" y="16"/>
                  <a:pt x="30" y="16"/>
                </a:cubicBezTo>
                <a:cubicBezTo>
                  <a:pt x="28" y="16"/>
                  <a:pt x="26" y="14"/>
                  <a:pt x="26" y="12"/>
                </a:cubicBezTo>
                <a:cubicBezTo>
                  <a:pt x="26" y="4"/>
                  <a:pt x="26" y="4"/>
                  <a:pt x="26" y="4"/>
                </a:cubicBezTo>
                <a:cubicBezTo>
                  <a:pt x="26" y="2"/>
                  <a:pt x="28" y="0"/>
                  <a:pt x="30" y="0"/>
                </a:cubicBezTo>
                <a:cubicBezTo>
                  <a:pt x="43" y="0"/>
                  <a:pt x="43" y="0"/>
                  <a:pt x="43" y="0"/>
                </a:cubicBezTo>
                <a:cubicBezTo>
                  <a:pt x="45" y="0"/>
                  <a:pt x="47" y="2"/>
                  <a:pt x="47" y="4"/>
                </a:cubicBezTo>
                <a:lnTo>
                  <a:pt x="47" y="12"/>
                </a:lnTo>
                <a:close/>
                <a:moveTo>
                  <a:pt x="47" y="33"/>
                </a:moveTo>
                <a:cubicBezTo>
                  <a:pt x="47" y="35"/>
                  <a:pt x="45" y="36"/>
                  <a:pt x="43" y="36"/>
                </a:cubicBezTo>
                <a:cubicBezTo>
                  <a:pt x="30" y="36"/>
                  <a:pt x="30" y="36"/>
                  <a:pt x="30" y="36"/>
                </a:cubicBezTo>
                <a:cubicBezTo>
                  <a:pt x="28" y="36"/>
                  <a:pt x="26" y="35"/>
                  <a:pt x="26" y="33"/>
                </a:cubicBezTo>
                <a:cubicBezTo>
                  <a:pt x="26" y="25"/>
                  <a:pt x="26" y="25"/>
                  <a:pt x="26" y="25"/>
                </a:cubicBezTo>
                <a:cubicBezTo>
                  <a:pt x="26" y="23"/>
                  <a:pt x="28" y="21"/>
                  <a:pt x="30" y="21"/>
                </a:cubicBezTo>
                <a:cubicBezTo>
                  <a:pt x="43" y="21"/>
                  <a:pt x="43" y="21"/>
                  <a:pt x="43" y="21"/>
                </a:cubicBezTo>
                <a:cubicBezTo>
                  <a:pt x="45" y="21"/>
                  <a:pt x="47" y="23"/>
                  <a:pt x="47" y="25"/>
                </a:cubicBezTo>
                <a:lnTo>
                  <a:pt x="47" y="33"/>
                </a:lnTo>
                <a:close/>
                <a:moveTo>
                  <a:pt x="47" y="53"/>
                </a:moveTo>
                <a:cubicBezTo>
                  <a:pt x="47" y="55"/>
                  <a:pt x="45" y="57"/>
                  <a:pt x="43" y="57"/>
                </a:cubicBezTo>
                <a:cubicBezTo>
                  <a:pt x="30" y="57"/>
                  <a:pt x="30" y="57"/>
                  <a:pt x="30" y="57"/>
                </a:cubicBezTo>
                <a:cubicBezTo>
                  <a:pt x="28" y="57"/>
                  <a:pt x="26" y="55"/>
                  <a:pt x="26" y="53"/>
                </a:cubicBezTo>
                <a:cubicBezTo>
                  <a:pt x="26" y="45"/>
                  <a:pt x="26" y="45"/>
                  <a:pt x="26" y="45"/>
                </a:cubicBezTo>
                <a:cubicBezTo>
                  <a:pt x="26" y="43"/>
                  <a:pt x="28" y="42"/>
                  <a:pt x="30" y="42"/>
                </a:cubicBezTo>
                <a:cubicBezTo>
                  <a:pt x="43" y="42"/>
                  <a:pt x="43" y="42"/>
                  <a:pt x="43" y="42"/>
                </a:cubicBezTo>
                <a:cubicBezTo>
                  <a:pt x="45" y="42"/>
                  <a:pt x="47" y="43"/>
                  <a:pt x="47" y="45"/>
                </a:cubicBezTo>
                <a:lnTo>
                  <a:pt x="47" y="53"/>
                </a:lnTo>
                <a:close/>
                <a:moveTo>
                  <a:pt x="72" y="12"/>
                </a:moveTo>
                <a:cubicBezTo>
                  <a:pt x="72" y="14"/>
                  <a:pt x="71" y="16"/>
                  <a:pt x="69" y="16"/>
                </a:cubicBezTo>
                <a:cubicBezTo>
                  <a:pt x="56" y="16"/>
                  <a:pt x="56" y="16"/>
                  <a:pt x="56" y="16"/>
                </a:cubicBezTo>
                <a:cubicBezTo>
                  <a:pt x="54" y="16"/>
                  <a:pt x="52" y="14"/>
                  <a:pt x="52" y="12"/>
                </a:cubicBezTo>
                <a:cubicBezTo>
                  <a:pt x="52" y="4"/>
                  <a:pt x="52" y="4"/>
                  <a:pt x="52" y="4"/>
                </a:cubicBezTo>
                <a:cubicBezTo>
                  <a:pt x="52" y="2"/>
                  <a:pt x="54" y="0"/>
                  <a:pt x="56" y="0"/>
                </a:cubicBezTo>
                <a:cubicBezTo>
                  <a:pt x="69" y="0"/>
                  <a:pt x="69" y="0"/>
                  <a:pt x="69" y="0"/>
                </a:cubicBezTo>
                <a:cubicBezTo>
                  <a:pt x="71" y="0"/>
                  <a:pt x="72" y="2"/>
                  <a:pt x="72" y="4"/>
                </a:cubicBezTo>
                <a:lnTo>
                  <a:pt x="72" y="12"/>
                </a:lnTo>
                <a:close/>
                <a:moveTo>
                  <a:pt x="72" y="33"/>
                </a:moveTo>
                <a:cubicBezTo>
                  <a:pt x="72" y="35"/>
                  <a:pt x="71" y="36"/>
                  <a:pt x="69" y="36"/>
                </a:cubicBezTo>
                <a:cubicBezTo>
                  <a:pt x="56" y="36"/>
                  <a:pt x="56" y="36"/>
                  <a:pt x="56" y="36"/>
                </a:cubicBezTo>
                <a:cubicBezTo>
                  <a:pt x="54" y="36"/>
                  <a:pt x="52" y="35"/>
                  <a:pt x="52" y="33"/>
                </a:cubicBezTo>
                <a:cubicBezTo>
                  <a:pt x="52" y="25"/>
                  <a:pt x="52" y="25"/>
                  <a:pt x="52" y="25"/>
                </a:cubicBezTo>
                <a:cubicBezTo>
                  <a:pt x="52" y="23"/>
                  <a:pt x="54" y="21"/>
                  <a:pt x="56" y="21"/>
                </a:cubicBezTo>
                <a:cubicBezTo>
                  <a:pt x="69" y="21"/>
                  <a:pt x="69" y="21"/>
                  <a:pt x="69" y="21"/>
                </a:cubicBezTo>
                <a:cubicBezTo>
                  <a:pt x="71" y="21"/>
                  <a:pt x="72" y="23"/>
                  <a:pt x="72" y="25"/>
                </a:cubicBezTo>
                <a:lnTo>
                  <a:pt x="72" y="33"/>
                </a:lnTo>
                <a:close/>
                <a:moveTo>
                  <a:pt x="72" y="53"/>
                </a:moveTo>
                <a:cubicBezTo>
                  <a:pt x="72" y="55"/>
                  <a:pt x="71" y="57"/>
                  <a:pt x="69" y="57"/>
                </a:cubicBezTo>
                <a:cubicBezTo>
                  <a:pt x="56" y="57"/>
                  <a:pt x="56" y="57"/>
                  <a:pt x="56" y="57"/>
                </a:cubicBezTo>
                <a:cubicBezTo>
                  <a:pt x="54" y="57"/>
                  <a:pt x="52" y="55"/>
                  <a:pt x="52" y="53"/>
                </a:cubicBezTo>
                <a:cubicBezTo>
                  <a:pt x="52" y="45"/>
                  <a:pt x="52" y="45"/>
                  <a:pt x="52" y="45"/>
                </a:cubicBezTo>
                <a:cubicBezTo>
                  <a:pt x="52" y="43"/>
                  <a:pt x="54" y="42"/>
                  <a:pt x="56" y="42"/>
                </a:cubicBezTo>
                <a:cubicBezTo>
                  <a:pt x="69" y="42"/>
                  <a:pt x="69" y="42"/>
                  <a:pt x="69" y="42"/>
                </a:cubicBezTo>
                <a:cubicBezTo>
                  <a:pt x="71" y="42"/>
                  <a:pt x="72" y="43"/>
                  <a:pt x="72" y="45"/>
                </a:cubicBezTo>
                <a:lnTo>
                  <a:pt x="72" y="53"/>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5743938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Section Header - Flowchar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145"/>
          <p:cNvSpPr>
            <a:spLocks/>
          </p:cNvSpPr>
          <p:nvPr userDrawn="1"/>
        </p:nvSpPr>
        <p:spPr bwMode="auto">
          <a:xfrm>
            <a:off x="5292585" y="1230595"/>
            <a:ext cx="1606833" cy="1385605"/>
          </a:xfrm>
          <a:custGeom>
            <a:avLst/>
            <a:gdLst/>
            <a:ahLst/>
            <a:cxnLst>
              <a:cxn ang="0">
                <a:pos x="64" y="51"/>
              </a:cxn>
              <a:cxn ang="0">
                <a:pos x="60" y="55"/>
              </a:cxn>
              <a:cxn ang="0">
                <a:pos x="49" y="55"/>
              </a:cxn>
              <a:cxn ang="0">
                <a:pos x="45" y="51"/>
              </a:cxn>
              <a:cxn ang="0">
                <a:pos x="45" y="40"/>
              </a:cxn>
              <a:cxn ang="0">
                <a:pos x="49" y="36"/>
              </a:cxn>
              <a:cxn ang="0">
                <a:pos x="52" y="36"/>
              </a:cxn>
              <a:cxn ang="0">
                <a:pos x="52" y="30"/>
              </a:cxn>
              <a:cxn ang="0">
                <a:pos x="34" y="30"/>
              </a:cxn>
              <a:cxn ang="0">
                <a:pos x="34" y="36"/>
              </a:cxn>
              <a:cxn ang="0">
                <a:pos x="37" y="36"/>
              </a:cxn>
              <a:cxn ang="0">
                <a:pos x="41" y="40"/>
              </a:cxn>
              <a:cxn ang="0">
                <a:pos x="41" y="51"/>
              </a:cxn>
              <a:cxn ang="0">
                <a:pos x="37" y="55"/>
              </a:cxn>
              <a:cxn ang="0">
                <a:pos x="26" y="55"/>
              </a:cxn>
              <a:cxn ang="0">
                <a:pos x="23" y="51"/>
              </a:cxn>
              <a:cxn ang="0">
                <a:pos x="23" y="40"/>
              </a:cxn>
              <a:cxn ang="0">
                <a:pos x="26" y="36"/>
              </a:cxn>
              <a:cxn ang="0">
                <a:pos x="29" y="36"/>
              </a:cxn>
              <a:cxn ang="0">
                <a:pos x="29" y="30"/>
              </a:cxn>
              <a:cxn ang="0">
                <a:pos x="11" y="30"/>
              </a:cxn>
              <a:cxn ang="0">
                <a:pos x="11" y="36"/>
              </a:cxn>
              <a:cxn ang="0">
                <a:pos x="15" y="36"/>
              </a:cxn>
              <a:cxn ang="0">
                <a:pos x="18" y="40"/>
              </a:cxn>
              <a:cxn ang="0">
                <a:pos x="18" y="51"/>
              </a:cxn>
              <a:cxn ang="0">
                <a:pos x="15" y="55"/>
              </a:cxn>
              <a:cxn ang="0">
                <a:pos x="3" y="55"/>
              </a:cxn>
              <a:cxn ang="0">
                <a:pos x="0" y="51"/>
              </a:cxn>
              <a:cxn ang="0">
                <a:pos x="0" y="40"/>
              </a:cxn>
              <a:cxn ang="0">
                <a:pos x="3" y="36"/>
              </a:cxn>
              <a:cxn ang="0">
                <a:pos x="7" y="36"/>
              </a:cxn>
              <a:cxn ang="0">
                <a:pos x="7" y="30"/>
              </a:cxn>
              <a:cxn ang="0">
                <a:pos x="11" y="25"/>
              </a:cxn>
              <a:cxn ang="0">
                <a:pos x="29" y="25"/>
              </a:cxn>
              <a:cxn ang="0">
                <a:pos x="29" y="18"/>
              </a:cxn>
              <a:cxn ang="0">
                <a:pos x="26" y="18"/>
              </a:cxn>
              <a:cxn ang="0">
                <a:pos x="23" y="15"/>
              </a:cxn>
              <a:cxn ang="0">
                <a:pos x="23" y="3"/>
              </a:cxn>
              <a:cxn ang="0">
                <a:pos x="26" y="0"/>
              </a:cxn>
              <a:cxn ang="0">
                <a:pos x="37" y="0"/>
              </a:cxn>
              <a:cxn ang="0">
                <a:pos x="41" y="3"/>
              </a:cxn>
              <a:cxn ang="0">
                <a:pos x="41" y="15"/>
              </a:cxn>
              <a:cxn ang="0">
                <a:pos x="37" y="18"/>
              </a:cxn>
              <a:cxn ang="0">
                <a:pos x="34" y="18"/>
              </a:cxn>
              <a:cxn ang="0">
                <a:pos x="34" y="25"/>
              </a:cxn>
              <a:cxn ang="0">
                <a:pos x="52" y="25"/>
              </a:cxn>
              <a:cxn ang="0">
                <a:pos x="57" y="30"/>
              </a:cxn>
              <a:cxn ang="0">
                <a:pos x="57" y="36"/>
              </a:cxn>
              <a:cxn ang="0">
                <a:pos x="60" y="36"/>
              </a:cxn>
              <a:cxn ang="0">
                <a:pos x="64" y="40"/>
              </a:cxn>
              <a:cxn ang="0">
                <a:pos x="64" y="51"/>
              </a:cxn>
            </a:cxnLst>
            <a:rect l="0" t="0" r="r" b="b"/>
            <a:pathLst>
              <a:path w="64" h="55">
                <a:moveTo>
                  <a:pt x="64" y="51"/>
                </a:moveTo>
                <a:cubicBezTo>
                  <a:pt x="64" y="53"/>
                  <a:pt x="62" y="55"/>
                  <a:pt x="60" y="55"/>
                </a:cubicBezTo>
                <a:cubicBezTo>
                  <a:pt x="49" y="55"/>
                  <a:pt x="49" y="55"/>
                  <a:pt x="49" y="55"/>
                </a:cubicBezTo>
                <a:cubicBezTo>
                  <a:pt x="47" y="55"/>
                  <a:pt x="45" y="53"/>
                  <a:pt x="45" y="51"/>
                </a:cubicBezTo>
                <a:cubicBezTo>
                  <a:pt x="45" y="40"/>
                  <a:pt x="45" y="40"/>
                  <a:pt x="45" y="40"/>
                </a:cubicBezTo>
                <a:cubicBezTo>
                  <a:pt x="45" y="38"/>
                  <a:pt x="47" y="36"/>
                  <a:pt x="49" y="36"/>
                </a:cubicBezTo>
                <a:cubicBezTo>
                  <a:pt x="52" y="36"/>
                  <a:pt x="52" y="36"/>
                  <a:pt x="52" y="36"/>
                </a:cubicBezTo>
                <a:cubicBezTo>
                  <a:pt x="52" y="30"/>
                  <a:pt x="52" y="30"/>
                  <a:pt x="52" y="30"/>
                </a:cubicBezTo>
                <a:cubicBezTo>
                  <a:pt x="34" y="30"/>
                  <a:pt x="34" y="30"/>
                  <a:pt x="34" y="30"/>
                </a:cubicBezTo>
                <a:cubicBezTo>
                  <a:pt x="34" y="36"/>
                  <a:pt x="34" y="36"/>
                  <a:pt x="34" y="36"/>
                </a:cubicBezTo>
                <a:cubicBezTo>
                  <a:pt x="37" y="36"/>
                  <a:pt x="37" y="36"/>
                  <a:pt x="37" y="36"/>
                </a:cubicBezTo>
                <a:cubicBezTo>
                  <a:pt x="39" y="36"/>
                  <a:pt x="41" y="38"/>
                  <a:pt x="41" y="40"/>
                </a:cubicBezTo>
                <a:cubicBezTo>
                  <a:pt x="41" y="51"/>
                  <a:pt x="41" y="51"/>
                  <a:pt x="41" y="51"/>
                </a:cubicBezTo>
                <a:cubicBezTo>
                  <a:pt x="41" y="53"/>
                  <a:pt x="39" y="55"/>
                  <a:pt x="37" y="55"/>
                </a:cubicBezTo>
                <a:cubicBezTo>
                  <a:pt x="26" y="55"/>
                  <a:pt x="26" y="55"/>
                  <a:pt x="26" y="55"/>
                </a:cubicBezTo>
                <a:cubicBezTo>
                  <a:pt x="24" y="55"/>
                  <a:pt x="23" y="53"/>
                  <a:pt x="23" y="51"/>
                </a:cubicBezTo>
                <a:cubicBezTo>
                  <a:pt x="23" y="40"/>
                  <a:pt x="23" y="40"/>
                  <a:pt x="23" y="40"/>
                </a:cubicBezTo>
                <a:cubicBezTo>
                  <a:pt x="23" y="38"/>
                  <a:pt x="24" y="36"/>
                  <a:pt x="26" y="36"/>
                </a:cubicBezTo>
                <a:cubicBezTo>
                  <a:pt x="29" y="36"/>
                  <a:pt x="29" y="36"/>
                  <a:pt x="29" y="36"/>
                </a:cubicBezTo>
                <a:cubicBezTo>
                  <a:pt x="29" y="30"/>
                  <a:pt x="29" y="30"/>
                  <a:pt x="29" y="30"/>
                </a:cubicBezTo>
                <a:cubicBezTo>
                  <a:pt x="11" y="30"/>
                  <a:pt x="11" y="30"/>
                  <a:pt x="11" y="30"/>
                </a:cubicBezTo>
                <a:cubicBezTo>
                  <a:pt x="11" y="36"/>
                  <a:pt x="11" y="36"/>
                  <a:pt x="11" y="36"/>
                </a:cubicBezTo>
                <a:cubicBezTo>
                  <a:pt x="15" y="36"/>
                  <a:pt x="15" y="36"/>
                  <a:pt x="15" y="36"/>
                </a:cubicBezTo>
                <a:cubicBezTo>
                  <a:pt x="17" y="36"/>
                  <a:pt x="18" y="38"/>
                  <a:pt x="18" y="40"/>
                </a:cubicBezTo>
                <a:cubicBezTo>
                  <a:pt x="18" y="51"/>
                  <a:pt x="18" y="51"/>
                  <a:pt x="18" y="51"/>
                </a:cubicBezTo>
                <a:cubicBezTo>
                  <a:pt x="18" y="53"/>
                  <a:pt x="17" y="55"/>
                  <a:pt x="15" y="55"/>
                </a:cubicBezTo>
                <a:cubicBezTo>
                  <a:pt x="3" y="55"/>
                  <a:pt x="3" y="55"/>
                  <a:pt x="3" y="55"/>
                </a:cubicBezTo>
                <a:cubicBezTo>
                  <a:pt x="1" y="55"/>
                  <a:pt x="0" y="53"/>
                  <a:pt x="0" y="51"/>
                </a:cubicBezTo>
                <a:cubicBezTo>
                  <a:pt x="0" y="40"/>
                  <a:pt x="0" y="40"/>
                  <a:pt x="0" y="40"/>
                </a:cubicBezTo>
                <a:cubicBezTo>
                  <a:pt x="0" y="38"/>
                  <a:pt x="1" y="36"/>
                  <a:pt x="3" y="36"/>
                </a:cubicBezTo>
                <a:cubicBezTo>
                  <a:pt x="7" y="36"/>
                  <a:pt x="7" y="36"/>
                  <a:pt x="7" y="36"/>
                </a:cubicBezTo>
                <a:cubicBezTo>
                  <a:pt x="7" y="30"/>
                  <a:pt x="7" y="30"/>
                  <a:pt x="7" y="30"/>
                </a:cubicBezTo>
                <a:cubicBezTo>
                  <a:pt x="7" y="27"/>
                  <a:pt x="9" y="25"/>
                  <a:pt x="11" y="25"/>
                </a:cubicBezTo>
                <a:cubicBezTo>
                  <a:pt x="29" y="25"/>
                  <a:pt x="29" y="25"/>
                  <a:pt x="29" y="25"/>
                </a:cubicBezTo>
                <a:cubicBezTo>
                  <a:pt x="29" y="18"/>
                  <a:pt x="29" y="18"/>
                  <a:pt x="29" y="18"/>
                </a:cubicBezTo>
                <a:cubicBezTo>
                  <a:pt x="26" y="18"/>
                  <a:pt x="26" y="18"/>
                  <a:pt x="26" y="18"/>
                </a:cubicBezTo>
                <a:cubicBezTo>
                  <a:pt x="24" y="18"/>
                  <a:pt x="23" y="17"/>
                  <a:pt x="23" y="15"/>
                </a:cubicBezTo>
                <a:cubicBezTo>
                  <a:pt x="23" y="3"/>
                  <a:pt x="23" y="3"/>
                  <a:pt x="23" y="3"/>
                </a:cubicBezTo>
                <a:cubicBezTo>
                  <a:pt x="23" y="1"/>
                  <a:pt x="24" y="0"/>
                  <a:pt x="26" y="0"/>
                </a:cubicBezTo>
                <a:cubicBezTo>
                  <a:pt x="37" y="0"/>
                  <a:pt x="37" y="0"/>
                  <a:pt x="37" y="0"/>
                </a:cubicBezTo>
                <a:cubicBezTo>
                  <a:pt x="39" y="0"/>
                  <a:pt x="41" y="1"/>
                  <a:pt x="41" y="3"/>
                </a:cubicBezTo>
                <a:cubicBezTo>
                  <a:pt x="41" y="15"/>
                  <a:pt x="41" y="15"/>
                  <a:pt x="41" y="15"/>
                </a:cubicBezTo>
                <a:cubicBezTo>
                  <a:pt x="41" y="17"/>
                  <a:pt x="39" y="18"/>
                  <a:pt x="37" y="18"/>
                </a:cubicBezTo>
                <a:cubicBezTo>
                  <a:pt x="34" y="18"/>
                  <a:pt x="34" y="18"/>
                  <a:pt x="34" y="18"/>
                </a:cubicBezTo>
                <a:cubicBezTo>
                  <a:pt x="34" y="25"/>
                  <a:pt x="34" y="25"/>
                  <a:pt x="34" y="25"/>
                </a:cubicBezTo>
                <a:cubicBezTo>
                  <a:pt x="52" y="25"/>
                  <a:pt x="52" y="25"/>
                  <a:pt x="52" y="25"/>
                </a:cubicBezTo>
                <a:cubicBezTo>
                  <a:pt x="55" y="25"/>
                  <a:pt x="57" y="27"/>
                  <a:pt x="57" y="30"/>
                </a:cubicBezTo>
                <a:cubicBezTo>
                  <a:pt x="57" y="36"/>
                  <a:pt x="57" y="36"/>
                  <a:pt x="57" y="36"/>
                </a:cubicBezTo>
                <a:cubicBezTo>
                  <a:pt x="60" y="36"/>
                  <a:pt x="60" y="36"/>
                  <a:pt x="60" y="36"/>
                </a:cubicBezTo>
                <a:cubicBezTo>
                  <a:pt x="62" y="36"/>
                  <a:pt x="64" y="38"/>
                  <a:pt x="64" y="40"/>
                </a:cubicBezTo>
                <a:lnTo>
                  <a:pt x="64" y="51"/>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637330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Section Header - Tre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29"/>
          <p:cNvSpPr>
            <a:spLocks/>
          </p:cNvSpPr>
          <p:nvPr userDrawn="1"/>
        </p:nvSpPr>
        <p:spPr bwMode="auto">
          <a:xfrm>
            <a:off x="5583767" y="1363136"/>
            <a:ext cx="1024467" cy="1253064"/>
          </a:xfrm>
          <a:custGeom>
            <a:avLst/>
            <a:gdLst/>
            <a:ahLst/>
            <a:cxnLst>
              <a:cxn ang="0">
                <a:pos x="53" y="58"/>
              </a:cxn>
              <a:cxn ang="0">
                <a:pos x="36" y="58"/>
              </a:cxn>
              <a:cxn ang="0">
                <a:pos x="36" y="65"/>
              </a:cxn>
              <a:cxn ang="0">
                <a:pos x="34" y="68"/>
              </a:cxn>
              <a:cxn ang="0">
                <a:pos x="22" y="68"/>
              </a:cxn>
              <a:cxn ang="0">
                <a:pos x="20" y="65"/>
              </a:cxn>
              <a:cxn ang="0">
                <a:pos x="20" y="58"/>
              </a:cxn>
              <a:cxn ang="0">
                <a:pos x="2" y="58"/>
              </a:cxn>
              <a:cxn ang="0">
                <a:pos x="0" y="56"/>
              </a:cxn>
              <a:cxn ang="0">
                <a:pos x="1" y="54"/>
              </a:cxn>
              <a:cxn ang="0">
                <a:pos x="16" y="39"/>
              </a:cxn>
              <a:cxn ang="0">
                <a:pos x="7" y="39"/>
              </a:cxn>
              <a:cxn ang="0">
                <a:pos x="5" y="36"/>
              </a:cxn>
              <a:cxn ang="0">
                <a:pos x="6" y="34"/>
              </a:cxn>
              <a:cxn ang="0">
                <a:pos x="21" y="19"/>
              </a:cxn>
              <a:cxn ang="0">
                <a:pos x="13" y="19"/>
              </a:cxn>
              <a:cxn ang="0">
                <a:pos x="11" y="17"/>
              </a:cxn>
              <a:cxn ang="0">
                <a:pos x="12" y="15"/>
              </a:cxn>
              <a:cxn ang="0">
                <a:pos x="26" y="0"/>
              </a:cxn>
              <a:cxn ang="0">
                <a:pos x="28" y="0"/>
              </a:cxn>
              <a:cxn ang="0">
                <a:pos x="30" y="0"/>
              </a:cxn>
              <a:cxn ang="0">
                <a:pos x="44" y="15"/>
              </a:cxn>
              <a:cxn ang="0">
                <a:pos x="45" y="17"/>
              </a:cxn>
              <a:cxn ang="0">
                <a:pos x="42" y="19"/>
              </a:cxn>
              <a:cxn ang="0">
                <a:pos x="35" y="19"/>
              </a:cxn>
              <a:cxn ang="0">
                <a:pos x="50" y="34"/>
              </a:cxn>
              <a:cxn ang="0">
                <a:pos x="51" y="36"/>
              </a:cxn>
              <a:cxn ang="0">
                <a:pos x="49" y="39"/>
              </a:cxn>
              <a:cxn ang="0">
                <a:pos x="40" y="39"/>
              </a:cxn>
              <a:cxn ang="0">
                <a:pos x="55" y="54"/>
              </a:cxn>
              <a:cxn ang="0">
                <a:pos x="56" y="56"/>
              </a:cxn>
              <a:cxn ang="0">
                <a:pos x="53" y="58"/>
              </a:cxn>
            </a:cxnLst>
            <a:rect l="0" t="0" r="r" b="b"/>
            <a:pathLst>
              <a:path w="56" h="68">
                <a:moveTo>
                  <a:pt x="53" y="58"/>
                </a:moveTo>
                <a:cubicBezTo>
                  <a:pt x="36" y="58"/>
                  <a:pt x="36" y="58"/>
                  <a:pt x="36" y="58"/>
                </a:cubicBezTo>
                <a:cubicBezTo>
                  <a:pt x="36" y="60"/>
                  <a:pt x="36" y="63"/>
                  <a:pt x="36" y="65"/>
                </a:cubicBezTo>
                <a:cubicBezTo>
                  <a:pt x="36" y="67"/>
                  <a:pt x="35" y="68"/>
                  <a:pt x="34" y="68"/>
                </a:cubicBezTo>
                <a:cubicBezTo>
                  <a:pt x="22" y="68"/>
                  <a:pt x="22" y="68"/>
                  <a:pt x="22" y="68"/>
                </a:cubicBezTo>
                <a:cubicBezTo>
                  <a:pt x="21" y="68"/>
                  <a:pt x="20" y="67"/>
                  <a:pt x="20" y="65"/>
                </a:cubicBezTo>
                <a:cubicBezTo>
                  <a:pt x="20" y="63"/>
                  <a:pt x="20" y="60"/>
                  <a:pt x="20" y="58"/>
                </a:cubicBezTo>
                <a:cubicBezTo>
                  <a:pt x="2" y="58"/>
                  <a:pt x="2" y="58"/>
                  <a:pt x="2" y="58"/>
                </a:cubicBezTo>
                <a:cubicBezTo>
                  <a:pt x="1" y="58"/>
                  <a:pt x="0" y="57"/>
                  <a:pt x="0" y="56"/>
                </a:cubicBezTo>
                <a:cubicBezTo>
                  <a:pt x="0" y="55"/>
                  <a:pt x="0" y="54"/>
                  <a:pt x="1" y="54"/>
                </a:cubicBezTo>
                <a:cubicBezTo>
                  <a:pt x="16" y="39"/>
                  <a:pt x="16" y="39"/>
                  <a:pt x="16" y="39"/>
                </a:cubicBezTo>
                <a:cubicBezTo>
                  <a:pt x="7" y="39"/>
                  <a:pt x="7" y="39"/>
                  <a:pt x="7" y="39"/>
                </a:cubicBezTo>
                <a:cubicBezTo>
                  <a:pt x="6" y="39"/>
                  <a:pt x="5" y="37"/>
                  <a:pt x="5" y="36"/>
                </a:cubicBezTo>
                <a:cubicBezTo>
                  <a:pt x="5" y="35"/>
                  <a:pt x="5" y="35"/>
                  <a:pt x="6" y="34"/>
                </a:cubicBezTo>
                <a:cubicBezTo>
                  <a:pt x="21" y="19"/>
                  <a:pt x="21" y="19"/>
                  <a:pt x="21" y="19"/>
                </a:cubicBezTo>
                <a:cubicBezTo>
                  <a:pt x="13" y="19"/>
                  <a:pt x="13" y="19"/>
                  <a:pt x="13" y="19"/>
                </a:cubicBezTo>
                <a:cubicBezTo>
                  <a:pt x="12" y="19"/>
                  <a:pt x="11" y="18"/>
                  <a:pt x="11" y="17"/>
                </a:cubicBezTo>
                <a:cubicBezTo>
                  <a:pt x="11" y="16"/>
                  <a:pt x="11" y="15"/>
                  <a:pt x="12" y="15"/>
                </a:cubicBezTo>
                <a:cubicBezTo>
                  <a:pt x="26" y="0"/>
                  <a:pt x="26" y="0"/>
                  <a:pt x="26" y="0"/>
                </a:cubicBezTo>
                <a:cubicBezTo>
                  <a:pt x="27" y="0"/>
                  <a:pt x="27" y="0"/>
                  <a:pt x="28" y="0"/>
                </a:cubicBezTo>
                <a:cubicBezTo>
                  <a:pt x="29" y="0"/>
                  <a:pt x="29" y="0"/>
                  <a:pt x="30" y="0"/>
                </a:cubicBezTo>
                <a:cubicBezTo>
                  <a:pt x="44" y="15"/>
                  <a:pt x="44" y="15"/>
                  <a:pt x="44" y="15"/>
                </a:cubicBezTo>
                <a:cubicBezTo>
                  <a:pt x="45" y="15"/>
                  <a:pt x="45" y="16"/>
                  <a:pt x="45" y="17"/>
                </a:cubicBezTo>
                <a:cubicBezTo>
                  <a:pt x="45" y="18"/>
                  <a:pt x="44" y="19"/>
                  <a:pt x="42" y="19"/>
                </a:cubicBezTo>
                <a:cubicBezTo>
                  <a:pt x="35" y="19"/>
                  <a:pt x="35" y="19"/>
                  <a:pt x="35" y="19"/>
                </a:cubicBezTo>
                <a:cubicBezTo>
                  <a:pt x="50" y="34"/>
                  <a:pt x="50" y="34"/>
                  <a:pt x="50" y="34"/>
                </a:cubicBezTo>
                <a:cubicBezTo>
                  <a:pt x="51" y="35"/>
                  <a:pt x="51" y="35"/>
                  <a:pt x="51" y="36"/>
                </a:cubicBezTo>
                <a:cubicBezTo>
                  <a:pt x="51" y="37"/>
                  <a:pt x="50" y="39"/>
                  <a:pt x="49" y="39"/>
                </a:cubicBezTo>
                <a:cubicBezTo>
                  <a:pt x="40" y="39"/>
                  <a:pt x="40" y="39"/>
                  <a:pt x="40" y="39"/>
                </a:cubicBezTo>
                <a:cubicBezTo>
                  <a:pt x="55" y="54"/>
                  <a:pt x="55" y="54"/>
                  <a:pt x="55" y="54"/>
                </a:cubicBezTo>
                <a:cubicBezTo>
                  <a:pt x="56" y="54"/>
                  <a:pt x="56" y="55"/>
                  <a:pt x="56" y="56"/>
                </a:cubicBezTo>
                <a:cubicBezTo>
                  <a:pt x="56" y="57"/>
                  <a:pt x="55" y="58"/>
                  <a:pt x="53" y="5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019863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Section Header - Timelin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9"/>
          <p:cNvSpPr>
            <a:spLocks noEditPoints="1"/>
          </p:cNvSpPr>
          <p:nvPr userDrawn="1"/>
        </p:nvSpPr>
        <p:spPr bwMode="auto">
          <a:xfrm>
            <a:off x="5467090" y="1498600"/>
            <a:ext cx="1257823" cy="1267883"/>
          </a:xfrm>
          <a:custGeom>
            <a:avLst/>
            <a:gdLst/>
            <a:ahLst/>
            <a:cxnLst>
              <a:cxn ang="0">
                <a:pos x="29" y="58"/>
              </a:cxn>
              <a:cxn ang="0">
                <a:pos x="6" y="47"/>
              </a:cxn>
              <a:cxn ang="0">
                <a:pos x="7" y="46"/>
              </a:cxn>
              <a:cxn ang="0">
                <a:pos x="12" y="40"/>
              </a:cxn>
              <a:cxn ang="0">
                <a:pos x="13" y="40"/>
              </a:cxn>
              <a:cxn ang="0">
                <a:pos x="14" y="41"/>
              </a:cxn>
              <a:cxn ang="0">
                <a:pos x="29" y="48"/>
              </a:cxn>
              <a:cxn ang="0">
                <a:pos x="48" y="29"/>
              </a:cxn>
              <a:cxn ang="0">
                <a:pos x="29" y="9"/>
              </a:cxn>
              <a:cxn ang="0">
                <a:pos x="16" y="14"/>
              </a:cxn>
              <a:cxn ang="0">
                <a:pos x="21" y="20"/>
              </a:cxn>
              <a:cxn ang="0">
                <a:pos x="21" y="22"/>
              </a:cxn>
              <a:cxn ang="0">
                <a:pos x="19" y="24"/>
              </a:cxn>
              <a:cxn ang="0">
                <a:pos x="2" y="24"/>
              </a:cxn>
              <a:cxn ang="0">
                <a:pos x="0" y="21"/>
              </a:cxn>
              <a:cxn ang="0">
                <a:pos x="0" y="4"/>
              </a:cxn>
              <a:cxn ang="0">
                <a:pos x="1" y="2"/>
              </a:cxn>
              <a:cxn ang="0">
                <a:pos x="4" y="3"/>
              </a:cxn>
              <a:cxn ang="0">
                <a:pos x="9" y="8"/>
              </a:cxn>
              <a:cxn ang="0">
                <a:pos x="29" y="0"/>
              </a:cxn>
              <a:cxn ang="0">
                <a:pos x="58" y="29"/>
              </a:cxn>
              <a:cxn ang="0">
                <a:pos x="29" y="58"/>
              </a:cxn>
              <a:cxn ang="0">
                <a:pos x="34" y="35"/>
              </a:cxn>
              <a:cxn ang="0">
                <a:pos x="33" y="36"/>
              </a:cxn>
              <a:cxn ang="0">
                <a:pos x="20" y="36"/>
              </a:cxn>
              <a:cxn ang="0">
                <a:pos x="19" y="35"/>
              </a:cxn>
              <a:cxn ang="0">
                <a:pos x="19" y="32"/>
              </a:cxn>
              <a:cxn ang="0">
                <a:pos x="20" y="31"/>
              </a:cxn>
              <a:cxn ang="0">
                <a:pos x="29" y="31"/>
              </a:cxn>
              <a:cxn ang="0">
                <a:pos x="29" y="18"/>
              </a:cxn>
              <a:cxn ang="0">
                <a:pos x="30" y="17"/>
              </a:cxn>
              <a:cxn ang="0">
                <a:pos x="33" y="17"/>
              </a:cxn>
              <a:cxn ang="0">
                <a:pos x="34" y="18"/>
              </a:cxn>
              <a:cxn ang="0">
                <a:pos x="34" y="35"/>
              </a:cxn>
            </a:cxnLst>
            <a:rect l="0" t="0" r="r" b="b"/>
            <a:pathLst>
              <a:path w="58" h="58">
                <a:moveTo>
                  <a:pt x="29" y="58"/>
                </a:moveTo>
                <a:cubicBezTo>
                  <a:pt x="20" y="58"/>
                  <a:pt x="12" y="54"/>
                  <a:pt x="6" y="47"/>
                </a:cubicBezTo>
                <a:cubicBezTo>
                  <a:pt x="6" y="47"/>
                  <a:pt x="6" y="46"/>
                  <a:pt x="7" y="46"/>
                </a:cubicBezTo>
                <a:cubicBezTo>
                  <a:pt x="12" y="40"/>
                  <a:pt x="12" y="40"/>
                  <a:pt x="12" y="40"/>
                </a:cubicBezTo>
                <a:cubicBezTo>
                  <a:pt x="12" y="40"/>
                  <a:pt x="12" y="40"/>
                  <a:pt x="13" y="40"/>
                </a:cubicBezTo>
                <a:cubicBezTo>
                  <a:pt x="13" y="40"/>
                  <a:pt x="13" y="40"/>
                  <a:pt x="14" y="41"/>
                </a:cubicBezTo>
                <a:cubicBezTo>
                  <a:pt x="17" y="45"/>
                  <a:pt x="23" y="48"/>
                  <a:pt x="29" y="48"/>
                </a:cubicBezTo>
                <a:cubicBezTo>
                  <a:pt x="40" y="48"/>
                  <a:pt x="48" y="39"/>
                  <a:pt x="48" y="29"/>
                </a:cubicBezTo>
                <a:cubicBezTo>
                  <a:pt x="48" y="18"/>
                  <a:pt x="40" y="9"/>
                  <a:pt x="29" y="9"/>
                </a:cubicBezTo>
                <a:cubicBezTo>
                  <a:pt x="24" y="9"/>
                  <a:pt x="19" y="11"/>
                  <a:pt x="16" y="14"/>
                </a:cubicBezTo>
                <a:cubicBezTo>
                  <a:pt x="21" y="20"/>
                  <a:pt x="21" y="20"/>
                  <a:pt x="21" y="20"/>
                </a:cubicBezTo>
                <a:cubicBezTo>
                  <a:pt x="22" y="20"/>
                  <a:pt x="22" y="21"/>
                  <a:pt x="21" y="22"/>
                </a:cubicBezTo>
                <a:cubicBezTo>
                  <a:pt x="21" y="23"/>
                  <a:pt x="20" y="24"/>
                  <a:pt x="19" y="24"/>
                </a:cubicBezTo>
                <a:cubicBezTo>
                  <a:pt x="2" y="24"/>
                  <a:pt x="2" y="24"/>
                  <a:pt x="2" y="24"/>
                </a:cubicBezTo>
                <a:cubicBezTo>
                  <a:pt x="1" y="24"/>
                  <a:pt x="0" y="23"/>
                  <a:pt x="0" y="21"/>
                </a:cubicBezTo>
                <a:cubicBezTo>
                  <a:pt x="0" y="4"/>
                  <a:pt x="0" y="4"/>
                  <a:pt x="0" y="4"/>
                </a:cubicBezTo>
                <a:cubicBezTo>
                  <a:pt x="0" y="3"/>
                  <a:pt x="0" y="3"/>
                  <a:pt x="1" y="2"/>
                </a:cubicBezTo>
                <a:cubicBezTo>
                  <a:pt x="2" y="2"/>
                  <a:pt x="3" y="2"/>
                  <a:pt x="4" y="3"/>
                </a:cubicBezTo>
                <a:cubicBezTo>
                  <a:pt x="9" y="8"/>
                  <a:pt x="9" y="8"/>
                  <a:pt x="9" y="8"/>
                </a:cubicBezTo>
                <a:cubicBezTo>
                  <a:pt x="14" y="3"/>
                  <a:pt x="21" y="0"/>
                  <a:pt x="29" y="0"/>
                </a:cubicBezTo>
                <a:cubicBezTo>
                  <a:pt x="45" y="0"/>
                  <a:pt x="58" y="13"/>
                  <a:pt x="58" y="29"/>
                </a:cubicBezTo>
                <a:cubicBezTo>
                  <a:pt x="58" y="45"/>
                  <a:pt x="45" y="58"/>
                  <a:pt x="29" y="58"/>
                </a:cubicBezTo>
                <a:close/>
                <a:moveTo>
                  <a:pt x="34" y="35"/>
                </a:moveTo>
                <a:cubicBezTo>
                  <a:pt x="34" y="35"/>
                  <a:pt x="33" y="36"/>
                  <a:pt x="33" y="36"/>
                </a:cubicBezTo>
                <a:cubicBezTo>
                  <a:pt x="20" y="36"/>
                  <a:pt x="20" y="36"/>
                  <a:pt x="20" y="36"/>
                </a:cubicBezTo>
                <a:cubicBezTo>
                  <a:pt x="20" y="36"/>
                  <a:pt x="19" y="35"/>
                  <a:pt x="19" y="35"/>
                </a:cubicBezTo>
                <a:cubicBezTo>
                  <a:pt x="19" y="32"/>
                  <a:pt x="19" y="32"/>
                  <a:pt x="19" y="32"/>
                </a:cubicBezTo>
                <a:cubicBezTo>
                  <a:pt x="19" y="32"/>
                  <a:pt x="20" y="31"/>
                  <a:pt x="20" y="31"/>
                </a:cubicBezTo>
                <a:cubicBezTo>
                  <a:pt x="29" y="31"/>
                  <a:pt x="29" y="31"/>
                  <a:pt x="29" y="31"/>
                </a:cubicBezTo>
                <a:cubicBezTo>
                  <a:pt x="29" y="18"/>
                  <a:pt x="29" y="18"/>
                  <a:pt x="29" y="18"/>
                </a:cubicBezTo>
                <a:cubicBezTo>
                  <a:pt x="29" y="17"/>
                  <a:pt x="29" y="17"/>
                  <a:pt x="30" y="17"/>
                </a:cubicBezTo>
                <a:cubicBezTo>
                  <a:pt x="33" y="17"/>
                  <a:pt x="33" y="17"/>
                  <a:pt x="33" y="17"/>
                </a:cubicBezTo>
                <a:cubicBezTo>
                  <a:pt x="33" y="17"/>
                  <a:pt x="34" y="17"/>
                  <a:pt x="34" y="18"/>
                </a:cubicBezTo>
                <a:lnTo>
                  <a:pt x="34" y="35"/>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9758472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ection Header - Mgm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0"/>
          <p:cNvSpPr>
            <a:spLocks noEditPoints="1"/>
          </p:cNvSpPr>
          <p:nvPr userDrawn="1"/>
        </p:nvSpPr>
        <p:spPr bwMode="auto">
          <a:xfrm>
            <a:off x="5428193" y="1498601"/>
            <a:ext cx="1335617" cy="1280351"/>
          </a:xfrm>
          <a:custGeom>
            <a:avLst/>
            <a:gdLst/>
            <a:ahLst/>
            <a:cxnLst>
              <a:cxn ang="0">
                <a:pos x="63" y="49"/>
              </a:cxn>
              <a:cxn ang="0">
                <a:pos x="58" y="44"/>
              </a:cxn>
              <a:cxn ang="0">
                <a:pos x="54" y="48"/>
              </a:cxn>
              <a:cxn ang="0">
                <a:pos x="63" y="57"/>
              </a:cxn>
              <a:cxn ang="0">
                <a:pos x="64" y="60"/>
              </a:cxn>
              <a:cxn ang="0">
                <a:pos x="59" y="64"/>
              </a:cxn>
              <a:cxn ang="0">
                <a:pos x="56" y="63"/>
              </a:cxn>
              <a:cxn ang="0">
                <a:pos x="29" y="36"/>
              </a:cxn>
              <a:cxn ang="0">
                <a:pos x="15" y="42"/>
              </a:cxn>
              <a:cxn ang="0">
                <a:pos x="0" y="27"/>
              </a:cxn>
              <a:cxn ang="0">
                <a:pos x="26" y="0"/>
              </a:cxn>
              <a:cxn ang="0">
                <a:pos x="41" y="15"/>
              </a:cxn>
              <a:cxn ang="0">
                <a:pos x="36" y="30"/>
              </a:cxn>
              <a:cxn ang="0">
                <a:pos x="50" y="44"/>
              </a:cxn>
              <a:cxn ang="0">
                <a:pos x="54" y="40"/>
              </a:cxn>
              <a:cxn ang="0">
                <a:pos x="49" y="35"/>
              </a:cxn>
              <a:cxn ang="0">
                <a:pos x="54" y="31"/>
              </a:cxn>
              <a:cxn ang="0">
                <a:pos x="55" y="31"/>
              </a:cxn>
              <a:cxn ang="0">
                <a:pos x="67" y="44"/>
              </a:cxn>
              <a:cxn ang="0">
                <a:pos x="63" y="49"/>
              </a:cxn>
              <a:cxn ang="0">
                <a:pos x="25" y="8"/>
              </a:cxn>
              <a:cxn ang="0">
                <a:pos x="18" y="16"/>
              </a:cxn>
              <a:cxn ang="0">
                <a:pos x="19" y="19"/>
              </a:cxn>
              <a:cxn ang="0">
                <a:pos x="15" y="18"/>
              </a:cxn>
              <a:cxn ang="0">
                <a:pos x="7" y="26"/>
              </a:cxn>
              <a:cxn ang="0">
                <a:pos x="15" y="34"/>
              </a:cxn>
              <a:cxn ang="0">
                <a:pos x="23" y="26"/>
              </a:cxn>
              <a:cxn ang="0">
                <a:pos x="22" y="23"/>
              </a:cxn>
              <a:cxn ang="0">
                <a:pos x="25" y="24"/>
              </a:cxn>
              <a:cxn ang="0">
                <a:pos x="33" y="16"/>
              </a:cxn>
              <a:cxn ang="0">
                <a:pos x="25" y="8"/>
              </a:cxn>
            </a:cxnLst>
            <a:rect l="0" t="0" r="r" b="b"/>
            <a:pathLst>
              <a:path w="67" h="64">
                <a:moveTo>
                  <a:pt x="63" y="49"/>
                </a:moveTo>
                <a:cubicBezTo>
                  <a:pt x="62" y="49"/>
                  <a:pt x="58" y="45"/>
                  <a:pt x="58" y="44"/>
                </a:cubicBezTo>
                <a:cubicBezTo>
                  <a:pt x="54" y="48"/>
                  <a:pt x="54" y="48"/>
                  <a:pt x="54" y="48"/>
                </a:cubicBezTo>
                <a:cubicBezTo>
                  <a:pt x="63" y="57"/>
                  <a:pt x="63" y="57"/>
                  <a:pt x="63" y="57"/>
                </a:cubicBezTo>
                <a:cubicBezTo>
                  <a:pt x="63" y="58"/>
                  <a:pt x="64" y="59"/>
                  <a:pt x="64" y="60"/>
                </a:cubicBezTo>
                <a:cubicBezTo>
                  <a:pt x="64" y="62"/>
                  <a:pt x="61" y="64"/>
                  <a:pt x="59" y="64"/>
                </a:cubicBezTo>
                <a:cubicBezTo>
                  <a:pt x="58" y="64"/>
                  <a:pt x="57" y="64"/>
                  <a:pt x="56" y="63"/>
                </a:cubicBezTo>
                <a:cubicBezTo>
                  <a:pt x="29" y="36"/>
                  <a:pt x="29" y="36"/>
                  <a:pt x="29" y="36"/>
                </a:cubicBezTo>
                <a:cubicBezTo>
                  <a:pt x="25" y="39"/>
                  <a:pt x="20" y="42"/>
                  <a:pt x="15" y="42"/>
                </a:cubicBezTo>
                <a:cubicBezTo>
                  <a:pt x="6" y="42"/>
                  <a:pt x="0" y="36"/>
                  <a:pt x="0" y="27"/>
                </a:cubicBezTo>
                <a:cubicBezTo>
                  <a:pt x="0" y="14"/>
                  <a:pt x="13" y="0"/>
                  <a:pt x="26" y="0"/>
                </a:cubicBezTo>
                <a:cubicBezTo>
                  <a:pt x="35" y="0"/>
                  <a:pt x="41" y="6"/>
                  <a:pt x="41" y="15"/>
                </a:cubicBezTo>
                <a:cubicBezTo>
                  <a:pt x="41" y="21"/>
                  <a:pt x="39" y="26"/>
                  <a:pt x="36" y="30"/>
                </a:cubicBezTo>
                <a:cubicBezTo>
                  <a:pt x="50" y="44"/>
                  <a:pt x="50" y="44"/>
                  <a:pt x="50" y="44"/>
                </a:cubicBezTo>
                <a:cubicBezTo>
                  <a:pt x="54" y="40"/>
                  <a:pt x="54" y="40"/>
                  <a:pt x="54" y="40"/>
                </a:cubicBezTo>
                <a:cubicBezTo>
                  <a:pt x="53" y="39"/>
                  <a:pt x="49" y="36"/>
                  <a:pt x="49" y="35"/>
                </a:cubicBezTo>
                <a:cubicBezTo>
                  <a:pt x="49" y="34"/>
                  <a:pt x="53" y="31"/>
                  <a:pt x="54" y="31"/>
                </a:cubicBezTo>
                <a:cubicBezTo>
                  <a:pt x="54" y="31"/>
                  <a:pt x="54" y="31"/>
                  <a:pt x="55" y="31"/>
                </a:cubicBezTo>
                <a:cubicBezTo>
                  <a:pt x="56" y="32"/>
                  <a:pt x="67" y="43"/>
                  <a:pt x="67" y="44"/>
                </a:cubicBezTo>
                <a:cubicBezTo>
                  <a:pt x="67" y="45"/>
                  <a:pt x="64" y="49"/>
                  <a:pt x="63" y="49"/>
                </a:cubicBezTo>
                <a:close/>
                <a:moveTo>
                  <a:pt x="25" y="8"/>
                </a:moveTo>
                <a:cubicBezTo>
                  <a:pt x="21" y="8"/>
                  <a:pt x="18" y="12"/>
                  <a:pt x="18" y="16"/>
                </a:cubicBezTo>
                <a:cubicBezTo>
                  <a:pt x="18" y="17"/>
                  <a:pt x="18" y="18"/>
                  <a:pt x="19" y="19"/>
                </a:cubicBezTo>
                <a:cubicBezTo>
                  <a:pt x="17" y="19"/>
                  <a:pt x="16" y="18"/>
                  <a:pt x="15" y="18"/>
                </a:cubicBezTo>
                <a:cubicBezTo>
                  <a:pt x="11" y="18"/>
                  <a:pt x="7" y="22"/>
                  <a:pt x="7" y="26"/>
                </a:cubicBezTo>
                <a:cubicBezTo>
                  <a:pt x="7" y="30"/>
                  <a:pt x="11" y="34"/>
                  <a:pt x="15" y="34"/>
                </a:cubicBezTo>
                <a:cubicBezTo>
                  <a:pt x="19" y="34"/>
                  <a:pt x="23" y="30"/>
                  <a:pt x="23" y="26"/>
                </a:cubicBezTo>
                <a:cubicBezTo>
                  <a:pt x="23" y="25"/>
                  <a:pt x="23" y="24"/>
                  <a:pt x="22" y="23"/>
                </a:cubicBezTo>
                <a:cubicBezTo>
                  <a:pt x="23" y="23"/>
                  <a:pt x="24" y="24"/>
                  <a:pt x="25" y="24"/>
                </a:cubicBezTo>
                <a:cubicBezTo>
                  <a:pt x="30" y="24"/>
                  <a:pt x="33" y="20"/>
                  <a:pt x="33" y="16"/>
                </a:cubicBezTo>
                <a:cubicBezTo>
                  <a:pt x="33" y="12"/>
                  <a:pt x="30" y="8"/>
                  <a:pt x="25" y="8"/>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2794818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Section Header - Special">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89"/>
          <p:cNvSpPr>
            <a:spLocks noEditPoints="1"/>
          </p:cNvSpPr>
          <p:nvPr userDrawn="1"/>
        </p:nvSpPr>
        <p:spPr bwMode="auto">
          <a:xfrm>
            <a:off x="5524265" y="1698556"/>
            <a:ext cx="1143473" cy="998408"/>
          </a:xfrm>
          <a:custGeom>
            <a:avLst/>
            <a:gdLst/>
            <a:ahLst/>
            <a:cxnLst>
              <a:cxn ang="0">
                <a:pos x="62" y="32"/>
              </a:cxn>
              <a:cxn ang="0">
                <a:pos x="61" y="33"/>
              </a:cxn>
              <a:cxn ang="0">
                <a:pos x="57" y="33"/>
              </a:cxn>
              <a:cxn ang="0">
                <a:pos x="57" y="50"/>
              </a:cxn>
              <a:cxn ang="0">
                <a:pos x="53" y="54"/>
              </a:cxn>
              <a:cxn ang="0">
                <a:pos x="9" y="54"/>
              </a:cxn>
              <a:cxn ang="0">
                <a:pos x="6" y="50"/>
              </a:cxn>
              <a:cxn ang="0">
                <a:pos x="6" y="33"/>
              </a:cxn>
              <a:cxn ang="0">
                <a:pos x="2" y="33"/>
              </a:cxn>
              <a:cxn ang="0">
                <a:pos x="0" y="32"/>
              </a:cxn>
              <a:cxn ang="0">
                <a:pos x="0" y="19"/>
              </a:cxn>
              <a:cxn ang="0">
                <a:pos x="2" y="18"/>
              </a:cxn>
              <a:cxn ang="0">
                <a:pos x="19" y="18"/>
              </a:cxn>
              <a:cxn ang="0">
                <a:pos x="10" y="9"/>
              </a:cxn>
              <a:cxn ang="0">
                <a:pos x="19" y="0"/>
              </a:cxn>
              <a:cxn ang="0">
                <a:pos x="26" y="3"/>
              </a:cxn>
              <a:cxn ang="0">
                <a:pos x="31" y="10"/>
              </a:cxn>
              <a:cxn ang="0">
                <a:pos x="36" y="3"/>
              </a:cxn>
              <a:cxn ang="0">
                <a:pos x="43" y="0"/>
              </a:cxn>
              <a:cxn ang="0">
                <a:pos x="52" y="9"/>
              </a:cxn>
              <a:cxn ang="0">
                <a:pos x="43" y="18"/>
              </a:cxn>
              <a:cxn ang="0">
                <a:pos x="61" y="18"/>
              </a:cxn>
              <a:cxn ang="0">
                <a:pos x="62" y="19"/>
              </a:cxn>
              <a:cxn ang="0">
                <a:pos x="62" y="32"/>
              </a:cxn>
              <a:cxn ang="0">
                <a:pos x="27" y="13"/>
              </a:cxn>
              <a:cxn ang="0">
                <a:pos x="22" y="6"/>
              </a:cxn>
              <a:cxn ang="0">
                <a:pos x="19" y="5"/>
              </a:cxn>
              <a:cxn ang="0">
                <a:pos x="16" y="9"/>
              </a:cxn>
              <a:cxn ang="0">
                <a:pos x="19" y="13"/>
              </a:cxn>
              <a:cxn ang="0">
                <a:pos x="27" y="13"/>
              </a:cxn>
              <a:cxn ang="0">
                <a:pos x="38" y="45"/>
              </a:cxn>
              <a:cxn ang="0">
                <a:pos x="38" y="26"/>
              </a:cxn>
              <a:cxn ang="0">
                <a:pos x="38" y="18"/>
              </a:cxn>
              <a:cxn ang="0">
                <a:pos x="25" y="18"/>
              </a:cxn>
              <a:cxn ang="0">
                <a:pos x="25" y="26"/>
              </a:cxn>
              <a:cxn ang="0">
                <a:pos x="25" y="45"/>
              </a:cxn>
              <a:cxn ang="0">
                <a:pos x="25" y="47"/>
              </a:cxn>
              <a:cxn ang="0">
                <a:pos x="27" y="49"/>
              </a:cxn>
              <a:cxn ang="0">
                <a:pos x="35" y="49"/>
              </a:cxn>
              <a:cxn ang="0">
                <a:pos x="38" y="47"/>
              </a:cxn>
              <a:cxn ang="0">
                <a:pos x="38" y="45"/>
              </a:cxn>
              <a:cxn ang="0">
                <a:pos x="43" y="5"/>
              </a:cxn>
              <a:cxn ang="0">
                <a:pos x="40" y="6"/>
              </a:cxn>
              <a:cxn ang="0">
                <a:pos x="35" y="13"/>
              </a:cxn>
              <a:cxn ang="0">
                <a:pos x="43" y="13"/>
              </a:cxn>
              <a:cxn ang="0">
                <a:pos x="47" y="9"/>
              </a:cxn>
              <a:cxn ang="0">
                <a:pos x="43" y="5"/>
              </a:cxn>
            </a:cxnLst>
            <a:rect l="0" t="0" r="r" b="b"/>
            <a:pathLst>
              <a:path w="62" h="54">
                <a:moveTo>
                  <a:pt x="62" y="32"/>
                </a:moveTo>
                <a:cubicBezTo>
                  <a:pt x="62" y="33"/>
                  <a:pt x="62" y="33"/>
                  <a:pt x="61" y="33"/>
                </a:cubicBezTo>
                <a:cubicBezTo>
                  <a:pt x="57" y="33"/>
                  <a:pt x="57" y="33"/>
                  <a:pt x="57" y="33"/>
                </a:cubicBezTo>
                <a:cubicBezTo>
                  <a:pt x="57" y="50"/>
                  <a:pt x="57" y="50"/>
                  <a:pt x="57" y="50"/>
                </a:cubicBezTo>
                <a:cubicBezTo>
                  <a:pt x="57" y="52"/>
                  <a:pt x="55" y="54"/>
                  <a:pt x="53" y="54"/>
                </a:cubicBezTo>
                <a:cubicBezTo>
                  <a:pt x="9" y="54"/>
                  <a:pt x="9" y="54"/>
                  <a:pt x="9" y="54"/>
                </a:cubicBezTo>
                <a:cubicBezTo>
                  <a:pt x="7" y="54"/>
                  <a:pt x="6" y="52"/>
                  <a:pt x="6" y="50"/>
                </a:cubicBezTo>
                <a:cubicBezTo>
                  <a:pt x="6" y="33"/>
                  <a:pt x="6" y="33"/>
                  <a:pt x="6" y="33"/>
                </a:cubicBezTo>
                <a:cubicBezTo>
                  <a:pt x="2" y="33"/>
                  <a:pt x="2" y="33"/>
                  <a:pt x="2" y="33"/>
                </a:cubicBezTo>
                <a:cubicBezTo>
                  <a:pt x="1" y="33"/>
                  <a:pt x="0" y="33"/>
                  <a:pt x="0" y="32"/>
                </a:cubicBezTo>
                <a:cubicBezTo>
                  <a:pt x="0" y="19"/>
                  <a:pt x="0" y="19"/>
                  <a:pt x="0" y="19"/>
                </a:cubicBezTo>
                <a:cubicBezTo>
                  <a:pt x="0" y="19"/>
                  <a:pt x="1" y="18"/>
                  <a:pt x="2" y="18"/>
                </a:cubicBezTo>
                <a:cubicBezTo>
                  <a:pt x="19" y="18"/>
                  <a:pt x="19" y="18"/>
                  <a:pt x="19" y="18"/>
                </a:cubicBezTo>
                <a:cubicBezTo>
                  <a:pt x="14" y="18"/>
                  <a:pt x="10" y="14"/>
                  <a:pt x="10" y="9"/>
                </a:cubicBezTo>
                <a:cubicBezTo>
                  <a:pt x="10" y="4"/>
                  <a:pt x="14" y="0"/>
                  <a:pt x="19" y="0"/>
                </a:cubicBezTo>
                <a:cubicBezTo>
                  <a:pt x="22" y="0"/>
                  <a:pt x="25" y="1"/>
                  <a:pt x="26" y="3"/>
                </a:cubicBezTo>
                <a:cubicBezTo>
                  <a:pt x="31" y="10"/>
                  <a:pt x="31" y="10"/>
                  <a:pt x="31" y="10"/>
                </a:cubicBezTo>
                <a:cubicBezTo>
                  <a:pt x="36" y="3"/>
                  <a:pt x="36" y="3"/>
                  <a:pt x="36" y="3"/>
                </a:cubicBezTo>
                <a:cubicBezTo>
                  <a:pt x="38" y="1"/>
                  <a:pt x="41" y="0"/>
                  <a:pt x="43" y="0"/>
                </a:cubicBezTo>
                <a:cubicBezTo>
                  <a:pt x="48" y="0"/>
                  <a:pt x="52" y="4"/>
                  <a:pt x="52" y="9"/>
                </a:cubicBezTo>
                <a:cubicBezTo>
                  <a:pt x="52" y="14"/>
                  <a:pt x="48" y="18"/>
                  <a:pt x="43" y="18"/>
                </a:cubicBezTo>
                <a:cubicBezTo>
                  <a:pt x="61" y="18"/>
                  <a:pt x="61" y="18"/>
                  <a:pt x="61" y="18"/>
                </a:cubicBezTo>
                <a:cubicBezTo>
                  <a:pt x="62" y="18"/>
                  <a:pt x="62" y="19"/>
                  <a:pt x="62" y="19"/>
                </a:cubicBezTo>
                <a:lnTo>
                  <a:pt x="62" y="32"/>
                </a:lnTo>
                <a:close/>
                <a:moveTo>
                  <a:pt x="27" y="13"/>
                </a:moveTo>
                <a:cubicBezTo>
                  <a:pt x="22" y="6"/>
                  <a:pt x="22" y="6"/>
                  <a:pt x="22" y="6"/>
                </a:cubicBezTo>
                <a:cubicBezTo>
                  <a:pt x="22" y="6"/>
                  <a:pt x="21" y="5"/>
                  <a:pt x="19" y="5"/>
                </a:cubicBezTo>
                <a:cubicBezTo>
                  <a:pt x="17" y="5"/>
                  <a:pt x="16" y="7"/>
                  <a:pt x="16" y="9"/>
                </a:cubicBezTo>
                <a:cubicBezTo>
                  <a:pt x="16" y="11"/>
                  <a:pt x="17" y="13"/>
                  <a:pt x="19" y="13"/>
                </a:cubicBezTo>
                <a:lnTo>
                  <a:pt x="27" y="13"/>
                </a:lnTo>
                <a:close/>
                <a:moveTo>
                  <a:pt x="38" y="45"/>
                </a:moveTo>
                <a:cubicBezTo>
                  <a:pt x="38" y="26"/>
                  <a:pt x="38" y="26"/>
                  <a:pt x="38" y="26"/>
                </a:cubicBezTo>
                <a:cubicBezTo>
                  <a:pt x="38" y="18"/>
                  <a:pt x="38" y="18"/>
                  <a:pt x="38" y="18"/>
                </a:cubicBezTo>
                <a:cubicBezTo>
                  <a:pt x="25" y="18"/>
                  <a:pt x="25" y="18"/>
                  <a:pt x="25" y="18"/>
                </a:cubicBezTo>
                <a:cubicBezTo>
                  <a:pt x="25" y="26"/>
                  <a:pt x="25" y="26"/>
                  <a:pt x="25" y="26"/>
                </a:cubicBezTo>
                <a:cubicBezTo>
                  <a:pt x="25" y="45"/>
                  <a:pt x="25" y="45"/>
                  <a:pt x="25" y="45"/>
                </a:cubicBezTo>
                <a:cubicBezTo>
                  <a:pt x="25" y="47"/>
                  <a:pt x="25" y="47"/>
                  <a:pt x="25" y="47"/>
                </a:cubicBezTo>
                <a:cubicBezTo>
                  <a:pt x="25" y="48"/>
                  <a:pt x="26" y="49"/>
                  <a:pt x="27" y="49"/>
                </a:cubicBezTo>
                <a:cubicBezTo>
                  <a:pt x="35" y="49"/>
                  <a:pt x="35" y="49"/>
                  <a:pt x="35" y="49"/>
                </a:cubicBezTo>
                <a:cubicBezTo>
                  <a:pt x="37" y="49"/>
                  <a:pt x="38" y="48"/>
                  <a:pt x="38" y="47"/>
                </a:cubicBezTo>
                <a:lnTo>
                  <a:pt x="38" y="45"/>
                </a:lnTo>
                <a:close/>
                <a:moveTo>
                  <a:pt x="43" y="5"/>
                </a:moveTo>
                <a:cubicBezTo>
                  <a:pt x="42" y="5"/>
                  <a:pt x="41" y="6"/>
                  <a:pt x="40" y="6"/>
                </a:cubicBezTo>
                <a:cubicBezTo>
                  <a:pt x="35" y="13"/>
                  <a:pt x="35" y="13"/>
                  <a:pt x="35" y="13"/>
                </a:cubicBezTo>
                <a:cubicBezTo>
                  <a:pt x="43" y="13"/>
                  <a:pt x="43" y="13"/>
                  <a:pt x="43" y="13"/>
                </a:cubicBezTo>
                <a:cubicBezTo>
                  <a:pt x="45" y="13"/>
                  <a:pt x="47" y="11"/>
                  <a:pt x="47" y="9"/>
                </a:cubicBezTo>
                <a:cubicBezTo>
                  <a:pt x="47" y="7"/>
                  <a:pt x="45" y="5"/>
                  <a:pt x="43" y="5"/>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371401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Section Header - Stag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12"/>
          <p:cNvSpPr>
            <a:spLocks noEditPoints="1"/>
          </p:cNvSpPr>
          <p:nvPr userDrawn="1"/>
        </p:nvSpPr>
        <p:spPr bwMode="auto">
          <a:xfrm rot="10800000">
            <a:off x="5503067" y="1397001"/>
            <a:ext cx="1185868" cy="1202225"/>
          </a:xfrm>
          <a:custGeom>
            <a:avLst/>
            <a:gdLst/>
            <a:ahLst/>
            <a:cxnLst>
              <a:cxn ang="0">
                <a:pos x="26" y="55"/>
              </a:cxn>
              <a:cxn ang="0">
                <a:pos x="14" y="67"/>
              </a:cxn>
              <a:cxn ang="0">
                <a:pos x="13" y="68"/>
              </a:cxn>
              <a:cxn ang="0">
                <a:pos x="12" y="67"/>
              </a:cxn>
              <a:cxn ang="0">
                <a:pos x="0" y="55"/>
              </a:cxn>
              <a:cxn ang="0">
                <a:pos x="0" y="54"/>
              </a:cxn>
              <a:cxn ang="0">
                <a:pos x="1" y="53"/>
              </a:cxn>
              <a:cxn ang="0">
                <a:pos x="8" y="53"/>
              </a:cxn>
              <a:cxn ang="0">
                <a:pos x="8" y="1"/>
              </a:cxn>
              <a:cxn ang="0">
                <a:pos x="10" y="0"/>
              </a:cxn>
              <a:cxn ang="0">
                <a:pos x="17" y="0"/>
              </a:cxn>
              <a:cxn ang="0">
                <a:pos x="18" y="1"/>
              </a:cxn>
              <a:cxn ang="0">
                <a:pos x="18" y="53"/>
              </a:cxn>
              <a:cxn ang="0">
                <a:pos x="25" y="53"/>
              </a:cxn>
              <a:cxn ang="0">
                <a:pos x="27" y="54"/>
              </a:cxn>
              <a:cxn ang="0">
                <a:pos x="26" y="55"/>
              </a:cxn>
              <a:cxn ang="0">
                <a:pos x="67" y="8"/>
              </a:cxn>
              <a:cxn ang="0">
                <a:pos x="66" y="9"/>
              </a:cxn>
              <a:cxn ang="0">
                <a:pos x="34" y="9"/>
              </a:cxn>
              <a:cxn ang="0">
                <a:pos x="33" y="8"/>
              </a:cxn>
              <a:cxn ang="0">
                <a:pos x="33" y="1"/>
              </a:cxn>
              <a:cxn ang="0">
                <a:pos x="34" y="0"/>
              </a:cxn>
              <a:cxn ang="0">
                <a:pos x="66" y="0"/>
              </a:cxn>
              <a:cxn ang="0">
                <a:pos x="67" y="1"/>
              </a:cxn>
              <a:cxn ang="0">
                <a:pos x="67" y="8"/>
              </a:cxn>
              <a:cxn ang="0">
                <a:pos x="60" y="28"/>
              </a:cxn>
              <a:cxn ang="0">
                <a:pos x="58" y="29"/>
              </a:cxn>
              <a:cxn ang="0">
                <a:pos x="34" y="29"/>
              </a:cxn>
              <a:cxn ang="0">
                <a:pos x="33" y="28"/>
              </a:cxn>
              <a:cxn ang="0">
                <a:pos x="33" y="20"/>
              </a:cxn>
              <a:cxn ang="0">
                <a:pos x="34" y="19"/>
              </a:cxn>
              <a:cxn ang="0">
                <a:pos x="58" y="19"/>
              </a:cxn>
              <a:cxn ang="0">
                <a:pos x="60" y="20"/>
              </a:cxn>
              <a:cxn ang="0">
                <a:pos x="60" y="28"/>
              </a:cxn>
              <a:cxn ang="0">
                <a:pos x="52" y="47"/>
              </a:cxn>
              <a:cxn ang="0">
                <a:pos x="51" y="48"/>
              </a:cxn>
              <a:cxn ang="0">
                <a:pos x="34" y="48"/>
              </a:cxn>
              <a:cxn ang="0">
                <a:pos x="33" y="47"/>
              </a:cxn>
              <a:cxn ang="0">
                <a:pos x="33" y="40"/>
              </a:cxn>
              <a:cxn ang="0">
                <a:pos x="34" y="39"/>
              </a:cxn>
              <a:cxn ang="0">
                <a:pos x="51" y="39"/>
              </a:cxn>
              <a:cxn ang="0">
                <a:pos x="52" y="40"/>
              </a:cxn>
              <a:cxn ang="0">
                <a:pos x="52" y="47"/>
              </a:cxn>
              <a:cxn ang="0">
                <a:pos x="45" y="67"/>
              </a:cxn>
              <a:cxn ang="0">
                <a:pos x="44" y="68"/>
              </a:cxn>
              <a:cxn ang="0">
                <a:pos x="34" y="68"/>
              </a:cxn>
              <a:cxn ang="0">
                <a:pos x="33" y="67"/>
              </a:cxn>
              <a:cxn ang="0">
                <a:pos x="33" y="59"/>
              </a:cxn>
              <a:cxn ang="0">
                <a:pos x="34" y="58"/>
              </a:cxn>
              <a:cxn ang="0">
                <a:pos x="44" y="58"/>
              </a:cxn>
              <a:cxn ang="0">
                <a:pos x="45" y="59"/>
              </a:cxn>
              <a:cxn ang="0">
                <a:pos x="45" y="67"/>
              </a:cxn>
            </a:cxnLst>
            <a:rect l="0" t="0" r="r" b="b"/>
            <a:pathLst>
              <a:path w="67" h="68">
                <a:moveTo>
                  <a:pt x="26" y="55"/>
                </a:moveTo>
                <a:cubicBezTo>
                  <a:pt x="14" y="67"/>
                  <a:pt x="14" y="67"/>
                  <a:pt x="14" y="67"/>
                </a:cubicBezTo>
                <a:cubicBezTo>
                  <a:pt x="14" y="68"/>
                  <a:pt x="14" y="68"/>
                  <a:pt x="13" y="68"/>
                </a:cubicBezTo>
                <a:cubicBezTo>
                  <a:pt x="13" y="68"/>
                  <a:pt x="13" y="68"/>
                  <a:pt x="12" y="67"/>
                </a:cubicBezTo>
                <a:cubicBezTo>
                  <a:pt x="0" y="55"/>
                  <a:pt x="0" y="55"/>
                  <a:pt x="0" y="55"/>
                </a:cubicBezTo>
                <a:cubicBezTo>
                  <a:pt x="0" y="55"/>
                  <a:pt x="0" y="54"/>
                  <a:pt x="0" y="54"/>
                </a:cubicBezTo>
                <a:cubicBezTo>
                  <a:pt x="0" y="53"/>
                  <a:pt x="1" y="53"/>
                  <a:pt x="1" y="53"/>
                </a:cubicBezTo>
                <a:cubicBezTo>
                  <a:pt x="8" y="53"/>
                  <a:pt x="8" y="53"/>
                  <a:pt x="8" y="53"/>
                </a:cubicBezTo>
                <a:cubicBezTo>
                  <a:pt x="8" y="1"/>
                  <a:pt x="8" y="1"/>
                  <a:pt x="8" y="1"/>
                </a:cubicBezTo>
                <a:cubicBezTo>
                  <a:pt x="8" y="0"/>
                  <a:pt x="9" y="0"/>
                  <a:pt x="10" y="0"/>
                </a:cubicBezTo>
                <a:cubicBezTo>
                  <a:pt x="17" y="0"/>
                  <a:pt x="17" y="0"/>
                  <a:pt x="17" y="0"/>
                </a:cubicBezTo>
                <a:cubicBezTo>
                  <a:pt x="18" y="0"/>
                  <a:pt x="18" y="0"/>
                  <a:pt x="18" y="1"/>
                </a:cubicBezTo>
                <a:cubicBezTo>
                  <a:pt x="18" y="53"/>
                  <a:pt x="18" y="53"/>
                  <a:pt x="18" y="53"/>
                </a:cubicBezTo>
                <a:cubicBezTo>
                  <a:pt x="25" y="53"/>
                  <a:pt x="25" y="53"/>
                  <a:pt x="25" y="53"/>
                </a:cubicBezTo>
                <a:cubicBezTo>
                  <a:pt x="26" y="53"/>
                  <a:pt x="27" y="54"/>
                  <a:pt x="27" y="54"/>
                </a:cubicBezTo>
                <a:cubicBezTo>
                  <a:pt x="27" y="55"/>
                  <a:pt x="27" y="55"/>
                  <a:pt x="26" y="55"/>
                </a:cubicBezTo>
                <a:close/>
                <a:moveTo>
                  <a:pt x="67" y="8"/>
                </a:moveTo>
                <a:cubicBezTo>
                  <a:pt x="67" y="9"/>
                  <a:pt x="66" y="9"/>
                  <a:pt x="66" y="9"/>
                </a:cubicBezTo>
                <a:cubicBezTo>
                  <a:pt x="34" y="9"/>
                  <a:pt x="34" y="9"/>
                  <a:pt x="34" y="9"/>
                </a:cubicBezTo>
                <a:cubicBezTo>
                  <a:pt x="33" y="9"/>
                  <a:pt x="33" y="9"/>
                  <a:pt x="33" y="8"/>
                </a:cubicBezTo>
                <a:cubicBezTo>
                  <a:pt x="33" y="1"/>
                  <a:pt x="33" y="1"/>
                  <a:pt x="33" y="1"/>
                </a:cubicBezTo>
                <a:cubicBezTo>
                  <a:pt x="33" y="0"/>
                  <a:pt x="33" y="0"/>
                  <a:pt x="34" y="0"/>
                </a:cubicBezTo>
                <a:cubicBezTo>
                  <a:pt x="66" y="0"/>
                  <a:pt x="66" y="0"/>
                  <a:pt x="66" y="0"/>
                </a:cubicBezTo>
                <a:cubicBezTo>
                  <a:pt x="66" y="0"/>
                  <a:pt x="67" y="0"/>
                  <a:pt x="67" y="1"/>
                </a:cubicBezTo>
                <a:lnTo>
                  <a:pt x="67" y="8"/>
                </a:lnTo>
                <a:close/>
                <a:moveTo>
                  <a:pt x="60" y="28"/>
                </a:moveTo>
                <a:cubicBezTo>
                  <a:pt x="60" y="28"/>
                  <a:pt x="59" y="29"/>
                  <a:pt x="58" y="29"/>
                </a:cubicBezTo>
                <a:cubicBezTo>
                  <a:pt x="34" y="29"/>
                  <a:pt x="34" y="29"/>
                  <a:pt x="34" y="29"/>
                </a:cubicBezTo>
                <a:cubicBezTo>
                  <a:pt x="33" y="29"/>
                  <a:pt x="33" y="28"/>
                  <a:pt x="33" y="28"/>
                </a:cubicBezTo>
                <a:cubicBezTo>
                  <a:pt x="33" y="20"/>
                  <a:pt x="33" y="20"/>
                  <a:pt x="33" y="20"/>
                </a:cubicBezTo>
                <a:cubicBezTo>
                  <a:pt x="33" y="20"/>
                  <a:pt x="33" y="19"/>
                  <a:pt x="34" y="19"/>
                </a:cubicBezTo>
                <a:cubicBezTo>
                  <a:pt x="58" y="19"/>
                  <a:pt x="58" y="19"/>
                  <a:pt x="58" y="19"/>
                </a:cubicBezTo>
                <a:cubicBezTo>
                  <a:pt x="59" y="19"/>
                  <a:pt x="60" y="20"/>
                  <a:pt x="60" y="20"/>
                </a:cubicBezTo>
                <a:lnTo>
                  <a:pt x="60" y="28"/>
                </a:lnTo>
                <a:close/>
                <a:moveTo>
                  <a:pt x="52" y="47"/>
                </a:moveTo>
                <a:cubicBezTo>
                  <a:pt x="52" y="48"/>
                  <a:pt x="52" y="48"/>
                  <a:pt x="51" y="48"/>
                </a:cubicBezTo>
                <a:cubicBezTo>
                  <a:pt x="34" y="48"/>
                  <a:pt x="34" y="48"/>
                  <a:pt x="34" y="48"/>
                </a:cubicBezTo>
                <a:cubicBezTo>
                  <a:pt x="33" y="48"/>
                  <a:pt x="33" y="48"/>
                  <a:pt x="33" y="47"/>
                </a:cubicBezTo>
                <a:cubicBezTo>
                  <a:pt x="33" y="40"/>
                  <a:pt x="33" y="40"/>
                  <a:pt x="33" y="40"/>
                </a:cubicBezTo>
                <a:cubicBezTo>
                  <a:pt x="33" y="39"/>
                  <a:pt x="33" y="39"/>
                  <a:pt x="34" y="39"/>
                </a:cubicBezTo>
                <a:cubicBezTo>
                  <a:pt x="51" y="39"/>
                  <a:pt x="51" y="39"/>
                  <a:pt x="51" y="39"/>
                </a:cubicBezTo>
                <a:cubicBezTo>
                  <a:pt x="52" y="39"/>
                  <a:pt x="52" y="39"/>
                  <a:pt x="52" y="40"/>
                </a:cubicBezTo>
                <a:lnTo>
                  <a:pt x="52" y="47"/>
                </a:lnTo>
                <a:close/>
                <a:moveTo>
                  <a:pt x="45" y="67"/>
                </a:moveTo>
                <a:cubicBezTo>
                  <a:pt x="45" y="67"/>
                  <a:pt x="44" y="68"/>
                  <a:pt x="44" y="68"/>
                </a:cubicBezTo>
                <a:cubicBezTo>
                  <a:pt x="34" y="68"/>
                  <a:pt x="34" y="68"/>
                  <a:pt x="34" y="68"/>
                </a:cubicBezTo>
                <a:cubicBezTo>
                  <a:pt x="33" y="68"/>
                  <a:pt x="33" y="67"/>
                  <a:pt x="33" y="67"/>
                </a:cubicBezTo>
                <a:cubicBezTo>
                  <a:pt x="33" y="59"/>
                  <a:pt x="33" y="59"/>
                  <a:pt x="33" y="59"/>
                </a:cubicBezTo>
                <a:cubicBezTo>
                  <a:pt x="33" y="59"/>
                  <a:pt x="33" y="58"/>
                  <a:pt x="34" y="58"/>
                </a:cubicBezTo>
                <a:cubicBezTo>
                  <a:pt x="44" y="58"/>
                  <a:pt x="44" y="58"/>
                  <a:pt x="44" y="58"/>
                </a:cubicBezTo>
                <a:cubicBezTo>
                  <a:pt x="44" y="58"/>
                  <a:pt x="45" y="59"/>
                  <a:pt x="45" y="59"/>
                </a:cubicBezTo>
                <a:lnTo>
                  <a:pt x="45" y="6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26427794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Section Header - Steps">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4" name="Footer Placeholder 3"/>
          <p:cNvSpPr>
            <a:spLocks noGrp="1"/>
          </p:cNvSpPr>
          <p:nvPr>
            <p:ph type="ftr" sz="quarter" idx="10"/>
          </p:nvPr>
        </p:nvSpPr>
        <p:spPr/>
        <p:txBody>
          <a:bodyPr/>
          <a:lstStyle>
            <a:lvl1pPr>
              <a:defRPr>
                <a:latin typeface="Bogle" charset="0"/>
                <a:ea typeface="Bogle" charset="0"/>
                <a:cs typeface="Bogle" charset="0"/>
              </a:defRPr>
            </a:lvl1pPr>
          </a:lstStyle>
          <a:p>
            <a:r>
              <a:rPr lang="en-US"/>
              <a:t>Walmart Labs – Privileged and Confidential</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219"/>
          <p:cNvSpPr>
            <a:spLocks noEditPoints="1"/>
          </p:cNvSpPr>
          <p:nvPr userDrawn="1"/>
        </p:nvSpPr>
        <p:spPr bwMode="auto">
          <a:xfrm>
            <a:off x="5503067" y="1701799"/>
            <a:ext cx="1185868" cy="919652"/>
          </a:xfrm>
          <a:custGeom>
            <a:avLst/>
            <a:gdLst/>
            <a:ahLst/>
            <a:cxnLst>
              <a:cxn ang="0">
                <a:pos x="8" y="15"/>
              </a:cxn>
              <a:cxn ang="0">
                <a:pos x="0" y="7"/>
              </a:cxn>
              <a:cxn ang="0">
                <a:pos x="8" y="0"/>
              </a:cxn>
              <a:cxn ang="0">
                <a:pos x="15" y="7"/>
              </a:cxn>
              <a:cxn ang="0">
                <a:pos x="8" y="15"/>
              </a:cxn>
              <a:cxn ang="0">
                <a:pos x="8" y="34"/>
              </a:cxn>
              <a:cxn ang="0">
                <a:pos x="0" y="27"/>
              </a:cxn>
              <a:cxn ang="0">
                <a:pos x="8" y="19"/>
              </a:cxn>
              <a:cxn ang="0">
                <a:pos x="15" y="27"/>
              </a:cxn>
              <a:cxn ang="0">
                <a:pos x="8" y="34"/>
              </a:cxn>
              <a:cxn ang="0">
                <a:pos x="8" y="53"/>
              </a:cxn>
              <a:cxn ang="0">
                <a:pos x="0" y="46"/>
              </a:cxn>
              <a:cxn ang="0">
                <a:pos x="8" y="39"/>
              </a:cxn>
              <a:cxn ang="0">
                <a:pos x="15" y="46"/>
              </a:cxn>
              <a:cxn ang="0">
                <a:pos x="8" y="53"/>
              </a:cxn>
              <a:cxn ang="0">
                <a:pos x="68" y="11"/>
              </a:cxn>
              <a:cxn ang="0">
                <a:pos x="67" y="12"/>
              </a:cxn>
              <a:cxn ang="0">
                <a:pos x="21" y="12"/>
              </a:cxn>
              <a:cxn ang="0">
                <a:pos x="20" y="11"/>
              </a:cxn>
              <a:cxn ang="0">
                <a:pos x="20" y="4"/>
              </a:cxn>
              <a:cxn ang="0">
                <a:pos x="21" y="2"/>
              </a:cxn>
              <a:cxn ang="0">
                <a:pos x="67" y="2"/>
              </a:cxn>
              <a:cxn ang="0">
                <a:pos x="68" y="4"/>
              </a:cxn>
              <a:cxn ang="0">
                <a:pos x="68" y="11"/>
              </a:cxn>
              <a:cxn ang="0">
                <a:pos x="68" y="30"/>
              </a:cxn>
              <a:cxn ang="0">
                <a:pos x="67" y="32"/>
              </a:cxn>
              <a:cxn ang="0">
                <a:pos x="21" y="32"/>
              </a:cxn>
              <a:cxn ang="0">
                <a:pos x="20" y="30"/>
              </a:cxn>
              <a:cxn ang="0">
                <a:pos x="20" y="23"/>
              </a:cxn>
              <a:cxn ang="0">
                <a:pos x="21" y="22"/>
              </a:cxn>
              <a:cxn ang="0">
                <a:pos x="67" y="22"/>
              </a:cxn>
              <a:cxn ang="0">
                <a:pos x="68" y="23"/>
              </a:cxn>
              <a:cxn ang="0">
                <a:pos x="68" y="30"/>
              </a:cxn>
              <a:cxn ang="0">
                <a:pos x="68" y="50"/>
              </a:cxn>
              <a:cxn ang="0">
                <a:pos x="67" y="51"/>
              </a:cxn>
              <a:cxn ang="0">
                <a:pos x="21" y="51"/>
              </a:cxn>
              <a:cxn ang="0">
                <a:pos x="20" y="50"/>
              </a:cxn>
              <a:cxn ang="0">
                <a:pos x="20" y="42"/>
              </a:cxn>
              <a:cxn ang="0">
                <a:pos x="21" y="41"/>
              </a:cxn>
              <a:cxn ang="0">
                <a:pos x="67" y="41"/>
              </a:cxn>
              <a:cxn ang="0">
                <a:pos x="68" y="42"/>
              </a:cxn>
              <a:cxn ang="0">
                <a:pos x="68" y="50"/>
              </a:cxn>
            </a:cxnLst>
            <a:rect l="0" t="0" r="r" b="b"/>
            <a:pathLst>
              <a:path w="68" h="53">
                <a:moveTo>
                  <a:pt x="8" y="15"/>
                </a:moveTo>
                <a:cubicBezTo>
                  <a:pt x="4" y="15"/>
                  <a:pt x="0" y="11"/>
                  <a:pt x="0" y="7"/>
                </a:cubicBezTo>
                <a:cubicBezTo>
                  <a:pt x="0" y="3"/>
                  <a:pt x="4" y="0"/>
                  <a:pt x="8" y="0"/>
                </a:cubicBezTo>
                <a:cubicBezTo>
                  <a:pt x="12" y="0"/>
                  <a:pt x="15" y="3"/>
                  <a:pt x="15" y="7"/>
                </a:cubicBezTo>
                <a:cubicBezTo>
                  <a:pt x="15" y="11"/>
                  <a:pt x="12" y="15"/>
                  <a:pt x="8" y="15"/>
                </a:cubicBezTo>
                <a:close/>
                <a:moveTo>
                  <a:pt x="8" y="34"/>
                </a:moveTo>
                <a:cubicBezTo>
                  <a:pt x="4" y="34"/>
                  <a:pt x="0" y="31"/>
                  <a:pt x="0" y="27"/>
                </a:cubicBezTo>
                <a:cubicBezTo>
                  <a:pt x="0" y="23"/>
                  <a:pt x="4" y="19"/>
                  <a:pt x="8" y="19"/>
                </a:cubicBezTo>
                <a:cubicBezTo>
                  <a:pt x="12" y="19"/>
                  <a:pt x="15" y="23"/>
                  <a:pt x="15" y="27"/>
                </a:cubicBezTo>
                <a:cubicBezTo>
                  <a:pt x="15" y="31"/>
                  <a:pt x="12" y="34"/>
                  <a:pt x="8" y="34"/>
                </a:cubicBezTo>
                <a:close/>
                <a:moveTo>
                  <a:pt x="8" y="53"/>
                </a:moveTo>
                <a:cubicBezTo>
                  <a:pt x="4" y="53"/>
                  <a:pt x="0" y="50"/>
                  <a:pt x="0" y="46"/>
                </a:cubicBezTo>
                <a:cubicBezTo>
                  <a:pt x="0" y="42"/>
                  <a:pt x="4" y="39"/>
                  <a:pt x="8" y="39"/>
                </a:cubicBezTo>
                <a:cubicBezTo>
                  <a:pt x="12" y="39"/>
                  <a:pt x="15" y="42"/>
                  <a:pt x="15" y="46"/>
                </a:cubicBezTo>
                <a:cubicBezTo>
                  <a:pt x="15" y="50"/>
                  <a:pt x="12" y="53"/>
                  <a:pt x="8" y="53"/>
                </a:cubicBezTo>
                <a:close/>
                <a:moveTo>
                  <a:pt x="68" y="11"/>
                </a:moveTo>
                <a:cubicBezTo>
                  <a:pt x="68" y="12"/>
                  <a:pt x="68" y="12"/>
                  <a:pt x="67" y="12"/>
                </a:cubicBezTo>
                <a:cubicBezTo>
                  <a:pt x="21" y="12"/>
                  <a:pt x="21" y="12"/>
                  <a:pt x="21" y="12"/>
                </a:cubicBezTo>
                <a:cubicBezTo>
                  <a:pt x="20" y="12"/>
                  <a:pt x="20" y="12"/>
                  <a:pt x="20" y="11"/>
                </a:cubicBezTo>
                <a:cubicBezTo>
                  <a:pt x="20" y="4"/>
                  <a:pt x="20" y="4"/>
                  <a:pt x="20" y="4"/>
                </a:cubicBezTo>
                <a:cubicBezTo>
                  <a:pt x="20" y="3"/>
                  <a:pt x="20" y="2"/>
                  <a:pt x="21" y="2"/>
                </a:cubicBezTo>
                <a:cubicBezTo>
                  <a:pt x="67" y="2"/>
                  <a:pt x="67" y="2"/>
                  <a:pt x="67" y="2"/>
                </a:cubicBezTo>
                <a:cubicBezTo>
                  <a:pt x="68" y="2"/>
                  <a:pt x="68" y="3"/>
                  <a:pt x="68" y="4"/>
                </a:cubicBezTo>
                <a:lnTo>
                  <a:pt x="68" y="11"/>
                </a:lnTo>
                <a:close/>
                <a:moveTo>
                  <a:pt x="68" y="30"/>
                </a:moveTo>
                <a:cubicBezTo>
                  <a:pt x="68" y="31"/>
                  <a:pt x="68" y="32"/>
                  <a:pt x="67" y="32"/>
                </a:cubicBezTo>
                <a:cubicBezTo>
                  <a:pt x="21" y="32"/>
                  <a:pt x="21" y="32"/>
                  <a:pt x="21" y="32"/>
                </a:cubicBezTo>
                <a:cubicBezTo>
                  <a:pt x="20" y="32"/>
                  <a:pt x="20" y="31"/>
                  <a:pt x="20" y="30"/>
                </a:cubicBezTo>
                <a:cubicBezTo>
                  <a:pt x="20" y="23"/>
                  <a:pt x="20" y="23"/>
                  <a:pt x="20" y="23"/>
                </a:cubicBezTo>
                <a:cubicBezTo>
                  <a:pt x="20" y="22"/>
                  <a:pt x="20" y="22"/>
                  <a:pt x="21" y="22"/>
                </a:cubicBezTo>
                <a:cubicBezTo>
                  <a:pt x="67" y="22"/>
                  <a:pt x="67" y="22"/>
                  <a:pt x="67" y="22"/>
                </a:cubicBezTo>
                <a:cubicBezTo>
                  <a:pt x="68" y="22"/>
                  <a:pt x="68" y="22"/>
                  <a:pt x="68" y="23"/>
                </a:cubicBezTo>
                <a:lnTo>
                  <a:pt x="68" y="30"/>
                </a:lnTo>
                <a:close/>
                <a:moveTo>
                  <a:pt x="68" y="50"/>
                </a:moveTo>
                <a:cubicBezTo>
                  <a:pt x="68" y="50"/>
                  <a:pt x="68" y="51"/>
                  <a:pt x="67" y="51"/>
                </a:cubicBezTo>
                <a:cubicBezTo>
                  <a:pt x="21" y="51"/>
                  <a:pt x="21" y="51"/>
                  <a:pt x="21" y="51"/>
                </a:cubicBezTo>
                <a:cubicBezTo>
                  <a:pt x="20" y="51"/>
                  <a:pt x="20" y="50"/>
                  <a:pt x="20" y="50"/>
                </a:cubicBezTo>
                <a:cubicBezTo>
                  <a:pt x="20" y="42"/>
                  <a:pt x="20" y="42"/>
                  <a:pt x="20" y="42"/>
                </a:cubicBezTo>
                <a:cubicBezTo>
                  <a:pt x="20" y="42"/>
                  <a:pt x="20" y="41"/>
                  <a:pt x="21" y="41"/>
                </a:cubicBezTo>
                <a:cubicBezTo>
                  <a:pt x="67" y="41"/>
                  <a:pt x="67" y="41"/>
                  <a:pt x="67" y="41"/>
                </a:cubicBezTo>
                <a:cubicBezTo>
                  <a:pt x="68" y="41"/>
                  <a:pt x="68" y="42"/>
                  <a:pt x="68" y="42"/>
                </a:cubicBezTo>
                <a:lnTo>
                  <a:pt x="68" y="50"/>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7224227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Section Header - Ide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3"/>
          <p:cNvSpPr>
            <a:spLocks noEditPoints="1"/>
          </p:cNvSpPr>
          <p:nvPr userDrawn="1"/>
        </p:nvSpPr>
        <p:spPr bwMode="auto">
          <a:xfrm>
            <a:off x="5613303" y="1397832"/>
            <a:ext cx="965396" cy="1421568"/>
          </a:xfrm>
          <a:custGeom>
            <a:avLst/>
            <a:gdLst/>
            <a:ahLst/>
            <a:cxnLst>
              <a:cxn ang="0">
                <a:pos x="37" y="29"/>
              </a:cxn>
              <a:cxn ang="0">
                <a:pos x="31" y="41"/>
              </a:cxn>
              <a:cxn ang="0">
                <a:pos x="33" y="44"/>
              </a:cxn>
              <a:cxn ang="0">
                <a:pos x="32" y="47"/>
              </a:cxn>
              <a:cxn ang="0">
                <a:pos x="33" y="49"/>
              </a:cxn>
              <a:cxn ang="0">
                <a:pos x="31" y="53"/>
              </a:cxn>
              <a:cxn ang="0">
                <a:pos x="31" y="54"/>
              </a:cxn>
              <a:cxn ang="0">
                <a:pos x="27" y="58"/>
              </a:cxn>
              <a:cxn ang="0">
                <a:pos x="21" y="62"/>
              </a:cxn>
              <a:cxn ang="0">
                <a:pos x="15" y="58"/>
              </a:cxn>
              <a:cxn ang="0">
                <a:pos x="11" y="54"/>
              </a:cxn>
              <a:cxn ang="0">
                <a:pos x="11" y="53"/>
              </a:cxn>
              <a:cxn ang="0">
                <a:pos x="9" y="49"/>
              </a:cxn>
              <a:cxn ang="0">
                <a:pos x="10" y="47"/>
              </a:cxn>
              <a:cxn ang="0">
                <a:pos x="9" y="44"/>
              </a:cxn>
              <a:cxn ang="0">
                <a:pos x="11" y="41"/>
              </a:cxn>
              <a:cxn ang="0">
                <a:pos x="5" y="29"/>
              </a:cxn>
              <a:cxn ang="0">
                <a:pos x="0" y="18"/>
              </a:cxn>
              <a:cxn ang="0">
                <a:pos x="21" y="0"/>
              </a:cxn>
              <a:cxn ang="0">
                <a:pos x="42" y="18"/>
              </a:cxn>
              <a:cxn ang="0">
                <a:pos x="37" y="29"/>
              </a:cxn>
              <a:cxn ang="0">
                <a:pos x="21" y="6"/>
              </a:cxn>
              <a:cxn ang="0">
                <a:pos x="6" y="18"/>
              </a:cxn>
              <a:cxn ang="0">
                <a:pos x="8" y="26"/>
              </a:cxn>
              <a:cxn ang="0">
                <a:pos x="11" y="28"/>
              </a:cxn>
              <a:cxn ang="0">
                <a:pos x="16" y="40"/>
              </a:cxn>
              <a:cxn ang="0">
                <a:pos x="26" y="40"/>
              </a:cxn>
              <a:cxn ang="0">
                <a:pos x="31" y="28"/>
              </a:cxn>
              <a:cxn ang="0">
                <a:pos x="34" y="26"/>
              </a:cxn>
              <a:cxn ang="0">
                <a:pos x="36" y="18"/>
              </a:cxn>
              <a:cxn ang="0">
                <a:pos x="21" y="6"/>
              </a:cxn>
              <a:cxn ang="0">
                <a:pos x="29" y="20"/>
              </a:cxn>
              <a:cxn ang="0">
                <a:pos x="27" y="18"/>
              </a:cxn>
              <a:cxn ang="0">
                <a:pos x="21" y="15"/>
              </a:cxn>
              <a:cxn ang="0">
                <a:pos x="20" y="13"/>
              </a:cxn>
              <a:cxn ang="0">
                <a:pos x="21" y="12"/>
              </a:cxn>
              <a:cxn ang="0">
                <a:pos x="30" y="18"/>
              </a:cxn>
              <a:cxn ang="0">
                <a:pos x="29" y="20"/>
              </a:cxn>
            </a:cxnLst>
            <a:rect l="0" t="0" r="r" b="b"/>
            <a:pathLst>
              <a:path w="42" h="62">
                <a:moveTo>
                  <a:pt x="37" y="29"/>
                </a:moveTo>
                <a:cubicBezTo>
                  <a:pt x="35" y="32"/>
                  <a:pt x="31" y="37"/>
                  <a:pt x="31" y="41"/>
                </a:cubicBezTo>
                <a:cubicBezTo>
                  <a:pt x="32" y="42"/>
                  <a:pt x="33" y="43"/>
                  <a:pt x="33" y="44"/>
                </a:cubicBezTo>
                <a:cubicBezTo>
                  <a:pt x="33" y="45"/>
                  <a:pt x="32" y="46"/>
                  <a:pt x="32" y="47"/>
                </a:cubicBezTo>
                <a:cubicBezTo>
                  <a:pt x="32" y="47"/>
                  <a:pt x="33" y="48"/>
                  <a:pt x="33" y="49"/>
                </a:cubicBezTo>
                <a:cubicBezTo>
                  <a:pt x="33" y="51"/>
                  <a:pt x="32" y="52"/>
                  <a:pt x="31" y="53"/>
                </a:cubicBezTo>
                <a:cubicBezTo>
                  <a:pt x="31" y="53"/>
                  <a:pt x="31" y="54"/>
                  <a:pt x="31" y="54"/>
                </a:cubicBezTo>
                <a:cubicBezTo>
                  <a:pt x="31" y="57"/>
                  <a:pt x="29" y="58"/>
                  <a:pt x="27" y="58"/>
                </a:cubicBezTo>
                <a:cubicBezTo>
                  <a:pt x="26" y="61"/>
                  <a:pt x="24" y="62"/>
                  <a:pt x="21" y="62"/>
                </a:cubicBezTo>
                <a:cubicBezTo>
                  <a:pt x="19" y="62"/>
                  <a:pt x="16" y="61"/>
                  <a:pt x="15" y="58"/>
                </a:cubicBezTo>
                <a:cubicBezTo>
                  <a:pt x="13" y="58"/>
                  <a:pt x="11" y="57"/>
                  <a:pt x="11" y="54"/>
                </a:cubicBezTo>
                <a:cubicBezTo>
                  <a:pt x="11" y="54"/>
                  <a:pt x="11" y="53"/>
                  <a:pt x="11" y="53"/>
                </a:cubicBezTo>
                <a:cubicBezTo>
                  <a:pt x="10" y="52"/>
                  <a:pt x="9" y="51"/>
                  <a:pt x="9" y="49"/>
                </a:cubicBezTo>
                <a:cubicBezTo>
                  <a:pt x="9" y="48"/>
                  <a:pt x="10" y="47"/>
                  <a:pt x="10" y="47"/>
                </a:cubicBezTo>
                <a:cubicBezTo>
                  <a:pt x="10" y="46"/>
                  <a:pt x="9" y="45"/>
                  <a:pt x="9" y="44"/>
                </a:cubicBezTo>
                <a:cubicBezTo>
                  <a:pt x="9" y="43"/>
                  <a:pt x="10" y="42"/>
                  <a:pt x="11" y="41"/>
                </a:cubicBezTo>
                <a:cubicBezTo>
                  <a:pt x="11" y="37"/>
                  <a:pt x="7" y="32"/>
                  <a:pt x="5" y="29"/>
                </a:cubicBezTo>
                <a:cubicBezTo>
                  <a:pt x="2" y="26"/>
                  <a:pt x="0" y="23"/>
                  <a:pt x="0" y="18"/>
                </a:cubicBezTo>
                <a:cubicBezTo>
                  <a:pt x="0" y="8"/>
                  <a:pt x="11" y="0"/>
                  <a:pt x="21" y="0"/>
                </a:cubicBezTo>
                <a:cubicBezTo>
                  <a:pt x="31" y="0"/>
                  <a:pt x="42" y="8"/>
                  <a:pt x="42" y="18"/>
                </a:cubicBezTo>
                <a:cubicBezTo>
                  <a:pt x="42" y="23"/>
                  <a:pt x="40" y="26"/>
                  <a:pt x="37" y="29"/>
                </a:cubicBezTo>
                <a:close/>
                <a:moveTo>
                  <a:pt x="21" y="6"/>
                </a:moveTo>
                <a:cubicBezTo>
                  <a:pt x="14" y="6"/>
                  <a:pt x="6" y="10"/>
                  <a:pt x="6" y="18"/>
                </a:cubicBezTo>
                <a:cubicBezTo>
                  <a:pt x="6" y="21"/>
                  <a:pt x="7" y="24"/>
                  <a:pt x="8" y="26"/>
                </a:cubicBezTo>
                <a:cubicBezTo>
                  <a:pt x="9" y="27"/>
                  <a:pt x="10" y="27"/>
                  <a:pt x="11" y="28"/>
                </a:cubicBezTo>
                <a:cubicBezTo>
                  <a:pt x="14" y="32"/>
                  <a:pt x="16" y="36"/>
                  <a:pt x="16" y="40"/>
                </a:cubicBezTo>
                <a:cubicBezTo>
                  <a:pt x="26" y="40"/>
                  <a:pt x="26" y="40"/>
                  <a:pt x="26" y="40"/>
                </a:cubicBezTo>
                <a:cubicBezTo>
                  <a:pt x="26" y="36"/>
                  <a:pt x="28" y="32"/>
                  <a:pt x="31" y="28"/>
                </a:cubicBezTo>
                <a:cubicBezTo>
                  <a:pt x="32" y="27"/>
                  <a:pt x="33" y="27"/>
                  <a:pt x="34" y="26"/>
                </a:cubicBezTo>
                <a:cubicBezTo>
                  <a:pt x="35" y="24"/>
                  <a:pt x="36" y="21"/>
                  <a:pt x="36" y="18"/>
                </a:cubicBezTo>
                <a:cubicBezTo>
                  <a:pt x="36" y="10"/>
                  <a:pt x="28" y="6"/>
                  <a:pt x="21" y="6"/>
                </a:cubicBezTo>
                <a:close/>
                <a:moveTo>
                  <a:pt x="29" y="20"/>
                </a:moveTo>
                <a:cubicBezTo>
                  <a:pt x="28" y="20"/>
                  <a:pt x="27" y="19"/>
                  <a:pt x="27" y="18"/>
                </a:cubicBezTo>
                <a:cubicBezTo>
                  <a:pt x="27" y="16"/>
                  <a:pt x="23" y="15"/>
                  <a:pt x="21" y="15"/>
                </a:cubicBezTo>
                <a:cubicBezTo>
                  <a:pt x="20" y="15"/>
                  <a:pt x="20" y="14"/>
                  <a:pt x="20" y="13"/>
                </a:cubicBezTo>
                <a:cubicBezTo>
                  <a:pt x="20" y="13"/>
                  <a:pt x="20" y="12"/>
                  <a:pt x="21" y="12"/>
                </a:cubicBezTo>
                <a:cubicBezTo>
                  <a:pt x="25" y="12"/>
                  <a:pt x="30" y="14"/>
                  <a:pt x="30" y="18"/>
                </a:cubicBezTo>
                <a:cubicBezTo>
                  <a:pt x="30" y="19"/>
                  <a:pt x="29" y="20"/>
                  <a:pt x="29" y="20"/>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931824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ection Header - Structur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56"/>
          <p:cNvSpPr>
            <a:spLocks noEditPoints="1"/>
          </p:cNvSpPr>
          <p:nvPr userDrawn="1"/>
        </p:nvSpPr>
        <p:spPr bwMode="auto">
          <a:xfrm>
            <a:off x="5470526" y="1498601"/>
            <a:ext cx="1250951" cy="1250951"/>
          </a:xfrm>
          <a:custGeom>
            <a:avLst/>
            <a:gdLst/>
            <a:ahLst/>
            <a:cxnLst>
              <a:cxn ang="0">
                <a:pos x="64" y="42"/>
              </a:cxn>
              <a:cxn ang="0">
                <a:pos x="63" y="44"/>
              </a:cxn>
              <a:cxn ang="0">
                <a:pos x="33" y="64"/>
              </a:cxn>
              <a:cxn ang="0">
                <a:pos x="32" y="64"/>
              </a:cxn>
              <a:cxn ang="0">
                <a:pos x="30" y="64"/>
              </a:cxn>
              <a:cxn ang="0">
                <a:pos x="1" y="44"/>
              </a:cxn>
              <a:cxn ang="0">
                <a:pos x="0" y="42"/>
              </a:cxn>
              <a:cxn ang="0">
                <a:pos x="0" y="23"/>
              </a:cxn>
              <a:cxn ang="0">
                <a:pos x="1" y="20"/>
              </a:cxn>
              <a:cxn ang="0">
                <a:pos x="30" y="1"/>
              </a:cxn>
              <a:cxn ang="0">
                <a:pos x="32" y="0"/>
              </a:cxn>
              <a:cxn ang="0">
                <a:pos x="33" y="1"/>
              </a:cxn>
              <a:cxn ang="0">
                <a:pos x="63" y="20"/>
              </a:cxn>
              <a:cxn ang="0">
                <a:pos x="64" y="23"/>
              </a:cxn>
              <a:cxn ang="0">
                <a:pos x="64" y="42"/>
              </a:cxn>
              <a:cxn ang="0">
                <a:pos x="12" y="32"/>
              </a:cxn>
              <a:cxn ang="0">
                <a:pos x="5" y="28"/>
              </a:cxn>
              <a:cxn ang="0">
                <a:pos x="5" y="37"/>
              </a:cxn>
              <a:cxn ang="0">
                <a:pos x="12" y="32"/>
              </a:cxn>
              <a:cxn ang="0">
                <a:pos x="29" y="21"/>
              </a:cxn>
              <a:cxn ang="0">
                <a:pos x="29" y="8"/>
              </a:cxn>
              <a:cxn ang="0">
                <a:pos x="7" y="23"/>
              </a:cxn>
              <a:cxn ang="0">
                <a:pos x="17" y="29"/>
              </a:cxn>
              <a:cxn ang="0">
                <a:pos x="29" y="21"/>
              </a:cxn>
              <a:cxn ang="0">
                <a:pos x="29" y="56"/>
              </a:cxn>
              <a:cxn ang="0">
                <a:pos x="29" y="44"/>
              </a:cxn>
              <a:cxn ang="0">
                <a:pos x="17" y="36"/>
              </a:cxn>
              <a:cxn ang="0">
                <a:pos x="7" y="42"/>
              </a:cxn>
              <a:cxn ang="0">
                <a:pos x="29" y="56"/>
              </a:cxn>
              <a:cxn ang="0">
                <a:pos x="41" y="32"/>
              </a:cxn>
              <a:cxn ang="0">
                <a:pos x="32" y="26"/>
              </a:cxn>
              <a:cxn ang="0">
                <a:pos x="22" y="32"/>
              </a:cxn>
              <a:cxn ang="0">
                <a:pos x="32" y="39"/>
              </a:cxn>
              <a:cxn ang="0">
                <a:pos x="41" y="32"/>
              </a:cxn>
              <a:cxn ang="0">
                <a:pos x="56" y="23"/>
              </a:cxn>
              <a:cxn ang="0">
                <a:pos x="35" y="8"/>
              </a:cxn>
              <a:cxn ang="0">
                <a:pos x="35" y="21"/>
              </a:cxn>
              <a:cxn ang="0">
                <a:pos x="46" y="29"/>
              </a:cxn>
              <a:cxn ang="0">
                <a:pos x="56" y="23"/>
              </a:cxn>
              <a:cxn ang="0">
                <a:pos x="56" y="42"/>
              </a:cxn>
              <a:cxn ang="0">
                <a:pos x="46" y="36"/>
              </a:cxn>
              <a:cxn ang="0">
                <a:pos x="35" y="44"/>
              </a:cxn>
              <a:cxn ang="0">
                <a:pos x="35" y="56"/>
              </a:cxn>
              <a:cxn ang="0">
                <a:pos x="56" y="42"/>
              </a:cxn>
              <a:cxn ang="0">
                <a:pos x="58" y="37"/>
              </a:cxn>
              <a:cxn ang="0">
                <a:pos x="58" y="28"/>
              </a:cxn>
              <a:cxn ang="0">
                <a:pos x="51" y="32"/>
              </a:cxn>
              <a:cxn ang="0">
                <a:pos x="58" y="37"/>
              </a:cxn>
            </a:cxnLst>
            <a:rect l="0" t="0" r="r" b="b"/>
            <a:pathLst>
              <a:path w="64" h="64">
                <a:moveTo>
                  <a:pt x="64" y="42"/>
                </a:moveTo>
                <a:cubicBezTo>
                  <a:pt x="64" y="43"/>
                  <a:pt x="63" y="44"/>
                  <a:pt x="63" y="44"/>
                </a:cubicBezTo>
                <a:cubicBezTo>
                  <a:pt x="33" y="64"/>
                  <a:pt x="33" y="64"/>
                  <a:pt x="33" y="64"/>
                </a:cubicBezTo>
                <a:cubicBezTo>
                  <a:pt x="33" y="64"/>
                  <a:pt x="32" y="64"/>
                  <a:pt x="32" y="64"/>
                </a:cubicBezTo>
                <a:cubicBezTo>
                  <a:pt x="31" y="64"/>
                  <a:pt x="31" y="64"/>
                  <a:pt x="30" y="64"/>
                </a:cubicBezTo>
                <a:cubicBezTo>
                  <a:pt x="1" y="44"/>
                  <a:pt x="1" y="44"/>
                  <a:pt x="1" y="44"/>
                </a:cubicBezTo>
                <a:cubicBezTo>
                  <a:pt x="0" y="44"/>
                  <a:pt x="0" y="43"/>
                  <a:pt x="0" y="42"/>
                </a:cubicBezTo>
                <a:cubicBezTo>
                  <a:pt x="0" y="23"/>
                  <a:pt x="0" y="23"/>
                  <a:pt x="0" y="23"/>
                </a:cubicBezTo>
                <a:cubicBezTo>
                  <a:pt x="0" y="22"/>
                  <a:pt x="0" y="21"/>
                  <a:pt x="1" y="20"/>
                </a:cubicBezTo>
                <a:cubicBezTo>
                  <a:pt x="30" y="1"/>
                  <a:pt x="30" y="1"/>
                  <a:pt x="30" y="1"/>
                </a:cubicBezTo>
                <a:cubicBezTo>
                  <a:pt x="31" y="1"/>
                  <a:pt x="31" y="0"/>
                  <a:pt x="32" y="0"/>
                </a:cubicBezTo>
                <a:cubicBezTo>
                  <a:pt x="32" y="0"/>
                  <a:pt x="33" y="1"/>
                  <a:pt x="33" y="1"/>
                </a:cubicBezTo>
                <a:cubicBezTo>
                  <a:pt x="63" y="20"/>
                  <a:pt x="63" y="20"/>
                  <a:pt x="63" y="20"/>
                </a:cubicBezTo>
                <a:cubicBezTo>
                  <a:pt x="63" y="21"/>
                  <a:pt x="64" y="22"/>
                  <a:pt x="64" y="23"/>
                </a:cubicBezTo>
                <a:lnTo>
                  <a:pt x="64" y="42"/>
                </a:lnTo>
                <a:close/>
                <a:moveTo>
                  <a:pt x="12" y="32"/>
                </a:moveTo>
                <a:cubicBezTo>
                  <a:pt x="5" y="28"/>
                  <a:pt x="5" y="28"/>
                  <a:pt x="5" y="28"/>
                </a:cubicBezTo>
                <a:cubicBezTo>
                  <a:pt x="5" y="37"/>
                  <a:pt x="5" y="37"/>
                  <a:pt x="5" y="37"/>
                </a:cubicBezTo>
                <a:lnTo>
                  <a:pt x="12" y="32"/>
                </a:lnTo>
                <a:close/>
                <a:moveTo>
                  <a:pt x="29" y="21"/>
                </a:moveTo>
                <a:cubicBezTo>
                  <a:pt x="29" y="8"/>
                  <a:pt x="29" y="8"/>
                  <a:pt x="29" y="8"/>
                </a:cubicBezTo>
                <a:cubicBezTo>
                  <a:pt x="7" y="23"/>
                  <a:pt x="7" y="23"/>
                  <a:pt x="7" y="23"/>
                </a:cubicBezTo>
                <a:cubicBezTo>
                  <a:pt x="17" y="29"/>
                  <a:pt x="17" y="29"/>
                  <a:pt x="17" y="29"/>
                </a:cubicBezTo>
                <a:lnTo>
                  <a:pt x="29" y="21"/>
                </a:lnTo>
                <a:close/>
                <a:moveTo>
                  <a:pt x="29" y="56"/>
                </a:moveTo>
                <a:cubicBezTo>
                  <a:pt x="29" y="44"/>
                  <a:pt x="29" y="44"/>
                  <a:pt x="29" y="44"/>
                </a:cubicBezTo>
                <a:cubicBezTo>
                  <a:pt x="17" y="36"/>
                  <a:pt x="17" y="36"/>
                  <a:pt x="17" y="36"/>
                </a:cubicBezTo>
                <a:cubicBezTo>
                  <a:pt x="7" y="42"/>
                  <a:pt x="7" y="42"/>
                  <a:pt x="7" y="42"/>
                </a:cubicBezTo>
                <a:lnTo>
                  <a:pt x="29" y="56"/>
                </a:lnTo>
                <a:close/>
                <a:moveTo>
                  <a:pt x="41" y="32"/>
                </a:moveTo>
                <a:cubicBezTo>
                  <a:pt x="32" y="26"/>
                  <a:pt x="32" y="26"/>
                  <a:pt x="32" y="26"/>
                </a:cubicBezTo>
                <a:cubicBezTo>
                  <a:pt x="22" y="32"/>
                  <a:pt x="22" y="32"/>
                  <a:pt x="22" y="32"/>
                </a:cubicBezTo>
                <a:cubicBezTo>
                  <a:pt x="32" y="39"/>
                  <a:pt x="32" y="39"/>
                  <a:pt x="32" y="39"/>
                </a:cubicBezTo>
                <a:lnTo>
                  <a:pt x="41" y="32"/>
                </a:lnTo>
                <a:close/>
                <a:moveTo>
                  <a:pt x="56" y="23"/>
                </a:moveTo>
                <a:cubicBezTo>
                  <a:pt x="35" y="8"/>
                  <a:pt x="35" y="8"/>
                  <a:pt x="35" y="8"/>
                </a:cubicBezTo>
                <a:cubicBezTo>
                  <a:pt x="35" y="21"/>
                  <a:pt x="35" y="21"/>
                  <a:pt x="35" y="21"/>
                </a:cubicBezTo>
                <a:cubicBezTo>
                  <a:pt x="46" y="29"/>
                  <a:pt x="46" y="29"/>
                  <a:pt x="46" y="29"/>
                </a:cubicBezTo>
                <a:lnTo>
                  <a:pt x="56" y="23"/>
                </a:lnTo>
                <a:close/>
                <a:moveTo>
                  <a:pt x="56" y="42"/>
                </a:moveTo>
                <a:cubicBezTo>
                  <a:pt x="46" y="36"/>
                  <a:pt x="46" y="36"/>
                  <a:pt x="46" y="36"/>
                </a:cubicBezTo>
                <a:cubicBezTo>
                  <a:pt x="35" y="44"/>
                  <a:pt x="35" y="44"/>
                  <a:pt x="35" y="44"/>
                </a:cubicBezTo>
                <a:cubicBezTo>
                  <a:pt x="35" y="56"/>
                  <a:pt x="35" y="56"/>
                  <a:pt x="35" y="56"/>
                </a:cubicBezTo>
                <a:lnTo>
                  <a:pt x="56" y="42"/>
                </a:lnTo>
                <a:close/>
                <a:moveTo>
                  <a:pt x="58" y="37"/>
                </a:moveTo>
                <a:cubicBezTo>
                  <a:pt x="58" y="28"/>
                  <a:pt x="58" y="28"/>
                  <a:pt x="58" y="28"/>
                </a:cubicBezTo>
                <a:cubicBezTo>
                  <a:pt x="51" y="32"/>
                  <a:pt x="51" y="32"/>
                  <a:pt x="51" y="32"/>
                </a:cubicBezTo>
                <a:lnTo>
                  <a:pt x="58" y="3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2888960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Section Header - Puzzle">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77"/>
          <p:cNvSpPr>
            <a:spLocks/>
          </p:cNvSpPr>
          <p:nvPr userDrawn="1"/>
        </p:nvSpPr>
        <p:spPr bwMode="auto">
          <a:xfrm rot="20133226">
            <a:off x="5329055" y="1240368"/>
            <a:ext cx="1533892" cy="1532467"/>
          </a:xfrm>
          <a:custGeom>
            <a:avLst/>
            <a:gdLst/>
            <a:ahLst/>
            <a:cxnLst>
              <a:cxn ang="0">
                <a:pos x="183" y="216"/>
              </a:cxn>
              <a:cxn ang="0">
                <a:pos x="256" y="180"/>
              </a:cxn>
              <a:cxn ang="0">
                <a:pos x="217" y="88"/>
              </a:cxn>
              <a:cxn ang="0">
                <a:pos x="385" y="88"/>
              </a:cxn>
              <a:cxn ang="0">
                <a:pos x="347" y="180"/>
              </a:cxn>
              <a:cxn ang="0">
                <a:pos x="420" y="216"/>
              </a:cxn>
              <a:cxn ang="0">
                <a:pos x="603" y="216"/>
              </a:cxn>
              <a:cxn ang="0">
                <a:pos x="603" y="399"/>
              </a:cxn>
              <a:cxn ang="0">
                <a:pos x="638" y="472"/>
              </a:cxn>
              <a:cxn ang="0">
                <a:pos x="731" y="433"/>
              </a:cxn>
              <a:cxn ang="0">
                <a:pos x="731" y="601"/>
              </a:cxn>
              <a:cxn ang="0">
                <a:pos x="638" y="563"/>
              </a:cxn>
              <a:cxn ang="0">
                <a:pos x="603" y="636"/>
              </a:cxn>
              <a:cxn ang="0">
                <a:pos x="603" y="819"/>
              </a:cxn>
              <a:cxn ang="0">
                <a:pos x="420" y="819"/>
              </a:cxn>
              <a:cxn ang="0">
                <a:pos x="347" y="784"/>
              </a:cxn>
              <a:cxn ang="0">
                <a:pos x="385" y="691"/>
              </a:cxn>
              <a:cxn ang="0">
                <a:pos x="217" y="691"/>
              </a:cxn>
              <a:cxn ang="0">
                <a:pos x="256" y="784"/>
              </a:cxn>
              <a:cxn ang="0">
                <a:pos x="183" y="819"/>
              </a:cxn>
              <a:cxn ang="0">
                <a:pos x="0" y="819"/>
              </a:cxn>
              <a:cxn ang="0">
                <a:pos x="0" y="636"/>
              </a:cxn>
              <a:cxn ang="0">
                <a:pos x="35" y="563"/>
              </a:cxn>
              <a:cxn ang="0">
                <a:pos x="128" y="601"/>
              </a:cxn>
              <a:cxn ang="0">
                <a:pos x="128" y="433"/>
              </a:cxn>
              <a:cxn ang="0">
                <a:pos x="35" y="472"/>
              </a:cxn>
              <a:cxn ang="0">
                <a:pos x="0" y="399"/>
              </a:cxn>
              <a:cxn ang="0">
                <a:pos x="0" y="216"/>
              </a:cxn>
              <a:cxn ang="0">
                <a:pos x="183" y="216"/>
              </a:cxn>
            </a:cxnLst>
            <a:rect l="0" t="0" r="r" b="b"/>
            <a:pathLst>
              <a:path w="819" h="819">
                <a:moveTo>
                  <a:pt x="183" y="216"/>
                </a:moveTo>
                <a:cubicBezTo>
                  <a:pt x="249" y="216"/>
                  <a:pt x="264" y="200"/>
                  <a:pt x="256" y="180"/>
                </a:cubicBezTo>
                <a:cubicBezTo>
                  <a:pt x="239" y="144"/>
                  <a:pt x="209" y="139"/>
                  <a:pt x="217" y="88"/>
                </a:cubicBezTo>
                <a:cubicBezTo>
                  <a:pt x="231" y="0"/>
                  <a:pt x="372" y="0"/>
                  <a:pt x="385" y="88"/>
                </a:cubicBezTo>
                <a:cubicBezTo>
                  <a:pt x="393" y="139"/>
                  <a:pt x="364" y="144"/>
                  <a:pt x="347" y="180"/>
                </a:cubicBezTo>
                <a:cubicBezTo>
                  <a:pt x="338" y="200"/>
                  <a:pt x="354" y="216"/>
                  <a:pt x="420" y="216"/>
                </a:cubicBezTo>
                <a:cubicBezTo>
                  <a:pt x="603" y="216"/>
                  <a:pt x="603" y="216"/>
                  <a:pt x="603" y="216"/>
                </a:cubicBezTo>
                <a:cubicBezTo>
                  <a:pt x="603" y="399"/>
                  <a:pt x="603" y="399"/>
                  <a:pt x="603" y="399"/>
                </a:cubicBezTo>
                <a:cubicBezTo>
                  <a:pt x="603" y="465"/>
                  <a:pt x="619" y="480"/>
                  <a:pt x="638" y="472"/>
                </a:cubicBezTo>
                <a:cubicBezTo>
                  <a:pt x="675" y="455"/>
                  <a:pt x="680" y="425"/>
                  <a:pt x="731" y="433"/>
                </a:cubicBezTo>
                <a:cubicBezTo>
                  <a:pt x="819" y="447"/>
                  <a:pt x="819" y="588"/>
                  <a:pt x="731" y="601"/>
                </a:cubicBezTo>
                <a:cubicBezTo>
                  <a:pt x="680" y="609"/>
                  <a:pt x="675" y="580"/>
                  <a:pt x="638" y="563"/>
                </a:cubicBezTo>
                <a:cubicBezTo>
                  <a:pt x="619" y="554"/>
                  <a:pt x="603" y="570"/>
                  <a:pt x="603" y="636"/>
                </a:cubicBezTo>
                <a:cubicBezTo>
                  <a:pt x="603" y="819"/>
                  <a:pt x="603" y="819"/>
                  <a:pt x="603" y="819"/>
                </a:cubicBezTo>
                <a:cubicBezTo>
                  <a:pt x="420" y="819"/>
                  <a:pt x="420" y="819"/>
                  <a:pt x="420" y="819"/>
                </a:cubicBezTo>
                <a:cubicBezTo>
                  <a:pt x="354" y="819"/>
                  <a:pt x="338" y="803"/>
                  <a:pt x="347" y="784"/>
                </a:cubicBezTo>
                <a:cubicBezTo>
                  <a:pt x="364" y="747"/>
                  <a:pt x="393" y="742"/>
                  <a:pt x="385" y="691"/>
                </a:cubicBezTo>
                <a:cubicBezTo>
                  <a:pt x="372" y="603"/>
                  <a:pt x="231" y="603"/>
                  <a:pt x="217" y="691"/>
                </a:cubicBezTo>
                <a:cubicBezTo>
                  <a:pt x="209" y="742"/>
                  <a:pt x="239" y="747"/>
                  <a:pt x="256" y="784"/>
                </a:cubicBezTo>
                <a:cubicBezTo>
                  <a:pt x="264" y="803"/>
                  <a:pt x="249" y="819"/>
                  <a:pt x="183" y="819"/>
                </a:cubicBezTo>
                <a:cubicBezTo>
                  <a:pt x="0" y="819"/>
                  <a:pt x="0" y="819"/>
                  <a:pt x="0" y="819"/>
                </a:cubicBezTo>
                <a:cubicBezTo>
                  <a:pt x="0" y="636"/>
                  <a:pt x="0" y="636"/>
                  <a:pt x="0" y="636"/>
                </a:cubicBezTo>
                <a:cubicBezTo>
                  <a:pt x="0" y="570"/>
                  <a:pt x="16" y="554"/>
                  <a:pt x="35" y="563"/>
                </a:cubicBezTo>
                <a:cubicBezTo>
                  <a:pt x="72" y="580"/>
                  <a:pt x="76" y="609"/>
                  <a:pt x="128" y="601"/>
                </a:cubicBezTo>
                <a:cubicBezTo>
                  <a:pt x="216" y="588"/>
                  <a:pt x="216" y="447"/>
                  <a:pt x="128" y="433"/>
                </a:cubicBezTo>
                <a:cubicBezTo>
                  <a:pt x="76" y="425"/>
                  <a:pt x="72" y="455"/>
                  <a:pt x="35" y="472"/>
                </a:cubicBezTo>
                <a:cubicBezTo>
                  <a:pt x="16" y="480"/>
                  <a:pt x="0" y="465"/>
                  <a:pt x="0" y="399"/>
                </a:cubicBezTo>
                <a:cubicBezTo>
                  <a:pt x="0" y="216"/>
                  <a:pt x="0" y="216"/>
                  <a:pt x="0" y="216"/>
                </a:cubicBezTo>
                <a:lnTo>
                  <a:pt x="183" y="216"/>
                </a:lnTo>
                <a:close/>
              </a:path>
            </a:pathLst>
          </a:custGeom>
          <a:solidFill>
            <a:schemeClr val="bg1"/>
          </a:solidFill>
          <a:ln w="1905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01289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3" presetClass="entr" presetSubtype="16"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Header - Network">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66"/>
          <p:cNvSpPr>
            <a:spLocks noEditPoints="1"/>
          </p:cNvSpPr>
          <p:nvPr userDrawn="1"/>
        </p:nvSpPr>
        <p:spPr bwMode="auto">
          <a:xfrm>
            <a:off x="5577490" y="1594470"/>
            <a:ext cx="1037021" cy="1211311"/>
          </a:xfrm>
          <a:custGeom>
            <a:avLst/>
            <a:gdLst/>
            <a:ahLst/>
            <a:cxnLst>
              <a:cxn ang="0">
                <a:pos x="55" y="9"/>
              </a:cxn>
              <a:cxn ang="0">
                <a:pos x="55" y="14"/>
              </a:cxn>
              <a:cxn ang="0">
                <a:pos x="27" y="23"/>
              </a:cxn>
              <a:cxn ang="0">
                <a:pos x="0" y="14"/>
              </a:cxn>
              <a:cxn ang="0">
                <a:pos x="0" y="9"/>
              </a:cxn>
              <a:cxn ang="0">
                <a:pos x="27" y="0"/>
              </a:cxn>
              <a:cxn ang="0">
                <a:pos x="55" y="9"/>
              </a:cxn>
              <a:cxn ang="0">
                <a:pos x="55" y="21"/>
              </a:cxn>
              <a:cxn ang="0">
                <a:pos x="55" y="27"/>
              </a:cxn>
              <a:cxn ang="0">
                <a:pos x="27" y="37"/>
              </a:cxn>
              <a:cxn ang="0">
                <a:pos x="0" y="27"/>
              </a:cxn>
              <a:cxn ang="0">
                <a:pos x="0" y="21"/>
              </a:cxn>
              <a:cxn ang="0">
                <a:pos x="27" y="27"/>
              </a:cxn>
              <a:cxn ang="0">
                <a:pos x="55" y="21"/>
              </a:cxn>
              <a:cxn ang="0">
                <a:pos x="55" y="35"/>
              </a:cxn>
              <a:cxn ang="0">
                <a:pos x="55" y="41"/>
              </a:cxn>
              <a:cxn ang="0">
                <a:pos x="27" y="50"/>
              </a:cxn>
              <a:cxn ang="0">
                <a:pos x="0" y="41"/>
              </a:cxn>
              <a:cxn ang="0">
                <a:pos x="0" y="35"/>
              </a:cxn>
              <a:cxn ang="0">
                <a:pos x="27" y="41"/>
              </a:cxn>
              <a:cxn ang="0">
                <a:pos x="55" y="35"/>
              </a:cxn>
              <a:cxn ang="0">
                <a:pos x="55" y="49"/>
              </a:cxn>
              <a:cxn ang="0">
                <a:pos x="55" y="55"/>
              </a:cxn>
              <a:cxn ang="0">
                <a:pos x="27" y="64"/>
              </a:cxn>
              <a:cxn ang="0">
                <a:pos x="0" y="55"/>
              </a:cxn>
              <a:cxn ang="0">
                <a:pos x="0" y="49"/>
              </a:cxn>
              <a:cxn ang="0">
                <a:pos x="27" y="55"/>
              </a:cxn>
              <a:cxn ang="0">
                <a:pos x="55" y="49"/>
              </a:cxn>
            </a:cxnLst>
            <a:rect l="0" t="0" r="r" b="b"/>
            <a:pathLst>
              <a:path w="55" h="64">
                <a:moveTo>
                  <a:pt x="55" y="9"/>
                </a:moveTo>
                <a:cubicBezTo>
                  <a:pt x="55" y="14"/>
                  <a:pt x="55" y="14"/>
                  <a:pt x="55" y="14"/>
                </a:cubicBezTo>
                <a:cubicBezTo>
                  <a:pt x="55" y="19"/>
                  <a:pt x="42" y="23"/>
                  <a:pt x="27" y="23"/>
                </a:cubicBezTo>
                <a:cubicBezTo>
                  <a:pt x="12" y="23"/>
                  <a:pt x="0" y="19"/>
                  <a:pt x="0" y="14"/>
                </a:cubicBezTo>
                <a:cubicBezTo>
                  <a:pt x="0" y="9"/>
                  <a:pt x="0" y="9"/>
                  <a:pt x="0" y="9"/>
                </a:cubicBezTo>
                <a:cubicBezTo>
                  <a:pt x="0" y="4"/>
                  <a:pt x="12" y="0"/>
                  <a:pt x="27" y="0"/>
                </a:cubicBezTo>
                <a:cubicBezTo>
                  <a:pt x="42" y="0"/>
                  <a:pt x="55" y="4"/>
                  <a:pt x="55" y="9"/>
                </a:cubicBezTo>
                <a:close/>
                <a:moveTo>
                  <a:pt x="55" y="21"/>
                </a:moveTo>
                <a:cubicBezTo>
                  <a:pt x="55" y="27"/>
                  <a:pt x="55" y="27"/>
                  <a:pt x="55" y="27"/>
                </a:cubicBezTo>
                <a:cubicBezTo>
                  <a:pt x="55" y="32"/>
                  <a:pt x="42" y="37"/>
                  <a:pt x="27" y="37"/>
                </a:cubicBezTo>
                <a:cubicBezTo>
                  <a:pt x="12" y="37"/>
                  <a:pt x="0" y="32"/>
                  <a:pt x="0" y="27"/>
                </a:cubicBezTo>
                <a:cubicBezTo>
                  <a:pt x="0" y="21"/>
                  <a:pt x="0" y="21"/>
                  <a:pt x="0" y="21"/>
                </a:cubicBezTo>
                <a:cubicBezTo>
                  <a:pt x="6" y="25"/>
                  <a:pt x="16" y="27"/>
                  <a:pt x="27" y="27"/>
                </a:cubicBezTo>
                <a:cubicBezTo>
                  <a:pt x="38" y="27"/>
                  <a:pt x="49" y="25"/>
                  <a:pt x="55" y="21"/>
                </a:cubicBezTo>
                <a:close/>
                <a:moveTo>
                  <a:pt x="55" y="35"/>
                </a:moveTo>
                <a:cubicBezTo>
                  <a:pt x="55" y="41"/>
                  <a:pt x="55" y="41"/>
                  <a:pt x="55" y="41"/>
                </a:cubicBezTo>
                <a:cubicBezTo>
                  <a:pt x="55" y="46"/>
                  <a:pt x="42" y="50"/>
                  <a:pt x="27" y="50"/>
                </a:cubicBezTo>
                <a:cubicBezTo>
                  <a:pt x="12" y="50"/>
                  <a:pt x="0" y="46"/>
                  <a:pt x="0" y="41"/>
                </a:cubicBezTo>
                <a:cubicBezTo>
                  <a:pt x="0" y="35"/>
                  <a:pt x="0" y="35"/>
                  <a:pt x="0" y="35"/>
                </a:cubicBezTo>
                <a:cubicBezTo>
                  <a:pt x="6" y="39"/>
                  <a:pt x="16" y="41"/>
                  <a:pt x="27" y="41"/>
                </a:cubicBezTo>
                <a:cubicBezTo>
                  <a:pt x="38" y="41"/>
                  <a:pt x="49" y="39"/>
                  <a:pt x="55" y="35"/>
                </a:cubicBezTo>
                <a:close/>
                <a:moveTo>
                  <a:pt x="55" y="49"/>
                </a:moveTo>
                <a:cubicBezTo>
                  <a:pt x="55" y="55"/>
                  <a:pt x="55" y="55"/>
                  <a:pt x="55" y="55"/>
                </a:cubicBezTo>
                <a:cubicBezTo>
                  <a:pt x="55" y="60"/>
                  <a:pt x="42" y="64"/>
                  <a:pt x="27" y="64"/>
                </a:cubicBezTo>
                <a:cubicBezTo>
                  <a:pt x="12" y="64"/>
                  <a:pt x="0" y="60"/>
                  <a:pt x="0" y="55"/>
                </a:cubicBezTo>
                <a:cubicBezTo>
                  <a:pt x="0" y="49"/>
                  <a:pt x="0" y="49"/>
                  <a:pt x="0" y="49"/>
                </a:cubicBezTo>
                <a:cubicBezTo>
                  <a:pt x="6" y="53"/>
                  <a:pt x="16" y="55"/>
                  <a:pt x="27" y="55"/>
                </a:cubicBezTo>
                <a:cubicBezTo>
                  <a:pt x="38" y="55"/>
                  <a:pt x="49" y="53"/>
                  <a:pt x="55" y="49"/>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Tree>
    <p:extLst>
      <p:ext uri="{BB962C8B-B14F-4D97-AF65-F5344CB8AC3E}">
        <p14:creationId xmlns:p14="http://schemas.microsoft.com/office/powerpoint/2010/main" val="41909158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Header - I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101"/>
          <p:cNvSpPr>
            <a:spLocks noEditPoints="1"/>
          </p:cNvSpPr>
          <p:nvPr userDrawn="1"/>
        </p:nvSpPr>
        <p:spPr bwMode="auto">
          <a:xfrm>
            <a:off x="5339411" y="1667934"/>
            <a:ext cx="1513180" cy="1002709"/>
          </a:xfrm>
          <a:custGeom>
            <a:avLst/>
            <a:gdLst/>
            <a:ahLst/>
            <a:cxnLst>
              <a:cxn ang="0">
                <a:pos x="77" y="43"/>
              </a:cxn>
              <a:cxn ang="0">
                <a:pos x="77" y="47"/>
              </a:cxn>
              <a:cxn ang="0">
                <a:pos x="70" y="51"/>
              </a:cxn>
              <a:cxn ang="0">
                <a:pos x="6" y="51"/>
              </a:cxn>
              <a:cxn ang="0">
                <a:pos x="0" y="47"/>
              </a:cxn>
              <a:cxn ang="0">
                <a:pos x="0" y="43"/>
              </a:cxn>
              <a:cxn ang="0">
                <a:pos x="6" y="43"/>
              </a:cxn>
              <a:cxn ang="0">
                <a:pos x="70" y="43"/>
              </a:cxn>
              <a:cxn ang="0">
                <a:pos x="77" y="43"/>
              </a:cxn>
              <a:cxn ang="0">
                <a:pos x="10" y="34"/>
              </a:cxn>
              <a:cxn ang="0">
                <a:pos x="10" y="6"/>
              </a:cxn>
              <a:cxn ang="0">
                <a:pos x="16" y="0"/>
              </a:cxn>
              <a:cxn ang="0">
                <a:pos x="60" y="0"/>
              </a:cxn>
              <a:cxn ang="0">
                <a:pos x="67" y="6"/>
              </a:cxn>
              <a:cxn ang="0">
                <a:pos x="67" y="34"/>
              </a:cxn>
              <a:cxn ang="0">
                <a:pos x="60" y="41"/>
              </a:cxn>
              <a:cxn ang="0">
                <a:pos x="16" y="41"/>
              </a:cxn>
              <a:cxn ang="0">
                <a:pos x="10" y="34"/>
              </a:cxn>
              <a:cxn ang="0">
                <a:pos x="15" y="34"/>
              </a:cxn>
              <a:cxn ang="0">
                <a:pos x="16" y="36"/>
              </a:cxn>
              <a:cxn ang="0">
                <a:pos x="60" y="36"/>
              </a:cxn>
              <a:cxn ang="0">
                <a:pos x="61" y="34"/>
              </a:cxn>
              <a:cxn ang="0">
                <a:pos x="61" y="6"/>
              </a:cxn>
              <a:cxn ang="0">
                <a:pos x="60" y="5"/>
              </a:cxn>
              <a:cxn ang="0">
                <a:pos x="16" y="5"/>
              </a:cxn>
              <a:cxn ang="0">
                <a:pos x="15" y="6"/>
              </a:cxn>
              <a:cxn ang="0">
                <a:pos x="15" y="34"/>
              </a:cxn>
              <a:cxn ang="0">
                <a:pos x="42" y="47"/>
              </a:cxn>
              <a:cxn ang="0">
                <a:pos x="42" y="46"/>
              </a:cxn>
              <a:cxn ang="0">
                <a:pos x="35" y="46"/>
              </a:cxn>
              <a:cxn ang="0">
                <a:pos x="34" y="47"/>
              </a:cxn>
              <a:cxn ang="0">
                <a:pos x="35" y="47"/>
              </a:cxn>
              <a:cxn ang="0">
                <a:pos x="42" y="47"/>
              </a:cxn>
              <a:cxn ang="0">
                <a:pos x="42" y="47"/>
              </a:cxn>
            </a:cxnLst>
            <a:rect l="0" t="0" r="r" b="b"/>
            <a:pathLst>
              <a:path w="77" h="51">
                <a:moveTo>
                  <a:pt x="77" y="43"/>
                </a:moveTo>
                <a:cubicBezTo>
                  <a:pt x="77" y="47"/>
                  <a:pt x="77" y="47"/>
                  <a:pt x="77" y="47"/>
                </a:cubicBezTo>
                <a:cubicBezTo>
                  <a:pt x="77" y="49"/>
                  <a:pt x="74" y="51"/>
                  <a:pt x="70" y="51"/>
                </a:cubicBezTo>
                <a:cubicBezTo>
                  <a:pt x="6" y="51"/>
                  <a:pt x="6" y="51"/>
                  <a:pt x="6" y="51"/>
                </a:cubicBezTo>
                <a:cubicBezTo>
                  <a:pt x="3" y="51"/>
                  <a:pt x="0" y="49"/>
                  <a:pt x="0" y="47"/>
                </a:cubicBezTo>
                <a:cubicBezTo>
                  <a:pt x="0" y="43"/>
                  <a:pt x="0" y="43"/>
                  <a:pt x="0" y="43"/>
                </a:cubicBezTo>
                <a:cubicBezTo>
                  <a:pt x="6" y="43"/>
                  <a:pt x="6" y="43"/>
                  <a:pt x="6" y="43"/>
                </a:cubicBezTo>
                <a:cubicBezTo>
                  <a:pt x="70" y="43"/>
                  <a:pt x="70" y="43"/>
                  <a:pt x="70" y="43"/>
                </a:cubicBezTo>
                <a:lnTo>
                  <a:pt x="77" y="43"/>
                </a:lnTo>
                <a:close/>
                <a:moveTo>
                  <a:pt x="10" y="34"/>
                </a:moveTo>
                <a:cubicBezTo>
                  <a:pt x="10" y="6"/>
                  <a:pt x="10" y="6"/>
                  <a:pt x="10" y="6"/>
                </a:cubicBezTo>
                <a:cubicBezTo>
                  <a:pt x="10" y="2"/>
                  <a:pt x="13" y="0"/>
                  <a:pt x="16" y="0"/>
                </a:cubicBezTo>
                <a:cubicBezTo>
                  <a:pt x="60" y="0"/>
                  <a:pt x="60" y="0"/>
                  <a:pt x="60" y="0"/>
                </a:cubicBezTo>
                <a:cubicBezTo>
                  <a:pt x="64" y="0"/>
                  <a:pt x="67" y="2"/>
                  <a:pt x="67" y="6"/>
                </a:cubicBezTo>
                <a:cubicBezTo>
                  <a:pt x="67" y="34"/>
                  <a:pt x="67" y="34"/>
                  <a:pt x="67" y="34"/>
                </a:cubicBezTo>
                <a:cubicBezTo>
                  <a:pt x="67" y="38"/>
                  <a:pt x="64" y="41"/>
                  <a:pt x="60" y="41"/>
                </a:cubicBezTo>
                <a:cubicBezTo>
                  <a:pt x="16" y="41"/>
                  <a:pt x="16" y="41"/>
                  <a:pt x="16" y="41"/>
                </a:cubicBezTo>
                <a:cubicBezTo>
                  <a:pt x="13" y="41"/>
                  <a:pt x="10" y="38"/>
                  <a:pt x="10" y="34"/>
                </a:cubicBezTo>
                <a:close/>
                <a:moveTo>
                  <a:pt x="15" y="34"/>
                </a:moveTo>
                <a:cubicBezTo>
                  <a:pt x="15" y="35"/>
                  <a:pt x="16" y="36"/>
                  <a:pt x="16" y="36"/>
                </a:cubicBezTo>
                <a:cubicBezTo>
                  <a:pt x="60" y="36"/>
                  <a:pt x="60" y="36"/>
                  <a:pt x="60" y="36"/>
                </a:cubicBezTo>
                <a:cubicBezTo>
                  <a:pt x="61" y="36"/>
                  <a:pt x="61" y="35"/>
                  <a:pt x="61" y="34"/>
                </a:cubicBezTo>
                <a:cubicBezTo>
                  <a:pt x="61" y="6"/>
                  <a:pt x="61" y="6"/>
                  <a:pt x="61" y="6"/>
                </a:cubicBezTo>
                <a:cubicBezTo>
                  <a:pt x="61" y="5"/>
                  <a:pt x="61" y="5"/>
                  <a:pt x="60" y="5"/>
                </a:cubicBezTo>
                <a:cubicBezTo>
                  <a:pt x="16" y="5"/>
                  <a:pt x="16" y="5"/>
                  <a:pt x="16" y="5"/>
                </a:cubicBezTo>
                <a:cubicBezTo>
                  <a:pt x="16" y="5"/>
                  <a:pt x="15" y="5"/>
                  <a:pt x="15" y="6"/>
                </a:cubicBezTo>
                <a:lnTo>
                  <a:pt x="15" y="34"/>
                </a:lnTo>
                <a:close/>
                <a:moveTo>
                  <a:pt x="42" y="47"/>
                </a:moveTo>
                <a:cubicBezTo>
                  <a:pt x="42" y="46"/>
                  <a:pt x="42" y="46"/>
                  <a:pt x="42" y="46"/>
                </a:cubicBezTo>
                <a:cubicBezTo>
                  <a:pt x="35" y="46"/>
                  <a:pt x="35" y="46"/>
                  <a:pt x="35" y="46"/>
                </a:cubicBezTo>
                <a:cubicBezTo>
                  <a:pt x="35" y="46"/>
                  <a:pt x="34" y="46"/>
                  <a:pt x="34" y="47"/>
                </a:cubicBezTo>
                <a:cubicBezTo>
                  <a:pt x="34" y="47"/>
                  <a:pt x="35" y="47"/>
                  <a:pt x="35" y="47"/>
                </a:cubicBezTo>
                <a:cubicBezTo>
                  <a:pt x="42" y="47"/>
                  <a:pt x="42" y="47"/>
                  <a:pt x="42" y="47"/>
                </a:cubicBezTo>
                <a:cubicBezTo>
                  <a:pt x="42" y="47"/>
                  <a:pt x="42" y="47"/>
                  <a:pt x="42" y="47"/>
                </a:cubicBez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682214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Header - Data">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5" name="Freeform 7"/>
          <p:cNvSpPr>
            <a:spLocks noEditPoints="1"/>
          </p:cNvSpPr>
          <p:nvPr userDrawn="1"/>
        </p:nvSpPr>
        <p:spPr bwMode="auto">
          <a:xfrm rot="16200000">
            <a:off x="5457169" y="1600199"/>
            <a:ext cx="1277665" cy="992716"/>
          </a:xfrm>
          <a:custGeom>
            <a:avLst/>
            <a:gdLst/>
            <a:ahLst/>
            <a:cxnLst>
              <a:cxn ang="0">
                <a:pos x="45" y="7"/>
              </a:cxn>
              <a:cxn ang="0">
                <a:pos x="43" y="9"/>
              </a:cxn>
              <a:cxn ang="0">
                <a:pos x="2" y="9"/>
              </a:cxn>
              <a:cxn ang="0">
                <a:pos x="0" y="7"/>
              </a:cxn>
              <a:cxn ang="0">
                <a:pos x="0" y="2"/>
              </a:cxn>
              <a:cxn ang="0">
                <a:pos x="2" y="0"/>
              </a:cxn>
              <a:cxn ang="0">
                <a:pos x="43" y="0"/>
              </a:cxn>
              <a:cxn ang="0">
                <a:pos x="45" y="2"/>
              </a:cxn>
              <a:cxn ang="0">
                <a:pos x="45" y="7"/>
              </a:cxn>
              <a:cxn ang="0">
                <a:pos x="59" y="20"/>
              </a:cxn>
              <a:cxn ang="0">
                <a:pos x="57" y="23"/>
              </a:cxn>
              <a:cxn ang="0">
                <a:pos x="2" y="23"/>
              </a:cxn>
              <a:cxn ang="0">
                <a:pos x="0" y="20"/>
              </a:cxn>
              <a:cxn ang="0">
                <a:pos x="0" y="16"/>
              </a:cxn>
              <a:cxn ang="0">
                <a:pos x="2" y="13"/>
              </a:cxn>
              <a:cxn ang="0">
                <a:pos x="57" y="13"/>
              </a:cxn>
              <a:cxn ang="0">
                <a:pos x="59" y="16"/>
              </a:cxn>
              <a:cxn ang="0">
                <a:pos x="59" y="20"/>
              </a:cxn>
              <a:cxn ang="0">
                <a:pos x="50" y="34"/>
              </a:cxn>
              <a:cxn ang="0">
                <a:pos x="48" y="36"/>
              </a:cxn>
              <a:cxn ang="0">
                <a:pos x="2" y="36"/>
              </a:cxn>
              <a:cxn ang="0">
                <a:pos x="0" y="34"/>
              </a:cxn>
              <a:cxn ang="0">
                <a:pos x="0" y="29"/>
              </a:cxn>
              <a:cxn ang="0">
                <a:pos x="2" y="27"/>
              </a:cxn>
              <a:cxn ang="0">
                <a:pos x="48" y="27"/>
              </a:cxn>
              <a:cxn ang="0">
                <a:pos x="50" y="29"/>
              </a:cxn>
              <a:cxn ang="0">
                <a:pos x="50" y="34"/>
              </a:cxn>
              <a:cxn ang="0">
                <a:pos x="64" y="48"/>
              </a:cxn>
              <a:cxn ang="0">
                <a:pos x="61" y="50"/>
              </a:cxn>
              <a:cxn ang="0">
                <a:pos x="2" y="50"/>
              </a:cxn>
              <a:cxn ang="0">
                <a:pos x="0" y="48"/>
              </a:cxn>
              <a:cxn ang="0">
                <a:pos x="0" y="43"/>
              </a:cxn>
              <a:cxn ang="0">
                <a:pos x="2" y="41"/>
              </a:cxn>
              <a:cxn ang="0">
                <a:pos x="61" y="41"/>
              </a:cxn>
              <a:cxn ang="0">
                <a:pos x="64" y="43"/>
              </a:cxn>
              <a:cxn ang="0">
                <a:pos x="64" y="48"/>
              </a:cxn>
            </a:cxnLst>
            <a:rect l="0" t="0" r="r" b="b"/>
            <a:pathLst>
              <a:path w="64" h="50">
                <a:moveTo>
                  <a:pt x="45" y="7"/>
                </a:moveTo>
                <a:cubicBezTo>
                  <a:pt x="45" y="8"/>
                  <a:pt x="44" y="9"/>
                  <a:pt x="43" y="9"/>
                </a:cubicBezTo>
                <a:cubicBezTo>
                  <a:pt x="2" y="9"/>
                  <a:pt x="2" y="9"/>
                  <a:pt x="2" y="9"/>
                </a:cubicBezTo>
                <a:cubicBezTo>
                  <a:pt x="1" y="9"/>
                  <a:pt x="0" y="8"/>
                  <a:pt x="0" y="7"/>
                </a:cubicBezTo>
                <a:cubicBezTo>
                  <a:pt x="0" y="2"/>
                  <a:pt x="0" y="2"/>
                  <a:pt x="0" y="2"/>
                </a:cubicBezTo>
                <a:cubicBezTo>
                  <a:pt x="0" y="1"/>
                  <a:pt x="1" y="0"/>
                  <a:pt x="2" y="0"/>
                </a:cubicBezTo>
                <a:cubicBezTo>
                  <a:pt x="43" y="0"/>
                  <a:pt x="43" y="0"/>
                  <a:pt x="43" y="0"/>
                </a:cubicBezTo>
                <a:cubicBezTo>
                  <a:pt x="44" y="0"/>
                  <a:pt x="45" y="1"/>
                  <a:pt x="45" y="2"/>
                </a:cubicBezTo>
                <a:lnTo>
                  <a:pt x="45" y="7"/>
                </a:lnTo>
                <a:close/>
                <a:moveTo>
                  <a:pt x="59" y="20"/>
                </a:moveTo>
                <a:cubicBezTo>
                  <a:pt x="59" y="22"/>
                  <a:pt x="58" y="23"/>
                  <a:pt x="57" y="23"/>
                </a:cubicBezTo>
                <a:cubicBezTo>
                  <a:pt x="2" y="23"/>
                  <a:pt x="2" y="23"/>
                  <a:pt x="2" y="23"/>
                </a:cubicBezTo>
                <a:cubicBezTo>
                  <a:pt x="1" y="23"/>
                  <a:pt x="0" y="22"/>
                  <a:pt x="0" y="20"/>
                </a:cubicBezTo>
                <a:cubicBezTo>
                  <a:pt x="0" y="16"/>
                  <a:pt x="0" y="16"/>
                  <a:pt x="0" y="16"/>
                </a:cubicBezTo>
                <a:cubicBezTo>
                  <a:pt x="0" y="14"/>
                  <a:pt x="1" y="13"/>
                  <a:pt x="2" y="13"/>
                </a:cubicBezTo>
                <a:cubicBezTo>
                  <a:pt x="57" y="13"/>
                  <a:pt x="57" y="13"/>
                  <a:pt x="57" y="13"/>
                </a:cubicBezTo>
                <a:cubicBezTo>
                  <a:pt x="58" y="13"/>
                  <a:pt x="59" y="14"/>
                  <a:pt x="59" y="16"/>
                </a:cubicBezTo>
                <a:lnTo>
                  <a:pt x="59" y="20"/>
                </a:lnTo>
                <a:close/>
                <a:moveTo>
                  <a:pt x="50" y="34"/>
                </a:moveTo>
                <a:cubicBezTo>
                  <a:pt x="50" y="35"/>
                  <a:pt x="49" y="36"/>
                  <a:pt x="48" y="36"/>
                </a:cubicBezTo>
                <a:cubicBezTo>
                  <a:pt x="2" y="36"/>
                  <a:pt x="2" y="36"/>
                  <a:pt x="2" y="36"/>
                </a:cubicBezTo>
                <a:cubicBezTo>
                  <a:pt x="1" y="36"/>
                  <a:pt x="0" y="35"/>
                  <a:pt x="0" y="34"/>
                </a:cubicBezTo>
                <a:cubicBezTo>
                  <a:pt x="0" y="29"/>
                  <a:pt x="0" y="29"/>
                  <a:pt x="0" y="29"/>
                </a:cubicBezTo>
                <a:cubicBezTo>
                  <a:pt x="0" y="28"/>
                  <a:pt x="1" y="27"/>
                  <a:pt x="2" y="27"/>
                </a:cubicBezTo>
                <a:cubicBezTo>
                  <a:pt x="48" y="27"/>
                  <a:pt x="48" y="27"/>
                  <a:pt x="48" y="27"/>
                </a:cubicBezTo>
                <a:cubicBezTo>
                  <a:pt x="49" y="27"/>
                  <a:pt x="50" y="28"/>
                  <a:pt x="50" y="29"/>
                </a:cubicBezTo>
                <a:lnTo>
                  <a:pt x="50" y="34"/>
                </a:lnTo>
                <a:close/>
                <a:moveTo>
                  <a:pt x="64" y="48"/>
                </a:moveTo>
                <a:cubicBezTo>
                  <a:pt x="64" y="49"/>
                  <a:pt x="63" y="50"/>
                  <a:pt x="61" y="50"/>
                </a:cubicBezTo>
                <a:cubicBezTo>
                  <a:pt x="2" y="50"/>
                  <a:pt x="2" y="50"/>
                  <a:pt x="2" y="50"/>
                </a:cubicBezTo>
                <a:cubicBezTo>
                  <a:pt x="1" y="50"/>
                  <a:pt x="0" y="49"/>
                  <a:pt x="0" y="48"/>
                </a:cubicBezTo>
                <a:cubicBezTo>
                  <a:pt x="0" y="43"/>
                  <a:pt x="0" y="43"/>
                  <a:pt x="0" y="43"/>
                </a:cubicBezTo>
                <a:cubicBezTo>
                  <a:pt x="0" y="42"/>
                  <a:pt x="1" y="41"/>
                  <a:pt x="2" y="41"/>
                </a:cubicBezTo>
                <a:cubicBezTo>
                  <a:pt x="61" y="41"/>
                  <a:pt x="61" y="41"/>
                  <a:pt x="61" y="41"/>
                </a:cubicBezTo>
                <a:cubicBezTo>
                  <a:pt x="63" y="41"/>
                  <a:pt x="64" y="42"/>
                  <a:pt x="64" y="43"/>
                </a:cubicBezTo>
                <a:lnTo>
                  <a:pt x="64" y="48"/>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4" name="Group 13"/>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3900621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5"/>
                                        </p:tgtEl>
                                        <p:attrNameLst>
                                          <p:attrName>style.visibility</p:attrName>
                                        </p:attrNameLst>
                                      </p:cBhvr>
                                      <p:to>
                                        <p:strVal val="visible"/>
                                      </p:to>
                                    </p:set>
                                    <p:anim calcmode="lin" valueType="num">
                                      <p:cBhvr>
                                        <p:cTn id="7" dur="500" fill="hold"/>
                                        <p:tgtEl>
                                          <p:spTgt spid="15"/>
                                        </p:tgtEl>
                                        <p:attrNameLst>
                                          <p:attrName>ppt_w</p:attrName>
                                        </p:attrNameLst>
                                      </p:cBhvr>
                                      <p:tavLst>
                                        <p:tav tm="0">
                                          <p:val>
                                            <p:fltVal val="0"/>
                                          </p:val>
                                        </p:tav>
                                        <p:tav tm="100000">
                                          <p:val>
                                            <p:strVal val="#ppt_w"/>
                                          </p:val>
                                        </p:tav>
                                      </p:tavLst>
                                    </p:anim>
                                    <p:anim calcmode="lin" valueType="num">
                                      <p:cBhvr>
                                        <p:cTn id="8" dur="500" fill="hold"/>
                                        <p:tgtEl>
                                          <p:spTgt spid="15"/>
                                        </p:tgtEl>
                                        <p:attrNameLst>
                                          <p:attrName>ppt_h</p:attrName>
                                        </p:attrNameLst>
                                      </p:cBhvr>
                                      <p:tavLst>
                                        <p:tav tm="0">
                                          <p:val>
                                            <p:fltVal val="0"/>
                                          </p:val>
                                        </p:tav>
                                        <p:tav tm="100000">
                                          <p:val>
                                            <p:strVal val="#ppt_h"/>
                                          </p:val>
                                        </p:tav>
                                      </p:tavLst>
                                    </p:anim>
                                    <p:animEffect transition="in" filter="fade">
                                      <p:cBhvr>
                                        <p:cTn id="9"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Section Header - Map">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3"/>
          <p:cNvSpPr>
            <a:spLocks noEditPoints="1"/>
          </p:cNvSpPr>
          <p:nvPr userDrawn="1"/>
        </p:nvSpPr>
        <p:spPr bwMode="auto">
          <a:xfrm>
            <a:off x="5569331" y="1498600"/>
            <a:ext cx="1053339" cy="1580008"/>
          </a:xfrm>
          <a:custGeom>
            <a:avLst/>
            <a:gdLst/>
            <a:ahLst/>
            <a:cxnLst>
              <a:cxn ang="0">
                <a:pos x="38" y="26"/>
              </a:cxn>
              <a:cxn ang="0">
                <a:pos x="24" y="55"/>
              </a:cxn>
              <a:cxn ang="0">
                <a:pos x="20" y="58"/>
              </a:cxn>
              <a:cxn ang="0">
                <a:pos x="16" y="55"/>
              </a:cxn>
              <a:cxn ang="0">
                <a:pos x="2" y="26"/>
              </a:cxn>
              <a:cxn ang="0">
                <a:pos x="0" y="19"/>
              </a:cxn>
              <a:cxn ang="0">
                <a:pos x="20" y="0"/>
              </a:cxn>
              <a:cxn ang="0">
                <a:pos x="39" y="19"/>
              </a:cxn>
              <a:cxn ang="0">
                <a:pos x="38" y="26"/>
              </a:cxn>
              <a:cxn ang="0">
                <a:pos x="20" y="9"/>
              </a:cxn>
              <a:cxn ang="0">
                <a:pos x="10" y="19"/>
              </a:cxn>
              <a:cxn ang="0">
                <a:pos x="20" y="29"/>
              </a:cxn>
              <a:cxn ang="0">
                <a:pos x="30" y="19"/>
              </a:cxn>
              <a:cxn ang="0">
                <a:pos x="20" y="9"/>
              </a:cxn>
            </a:cxnLst>
            <a:rect l="0" t="0" r="r" b="b"/>
            <a:pathLst>
              <a:path w="39" h="58">
                <a:moveTo>
                  <a:pt x="38" y="26"/>
                </a:moveTo>
                <a:cubicBezTo>
                  <a:pt x="24" y="55"/>
                  <a:pt x="24" y="55"/>
                  <a:pt x="24" y="55"/>
                </a:cubicBezTo>
                <a:cubicBezTo>
                  <a:pt x="23" y="57"/>
                  <a:pt x="22" y="58"/>
                  <a:pt x="20" y="58"/>
                </a:cubicBezTo>
                <a:cubicBezTo>
                  <a:pt x="18" y="58"/>
                  <a:pt x="16" y="57"/>
                  <a:pt x="16" y="55"/>
                </a:cubicBezTo>
                <a:cubicBezTo>
                  <a:pt x="2" y="26"/>
                  <a:pt x="2" y="26"/>
                  <a:pt x="2" y="26"/>
                </a:cubicBezTo>
                <a:cubicBezTo>
                  <a:pt x="1" y="24"/>
                  <a:pt x="0" y="21"/>
                  <a:pt x="0" y="19"/>
                </a:cubicBezTo>
                <a:cubicBezTo>
                  <a:pt x="0" y="8"/>
                  <a:pt x="9" y="0"/>
                  <a:pt x="20" y="0"/>
                </a:cubicBezTo>
                <a:cubicBezTo>
                  <a:pt x="31" y="0"/>
                  <a:pt x="39" y="8"/>
                  <a:pt x="39" y="19"/>
                </a:cubicBezTo>
                <a:cubicBezTo>
                  <a:pt x="39" y="21"/>
                  <a:pt x="39" y="24"/>
                  <a:pt x="38" y="26"/>
                </a:cubicBezTo>
                <a:close/>
                <a:moveTo>
                  <a:pt x="20" y="9"/>
                </a:moveTo>
                <a:cubicBezTo>
                  <a:pt x="15" y="9"/>
                  <a:pt x="10" y="14"/>
                  <a:pt x="10" y="19"/>
                </a:cubicBezTo>
                <a:cubicBezTo>
                  <a:pt x="10" y="24"/>
                  <a:pt x="15" y="29"/>
                  <a:pt x="20" y="29"/>
                </a:cubicBezTo>
                <a:cubicBezTo>
                  <a:pt x="25" y="29"/>
                  <a:pt x="30" y="24"/>
                  <a:pt x="30" y="19"/>
                </a:cubicBezTo>
                <a:cubicBezTo>
                  <a:pt x="30" y="14"/>
                  <a:pt x="25" y="9"/>
                  <a:pt x="20" y="9"/>
                </a:cubicBezTo>
                <a:close/>
              </a:path>
            </a:pathLst>
          </a:custGeom>
          <a:solidFill>
            <a:schemeClr val="bg1"/>
          </a:solidFill>
          <a:ln w="12700">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143096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0" fill="hold" grpId="0" nodeType="afterEffect">
                                  <p:stCondLst>
                                    <p:cond delay="0"/>
                                  </p:stCondLst>
                                  <p:childTnLst>
                                    <p:set>
                                      <p:cBhvr>
                                        <p:cTn id="6" dur="1" fill="hold">
                                          <p:stCondLst>
                                            <p:cond delay="0"/>
                                          </p:stCondLst>
                                        </p:cTn>
                                        <p:tgtEl>
                                          <p:spTgt spid="14"/>
                                        </p:tgtEl>
                                        <p:attrNameLst>
                                          <p:attrName>style.visibility</p:attrName>
                                        </p:attrNameLst>
                                      </p:cBhvr>
                                      <p:to>
                                        <p:strVal val="visible"/>
                                      </p:to>
                                    </p:set>
                                    <p:anim calcmode="lin" valueType="num">
                                      <p:cBhvr>
                                        <p:cTn id="7" dur="500" fill="hold"/>
                                        <p:tgtEl>
                                          <p:spTgt spid="14"/>
                                        </p:tgtEl>
                                        <p:attrNameLst>
                                          <p:attrName>ppt_w</p:attrName>
                                        </p:attrNameLst>
                                      </p:cBhvr>
                                      <p:tavLst>
                                        <p:tav tm="0">
                                          <p:val>
                                            <p:fltVal val="0"/>
                                          </p:val>
                                        </p:tav>
                                        <p:tav tm="100000">
                                          <p:val>
                                            <p:strVal val="#ppt_w"/>
                                          </p:val>
                                        </p:tav>
                                      </p:tavLst>
                                    </p:anim>
                                    <p:anim calcmode="lin" valueType="num">
                                      <p:cBhvr>
                                        <p:cTn id="8" dur="500" fill="hold"/>
                                        <p:tgtEl>
                                          <p:spTgt spid="14"/>
                                        </p:tgtEl>
                                        <p:attrNameLst>
                                          <p:attrName>ppt_h</p:attrName>
                                        </p:attrNameLst>
                                      </p:cBhvr>
                                      <p:tavLst>
                                        <p:tav tm="0">
                                          <p:val>
                                            <p:fltVal val="0"/>
                                          </p:val>
                                        </p:tav>
                                        <p:tav tm="100000">
                                          <p:val>
                                            <p:strVal val="#ppt_h"/>
                                          </p:val>
                                        </p:tav>
                                      </p:tavLst>
                                    </p:anim>
                                    <p:animEffect transition="in" filter="fade">
                                      <p:cBhvr>
                                        <p:cTn id="9"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animBg="1"/>
    </p:bld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Section Header - Contact">
    <p:bg>
      <p:bgPr>
        <a:solidFill>
          <a:schemeClr val="bg1"/>
        </a:solidFill>
        <a:effectLst/>
      </p:bgPr>
    </p:bg>
    <p:spTree>
      <p:nvGrpSpPr>
        <p:cNvPr id="1" name=""/>
        <p:cNvGrpSpPr/>
        <p:nvPr/>
      </p:nvGrpSpPr>
      <p:grpSpPr>
        <a:xfrm>
          <a:off x="0" y="0"/>
          <a:ext cx="0" cy="0"/>
          <a:chOff x="0" y="0"/>
          <a:chExt cx="0" cy="0"/>
        </a:xfrm>
      </p:grpSpPr>
      <p:sp>
        <p:nvSpPr>
          <p:cNvPr id="12" name="Pentagon 11"/>
          <p:cNvSpPr/>
          <p:nvPr userDrawn="1"/>
        </p:nvSpPr>
        <p:spPr bwMode="auto">
          <a:xfrm rot="5400000">
            <a:off x="4127499" y="444501"/>
            <a:ext cx="3937003" cy="3048000"/>
          </a:xfrm>
          <a:prstGeom prst="homePlate">
            <a:avLst/>
          </a:prstGeom>
          <a:solidFill>
            <a:schemeClr val="accent6"/>
          </a:solidFill>
          <a:ln w="9525">
            <a:noFill/>
            <a:round/>
            <a:headEnd/>
            <a:tailEnd/>
          </a:ln>
        </p:spPr>
        <p:txBody>
          <a:bodyPr vert="horz" wrap="square" lIns="121920" tIns="60960" rIns="121920" bIns="60960" numCol="1" rtlCol="0" anchor="t" anchorCtr="0" compatLnSpc="1">
            <a:prstTxWarp prst="textNoShape">
              <a:avLst/>
            </a:prstTxWarp>
          </a:bodyPr>
          <a:lstStyle/>
          <a:p>
            <a:pPr algn="ctr"/>
            <a:endParaRPr lang="en-US" sz="2400">
              <a:latin typeface="Bogle" charset="0"/>
              <a:ea typeface="Bogle" charset="0"/>
              <a:cs typeface="Bogle" charset="0"/>
            </a:endParaRPr>
          </a:p>
        </p:txBody>
      </p:sp>
      <p:sp>
        <p:nvSpPr>
          <p:cNvPr id="2" name="Title 1"/>
          <p:cNvSpPr>
            <a:spLocks noGrp="1"/>
          </p:cNvSpPr>
          <p:nvPr>
            <p:ph type="title"/>
          </p:nvPr>
        </p:nvSpPr>
        <p:spPr>
          <a:xfrm>
            <a:off x="914400" y="4043834"/>
            <a:ext cx="10363200" cy="502766"/>
          </a:xfrm>
        </p:spPr>
        <p:txBody>
          <a:bodyPr/>
          <a:lstStyle>
            <a:lvl1pPr algn="ctr">
              <a:defRPr sz="2667" b="1" cap="all">
                <a:solidFill>
                  <a:schemeClr val="accent6"/>
                </a:solidFill>
                <a:latin typeface="Bogle" charset="0"/>
                <a:ea typeface="Bogle" charset="0"/>
                <a:cs typeface="Bogle" charset="0"/>
              </a:defRPr>
            </a:lvl1pPr>
          </a:lstStyle>
          <a:p>
            <a:r>
              <a:rPr lang="en-US"/>
              <a:t>Click to edit Master title style</a:t>
            </a:r>
          </a:p>
        </p:txBody>
      </p:sp>
      <p:sp>
        <p:nvSpPr>
          <p:cNvPr id="3" name="Text Placeholder 2"/>
          <p:cNvSpPr>
            <a:spLocks noGrp="1"/>
          </p:cNvSpPr>
          <p:nvPr>
            <p:ph type="body" idx="1"/>
          </p:nvPr>
        </p:nvSpPr>
        <p:spPr>
          <a:xfrm>
            <a:off x="914400" y="4587240"/>
            <a:ext cx="10363200" cy="365760"/>
          </a:xfrm>
        </p:spPr>
        <p:txBody>
          <a:bodyPr anchor="ctr"/>
          <a:lstStyle>
            <a:lvl1pPr marL="0" indent="0" algn="ctr">
              <a:buNone/>
              <a:defRPr sz="1867">
                <a:solidFill>
                  <a:schemeClr val="accent6"/>
                </a:solidFill>
                <a:latin typeface="Bogle" charset="0"/>
                <a:ea typeface="Bogle" charset="0"/>
                <a:cs typeface="Bogle" charset="0"/>
              </a:defRPr>
            </a:lvl1pPr>
            <a:lvl2pPr marL="609585" indent="0">
              <a:buNone/>
              <a:defRPr sz="2400"/>
            </a:lvl2pPr>
            <a:lvl3pPr marL="1219170" indent="0">
              <a:buNone/>
              <a:defRPr sz="2133"/>
            </a:lvl3pPr>
            <a:lvl4pPr marL="1828754" indent="0">
              <a:buNone/>
              <a:defRPr sz="1867"/>
            </a:lvl4pPr>
            <a:lvl5pPr marL="2438339" indent="0">
              <a:buNone/>
              <a:defRPr sz="1867"/>
            </a:lvl5pPr>
            <a:lvl6pPr marL="3047924" indent="0">
              <a:buNone/>
              <a:defRPr sz="1867"/>
            </a:lvl6pPr>
            <a:lvl7pPr marL="3657509" indent="0">
              <a:buNone/>
              <a:defRPr sz="1867"/>
            </a:lvl7pPr>
            <a:lvl8pPr marL="4267093" indent="0">
              <a:buNone/>
              <a:defRPr sz="1867"/>
            </a:lvl8pPr>
            <a:lvl9pPr marL="4876678" indent="0">
              <a:buNone/>
              <a:defRPr sz="1867"/>
            </a:lvl9pPr>
          </a:lstStyle>
          <a:p>
            <a:pPr lvl="0"/>
            <a:r>
              <a:rPr lang="en-US"/>
              <a:t>Click to edit Master text styles</a:t>
            </a:r>
          </a:p>
        </p:txBody>
      </p:sp>
      <p:sp>
        <p:nvSpPr>
          <p:cNvPr id="5" name="Slide Number Placeholder 4"/>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14" name="Freeform 89"/>
          <p:cNvSpPr>
            <a:spLocks noEditPoints="1"/>
          </p:cNvSpPr>
          <p:nvPr userDrawn="1"/>
        </p:nvSpPr>
        <p:spPr bwMode="auto">
          <a:xfrm>
            <a:off x="5360224" y="1246248"/>
            <a:ext cx="1471555" cy="1471552"/>
          </a:xfrm>
          <a:custGeom>
            <a:avLst/>
            <a:gdLst/>
            <a:ahLst/>
            <a:cxnLst>
              <a:cxn ang="0">
                <a:pos x="68" y="3"/>
              </a:cxn>
              <a:cxn ang="0">
                <a:pos x="58" y="61"/>
              </a:cxn>
              <a:cxn ang="0">
                <a:pos x="57" y="63"/>
              </a:cxn>
              <a:cxn ang="0">
                <a:pos x="56" y="63"/>
              </a:cxn>
              <a:cxn ang="0">
                <a:pos x="55" y="63"/>
              </a:cxn>
              <a:cxn ang="0">
                <a:pos x="35" y="55"/>
              </a:cxn>
              <a:cxn ang="0">
                <a:pos x="23" y="67"/>
              </a:cxn>
              <a:cxn ang="0">
                <a:pos x="22" y="68"/>
              </a:cxn>
              <a:cxn ang="0">
                <a:pos x="21" y="68"/>
              </a:cxn>
              <a:cxn ang="0">
                <a:pos x="19" y="65"/>
              </a:cxn>
              <a:cxn ang="0">
                <a:pos x="19" y="48"/>
              </a:cxn>
              <a:cxn ang="0">
                <a:pos x="1" y="41"/>
              </a:cxn>
              <a:cxn ang="0">
                <a:pos x="0" y="39"/>
              </a:cxn>
              <a:cxn ang="0">
                <a:pos x="1" y="36"/>
              </a:cxn>
              <a:cxn ang="0">
                <a:pos x="64" y="0"/>
              </a:cxn>
              <a:cxn ang="0">
                <a:pos x="67" y="0"/>
              </a:cxn>
              <a:cxn ang="0">
                <a:pos x="68" y="3"/>
              </a:cxn>
              <a:cxn ang="0">
                <a:pos x="62" y="7"/>
              </a:cxn>
              <a:cxn ang="0">
                <a:pos x="8" y="38"/>
              </a:cxn>
              <a:cxn ang="0">
                <a:pos x="20" y="43"/>
              </a:cxn>
              <a:cxn ang="0">
                <a:pos x="53" y="19"/>
              </a:cxn>
              <a:cxn ang="0">
                <a:pos x="35" y="49"/>
              </a:cxn>
              <a:cxn ang="0">
                <a:pos x="54" y="57"/>
              </a:cxn>
              <a:cxn ang="0">
                <a:pos x="62" y="7"/>
              </a:cxn>
            </a:cxnLst>
            <a:rect l="0" t="0" r="r" b="b"/>
            <a:pathLst>
              <a:path w="68" h="68">
                <a:moveTo>
                  <a:pt x="68" y="3"/>
                </a:moveTo>
                <a:cubicBezTo>
                  <a:pt x="58" y="61"/>
                  <a:pt x="58" y="61"/>
                  <a:pt x="58" y="61"/>
                </a:cubicBezTo>
                <a:cubicBezTo>
                  <a:pt x="58" y="62"/>
                  <a:pt x="57" y="62"/>
                  <a:pt x="57" y="63"/>
                </a:cubicBezTo>
                <a:cubicBezTo>
                  <a:pt x="56" y="63"/>
                  <a:pt x="56" y="63"/>
                  <a:pt x="56" y="63"/>
                </a:cubicBezTo>
                <a:cubicBezTo>
                  <a:pt x="55" y="63"/>
                  <a:pt x="55" y="63"/>
                  <a:pt x="55" y="63"/>
                </a:cubicBezTo>
                <a:cubicBezTo>
                  <a:pt x="35" y="55"/>
                  <a:pt x="35" y="55"/>
                  <a:pt x="35" y="55"/>
                </a:cubicBezTo>
                <a:cubicBezTo>
                  <a:pt x="23" y="67"/>
                  <a:pt x="23" y="67"/>
                  <a:pt x="23" y="67"/>
                </a:cubicBezTo>
                <a:cubicBezTo>
                  <a:pt x="23" y="67"/>
                  <a:pt x="22" y="68"/>
                  <a:pt x="22" y="68"/>
                </a:cubicBezTo>
                <a:cubicBezTo>
                  <a:pt x="21" y="68"/>
                  <a:pt x="21" y="68"/>
                  <a:pt x="21" y="68"/>
                </a:cubicBezTo>
                <a:cubicBezTo>
                  <a:pt x="20" y="67"/>
                  <a:pt x="19" y="66"/>
                  <a:pt x="19" y="65"/>
                </a:cubicBezTo>
                <a:cubicBezTo>
                  <a:pt x="19" y="48"/>
                  <a:pt x="19" y="48"/>
                  <a:pt x="19" y="48"/>
                </a:cubicBezTo>
                <a:cubicBezTo>
                  <a:pt x="1" y="41"/>
                  <a:pt x="1" y="41"/>
                  <a:pt x="1" y="41"/>
                </a:cubicBezTo>
                <a:cubicBezTo>
                  <a:pt x="0" y="40"/>
                  <a:pt x="0" y="40"/>
                  <a:pt x="0" y="39"/>
                </a:cubicBezTo>
                <a:cubicBezTo>
                  <a:pt x="0" y="38"/>
                  <a:pt x="0" y="37"/>
                  <a:pt x="1" y="36"/>
                </a:cubicBezTo>
                <a:cubicBezTo>
                  <a:pt x="64" y="0"/>
                  <a:pt x="64" y="0"/>
                  <a:pt x="64" y="0"/>
                </a:cubicBezTo>
                <a:cubicBezTo>
                  <a:pt x="65" y="0"/>
                  <a:pt x="66" y="0"/>
                  <a:pt x="67" y="0"/>
                </a:cubicBezTo>
                <a:cubicBezTo>
                  <a:pt x="68" y="1"/>
                  <a:pt x="68" y="2"/>
                  <a:pt x="68" y="3"/>
                </a:cubicBezTo>
                <a:close/>
                <a:moveTo>
                  <a:pt x="62" y="7"/>
                </a:moveTo>
                <a:cubicBezTo>
                  <a:pt x="8" y="38"/>
                  <a:pt x="8" y="38"/>
                  <a:pt x="8" y="38"/>
                </a:cubicBezTo>
                <a:cubicBezTo>
                  <a:pt x="20" y="43"/>
                  <a:pt x="20" y="43"/>
                  <a:pt x="20" y="43"/>
                </a:cubicBezTo>
                <a:cubicBezTo>
                  <a:pt x="53" y="19"/>
                  <a:pt x="53" y="19"/>
                  <a:pt x="53" y="19"/>
                </a:cubicBezTo>
                <a:cubicBezTo>
                  <a:pt x="35" y="49"/>
                  <a:pt x="35" y="49"/>
                  <a:pt x="35" y="49"/>
                </a:cubicBezTo>
                <a:cubicBezTo>
                  <a:pt x="54" y="57"/>
                  <a:pt x="54" y="57"/>
                  <a:pt x="54" y="57"/>
                </a:cubicBezTo>
                <a:lnTo>
                  <a:pt x="62" y="7"/>
                </a:lnTo>
                <a:close/>
              </a:path>
            </a:pathLst>
          </a:custGeom>
          <a:solidFill>
            <a:schemeClr val="bg1"/>
          </a:solidFill>
          <a:ln w="9525">
            <a:noFill/>
            <a:round/>
            <a:headEnd/>
            <a:tailEnd/>
          </a:ln>
        </p:spPr>
        <p:txBody>
          <a:bodyPr vert="horz" wrap="square" lIns="121920" tIns="60960" rIns="121920" bIns="60960" numCol="1" anchor="t" anchorCtr="0" compatLnSpc="1">
            <a:prstTxWarp prst="textNoShape">
              <a:avLst/>
            </a:prstTxWarp>
          </a:bodyPr>
          <a:lstStyle/>
          <a:p>
            <a:endParaRPr lang="en-US" sz="2400">
              <a:latin typeface="Bogle" charset="0"/>
              <a:ea typeface="Bogle" charset="0"/>
              <a:cs typeface="Bogle" charset="0"/>
            </a:endParaRPr>
          </a:p>
        </p:txBody>
      </p:sp>
      <p:grpSp>
        <p:nvGrpSpPr>
          <p:cNvPr id="15" name="Group 14"/>
          <p:cNvGrpSpPr/>
          <p:nvPr userDrawn="1"/>
        </p:nvGrpSpPr>
        <p:grpSpPr>
          <a:xfrm>
            <a:off x="2438400" y="4953000"/>
            <a:ext cx="7315200" cy="1122843"/>
            <a:chOff x="3352800" y="5063780"/>
            <a:chExt cx="5486400" cy="842132"/>
          </a:xfrm>
        </p:grpSpPr>
        <p:grpSp>
          <p:nvGrpSpPr>
            <p:cNvPr id="16" name="Group 15"/>
            <p:cNvGrpSpPr/>
            <p:nvPr userDrawn="1"/>
          </p:nvGrpSpPr>
          <p:grpSpPr>
            <a:xfrm>
              <a:off x="3352800" y="5380710"/>
              <a:ext cx="5486400" cy="208273"/>
              <a:chOff x="3352800" y="5380710"/>
              <a:chExt cx="5486400" cy="208273"/>
            </a:xfrm>
          </p:grpSpPr>
          <p:cxnSp>
            <p:nvCxnSpPr>
              <p:cNvPr id="24" name="Straight Connector 23"/>
              <p:cNvCxnSpPr/>
              <p:nvPr/>
            </p:nvCxnSpPr>
            <p:spPr>
              <a:xfrm>
                <a:off x="3352800" y="5484847"/>
                <a:ext cx="5486400" cy="0"/>
              </a:xfrm>
              <a:prstGeom prst="line">
                <a:avLst/>
              </a:prstGeom>
              <a:ln>
                <a:solidFill>
                  <a:srgbClr val="2F2951"/>
                </a:solidFill>
              </a:ln>
              <a:effectLst/>
            </p:spPr>
            <p:style>
              <a:lnRef idx="2">
                <a:schemeClr val="accent1"/>
              </a:lnRef>
              <a:fillRef idx="0">
                <a:schemeClr val="accent1"/>
              </a:fillRef>
              <a:effectRef idx="1">
                <a:schemeClr val="accent1"/>
              </a:effectRef>
              <a:fontRef idx="minor">
                <a:schemeClr val="tx1"/>
              </a:fontRef>
            </p:style>
          </p:cxnSp>
          <p:sp>
            <p:nvSpPr>
              <p:cNvPr id="25" name="Rectangle 24"/>
              <p:cNvSpPr/>
              <p:nvPr userDrawn="1"/>
            </p:nvSpPr>
            <p:spPr>
              <a:xfrm>
                <a:off x="5962919" y="5380710"/>
                <a:ext cx="261870" cy="20827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solidFill>
                    <a:srgbClr val="2F2951"/>
                  </a:solidFill>
                  <a:latin typeface="Bogle" charset="0"/>
                  <a:ea typeface="Bogle" charset="0"/>
                  <a:cs typeface="Bogle" charset="0"/>
                </a:endParaRPr>
              </a:p>
            </p:txBody>
          </p:sp>
        </p:grpSp>
        <p:pic>
          <p:nvPicPr>
            <p:cNvPr id="23" name="Picture 22"/>
            <p:cNvPicPr>
              <a:picLocks noChangeAspect="1"/>
            </p:cNvPicPr>
            <p:nvPr userDrawn="1"/>
          </p:nvPicPr>
          <p:blipFill>
            <a:blip r:embed="rId2">
              <a:duotone>
                <a:schemeClr val="bg2">
                  <a:shade val="45000"/>
                  <a:satMod val="135000"/>
                </a:schemeClr>
                <a:prstClr val="white"/>
              </a:duotone>
              <a:extLst>
                <a:ext uri="{BEBA8EAE-BF5A-486C-A8C5-ECC9F3942E4B}">
                  <a14:imgProps xmlns:a14="http://schemas.microsoft.com/office/drawing/2010/main">
                    <a14:imgLayer r:embed="rId3">
                      <a14:imgEffect>
                        <a14:sharpenSoften amount="100000"/>
                      </a14:imgEffect>
                    </a14:imgLayer>
                  </a14:imgProps>
                </a:ext>
              </a:extLst>
            </a:blip>
            <a:stretch>
              <a:fillRect/>
            </a:stretch>
          </p:blipFill>
          <p:spPr>
            <a:xfrm>
              <a:off x="5837512" y="5063780"/>
              <a:ext cx="512683" cy="842132"/>
            </a:xfrm>
            <a:prstGeom prst="rect">
              <a:avLst/>
            </a:prstGeom>
            <a:noFill/>
          </p:spPr>
        </p:pic>
      </p:grpSp>
      <p:sp>
        <p:nvSpPr>
          <p:cNvPr id="13"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17148241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sz="half" idx="1"/>
          </p:nvPr>
        </p:nvSpPr>
        <p:spPr>
          <a:xfrm>
            <a:off x="609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97600" y="1618827"/>
            <a:ext cx="5364480" cy="4511040"/>
          </a:xfrm>
        </p:spPr>
        <p:txBody>
          <a:bodyPr/>
          <a:lstStyle>
            <a:lvl1pPr>
              <a:defRPr sz="2400">
                <a:latin typeface="Bogle" charset="0"/>
                <a:ea typeface="Bogle" charset="0"/>
                <a:cs typeface="Bogle" charset="0"/>
              </a:defRPr>
            </a:lvl1pPr>
            <a:lvl2pPr>
              <a:defRPr sz="2400">
                <a:latin typeface="Bogle" charset="0"/>
                <a:ea typeface="Bogle" charset="0"/>
                <a:cs typeface="Bogle" charset="0"/>
              </a:defRPr>
            </a:lvl2pPr>
            <a:lvl3pPr>
              <a:defRPr sz="2133">
                <a:latin typeface="Bogle" charset="0"/>
                <a:ea typeface="Bogle" charset="0"/>
                <a:cs typeface="Bogle" charset="0"/>
              </a:defRPr>
            </a:lvl3pPr>
            <a:lvl4pPr>
              <a:defRPr sz="1867">
                <a:latin typeface="Bogle" charset="0"/>
                <a:ea typeface="Bogle" charset="0"/>
                <a:cs typeface="Bogle" charset="0"/>
              </a:defRPr>
            </a:lvl4pPr>
            <a:lvl5pPr>
              <a:defRPr sz="1867">
                <a:latin typeface="Bogle" charset="0"/>
                <a:ea typeface="Bogle" charset="0"/>
                <a:cs typeface="Bogle" charset="0"/>
              </a:defRPr>
            </a:lvl5pPr>
            <a:lvl6pPr>
              <a:defRPr sz="2400"/>
            </a:lvl6pPr>
            <a:lvl7pPr>
              <a:defRPr sz="2400"/>
            </a:lvl7pPr>
            <a:lvl8pPr>
              <a:defRPr sz="2400"/>
            </a:lvl8pPr>
            <a:lvl9pPr>
              <a:defRPr sz="2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Slide Number Placeholder 6"/>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9" name="Text Placeholder 8"/>
          <p:cNvSpPr>
            <a:spLocks noGrp="1"/>
          </p:cNvSpPr>
          <p:nvPr>
            <p:ph type="body" sz="quarter" idx="12" hasCustomPrompt="1"/>
          </p:nvPr>
        </p:nvSpPr>
        <p:spPr>
          <a:xfrm>
            <a:off x="621453" y="1197864"/>
            <a:ext cx="5364480" cy="402336"/>
          </a:xfrm>
          <a:solidFill>
            <a:schemeClr val="accent1"/>
          </a:solidFill>
        </p:spPr>
        <p:txBody>
          <a:bodyPr anchor="ctr"/>
          <a:lstStyle>
            <a:lvl1pPr marL="0" indent="0" algn="ctr">
              <a:buNone/>
              <a:defRPr baseline="0">
                <a:solidFill>
                  <a:schemeClr val="bg1"/>
                </a:solidFill>
                <a:latin typeface="Bogle" charset="0"/>
                <a:ea typeface="Bogle" charset="0"/>
                <a:cs typeface="Bogle" charset="0"/>
              </a:defRPr>
            </a:lvl1pPr>
          </a:lstStyle>
          <a:p>
            <a:pPr lvl="0"/>
            <a:r>
              <a:rPr lang="en-US"/>
              <a:t>Keyword here</a:t>
            </a:r>
          </a:p>
        </p:txBody>
      </p:sp>
      <p:sp>
        <p:nvSpPr>
          <p:cNvPr id="11" name="Text Placeholder 8"/>
          <p:cNvSpPr>
            <a:spLocks noGrp="1"/>
          </p:cNvSpPr>
          <p:nvPr>
            <p:ph type="body" sz="quarter" idx="13" hasCustomPrompt="1"/>
          </p:nvPr>
        </p:nvSpPr>
        <p:spPr>
          <a:xfrm>
            <a:off x="6209453" y="1197864"/>
            <a:ext cx="5364480" cy="402336"/>
          </a:xfrm>
          <a:solidFill>
            <a:schemeClr val="accent3"/>
          </a:solidFill>
        </p:spPr>
        <p:txBody>
          <a:bodyPr anchor="ctr"/>
          <a:lstStyle>
            <a:lvl1pPr marL="0" indent="0" algn="ctr">
              <a:buNone/>
              <a:defRPr baseline="0">
                <a:solidFill>
                  <a:schemeClr val="tx1">
                    <a:lumMod val="75000"/>
                    <a:lumOff val="25000"/>
                  </a:schemeClr>
                </a:solidFill>
                <a:latin typeface="Bogle" charset="0"/>
                <a:ea typeface="Bogle" charset="0"/>
                <a:cs typeface="Bogle" charset="0"/>
              </a:defRPr>
            </a:lvl1pPr>
          </a:lstStyle>
          <a:p>
            <a:pPr lvl="0"/>
            <a:r>
              <a:rPr lang="en-US"/>
              <a:t>Keyword here</a:t>
            </a:r>
          </a:p>
        </p:txBody>
      </p:sp>
      <p:sp>
        <p:nvSpPr>
          <p:cNvPr id="10"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1519181712"/>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Bogle" charset="0"/>
                <a:ea typeface="Bogle" charset="0"/>
                <a:cs typeface="Bogle" charset="0"/>
              </a:defRPr>
            </a:lvl1pPr>
          </a:lstStyle>
          <a:p>
            <a:r>
              <a:rPr lang="en-US"/>
              <a:t>Click to edit Master title style</a:t>
            </a:r>
          </a:p>
        </p:txBody>
      </p:sp>
      <p:sp>
        <p:nvSpPr>
          <p:cNvPr id="4" name="Slide Number Placeholder 3"/>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5"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59415349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3" name="Slide Number Placeholder 2"/>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4"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2388129877"/>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491252"/>
            <a:ext cx="4011084" cy="943848"/>
          </a:xfrm>
        </p:spPr>
        <p:txBody>
          <a:bodyPr anchor="ctr"/>
          <a:lstStyle>
            <a:lvl1pPr algn="l">
              <a:defRPr sz="2667" b="1">
                <a:latin typeface="Bogle" charset="0"/>
                <a:ea typeface="Bogle" charset="0"/>
                <a:cs typeface="Bogle" charset="0"/>
              </a:defRPr>
            </a:lvl1pPr>
          </a:lstStyle>
          <a:p>
            <a:r>
              <a:rPr lang="en-US"/>
              <a:t>Click to edit Master title style</a:t>
            </a:r>
          </a:p>
        </p:txBody>
      </p:sp>
      <p:sp>
        <p:nvSpPr>
          <p:cNvPr id="3" name="Content Placeholder 2"/>
          <p:cNvSpPr>
            <a:spLocks noGrp="1"/>
          </p:cNvSpPr>
          <p:nvPr>
            <p:ph idx="1"/>
          </p:nvPr>
        </p:nvSpPr>
        <p:spPr>
          <a:xfrm>
            <a:off x="4766733" y="482601"/>
            <a:ext cx="6815667" cy="5643564"/>
          </a:xfrm>
        </p:spPr>
        <p:txBody>
          <a:bodyPr/>
          <a:lstStyle>
            <a:lvl1pPr marL="0" indent="0">
              <a:buNone/>
              <a:defRPr sz="4267">
                <a:latin typeface="Bogle" charset="0"/>
                <a:ea typeface="Bogle" charset="0"/>
                <a:cs typeface="Bogle" charset="0"/>
              </a:defRPr>
            </a:lvl1pPr>
            <a:lvl2pPr>
              <a:defRPr sz="3733"/>
            </a:lvl2pPr>
            <a:lvl3pPr>
              <a:defRPr sz="3200"/>
            </a:lvl3pPr>
            <a:lvl4pPr>
              <a:defRPr sz="2667"/>
            </a:lvl4pPr>
            <a:lvl5pPr>
              <a:defRPr sz="2667"/>
            </a:lvl5pPr>
            <a:lvl6pPr>
              <a:defRPr sz="2667"/>
            </a:lvl6pPr>
            <a:lvl7pPr>
              <a:defRPr sz="2667"/>
            </a:lvl7pPr>
            <a:lvl8pPr>
              <a:defRPr sz="2667"/>
            </a:lvl8pPr>
            <a:lvl9pPr>
              <a:defRPr sz="2667"/>
            </a:lvl9pPr>
          </a:lstStyle>
          <a:p>
            <a:pPr lvl="0"/>
            <a:r>
              <a:rPr lang="en-US"/>
              <a:t>Click to edit Master text styles</a:t>
            </a:r>
          </a:p>
        </p:txBody>
      </p:sp>
      <p:sp>
        <p:nvSpPr>
          <p:cNvPr id="4" name="Text Placeholder 3"/>
          <p:cNvSpPr>
            <a:spLocks noGrp="1"/>
          </p:cNvSpPr>
          <p:nvPr>
            <p:ph type="body" sz="half" idx="2"/>
          </p:nvPr>
        </p:nvSpPr>
        <p:spPr>
          <a:xfrm>
            <a:off x="609602" y="1435102"/>
            <a:ext cx="4011084" cy="46910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307851269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64573"/>
            <a:ext cx="7315200" cy="502766"/>
          </a:xfrm>
        </p:spPr>
        <p:txBody>
          <a:bodyPr anchor="b"/>
          <a:lstStyle>
            <a:lvl1pPr algn="l">
              <a:defRPr sz="2667" b="1">
                <a:latin typeface="Bogle" charset="0"/>
                <a:ea typeface="Bogle" charset="0"/>
                <a:cs typeface="Bogle" charset="0"/>
              </a:defRPr>
            </a:lvl1pPr>
          </a:lstStyle>
          <a:p>
            <a:r>
              <a:rPr lang="en-US"/>
              <a:t>Click to edit Master title style</a:t>
            </a:r>
          </a:p>
        </p:txBody>
      </p:sp>
      <p:sp>
        <p:nvSpPr>
          <p:cNvPr id="3" name="Picture Placeholder 2"/>
          <p:cNvSpPr>
            <a:spLocks noGrp="1"/>
          </p:cNvSpPr>
          <p:nvPr>
            <p:ph type="pic" idx="1"/>
          </p:nvPr>
        </p:nvSpPr>
        <p:spPr>
          <a:xfrm>
            <a:off x="2389717" y="604520"/>
            <a:ext cx="7315200" cy="4145280"/>
          </a:xfrm>
        </p:spPr>
        <p:txBody>
          <a:bodyPr/>
          <a:lstStyle>
            <a:lvl1pPr marL="0" indent="0">
              <a:buNone/>
              <a:defRPr sz="4267">
                <a:latin typeface="Bogle" charset="0"/>
                <a:ea typeface="Bogle" charset="0"/>
                <a:cs typeface="Bogle" charset="0"/>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p>
        </p:txBody>
      </p:sp>
      <p:sp>
        <p:nvSpPr>
          <p:cNvPr id="4" name="Text Placeholder 3"/>
          <p:cNvSpPr>
            <a:spLocks noGrp="1"/>
          </p:cNvSpPr>
          <p:nvPr>
            <p:ph type="body" sz="half" idx="2"/>
          </p:nvPr>
        </p:nvSpPr>
        <p:spPr>
          <a:xfrm>
            <a:off x="2389717" y="5367338"/>
            <a:ext cx="7315200" cy="804863"/>
          </a:xfrm>
        </p:spPr>
        <p:txBody>
          <a:bodyPr/>
          <a:lstStyle>
            <a:lvl1pPr marL="0" indent="0">
              <a:buNone/>
              <a:defRPr sz="1867">
                <a:latin typeface="Bogle" charset="0"/>
                <a:ea typeface="Bogle" charset="0"/>
                <a:cs typeface="Bogle" charset="0"/>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Click to edit Master text styles</a:t>
            </a:r>
          </a:p>
        </p:txBody>
      </p:sp>
      <p:sp>
        <p:nvSpPr>
          <p:cNvPr id="6" name="Slide Number Placeholder 5"/>
          <p:cNvSpPr>
            <a:spLocks noGrp="1"/>
          </p:cNvSpPr>
          <p:nvPr>
            <p:ph type="sldNum" sz="quarter" idx="11"/>
          </p:nvPr>
        </p:nvSpPr>
        <p:spPr/>
        <p:txBody>
          <a:bodyPr/>
          <a:lstStyle>
            <a:lvl1pPr>
              <a:defRPr>
                <a:latin typeface="Bogle" charset="0"/>
                <a:ea typeface="Bogle" charset="0"/>
                <a:cs typeface="Bogle" charset="0"/>
              </a:defRPr>
            </a:lvl1pPr>
          </a:lstStyle>
          <a:p>
            <a:fld id="{65B3A5B5-D464-4D94-A6FF-B439700E06BB}" type="slidenum">
              <a:rPr lang="en-US" smtClean="0"/>
              <a:pPr/>
              <a:t>‹#›</a:t>
            </a:fld>
            <a:endParaRPr lang="en-US"/>
          </a:p>
        </p:txBody>
      </p:sp>
      <p:sp>
        <p:nvSpPr>
          <p:cNvPr id="7"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Tree>
    <p:extLst>
      <p:ext uri="{BB962C8B-B14F-4D97-AF65-F5344CB8AC3E}">
        <p14:creationId xmlns:p14="http://schemas.microsoft.com/office/powerpoint/2010/main" val="428896717"/>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171620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image" Target="../media/image1.emf"/><Relationship Id="rId2" Type="http://schemas.openxmlformats.org/officeDocument/2006/relationships/theme" Target="../theme/theme1.xml"/><Relationship Id="rId1" Type="http://schemas.openxmlformats.org/officeDocument/2006/relationships/slideLayout" Target="../slideLayouts/slideLayout1.xml"/><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9.xml"/><Relationship Id="rId3" Type="http://schemas.openxmlformats.org/officeDocument/2006/relationships/slideLayout" Target="../slideLayouts/slideLayout4.xml"/><Relationship Id="rId7" Type="http://schemas.openxmlformats.org/officeDocument/2006/relationships/slideLayout" Target="../slideLayouts/slideLayout8.xml"/><Relationship Id="rId12" Type="http://schemas.openxmlformats.org/officeDocument/2006/relationships/image" Target="../media/image2.png"/><Relationship Id="rId2" Type="http://schemas.openxmlformats.org/officeDocument/2006/relationships/slideLayout" Target="../slideLayouts/slideLayout3.xml"/><Relationship Id="rId1" Type="http://schemas.openxmlformats.org/officeDocument/2006/relationships/slideLayout" Target="../slideLayouts/slideLayout2.xml"/><Relationship Id="rId6" Type="http://schemas.openxmlformats.org/officeDocument/2006/relationships/slideLayout" Target="../slideLayouts/slideLayout7.xml"/><Relationship Id="rId11" Type="http://schemas.openxmlformats.org/officeDocument/2006/relationships/image" Target="../media/image1.emf"/><Relationship Id="rId5" Type="http://schemas.openxmlformats.org/officeDocument/2006/relationships/slideLayout" Target="../slideLayouts/slideLayout6.xml"/><Relationship Id="rId10" Type="http://schemas.openxmlformats.org/officeDocument/2006/relationships/theme" Target="../theme/theme2.xml"/><Relationship Id="rId4" Type="http://schemas.openxmlformats.org/officeDocument/2006/relationships/slideLayout" Target="../slideLayouts/slideLayout5.xml"/><Relationship Id="rId9" Type="http://schemas.openxmlformats.org/officeDocument/2006/relationships/slideLayout" Target="../slideLayouts/slideLayout10.xml"/></Relationships>
</file>

<file path=ppt/slideMasters/_rels/slideMaster3.xml.rels><?xml version="1.0" encoding="UTF-8" standalone="yes"?>
<Relationships xmlns="http://schemas.openxmlformats.org/package/2006/relationships"><Relationship Id="rId13" Type="http://schemas.openxmlformats.org/officeDocument/2006/relationships/slideLayout" Target="../slideLayouts/slideLayout23.xml"/><Relationship Id="rId18" Type="http://schemas.openxmlformats.org/officeDocument/2006/relationships/slideLayout" Target="../slideLayouts/slideLayout28.xml"/><Relationship Id="rId26" Type="http://schemas.openxmlformats.org/officeDocument/2006/relationships/slideLayout" Target="../slideLayouts/slideLayout36.xml"/><Relationship Id="rId3" Type="http://schemas.openxmlformats.org/officeDocument/2006/relationships/slideLayout" Target="../slideLayouts/slideLayout13.xml"/><Relationship Id="rId21" Type="http://schemas.openxmlformats.org/officeDocument/2006/relationships/slideLayout" Target="../slideLayouts/slideLayout31.xml"/><Relationship Id="rId7" Type="http://schemas.openxmlformats.org/officeDocument/2006/relationships/slideLayout" Target="../slideLayouts/slideLayout17.xml"/><Relationship Id="rId12" Type="http://schemas.openxmlformats.org/officeDocument/2006/relationships/slideLayout" Target="../slideLayouts/slideLayout22.xml"/><Relationship Id="rId17" Type="http://schemas.openxmlformats.org/officeDocument/2006/relationships/slideLayout" Target="../slideLayouts/slideLayout27.xml"/><Relationship Id="rId25" Type="http://schemas.openxmlformats.org/officeDocument/2006/relationships/slideLayout" Target="../slideLayouts/slideLayout35.xml"/><Relationship Id="rId33" Type="http://schemas.openxmlformats.org/officeDocument/2006/relationships/image" Target="../media/image4.png"/><Relationship Id="rId2" Type="http://schemas.openxmlformats.org/officeDocument/2006/relationships/slideLayout" Target="../slideLayouts/slideLayout12.xml"/><Relationship Id="rId16" Type="http://schemas.openxmlformats.org/officeDocument/2006/relationships/slideLayout" Target="../slideLayouts/slideLayout26.xml"/><Relationship Id="rId20" Type="http://schemas.openxmlformats.org/officeDocument/2006/relationships/slideLayout" Target="../slideLayouts/slideLayout30.xml"/><Relationship Id="rId29" Type="http://schemas.openxmlformats.org/officeDocument/2006/relationships/slideLayout" Target="../slideLayouts/slideLayout39.xml"/><Relationship Id="rId1" Type="http://schemas.openxmlformats.org/officeDocument/2006/relationships/slideLayout" Target="../slideLayouts/slideLayout11.xml"/><Relationship Id="rId6" Type="http://schemas.openxmlformats.org/officeDocument/2006/relationships/slideLayout" Target="../slideLayouts/slideLayout16.xml"/><Relationship Id="rId11" Type="http://schemas.openxmlformats.org/officeDocument/2006/relationships/slideLayout" Target="../slideLayouts/slideLayout21.xml"/><Relationship Id="rId24" Type="http://schemas.openxmlformats.org/officeDocument/2006/relationships/slideLayout" Target="../slideLayouts/slideLayout34.xml"/><Relationship Id="rId32" Type="http://schemas.openxmlformats.org/officeDocument/2006/relationships/image" Target="../media/image3.png"/><Relationship Id="rId5" Type="http://schemas.openxmlformats.org/officeDocument/2006/relationships/slideLayout" Target="../slideLayouts/slideLayout15.xml"/><Relationship Id="rId15" Type="http://schemas.openxmlformats.org/officeDocument/2006/relationships/slideLayout" Target="../slideLayouts/slideLayout25.xml"/><Relationship Id="rId23" Type="http://schemas.openxmlformats.org/officeDocument/2006/relationships/slideLayout" Target="../slideLayouts/slideLayout33.xml"/><Relationship Id="rId28" Type="http://schemas.openxmlformats.org/officeDocument/2006/relationships/slideLayout" Target="../slideLayouts/slideLayout38.xml"/><Relationship Id="rId10" Type="http://schemas.openxmlformats.org/officeDocument/2006/relationships/slideLayout" Target="../slideLayouts/slideLayout20.xml"/><Relationship Id="rId19" Type="http://schemas.openxmlformats.org/officeDocument/2006/relationships/slideLayout" Target="../slideLayouts/slideLayout29.xml"/><Relationship Id="rId31" Type="http://schemas.openxmlformats.org/officeDocument/2006/relationships/theme" Target="../theme/theme3.xml"/><Relationship Id="rId4" Type="http://schemas.openxmlformats.org/officeDocument/2006/relationships/slideLayout" Target="../slideLayouts/slideLayout14.xml"/><Relationship Id="rId9" Type="http://schemas.openxmlformats.org/officeDocument/2006/relationships/slideLayout" Target="../slideLayouts/slideLayout19.xml"/><Relationship Id="rId14" Type="http://schemas.openxmlformats.org/officeDocument/2006/relationships/slideLayout" Target="../slideLayouts/slideLayout24.xml"/><Relationship Id="rId22" Type="http://schemas.openxmlformats.org/officeDocument/2006/relationships/slideLayout" Target="../slideLayouts/slideLayout32.xml"/><Relationship Id="rId27" Type="http://schemas.openxmlformats.org/officeDocument/2006/relationships/slideLayout" Target="../slideLayouts/slideLayout37.xml"/><Relationship Id="rId30" Type="http://schemas.openxmlformats.org/officeDocument/2006/relationships/slideLayout" Target="../slideLayouts/slideLayout40.xml"/><Relationship Id="rId8" Type="http://schemas.openxmlformats.org/officeDocument/2006/relationships/slideLayout" Target="../slideLayouts/slideLayout18.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8.xml"/><Relationship Id="rId3" Type="http://schemas.openxmlformats.org/officeDocument/2006/relationships/slideLayout" Target="../slideLayouts/slideLayout43.xml"/><Relationship Id="rId7" Type="http://schemas.openxmlformats.org/officeDocument/2006/relationships/slideLayout" Target="../slideLayouts/slideLayout47.xml"/><Relationship Id="rId2" Type="http://schemas.openxmlformats.org/officeDocument/2006/relationships/slideLayout" Target="../slideLayouts/slideLayout42.xml"/><Relationship Id="rId1" Type="http://schemas.openxmlformats.org/officeDocument/2006/relationships/slideLayout" Target="../slideLayouts/slideLayout41.xml"/><Relationship Id="rId6" Type="http://schemas.openxmlformats.org/officeDocument/2006/relationships/slideLayout" Target="../slideLayouts/slideLayout46.xml"/><Relationship Id="rId11" Type="http://schemas.openxmlformats.org/officeDocument/2006/relationships/image" Target="../media/image2.png"/><Relationship Id="rId5" Type="http://schemas.openxmlformats.org/officeDocument/2006/relationships/slideLayout" Target="../slideLayouts/slideLayout45.xml"/><Relationship Id="rId10" Type="http://schemas.openxmlformats.org/officeDocument/2006/relationships/image" Target="../media/image1.emf"/><Relationship Id="rId4" Type="http://schemas.openxmlformats.org/officeDocument/2006/relationships/slideLayout" Target="../slideLayouts/slideLayout44.xml"/><Relationship Id="rId9"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3" Type="http://schemas.openxmlformats.org/officeDocument/2006/relationships/slideLayout" Target="../slideLayouts/slideLayout61.xml"/><Relationship Id="rId18" Type="http://schemas.openxmlformats.org/officeDocument/2006/relationships/slideLayout" Target="../slideLayouts/slideLayout66.xml"/><Relationship Id="rId26" Type="http://schemas.openxmlformats.org/officeDocument/2006/relationships/slideLayout" Target="../slideLayouts/slideLayout74.xml"/><Relationship Id="rId3" Type="http://schemas.openxmlformats.org/officeDocument/2006/relationships/slideLayout" Target="../slideLayouts/slideLayout51.xml"/><Relationship Id="rId21" Type="http://schemas.openxmlformats.org/officeDocument/2006/relationships/slideLayout" Target="../slideLayouts/slideLayout69.xml"/><Relationship Id="rId7" Type="http://schemas.openxmlformats.org/officeDocument/2006/relationships/slideLayout" Target="../slideLayouts/slideLayout55.xml"/><Relationship Id="rId12" Type="http://schemas.openxmlformats.org/officeDocument/2006/relationships/slideLayout" Target="../slideLayouts/slideLayout60.xml"/><Relationship Id="rId17" Type="http://schemas.openxmlformats.org/officeDocument/2006/relationships/slideLayout" Target="../slideLayouts/slideLayout65.xml"/><Relationship Id="rId25" Type="http://schemas.openxmlformats.org/officeDocument/2006/relationships/slideLayout" Target="../slideLayouts/slideLayout73.xml"/><Relationship Id="rId33" Type="http://schemas.openxmlformats.org/officeDocument/2006/relationships/image" Target="../media/image4.png"/><Relationship Id="rId2" Type="http://schemas.openxmlformats.org/officeDocument/2006/relationships/slideLayout" Target="../slideLayouts/slideLayout50.xml"/><Relationship Id="rId16" Type="http://schemas.openxmlformats.org/officeDocument/2006/relationships/slideLayout" Target="../slideLayouts/slideLayout64.xml"/><Relationship Id="rId20" Type="http://schemas.openxmlformats.org/officeDocument/2006/relationships/slideLayout" Target="../slideLayouts/slideLayout68.xml"/><Relationship Id="rId29" Type="http://schemas.openxmlformats.org/officeDocument/2006/relationships/slideLayout" Target="../slideLayouts/slideLayout77.xml"/><Relationship Id="rId1" Type="http://schemas.openxmlformats.org/officeDocument/2006/relationships/slideLayout" Target="../slideLayouts/slideLayout49.xml"/><Relationship Id="rId6" Type="http://schemas.openxmlformats.org/officeDocument/2006/relationships/slideLayout" Target="../slideLayouts/slideLayout54.xml"/><Relationship Id="rId11" Type="http://schemas.openxmlformats.org/officeDocument/2006/relationships/slideLayout" Target="../slideLayouts/slideLayout59.xml"/><Relationship Id="rId24" Type="http://schemas.openxmlformats.org/officeDocument/2006/relationships/slideLayout" Target="../slideLayouts/slideLayout72.xml"/><Relationship Id="rId32" Type="http://schemas.openxmlformats.org/officeDocument/2006/relationships/image" Target="../media/image3.png"/><Relationship Id="rId5" Type="http://schemas.openxmlformats.org/officeDocument/2006/relationships/slideLayout" Target="../slideLayouts/slideLayout53.xml"/><Relationship Id="rId15" Type="http://schemas.openxmlformats.org/officeDocument/2006/relationships/slideLayout" Target="../slideLayouts/slideLayout63.xml"/><Relationship Id="rId23" Type="http://schemas.openxmlformats.org/officeDocument/2006/relationships/slideLayout" Target="../slideLayouts/slideLayout71.xml"/><Relationship Id="rId28" Type="http://schemas.openxmlformats.org/officeDocument/2006/relationships/slideLayout" Target="../slideLayouts/slideLayout76.xml"/><Relationship Id="rId10" Type="http://schemas.openxmlformats.org/officeDocument/2006/relationships/slideLayout" Target="../slideLayouts/slideLayout58.xml"/><Relationship Id="rId19" Type="http://schemas.openxmlformats.org/officeDocument/2006/relationships/slideLayout" Target="../slideLayouts/slideLayout67.xml"/><Relationship Id="rId31" Type="http://schemas.openxmlformats.org/officeDocument/2006/relationships/theme" Target="../theme/theme5.xml"/><Relationship Id="rId4" Type="http://schemas.openxmlformats.org/officeDocument/2006/relationships/slideLayout" Target="../slideLayouts/slideLayout52.xml"/><Relationship Id="rId9" Type="http://schemas.openxmlformats.org/officeDocument/2006/relationships/slideLayout" Target="../slideLayouts/slideLayout57.xml"/><Relationship Id="rId14" Type="http://schemas.openxmlformats.org/officeDocument/2006/relationships/slideLayout" Target="../slideLayouts/slideLayout62.xml"/><Relationship Id="rId22" Type="http://schemas.openxmlformats.org/officeDocument/2006/relationships/slideLayout" Target="../slideLayouts/slideLayout70.xml"/><Relationship Id="rId27" Type="http://schemas.openxmlformats.org/officeDocument/2006/relationships/slideLayout" Target="../slideLayouts/slideLayout75.xml"/><Relationship Id="rId30" Type="http://schemas.openxmlformats.org/officeDocument/2006/relationships/slideLayout" Target="../slideLayouts/slideLayout78.xml"/><Relationship Id="rId8" Type="http://schemas.openxmlformats.org/officeDocument/2006/relationships/slideLayout" Target="../slideLayouts/slideLayout56.xml"/></Relationships>
</file>

<file path=ppt/slideMasters/_rels/slideMaster6.xml.rels><?xml version="1.0" encoding="UTF-8" standalone="yes"?>
<Relationships xmlns="http://schemas.openxmlformats.org/package/2006/relationships"><Relationship Id="rId2" Type="http://schemas.openxmlformats.org/officeDocument/2006/relationships/theme" Target="../theme/theme6.xml"/><Relationship Id="rId1" Type="http://schemas.openxmlformats.org/officeDocument/2006/relationships/slideLayout" Target="../slideLayouts/slideLayout7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02287-43AE-984A-B16C-545A738AB33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59E9FD-CE43-9546-8B5B-18B379FEBCC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Holder 6">
            <a:extLst>
              <a:ext uri="{FF2B5EF4-FFF2-40B4-BE49-F238E27FC236}">
                <a16:creationId xmlns:a16="http://schemas.microsoft.com/office/drawing/2014/main" id="{D6C85FB1-F8FD-C741-A2DC-BBB4E52014C6}"/>
              </a:ext>
            </a:extLst>
          </p:cNvPr>
          <p:cNvSpPr txBox="1">
            <a:spLocks/>
          </p:cNvSpPr>
          <p:nvPr userDrawn="1"/>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9" name="object 33">
            <a:extLst>
              <a:ext uri="{FF2B5EF4-FFF2-40B4-BE49-F238E27FC236}">
                <a16:creationId xmlns:a16="http://schemas.microsoft.com/office/drawing/2014/main" id="{64188B49-E268-6A49-BD04-4EA18EBAD2D0}"/>
              </a:ext>
            </a:extLst>
          </p:cNvPr>
          <p:cNvSpPr txBox="1">
            <a:spLocks/>
          </p:cNvSpPr>
          <p:nvPr userDrawn="1"/>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20" name="Picture 19">
            <a:extLst>
              <a:ext uri="{FF2B5EF4-FFF2-40B4-BE49-F238E27FC236}">
                <a16:creationId xmlns:a16="http://schemas.microsoft.com/office/drawing/2014/main" id="{963B5214-62ED-F345-B6DE-317510A78A03}"/>
              </a:ext>
            </a:extLst>
          </p:cNvPr>
          <p:cNvPicPr>
            <a:picLocks noChangeAspect="1"/>
          </p:cNvPicPr>
          <p:nvPr userDrawn="1"/>
        </p:nvPicPr>
        <p:blipFill>
          <a:blip r:embed="rId3"/>
          <a:stretch>
            <a:fillRect/>
          </a:stretch>
        </p:blipFill>
        <p:spPr>
          <a:xfrm>
            <a:off x="11414125" y="9525"/>
            <a:ext cx="777875" cy="777875"/>
          </a:xfrm>
          <a:prstGeom prst="rect">
            <a:avLst/>
          </a:prstGeom>
        </p:spPr>
      </p:pic>
      <p:pic>
        <p:nvPicPr>
          <p:cNvPr id="11" name="Picture 10">
            <a:extLst>
              <a:ext uri="{FF2B5EF4-FFF2-40B4-BE49-F238E27FC236}">
                <a16:creationId xmlns:a16="http://schemas.microsoft.com/office/drawing/2014/main" id="{3E11680D-3CC3-2D4E-8062-3CF346BB92AB}"/>
              </a:ext>
            </a:extLst>
          </p:cNvPr>
          <p:cNvPicPr>
            <a:picLocks noChangeAspect="1"/>
          </p:cNvPicPr>
          <p:nvPr userDrawn="1"/>
        </p:nvPicPr>
        <p:blipFill>
          <a:blip r:embed="rId4"/>
          <a:stretch>
            <a:fillRect/>
          </a:stretch>
        </p:blipFill>
        <p:spPr>
          <a:xfrm>
            <a:off x="84991" y="6394083"/>
            <a:ext cx="3093547" cy="562463"/>
          </a:xfrm>
          <a:prstGeom prst="rect">
            <a:avLst/>
          </a:prstGeom>
        </p:spPr>
      </p:pic>
    </p:spTree>
    <p:extLst>
      <p:ext uri="{BB962C8B-B14F-4D97-AF65-F5344CB8AC3E}">
        <p14:creationId xmlns:p14="http://schemas.microsoft.com/office/powerpoint/2010/main" val="457467921"/>
      </p:ext>
    </p:extLst>
  </p:cSld>
  <p:clrMap bg1="lt1" tx1="dk1" bg2="lt2" tx2="dk2" accent1="accent1" accent2="accent2" accent3="accent3" accent4="accent4" accent5="accent5" accent6="accent6" hlink="hlink" folHlink="folHlink"/>
  <p:sldLayoutIdLst>
    <p:sldLayoutId id="2147483664" r:id="rId1"/>
  </p:sldLayoutIdLst>
  <p:txStyles>
    <p:titleStyle>
      <a:lvl1pPr algn="l" defTabSz="914400" rtl="0" eaLnBrk="1" latinLnBrk="0" hangingPunct="1">
        <a:lnSpc>
          <a:spcPct val="90000"/>
        </a:lnSpc>
        <a:spcBef>
          <a:spcPct val="0"/>
        </a:spcBef>
        <a:buNone/>
        <a:defRPr sz="4400" b="1" kern="1200">
          <a:solidFill>
            <a:srgbClr val="404041"/>
          </a:solidFill>
          <a:latin typeface="Bogle" panose="020B0503020203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404041"/>
          </a:solidFill>
          <a:latin typeface="Bogle" panose="020B0503020203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404041"/>
          </a:solidFill>
          <a:latin typeface="Bogle" panose="020B0503020203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404041"/>
          </a:solidFill>
          <a:latin typeface="Bogle" panose="020B0503020203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02287-43AE-984A-B16C-545A738AB330}"/>
              </a:ext>
            </a:extLst>
          </p:cNvPr>
          <p:cNvSpPr>
            <a:spLocks noGrp="1"/>
          </p:cNvSpPr>
          <p:nvPr>
            <p:ph type="title"/>
          </p:nvPr>
        </p:nvSpPr>
        <p:spPr>
          <a:xfrm>
            <a:off x="457200" y="27432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59E9FD-CE43-9546-8B5B-18B379FEBCCA}"/>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Holder 6">
            <a:extLst>
              <a:ext uri="{FF2B5EF4-FFF2-40B4-BE49-F238E27FC236}">
                <a16:creationId xmlns:a16="http://schemas.microsoft.com/office/drawing/2014/main" id="{D6C85FB1-F8FD-C741-A2DC-BBB4E52014C6}"/>
              </a:ext>
            </a:extLst>
          </p:cNvPr>
          <p:cNvSpPr txBox="1">
            <a:spLocks/>
          </p:cNvSpPr>
          <p:nvPr/>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9" name="object 33">
            <a:extLst>
              <a:ext uri="{FF2B5EF4-FFF2-40B4-BE49-F238E27FC236}">
                <a16:creationId xmlns:a16="http://schemas.microsoft.com/office/drawing/2014/main" id="{64188B49-E268-6A49-BD04-4EA18EBAD2D0}"/>
              </a:ext>
            </a:extLst>
          </p:cNvPr>
          <p:cNvSpPr txBox="1">
            <a:spLocks/>
          </p:cNvSpPr>
          <p:nvPr/>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a:t> </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11"/>
              <a:t> </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20" name="Picture 19">
            <a:extLst>
              <a:ext uri="{FF2B5EF4-FFF2-40B4-BE49-F238E27FC236}">
                <a16:creationId xmlns:a16="http://schemas.microsoft.com/office/drawing/2014/main" id="{963B5214-62ED-F345-B6DE-317510A78A03}"/>
              </a:ext>
            </a:extLst>
          </p:cNvPr>
          <p:cNvPicPr>
            <a:picLocks noChangeAspect="1"/>
          </p:cNvPicPr>
          <p:nvPr/>
        </p:nvPicPr>
        <p:blipFill>
          <a:blip r:embed="rId11"/>
          <a:stretch>
            <a:fillRect/>
          </a:stretch>
        </p:blipFill>
        <p:spPr>
          <a:xfrm>
            <a:off x="11414125" y="9525"/>
            <a:ext cx="777875" cy="777875"/>
          </a:xfrm>
          <a:prstGeom prst="rect">
            <a:avLst/>
          </a:prstGeom>
        </p:spPr>
      </p:pic>
      <p:pic>
        <p:nvPicPr>
          <p:cNvPr id="11" name="Picture 10">
            <a:extLst>
              <a:ext uri="{FF2B5EF4-FFF2-40B4-BE49-F238E27FC236}">
                <a16:creationId xmlns:a16="http://schemas.microsoft.com/office/drawing/2014/main" id="{3E11680D-3CC3-2D4E-8062-3CF346BB92AB}"/>
              </a:ext>
            </a:extLst>
          </p:cNvPr>
          <p:cNvPicPr>
            <a:picLocks noChangeAspect="1"/>
          </p:cNvPicPr>
          <p:nvPr/>
        </p:nvPicPr>
        <p:blipFill>
          <a:blip r:embed="rId12"/>
          <a:stretch>
            <a:fillRect/>
          </a:stretch>
        </p:blipFill>
        <p:spPr>
          <a:xfrm>
            <a:off x="84991" y="6394083"/>
            <a:ext cx="3093547" cy="562463"/>
          </a:xfrm>
          <a:prstGeom prst="rect">
            <a:avLst/>
          </a:prstGeom>
        </p:spPr>
      </p:pic>
      <p:grpSp>
        <p:nvGrpSpPr>
          <p:cNvPr id="10" name="Group 9">
            <a:extLst>
              <a:ext uri="{FF2B5EF4-FFF2-40B4-BE49-F238E27FC236}">
                <a16:creationId xmlns:a16="http://schemas.microsoft.com/office/drawing/2014/main" id="{EA47C7FB-56C9-452B-BA3E-212EF996FFFD}"/>
              </a:ext>
            </a:extLst>
          </p:cNvPr>
          <p:cNvGrpSpPr/>
          <p:nvPr/>
        </p:nvGrpSpPr>
        <p:grpSpPr>
          <a:xfrm>
            <a:off x="-2352501" y="449361"/>
            <a:ext cx="1971501" cy="3367772"/>
            <a:chOff x="-2352501" y="449361"/>
            <a:chExt cx="1971501" cy="3367772"/>
          </a:xfrm>
        </p:grpSpPr>
        <p:sp>
          <p:nvSpPr>
            <p:cNvPr id="12" name="Rectangle 11">
              <a:extLst>
                <a:ext uri="{FF2B5EF4-FFF2-40B4-BE49-F238E27FC236}">
                  <a16:creationId xmlns:a16="http://schemas.microsoft.com/office/drawing/2014/main" id="{C5C283B5-7826-4A51-9B89-A7C41DE0D688}"/>
                </a:ext>
              </a:extLst>
            </p:cNvPr>
            <p:cNvSpPr/>
            <p:nvPr/>
          </p:nvSpPr>
          <p:spPr>
            <a:xfrm>
              <a:off x="-609600" y="2189339"/>
              <a:ext cx="228600" cy="228600"/>
            </a:xfrm>
            <a:prstGeom prst="rect">
              <a:avLst/>
            </a:prstGeom>
            <a:solidFill>
              <a:srgbClr val="FFC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AB1459-2B19-4BF9-AB56-9E824460C74B}"/>
                </a:ext>
              </a:extLst>
            </p:cNvPr>
            <p:cNvSpPr/>
            <p:nvPr/>
          </p:nvSpPr>
          <p:spPr>
            <a:xfrm>
              <a:off x="-609600" y="3206399"/>
              <a:ext cx="228600" cy="228600"/>
            </a:xfrm>
            <a:prstGeom prst="rect">
              <a:avLst/>
            </a:prstGeom>
            <a:solidFill>
              <a:srgbClr val="EE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2620583-C671-42D6-8299-267BF1BCD21E}"/>
                </a:ext>
              </a:extLst>
            </p:cNvPr>
            <p:cNvGrpSpPr/>
            <p:nvPr/>
          </p:nvGrpSpPr>
          <p:grpSpPr>
            <a:xfrm>
              <a:off x="-2338086" y="449361"/>
              <a:ext cx="1957086" cy="307777"/>
              <a:chOff x="-2338086" y="449361"/>
              <a:chExt cx="1957086" cy="307777"/>
            </a:xfrm>
          </p:grpSpPr>
          <p:sp>
            <p:nvSpPr>
              <p:cNvPr id="36" name="Rectangle 35">
                <a:extLst>
                  <a:ext uri="{FF2B5EF4-FFF2-40B4-BE49-F238E27FC236}">
                    <a16:creationId xmlns:a16="http://schemas.microsoft.com/office/drawing/2014/main" id="{591FC736-8583-45E2-AEA7-F2AB9823A4DD}"/>
                  </a:ext>
                </a:extLst>
              </p:cNvPr>
              <p:cNvSpPr/>
              <p:nvPr/>
            </p:nvSpPr>
            <p:spPr>
              <a:xfrm>
                <a:off x="-609600" y="488950"/>
                <a:ext cx="228600" cy="228600"/>
              </a:xfrm>
              <a:prstGeom prst="rect">
                <a:avLst/>
              </a:prstGeom>
              <a:solidFill>
                <a:srgbClr val="081F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81F2C"/>
                  </a:solidFill>
                </a:endParaRPr>
              </a:p>
            </p:txBody>
          </p:sp>
          <p:sp>
            <p:nvSpPr>
              <p:cNvPr id="37" name="TextBox 36">
                <a:extLst>
                  <a:ext uri="{FF2B5EF4-FFF2-40B4-BE49-F238E27FC236}">
                    <a16:creationId xmlns:a16="http://schemas.microsoft.com/office/drawing/2014/main" id="{3CEB40F3-763A-456D-A08A-D35948D5EAB3}"/>
                  </a:ext>
                </a:extLst>
              </p:cNvPr>
              <p:cNvSpPr txBox="1"/>
              <p:nvPr/>
            </p:nvSpPr>
            <p:spPr>
              <a:xfrm>
                <a:off x="-2338086" y="449361"/>
                <a:ext cx="1728486" cy="307777"/>
              </a:xfrm>
              <a:prstGeom prst="rect">
                <a:avLst/>
              </a:prstGeom>
              <a:noFill/>
            </p:spPr>
            <p:txBody>
              <a:bodyPr wrap="square" rtlCol="0">
                <a:spAutoFit/>
              </a:bodyPr>
              <a:lstStyle/>
              <a:p>
                <a:r>
                  <a:rPr lang="en-US" sz="1400">
                    <a:solidFill>
                      <a:srgbClr val="081F2C"/>
                    </a:solidFill>
                  </a:rPr>
                  <a:t>RGB: 8 / 31/ 44</a:t>
                </a:r>
              </a:p>
            </p:txBody>
          </p:sp>
        </p:grpSp>
        <p:grpSp>
          <p:nvGrpSpPr>
            <p:cNvPr id="15" name="Group 14">
              <a:extLst>
                <a:ext uri="{FF2B5EF4-FFF2-40B4-BE49-F238E27FC236}">
                  <a16:creationId xmlns:a16="http://schemas.microsoft.com/office/drawing/2014/main" id="{139092E9-DF4D-42EA-B27D-08B70BF3749B}"/>
                </a:ext>
              </a:extLst>
            </p:cNvPr>
            <p:cNvGrpSpPr/>
            <p:nvPr/>
          </p:nvGrpSpPr>
          <p:grpSpPr>
            <a:xfrm>
              <a:off x="-2352501" y="790144"/>
              <a:ext cx="1971501" cy="307777"/>
              <a:chOff x="-2352501" y="790144"/>
              <a:chExt cx="1971501" cy="307777"/>
            </a:xfrm>
          </p:grpSpPr>
          <p:sp>
            <p:nvSpPr>
              <p:cNvPr id="34" name="Rectangle 33">
                <a:extLst>
                  <a:ext uri="{FF2B5EF4-FFF2-40B4-BE49-F238E27FC236}">
                    <a16:creationId xmlns:a16="http://schemas.microsoft.com/office/drawing/2014/main" id="{EC0D4BBE-3348-41E9-B715-ADEFA3839BC2}"/>
                  </a:ext>
                </a:extLst>
              </p:cNvPr>
              <p:cNvSpPr/>
              <p:nvPr/>
            </p:nvSpPr>
            <p:spPr>
              <a:xfrm>
                <a:off x="-609600" y="829733"/>
                <a:ext cx="228600" cy="228600"/>
              </a:xfrm>
              <a:prstGeom prst="rect">
                <a:avLst/>
              </a:prstGeom>
              <a:solidFill>
                <a:srgbClr val="78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8B9E7"/>
                  </a:solidFill>
                </a:endParaRPr>
              </a:p>
            </p:txBody>
          </p:sp>
          <p:sp>
            <p:nvSpPr>
              <p:cNvPr id="35" name="TextBox 34">
                <a:extLst>
                  <a:ext uri="{FF2B5EF4-FFF2-40B4-BE49-F238E27FC236}">
                    <a16:creationId xmlns:a16="http://schemas.microsoft.com/office/drawing/2014/main" id="{06EB7307-A7A9-4299-BC58-BE30596658A1}"/>
                  </a:ext>
                </a:extLst>
              </p:cNvPr>
              <p:cNvSpPr txBox="1"/>
              <p:nvPr/>
            </p:nvSpPr>
            <p:spPr>
              <a:xfrm>
                <a:off x="-2352501" y="790144"/>
                <a:ext cx="1728486" cy="307777"/>
              </a:xfrm>
              <a:prstGeom prst="rect">
                <a:avLst/>
              </a:prstGeom>
              <a:noFill/>
            </p:spPr>
            <p:txBody>
              <a:bodyPr wrap="square" rtlCol="0">
                <a:spAutoFit/>
              </a:bodyPr>
              <a:lstStyle/>
              <a:p>
                <a:r>
                  <a:rPr lang="en-US" sz="1400">
                    <a:solidFill>
                      <a:srgbClr val="081F2C"/>
                    </a:solidFill>
                  </a:rPr>
                  <a:t>RGB: 120 / 185 / 231</a:t>
                </a:r>
              </a:p>
            </p:txBody>
          </p:sp>
        </p:grpSp>
        <p:grpSp>
          <p:nvGrpSpPr>
            <p:cNvPr id="16" name="Group 15">
              <a:extLst>
                <a:ext uri="{FF2B5EF4-FFF2-40B4-BE49-F238E27FC236}">
                  <a16:creationId xmlns:a16="http://schemas.microsoft.com/office/drawing/2014/main" id="{304766AC-AEF9-477A-AC81-00AE8FA76A96}"/>
                </a:ext>
              </a:extLst>
            </p:cNvPr>
            <p:cNvGrpSpPr/>
            <p:nvPr/>
          </p:nvGrpSpPr>
          <p:grpSpPr>
            <a:xfrm>
              <a:off x="-2352501" y="1471710"/>
              <a:ext cx="1971501" cy="307777"/>
              <a:chOff x="-2352501" y="1471710"/>
              <a:chExt cx="1971501" cy="307777"/>
            </a:xfrm>
          </p:grpSpPr>
          <p:sp>
            <p:nvSpPr>
              <p:cNvPr id="32" name="Rectangle 31">
                <a:extLst>
                  <a:ext uri="{FF2B5EF4-FFF2-40B4-BE49-F238E27FC236}">
                    <a16:creationId xmlns:a16="http://schemas.microsoft.com/office/drawing/2014/main" id="{EDF837DA-A7AA-4FA9-B784-79A2E096E625}"/>
                  </a:ext>
                </a:extLst>
              </p:cNvPr>
              <p:cNvSpPr/>
              <p:nvPr/>
            </p:nvSpPr>
            <p:spPr>
              <a:xfrm>
                <a:off x="-609600" y="1511299"/>
                <a:ext cx="228600" cy="228600"/>
              </a:xfrm>
              <a:prstGeom prst="rect">
                <a:avLst/>
              </a:prstGeom>
              <a:solidFill>
                <a:srgbClr val="007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1CE"/>
                  </a:solidFill>
                </a:endParaRPr>
              </a:p>
            </p:txBody>
          </p:sp>
          <p:sp>
            <p:nvSpPr>
              <p:cNvPr id="33" name="TextBox 32">
                <a:extLst>
                  <a:ext uri="{FF2B5EF4-FFF2-40B4-BE49-F238E27FC236}">
                    <a16:creationId xmlns:a16="http://schemas.microsoft.com/office/drawing/2014/main" id="{A04D9A2D-16B6-4003-A138-147D2A75FA93}"/>
                  </a:ext>
                </a:extLst>
              </p:cNvPr>
              <p:cNvSpPr txBox="1"/>
              <p:nvPr/>
            </p:nvSpPr>
            <p:spPr>
              <a:xfrm>
                <a:off x="-2352501" y="1471710"/>
                <a:ext cx="1728486" cy="307777"/>
              </a:xfrm>
              <a:prstGeom prst="rect">
                <a:avLst/>
              </a:prstGeom>
              <a:noFill/>
            </p:spPr>
            <p:txBody>
              <a:bodyPr wrap="square" rtlCol="0">
                <a:spAutoFit/>
              </a:bodyPr>
              <a:lstStyle/>
              <a:p>
                <a:r>
                  <a:rPr lang="en-US" sz="1400">
                    <a:solidFill>
                      <a:srgbClr val="081F2C"/>
                    </a:solidFill>
                  </a:rPr>
                  <a:t>RGB: 0 / 112 / 206</a:t>
                </a:r>
              </a:p>
            </p:txBody>
          </p:sp>
        </p:grpSp>
        <p:grpSp>
          <p:nvGrpSpPr>
            <p:cNvPr id="17" name="Group 16">
              <a:extLst>
                <a:ext uri="{FF2B5EF4-FFF2-40B4-BE49-F238E27FC236}">
                  <a16:creationId xmlns:a16="http://schemas.microsoft.com/office/drawing/2014/main" id="{CFA03A35-7EA5-40A3-8A26-2F2ECABB54E3}"/>
                </a:ext>
              </a:extLst>
            </p:cNvPr>
            <p:cNvGrpSpPr/>
            <p:nvPr/>
          </p:nvGrpSpPr>
          <p:grpSpPr>
            <a:xfrm>
              <a:off x="-2352501" y="1810730"/>
              <a:ext cx="1971501" cy="307777"/>
              <a:chOff x="-2352501" y="1810730"/>
              <a:chExt cx="1971501" cy="307777"/>
            </a:xfrm>
          </p:grpSpPr>
          <p:sp>
            <p:nvSpPr>
              <p:cNvPr id="30" name="Rectangle 29">
                <a:extLst>
                  <a:ext uri="{FF2B5EF4-FFF2-40B4-BE49-F238E27FC236}">
                    <a16:creationId xmlns:a16="http://schemas.microsoft.com/office/drawing/2014/main" id="{9EF2FB6D-2CCC-4415-99A7-33AEB5A96599}"/>
                  </a:ext>
                </a:extLst>
              </p:cNvPr>
              <p:cNvSpPr/>
              <p:nvPr/>
            </p:nvSpPr>
            <p:spPr>
              <a:xfrm>
                <a:off x="-609600" y="1850319"/>
                <a:ext cx="228600" cy="228600"/>
              </a:xfrm>
              <a:prstGeom prst="rect">
                <a:avLst/>
              </a:prstGeom>
              <a:solidFill>
                <a:srgbClr val="EB1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AE297AF-DCAC-4D8E-B0FE-1F3A8C42342B}"/>
                  </a:ext>
                </a:extLst>
              </p:cNvPr>
              <p:cNvSpPr txBox="1"/>
              <p:nvPr/>
            </p:nvSpPr>
            <p:spPr>
              <a:xfrm>
                <a:off x="-2352501" y="1810730"/>
                <a:ext cx="1728486" cy="307777"/>
              </a:xfrm>
              <a:prstGeom prst="rect">
                <a:avLst/>
              </a:prstGeom>
              <a:noFill/>
            </p:spPr>
            <p:txBody>
              <a:bodyPr wrap="square" rtlCol="0">
                <a:spAutoFit/>
              </a:bodyPr>
              <a:lstStyle/>
              <a:p>
                <a:r>
                  <a:rPr lang="en-US" sz="1400">
                    <a:solidFill>
                      <a:srgbClr val="081F2C"/>
                    </a:solidFill>
                  </a:rPr>
                  <a:t>RGB: 235 / 20 / 141</a:t>
                </a:r>
              </a:p>
            </p:txBody>
          </p:sp>
        </p:grpSp>
        <p:sp>
          <p:nvSpPr>
            <p:cNvPr id="18" name="TextBox 17">
              <a:extLst>
                <a:ext uri="{FF2B5EF4-FFF2-40B4-BE49-F238E27FC236}">
                  <a16:creationId xmlns:a16="http://schemas.microsoft.com/office/drawing/2014/main" id="{0CD8E2D3-8159-4572-A1AF-9DBF1D63FC58}"/>
                </a:ext>
              </a:extLst>
            </p:cNvPr>
            <p:cNvSpPr txBox="1"/>
            <p:nvPr/>
          </p:nvSpPr>
          <p:spPr>
            <a:xfrm>
              <a:off x="-2338086" y="2149750"/>
              <a:ext cx="1728486" cy="307777"/>
            </a:xfrm>
            <a:prstGeom prst="rect">
              <a:avLst/>
            </a:prstGeom>
            <a:noFill/>
          </p:spPr>
          <p:txBody>
            <a:bodyPr wrap="square" rtlCol="0">
              <a:spAutoFit/>
            </a:bodyPr>
            <a:lstStyle/>
            <a:p>
              <a:r>
                <a:rPr lang="en-US" sz="1400">
                  <a:solidFill>
                    <a:srgbClr val="081F2C"/>
                  </a:solidFill>
                </a:rPr>
                <a:t>RGB: 255 / 194 / 32</a:t>
              </a:r>
            </a:p>
          </p:txBody>
        </p:sp>
        <p:grpSp>
          <p:nvGrpSpPr>
            <p:cNvPr id="19" name="Group 18">
              <a:extLst>
                <a:ext uri="{FF2B5EF4-FFF2-40B4-BE49-F238E27FC236}">
                  <a16:creationId xmlns:a16="http://schemas.microsoft.com/office/drawing/2014/main" id="{610ED7E1-CE4F-4690-9F78-3ED0C88CB9D4}"/>
                </a:ext>
              </a:extLst>
            </p:cNvPr>
            <p:cNvGrpSpPr/>
            <p:nvPr/>
          </p:nvGrpSpPr>
          <p:grpSpPr>
            <a:xfrm>
              <a:off x="-2338086" y="2487726"/>
              <a:ext cx="1957086" cy="307777"/>
              <a:chOff x="-2338086" y="2487726"/>
              <a:chExt cx="1957086" cy="307777"/>
            </a:xfrm>
          </p:grpSpPr>
          <p:sp>
            <p:nvSpPr>
              <p:cNvPr id="28" name="Rectangle 27">
                <a:extLst>
                  <a:ext uri="{FF2B5EF4-FFF2-40B4-BE49-F238E27FC236}">
                    <a16:creationId xmlns:a16="http://schemas.microsoft.com/office/drawing/2014/main" id="{06B34E14-6436-4CC0-A4AE-12C013E12EF0}"/>
                  </a:ext>
                </a:extLst>
              </p:cNvPr>
              <p:cNvSpPr/>
              <p:nvPr/>
            </p:nvSpPr>
            <p:spPr>
              <a:xfrm>
                <a:off x="-609600" y="2528359"/>
                <a:ext cx="228600" cy="228600"/>
              </a:xfrm>
              <a:prstGeom prst="rect">
                <a:avLst/>
              </a:prstGeom>
              <a:solidFill>
                <a:srgbClr val="76C0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3BE7F54-6D3E-4E06-9552-E973C7BE142B}"/>
                  </a:ext>
                </a:extLst>
              </p:cNvPr>
              <p:cNvSpPr txBox="1"/>
              <p:nvPr/>
            </p:nvSpPr>
            <p:spPr>
              <a:xfrm>
                <a:off x="-2338086" y="2487726"/>
                <a:ext cx="1728486" cy="307777"/>
              </a:xfrm>
              <a:prstGeom prst="rect">
                <a:avLst/>
              </a:prstGeom>
              <a:noFill/>
            </p:spPr>
            <p:txBody>
              <a:bodyPr wrap="square" rtlCol="0">
                <a:spAutoFit/>
              </a:bodyPr>
              <a:lstStyle/>
              <a:p>
                <a:r>
                  <a:rPr lang="en-US" sz="1400">
                    <a:solidFill>
                      <a:srgbClr val="081F2C"/>
                    </a:solidFill>
                  </a:rPr>
                  <a:t>RGB: 118 / 192 / 67</a:t>
                </a:r>
              </a:p>
            </p:txBody>
          </p:sp>
        </p:grpSp>
        <p:grpSp>
          <p:nvGrpSpPr>
            <p:cNvPr id="21" name="Group 20">
              <a:extLst>
                <a:ext uri="{FF2B5EF4-FFF2-40B4-BE49-F238E27FC236}">
                  <a16:creationId xmlns:a16="http://schemas.microsoft.com/office/drawing/2014/main" id="{F9735A56-A3A2-400E-8D24-18857B99577B}"/>
                </a:ext>
              </a:extLst>
            </p:cNvPr>
            <p:cNvGrpSpPr/>
            <p:nvPr/>
          </p:nvGrpSpPr>
          <p:grpSpPr>
            <a:xfrm>
              <a:off x="-2338086" y="2825702"/>
              <a:ext cx="1957086" cy="307777"/>
              <a:chOff x="-2338086" y="2825702"/>
              <a:chExt cx="1957086" cy="307777"/>
            </a:xfrm>
          </p:grpSpPr>
          <p:sp>
            <p:nvSpPr>
              <p:cNvPr id="26" name="Rectangle 25">
                <a:extLst>
                  <a:ext uri="{FF2B5EF4-FFF2-40B4-BE49-F238E27FC236}">
                    <a16:creationId xmlns:a16="http://schemas.microsoft.com/office/drawing/2014/main" id="{F62C4DB5-52CD-4797-937E-38A31ED5D70D}"/>
                  </a:ext>
                </a:extLst>
              </p:cNvPr>
              <p:cNvSpPr/>
              <p:nvPr/>
            </p:nvSpPr>
            <p:spPr>
              <a:xfrm>
                <a:off x="-609600" y="2867379"/>
                <a:ext cx="228600" cy="228600"/>
              </a:xfrm>
              <a:prstGeom prst="rect">
                <a:avLst/>
              </a:prstGeom>
              <a:solidFill>
                <a:srgbClr val="F47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E42E933-8E73-4BAE-8F79-36B257118F7C}"/>
                  </a:ext>
                </a:extLst>
              </p:cNvPr>
              <p:cNvSpPr txBox="1"/>
              <p:nvPr/>
            </p:nvSpPr>
            <p:spPr>
              <a:xfrm>
                <a:off x="-2338086" y="2825702"/>
                <a:ext cx="1728486" cy="307777"/>
              </a:xfrm>
              <a:prstGeom prst="rect">
                <a:avLst/>
              </a:prstGeom>
              <a:noFill/>
            </p:spPr>
            <p:txBody>
              <a:bodyPr wrap="square" rtlCol="0">
                <a:spAutoFit/>
              </a:bodyPr>
              <a:lstStyle/>
              <a:p>
                <a:r>
                  <a:rPr lang="en-US" sz="1400">
                    <a:solidFill>
                      <a:srgbClr val="081F2C"/>
                    </a:solidFill>
                  </a:rPr>
                  <a:t>RGB: 244 / 117 / 33</a:t>
                </a:r>
              </a:p>
            </p:txBody>
          </p:sp>
        </p:grpSp>
        <p:sp>
          <p:nvSpPr>
            <p:cNvPr id="22" name="TextBox 21">
              <a:extLst>
                <a:ext uri="{FF2B5EF4-FFF2-40B4-BE49-F238E27FC236}">
                  <a16:creationId xmlns:a16="http://schemas.microsoft.com/office/drawing/2014/main" id="{323DDFED-7FD0-4300-8BFA-A2EE13683C58}"/>
                </a:ext>
              </a:extLst>
            </p:cNvPr>
            <p:cNvSpPr txBox="1"/>
            <p:nvPr/>
          </p:nvSpPr>
          <p:spPr>
            <a:xfrm>
              <a:off x="-2338086" y="3161651"/>
              <a:ext cx="1728486" cy="307777"/>
            </a:xfrm>
            <a:prstGeom prst="rect">
              <a:avLst/>
            </a:prstGeom>
            <a:noFill/>
          </p:spPr>
          <p:txBody>
            <a:bodyPr wrap="square" rtlCol="0">
              <a:spAutoFit/>
            </a:bodyPr>
            <a:lstStyle/>
            <a:p>
              <a:r>
                <a:rPr lang="en-US" sz="1400">
                  <a:solidFill>
                    <a:srgbClr val="081F2C"/>
                  </a:solidFill>
                </a:rPr>
                <a:t>RGB: 238 / 59 / 42</a:t>
              </a:r>
            </a:p>
          </p:txBody>
        </p:sp>
        <p:grpSp>
          <p:nvGrpSpPr>
            <p:cNvPr id="23" name="Group 22">
              <a:extLst>
                <a:ext uri="{FF2B5EF4-FFF2-40B4-BE49-F238E27FC236}">
                  <a16:creationId xmlns:a16="http://schemas.microsoft.com/office/drawing/2014/main" id="{6EA0E503-2376-447E-97CE-AD6CCFB64935}"/>
                </a:ext>
              </a:extLst>
            </p:cNvPr>
            <p:cNvGrpSpPr/>
            <p:nvPr/>
          </p:nvGrpSpPr>
          <p:grpSpPr>
            <a:xfrm>
              <a:off x="-2338086" y="3509356"/>
              <a:ext cx="1957086" cy="307777"/>
              <a:chOff x="-2338086" y="3509356"/>
              <a:chExt cx="1957086" cy="307777"/>
            </a:xfrm>
          </p:grpSpPr>
          <p:sp>
            <p:nvSpPr>
              <p:cNvPr id="24" name="Rectangle 23">
                <a:extLst>
                  <a:ext uri="{FF2B5EF4-FFF2-40B4-BE49-F238E27FC236}">
                    <a16:creationId xmlns:a16="http://schemas.microsoft.com/office/drawing/2014/main" id="{20E6D90E-A361-4990-920A-3D3599798534}"/>
                  </a:ext>
                </a:extLst>
              </p:cNvPr>
              <p:cNvSpPr/>
              <p:nvPr/>
            </p:nvSpPr>
            <p:spPr>
              <a:xfrm>
                <a:off x="-609600" y="3545417"/>
                <a:ext cx="228600" cy="228600"/>
              </a:xfrm>
              <a:prstGeom prst="rect">
                <a:avLst/>
              </a:prstGeom>
              <a:solidFill>
                <a:srgbClr val="3F3F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B349AB5-FC33-43FA-A03A-1E68C5107600}"/>
                  </a:ext>
                </a:extLst>
              </p:cNvPr>
              <p:cNvSpPr txBox="1"/>
              <p:nvPr/>
            </p:nvSpPr>
            <p:spPr>
              <a:xfrm>
                <a:off x="-2338086" y="3509356"/>
                <a:ext cx="1728486" cy="307777"/>
              </a:xfrm>
              <a:prstGeom prst="rect">
                <a:avLst/>
              </a:prstGeom>
              <a:noFill/>
            </p:spPr>
            <p:txBody>
              <a:bodyPr wrap="square" rtlCol="0">
                <a:spAutoFit/>
              </a:bodyPr>
              <a:lstStyle/>
              <a:p>
                <a:r>
                  <a:rPr lang="en-US" sz="1400">
                    <a:solidFill>
                      <a:srgbClr val="081F2C"/>
                    </a:solidFill>
                  </a:rPr>
                  <a:t>RGB: 63 / 63 / 64</a:t>
                </a:r>
              </a:p>
            </p:txBody>
          </p:sp>
        </p:grpSp>
      </p:grpSp>
      <p:sp>
        <p:nvSpPr>
          <p:cNvPr id="38" name="Holder 6">
            <a:extLst>
              <a:ext uri="{FF2B5EF4-FFF2-40B4-BE49-F238E27FC236}">
                <a16:creationId xmlns:a16="http://schemas.microsoft.com/office/drawing/2014/main" id="{7FD24771-4007-4261-9A8D-94578239244E}"/>
              </a:ext>
            </a:extLst>
          </p:cNvPr>
          <p:cNvSpPr txBox="1">
            <a:spLocks/>
          </p:cNvSpPr>
          <p:nvPr userDrawn="1"/>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39" name="object 33">
            <a:extLst>
              <a:ext uri="{FF2B5EF4-FFF2-40B4-BE49-F238E27FC236}">
                <a16:creationId xmlns:a16="http://schemas.microsoft.com/office/drawing/2014/main" id="{B3F92064-7C4B-447E-8850-3FCCECB6DAEB}"/>
              </a:ext>
            </a:extLst>
          </p:cNvPr>
          <p:cNvSpPr txBox="1">
            <a:spLocks/>
          </p:cNvSpPr>
          <p:nvPr userDrawn="1"/>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40" name="Picture 39">
            <a:extLst>
              <a:ext uri="{FF2B5EF4-FFF2-40B4-BE49-F238E27FC236}">
                <a16:creationId xmlns:a16="http://schemas.microsoft.com/office/drawing/2014/main" id="{3016DC48-62D2-49CB-8041-958F0F388E18}"/>
              </a:ext>
            </a:extLst>
          </p:cNvPr>
          <p:cNvPicPr>
            <a:picLocks noChangeAspect="1"/>
          </p:cNvPicPr>
          <p:nvPr userDrawn="1"/>
        </p:nvPicPr>
        <p:blipFill>
          <a:blip r:embed="rId11"/>
          <a:stretch>
            <a:fillRect/>
          </a:stretch>
        </p:blipFill>
        <p:spPr>
          <a:xfrm>
            <a:off x="11414125" y="9525"/>
            <a:ext cx="777875" cy="777875"/>
          </a:xfrm>
          <a:prstGeom prst="rect">
            <a:avLst/>
          </a:prstGeom>
        </p:spPr>
      </p:pic>
      <p:pic>
        <p:nvPicPr>
          <p:cNvPr id="41" name="Picture 40">
            <a:extLst>
              <a:ext uri="{FF2B5EF4-FFF2-40B4-BE49-F238E27FC236}">
                <a16:creationId xmlns:a16="http://schemas.microsoft.com/office/drawing/2014/main" id="{5A6A46C6-0B23-4F64-831C-17478B95C484}"/>
              </a:ext>
            </a:extLst>
          </p:cNvPr>
          <p:cNvPicPr>
            <a:picLocks noChangeAspect="1"/>
          </p:cNvPicPr>
          <p:nvPr userDrawn="1"/>
        </p:nvPicPr>
        <p:blipFill>
          <a:blip r:embed="rId12"/>
          <a:stretch>
            <a:fillRect/>
          </a:stretch>
        </p:blipFill>
        <p:spPr>
          <a:xfrm>
            <a:off x="84991" y="6394083"/>
            <a:ext cx="3093547" cy="562463"/>
          </a:xfrm>
          <a:prstGeom prst="rect">
            <a:avLst/>
          </a:prstGeom>
        </p:spPr>
      </p:pic>
    </p:spTree>
    <p:extLst>
      <p:ext uri="{BB962C8B-B14F-4D97-AF65-F5344CB8AC3E}">
        <p14:creationId xmlns:p14="http://schemas.microsoft.com/office/powerpoint/2010/main" val="3530109795"/>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Lst>
  <p:txStyles>
    <p:titleStyle>
      <a:lvl1pPr algn="l" defTabSz="914400" rtl="0" eaLnBrk="1" latinLnBrk="0" hangingPunct="1">
        <a:lnSpc>
          <a:spcPct val="90000"/>
        </a:lnSpc>
        <a:spcBef>
          <a:spcPct val="0"/>
        </a:spcBef>
        <a:buNone/>
        <a:defRPr sz="4400" b="1" kern="1200">
          <a:solidFill>
            <a:srgbClr val="404041"/>
          </a:solidFill>
          <a:latin typeface="Bogle" panose="020B0503020203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404041"/>
          </a:solidFill>
          <a:latin typeface="Bogle" panose="020B0503020203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404041"/>
          </a:solidFill>
          <a:latin typeface="Bogle" panose="020B0503020203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404041"/>
          </a:solidFill>
          <a:latin typeface="Bogle" panose="020B0503020203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8" name="Rectangle 4"/>
          <p:cNvSpPr>
            <a:spLocks noGrp="1" noChangeArrowheads="1"/>
          </p:cNvSpPr>
          <p:nvPr>
            <p:ph type="body" idx="1"/>
          </p:nvPr>
        </p:nvSpPr>
        <p:spPr bwMode="auto">
          <a:xfrm>
            <a:off x="609600" y="1193800"/>
            <a:ext cx="10972800" cy="475297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0" y="6431280"/>
            <a:ext cx="12192000" cy="42672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bg1"/>
              </a:solidFill>
              <a:latin typeface="Lato Light" panose="020F0302020204030203" pitchFamily="34" charset="0"/>
            </a:endParaRPr>
          </a:p>
        </p:txBody>
      </p:sp>
      <p:sp>
        <p:nvSpPr>
          <p:cNvPr id="6147" name="Rectangle 3"/>
          <p:cNvSpPr>
            <a:spLocks noGrp="1" noChangeArrowheads="1"/>
          </p:cNvSpPr>
          <p:nvPr>
            <p:ph type="title"/>
          </p:nvPr>
        </p:nvSpPr>
        <p:spPr bwMode="auto">
          <a:xfrm>
            <a:off x="609600" y="308257"/>
            <a:ext cx="10972800" cy="666786"/>
          </a:xfrm>
          <a:prstGeom prst="rect">
            <a:avLst/>
          </a:prstGeom>
          <a:noFill/>
          <a:ln w="9525">
            <a:noFill/>
            <a:miter lim="800000"/>
            <a:headEnd/>
            <a:tailEnd/>
          </a:ln>
          <a:effectLst/>
        </p:spPr>
        <p:txBody>
          <a:bodyPr vert="horz" wrap="square" lIns="0" tIns="45720" rIns="0" bIns="45720" numCol="1" anchor="b" anchorCtr="0" compatLnSpc="1">
            <a:prstTxWarp prst="textNoShape">
              <a:avLst/>
            </a:prstTxWarp>
            <a:spAutoFit/>
          </a:bodyPr>
          <a:lstStyle/>
          <a:p>
            <a:pPr lvl="0"/>
            <a:r>
              <a:rPr lang="en-US"/>
              <a:t>Click to edit Master title style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
        <p:nvSpPr>
          <p:cNvPr id="9" name="Slide Number Placeholder 8"/>
          <p:cNvSpPr>
            <a:spLocks noGrp="1"/>
          </p:cNvSpPr>
          <p:nvPr>
            <p:ph type="sldNum" sz="quarter" idx="4"/>
          </p:nvPr>
        </p:nvSpPr>
        <p:spPr>
          <a:xfrm>
            <a:off x="711200" y="6431279"/>
            <a:ext cx="609600" cy="426720"/>
          </a:xfrm>
          <a:prstGeom prst="rect">
            <a:avLst/>
          </a:prstGeom>
          <a:solidFill>
            <a:schemeClr val="accent2"/>
          </a:solidFill>
        </p:spPr>
        <p:txBody>
          <a:bodyPr vert="horz" lIns="91440" tIns="45720" rIns="91440" bIns="45720" rtlCol="0" anchor="ctr"/>
          <a:lstStyle>
            <a:lvl1pPr algn="ctr">
              <a:defRPr sz="1333">
                <a:solidFill>
                  <a:schemeClr val="tx1">
                    <a:lumMod val="75000"/>
                    <a:lumOff val="25000"/>
                  </a:schemeClr>
                </a:solidFill>
                <a:latin typeface="+mn-lt"/>
              </a:defRPr>
            </a:lvl1pPr>
          </a:lstStyle>
          <a:p>
            <a:fld id="{65B3A5B5-D464-4D94-A6FF-B439700E06BB}" type="slidenum">
              <a:rPr lang="en-US" smtClean="0"/>
              <a:pPr/>
              <a:t>‹#›</a:t>
            </a:fld>
            <a:endParaRPr lang="en-US"/>
          </a:p>
        </p:txBody>
      </p:sp>
      <p:grpSp>
        <p:nvGrpSpPr>
          <p:cNvPr id="43" name="Group 42"/>
          <p:cNvGrpSpPr/>
          <p:nvPr/>
        </p:nvGrpSpPr>
        <p:grpSpPr>
          <a:xfrm>
            <a:off x="9956800" y="6495043"/>
            <a:ext cx="1625600" cy="332688"/>
            <a:chOff x="2826032" y="2866132"/>
            <a:chExt cx="6368767" cy="1303397"/>
          </a:xfrm>
        </p:grpSpPr>
        <p:pic>
          <p:nvPicPr>
            <p:cNvPr id="44" name="Picture 43"/>
            <p:cNvPicPr>
              <a:picLocks noChangeAspect="1"/>
            </p:cNvPicPr>
            <p:nvPr userDrawn="1"/>
          </p:nvPicPr>
          <p:blipFill rotWithShape="1">
            <a:blip r:embed="rId32" cstate="email">
              <a:extLst>
                <a:ext uri="{28A0092B-C50C-407E-A947-70E740481C1C}">
                  <a14:useLocalDpi xmlns:a14="http://schemas.microsoft.com/office/drawing/2010/main"/>
                </a:ext>
              </a:extLst>
            </a:blip>
            <a:srcRect r="47060"/>
            <a:stretch/>
          </p:blipFill>
          <p:spPr>
            <a:xfrm>
              <a:off x="3865565" y="2866132"/>
              <a:ext cx="3400259" cy="1303397"/>
            </a:xfrm>
            <a:prstGeom prst="rect">
              <a:avLst/>
            </a:prstGeom>
          </p:spPr>
        </p:pic>
        <p:pic>
          <p:nvPicPr>
            <p:cNvPr id="45" name="Picture 44"/>
            <p:cNvPicPr>
              <a:picLocks noChangeAspect="1"/>
            </p:cNvPicPr>
            <p:nvPr userDrawn="1"/>
          </p:nvPicPr>
          <p:blipFill rotWithShape="1">
            <a:blip r:embed="rId32" cstate="email">
              <a:extLst>
                <a:ext uri="{28A0092B-C50C-407E-A947-70E740481C1C}">
                  <a14:useLocalDpi xmlns:a14="http://schemas.microsoft.com/office/drawing/2010/main"/>
                </a:ext>
              </a:extLst>
            </a:blip>
            <a:srcRect l="71395"/>
            <a:stretch/>
          </p:blipFill>
          <p:spPr>
            <a:xfrm>
              <a:off x="7357533" y="2866132"/>
              <a:ext cx="1837266" cy="1303397"/>
            </a:xfrm>
            <a:prstGeom prst="rect">
              <a:avLst/>
            </a:prstGeom>
          </p:spPr>
        </p:pic>
        <p:pic>
          <p:nvPicPr>
            <p:cNvPr id="46" name="Picture 45"/>
            <p:cNvPicPr>
              <a:picLocks noChangeAspect="1"/>
            </p:cNvPicPr>
            <p:nvPr userDrawn="1"/>
          </p:nvPicPr>
          <p:blipFill rotWithShape="1">
            <a:blip r:embed="rId33" cstate="email">
              <a:extLst>
                <a:ext uri="{28A0092B-C50C-407E-A947-70E740481C1C}">
                  <a14:useLocalDpi xmlns:a14="http://schemas.microsoft.com/office/drawing/2010/main"/>
                </a:ext>
              </a:extLst>
            </a:blip>
            <a:srcRect l="53863" r="30319"/>
            <a:stretch/>
          </p:blipFill>
          <p:spPr>
            <a:xfrm>
              <a:off x="2826032" y="2991271"/>
              <a:ext cx="895374" cy="1148649"/>
            </a:xfrm>
            <a:prstGeom prst="rect">
              <a:avLst/>
            </a:prstGeom>
          </p:spPr>
        </p:pic>
      </p:grpSp>
    </p:spTree>
    <p:extLst>
      <p:ext uri="{BB962C8B-B14F-4D97-AF65-F5344CB8AC3E}">
        <p14:creationId xmlns:p14="http://schemas.microsoft.com/office/powerpoint/2010/main" val="963959872"/>
      </p:ext>
    </p:extLst>
  </p:cSld>
  <p:clrMap bg1="lt1" tx1="dk1" bg2="lt2" tx2="dk2" accent1="accent1" accent2="accent2" accent3="accent3" accent4="accent4" accent5="accent5" accent6="accent6" hlink="hlink" folHlink="folHlink"/>
  <p:sldLayoutIdLst>
    <p:sldLayoutId id="2147483683" r:id="rId1"/>
    <p:sldLayoutId id="2147483684" r:id="rId2"/>
    <p:sldLayoutId id="2147483685" r:id="rId3"/>
    <p:sldLayoutId id="2147483686" r:id="rId4"/>
    <p:sldLayoutId id="2147483687" r:id="rId5"/>
    <p:sldLayoutId id="2147483688" r:id="rId6"/>
    <p:sldLayoutId id="2147483689" r:id="rId7"/>
    <p:sldLayoutId id="2147483690" r:id="rId8"/>
    <p:sldLayoutId id="2147483691" r:id="rId9"/>
    <p:sldLayoutId id="2147483692" r:id="rId10"/>
    <p:sldLayoutId id="2147483693" r:id="rId11"/>
    <p:sldLayoutId id="2147483694" r:id="rId12"/>
    <p:sldLayoutId id="2147483695" r:id="rId13"/>
    <p:sldLayoutId id="2147483696" r:id="rId14"/>
    <p:sldLayoutId id="2147483697" r:id="rId15"/>
    <p:sldLayoutId id="2147483698" r:id="rId16"/>
    <p:sldLayoutId id="2147483699" r:id="rId17"/>
    <p:sldLayoutId id="2147483700" r:id="rId18"/>
    <p:sldLayoutId id="2147483701" r:id="rId19"/>
    <p:sldLayoutId id="2147483702" r:id="rId20"/>
    <p:sldLayoutId id="2147483703" r:id="rId21"/>
    <p:sldLayoutId id="2147483704" r:id="rId22"/>
    <p:sldLayoutId id="2147483705" r:id="rId23"/>
    <p:sldLayoutId id="2147483706" r:id="rId24"/>
    <p:sldLayoutId id="2147483707" r:id="rId25"/>
    <p:sldLayoutId id="2147483708" r:id="rId26"/>
    <p:sldLayoutId id="2147483709" r:id="rId27"/>
    <p:sldLayoutId id="2147483710" r:id="rId28"/>
    <p:sldLayoutId id="2147483711" r:id="rId29"/>
    <p:sldLayoutId id="2147483712" r:id="rId30"/>
  </p:sldLayoutIdLst>
  <p:hf hdr="0" dt="0"/>
  <p:txStyles>
    <p:titleStyle>
      <a:lvl1pPr algn="ctr" rtl="0" eaLnBrk="1" fontAlgn="base" hangingPunct="1">
        <a:spcBef>
          <a:spcPct val="0"/>
        </a:spcBef>
        <a:spcAft>
          <a:spcPct val="0"/>
        </a:spcAft>
        <a:defRPr sz="3733" b="0">
          <a:solidFill>
            <a:schemeClr val="accent6"/>
          </a:solidFill>
          <a:latin typeface="Bogle" charset="0"/>
          <a:ea typeface="Bogle" charset="0"/>
          <a:cs typeface="Bogle" charset="0"/>
        </a:defRPr>
      </a:lvl1pPr>
      <a:lvl2pPr algn="l" rtl="0" eaLnBrk="1" fontAlgn="base" hangingPunct="1">
        <a:spcBef>
          <a:spcPct val="0"/>
        </a:spcBef>
        <a:spcAft>
          <a:spcPct val="0"/>
        </a:spcAft>
        <a:defRPr b="1">
          <a:solidFill>
            <a:schemeClr val="accent2"/>
          </a:solidFill>
          <a:latin typeface="Arial" charset="0"/>
          <a:ea typeface="ＭＳ Ｐゴシック" charset="-128"/>
        </a:defRPr>
      </a:lvl2pPr>
      <a:lvl3pPr algn="l" rtl="0" eaLnBrk="1" fontAlgn="base" hangingPunct="1">
        <a:spcBef>
          <a:spcPct val="0"/>
        </a:spcBef>
        <a:spcAft>
          <a:spcPct val="0"/>
        </a:spcAft>
        <a:defRPr b="1">
          <a:solidFill>
            <a:schemeClr val="accent2"/>
          </a:solidFill>
          <a:latin typeface="Arial" charset="0"/>
          <a:ea typeface="ＭＳ Ｐゴシック" charset="-128"/>
        </a:defRPr>
      </a:lvl3pPr>
      <a:lvl4pPr algn="l" rtl="0" eaLnBrk="1" fontAlgn="base" hangingPunct="1">
        <a:spcBef>
          <a:spcPct val="0"/>
        </a:spcBef>
        <a:spcAft>
          <a:spcPct val="0"/>
        </a:spcAft>
        <a:defRPr b="1">
          <a:solidFill>
            <a:schemeClr val="accent2"/>
          </a:solidFill>
          <a:latin typeface="Arial" charset="0"/>
          <a:ea typeface="ＭＳ Ｐゴシック" charset="-128"/>
        </a:defRPr>
      </a:lvl4pPr>
      <a:lvl5pPr algn="l" rtl="0" eaLnBrk="1" fontAlgn="base" hangingPunct="1">
        <a:spcBef>
          <a:spcPct val="0"/>
        </a:spcBef>
        <a:spcAft>
          <a:spcPct val="0"/>
        </a:spcAft>
        <a:defRPr b="1">
          <a:solidFill>
            <a:schemeClr val="accent2"/>
          </a:solidFill>
          <a:latin typeface="Arial" charset="0"/>
          <a:ea typeface="ＭＳ Ｐゴシック" charset="-128"/>
        </a:defRPr>
      </a:lvl5pPr>
      <a:lvl6pPr marL="609585" algn="l" rtl="0" eaLnBrk="1" fontAlgn="base" hangingPunct="1">
        <a:spcBef>
          <a:spcPct val="0"/>
        </a:spcBef>
        <a:spcAft>
          <a:spcPct val="0"/>
        </a:spcAft>
        <a:defRPr b="1">
          <a:solidFill>
            <a:schemeClr val="accent2"/>
          </a:solidFill>
          <a:latin typeface="Arial" charset="0"/>
          <a:ea typeface="ＭＳ Ｐゴシック" charset="-128"/>
        </a:defRPr>
      </a:lvl6pPr>
      <a:lvl7pPr marL="1219170" algn="l" rtl="0" eaLnBrk="1" fontAlgn="base" hangingPunct="1">
        <a:spcBef>
          <a:spcPct val="0"/>
        </a:spcBef>
        <a:spcAft>
          <a:spcPct val="0"/>
        </a:spcAft>
        <a:defRPr b="1">
          <a:solidFill>
            <a:schemeClr val="accent2"/>
          </a:solidFill>
          <a:latin typeface="Arial" charset="0"/>
          <a:ea typeface="ＭＳ Ｐゴシック" charset="-128"/>
        </a:defRPr>
      </a:lvl7pPr>
      <a:lvl8pPr marL="1828754" algn="l" rtl="0" eaLnBrk="1" fontAlgn="base" hangingPunct="1">
        <a:spcBef>
          <a:spcPct val="0"/>
        </a:spcBef>
        <a:spcAft>
          <a:spcPct val="0"/>
        </a:spcAft>
        <a:defRPr b="1">
          <a:solidFill>
            <a:schemeClr val="accent2"/>
          </a:solidFill>
          <a:latin typeface="Arial" charset="0"/>
          <a:ea typeface="ＭＳ Ｐゴシック" charset="-128"/>
        </a:defRPr>
      </a:lvl8pPr>
      <a:lvl9pPr marL="2438339" algn="l" rtl="0" eaLnBrk="1" fontAlgn="base" hangingPunct="1">
        <a:spcBef>
          <a:spcPct val="0"/>
        </a:spcBef>
        <a:spcAft>
          <a:spcPct val="0"/>
        </a:spcAft>
        <a:defRPr b="1">
          <a:solidFill>
            <a:schemeClr val="accent2"/>
          </a:solidFill>
          <a:latin typeface="Arial" charset="0"/>
          <a:ea typeface="ＭＳ Ｐゴシック" charset="-128"/>
        </a:defRPr>
      </a:lvl9pPr>
    </p:titleStyle>
    <p:bodyStyle>
      <a:lvl1pPr marL="365751" indent="-365751" algn="l" rtl="0" eaLnBrk="1" fontAlgn="base" hangingPunct="1">
        <a:spcBef>
          <a:spcPct val="0"/>
        </a:spcBef>
        <a:spcAft>
          <a:spcPct val="0"/>
        </a:spcAft>
        <a:buClr>
          <a:schemeClr val="accent1"/>
        </a:buClr>
        <a:buSzPct val="120000"/>
        <a:buFont typeface="Times" pitchFamily="18" charset="0"/>
        <a:buChar char="•"/>
        <a:defRPr sz="2400">
          <a:solidFill>
            <a:schemeClr val="tx1">
              <a:lumMod val="75000"/>
              <a:lumOff val="25000"/>
            </a:schemeClr>
          </a:solidFill>
          <a:latin typeface="Bogle" charset="0"/>
          <a:ea typeface="Bogle" charset="0"/>
          <a:cs typeface="Bogle" charset="0"/>
        </a:defRPr>
      </a:lvl1pPr>
      <a:lvl2pPr marL="609585" indent="-365751" algn="l" rtl="0" eaLnBrk="1" fontAlgn="base" hangingPunct="1">
        <a:spcBef>
          <a:spcPct val="0"/>
        </a:spcBef>
        <a:spcAft>
          <a:spcPct val="0"/>
        </a:spcAft>
        <a:buClr>
          <a:schemeClr val="accent1"/>
        </a:buClr>
        <a:buChar char="–"/>
        <a:defRPr sz="2400">
          <a:solidFill>
            <a:schemeClr val="tx1">
              <a:lumMod val="75000"/>
              <a:lumOff val="25000"/>
            </a:schemeClr>
          </a:solidFill>
          <a:latin typeface="Bogle" charset="0"/>
          <a:ea typeface="Bogle" charset="0"/>
          <a:cs typeface="Bogle" charset="0"/>
        </a:defRPr>
      </a:lvl2pPr>
      <a:lvl3pPr marL="975336" indent="-365751" algn="l" rtl="0" eaLnBrk="1" fontAlgn="base" hangingPunct="1">
        <a:spcBef>
          <a:spcPct val="0"/>
        </a:spcBef>
        <a:spcAft>
          <a:spcPct val="0"/>
        </a:spcAft>
        <a:buClr>
          <a:schemeClr val="accent1"/>
        </a:buClr>
        <a:buFont typeface="Times" pitchFamily="18" charset="0"/>
        <a:buChar char="•"/>
        <a:defRPr sz="2133">
          <a:solidFill>
            <a:schemeClr val="tx1">
              <a:lumMod val="75000"/>
              <a:lumOff val="25000"/>
            </a:schemeClr>
          </a:solidFill>
          <a:latin typeface="Bogle" charset="0"/>
          <a:ea typeface="Bogle" charset="0"/>
          <a:cs typeface="Bogle" charset="0"/>
        </a:defRPr>
      </a:lvl3pPr>
      <a:lvl4pPr marL="1341086" indent="-365751" algn="l" rtl="0" eaLnBrk="1" fontAlgn="base" hangingPunct="1">
        <a:spcBef>
          <a:spcPct val="0"/>
        </a:spcBef>
        <a:spcAft>
          <a:spcPct val="0"/>
        </a:spcAft>
        <a:buClr>
          <a:schemeClr val="accent1"/>
        </a:buClr>
        <a:buFont typeface="Estrangelo Edessa" panose="03080600000000000000" pitchFamily="66" charset="0"/>
        <a:buChar char="›"/>
        <a:defRPr sz="1867">
          <a:solidFill>
            <a:schemeClr val="tx1">
              <a:lumMod val="75000"/>
              <a:lumOff val="25000"/>
            </a:schemeClr>
          </a:solidFill>
          <a:latin typeface="Bogle" charset="0"/>
          <a:ea typeface="Bogle" charset="0"/>
          <a:cs typeface="Bogle" charset="0"/>
        </a:defRPr>
      </a:lvl4pPr>
      <a:lvl5pPr marL="1706837" indent="-365751" algn="l" rtl="0" eaLnBrk="1" fontAlgn="base" hangingPunct="1">
        <a:spcBef>
          <a:spcPct val="0"/>
        </a:spcBef>
        <a:spcAft>
          <a:spcPct val="0"/>
        </a:spcAft>
        <a:buClr>
          <a:schemeClr val="accent1"/>
        </a:buClr>
        <a:buChar char="»"/>
        <a:defRPr sz="1867">
          <a:solidFill>
            <a:schemeClr val="tx1">
              <a:lumMod val="75000"/>
              <a:lumOff val="25000"/>
            </a:schemeClr>
          </a:solidFill>
          <a:latin typeface="Bogle" charset="0"/>
          <a:ea typeface="Bogle" charset="0"/>
          <a:cs typeface="Bogle" charset="0"/>
        </a:defRPr>
      </a:lvl5pPr>
      <a:lvl6pPr marL="2743131" indent="-298443" algn="l" rtl="0" eaLnBrk="1" fontAlgn="base" hangingPunct="1">
        <a:spcBef>
          <a:spcPct val="0"/>
        </a:spcBef>
        <a:spcAft>
          <a:spcPct val="0"/>
        </a:spcAft>
        <a:buChar char="»"/>
        <a:defRPr sz="2667">
          <a:solidFill>
            <a:schemeClr val="tx1"/>
          </a:solidFill>
          <a:latin typeface="+mn-lt"/>
        </a:defRPr>
      </a:lvl6pPr>
      <a:lvl7pPr marL="3352716" indent="-298443" algn="l" rtl="0" eaLnBrk="1" fontAlgn="base" hangingPunct="1">
        <a:spcBef>
          <a:spcPct val="0"/>
        </a:spcBef>
        <a:spcAft>
          <a:spcPct val="0"/>
        </a:spcAft>
        <a:buChar char="»"/>
        <a:defRPr sz="2667">
          <a:solidFill>
            <a:schemeClr val="tx1"/>
          </a:solidFill>
          <a:latin typeface="+mn-lt"/>
        </a:defRPr>
      </a:lvl7pPr>
      <a:lvl8pPr marL="3962301" indent="-298443" algn="l" rtl="0" eaLnBrk="1" fontAlgn="base" hangingPunct="1">
        <a:spcBef>
          <a:spcPct val="0"/>
        </a:spcBef>
        <a:spcAft>
          <a:spcPct val="0"/>
        </a:spcAft>
        <a:buChar char="»"/>
        <a:defRPr sz="2667">
          <a:solidFill>
            <a:schemeClr val="tx1"/>
          </a:solidFill>
          <a:latin typeface="+mn-lt"/>
        </a:defRPr>
      </a:lvl8pPr>
      <a:lvl9pPr marL="4571886" indent="-298443" algn="l" rtl="0" eaLnBrk="1" fontAlgn="base" hangingPunct="1">
        <a:spcBef>
          <a:spcPct val="0"/>
        </a:spcBef>
        <a:spcAft>
          <a:spcPct val="0"/>
        </a:spcAft>
        <a:buChar char="»"/>
        <a:defRPr sz="2667">
          <a:solidFill>
            <a:schemeClr val="tx1"/>
          </a:solidFill>
          <a:latin typeface="+mn-lt"/>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B002287-43AE-984A-B16C-545A738AB330}"/>
              </a:ext>
            </a:extLst>
          </p:cNvPr>
          <p:cNvSpPr>
            <a:spLocks noGrp="1"/>
          </p:cNvSpPr>
          <p:nvPr>
            <p:ph type="title"/>
          </p:nvPr>
        </p:nvSpPr>
        <p:spPr>
          <a:xfrm>
            <a:off x="457200" y="274320"/>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C259E9FD-CE43-9546-8B5B-18B379FEBCCA}"/>
              </a:ext>
            </a:extLst>
          </p:cNvPr>
          <p:cNvSpPr>
            <a:spLocks noGrp="1"/>
          </p:cNvSpPr>
          <p:nvPr>
            <p:ph type="body" idx="1"/>
          </p:nvPr>
        </p:nvSpPr>
        <p:spPr>
          <a:xfrm>
            <a:off x="457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Holder 6">
            <a:extLst>
              <a:ext uri="{FF2B5EF4-FFF2-40B4-BE49-F238E27FC236}">
                <a16:creationId xmlns:a16="http://schemas.microsoft.com/office/drawing/2014/main" id="{D6C85FB1-F8FD-C741-A2DC-BBB4E52014C6}"/>
              </a:ext>
            </a:extLst>
          </p:cNvPr>
          <p:cNvSpPr txBox="1">
            <a:spLocks/>
          </p:cNvSpPr>
          <p:nvPr/>
        </p:nvSpPr>
        <p:spPr>
          <a:xfrm>
            <a:off x="11236050" y="6619391"/>
            <a:ext cx="277064" cy="153888"/>
          </a:xfrm>
          <a:prstGeom prst="rect">
            <a:avLst/>
          </a:prstGeom>
        </p:spPr>
        <p:txBody>
          <a:bodyPr wrap="square" lIns="0" tIns="0" rIns="0" bIns="0">
            <a:spAutoFit/>
          </a:bodyPr>
          <a:lstStyle>
            <a:defPPr>
              <a:defRPr lang="en-US"/>
            </a:defPPr>
            <a:lvl1pPr marL="0" algn="r" defTabSz="914400" rtl="0" eaLnBrk="1" latinLnBrk="0" hangingPunct="1">
              <a:defRPr sz="800" b="1"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US" sz="1000">
                <a:solidFill>
                  <a:srgbClr val="0B1438"/>
                </a:solidFill>
              </a:rPr>
              <a:pPr/>
              <a:t>‹#›</a:t>
            </a:fld>
            <a:endParaRPr lang="en-US" sz="1000">
              <a:solidFill>
                <a:srgbClr val="0B1438"/>
              </a:solidFill>
            </a:endParaRPr>
          </a:p>
        </p:txBody>
      </p:sp>
      <p:sp>
        <p:nvSpPr>
          <p:cNvPr id="9" name="object 33">
            <a:extLst>
              <a:ext uri="{FF2B5EF4-FFF2-40B4-BE49-F238E27FC236}">
                <a16:creationId xmlns:a16="http://schemas.microsoft.com/office/drawing/2014/main" id="{64188B49-E268-6A49-BD04-4EA18EBAD2D0}"/>
              </a:ext>
            </a:extLst>
          </p:cNvPr>
          <p:cNvSpPr txBox="1">
            <a:spLocks/>
          </p:cNvSpPr>
          <p:nvPr/>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a:t> </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11"/>
              <a:t> </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pic>
        <p:nvPicPr>
          <p:cNvPr id="20" name="Picture 19">
            <a:extLst>
              <a:ext uri="{FF2B5EF4-FFF2-40B4-BE49-F238E27FC236}">
                <a16:creationId xmlns:a16="http://schemas.microsoft.com/office/drawing/2014/main" id="{963B5214-62ED-F345-B6DE-317510A78A03}"/>
              </a:ext>
            </a:extLst>
          </p:cNvPr>
          <p:cNvPicPr>
            <a:picLocks noChangeAspect="1"/>
          </p:cNvPicPr>
          <p:nvPr/>
        </p:nvPicPr>
        <p:blipFill>
          <a:blip r:embed="rId10"/>
          <a:stretch>
            <a:fillRect/>
          </a:stretch>
        </p:blipFill>
        <p:spPr>
          <a:xfrm>
            <a:off x="11414125" y="9525"/>
            <a:ext cx="777875" cy="777875"/>
          </a:xfrm>
          <a:prstGeom prst="rect">
            <a:avLst/>
          </a:prstGeom>
        </p:spPr>
      </p:pic>
      <p:pic>
        <p:nvPicPr>
          <p:cNvPr id="11" name="Picture 10">
            <a:extLst>
              <a:ext uri="{FF2B5EF4-FFF2-40B4-BE49-F238E27FC236}">
                <a16:creationId xmlns:a16="http://schemas.microsoft.com/office/drawing/2014/main" id="{3E11680D-3CC3-2D4E-8062-3CF346BB92AB}"/>
              </a:ext>
            </a:extLst>
          </p:cNvPr>
          <p:cNvPicPr>
            <a:picLocks noChangeAspect="1"/>
          </p:cNvPicPr>
          <p:nvPr/>
        </p:nvPicPr>
        <p:blipFill>
          <a:blip r:embed="rId11"/>
          <a:stretch>
            <a:fillRect/>
          </a:stretch>
        </p:blipFill>
        <p:spPr>
          <a:xfrm>
            <a:off x="84991" y="6394083"/>
            <a:ext cx="3093547" cy="562463"/>
          </a:xfrm>
          <a:prstGeom prst="rect">
            <a:avLst/>
          </a:prstGeom>
        </p:spPr>
      </p:pic>
      <p:grpSp>
        <p:nvGrpSpPr>
          <p:cNvPr id="10" name="Group 9">
            <a:extLst>
              <a:ext uri="{FF2B5EF4-FFF2-40B4-BE49-F238E27FC236}">
                <a16:creationId xmlns:a16="http://schemas.microsoft.com/office/drawing/2014/main" id="{EA47C7FB-56C9-452B-BA3E-212EF996FFFD}"/>
              </a:ext>
            </a:extLst>
          </p:cNvPr>
          <p:cNvGrpSpPr/>
          <p:nvPr/>
        </p:nvGrpSpPr>
        <p:grpSpPr>
          <a:xfrm>
            <a:off x="-2352501" y="449361"/>
            <a:ext cx="1971501" cy="3367772"/>
            <a:chOff x="-2352501" y="449361"/>
            <a:chExt cx="1971501" cy="3367772"/>
          </a:xfrm>
        </p:grpSpPr>
        <p:sp>
          <p:nvSpPr>
            <p:cNvPr id="12" name="Rectangle 11">
              <a:extLst>
                <a:ext uri="{FF2B5EF4-FFF2-40B4-BE49-F238E27FC236}">
                  <a16:creationId xmlns:a16="http://schemas.microsoft.com/office/drawing/2014/main" id="{C5C283B5-7826-4A51-9B89-A7C41DE0D688}"/>
                </a:ext>
              </a:extLst>
            </p:cNvPr>
            <p:cNvSpPr/>
            <p:nvPr/>
          </p:nvSpPr>
          <p:spPr>
            <a:xfrm>
              <a:off x="-609600" y="2189339"/>
              <a:ext cx="228600" cy="228600"/>
            </a:xfrm>
            <a:prstGeom prst="rect">
              <a:avLst/>
            </a:prstGeom>
            <a:solidFill>
              <a:srgbClr val="FFC22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9AB1459-2B19-4BF9-AB56-9E824460C74B}"/>
                </a:ext>
              </a:extLst>
            </p:cNvPr>
            <p:cNvSpPr/>
            <p:nvPr/>
          </p:nvSpPr>
          <p:spPr>
            <a:xfrm>
              <a:off x="-609600" y="3206399"/>
              <a:ext cx="228600" cy="228600"/>
            </a:xfrm>
            <a:prstGeom prst="rect">
              <a:avLst/>
            </a:prstGeom>
            <a:solidFill>
              <a:srgbClr val="EE3B2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C2620583-C671-42D6-8299-267BF1BCD21E}"/>
                </a:ext>
              </a:extLst>
            </p:cNvPr>
            <p:cNvGrpSpPr/>
            <p:nvPr/>
          </p:nvGrpSpPr>
          <p:grpSpPr>
            <a:xfrm>
              <a:off x="-2338086" y="449361"/>
              <a:ext cx="1957086" cy="307777"/>
              <a:chOff x="-2338086" y="449361"/>
              <a:chExt cx="1957086" cy="307777"/>
            </a:xfrm>
          </p:grpSpPr>
          <p:sp>
            <p:nvSpPr>
              <p:cNvPr id="36" name="Rectangle 35">
                <a:extLst>
                  <a:ext uri="{FF2B5EF4-FFF2-40B4-BE49-F238E27FC236}">
                    <a16:creationId xmlns:a16="http://schemas.microsoft.com/office/drawing/2014/main" id="{591FC736-8583-45E2-AEA7-F2AB9823A4DD}"/>
                  </a:ext>
                </a:extLst>
              </p:cNvPr>
              <p:cNvSpPr/>
              <p:nvPr/>
            </p:nvSpPr>
            <p:spPr>
              <a:xfrm>
                <a:off x="-609600" y="488950"/>
                <a:ext cx="228600" cy="228600"/>
              </a:xfrm>
              <a:prstGeom prst="rect">
                <a:avLst/>
              </a:prstGeom>
              <a:solidFill>
                <a:srgbClr val="081F2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81F2C"/>
                  </a:solidFill>
                </a:endParaRPr>
              </a:p>
            </p:txBody>
          </p:sp>
          <p:sp>
            <p:nvSpPr>
              <p:cNvPr id="37" name="TextBox 36">
                <a:extLst>
                  <a:ext uri="{FF2B5EF4-FFF2-40B4-BE49-F238E27FC236}">
                    <a16:creationId xmlns:a16="http://schemas.microsoft.com/office/drawing/2014/main" id="{3CEB40F3-763A-456D-A08A-D35948D5EAB3}"/>
                  </a:ext>
                </a:extLst>
              </p:cNvPr>
              <p:cNvSpPr txBox="1"/>
              <p:nvPr/>
            </p:nvSpPr>
            <p:spPr>
              <a:xfrm>
                <a:off x="-2338086" y="449361"/>
                <a:ext cx="1728486" cy="307777"/>
              </a:xfrm>
              <a:prstGeom prst="rect">
                <a:avLst/>
              </a:prstGeom>
              <a:noFill/>
            </p:spPr>
            <p:txBody>
              <a:bodyPr wrap="square" rtlCol="0">
                <a:spAutoFit/>
              </a:bodyPr>
              <a:lstStyle/>
              <a:p>
                <a:r>
                  <a:rPr lang="en-US" sz="1400">
                    <a:solidFill>
                      <a:srgbClr val="081F2C"/>
                    </a:solidFill>
                  </a:rPr>
                  <a:t>RGB: 8 / 31/ 44</a:t>
                </a:r>
              </a:p>
            </p:txBody>
          </p:sp>
        </p:grpSp>
        <p:grpSp>
          <p:nvGrpSpPr>
            <p:cNvPr id="15" name="Group 14">
              <a:extLst>
                <a:ext uri="{FF2B5EF4-FFF2-40B4-BE49-F238E27FC236}">
                  <a16:creationId xmlns:a16="http://schemas.microsoft.com/office/drawing/2014/main" id="{139092E9-DF4D-42EA-B27D-08B70BF3749B}"/>
                </a:ext>
              </a:extLst>
            </p:cNvPr>
            <p:cNvGrpSpPr/>
            <p:nvPr/>
          </p:nvGrpSpPr>
          <p:grpSpPr>
            <a:xfrm>
              <a:off x="-2352501" y="790144"/>
              <a:ext cx="1971501" cy="307777"/>
              <a:chOff x="-2352501" y="790144"/>
              <a:chExt cx="1971501" cy="307777"/>
            </a:xfrm>
          </p:grpSpPr>
          <p:sp>
            <p:nvSpPr>
              <p:cNvPr id="34" name="Rectangle 33">
                <a:extLst>
                  <a:ext uri="{FF2B5EF4-FFF2-40B4-BE49-F238E27FC236}">
                    <a16:creationId xmlns:a16="http://schemas.microsoft.com/office/drawing/2014/main" id="{EC0D4BBE-3348-41E9-B715-ADEFA3839BC2}"/>
                  </a:ext>
                </a:extLst>
              </p:cNvPr>
              <p:cNvSpPr/>
              <p:nvPr/>
            </p:nvSpPr>
            <p:spPr>
              <a:xfrm>
                <a:off x="-609600" y="829733"/>
                <a:ext cx="228600" cy="228600"/>
              </a:xfrm>
              <a:prstGeom prst="rect">
                <a:avLst/>
              </a:prstGeom>
              <a:solidFill>
                <a:srgbClr val="78B9E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78B9E7"/>
                  </a:solidFill>
                </a:endParaRPr>
              </a:p>
            </p:txBody>
          </p:sp>
          <p:sp>
            <p:nvSpPr>
              <p:cNvPr id="35" name="TextBox 34">
                <a:extLst>
                  <a:ext uri="{FF2B5EF4-FFF2-40B4-BE49-F238E27FC236}">
                    <a16:creationId xmlns:a16="http://schemas.microsoft.com/office/drawing/2014/main" id="{06EB7307-A7A9-4299-BC58-BE30596658A1}"/>
                  </a:ext>
                </a:extLst>
              </p:cNvPr>
              <p:cNvSpPr txBox="1"/>
              <p:nvPr/>
            </p:nvSpPr>
            <p:spPr>
              <a:xfrm>
                <a:off x="-2352501" y="790144"/>
                <a:ext cx="1728486" cy="307777"/>
              </a:xfrm>
              <a:prstGeom prst="rect">
                <a:avLst/>
              </a:prstGeom>
              <a:noFill/>
            </p:spPr>
            <p:txBody>
              <a:bodyPr wrap="square" rtlCol="0">
                <a:spAutoFit/>
              </a:bodyPr>
              <a:lstStyle/>
              <a:p>
                <a:r>
                  <a:rPr lang="en-US" sz="1400">
                    <a:solidFill>
                      <a:srgbClr val="081F2C"/>
                    </a:solidFill>
                  </a:rPr>
                  <a:t>RGB: 120 / 185 / 231</a:t>
                </a:r>
              </a:p>
            </p:txBody>
          </p:sp>
        </p:grpSp>
        <p:grpSp>
          <p:nvGrpSpPr>
            <p:cNvPr id="16" name="Group 15">
              <a:extLst>
                <a:ext uri="{FF2B5EF4-FFF2-40B4-BE49-F238E27FC236}">
                  <a16:creationId xmlns:a16="http://schemas.microsoft.com/office/drawing/2014/main" id="{304766AC-AEF9-477A-AC81-00AE8FA76A96}"/>
                </a:ext>
              </a:extLst>
            </p:cNvPr>
            <p:cNvGrpSpPr/>
            <p:nvPr/>
          </p:nvGrpSpPr>
          <p:grpSpPr>
            <a:xfrm>
              <a:off x="-2352501" y="1471710"/>
              <a:ext cx="1971501" cy="307777"/>
              <a:chOff x="-2352501" y="1471710"/>
              <a:chExt cx="1971501" cy="307777"/>
            </a:xfrm>
          </p:grpSpPr>
          <p:sp>
            <p:nvSpPr>
              <p:cNvPr id="32" name="Rectangle 31">
                <a:extLst>
                  <a:ext uri="{FF2B5EF4-FFF2-40B4-BE49-F238E27FC236}">
                    <a16:creationId xmlns:a16="http://schemas.microsoft.com/office/drawing/2014/main" id="{EDF837DA-A7AA-4FA9-B784-79A2E096E625}"/>
                  </a:ext>
                </a:extLst>
              </p:cNvPr>
              <p:cNvSpPr/>
              <p:nvPr/>
            </p:nvSpPr>
            <p:spPr>
              <a:xfrm>
                <a:off x="-609600" y="1511299"/>
                <a:ext cx="228600" cy="228600"/>
              </a:xfrm>
              <a:prstGeom prst="rect">
                <a:avLst/>
              </a:prstGeom>
              <a:solidFill>
                <a:srgbClr val="0070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71CE"/>
                  </a:solidFill>
                </a:endParaRPr>
              </a:p>
            </p:txBody>
          </p:sp>
          <p:sp>
            <p:nvSpPr>
              <p:cNvPr id="33" name="TextBox 32">
                <a:extLst>
                  <a:ext uri="{FF2B5EF4-FFF2-40B4-BE49-F238E27FC236}">
                    <a16:creationId xmlns:a16="http://schemas.microsoft.com/office/drawing/2014/main" id="{A04D9A2D-16B6-4003-A138-147D2A75FA93}"/>
                  </a:ext>
                </a:extLst>
              </p:cNvPr>
              <p:cNvSpPr txBox="1"/>
              <p:nvPr/>
            </p:nvSpPr>
            <p:spPr>
              <a:xfrm>
                <a:off x="-2352501" y="1471710"/>
                <a:ext cx="1728486" cy="307777"/>
              </a:xfrm>
              <a:prstGeom prst="rect">
                <a:avLst/>
              </a:prstGeom>
              <a:noFill/>
            </p:spPr>
            <p:txBody>
              <a:bodyPr wrap="square" rtlCol="0">
                <a:spAutoFit/>
              </a:bodyPr>
              <a:lstStyle/>
              <a:p>
                <a:r>
                  <a:rPr lang="en-US" sz="1400">
                    <a:solidFill>
                      <a:srgbClr val="081F2C"/>
                    </a:solidFill>
                  </a:rPr>
                  <a:t>RGB: 0 / 112 / 206</a:t>
                </a:r>
              </a:p>
            </p:txBody>
          </p:sp>
        </p:grpSp>
        <p:grpSp>
          <p:nvGrpSpPr>
            <p:cNvPr id="17" name="Group 16">
              <a:extLst>
                <a:ext uri="{FF2B5EF4-FFF2-40B4-BE49-F238E27FC236}">
                  <a16:creationId xmlns:a16="http://schemas.microsoft.com/office/drawing/2014/main" id="{CFA03A35-7EA5-40A3-8A26-2F2ECABB54E3}"/>
                </a:ext>
              </a:extLst>
            </p:cNvPr>
            <p:cNvGrpSpPr/>
            <p:nvPr/>
          </p:nvGrpSpPr>
          <p:grpSpPr>
            <a:xfrm>
              <a:off x="-2352501" y="1810730"/>
              <a:ext cx="1971501" cy="307777"/>
              <a:chOff x="-2352501" y="1810730"/>
              <a:chExt cx="1971501" cy="307777"/>
            </a:xfrm>
          </p:grpSpPr>
          <p:sp>
            <p:nvSpPr>
              <p:cNvPr id="30" name="Rectangle 29">
                <a:extLst>
                  <a:ext uri="{FF2B5EF4-FFF2-40B4-BE49-F238E27FC236}">
                    <a16:creationId xmlns:a16="http://schemas.microsoft.com/office/drawing/2014/main" id="{9EF2FB6D-2CCC-4415-99A7-33AEB5A96599}"/>
                  </a:ext>
                </a:extLst>
              </p:cNvPr>
              <p:cNvSpPr/>
              <p:nvPr/>
            </p:nvSpPr>
            <p:spPr>
              <a:xfrm>
                <a:off x="-609600" y="1850319"/>
                <a:ext cx="228600" cy="228600"/>
              </a:xfrm>
              <a:prstGeom prst="rect">
                <a:avLst/>
              </a:prstGeom>
              <a:solidFill>
                <a:srgbClr val="EB148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1AE297AF-DCAC-4D8E-B0FE-1F3A8C42342B}"/>
                  </a:ext>
                </a:extLst>
              </p:cNvPr>
              <p:cNvSpPr txBox="1"/>
              <p:nvPr/>
            </p:nvSpPr>
            <p:spPr>
              <a:xfrm>
                <a:off x="-2352501" y="1810730"/>
                <a:ext cx="1728486" cy="307777"/>
              </a:xfrm>
              <a:prstGeom prst="rect">
                <a:avLst/>
              </a:prstGeom>
              <a:noFill/>
            </p:spPr>
            <p:txBody>
              <a:bodyPr wrap="square" rtlCol="0">
                <a:spAutoFit/>
              </a:bodyPr>
              <a:lstStyle/>
              <a:p>
                <a:r>
                  <a:rPr lang="en-US" sz="1400">
                    <a:solidFill>
                      <a:srgbClr val="081F2C"/>
                    </a:solidFill>
                  </a:rPr>
                  <a:t>RGB: 235 / 20 / 141</a:t>
                </a:r>
              </a:p>
            </p:txBody>
          </p:sp>
        </p:grpSp>
        <p:sp>
          <p:nvSpPr>
            <p:cNvPr id="18" name="TextBox 17">
              <a:extLst>
                <a:ext uri="{FF2B5EF4-FFF2-40B4-BE49-F238E27FC236}">
                  <a16:creationId xmlns:a16="http://schemas.microsoft.com/office/drawing/2014/main" id="{0CD8E2D3-8159-4572-A1AF-9DBF1D63FC58}"/>
                </a:ext>
              </a:extLst>
            </p:cNvPr>
            <p:cNvSpPr txBox="1"/>
            <p:nvPr/>
          </p:nvSpPr>
          <p:spPr>
            <a:xfrm>
              <a:off x="-2338086" y="2149750"/>
              <a:ext cx="1728486" cy="307777"/>
            </a:xfrm>
            <a:prstGeom prst="rect">
              <a:avLst/>
            </a:prstGeom>
            <a:noFill/>
          </p:spPr>
          <p:txBody>
            <a:bodyPr wrap="square" rtlCol="0">
              <a:spAutoFit/>
            </a:bodyPr>
            <a:lstStyle/>
            <a:p>
              <a:r>
                <a:rPr lang="en-US" sz="1400">
                  <a:solidFill>
                    <a:srgbClr val="081F2C"/>
                  </a:solidFill>
                </a:rPr>
                <a:t>RGB: 255 / 194 / 32</a:t>
              </a:r>
            </a:p>
          </p:txBody>
        </p:sp>
        <p:grpSp>
          <p:nvGrpSpPr>
            <p:cNvPr id="19" name="Group 18">
              <a:extLst>
                <a:ext uri="{FF2B5EF4-FFF2-40B4-BE49-F238E27FC236}">
                  <a16:creationId xmlns:a16="http://schemas.microsoft.com/office/drawing/2014/main" id="{610ED7E1-CE4F-4690-9F78-3ED0C88CB9D4}"/>
                </a:ext>
              </a:extLst>
            </p:cNvPr>
            <p:cNvGrpSpPr/>
            <p:nvPr/>
          </p:nvGrpSpPr>
          <p:grpSpPr>
            <a:xfrm>
              <a:off x="-2338086" y="2487726"/>
              <a:ext cx="1957086" cy="307777"/>
              <a:chOff x="-2338086" y="2487726"/>
              <a:chExt cx="1957086" cy="307777"/>
            </a:xfrm>
          </p:grpSpPr>
          <p:sp>
            <p:nvSpPr>
              <p:cNvPr id="28" name="Rectangle 27">
                <a:extLst>
                  <a:ext uri="{FF2B5EF4-FFF2-40B4-BE49-F238E27FC236}">
                    <a16:creationId xmlns:a16="http://schemas.microsoft.com/office/drawing/2014/main" id="{06B34E14-6436-4CC0-A4AE-12C013E12EF0}"/>
                  </a:ext>
                </a:extLst>
              </p:cNvPr>
              <p:cNvSpPr/>
              <p:nvPr/>
            </p:nvSpPr>
            <p:spPr>
              <a:xfrm>
                <a:off x="-609600" y="2528359"/>
                <a:ext cx="228600" cy="228600"/>
              </a:xfrm>
              <a:prstGeom prst="rect">
                <a:avLst/>
              </a:prstGeom>
              <a:solidFill>
                <a:srgbClr val="76C04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TextBox 28">
                <a:extLst>
                  <a:ext uri="{FF2B5EF4-FFF2-40B4-BE49-F238E27FC236}">
                    <a16:creationId xmlns:a16="http://schemas.microsoft.com/office/drawing/2014/main" id="{93BE7F54-6D3E-4E06-9552-E973C7BE142B}"/>
                  </a:ext>
                </a:extLst>
              </p:cNvPr>
              <p:cNvSpPr txBox="1"/>
              <p:nvPr/>
            </p:nvSpPr>
            <p:spPr>
              <a:xfrm>
                <a:off x="-2338086" y="2487726"/>
                <a:ext cx="1728486" cy="307777"/>
              </a:xfrm>
              <a:prstGeom prst="rect">
                <a:avLst/>
              </a:prstGeom>
              <a:noFill/>
            </p:spPr>
            <p:txBody>
              <a:bodyPr wrap="square" rtlCol="0">
                <a:spAutoFit/>
              </a:bodyPr>
              <a:lstStyle/>
              <a:p>
                <a:r>
                  <a:rPr lang="en-US" sz="1400">
                    <a:solidFill>
                      <a:srgbClr val="081F2C"/>
                    </a:solidFill>
                  </a:rPr>
                  <a:t>RGB: 118 / 192 / 67</a:t>
                </a:r>
              </a:p>
            </p:txBody>
          </p:sp>
        </p:grpSp>
        <p:grpSp>
          <p:nvGrpSpPr>
            <p:cNvPr id="21" name="Group 20">
              <a:extLst>
                <a:ext uri="{FF2B5EF4-FFF2-40B4-BE49-F238E27FC236}">
                  <a16:creationId xmlns:a16="http://schemas.microsoft.com/office/drawing/2014/main" id="{F9735A56-A3A2-400E-8D24-18857B99577B}"/>
                </a:ext>
              </a:extLst>
            </p:cNvPr>
            <p:cNvGrpSpPr/>
            <p:nvPr/>
          </p:nvGrpSpPr>
          <p:grpSpPr>
            <a:xfrm>
              <a:off x="-2338086" y="2825702"/>
              <a:ext cx="1957086" cy="307777"/>
              <a:chOff x="-2338086" y="2825702"/>
              <a:chExt cx="1957086" cy="307777"/>
            </a:xfrm>
          </p:grpSpPr>
          <p:sp>
            <p:nvSpPr>
              <p:cNvPr id="26" name="Rectangle 25">
                <a:extLst>
                  <a:ext uri="{FF2B5EF4-FFF2-40B4-BE49-F238E27FC236}">
                    <a16:creationId xmlns:a16="http://schemas.microsoft.com/office/drawing/2014/main" id="{F62C4DB5-52CD-4797-937E-38A31ED5D70D}"/>
                  </a:ext>
                </a:extLst>
              </p:cNvPr>
              <p:cNvSpPr/>
              <p:nvPr/>
            </p:nvSpPr>
            <p:spPr>
              <a:xfrm>
                <a:off x="-609600" y="2867379"/>
                <a:ext cx="228600" cy="228600"/>
              </a:xfrm>
              <a:prstGeom prst="rect">
                <a:avLst/>
              </a:prstGeom>
              <a:solidFill>
                <a:srgbClr val="F475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TextBox 26">
                <a:extLst>
                  <a:ext uri="{FF2B5EF4-FFF2-40B4-BE49-F238E27FC236}">
                    <a16:creationId xmlns:a16="http://schemas.microsoft.com/office/drawing/2014/main" id="{FE42E933-8E73-4BAE-8F79-36B257118F7C}"/>
                  </a:ext>
                </a:extLst>
              </p:cNvPr>
              <p:cNvSpPr txBox="1"/>
              <p:nvPr/>
            </p:nvSpPr>
            <p:spPr>
              <a:xfrm>
                <a:off x="-2338086" y="2825702"/>
                <a:ext cx="1728486" cy="307777"/>
              </a:xfrm>
              <a:prstGeom prst="rect">
                <a:avLst/>
              </a:prstGeom>
              <a:noFill/>
            </p:spPr>
            <p:txBody>
              <a:bodyPr wrap="square" rtlCol="0">
                <a:spAutoFit/>
              </a:bodyPr>
              <a:lstStyle/>
              <a:p>
                <a:r>
                  <a:rPr lang="en-US" sz="1400">
                    <a:solidFill>
                      <a:srgbClr val="081F2C"/>
                    </a:solidFill>
                  </a:rPr>
                  <a:t>RGB: 244 / 117 / 33</a:t>
                </a:r>
              </a:p>
            </p:txBody>
          </p:sp>
        </p:grpSp>
        <p:sp>
          <p:nvSpPr>
            <p:cNvPr id="22" name="TextBox 21">
              <a:extLst>
                <a:ext uri="{FF2B5EF4-FFF2-40B4-BE49-F238E27FC236}">
                  <a16:creationId xmlns:a16="http://schemas.microsoft.com/office/drawing/2014/main" id="{323DDFED-7FD0-4300-8BFA-A2EE13683C58}"/>
                </a:ext>
              </a:extLst>
            </p:cNvPr>
            <p:cNvSpPr txBox="1"/>
            <p:nvPr/>
          </p:nvSpPr>
          <p:spPr>
            <a:xfrm>
              <a:off x="-2338086" y="3161651"/>
              <a:ext cx="1728486" cy="307777"/>
            </a:xfrm>
            <a:prstGeom prst="rect">
              <a:avLst/>
            </a:prstGeom>
            <a:noFill/>
          </p:spPr>
          <p:txBody>
            <a:bodyPr wrap="square" rtlCol="0">
              <a:spAutoFit/>
            </a:bodyPr>
            <a:lstStyle/>
            <a:p>
              <a:r>
                <a:rPr lang="en-US" sz="1400">
                  <a:solidFill>
                    <a:srgbClr val="081F2C"/>
                  </a:solidFill>
                </a:rPr>
                <a:t>RGB: 238 / 59 / 42</a:t>
              </a:r>
            </a:p>
          </p:txBody>
        </p:sp>
        <p:grpSp>
          <p:nvGrpSpPr>
            <p:cNvPr id="23" name="Group 22">
              <a:extLst>
                <a:ext uri="{FF2B5EF4-FFF2-40B4-BE49-F238E27FC236}">
                  <a16:creationId xmlns:a16="http://schemas.microsoft.com/office/drawing/2014/main" id="{6EA0E503-2376-447E-97CE-AD6CCFB64935}"/>
                </a:ext>
              </a:extLst>
            </p:cNvPr>
            <p:cNvGrpSpPr/>
            <p:nvPr/>
          </p:nvGrpSpPr>
          <p:grpSpPr>
            <a:xfrm>
              <a:off x="-2338086" y="3509356"/>
              <a:ext cx="1957086" cy="307777"/>
              <a:chOff x="-2338086" y="3509356"/>
              <a:chExt cx="1957086" cy="307777"/>
            </a:xfrm>
          </p:grpSpPr>
          <p:sp>
            <p:nvSpPr>
              <p:cNvPr id="24" name="Rectangle 23">
                <a:extLst>
                  <a:ext uri="{FF2B5EF4-FFF2-40B4-BE49-F238E27FC236}">
                    <a16:creationId xmlns:a16="http://schemas.microsoft.com/office/drawing/2014/main" id="{20E6D90E-A361-4990-920A-3D3599798534}"/>
                  </a:ext>
                </a:extLst>
              </p:cNvPr>
              <p:cNvSpPr/>
              <p:nvPr/>
            </p:nvSpPr>
            <p:spPr>
              <a:xfrm>
                <a:off x="-609600" y="3545417"/>
                <a:ext cx="228600" cy="228600"/>
              </a:xfrm>
              <a:prstGeom prst="rect">
                <a:avLst/>
              </a:prstGeom>
              <a:solidFill>
                <a:srgbClr val="3F3F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TextBox 24">
                <a:extLst>
                  <a:ext uri="{FF2B5EF4-FFF2-40B4-BE49-F238E27FC236}">
                    <a16:creationId xmlns:a16="http://schemas.microsoft.com/office/drawing/2014/main" id="{CB349AB5-FC33-43FA-A03A-1E68C5107600}"/>
                  </a:ext>
                </a:extLst>
              </p:cNvPr>
              <p:cNvSpPr txBox="1"/>
              <p:nvPr/>
            </p:nvSpPr>
            <p:spPr>
              <a:xfrm>
                <a:off x="-2338086" y="3509356"/>
                <a:ext cx="1728486" cy="307777"/>
              </a:xfrm>
              <a:prstGeom prst="rect">
                <a:avLst/>
              </a:prstGeom>
              <a:noFill/>
            </p:spPr>
            <p:txBody>
              <a:bodyPr wrap="square" rtlCol="0">
                <a:spAutoFit/>
              </a:bodyPr>
              <a:lstStyle/>
              <a:p>
                <a:r>
                  <a:rPr lang="en-US" sz="1400">
                    <a:solidFill>
                      <a:srgbClr val="081F2C"/>
                    </a:solidFill>
                  </a:rPr>
                  <a:t>RGB: 63 / 63 / 64</a:t>
                </a:r>
              </a:p>
            </p:txBody>
          </p:sp>
        </p:grpSp>
      </p:grpSp>
    </p:spTree>
    <p:extLst>
      <p:ext uri="{BB962C8B-B14F-4D97-AF65-F5344CB8AC3E}">
        <p14:creationId xmlns:p14="http://schemas.microsoft.com/office/powerpoint/2010/main" val="2609778224"/>
      </p:ext>
    </p:extLst>
  </p:cSld>
  <p:clrMap bg1="lt1" tx1="dk1" bg2="lt2" tx2="dk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Lst>
  <p:txStyles>
    <p:titleStyle>
      <a:lvl1pPr algn="l" defTabSz="914400" rtl="0" eaLnBrk="1" latinLnBrk="0" hangingPunct="1">
        <a:lnSpc>
          <a:spcPct val="90000"/>
        </a:lnSpc>
        <a:spcBef>
          <a:spcPct val="0"/>
        </a:spcBef>
        <a:buNone/>
        <a:defRPr sz="4400" b="1" kern="1200">
          <a:solidFill>
            <a:srgbClr val="404041"/>
          </a:solidFill>
          <a:latin typeface="Bogle" panose="020B0503020203060203" pitchFamily="34" charset="77"/>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b="1" kern="1200">
          <a:solidFill>
            <a:srgbClr val="404041"/>
          </a:solidFill>
          <a:latin typeface="Bogle" panose="020B0503020203060203" pitchFamily="34" charset="77"/>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rgbClr val="404041"/>
          </a:solidFill>
          <a:latin typeface="Bogle" panose="020B0503020203060203" pitchFamily="34" charset="77"/>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rgbClr val="404041"/>
          </a:solidFill>
          <a:latin typeface="Bogle" panose="020B0503020203060203" pitchFamily="34" charset="77"/>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rgbClr val="404041"/>
          </a:solidFill>
          <a:latin typeface="Bogle" panose="020B0503020203060203" pitchFamily="34" charset="77"/>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6148" name="Rectangle 4"/>
          <p:cNvSpPr>
            <a:spLocks noGrp="1" noChangeArrowheads="1"/>
          </p:cNvSpPr>
          <p:nvPr>
            <p:ph type="body" idx="1"/>
          </p:nvPr>
        </p:nvSpPr>
        <p:spPr bwMode="auto">
          <a:xfrm>
            <a:off x="609600" y="1193800"/>
            <a:ext cx="10972800" cy="4752973"/>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Rectangle 11"/>
          <p:cNvSpPr/>
          <p:nvPr/>
        </p:nvSpPr>
        <p:spPr>
          <a:xfrm>
            <a:off x="0" y="6431280"/>
            <a:ext cx="12192000" cy="426720"/>
          </a:xfrm>
          <a:prstGeom prst="rect">
            <a:avLst/>
          </a:prstGeom>
          <a:solidFill>
            <a:schemeClr val="accent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2400">
              <a:solidFill>
                <a:schemeClr val="bg1"/>
              </a:solidFill>
              <a:latin typeface="Lato Light" panose="020F0302020204030203" pitchFamily="34" charset="0"/>
            </a:endParaRPr>
          </a:p>
        </p:txBody>
      </p:sp>
      <p:sp>
        <p:nvSpPr>
          <p:cNvPr id="6147" name="Rectangle 3"/>
          <p:cNvSpPr>
            <a:spLocks noGrp="1" noChangeArrowheads="1"/>
          </p:cNvSpPr>
          <p:nvPr>
            <p:ph type="title"/>
          </p:nvPr>
        </p:nvSpPr>
        <p:spPr bwMode="auto">
          <a:xfrm>
            <a:off x="609600" y="308257"/>
            <a:ext cx="10972800" cy="666786"/>
          </a:xfrm>
          <a:prstGeom prst="rect">
            <a:avLst/>
          </a:prstGeom>
          <a:noFill/>
          <a:ln w="9525">
            <a:noFill/>
            <a:miter lim="800000"/>
            <a:headEnd/>
            <a:tailEnd/>
          </a:ln>
          <a:effectLst/>
        </p:spPr>
        <p:txBody>
          <a:bodyPr vert="horz" wrap="square" lIns="0" tIns="45720" rIns="0" bIns="45720" numCol="1" anchor="b" anchorCtr="0" compatLnSpc="1">
            <a:prstTxWarp prst="textNoShape">
              <a:avLst/>
            </a:prstTxWarp>
            <a:spAutoFit/>
          </a:bodyPr>
          <a:lstStyle/>
          <a:p>
            <a:pPr lvl="0"/>
            <a:r>
              <a:rPr lang="en-US"/>
              <a:t>Click to edit Master title style</a:t>
            </a:r>
          </a:p>
        </p:txBody>
      </p:sp>
      <p:sp>
        <p:nvSpPr>
          <p:cNvPr id="8" name="Footer Placeholder 7"/>
          <p:cNvSpPr>
            <a:spLocks noGrp="1"/>
          </p:cNvSpPr>
          <p:nvPr>
            <p:ph type="ftr" sz="quarter" idx="3"/>
          </p:nvPr>
        </p:nvSpPr>
        <p:spPr>
          <a:xfrm>
            <a:off x="1625600" y="6461549"/>
            <a:ext cx="7721600" cy="366183"/>
          </a:xfrm>
          <a:prstGeom prst="rect">
            <a:avLst/>
          </a:prstGeom>
        </p:spPr>
        <p:txBody>
          <a:bodyPr vert="horz" lIns="91440" tIns="45720" rIns="91440" bIns="45720" rtlCol="0" anchor="ctr"/>
          <a:lstStyle>
            <a:lvl1pPr algn="l">
              <a:defRPr sz="1333">
                <a:solidFill>
                  <a:schemeClr val="bg1"/>
                </a:solidFill>
                <a:latin typeface="+mn-lt"/>
              </a:defRPr>
            </a:lvl1pPr>
          </a:lstStyle>
          <a:p>
            <a:r>
              <a:rPr lang="en-US"/>
              <a:t>Walmart Labs– Sensitive</a:t>
            </a:r>
          </a:p>
        </p:txBody>
      </p:sp>
      <p:sp>
        <p:nvSpPr>
          <p:cNvPr id="9" name="Slide Number Placeholder 8"/>
          <p:cNvSpPr>
            <a:spLocks noGrp="1"/>
          </p:cNvSpPr>
          <p:nvPr>
            <p:ph type="sldNum" sz="quarter" idx="4"/>
          </p:nvPr>
        </p:nvSpPr>
        <p:spPr>
          <a:xfrm>
            <a:off x="711200" y="6431279"/>
            <a:ext cx="609600" cy="426720"/>
          </a:xfrm>
          <a:prstGeom prst="rect">
            <a:avLst/>
          </a:prstGeom>
          <a:solidFill>
            <a:schemeClr val="accent2"/>
          </a:solidFill>
        </p:spPr>
        <p:txBody>
          <a:bodyPr vert="horz" lIns="91440" tIns="45720" rIns="91440" bIns="45720" rtlCol="0" anchor="ctr"/>
          <a:lstStyle>
            <a:lvl1pPr algn="ctr">
              <a:defRPr sz="1333">
                <a:solidFill>
                  <a:schemeClr val="tx1">
                    <a:lumMod val="75000"/>
                    <a:lumOff val="25000"/>
                  </a:schemeClr>
                </a:solidFill>
                <a:latin typeface="+mn-lt"/>
              </a:defRPr>
            </a:lvl1pPr>
          </a:lstStyle>
          <a:p>
            <a:fld id="{65B3A5B5-D464-4D94-A6FF-B439700E06BB}" type="slidenum">
              <a:rPr lang="en-US" smtClean="0"/>
              <a:pPr/>
              <a:t>‹#›</a:t>
            </a:fld>
            <a:endParaRPr lang="en-US"/>
          </a:p>
        </p:txBody>
      </p:sp>
      <p:grpSp>
        <p:nvGrpSpPr>
          <p:cNvPr id="43" name="Group 42"/>
          <p:cNvGrpSpPr/>
          <p:nvPr/>
        </p:nvGrpSpPr>
        <p:grpSpPr>
          <a:xfrm>
            <a:off x="9956800" y="6495043"/>
            <a:ext cx="1625600" cy="332688"/>
            <a:chOff x="2826032" y="2866132"/>
            <a:chExt cx="6368767" cy="1303397"/>
          </a:xfrm>
        </p:grpSpPr>
        <p:pic>
          <p:nvPicPr>
            <p:cNvPr id="44" name="Picture 43"/>
            <p:cNvPicPr>
              <a:picLocks noChangeAspect="1"/>
            </p:cNvPicPr>
            <p:nvPr userDrawn="1"/>
          </p:nvPicPr>
          <p:blipFill rotWithShape="1">
            <a:blip r:embed="rId32" cstate="email">
              <a:extLst>
                <a:ext uri="{28A0092B-C50C-407E-A947-70E740481C1C}">
                  <a14:useLocalDpi xmlns:a14="http://schemas.microsoft.com/office/drawing/2010/main"/>
                </a:ext>
              </a:extLst>
            </a:blip>
            <a:srcRect r="47060"/>
            <a:stretch/>
          </p:blipFill>
          <p:spPr>
            <a:xfrm>
              <a:off x="3865565" y="2866132"/>
              <a:ext cx="3400259" cy="1303397"/>
            </a:xfrm>
            <a:prstGeom prst="rect">
              <a:avLst/>
            </a:prstGeom>
          </p:spPr>
        </p:pic>
        <p:pic>
          <p:nvPicPr>
            <p:cNvPr id="45" name="Picture 44"/>
            <p:cNvPicPr>
              <a:picLocks noChangeAspect="1"/>
            </p:cNvPicPr>
            <p:nvPr userDrawn="1"/>
          </p:nvPicPr>
          <p:blipFill rotWithShape="1">
            <a:blip r:embed="rId32" cstate="email">
              <a:extLst>
                <a:ext uri="{28A0092B-C50C-407E-A947-70E740481C1C}">
                  <a14:useLocalDpi xmlns:a14="http://schemas.microsoft.com/office/drawing/2010/main"/>
                </a:ext>
              </a:extLst>
            </a:blip>
            <a:srcRect l="71395"/>
            <a:stretch/>
          </p:blipFill>
          <p:spPr>
            <a:xfrm>
              <a:off x="7357533" y="2866132"/>
              <a:ext cx="1837266" cy="1303397"/>
            </a:xfrm>
            <a:prstGeom prst="rect">
              <a:avLst/>
            </a:prstGeom>
          </p:spPr>
        </p:pic>
        <p:pic>
          <p:nvPicPr>
            <p:cNvPr id="46" name="Picture 45"/>
            <p:cNvPicPr>
              <a:picLocks noChangeAspect="1"/>
            </p:cNvPicPr>
            <p:nvPr userDrawn="1"/>
          </p:nvPicPr>
          <p:blipFill rotWithShape="1">
            <a:blip r:embed="rId33" cstate="email">
              <a:extLst>
                <a:ext uri="{28A0092B-C50C-407E-A947-70E740481C1C}">
                  <a14:useLocalDpi xmlns:a14="http://schemas.microsoft.com/office/drawing/2010/main"/>
                </a:ext>
              </a:extLst>
            </a:blip>
            <a:srcRect l="53863" r="30319"/>
            <a:stretch/>
          </p:blipFill>
          <p:spPr>
            <a:xfrm>
              <a:off x="2826032" y="2991271"/>
              <a:ext cx="895374" cy="1148649"/>
            </a:xfrm>
            <a:prstGeom prst="rect">
              <a:avLst/>
            </a:prstGeom>
          </p:spPr>
        </p:pic>
      </p:grpSp>
    </p:spTree>
    <p:extLst>
      <p:ext uri="{BB962C8B-B14F-4D97-AF65-F5344CB8AC3E}">
        <p14:creationId xmlns:p14="http://schemas.microsoft.com/office/powerpoint/2010/main" val="4260187076"/>
      </p:ext>
    </p:extLst>
  </p:cSld>
  <p:clrMap bg1="lt1" tx1="dk1" bg2="lt2" tx2="dk2" accent1="accent1" accent2="accent2" accent3="accent3" accent4="accent4" accent5="accent5" accent6="accent6" hlink="hlink" folHlink="folHlink"/>
  <p:sldLayoutIdLst>
    <p:sldLayoutId id="2147483723" r:id="rId1"/>
    <p:sldLayoutId id="2147483724" r:id="rId2"/>
    <p:sldLayoutId id="2147483725" r:id="rId3"/>
    <p:sldLayoutId id="2147483726" r:id="rId4"/>
    <p:sldLayoutId id="2147483727" r:id="rId5"/>
    <p:sldLayoutId id="2147483728" r:id="rId6"/>
    <p:sldLayoutId id="2147483729" r:id="rId7"/>
    <p:sldLayoutId id="2147483730" r:id="rId8"/>
    <p:sldLayoutId id="2147483731" r:id="rId9"/>
    <p:sldLayoutId id="2147483732" r:id="rId10"/>
    <p:sldLayoutId id="2147483733" r:id="rId11"/>
    <p:sldLayoutId id="2147483734" r:id="rId12"/>
    <p:sldLayoutId id="2147483735" r:id="rId13"/>
    <p:sldLayoutId id="2147483736" r:id="rId14"/>
    <p:sldLayoutId id="2147483737" r:id="rId15"/>
    <p:sldLayoutId id="2147483738" r:id="rId16"/>
    <p:sldLayoutId id="2147483739" r:id="rId17"/>
    <p:sldLayoutId id="2147483740" r:id="rId18"/>
    <p:sldLayoutId id="2147483741" r:id="rId19"/>
    <p:sldLayoutId id="2147483742" r:id="rId20"/>
    <p:sldLayoutId id="2147483743" r:id="rId21"/>
    <p:sldLayoutId id="2147483744" r:id="rId22"/>
    <p:sldLayoutId id="2147483745" r:id="rId23"/>
    <p:sldLayoutId id="2147483746" r:id="rId24"/>
    <p:sldLayoutId id="2147483747" r:id="rId25"/>
    <p:sldLayoutId id="2147483748" r:id="rId26"/>
    <p:sldLayoutId id="2147483749" r:id="rId27"/>
    <p:sldLayoutId id="2147483750" r:id="rId28"/>
    <p:sldLayoutId id="2147483751" r:id="rId29"/>
    <p:sldLayoutId id="2147483752" r:id="rId30"/>
  </p:sldLayoutIdLst>
  <p:hf hdr="0" dt="0"/>
  <p:txStyles>
    <p:titleStyle>
      <a:lvl1pPr algn="ctr" rtl="0" eaLnBrk="1" fontAlgn="base" hangingPunct="1">
        <a:spcBef>
          <a:spcPct val="0"/>
        </a:spcBef>
        <a:spcAft>
          <a:spcPct val="0"/>
        </a:spcAft>
        <a:defRPr sz="3733" b="0">
          <a:solidFill>
            <a:schemeClr val="accent6"/>
          </a:solidFill>
          <a:latin typeface="Bogle" charset="0"/>
          <a:ea typeface="Bogle" charset="0"/>
          <a:cs typeface="Bogle" charset="0"/>
        </a:defRPr>
      </a:lvl1pPr>
      <a:lvl2pPr algn="l" rtl="0" eaLnBrk="1" fontAlgn="base" hangingPunct="1">
        <a:spcBef>
          <a:spcPct val="0"/>
        </a:spcBef>
        <a:spcAft>
          <a:spcPct val="0"/>
        </a:spcAft>
        <a:defRPr b="1">
          <a:solidFill>
            <a:schemeClr val="accent2"/>
          </a:solidFill>
          <a:latin typeface="Arial" charset="0"/>
          <a:ea typeface="ＭＳ Ｐゴシック" charset="-128"/>
        </a:defRPr>
      </a:lvl2pPr>
      <a:lvl3pPr algn="l" rtl="0" eaLnBrk="1" fontAlgn="base" hangingPunct="1">
        <a:spcBef>
          <a:spcPct val="0"/>
        </a:spcBef>
        <a:spcAft>
          <a:spcPct val="0"/>
        </a:spcAft>
        <a:defRPr b="1">
          <a:solidFill>
            <a:schemeClr val="accent2"/>
          </a:solidFill>
          <a:latin typeface="Arial" charset="0"/>
          <a:ea typeface="ＭＳ Ｐゴシック" charset="-128"/>
        </a:defRPr>
      </a:lvl3pPr>
      <a:lvl4pPr algn="l" rtl="0" eaLnBrk="1" fontAlgn="base" hangingPunct="1">
        <a:spcBef>
          <a:spcPct val="0"/>
        </a:spcBef>
        <a:spcAft>
          <a:spcPct val="0"/>
        </a:spcAft>
        <a:defRPr b="1">
          <a:solidFill>
            <a:schemeClr val="accent2"/>
          </a:solidFill>
          <a:latin typeface="Arial" charset="0"/>
          <a:ea typeface="ＭＳ Ｐゴシック" charset="-128"/>
        </a:defRPr>
      </a:lvl4pPr>
      <a:lvl5pPr algn="l" rtl="0" eaLnBrk="1" fontAlgn="base" hangingPunct="1">
        <a:spcBef>
          <a:spcPct val="0"/>
        </a:spcBef>
        <a:spcAft>
          <a:spcPct val="0"/>
        </a:spcAft>
        <a:defRPr b="1">
          <a:solidFill>
            <a:schemeClr val="accent2"/>
          </a:solidFill>
          <a:latin typeface="Arial" charset="0"/>
          <a:ea typeface="ＭＳ Ｐゴシック" charset="-128"/>
        </a:defRPr>
      </a:lvl5pPr>
      <a:lvl6pPr marL="609585" algn="l" rtl="0" eaLnBrk="1" fontAlgn="base" hangingPunct="1">
        <a:spcBef>
          <a:spcPct val="0"/>
        </a:spcBef>
        <a:spcAft>
          <a:spcPct val="0"/>
        </a:spcAft>
        <a:defRPr b="1">
          <a:solidFill>
            <a:schemeClr val="accent2"/>
          </a:solidFill>
          <a:latin typeface="Arial" charset="0"/>
          <a:ea typeface="ＭＳ Ｐゴシック" charset="-128"/>
        </a:defRPr>
      </a:lvl6pPr>
      <a:lvl7pPr marL="1219170" algn="l" rtl="0" eaLnBrk="1" fontAlgn="base" hangingPunct="1">
        <a:spcBef>
          <a:spcPct val="0"/>
        </a:spcBef>
        <a:spcAft>
          <a:spcPct val="0"/>
        </a:spcAft>
        <a:defRPr b="1">
          <a:solidFill>
            <a:schemeClr val="accent2"/>
          </a:solidFill>
          <a:latin typeface="Arial" charset="0"/>
          <a:ea typeface="ＭＳ Ｐゴシック" charset="-128"/>
        </a:defRPr>
      </a:lvl7pPr>
      <a:lvl8pPr marL="1828754" algn="l" rtl="0" eaLnBrk="1" fontAlgn="base" hangingPunct="1">
        <a:spcBef>
          <a:spcPct val="0"/>
        </a:spcBef>
        <a:spcAft>
          <a:spcPct val="0"/>
        </a:spcAft>
        <a:defRPr b="1">
          <a:solidFill>
            <a:schemeClr val="accent2"/>
          </a:solidFill>
          <a:latin typeface="Arial" charset="0"/>
          <a:ea typeface="ＭＳ Ｐゴシック" charset="-128"/>
        </a:defRPr>
      </a:lvl8pPr>
      <a:lvl9pPr marL="2438339" algn="l" rtl="0" eaLnBrk="1" fontAlgn="base" hangingPunct="1">
        <a:spcBef>
          <a:spcPct val="0"/>
        </a:spcBef>
        <a:spcAft>
          <a:spcPct val="0"/>
        </a:spcAft>
        <a:defRPr b="1">
          <a:solidFill>
            <a:schemeClr val="accent2"/>
          </a:solidFill>
          <a:latin typeface="Arial" charset="0"/>
          <a:ea typeface="ＭＳ Ｐゴシック" charset="-128"/>
        </a:defRPr>
      </a:lvl9pPr>
    </p:titleStyle>
    <p:bodyStyle>
      <a:lvl1pPr marL="365751" indent="-365751" algn="l" rtl="0" eaLnBrk="1" fontAlgn="base" hangingPunct="1">
        <a:spcBef>
          <a:spcPct val="0"/>
        </a:spcBef>
        <a:spcAft>
          <a:spcPct val="0"/>
        </a:spcAft>
        <a:buClr>
          <a:schemeClr val="accent1"/>
        </a:buClr>
        <a:buSzPct val="120000"/>
        <a:buFont typeface="Times" pitchFamily="18" charset="0"/>
        <a:buChar char="•"/>
        <a:defRPr sz="2400">
          <a:solidFill>
            <a:schemeClr val="tx1">
              <a:lumMod val="75000"/>
              <a:lumOff val="25000"/>
            </a:schemeClr>
          </a:solidFill>
          <a:latin typeface="Bogle" charset="0"/>
          <a:ea typeface="Bogle" charset="0"/>
          <a:cs typeface="Bogle" charset="0"/>
        </a:defRPr>
      </a:lvl1pPr>
      <a:lvl2pPr marL="609585" indent="-365751" algn="l" rtl="0" eaLnBrk="1" fontAlgn="base" hangingPunct="1">
        <a:spcBef>
          <a:spcPct val="0"/>
        </a:spcBef>
        <a:spcAft>
          <a:spcPct val="0"/>
        </a:spcAft>
        <a:buClr>
          <a:schemeClr val="accent1"/>
        </a:buClr>
        <a:buChar char="–"/>
        <a:defRPr sz="2400">
          <a:solidFill>
            <a:schemeClr val="tx1">
              <a:lumMod val="75000"/>
              <a:lumOff val="25000"/>
            </a:schemeClr>
          </a:solidFill>
          <a:latin typeface="Bogle" charset="0"/>
          <a:ea typeface="Bogle" charset="0"/>
          <a:cs typeface="Bogle" charset="0"/>
        </a:defRPr>
      </a:lvl2pPr>
      <a:lvl3pPr marL="975336" indent="-365751" algn="l" rtl="0" eaLnBrk="1" fontAlgn="base" hangingPunct="1">
        <a:spcBef>
          <a:spcPct val="0"/>
        </a:spcBef>
        <a:spcAft>
          <a:spcPct val="0"/>
        </a:spcAft>
        <a:buClr>
          <a:schemeClr val="accent1"/>
        </a:buClr>
        <a:buFont typeface="Times" pitchFamily="18" charset="0"/>
        <a:buChar char="•"/>
        <a:defRPr sz="2133">
          <a:solidFill>
            <a:schemeClr val="tx1">
              <a:lumMod val="75000"/>
              <a:lumOff val="25000"/>
            </a:schemeClr>
          </a:solidFill>
          <a:latin typeface="Bogle" charset="0"/>
          <a:ea typeface="Bogle" charset="0"/>
          <a:cs typeface="Bogle" charset="0"/>
        </a:defRPr>
      </a:lvl3pPr>
      <a:lvl4pPr marL="1341086" indent="-365751" algn="l" rtl="0" eaLnBrk="1" fontAlgn="base" hangingPunct="1">
        <a:spcBef>
          <a:spcPct val="0"/>
        </a:spcBef>
        <a:spcAft>
          <a:spcPct val="0"/>
        </a:spcAft>
        <a:buClr>
          <a:schemeClr val="accent1"/>
        </a:buClr>
        <a:buFont typeface="Estrangelo Edessa" panose="03080600000000000000" pitchFamily="66" charset="0"/>
        <a:buChar char="›"/>
        <a:defRPr sz="1867">
          <a:solidFill>
            <a:schemeClr val="tx1">
              <a:lumMod val="75000"/>
              <a:lumOff val="25000"/>
            </a:schemeClr>
          </a:solidFill>
          <a:latin typeface="Bogle" charset="0"/>
          <a:ea typeface="Bogle" charset="0"/>
          <a:cs typeface="Bogle" charset="0"/>
        </a:defRPr>
      </a:lvl4pPr>
      <a:lvl5pPr marL="1706837" indent="-365751" algn="l" rtl="0" eaLnBrk="1" fontAlgn="base" hangingPunct="1">
        <a:spcBef>
          <a:spcPct val="0"/>
        </a:spcBef>
        <a:spcAft>
          <a:spcPct val="0"/>
        </a:spcAft>
        <a:buClr>
          <a:schemeClr val="accent1"/>
        </a:buClr>
        <a:buChar char="»"/>
        <a:defRPr sz="1867">
          <a:solidFill>
            <a:schemeClr val="tx1">
              <a:lumMod val="75000"/>
              <a:lumOff val="25000"/>
            </a:schemeClr>
          </a:solidFill>
          <a:latin typeface="Bogle" charset="0"/>
          <a:ea typeface="Bogle" charset="0"/>
          <a:cs typeface="Bogle" charset="0"/>
        </a:defRPr>
      </a:lvl5pPr>
      <a:lvl6pPr marL="2743131" indent="-298443" algn="l" rtl="0" eaLnBrk="1" fontAlgn="base" hangingPunct="1">
        <a:spcBef>
          <a:spcPct val="0"/>
        </a:spcBef>
        <a:spcAft>
          <a:spcPct val="0"/>
        </a:spcAft>
        <a:buChar char="»"/>
        <a:defRPr sz="2667">
          <a:solidFill>
            <a:schemeClr val="tx1"/>
          </a:solidFill>
          <a:latin typeface="+mn-lt"/>
        </a:defRPr>
      </a:lvl6pPr>
      <a:lvl7pPr marL="3352716" indent="-298443" algn="l" rtl="0" eaLnBrk="1" fontAlgn="base" hangingPunct="1">
        <a:spcBef>
          <a:spcPct val="0"/>
        </a:spcBef>
        <a:spcAft>
          <a:spcPct val="0"/>
        </a:spcAft>
        <a:buChar char="»"/>
        <a:defRPr sz="2667">
          <a:solidFill>
            <a:schemeClr val="tx1"/>
          </a:solidFill>
          <a:latin typeface="+mn-lt"/>
        </a:defRPr>
      </a:lvl7pPr>
      <a:lvl8pPr marL="3962301" indent="-298443" algn="l" rtl="0" eaLnBrk="1" fontAlgn="base" hangingPunct="1">
        <a:spcBef>
          <a:spcPct val="0"/>
        </a:spcBef>
        <a:spcAft>
          <a:spcPct val="0"/>
        </a:spcAft>
        <a:buChar char="»"/>
        <a:defRPr sz="2667">
          <a:solidFill>
            <a:schemeClr val="tx1"/>
          </a:solidFill>
          <a:latin typeface="+mn-lt"/>
        </a:defRPr>
      </a:lvl8pPr>
      <a:lvl9pPr marL="4571886" indent="-298443" algn="l" rtl="0" eaLnBrk="1" fontAlgn="base" hangingPunct="1">
        <a:spcBef>
          <a:spcPct val="0"/>
        </a:spcBef>
        <a:spcAft>
          <a:spcPct val="0"/>
        </a:spcAft>
        <a:buChar char="»"/>
        <a:defRPr sz="2667">
          <a:solidFill>
            <a:schemeClr val="tx1"/>
          </a:solidFill>
          <a:latin typeface="+mn-lt"/>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object 33">
            <a:extLst>
              <a:ext uri="{FF2B5EF4-FFF2-40B4-BE49-F238E27FC236}">
                <a16:creationId xmlns:a16="http://schemas.microsoft.com/office/drawing/2014/main" id="{EF288915-7E5B-9143-8B8C-0F0DC3D0980D}"/>
              </a:ext>
            </a:extLst>
          </p:cNvPr>
          <p:cNvSpPr txBox="1">
            <a:spLocks/>
          </p:cNvSpPr>
          <p:nvPr userDrawn="1"/>
        </p:nvSpPr>
        <p:spPr>
          <a:xfrm>
            <a:off x="4160347" y="6645835"/>
            <a:ext cx="3871306" cy="123111"/>
          </a:xfrm>
          <a:prstGeom prst="rect">
            <a:avLst/>
          </a:prstGeom>
        </p:spPr>
        <p:txBody>
          <a:bodyPr vert="horz" wrap="square" lIns="0" tIns="0" rIns="0" bIns="0" rtlCol="0">
            <a:spAutoFit/>
          </a:bodyPr>
          <a:lstStyle>
            <a:defPPr>
              <a:defRPr lang="en-US"/>
            </a:defPPr>
            <a:lvl1pPr marL="0" algn="l" defTabSz="914400" rtl="0" eaLnBrk="1" latinLnBrk="0" hangingPunct="1">
              <a:defRPr sz="800" kern="1200">
                <a:solidFill>
                  <a:srgbClr val="78B9E7"/>
                </a:solidFill>
                <a:latin typeface="Bogle" panose="020B0503020203060203" pitchFamily="34" charset="77"/>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marL="7144" algn="ctr"/>
            <a:r>
              <a:rPr lang="en-US" sz="800" b="1"/>
              <a:t>© </a:t>
            </a:r>
            <a:r>
              <a:rPr lang="en-US" sz="800" b="1" spc="-23"/>
              <a:t>2</a:t>
            </a:r>
            <a:r>
              <a:rPr lang="en-US" sz="800" b="1" spc="-11"/>
              <a:t>0</a:t>
            </a:r>
            <a:r>
              <a:rPr lang="en-US" sz="800" b="1" spc="-23"/>
              <a:t>1</a:t>
            </a:r>
            <a:r>
              <a:rPr lang="en-US" sz="800" b="1"/>
              <a:t>8 </a:t>
            </a:r>
            <a:r>
              <a:rPr lang="en-US" sz="800" b="1" spc="-37"/>
              <a:t>W</a:t>
            </a:r>
            <a:r>
              <a:rPr lang="en-US" sz="800" b="1" spc="-23"/>
              <a:t>a</a:t>
            </a:r>
            <a:r>
              <a:rPr lang="en-US" sz="800" b="1" spc="-11"/>
              <a:t>lm</a:t>
            </a:r>
            <a:r>
              <a:rPr lang="en-US" sz="800" b="1" spc="-23"/>
              <a:t>a</a:t>
            </a:r>
            <a:r>
              <a:rPr lang="en-US" sz="800" b="1" spc="-11"/>
              <a:t>r</a:t>
            </a:r>
            <a:r>
              <a:rPr lang="en-US" sz="800" b="1" spc="-14"/>
              <a:t>t</a:t>
            </a:r>
            <a:r>
              <a:rPr lang="en-US" sz="800" b="1" spc="-6"/>
              <a:t>I</a:t>
            </a:r>
            <a:r>
              <a:rPr lang="en-US" sz="800" b="1" spc="-3"/>
              <a:t>n</a:t>
            </a:r>
            <a:r>
              <a:rPr lang="en-US" sz="800" b="1"/>
              <a:t>ternational  |  </a:t>
            </a:r>
            <a:r>
              <a:rPr lang="en-US" sz="800" b="1" spc="-6"/>
              <a:t>C</a:t>
            </a:r>
            <a:r>
              <a:rPr lang="en-US" sz="800" b="1"/>
              <a:t>o</a:t>
            </a:r>
            <a:r>
              <a:rPr lang="en-US" sz="800" b="1" spc="-6"/>
              <a:t>n</a:t>
            </a:r>
            <a:r>
              <a:rPr lang="en-US" sz="800" b="1"/>
              <a:t>fide</a:t>
            </a:r>
            <a:r>
              <a:rPr lang="en-US" sz="800" b="1" spc="-3"/>
              <a:t>n</a:t>
            </a:r>
            <a:r>
              <a:rPr lang="en-US" sz="800" b="1"/>
              <a:t>tial  |  </a:t>
            </a:r>
            <a:r>
              <a:rPr lang="en-US" sz="800" b="1" spc="-14"/>
              <a:t>F</a:t>
            </a:r>
            <a:r>
              <a:rPr lang="en-US" sz="800" b="1"/>
              <a:t>or</a:t>
            </a:r>
            <a:r>
              <a:rPr lang="en-US" sz="800" b="1" spc="-6"/>
              <a:t>I</a:t>
            </a:r>
            <a:r>
              <a:rPr lang="en-US" sz="800" b="1" spc="-3"/>
              <a:t>n</a:t>
            </a:r>
            <a:r>
              <a:rPr lang="en-US" sz="800" b="1"/>
              <a:t>ternal </a:t>
            </a:r>
            <a:r>
              <a:rPr lang="en-US" sz="800" b="1" spc="-11"/>
              <a:t>U</a:t>
            </a:r>
            <a:r>
              <a:rPr lang="en-US" sz="800" b="1"/>
              <a:t>se </a:t>
            </a:r>
            <a:r>
              <a:rPr lang="en-US" sz="800" b="1" spc="-6"/>
              <a:t>O</a:t>
            </a:r>
            <a:r>
              <a:rPr lang="en-US" sz="800" b="1"/>
              <a:t>nly</a:t>
            </a:r>
          </a:p>
        </p:txBody>
      </p:sp>
    </p:spTree>
    <p:extLst>
      <p:ext uri="{BB962C8B-B14F-4D97-AF65-F5344CB8AC3E}">
        <p14:creationId xmlns:p14="http://schemas.microsoft.com/office/powerpoint/2010/main" val="4186338533"/>
      </p:ext>
    </p:extLst>
  </p:cSld>
  <p:clrMap bg1="lt1" tx1="dk1" bg2="lt2" tx2="dk2" accent1="accent1" accent2="accent2" accent3="accent3" accent4="accent4" accent5="accent5" accent6="accent6" hlink="hlink" folHlink="folHlink"/>
  <p:sldLayoutIdLst>
    <p:sldLayoutId id="2147483662"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9.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4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diagramLayout" Target="../diagrams/layout4.xml"/><Relationship Id="rId13" Type="http://schemas.openxmlformats.org/officeDocument/2006/relationships/image" Target="../media/image15.png"/><Relationship Id="rId3" Type="http://schemas.openxmlformats.org/officeDocument/2006/relationships/diagramLayout" Target="../diagrams/layout3.xml"/><Relationship Id="rId7" Type="http://schemas.openxmlformats.org/officeDocument/2006/relationships/diagramData" Target="../diagrams/data4.xml"/><Relationship Id="rId12" Type="http://schemas.openxmlformats.org/officeDocument/2006/relationships/image" Target="../media/image14.png"/><Relationship Id="rId2" Type="http://schemas.openxmlformats.org/officeDocument/2006/relationships/diagramData" Target="../diagrams/data3.xml"/><Relationship Id="rId1" Type="http://schemas.openxmlformats.org/officeDocument/2006/relationships/slideLayout" Target="../slideLayouts/slideLayout42.xml"/><Relationship Id="rId6" Type="http://schemas.microsoft.com/office/2007/relationships/diagramDrawing" Target="../diagrams/drawing3.xml"/><Relationship Id="rId11" Type="http://schemas.microsoft.com/office/2007/relationships/diagramDrawing" Target="../diagrams/drawing4.xml"/><Relationship Id="rId5" Type="http://schemas.openxmlformats.org/officeDocument/2006/relationships/diagramColors" Target="../diagrams/colors3.xml"/><Relationship Id="rId10" Type="http://schemas.openxmlformats.org/officeDocument/2006/relationships/diagramColors" Target="../diagrams/colors4.xml"/><Relationship Id="rId4" Type="http://schemas.openxmlformats.org/officeDocument/2006/relationships/diagramQuickStyle" Target="../diagrams/quickStyle3.xml"/><Relationship Id="rId9" Type="http://schemas.openxmlformats.org/officeDocument/2006/relationships/diagramQuickStyle" Target="../diagrams/quickStyle4.xml"/></Relationships>
</file>

<file path=ppt/slides/_rels/slide5.xml.rels><?xml version="1.0" encoding="UTF-8" standalone="yes"?>
<Relationships xmlns="http://schemas.openxmlformats.org/package/2006/relationships"><Relationship Id="rId8" Type="http://schemas.openxmlformats.org/officeDocument/2006/relationships/diagramLayout" Target="../diagrams/layout6.xml"/><Relationship Id="rId13" Type="http://schemas.openxmlformats.org/officeDocument/2006/relationships/image" Target="../media/image17.png"/><Relationship Id="rId3" Type="http://schemas.openxmlformats.org/officeDocument/2006/relationships/diagramLayout" Target="../diagrams/layout5.xml"/><Relationship Id="rId7" Type="http://schemas.openxmlformats.org/officeDocument/2006/relationships/diagramData" Target="../diagrams/data6.xml"/><Relationship Id="rId12" Type="http://schemas.openxmlformats.org/officeDocument/2006/relationships/image" Target="../media/image16.png"/><Relationship Id="rId2" Type="http://schemas.openxmlformats.org/officeDocument/2006/relationships/diagramData" Target="../diagrams/data5.xml"/><Relationship Id="rId1" Type="http://schemas.openxmlformats.org/officeDocument/2006/relationships/slideLayout" Target="../slideLayouts/slideLayout42.xml"/><Relationship Id="rId6" Type="http://schemas.microsoft.com/office/2007/relationships/diagramDrawing" Target="../diagrams/drawing5.xml"/><Relationship Id="rId11" Type="http://schemas.microsoft.com/office/2007/relationships/diagramDrawing" Target="../diagrams/drawing6.xml"/><Relationship Id="rId5" Type="http://schemas.openxmlformats.org/officeDocument/2006/relationships/diagramColors" Target="../diagrams/colors5.xml"/><Relationship Id="rId10" Type="http://schemas.openxmlformats.org/officeDocument/2006/relationships/diagramColors" Target="../diagrams/colors6.xml"/><Relationship Id="rId4" Type="http://schemas.openxmlformats.org/officeDocument/2006/relationships/diagramQuickStyle" Target="../diagrams/quickStyle5.xml"/><Relationship Id="rId9" Type="http://schemas.openxmlformats.org/officeDocument/2006/relationships/diagramQuickStyle" Target="../diagrams/quickStyle6.xml"/></Relationships>
</file>

<file path=ppt/slides/_rels/slide6.xml.rels><?xml version="1.0" encoding="UTF-8" standalone="yes"?>
<Relationships xmlns="http://schemas.openxmlformats.org/package/2006/relationships"><Relationship Id="rId8" Type="http://schemas.openxmlformats.org/officeDocument/2006/relationships/diagramLayout" Target="../diagrams/layout8.xml"/><Relationship Id="rId13" Type="http://schemas.openxmlformats.org/officeDocument/2006/relationships/image" Target="../media/image16.png"/><Relationship Id="rId3" Type="http://schemas.openxmlformats.org/officeDocument/2006/relationships/diagramLayout" Target="../diagrams/layout7.xml"/><Relationship Id="rId7" Type="http://schemas.openxmlformats.org/officeDocument/2006/relationships/diagramData" Target="../diagrams/data8.xml"/><Relationship Id="rId12" Type="http://schemas.openxmlformats.org/officeDocument/2006/relationships/image" Target="../media/image18.png"/><Relationship Id="rId2" Type="http://schemas.openxmlformats.org/officeDocument/2006/relationships/diagramData" Target="../diagrams/data7.xml"/><Relationship Id="rId1" Type="http://schemas.openxmlformats.org/officeDocument/2006/relationships/slideLayout" Target="../slideLayouts/slideLayout42.xml"/><Relationship Id="rId6" Type="http://schemas.microsoft.com/office/2007/relationships/diagramDrawing" Target="../diagrams/drawing7.xml"/><Relationship Id="rId11" Type="http://schemas.microsoft.com/office/2007/relationships/diagramDrawing" Target="../diagrams/drawing8.xml"/><Relationship Id="rId5" Type="http://schemas.openxmlformats.org/officeDocument/2006/relationships/diagramColors" Target="../diagrams/colors7.xml"/><Relationship Id="rId10" Type="http://schemas.openxmlformats.org/officeDocument/2006/relationships/diagramColors" Target="../diagrams/colors8.xml"/><Relationship Id="rId4" Type="http://schemas.openxmlformats.org/officeDocument/2006/relationships/diagramQuickStyle" Target="../diagrams/quickStyle7.xml"/><Relationship Id="rId9" Type="http://schemas.openxmlformats.org/officeDocument/2006/relationships/diagramQuickStyle" Target="../diagrams/quickStyle8.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9.xml"/><Relationship Id="rId2" Type="http://schemas.openxmlformats.org/officeDocument/2006/relationships/diagramData" Target="../diagrams/data9.xml"/><Relationship Id="rId1" Type="http://schemas.openxmlformats.org/officeDocument/2006/relationships/slideLayout" Target="../slideLayouts/slideLayout4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0.xml"/><Relationship Id="rId2" Type="http://schemas.openxmlformats.org/officeDocument/2006/relationships/diagramData" Target="../diagrams/data10.xml"/><Relationship Id="rId1" Type="http://schemas.openxmlformats.org/officeDocument/2006/relationships/slideLayout" Target="../slideLayouts/slideLayout42.xml"/><Relationship Id="rId6" Type="http://schemas.microsoft.com/office/2007/relationships/diagramDrawing" Target="../diagrams/drawing10.xml"/><Relationship Id="rId5" Type="http://schemas.openxmlformats.org/officeDocument/2006/relationships/diagramColors" Target="../diagrams/colors10.xml"/><Relationship Id="rId4" Type="http://schemas.openxmlformats.org/officeDocument/2006/relationships/diagramQuickStyle" Target="../diagrams/quickStyle10.xml"/></Relationships>
</file>

<file path=ppt/slides/_rels/slide9.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1.xml"/><Relationship Id="rId1" Type="http://schemas.openxmlformats.org/officeDocument/2006/relationships/slideLayout" Target="../slideLayouts/slideLayout42.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 name="Picture 17">
            <a:extLst>
              <a:ext uri="{FF2B5EF4-FFF2-40B4-BE49-F238E27FC236}">
                <a16:creationId xmlns:a16="http://schemas.microsoft.com/office/drawing/2014/main" id="{8539304F-5588-4142-A91C-75DA24DEEA99}"/>
              </a:ext>
            </a:extLst>
          </p:cNvPr>
          <p:cNvPicPr>
            <a:picLocks noChangeAspect="1"/>
          </p:cNvPicPr>
          <p:nvPr/>
        </p:nvPicPr>
        <p:blipFill rotWithShape="1">
          <a:blip r:embed="rId2"/>
          <a:srcRect l="18251" t="14812" r="18640" b="22032"/>
          <a:stretch/>
        </p:blipFill>
        <p:spPr>
          <a:xfrm>
            <a:off x="3985437" y="744906"/>
            <a:ext cx="4221125" cy="3264197"/>
          </a:xfrm>
          <a:prstGeom prst="rect">
            <a:avLst/>
          </a:prstGeom>
        </p:spPr>
      </p:pic>
      <p:sp>
        <p:nvSpPr>
          <p:cNvPr id="13" name="object 10">
            <a:extLst>
              <a:ext uri="{FF2B5EF4-FFF2-40B4-BE49-F238E27FC236}">
                <a16:creationId xmlns:a16="http://schemas.microsoft.com/office/drawing/2014/main" id="{EA4DAB1C-F0D2-1F45-80F4-E09A620A6446}"/>
              </a:ext>
            </a:extLst>
          </p:cNvPr>
          <p:cNvSpPr txBox="1"/>
          <p:nvPr/>
        </p:nvSpPr>
        <p:spPr>
          <a:xfrm>
            <a:off x="241160" y="4327383"/>
            <a:ext cx="11705034" cy="1938992"/>
          </a:xfrm>
          <a:prstGeom prst="rect">
            <a:avLst/>
          </a:prstGeom>
        </p:spPr>
        <p:txBody>
          <a:bodyPr vert="horz" wrap="square" lIns="0" tIns="0" rIns="0" bIns="0" rtlCol="0">
            <a:spAutoFit/>
          </a:bodyPr>
          <a:lstStyle/>
          <a:p>
            <a:pPr marL="7144" algn="ctr">
              <a:lnSpc>
                <a:spcPct val="100000"/>
              </a:lnSpc>
              <a:tabLst>
                <a:tab pos="3071455" algn="l"/>
              </a:tabLst>
            </a:pPr>
            <a:r>
              <a:rPr lang="en-US" sz="3200" dirty="0">
                <a:solidFill>
                  <a:srgbClr val="0D1D2B"/>
                </a:solidFill>
                <a:latin typeface="Bogle"/>
                <a:cs typeface="Bogle"/>
              </a:rPr>
              <a:t>Review Meet: Week 5</a:t>
            </a:r>
          </a:p>
          <a:p>
            <a:pPr marL="7144" algn="ctr">
              <a:lnSpc>
                <a:spcPct val="100000"/>
              </a:lnSpc>
              <a:tabLst>
                <a:tab pos="3071455" algn="l"/>
              </a:tabLst>
            </a:pPr>
            <a:r>
              <a:rPr lang="en-US" sz="3200" dirty="0">
                <a:solidFill>
                  <a:srgbClr val="0D1D2B"/>
                </a:solidFill>
                <a:latin typeface="Bogle"/>
                <a:cs typeface="Bogle"/>
              </a:rPr>
              <a:t>June 25</a:t>
            </a:r>
            <a:r>
              <a:rPr lang="en-US" sz="3200" baseline="30000" dirty="0">
                <a:solidFill>
                  <a:srgbClr val="0D1D2B"/>
                </a:solidFill>
                <a:latin typeface="Bogle"/>
                <a:cs typeface="Bogle"/>
              </a:rPr>
              <a:t>th</a:t>
            </a:r>
            <a:r>
              <a:rPr lang="en-US" sz="3200" dirty="0">
                <a:solidFill>
                  <a:srgbClr val="0D1D2B"/>
                </a:solidFill>
                <a:latin typeface="Bogle"/>
                <a:cs typeface="Bogle"/>
              </a:rPr>
              <a:t>, 2021</a:t>
            </a:r>
            <a:endParaRPr lang="en-US" sz="2800" dirty="0">
              <a:solidFill>
                <a:srgbClr val="0D1D2B"/>
              </a:solidFill>
              <a:latin typeface="Bogle"/>
              <a:cs typeface="Bogle"/>
            </a:endParaRPr>
          </a:p>
          <a:p>
            <a:pPr marL="7144" algn="ctr">
              <a:lnSpc>
                <a:spcPct val="100000"/>
              </a:lnSpc>
              <a:tabLst>
                <a:tab pos="3071455" algn="l"/>
              </a:tabLst>
            </a:pPr>
            <a:endParaRPr lang="en-US" sz="2000" dirty="0">
              <a:solidFill>
                <a:srgbClr val="0D1D2B"/>
              </a:solidFill>
              <a:latin typeface="Bogle"/>
              <a:cs typeface="Bogle"/>
            </a:endParaRPr>
          </a:p>
          <a:p>
            <a:pPr marL="7144" algn="ctr">
              <a:lnSpc>
                <a:spcPct val="100000"/>
              </a:lnSpc>
              <a:tabLst>
                <a:tab pos="3071455" algn="l"/>
              </a:tabLst>
            </a:pPr>
            <a:r>
              <a:rPr lang="en-US" sz="1400" dirty="0">
                <a:solidFill>
                  <a:srgbClr val="0D1D2B"/>
                </a:solidFill>
                <a:latin typeface="Bogle"/>
                <a:cs typeface="Bogle"/>
              </a:rPr>
              <a:t>Name: Rishabh Thapliyal</a:t>
            </a:r>
          </a:p>
          <a:p>
            <a:pPr marL="7144" algn="ctr">
              <a:lnSpc>
                <a:spcPct val="100000"/>
              </a:lnSpc>
              <a:tabLst>
                <a:tab pos="3071455" algn="l"/>
              </a:tabLst>
            </a:pPr>
            <a:r>
              <a:rPr lang="en-US" sz="1400" dirty="0">
                <a:solidFill>
                  <a:srgbClr val="0D1D2B"/>
                </a:solidFill>
                <a:latin typeface="Bogle"/>
                <a:cs typeface="Bogle"/>
              </a:rPr>
              <a:t>Mentor: Syed Faraz Ali &amp; Mallikharjuna MV</a:t>
            </a:r>
          </a:p>
          <a:p>
            <a:pPr marL="7144" algn="ctr">
              <a:lnSpc>
                <a:spcPct val="100000"/>
              </a:lnSpc>
              <a:tabLst>
                <a:tab pos="3071455" algn="l"/>
              </a:tabLst>
            </a:pPr>
            <a:r>
              <a:rPr lang="en-US" sz="1400" dirty="0">
                <a:solidFill>
                  <a:srgbClr val="0D1D2B"/>
                </a:solidFill>
                <a:latin typeface="Bogle"/>
                <a:cs typeface="Bogle"/>
              </a:rPr>
              <a:t>Manager: Subhasish Misra</a:t>
            </a:r>
          </a:p>
        </p:txBody>
      </p:sp>
    </p:spTree>
    <p:extLst>
      <p:ext uri="{BB962C8B-B14F-4D97-AF65-F5344CB8AC3E}">
        <p14:creationId xmlns:p14="http://schemas.microsoft.com/office/powerpoint/2010/main" val="210681053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91D3FC-09EA-421E-9DF8-3A48AE708EC2}"/>
              </a:ext>
            </a:extLst>
          </p:cNvPr>
          <p:cNvSpPr>
            <a:spLocks noGrp="1"/>
          </p:cNvSpPr>
          <p:nvPr>
            <p:ph type="title"/>
          </p:nvPr>
        </p:nvSpPr>
        <p:spPr>
          <a:xfrm>
            <a:off x="457199" y="274321"/>
            <a:ext cx="10766809" cy="797734"/>
          </a:xfrm>
        </p:spPr>
        <p:style>
          <a:lnRef idx="0">
            <a:schemeClr val="dk1"/>
          </a:lnRef>
          <a:fillRef idx="3">
            <a:schemeClr val="dk1"/>
          </a:fillRef>
          <a:effectRef idx="3">
            <a:schemeClr val="dk1"/>
          </a:effectRef>
          <a:fontRef idx="minor">
            <a:schemeClr val="lt1"/>
          </a:fontRef>
        </p:style>
        <p:txBody>
          <a:bodyPr anchor="ctr">
            <a:normAutofit/>
          </a:bodyPr>
          <a:lstStyle/>
          <a:p>
            <a:r>
              <a:rPr lang="en-US" dirty="0"/>
              <a:t>Agenda</a:t>
            </a:r>
          </a:p>
        </p:txBody>
      </p:sp>
      <p:graphicFrame>
        <p:nvGraphicFramePr>
          <p:cNvPr id="5" name="Content Placeholder 2">
            <a:extLst>
              <a:ext uri="{FF2B5EF4-FFF2-40B4-BE49-F238E27FC236}">
                <a16:creationId xmlns:a16="http://schemas.microsoft.com/office/drawing/2014/main" id="{4CF1DA11-19E4-4712-ACB6-975862A4A3AF}"/>
              </a:ext>
            </a:extLst>
          </p:cNvPr>
          <p:cNvGraphicFramePr>
            <a:graphicFrameLocks noGrp="1"/>
          </p:cNvGraphicFramePr>
          <p:nvPr>
            <p:ph idx="1"/>
            <p:extLst>
              <p:ext uri="{D42A27DB-BD31-4B8C-83A1-F6EECF244321}">
                <p14:modId xmlns:p14="http://schemas.microsoft.com/office/powerpoint/2010/main" val="599947320"/>
              </p:ext>
            </p:extLst>
          </p:nvPr>
        </p:nvGraphicFramePr>
        <p:xfrm>
          <a:off x="712596" y="1497204"/>
          <a:ext cx="10766808" cy="467560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689887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247DA0-1FFB-4E04-A38E-6A16625BABE6}"/>
              </a:ext>
            </a:extLst>
          </p:cNvPr>
          <p:cNvSpPr>
            <a:spLocks noGrp="1"/>
          </p:cNvSpPr>
          <p:nvPr>
            <p:ph type="title"/>
          </p:nvPr>
        </p:nvSpPr>
        <p:spPr>
          <a:xfrm>
            <a:off x="457200" y="274321"/>
            <a:ext cx="10515600" cy="589837"/>
          </a:xfrm>
        </p:spPr>
        <p:txBody>
          <a:bodyPr>
            <a:normAutofit fontScale="90000"/>
          </a:bodyPr>
          <a:lstStyle/>
          <a:p>
            <a:r>
              <a:rPr lang="en-US" dirty="0"/>
              <a:t>Recap</a:t>
            </a:r>
          </a:p>
        </p:txBody>
      </p:sp>
      <p:graphicFrame>
        <p:nvGraphicFramePr>
          <p:cNvPr id="4" name="Content Placeholder 3">
            <a:extLst>
              <a:ext uri="{FF2B5EF4-FFF2-40B4-BE49-F238E27FC236}">
                <a16:creationId xmlns:a16="http://schemas.microsoft.com/office/drawing/2014/main" id="{07ED82A5-A722-4EAD-B307-4102249AA1FB}"/>
              </a:ext>
            </a:extLst>
          </p:cNvPr>
          <p:cNvGraphicFramePr>
            <a:graphicFrameLocks noGrp="1"/>
          </p:cNvGraphicFramePr>
          <p:nvPr>
            <p:ph idx="1"/>
            <p:extLst>
              <p:ext uri="{D42A27DB-BD31-4B8C-83A1-F6EECF244321}">
                <p14:modId xmlns:p14="http://schemas.microsoft.com/office/powerpoint/2010/main" val="837693820"/>
              </p:ext>
            </p:extLst>
          </p:nvPr>
        </p:nvGraphicFramePr>
        <p:xfrm>
          <a:off x="457199" y="1024931"/>
          <a:ext cx="11138599" cy="52653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3255230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246183" y="143693"/>
            <a:ext cx="10395020" cy="685902"/>
          </a:xfrm>
        </p:spPr>
        <p:txBody>
          <a:bodyPr>
            <a:normAutofit fontScale="90000"/>
          </a:bodyPr>
          <a:lstStyle/>
          <a:p>
            <a:r>
              <a:rPr lang="en-US" dirty="0"/>
              <a:t>Comparing distributions: Numbers removed</a:t>
            </a:r>
          </a:p>
        </p:txBody>
      </p:sp>
      <p:graphicFrame>
        <p:nvGraphicFramePr>
          <p:cNvPr id="18" name="Diagram 17">
            <a:extLst>
              <a:ext uri="{FF2B5EF4-FFF2-40B4-BE49-F238E27FC236}">
                <a16:creationId xmlns:a16="http://schemas.microsoft.com/office/drawing/2014/main" id="{993E3BCF-0FB3-487D-9E88-5A42EF2304C0}"/>
              </a:ext>
            </a:extLst>
          </p:cNvPr>
          <p:cNvGraphicFramePr/>
          <p:nvPr>
            <p:extLst>
              <p:ext uri="{D42A27DB-BD31-4B8C-83A1-F6EECF244321}">
                <p14:modId xmlns:p14="http://schemas.microsoft.com/office/powerpoint/2010/main" val="2685432637"/>
              </p:ext>
            </p:extLst>
          </p:nvPr>
        </p:nvGraphicFramePr>
        <p:xfrm>
          <a:off x="246183" y="1014888"/>
          <a:ext cx="11349615" cy="95427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0" name="Content Placeholder 19">
            <a:extLst>
              <a:ext uri="{FF2B5EF4-FFF2-40B4-BE49-F238E27FC236}">
                <a16:creationId xmlns:a16="http://schemas.microsoft.com/office/drawing/2014/main" id="{6C40A9F6-8ABD-474F-AF88-FDB9905B1EDC}"/>
              </a:ext>
            </a:extLst>
          </p:cNvPr>
          <p:cNvSpPr>
            <a:spLocks noGrp="1"/>
          </p:cNvSpPr>
          <p:nvPr>
            <p:ph idx="1"/>
          </p:nvPr>
        </p:nvSpPr>
        <p:spPr>
          <a:xfrm>
            <a:off x="246183" y="3429000"/>
            <a:ext cx="5627136" cy="2589962"/>
          </a:xfrm>
          <a:ln>
            <a:solidFill>
              <a:schemeClr val="tx1"/>
            </a:solidFill>
          </a:ln>
        </p:spPr>
        <p:txBody>
          <a:bodyPr anchor="ctr">
            <a:normAutofit/>
          </a:bodyPr>
          <a:lstStyle/>
          <a:p>
            <a:r>
              <a:rPr lang="en-US" sz="2400" b="0" dirty="0"/>
              <a:t>Average KL divergence: 2.36</a:t>
            </a:r>
          </a:p>
          <a:p>
            <a:pPr lvl="1"/>
            <a:r>
              <a:rPr lang="en-US" sz="2000" dirty="0"/>
              <a:t>Less than 1 for 72.2% of the data</a:t>
            </a:r>
          </a:p>
          <a:p>
            <a:pPr lvl="1"/>
            <a:r>
              <a:rPr lang="en-US" sz="2000" dirty="0"/>
              <a:t> Less than 10 for 92.2% of the data</a:t>
            </a:r>
          </a:p>
          <a:p>
            <a:r>
              <a:rPr lang="en-US" sz="2400" b="0" dirty="0"/>
              <a:t>Average KS </a:t>
            </a:r>
            <a:r>
              <a:rPr lang="en-US" sz="2400" b="0" dirty="0" err="1"/>
              <a:t>pvalue</a:t>
            </a:r>
            <a:r>
              <a:rPr lang="en-US" sz="2400" b="0" dirty="0"/>
              <a:t>: 0.737</a:t>
            </a:r>
          </a:p>
          <a:p>
            <a:pPr lvl="1"/>
            <a:r>
              <a:rPr lang="en-US" sz="2000" b="0" dirty="0"/>
              <a:t>More than 0.6 for </a:t>
            </a:r>
            <a:r>
              <a:rPr lang="en-US" sz="2000" dirty="0"/>
              <a:t>45</a:t>
            </a:r>
            <a:r>
              <a:rPr lang="en-US" sz="2000" b="0" dirty="0"/>
              <a:t>.6% of the data </a:t>
            </a:r>
          </a:p>
          <a:p>
            <a:pPr lvl="1"/>
            <a:r>
              <a:rPr lang="en-US" sz="2000" b="0" dirty="0"/>
              <a:t>More than 0.5 for 90.1% of the data</a:t>
            </a:r>
          </a:p>
        </p:txBody>
      </p:sp>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3608856602"/>
              </p:ext>
            </p:extLst>
          </p:nvPr>
        </p:nvGraphicFramePr>
        <p:xfrm>
          <a:off x="246183" y="2154458"/>
          <a:ext cx="11349615" cy="954276"/>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pic>
        <p:nvPicPr>
          <p:cNvPr id="5" name="Picture 4" descr="Chart, histogram&#10;&#10;Description automatically generated">
            <a:extLst>
              <a:ext uri="{FF2B5EF4-FFF2-40B4-BE49-F238E27FC236}">
                <a16:creationId xmlns:a16="http://schemas.microsoft.com/office/drawing/2014/main" id="{0D895EBB-8706-4CC9-BC2A-F21F301E9D69}"/>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267972" y="4274914"/>
            <a:ext cx="2585690" cy="1568198"/>
          </a:xfrm>
          <a:prstGeom prst="rect">
            <a:avLst/>
          </a:prstGeom>
          <a:ln>
            <a:solidFill>
              <a:schemeClr val="tx1"/>
            </a:solidFill>
          </a:ln>
        </p:spPr>
      </p:pic>
      <p:pic>
        <p:nvPicPr>
          <p:cNvPr id="7" name="Picture 6" descr="Chart, histogram&#10;&#10;Description automatically generated">
            <a:extLst>
              <a:ext uri="{FF2B5EF4-FFF2-40B4-BE49-F238E27FC236}">
                <a16:creationId xmlns:a16="http://schemas.microsoft.com/office/drawing/2014/main" id="{CE15A4E4-704D-4611-8F6A-CE3A91A8895F}"/>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276115" y="3414460"/>
            <a:ext cx="2761458" cy="1720909"/>
          </a:xfrm>
          <a:prstGeom prst="rect">
            <a:avLst/>
          </a:prstGeom>
          <a:ln>
            <a:solidFill>
              <a:schemeClr val="tx1"/>
            </a:solidFill>
          </a:ln>
        </p:spPr>
      </p:pic>
    </p:spTree>
    <p:extLst>
      <p:ext uri="{BB962C8B-B14F-4D97-AF65-F5344CB8AC3E}">
        <p14:creationId xmlns:p14="http://schemas.microsoft.com/office/powerpoint/2010/main" val="96076797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246182" y="143693"/>
            <a:ext cx="10867295" cy="685902"/>
          </a:xfrm>
        </p:spPr>
        <p:txBody>
          <a:bodyPr>
            <a:normAutofit fontScale="90000"/>
          </a:bodyPr>
          <a:lstStyle/>
          <a:p>
            <a:r>
              <a:rPr lang="en-US" dirty="0"/>
              <a:t>Comparing distributions: 2 char words removed</a:t>
            </a:r>
          </a:p>
        </p:txBody>
      </p:sp>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3852629792"/>
              </p:ext>
            </p:extLst>
          </p:nvPr>
        </p:nvGraphicFramePr>
        <p:xfrm>
          <a:off x="246183" y="2154459"/>
          <a:ext cx="11349615" cy="75956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sp>
        <p:nvSpPr>
          <p:cNvPr id="10" name="Content Placeholder 19">
            <a:extLst>
              <a:ext uri="{FF2B5EF4-FFF2-40B4-BE49-F238E27FC236}">
                <a16:creationId xmlns:a16="http://schemas.microsoft.com/office/drawing/2014/main" id="{869EA6A2-326C-48A8-9801-BE174CFF05AC}"/>
              </a:ext>
            </a:extLst>
          </p:cNvPr>
          <p:cNvSpPr>
            <a:spLocks noGrp="1"/>
          </p:cNvSpPr>
          <p:nvPr>
            <p:ph idx="1"/>
          </p:nvPr>
        </p:nvSpPr>
        <p:spPr>
          <a:xfrm>
            <a:off x="246183" y="3429000"/>
            <a:ext cx="5627136" cy="2520008"/>
          </a:xfrm>
          <a:ln>
            <a:solidFill>
              <a:schemeClr val="tx1"/>
            </a:solidFill>
          </a:ln>
        </p:spPr>
        <p:txBody>
          <a:bodyPr anchor="ctr">
            <a:normAutofit/>
          </a:bodyPr>
          <a:lstStyle/>
          <a:p>
            <a:r>
              <a:rPr lang="en-US" sz="2400" b="0" dirty="0"/>
              <a:t>Average KL divergence: 2.54</a:t>
            </a:r>
          </a:p>
          <a:p>
            <a:pPr lvl="1"/>
            <a:r>
              <a:rPr lang="en-US" sz="2000" b="0" dirty="0"/>
              <a:t>Less than 1 for 69.6% of the data</a:t>
            </a:r>
          </a:p>
          <a:p>
            <a:pPr lvl="1"/>
            <a:r>
              <a:rPr lang="en-US" sz="2400" b="0" dirty="0"/>
              <a:t>Less than 10 for 93.5% of the data</a:t>
            </a:r>
          </a:p>
          <a:p>
            <a:r>
              <a:rPr lang="en-US" sz="2400" b="0" dirty="0"/>
              <a:t>Average KS </a:t>
            </a:r>
            <a:r>
              <a:rPr lang="en-US" sz="2400" b="0" dirty="0" err="1"/>
              <a:t>pvalue</a:t>
            </a:r>
            <a:r>
              <a:rPr lang="en-US" sz="2400" b="0" dirty="0"/>
              <a:t>: 0.792</a:t>
            </a:r>
          </a:p>
          <a:p>
            <a:pPr lvl="1"/>
            <a:r>
              <a:rPr lang="en-US" sz="2000" b="0" dirty="0"/>
              <a:t>More tha</a:t>
            </a:r>
            <a:r>
              <a:rPr lang="en-US" sz="2000" dirty="0"/>
              <a:t>n 0.9 for 52</a:t>
            </a:r>
            <a:r>
              <a:rPr lang="en-US" sz="2000" b="0" dirty="0"/>
              <a:t>.7% of data</a:t>
            </a:r>
          </a:p>
          <a:p>
            <a:pPr lvl="1"/>
            <a:r>
              <a:rPr lang="en-US" sz="2400" b="0" dirty="0"/>
              <a:t>More than 0.5 for 96.4% of data</a:t>
            </a:r>
            <a:endParaRPr lang="en-US" sz="2200" b="0" dirty="0">
              <a:solidFill>
                <a:srgbClr val="FF0000"/>
              </a:solidFill>
            </a:endParaRPr>
          </a:p>
        </p:txBody>
      </p:sp>
      <p:graphicFrame>
        <p:nvGraphicFramePr>
          <p:cNvPr id="14" name="Diagram 13">
            <a:extLst>
              <a:ext uri="{FF2B5EF4-FFF2-40B4-BE49-F238E27FC236}">
                <a16:creationId xmlns:a16="http://schemas.microsoft.com/office/drawing/2014/main" id="{B2D6514C-96BC-4C1E-B869-3BB5C4F124ED}"/>
              </a:ext>
            </a:extLst>
          </p:cNvPr>
          <p:cNvGraphicFramePr/>
          <p:nvPr>
            <p:extLst>
              <p:ext uri="{D42A27DB-BD31-4B8C-83A1-F6EECF244321}">
                <p14:modId xmlns:p14="http://schemas.microsoft.com/office/powerpoint/2010/main" val="764592268"/>
              </p:ext>
            </p:extLst>
          </p:nvPr>
        </p:nvGraphicFramePr>
        <p:xfrm>
          <a:off x="246183" y="1014888"/>
          <a:ext cx="11349615" cy="9542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5" name="Picture 4" descr="Chart&#10;&#10;Description automatically generated">
            <a:extLst>
              <a:ext uri="{FF2B5EF4-FFF2-40B4-BE49-F238E27FC236}">
                <a16:creationId xmlns:a16="http://schemas.microsoft.com/office/drawing/2014/main" id="{16EF114D-CB25-4C84-8785-0DEA1DE8A3C8}"/>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9183037" y="4243679"/>
            <a:ext cx="2762780" cy="1730966"/>
          </a:xfrm>
          <a:prstGeom prst="rect">
            <a:avLst/>
          </a:prstGeom>
          <a:ln>
            <a:solidFill>
              <a:schemeClr val="tx1"/>
            </a:solidFill>
          </a:ln>
        </p:spPr>
      </p:pic>
      <p:pic>
        <p:nvPicPr>
          <p:cNvPr id="9" name="Picture 8" descr="Chart, histogram&#10;&#10;Description automatically generated">
            <a:extLst>
              <a:ext uri="{FF2B5EF4-FFF2-40B4-BE49-F238E27FC236}">
                <a16:creationId xmlns:a16="http://schemas.microsoft.com/office/drawing/2014/main" id="{FEED85B7-4621-40B7-B450-8D75E5335E7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174651" y="3454207"/>
            <a:ext cx="2762780" cy="1685575"/>
          </a:xfrm>
          <a:prstGeom prst="rect">
            <a:avLst/>
          </a:prstGeom>
          <a:ln>
            <a:solidFill>
              <a:schemeClr val="tx1"/>
            </a:solidFill>
          </a:ln>
        </p:spPr>
      </p:pic>
    </p:spTree>
    <p:extLst>
      <p:ext uri="{BB962C8B-B14F-4D97-AF65-F5344CB8AC3E}">
        <p14:creationId xmlns:p14="http://schemas.microsoft.com/office/powerpoint/2010/main" val="30965526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AAF4A5-3E65-412D-A40A-FF64D9820C28}"/>
              </a:ext>
            </a:extLst>
          </p:cNvPr>
          <p:cNvSpPr>
            <a:spLocks noGrp="1"/>
          </p:cNvSpPr>
          <p:nvPr>
            <p:ph type="title"/>
          </p:nvPr>
        </p:nvSpPr>
        <p:spPr>
          <a:xfrm>
            <a:off x="140677" y="434755"/>
            <a:ext cx="10972800" cy="307777"/>
          </a:xfrm>
        </p:spPr>
        <p:txBody>
          <a:bodyPr>
            <a:noAutofit/>
          </a:bodyPr>
          <a:lstStyle/>
          <a:p>
            <a:r>
              <a:rPr lang="en-US" sz="3600" dirty="0"/>
              <a:t>Comparing distributions: Numbers and 2 char words removed</a:t>
            </a:r>
          </a:p>
        </p:txBody>
      </p:sp>
      <p:graphicFrame>
        <p:nvGraphicFramePr>
          <p:cNvPr id="21" name="Diagram 20">
            <a:extLst>
              <a:ext uri="{FF2B5EF4-FFF2-40B4-BE49-F238E27FC236}">
                <a16:creationId xmlns:a16="http://schemas.microsoft.com/office/drawing/2014/main" id="{1481992E-13D9-41D6-8CBC-E9F215B53BD3}"/>
              </a:ext>
            </a:extLst>
          </p:cNvPr>
          <p:cNvGraphicFramePr/>
          <p:nvPr>
            <p:extLst>
              <p:ext uri="{D42A27DB-BD31-4B8C-83A1-F6EECF244321}">
                <p14:modId xmlns:p14="http://schemas.microsoft.com/office/powerpoint/2010/main" val="3520640849"/>
              </p:ext>
            </p:extLst>
          </p:nvPr>
        </p:nvGraphicFramePr>
        <p:xfrm>
          <a:off x="246183" y="2154458"/>
          <a:ext cx="11349615" cy="8485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25" name="TextBox 24">
            <a:extLst>
              <a:ext uri="{FF2B5EF4-FFF2-40B4-BE49-F238E27FC236}">
                <a16:creationId xmlns:a16="http://schemas.microsoft.com/office/drawing/2014/main" id="{E0FD9B61-24E4-4B68-8AEA-77334BAD7D71}"/>
              </a:ext>
            </a:extLst>
          </p:cNvPr>
          <p:cNvSpPr txBox="1"/>
          <p:nvPr/>
        </p:nvSpPr>
        <p:spPr>
          <a:xfrm>
            <a:off x="6621864" y="532271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KL divergence</a:t>
            </a:r>
          </a:p>
        </p:txBody>
      </p:sp>
      <p:sp>
        <p:nvSpPr>
          <p:cNvPr id="26" name="TextBox 25">
            <a:extLst>
              <a:ext uri="{FF2B5EF4-FFF2-40B4-BE49-F238E27FC236}">
                <a16:creationId xmlns:a16="http://schemas.microsoft.com/office/drawing/2014/main" id="{C5A76434-5050-4911-A39C-260F4F1E89D4}"/>
              </a:ext>
            </a:extLst>
          </p:cNvPr>
          <p:cNvSpPr txBox="1"/>
          <p:nvPr/>
        </p:nvSpPr>
        <p:spPr>
          <a:xfrm>
            <a:off x="9525837" y="3749266"/>
            <a:ext cx="2069961" cy="366760"/>
          </a:xfrm>
          <a:prstGeom prst="rect">
            <a:avLst/>
          </a:prstGeom>
          <a:solidFill>
            <a:schemeClr val="accent4"/>
          </a:solidFill>
          <a:ln>
            <a:solidFill>
              <a:schemeClr val="tx1"/>
            </a:solidFill>
          </a:ln>
          <a:effectLst/>
        </p:spPr>
        <p:txBody>
          <a:bodyPr wrap="square" rtlCol="0">
            <a:spAutoFit/>
          </a:bodyPr>
          <a:lstStyle/>
          <a:p>
            <a:pPr algn="ctr"/>
            <a:r>
              <a:rPr lang="en-US" dirty="0"/>
              <a:t>KS Test (</a:t>
            </a:r>
            <a:r>
              <a:rPr lang="en-US" dirty="0" err="1"/>
              <a:t>Pvalue</a:t>
            </a:r>
            <a:r>
              <a:rPr lang="en-US" dirty="0"/>
              <a:t>)</a:t>
            </a:r>
          </a:p>
        </p:txBody>
      </p:sp>
      <p:sp>
        <p:nvSpPr>
          <p:cNvPr id="10" name="Content Placeholder 19">
            <a:extLst>
              <a:ext uri="{FF2B5EF4-FFF2-40B4-BE49-F238E27FC236}">
                <a16:creationId xmlns:a16="http://schemas.microsoft.com/office/drawing/2014/main" id="{869EA6A2-326C-48A8-9801-BE174CFF05AC}"/>
              </a:ext>
            </a:extLst>
          </p:cNvPr>
          <p:cNvSpPr>
            <a:spLocks noGrp="1"/>
          </p:cNvSpPr>
          <p:nvPr>
            <p:ph idx="1"/>
          </p:nvPr>
        </p:nvSpPr>
        <p:spPr>
          <a:xfrm>
            <a:off x="246182" y="3382464"/>
            <a:ext cx="5627136" cy="2520008"/>
          </a:xfrm>
          <a:ln>
            <a:solidFill>
              <a:schemeClr val="tx1"/>
            </a:solidFill>
          </a:ln>
        </p:spPr>
        <p:txBody>
          <a:bodyPr anchor="ctr">
            <a:normAutofit/>
          </a:bodyPr>
          <a:lstStyle/>
          <a:p>
            <a:r>
              <a:rPr lang="en-US" sz="2400" b="0" dirty="0"/>
              <a:t>Average KL divergence: 2.01</a:t>
            </a:r>
          </a:p>
          <a:p>
            <a:pPr lvl="1"/>
            <a:r>
              <a:rPr lang="en-US" sz="2000" b="0" dirty="0"/>
              <a:t>Less than 1 for </a:t>
            </a:r>
            <a:r>
              <a:rPr lang="en-US" sz="2000" dirty="0"/>
              <a:t>71</a:t>
            </a:r>
            <a:r>
              <a:rPr lang="en-US" sz="2000" b="0" dirty="0"/>
              <a:t>.1% of the data</a:t>
            </a:r>
          </a:p>
          <a:p>
            <a:pPr lvl="1"/>
            <a:r>
              <a:rPr lang="en-US" sz="2400" b="0" dirty="0"/>
              <a:t>Less than 10 for 95.7% of the data</a:t>
            </a:r>
          </a:p>
          <a:p>
            <a:r>
              <a:rPr lang="en-US" sz="2400" b="0" dirty="0"/>
              <a:t>Average KS </a:t>
            </a:r>
            <a:r>
              <a:rPr lang="en-US" sz="2400" b="0" dirty="0" err="1"/>
              <a:t>pvalue</a:t>
            </a:r>
            <a:r>
              <a:rPr lang="en-US" sz="2400" b="0" dirty="0"/>
              <a:t>: 0.76</a:t>
            </a:r>
          </a:p>
          <a:p>
            <a:pPr lvl="1"/>
            <a:r>
              <a:rPr lang="en-US" sz="2000" b="0" dirty="0"/>
              <a:t>More tha</a:t>
            </a:r>
            <a:r>
              <a:rPr lang="en-US" sz="2000" dirty="0"/>
              <a:t>n 0.9 for 47</a:t>
            </a:r>
            <a:r>
              <a:rPr lang="en-US" sz="2000" b="0" dirty="0"/>
              <a:t>.5% of data</a:t>
            </a:r>
          </a:p>
          <a:p>
            <a:pPr lvl="1"/>
            <a:r>
              <a:rPr lang="en-US" sz="2400" b="0" dirty="0"/>
              <a:t>More than 0.5 for 93.9% of data</a:t>
            </a:r>
          </a:p>
        </p:txBody>
      </p:sp>
      <p:graphicFrame>
        <p:nvGraphicFramePr>
          <p:cNvPr id="9" name="Diagram 8">
            <a:extLst>
              <a:ext uri="{FF2B5EF4-FFF2-40B4-BE49-F238E27FC236}">
                <a16:creationId xmlns:a16="http://schemas.microsoft.com/office/drawing/2014/main" id="{0CAEC0D3-9DF5-4939-9F06-2F9642CA0AE9}"/>
              </a:ext>
            </a:extLst>
          </p:cNvPr>
          <p:cNvGraphicFramePr/>
          <p:nvPr>
            <p:extLst>
              <p:ext uri="{D42A27DB-BD31-4B8C-83A1-F6EECF244321}">
                <p14:modId xmlns:p14="http://schemas.microsoft.com/office/powerpoint/2010/main" val="3991758387"/>
              </p:ext>
            </p:extLst>
          </p:nvPr>
        </p:nvGraphicFramePr>
        <p:xfrm>
          <a:off x="246183" y="1062797"/>
          <a:ext cx="11349615" cy="954277"/>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pic>
        <p:nvPicPr>
          <p:cNvPr id="4" name="Picture 3" descr="Chart, histogram&#10;&#10;Description automatically generated">
            <a:extLst>
              <a:ext uri="{FF2B5EF4-FFF2-40B4-BE49-F238E27FC236}">
                <a16:creationId xmlns:a16="http://schemas.microsoft.com/office/drawing/2014/main" id="{48069E17-4EBC-4BBE-99D7-F60DF8EFFAEB}"/>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318684" y="3495693"/>
            <a:ext cx="2522350" cy="1635161"/>
          </a:xfrm>
          <a:prstGeom prst="rect">
            <a:avLst/>
          </a:prstGeom>
          <a:ln>
            <a:solidFill>
              <a:schemeClr val="tx1"/>
            </a:solidFill>
          </a:ln>
        </p:spPr>
      </p:pic>
      <p:pic>
        <p:nvPicPr>
          <p:cNvPr id="6" name="Picture 5" descr="Chart&#10;&#10;Description automatically generated">
            <a:extLst>
              <a:ext uri="{FF2B5EF4-FFF2-40B4-BE49-F238E27FC236}">
                <a16:creationId xmlns:a16="http://schemas.microsoft.com/office/drawing/2014/main" id="{76C4D600-40FB-4C71-BD98-45977B7889D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9216816" y="4267311"/>
            <a:ext cx="2609866" cy="1635161"/>
          </a:xfrm>
          <a:prstGeom prst="rect">
            <a:avLst/>
          </a:prstGeom>
          <a:ln>
            <a:solidFill>
              <a:schemeClr val="tx1"/>
            </a:solidFill>
          </a:ln>
        </p:spPr>
      </p:pic>
    </p:spTree>
    <p:extLst>
      <p:ext uri="{BB962C8B-B14F-4D97-AF65-F5344CB8AC3E}">
        <p14:creationId xmlns:p14="http://schemas.microsoft.com/office/powerpoint/2010/main" val="171291823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76063B-8427-40CE-B03D-C6F553544FB7}"/>
              </a:ext>
            </a:extLst>
          </p:cNvPr>
          <p:cNvSpPr>
            <a:spLocks noGrp="1"/>
          </p:cNvSpPr>
          <p:nvPr>
            <p:ph type="title"/>
          </p:nvPr>
        </p:nvSpPr>
        <p:spPr>
          <a:xfrm>
            <a:off x="457199" y="244176"/>
            <a:ext cx="10515600" cy="640080"/>
          </a:xfrm>
        </p:spPr>
        <p:txBody>
          <a:bodyPr>
            <a:normAutofit fontScale="90000"/>
          </a:bodyPr>
          <a:lstStyle/>
          <a:p>
            <a:r>
              <a:rPr lang="en-US" dirty="0"/>
              <a:t>Spell corrections</a:t>
            </a:r>
          </a:p>
        </p:txBody>
      </p:sp>
      <p:graphicFrame>
        <p:nvGraphicFramePr>
          <p:cNvPr id="12" name="Diagram 11">
            <a:extLst>
              <a:ext uri="{FF2B5EF4-FFF2-40B4-BE49-F238E27FC236}">
                <a16:creationId xmlns:a16="http://schemas.microsoft.com/office/drawing/2014/main" id="{18A23E1B-B943-4A83-A737-01FD004F0B60}"/>
              </a:ext>
            </a:extLst>
          </p:cNvPr>
          <p:cNvGraphicFramePr/>
          <p:nvPr>
            <p:extLst>
              <p:ext uri="{D42A27DB-BD31-4B8C-83A1-F6EECF244321}">
                <p14:modId xmlns:p14="http://schemas.microsoft.com/office/powerpoint/2010/main" val="174079263"/>
              </p:ext>
            </p:extLst>
          </p:nvPr>
        </p:nvGraphicFramePr>
        <p:xfrm>
          <a:off x="457199" y="1075174"/>
          <a:ext cx="11058211" cy="5004079"/>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4439018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81DFA5-C3D6-48C3-8D44-9D3495450973}"/>
              </a:ext>
            </a:extLst>
          </p:cNvPr>
          <p:cNvSpPr>
            <a:spLocks noGrp="1"/>
          </p:cNvSpPr>
          <p:nvPr>
            <p:ph type="title"/>
          </p:nvPr>
        </p:nvSpPr>
        <p:spPr>
          <a:xfrm>
            <a:off x="457200" y="244175"/>
            <a:ext cx="10515600" cy="670225"/>
          </a:xfrm>
        </p:spPr>
        <p:txBody>
          <a:bodyPr>
            <a:normAutofit fontScale="90000"/>
          </a:bodyPr>
          <a:lstStyle/>
          <a:p>
            <a:r>
              <a:rPr lang="en-US" dirty="0"/>
              <a:t>Data Augmentation</a:t>
            </a:r>
          </a:p>
        </p:txBody>
      </p:sp>
      <p:graphicFrame>
        <p:nvGraphicFramePr>
          <p:cNvPr id="4" name="Diagram 3">
            <a:extLst>
              <a:ext uri="{FF2B5EF4-FFF2-40B4-BE49-F238E27FC236}">
                <a16:creationId xmlns:a16="http://schemas.microsoft.com/office/drawing/2014/main" id="{D2C8A3B1-BAB0-46ED-97E1-00D9D21C35E2}"/>
              </a:ext>
            </a:extLst>
          </p:cNvPr>
          <p:cNvGraphicFramePr/>
          <p:nvPr>
            <p:extLst>
              <p:ext uri="{D42A27DB-BD31-4B8C-83A1-F6EECF244321}">
                <p14:modId xmlns:p14="http://schemas.microsoft.com/office/powerpoint/2010/main" val="4214056880"/>
              </p:ext>
            </p:extLst>
          </p:nvPr>
        </p:nvGraphicFramePr>
        <p:xfrm>
          <a:off x="303683" y="1001019"/>
          <a:ext cx="11211728" cy="541866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838138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DC0626-F06E-4E67-90A0-1B16644BD3BF}"/>
              </a:ext>
            </a:extLst>
          </p:cNvPr>
          <p:cNvSpPr>
            <a:spLocks noGrp="1"/>
          </p:cNvSpPr>
          <p:nvPr>
            <p:ph type="title"/>
          </p:nvPr>
        </p:nvSpPr>
        <p:spPr>
          <a:xfrm>
            <a:off x="211015" y="103500"/>
            <a:ext cx="10515600" cy="599887"/>
          </a:xfrm>
        </p:spPr>
        <p:txBody>
          <a:bodyPr>
            <a:normAutofit fontScale="90000"/>
          </a:bodyPr>
          <a:lstStyle/>
          <a:p>
            <a:r>
              <a:rPr lang="en-US" dirty="0"/>
              <a:t>FastText model</a:t>
            </a:r>
          </a:p>
        </p:txBody>
      </p:sp>
      <p:sp>
        <p:nvSpPr>
          <p:cNvPr id="3" name="Content Placeholder 2">
            <a:extLst>
              <a:ext uri="{FF2B5EF4-FFF2-40B4-BE49-F238E27FC236}">
                <a16:creationId xmlns:a16="http://schemas.microsoft.com/office/drawing/2014/main" id="{010A4B96-AC8E-4F81-AE41-5DE3B0444185}"/>
              </a:ext>
            </a:extLst>
          </p:cNvPr>
          <p:cNvSpPr>
            <a:spLocks noGrp="1"/>
          </p:cNvSpPr>
          <p:nvPr>
            <p:ph idx="1"/>
          </p:nvPr>
        </p:nvSpPr>
        <p:spPr>
          <a:xfrm>
            <a:off x="211015" y="753630"/>
            <a:ext cx="11234057" cy="1426862"/>
          </a:xfrm>
          <a:ln>
            <a:noFill/>
          </a:ln>
          <a:effectLst>
            <a:outerShdw blurRad="44450" dist="27940" dir="5400000" algn="ctr">
              <a:srgbClr val="000000">
                <a:alpha val="32000"/>
              </a:srgbClr>
            </a:outerShdw>
          </a:effectLst>
          <a:scene3d>
            <a:camera prst="orthographicFront">
              <a:rot lat="0" lon="0" rev="0"/>
            </a:camera>
            <a:lightRig rig="balanced" dir="t">
              <a:rot lat="0" lon="0" rev="8700000"/>
            </a:lightRig>
          </a:scene3d>
          <a:sp3d>
            <a:bevelT w="190500" h="38100"/>
          </a:sp3d>
        </p:spPr>
        <p:style>
          <a:lnRef idx="2">
            <a:schemeClr val="accent4"/>
          </a:lnRef>
          <a:fillRef idx="1">
            <a:schemeClr val="lt1"/>
          </a:fillRef>
          <a:effectRef idx="0">
            <a:schemeClr val="accent4"/>
          </a:effectRef>
          <a:fontRef idx="minor">
            <a:schemeClr val="dk1"/>
          </a:fontRef>
        </p:style>
        <p:txBody>
          <a:bodyPr>
            <a:normAutofit fontScale="70000" lnSpcReduction="20000"/>
          </a:bodyPr>
          <a:lstStyle/>
          <a:p>
            <a:r>
              <a:rPr lang="en-US" b="0" dirty="0"/>
              <a:t>It is a library created by the Facebook for efficient learning of word representations and sentence classification.</a:t>
            </a:r>
          </a:p>
          <a:p>
            <a:r>
              <a:rPr lang="en-US" b="0" dirty="0"/>
              <a:t>Advantages over word2vec and Glove</a:t>
            </a:r>
          </a:p>
          <a:p>
            <a:pPr lvl="1"/>
            <a:r>
              <a:rPr lang="en-US" b="0" dirty="0"/>
              <a:t>It can give the vector representations for the words not present in the dictionary. Eg- </a:t>
            </a:r>
            <a:r>
              <a:rPr lang="en-US" b="0" i="1" dirty="0"/>
              <a:t>“stupedofan</a:t>
            </a:r>
            <a:r>
              <a:rPr lang="en-US" i="1" dirty="0"/>
              <a:t>c</a:t>
            </a:r>
            <a:r>
              <a:rPr lang="en-US" b="0" i="1" dirty="0"/>
              <a:t>tabulouslyfantasti”</a:t>
            </a:r>
          </a:p>
          <a:p>
            <a:pPr lvl="1"/>
            <a:r>
              <a:rPr lang="en-US" i="1" dirty="0"/>
              <a:t>It is extremely fast.</a:t>
            </a:r>
            <a:endParaRPr lang="en-US" b="0" i="1" dirty="0"/>
          </a:p>
        </p:txBody>
      </p:sp>
      <p:graphicFrame>
        <p:nvGraphicFramePr>
          <p:cNvPr id="4" name="Diagram 3">
            <a:extLst>
              <a:ext uri="{FF2B5EF4-FFF2-40B4-BE49-F238E27FC236}">
                <a16:creationId xmlns:a16="http://schemas.microsoft.com/office/drawing/2014/main" id="{E1679E14-3912-483D-B333-0E339FA538E4}"/>
              </a:ext>
            </a:extLst>
          </p:cNvPr>
          <p:cNvGraphicFramePr/>
          <p:nvPr>
            <p:extLst>
              <p:ext uri="{D42A27DB-BD31-4B8C-83A1-F6EECF244321}">
                <p14:modId xmlns:p14="http://schemas.microsoft.com/office/powerpoint/2010/main" val="2274029670"/>
              </p:ext>
            </p:extLst>
          </p:nvPr>
        </p:nvGraphicFramePr>
        <p:xfrm>
          <a:off x="2150347" y="2429277"/>
          <a:ext cx="9294725" cy="54503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Rectangle: Rounded Corners 4">
            <a:extLst>
              <a:ext uri="{FF2B5EF4-FFF2-40B4-BE49-F238E27FC236}">
                <a16:creationId xmlns:a16="http://schemas.microsoft.com/office/drawing/2014/main" id="{2B11CE0C-7A4C-443B-9B5D-2C91E36695BB}"/>
              </a:ext>
            </a:extLst>
          </p:cNvPr>
          <p:cNvSpPr/>
          <p:nvPr/>
        </p:nvSpPr>
        <p:spPr>
          <a:xfrm>
            <a:off x="211016" y="2429277"/>
            <a:ext cx="1637882" cy="545035"/>
          </a:xfrm>
          <a:prstGeom prst="roundRect">
            <a:avLst/>
          </a:prstGeom>
        </p:spPr>
        <p:style>
          <a:lnRef idx="0">
            <a:schemeClr val="accent3"/>
          </a:lnRef>
          <a:fillRef idx="3">
            <a:schemeClr val="accent3"/>
          </a:fillRef>
          <a:effectRef idx="3">
            <a:schemeClr val="accent3"/>
          </a:effectRef>
          <a:fontRef idx="minor">
            <a:schemeClr val="lt1"/>
          </a:fontRef>
        </p:style>
        <p:txBody>
          <a:bodyPr rtlCol="0" anchor="ctr"/>
          <a:lstStyle/>
          <a:p>
            <a:pPr algn="ctr"/>
            <a:r>
              <a:rPr lang="en-US" dirty="0"/>
              <a:t>Preprocessing steps</a:t>
            </a:r>
          </a:p>
        </p:txBody>
      </p:sp>
      <p:graphicFrame>
        <p:nvGraphicFramePr>
          <p:cNvPr id="6" name="Table 4">
            <a:extLst>
              <a:ext uri="{FF2B5EF4-FFF2-40B4-BE49-F238E27FC236}">
                <a16:creationId xmlns:a16="http://schemas.microsoft.com/office/drawing/2014/main" id="{F9FF62E8-F282-496C-A851-5158EF451C98}"/>
              </a:ext>
            </a:extLst>
          </p:cNvPr>
          <p:cNvGraphicFramePr>
            <a:graphicFrameLocks/>
          </p:cNvGraphicFramePr>
          <p:nvPr>
            <p:extLst>
              <p:ext uri="{D42A27DB-BD31-4B8C-83A1-F6EECF244321}">
                <p14:modId xmlns:p14="http://schemas.microsoft.com/office/powerpoint/2010/main" val="3685773606"/>
              </p:ext>
            </p:extLst>
          </p:nvPr>
        </p:nvGraphicFramePr>
        <p:xfrm>
          <a:off x="211015" y="3107541"/>
          <a:ext cx="11521383" cy="3270386"/>
        </p:xfrm>
        <a:graphic>
          <a:graphicData uri="http://schemas.openxmlformats.org/drawingml/2006/table">
            <a:tbl>
              <a:tblPr firstRow="1" firstCol="1" bandRow="1">
                <a:tableStyleId>{5C22544A-7EE6-4342-B048-85BDC9FD1C3A}</a:tableStyleId>
              </a:tblPr>
              <a:tblGrid>
                <a:gridCol w="1337955">
                  <a:extLst>
                    <a:ext uri="{9D8B030D-6E8A-4147-A177-3AD203B41FA5}">
                      <a16:colId xmlns:a16="http://schemas.microsoft.com/office/drawing/2014/main" val="4063345073"/>
                    </a:ext>
                  </a:extLst>
                </a:gridCol>
                <a:gridCol w="1737599">
                  <a:extLst>
                    <a:ext uri="{9D8B030D-6E8A-4147-A177-3AD203B41FA5}">
                      <a16:colId xmlns:a16="http://schemas.microsoft.com/office/drawing/2014/main" val="3803791866"/>
                    </a:ext>
                  </a:extLst>
                </a:gridCol>
                <a:gridCol w="3252209">
                  <a:extLst>
                    <a:ext uri="{9D8B030D-6E8A-4147-A177-3AD203B41FA5}">
                      <a16:colId xmlns:a16="http://schemas.microsoft.com/office/drawing/2014/main" val="235275921"/>
                    </a:ext>
                  </a:extLst>
                </a:gridCol>
                <a:gridCol w="2378706">
                  <a:extLst>
                    <a:ext uri="{9D8B030D-6E8A-4147-A177-3AD203B41FA5}">
                      <a16:colId xmlns:a16="http://schemas.microsoft.com/office/drawing/2014/main" val="4255851108"/>
                    </a:ext>
                  </a:extLst>
                </a:gridCol>
                <a:gridCol w="1527999">
                  <a:extLst>
                    <a:ext uri="{9D8B030D-6E8A-4147-A177-3AD203B41FA5}">
                      <a16:colId xmlns:a16="http://schemas.microsoft.com/office/drawing/2014/main" val="4014875624"/>
                    </a:ext>
                  </a:extLst>
                </a:gridCol>
                <a:gridCol w="1286915">
                  <a:extLst>
                    <a:ext uri="{9D8B030D-6E8A-4147-A177-3AD203B41FA5}">
                      <a16:colId xmlns:a16="http://schemas.microsoft.com/office/drawing/2014/main" val="4284041291"/>
                    </a:ext>
                  </a:extLst>
                </a:gridCol>
              </a:tblGrid>
              <a:tr h="383084">
                <a:tc>
                  <a:txBody>
                    <a:bodyPr/>
                    <a:lstStyle/>
                    <a:p>
                      <a:pPr algn="ctr"/>
                      <a:r>
                        <a:rPr lang="en-US" dirty="0"/>
                        <a:t>Model</a:t>
                      </a:r>
                    </a:p>
                  </a:txBody>
                  <a:tcPr anchor="ctr">
                    <a:solidFill>
                      <a:schemeClr val="accent6"/>
                    </a:solidFill>
                  </a:tcPr>
                </a:tc>
                <a:tc>
                  <a:txBody>
                    <a:bodyPr/>
                    <a:lstStyle/>
                    <a:p>
                      <a:pPr algn="ctr"/>
                      <a:r>
                        <a:rPr lang="en-US" dirty="0"/>
                        <a:t>Preprocessing</a:t>
                      </a:r>
                    </a:p>
                  </a:txBody>
                  <a:tcPr anchor="ctr"/>
                </a:tc>
                <a:tc>
                  <a:txBody>
                    <a:bodyPr/>
                    <a:lstStyle/>
                    <a:p>
                      <a:pPr algn="ctr"/>
                      <a:r>
                        <a:rPr lang="en-US" dirty="0"/>
                        <a:t>Data augmentation</a:t>
                      </a:r>
                    </a:p>
                  </a:txBody>
                  <a:tcPr anchor="ctr"/>
                </a:tc>
                <a:tc>
                  <a:txBody>
                    <a:bodyPr/>
                    <a:lstStyle/>
                    <a:p>
                      <a:pPr algn="ctr"/>
                      <a:r>
                        <a:rPr lang="en-US" dirty="0"/>
                        <a:t>Validation accuracy</a:t>
                      </a:r>
                    </a:p>
                  </a:txBody>
                  <a:tcPr anchor="ctr"/>
                </a:tc>
                <a:tc>
                  <a:txBody>
                    <a:bodyPr/>
                    <a:lstStyle/>
                    <a:p>
                      <a:pPr algn="ctr"/>
                      <a:r>
                        <a:rPr lang="en-US" dirty="0"/>
                        <a:t>TF category</a:t>
                      </a:r>
                    </a:p>
                  </a:txBody>
                  <a:tcPr anchor="ctr"/>
                </a:tc>
                <a:tc>
                  <a:txBody>
                    <a:bodyPr/>
                    <a:lstStyle/>
                    <a:p>
                      <a:pPr algn="ctr"/>
                      <a:r>
                        <a:rPr lang="en-US" dirty="0"/>
                        <a:t>TF variety</a:t>
                      </a:r>
                    </a:p>
                  </a:txBody>
                  <a:tcPr anchor="ctr"/>
                </a:tc>
                <a:extLst>
                  <a:ext uri="{0D108BD9-81ED-4DB2-BD59-A6C34878D82A}">
                    <a16:rowId xmlns:a16="http://schemas.microsoft.com/office/drawing/2014/main" val="1384846687"/>
                  </a:ext>
                </a:extLst>
              </a:tr>
              <a:tr h="302079">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No</a:t>
                      </a:r>
                    </a:p>
                  </a:txBody>
                  <a:tcPr anchor="ctr"/>
                </a:tc>
                <a:tc>
                  <a:txBody>
                    <a:bodyPr/>
                    <a:lstStyle/>
                    <a:p>
                      <a:pPr algn="ctr"/>
                      <a:r>
                        <a:rPr lang="en-US" dirty="0"/>
                        <a:t>93.50</a:t>
                      </a:r>
                    </a:p>
                  </a:txBody>
                  <a:tcPr anchor="ctr"/>
                </a:tc>
                <a:tc>
                  <a:txBody>
                    <a:bodyPr/>
                    <a:lstStyle/>
                    <a:p>
                      <a:pPr algn="ctr"/>
                      <a:r>
                        <a:rPr lang="en-US" dirty="0"/>
                        <a:t>71.84</a:t>
                      </a:r>
                    </a:p>
                  </a:txBody>
                  <a:tcPr anchor="ctr"/>
                </a:tc>
                <a:tc>
                  <a:txBody>
                    <a:bodyPr/>
                    <a:lstStyle/>
                    <a:p>
                      <a:pPr algn="ctr"/>
                      <a:r>
                        <a:rPr lang="en-US" dirty="0"/>
                        <a:t>68.42</a:t>
                      </a:r>
                    </a:p>
                  </a:txBody>
                  <a:tcPr anchor="ctr"/>
                </a:tc>
                <a:extLst>
                  <a:ext uri="{0D108BD9-81ED-4DB2-BD59-A6C34878D82A}">
                    <a16:rowId xmlns:a16="http://schemas.microsoft.com/office/drawing/2014/main" val="4054122234"/>
                  </a:ext>
                </a:extLst>
              </a:tr>
              <a:tr h="302079">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No</a:t>
                      </a:r>
                    </a:p>
                  </a:txBody>
                  <a:tcPr anchor="ctr"/>
                </a:tc>
                <a:tc>
                  <a:txBody>
                    <a:bodyPr/>
                    <a:lstStyle/>
                    <a:p>
                      <a:pPr algn="ctr"/>
                      <a:r>
                        <a:rPr lang="en-US" dirty="0"/>
                        <a:t>98.92</a:t>
                      </a:r>
                    </a:p>
                  </a:txBody>
                  <a:tcPr anchor="ctr"/>
                </a:tc>
                <a:tc>
                  <a:txBody>
                    <a:bodyPr/>
                    <a:lstStyle/>
                    <a:p>
                      <a:pPr algn="ctr"/>
                      <a:r>
                        <a:rPr lang="en-US" dirty="0"/>
                        <a:t>72.02</a:t>
                      </a:r>
                    </a:p>
                  </a:txBody>
                  <a:tcPr anchor="ctr"/>
                </a:tc>
                <a:tc>
                  <a:txBody>
                    <a:bodyPr/>
                    <a:lstStyle/>
                    <a:p>
                      <a:pPr algn="ctr"/>
                      <a:r>
                        <a:rPr lang="en-US" dirty="0"/>
                        <a:t>69.66</a:t>
                      </a:r>
                    </a:p>
                  </a:txBody>
                  <a:tcPr anchor="ctr"/>
                </a:tc>
                <a:extLst>
                  <a:ext uri="{0D108BD9-81ED-4DB2-BD59-A6C34878D82A}">
                    <a16:rowId xmlns:a16="http://schemas.microsoft.com/office/drawing/2014/main" val="3193136118"/>
                  </a:ext>
                </a:extLst>
              </a:tr>
              <a:tr h="547264">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simple wordnet |</a:t>
                      </a:r>
                      <a:br>
                        <a:rPr lang="en-US" dirty="0"/>
                      </a:br>
                      <a:r>
                        <a:rPr lang="en-US" dirty="0"/>
                        <a:t> Train data = 129552</a:t>
                      </a:r>
                    </a:p>
                  </a:txBody>
                  <a:tcPr anchor="ctr"/>
                </a:tc>
                <a:tc>
                  <a:txBody>
                    <a:bodyPr/>
                    <a:lstStyle/>
                    <a:p>
                      <a:pPr algn="ctr"/>
                      <a:r>
                        <a:rPr lang="en-US" dirty="0"/>
                        <a:t>99.64</a:t>
                      </a:r>
                    </a:p>
                  </a:txBody>
                  <a:tcPr anchor="ctr"/>
                </a:tc>
                <a:tc>
                  <a:txBody>
                    <a:bodyPr/>
                    <a:lstStyle/>
                    <a:p>
                      <a:pPr algn="ctr"/>
                      <a:r>
                        <a:rPr lang="en-US" dirty="0"/>
                        <a:t>68.35</a:t>
                      </a:r>
                    </a:p>
                  </a:txBody>
                  <a:tcPr anchor="ctr"/>
                </a:tc>
                <a:tc>
                  <a:txBody>
                    <a:bodyPr/>
                    <a:lstStyle/>
                    <a:p>
                      <a:pPr algn="ctr"/>
                      <a:r>
                        <a:rPr lang="en-US" dirty="0"/>
                        <a:t>68.37</a:t>
                      </a:r>
                    </a:p>
                  </a:txBody>
                  <a:tcPr anchor="ctr"/>
                </a:tc>
                <a:extLst>
                  <a:ext uri="{0D108BD9-81ED-4DB2-BD59-A6C34878D82A}">
                    <a16:rowId xmlns:a16="http://schemas.microsoft.com/office/drawing/2014/main" val="2074752363"/>
                  </a:ext>
                </a:extLst>
              </a:tr>
              <a:tr h="547264">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simple Walmart | </a:t>
                      </a:r>
                      <a:br>
                        <a:rPr lang="en-US" dirty="0"/>
                      </a:br>
                      <a:r>
                        <a:rPr lang="en-US" dirty="0"/>
                        <a:t>Train data = 48412</a:t>
                      </a:r>
                    </a:p>
                  </a:txBody>
                  <a:tcPr anchor="ctr"/>
                </a:tc>
                <a:tc>
                  <a:txBody>
                    <a:bodyPr/>
                    <a:lstStyle/>
                    <a:p>
                      <a:pPr algn="ctr"/>
                      <a:r>
                        <a:rPr lang="en-US" dirty="0"/>
                        <a:t>98.66</a:t>
                      </a:r>
                    </a:p>
                  </a:txBody>
                  <a:tcPr anchor="ctr"/>
                </a:tc>
                <a:tc>
                  <a:txBody>
                    <a:bodyPr/>
                    <a:lstStyle/>
                    <a:p>
                      <a:pPr algn="ctr"/>
                      <a:r>
                        <a:rPr lang="en-US" dirty="0"/>
                        <a:t>70.02</a:t>
                      </a:r>
                    </a:p>
                  </a:txBody>
                  <a:tcPr anchor="ctr"/>
                </a:tc>
                <a:tc>
                  <a:txBody>
                    <a:bodyPr/>
                    <a:lstStyle/>
                    <a:p>
                      <a:pPr algn="ctr"/>
                      <a:r>
                        <a:rPr lang="en-US" dirty="0"/>
                        <a:t>69.29</a:t>
                      </a:r>
                    </a:p>
                  </a:txBody>
                  <a:tcPr anchor="ctr"/>
                </a:tc>
                <a:extLst>
                  <a:ext uri="{0D108BD9-81ED-4DB2-BD59-A6C34878D82A}">
                    <a16:rowId xmlns:a16="http://schemas.microsoft.com/office/drawing/2014/main" val="3905633252"/>
                  </a:ext>
                </a:extLst>
              </a:tr>
              <a:tr h="875622">
                <a:tc>
                  <a:txBody>
                    <a:bodyPr/>
                    <a:lstStyle/>
                    <a:p>
                      <a:pPr algn="ctr"/>
                      <a:r>
                        <a:rPr lang="en-US" dirty="0"/>
                        <a:t>FastText*</a:t>
                      </a:r>
                    </a:p>
                  </a:txBody>
                  <a:tcPr anchor="ctr">
                    <a:cell3D prstMaterial="dkEdge">
                      <a:bevel/>
                      <a:lightRig rig="flood" dir="t"/>
                    </a:cell3D>
                  </a:tcPr>
                </a:tc>
                <a:tc>
                  <a:txBody>
                    <a:bodyPr/>
                    <a:lstStyle/>
                    <a:p>
                      <a:pPr algn="ctr"/>
                      <a:r>
                        <a:rPr lang="en-US" dirty="0"/>
                        <a:t>Yes</a:t>
                      </a:r>
                    </a:p>
                  </a:txBody>
                  <a:tcPr anchor="ctr"/>
                </a:tc>
                <a:tc>
                  <a:txBody>
                    <a:bodyPr/>
                    <a:lstStyle/>
                    <a:p>
                      <a:pPr algn="ctr"/>
                      <a:r>
                        <a:rPr lang="en-US" dirty="0"/>
                        <a:t>Yes, complex Walmart | (0.2,0.7,0.1) | Train data= 48298</a:t>
                      </a:r>
                    </a:p>
                  </a:txBody>
                  <a:tcPr anchor="ctr"/>
                </a:tc>
                <a:tc>
                  <a:txBody>
                    <a:bodyPr/>
                    <a:lstStyle/>
                    <a:p>
                      <a:pPr algn="ctr"/>
                      <a:r>
                        <a:rPr lang="en-US" dirty="0"/>
                        <a:t>98.95</a:t>
                      </a:r>
                    </a:p>
                  </a:txBody>
                  <a:tcPr anchor="ctr"/>
                </a:tc>
                <a:tc>
                  <a:txBody>
                    <a:bodyPr/>
                    <a:lstStyle/>
                    <a:p>
                      <a:pPr algn="ctr"/>
                      <a:r>
                        <a:rPr lang="en-US" dirty="0"/>
                        <a:t>70.45</a:t>
                      </a:r>
                    </a:p>
                  </a:txBody>
                  <a:tcPr anchor="ctr"/>
                </a:tc>
                <a:tc>
                  <a:txBody>
                    <a:bodyPr/>
                    <a:lstStyle/>
                    <a:p>
                      <a:pPr algn="ctr"/>
                      <a:r>
                        <a:rPr lang="en-US" dirty="0"/>
                        <a:t>71.58</a:t>
                      </a:r>
                    </a:p>
                  </a:txBody>
                  <a:tcPr anchor="ctr"/>
                </a:tc>
                <a:extLst>
                  <a:ext uri="{0D108BD9-81ED-4DB2-BD59-A6C34878D82A}">
                    <a16:rowId xmlns:a16="http://schemas.microsoft.com/office/drawing/2014/main" val="2407165612"/>
                  </a:ext>
                </a:extLst>
              </a:tr>
            </a:tbl>
          </a:graphicData>
        </a:graphic>
      </p:graphicFrame>
      <p:sp>
        <p:nvSpPr>
          <p:cNvPr id="7" name="TextBox 6">
            <a:extLst>
              <a:ext uri="{FF2B5EF4-FFF2-40B4-BE49-F238E27FC236}">
                <a16:creationId xmlns:a16="http://schemas.microsoft.com/office/drawing/2014/main" id="{546E818F-5EC1-40B1-B1F8-A1C97C769893}"/>
              </a:ext>
            </a:extLst>
          </p:cNvPr>
          <p:cNvSpPr txBox="1"/>
          <p:nvPr/>
        </p:nvSpPr>
        <p:spPr>
          <a:xfrm>
            <a:off x="8360228" y="6372656"/>
            <a:ext cx="3607359" cy="461665"/>
          </a:xfrm>
          <a:prstGeom prst="rect">
            <a:avLst/>
          </a:prstGeom>
          <a:noFill/>
        </p:spPr>
        <p:txBody>
          <a:bodyPr wrap="square" rtlCol="0">
            <a:spAutoFit/>
          </a:bodyPr>
          <a:lstStyle/>
          <a:p>
            <a:r>
              <a:rPr lang="en-US" sz="1200" dirty="0"/>
              <a:t>* Refers to model after hyperparameter tuning; dim=55, </a:t>
            </a:r>
            <a:r>
              <a:rPr lang="en-US" sz="1200" dirty="0" err="1"/>
              <a:t>lr</a:t>
            </a:r>
            <a:r>
              <a:rPr lang="en-US" sz="1200" dirty="0"/>
              <a:t>=0.04, loss=</a:t>
            </a:r>
            <a:r>
              <a:rPr lang="en-US" sz="1200" dirty="0" err="1"/>
              <a:t>softmax</a:t>
            </a:r>
            <a:r>
              <a:rPr lang="en-US" sz="1200" dirty="0"/>
              <a:t>, epochs=47, ws=5, </a:t>
            </a:r>
          </a:p>
        </p:txBody>
      </p:sp>
    </p:spTree>
    <p:extLst>
      <p:ext uri="{BB962C8B-B14F-4D97-AF65-F5344CB8AC3E}">
        <p14:creationId xmlns:p14="http://schemas.microsoft.com/office/powerpoint/2010/main" val="10933114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48AD4B-B257-4F8B-9B00-BBFA04786F70}"/>
              </a:ext>
            </a:extLst>
          </p:cNvPr>
          <p:cNvSpPr>
            <a:spLocks noGrp="1"/>
          </p:cNvSpPr>
          <p:nvPr>
            <p:ph type="title"/>
          </p:nvPr>
        </p:nvSpPr>
        <p:spPr>
          <a:xfrm>
            <a:off x="197619" y="132247"/>
            <a:ext cx="10515600" cy="579220"/>
          </a:xfrm>
        </p:spPr>
        <p:txBody>
          <a:bodyPr>
            <a:normAutofit fontScale="90000"/>
          </a:bodyPr>
          <a:lstStyle/>
          <a:p>
            <a:r>
              <a:rPr lang="en-US" dirty="0"/>
              <a:t>Voting Classifier: </a:t>
            </a:r>
            <a:r>
              <a:rPr lang="en-US" sz="3100" dirty="0"/>
              <a:t>Random forest and Logistic regression</a:t>
            </a:r>
            <a:endParaRPr lang="en-US" dirty="0"/>
          </a:p>
        </p:txBody>
      </p:sp>
      <p:sp>
        <p:nvSpPr>
          <p:cNvPr id="3" name="Content Placeholder 2">
            <a:extLst>
              <a:ext uri="{FF2B5EF4-FFF2-40B4-BE49-F238E27FC236}">
                <a16:creationId xmlns:a16="http://schemas.microsoft.com/office/drawing/2014/main" id="{275ECA02-467D-436E-8D61-193B2815DD4B}"/>
              </a:ext>
            </a:extLst>
          </p:cNvPr>
          <p:cNvSpPr>
            <a:spLocks noGrp="1"/>
          </p:cNvSpPr>
          <p:nvPr>
            <p:ph idx="1"/>
          </p:nvPr>
        </p:nvSpPr>
        <p:spPr/>
        <p:txBody>
          <a:bodyPr/>
          <a:lstStyle/>
          <a:p>
            <a:endParaRPr lang="en-US" dirty="0"/>
          </a:p>
        </p:txBody>
      </p:sp>
      <p:graphicFrame>
        <p:nvGraphicFramePr>
          <p:cNvPr id="4" name="Table 4">
            <a:extLst>
              <a:ext uri="{FF2B5EF4-FFF2-40B4-BE49-F238E27FC236}">
                <a16:creationId xmlns:a16="http://schemas.microsoft.com/office/drawing/2014/main" id="{6FDA3530-0B15-441B-9A75-32C69AC1CF30}"/>
              </a:ext>
            </a:extLst>
          </p:cNvPr>
          <p:cNvGraphicFramePr>
            <a:graphicFrameLocks/>
          </p:cNvGraphicFramePr>
          <p:nvPr>
            <p:extLst>
              <p:ext uri="{D42A27DB-BD31-4B8C-83A1-F6EECF244321}">
                <p14:modId xmlns:p14="http://schemas.microsoft.com/office/powerpoint/2010/main" val="3652682186"/>
              </p:ext>
            </p:extLst>
          </p:nvPr>
        </p:nvGraphicFramePr>
        <p:xfrm>
          <a:off x="197619" y="831763"/>
          <a:ext cx="11796762" cy="5604380"/>
        </p:xfrm>
        <a:graphic>
          <a:graphicData uri="http://schemas.openxmlformats.org/drawingml/2006/table">
            <a:tbl>
              <a:tblPr firstRow="1" firstCol="1" bandRow="1">
                <a:effectLst>
                  <a:outerShdw blurRad="50800" dist="38100" dir="10800000" algn="r" rotWithShape="0">
                    <a:prstClr val="black">
                      <a:alpha val="40000"/>
                    </a:prstClr>
                  </a:outerShdw>
                </a:effectLst>
                <a:tableStyleId>{5C22544A-7EE6-4342-B048-85BDC9FD1C3A}</a:tableStyleId>
              </a:tblPr>
              <a:tblGrid>
                <a:gridCol w="1483247">
                  <a:extLst>
                    <a:ext uri="{9D8B030D-6E8A-4147-A177-3AD203B41FA5}">
                      <a16:colId xmlns:a16="http://schemas.microsoft.com/office/drawing/2014/main" val="4063345073"/>
                    </a:ext>
                  </a:extLst>
                </a:gridCol>
                <a:gridCol w="1926290">
                  <a:extLst>
                    <a:ext uri="{9D8B030D-6E8A-4147-A177-3AD203B41FA5}">
                      <a16:colId xmlns:a16="http://schemas.microsoft.com/office/drawing/2014/main" val="3803791866"/>
                    </a:ext>
                  </a:extLst>
                </a:gridCol>
                <a:gridCol w="3605376">
                  <a:extLst>
                    <a:ext uri="{9D8B030D-6E8A-4147-A177-3AD203B41FA5}">
                      <a16:colId xmlns:a16="http://schemas.microsoft.com/office/drawing/2014/main" val="235275921"/>
                    </a:ext>
                  </a:extLst>
                </a:gridCol>
                <a:gridCol w="1916327">
                  <a:extLst>
                    <a:ext uri="{9D8B030D-6E8A-4147-A177-3AD203B41FA5}">
                      <a16:colId xmlns:a16="http://schemas.microsoft.com/office/drawing/2014/main" val="4255851108"/>
                    </a:ext>
                  </a:extLst>
                </a:gridCol>
                <a:gridCol w="1425860">
                  <a:extLst>
                    <a:ext uri="{9D8B030D-6E8A-4147-A177-3AD203B41FA5}">
                      <a16:colId xmlns:a16="http://schemas.microsoft.com/office/drawing/2014/main" val="4014875624"/>
                    </a:ext>
                  </a:extLst>
                </a:gridCol>
                <a:gridCol w="1439662">
                  <a:extLst>
                    <a:ext uri="{9D8B030D-6E8A-4147-A177-3AD203B41FA5}">
                      <a16:colId xmlns:a16="http://schemas.microsoft.com/office/drawing/2014/main" val="4284041291"/>
                    </a:ext>
                  </a:extLst>
                </a:gridCol>
              </a:tblGrid>
              <a:tr h="560438">
                <a:tc>
                  <a:txBody>
                    <a:bodyPr/>
                    <a:lstStyle/>
                    <a:p>
                      <a:pPr algn="ctr"/>
                      <a:r>
                        <a:rPr lang="en-US" sz="1400" dirty="0"/>
                        <a:t>Model</a:t>
                      </a:r>
                    </a:p>
                  </a:txBody>
                  <a:tcPr anchor="ctr">
                    <a:lnB w="12700" cap="flat" cmpd="sng" algn="ctr">
                      <a:solidFill>
                        <a:schemeClr val="tx1"/>
                      </a:solidFill>
                      <a:prstDash val="solid"/>
                      <a:round/>
                      <a:headEnd type="none" w="med" len="med"/>
                      <a:tailEnd type="none" w="med" len="med"/>
                    </a:lnB>
                    <a:solidFill>
                      <a:schemeClr val="accent5"/>
                    </a:solidFill>
                  </a:tcPr>
                </a:tc>
                <a:tc>
                  <a:txBody>
                    <a:bodyPr/>
                    <a:lstStyle/>
                    <a:p>
                      <a:pPr algn="ctr"/>
                      <a:r>
                        <a:rPr lang="en-US" sz="1400" dirty="0"/>
                        <a:t>Preprocessing</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Data augmentation</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Cross Validation accuracy</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TF category</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TF variety</a:t>
                      </a:r>
                    </a:p>
                  </a:txBody>
                  <a:tcPr anchor="ct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384846687"/>
                  </a:ext>
                </a:extLst>
              </a:tr>
              <a:tr h="560438">
                <a:tc>
                  <a:txBody>
                    <a:bodyPr/>
                    <a:lstStyle/>
                    <a:p>
                      <a:pPr algn="ctr"/>
                      <a:r>
                        <a:rPr lang="en-US" sz="1400" dirty="0"/>
                        <a:t>Voting Hard(10,000)</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dirty="0"/>
                        <a:t>Yes, without spell correction</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No</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98.43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67.42</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79.02</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4054122234"/>
                  </a:ext>
                </a:extLst>
              </a:tr>
              <a:tr h="560438">
                <a:tc>
                  <a:txBody>
                    <a:bodyPr/>
                    <a:lstStyle/>
                    <a:p>
                      <a:pPr algn="ctr"/>
                      <a:r>
                        <a:rPr lang="en-US" sz="1400" dirty="0"/>
                        <a:t>Voting Hard(10,000)</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dirty="0"/>
                        <a:t>Yes, without spell correction</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Yes, simple wordnet | Train data= 129523</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98.7</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65.56</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81.79</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93136118"/>
                  </a:ext>
                </a:extLst>
              </a:tr>
              <a:tr h="560438">
                <a:tc>
                  <a:txBody>
                    <a:bodyPr/>
                    <a:lstStyle/>
                    <a:p>
                      <a:pPr algn="ctr"/>
                      <a:r>
                        <a:rPr lang="en-US" sz="1400" dirty="0"/>
                        <a:t>Voting Hard(100)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Yes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No</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endParaRPr lang="en-US" sz="1400"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69.13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a:r>
                        <a:rPr lang="en-US" sz="1400" dirty="0"/>
                        <a:t>76.87</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74752363"/>
                  </a:ext>
                </a:extLst>
              </a:tr>
              <a:tr h="560438">
                <a:tc>
                  <a:txBody>
                    <a:bodyPr/>
                    <a:lstStyle/>
                    <a:p>
                      <a:pPr algn="ctr"/>
                      <a:r>
                        <a:rPr lang="en-US" sz="1400" dirty="0"/>
                        <a:t>Voting Hard(100)</a:t>
                      </a:r>
                    </a:p>
                  </a:txBody>
                  <a:tcPr anchor="ct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pPr algn="ctr"/>
                      <a:r>
                        <a:rPr lang="en-US" sz="1400" dirty="0"/>
                        <a:t>Yes</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Yes, </a:t>
                      </a:r>
                      <a:r>
                        <a:rPr lang="en-US" sz="1400" dirty="0">
                          <a:highlight>
                            <a:srgbClr val="FFFF00"/>
                          </a:highlight>
                        </a:rPr>
                        <a:t>simple wordnet </a:t>
                      </a:r>
                      <a:r>
                        <a:rPr lang="en-US" sz="1400" dirty="0"/>
                        <a:t>| </a:t>
                      </a:r>
                      <a:br>
                        <a:rPr lang="en-US" sz="1400" dirty="0"/>
                      </a:br>
                      <a:r>
                        <a:rPr lang="en-US" sz="1400" dirty="0"/>
                        <a:t>Train data = 129663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98.36</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62.73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74.22</a:t>
                      </a:r>
                    </a:p>
                  </a:txBody>
                  <a:tcPr anchor="ct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905633252"/>
                  </a:ext>
                </a:extLst>
              </a:tr>
              <a:tr h="560438">
                <a:tc>
                  <a:txBody>
                    <a:bodyPr/>
                    <a:lstStyle/>
                    <a:p>
                      <a:pPr algn="ctr"/>
                      <a:r>
                        <a:rPr lang="en-US" sz="1400" dirty="0"/>
                        <a:t>Voting Hard(100)</a:t>
                      </a:r>
                    </a:p>
                  </a:txBody>
                  <a:tcPr anchor="ctr">
                    <a:lnL w="12700" cap="flat" cmpd="sng" algn="ctr">
                      <a:solidFill>
                        <a:schemeClr val="tx1"/>
                      </a:solidFill>
                      <a:prstDash val="solid"/>
                      <a:round/>
                      <a:headEnd type="none" w="med" len="med"/>
                      <a:tailEnd type="none" w="med" len="med"/>
                    </a:lnL>
                  </a:tcPr>
                </a:tc>
                <a:tc>
                  <a:txBody>
                    <a:bodyPr/>
                    <a:lstStyle/>
                    <a:p>
                      <a:pPr algn="ctr"/>
                      <a:r>
                        <a:rPr lang="en-US" sz="1400" dirty="0"/>
                        <a:t>Yes</a:t>
                      </a:r>
                    </a:p>
                  </a:txBody>
                  <a:tcPr anchor="ctr">
                    <a:solidFill>
                      <a:schemeClr val="accent4">
                        <a:lumMod val="40000"/>
                        <a:lumOff val="60000"/>
                      </a:schemeClr>
                    </a:solidFill>
                  </a:tcPr>
                </a:tc>
                <a:tc>
                  <a:txBody>
                    <a:bodyPr/>
                    <a:lstStyle/>
                    <a:p>
                      <a:pPr algn="ctr"/>
                      <a:r>
                        <a:rPr lang="en-US" sz="1400" dirty="0"/>
                        <a:t>Yes, </a:t>
                      </a:r>
                      <a:r>
                        <a:rPr lang="en-US" sz="1400" dirty="0">
                          <a:highlight>
                            <a:srgbClr val="FFFF00"/>
                          </a:highlight>
                        </a:rPr>
                        <a:t>simple Walmart </a:t>
                      </a:r>
                      <a:r>
                        <a:rPr lang="en-US" sz="1400" dirty="0"/>
                        <a:t>|</a:t>
                      </a:r>
                      <a:br>
                        <a:rPr lang="en-US" sz="1400" dirty="0"/>
                      </a:br>
                      <a:r>
                        <a:rPr lang="en-US" sz="1400" dirty="0"/>
                        <a:t> Train data= 48412</a:t>
                      </a:r>
                    </a:p>
                  </a:txBody>
                  <a:tcPr anchor="ctr">
                    <a:solidFill>
                      <a:schemeClr val="accent4">
                        <a:lumMod val="40000"/>
                        <a:lumOff val="60000"/>
                      </a:schemeClr>
                    </a:solidFill>
                  </a:tcPr>
                </a:tc>
                <a:tc>
                  <a:txBody>
                    <a:bodyPr/>
                    <a:lstStyle/>
                    <a:p>
                      <a:pPr algn="ctr"/>
                      <a:endParaRPr lang="en-US" sz="1400" dirty="0"/>
                    </a:p>
                  </a:txBody>
                  <a:tcPr anchor="ctr">
                    <a:solidFill>
                      <a:schemeClr val="accent4">
                        <a:lumMod val="40000"/>
                        <a:lumOff val="60000"/>
                      </a:schemeClr>
                    </a:solidFill>
                  </a:tcPr>
                </a:tc>
                <a:tc>
                  <a:txBody>
                    <a:bodyPr/>
                    <a:lstStyle/>
                    <a:p>
                      <a:pPr algn="ctr"/>
                      <a:r>
                        <a:rPr lang="en-US" sz="1400" dirty="0"/>
                        <a:t>70.58</a:t>
                      </a:r>
                    </a:p>
                  </a:txBody>
                  <a:tcPr anchor="ctr">
                    <a:solidFill>
                      <a:schemeClr val="accent4">
                        <a:lumMod val="40000"/>
                        <a:lumOff val="60000"/>
                      </a:schemeClr>
                    </a:solidFill>
                  </a:tcPr>
                </a:tc>
                <a:tc>
                  <a:txBody>
                    <a:bodyPr/>
                    <a:lstStyle/>
                    <a:p>
                      <a:pPr algn="ctr"/>
                      <a:r>
                        <a:rPr lang="en-US" sz="1400" dirty="0"/>
                        <a:t>80.7</a:t>
                      </a:r>
                    </a:p>
                  </a:txBody>
                  <a:tcPr anchor="ctr">
                    <a:lnR w="12700" cap="flat" cmpd="sng" algn="ctr">
                      <a:solidFill>
                        <a:schemeClr val="tx1"/>
                      </a:solidFill>
                      <a:prstDash val="solid"/>
                      <a:round/>
                      <a:headEnd type="none" w="med" len="med"/>
                      <a:tailEnd type="none" w="med" len="med"/>
                    </a:lnR>
                    <a:solidFill>
                      <a:schemeClr val="accent4">
                        <a:lumMod val="40000"/>
                        <a:lumOff val="60000"/>
                      </a:schemeClr>
                    </a:solidFill>
                  </a:tcPr>
                </a:tc>
                <a:extLst>
                  <a:ext uri="{0D108BD9-81ED-4DB2-BD59-A6C34878D82A}">
                    <a16:rowId xmlns:a16="http://schemas.microsoft.com/office/drawing/2014/main" val="2407165612"/>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pPr algn="ctr"/>
                      <a:r>
                        <a:rPr lang="en-US" sz="1400" dirty="0"/>
                        <a:t>Yes</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Yes, </a:t>
                      </a:r>
                      <a:r>
                        <a:rPr lang="en-US" sz="1400" dirty="0">
                          <a:highlight>
                            <a:srgbClr val="FFFF00"/>
                          </a:highlight>
                        </a:rPr>
                        <a:t>complex Walmart </a:t>
                      </a:r>
                      <a:r>
                        <a:rPr lang="en-US" sz="1400" dirty="0"/>
                        <a:t>| (0.2,0.7,0.1) | </a:t>
                      </a:r>
                      <a:br>
                        <a:rPr lang="en-US" sz="1400" dirty="0"/>
                      </a:br>
                      <a:r>
                        <a:rPr lang="en-US" sz="1400" dirty="0"/>
                        <a:t>Train data=48295</a:t>
                      </a:r>
                    </a:p>
                  </a:txBody>
                  <a:tcPr anchor="ctr">
                    <a:lnB w="12700" cap="flat" cmpd="sng" algn="ctr">
                      <a:solidFill>
                        <a:schemeClr val="tx1"/>
                      </a:solidFill>
                      <a:prstDash val="solid"/>
                      <a:round/>
                      <a:headEnd type="none" w="med" len="med"/>
                      <a:tailEnd type="none" w="med" len="med"/>
                    </a:lnB>
                  </a:tcPr>
                </a:tc>
                <a:tc>
                  <a:txBody>
                    <a:bodyPr/>
                    <a:lstStyle/>
                    <a:p>
                      <a:pPr algn="ctr"/>
                      <a:endParaRPr lang="en-US" sz="1400" dirty="0"/>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72.2</a:t>
                      </a:r>
                    </a:p>
                  </a:txBody>
                  <a:tcPr anchor="ctr">
                    <a:lnB w="12700" cap="flat" cmpd="sng" algn="ctr">
                      <a:solidFill>
                        <a:schemeClr val="tx1"/>
                      </a:solidFill>
                      <a:prstDash val="solid"/>
                      <a:round/>
                      <a:headEnd type="none" w="med" len="med"/>
                      <a:tailEnd type="none" w="med" len="med"/>
                    </a:lnB>
                  </a:tcPr>
                </a:tc>
                <a:tc>
                  <a:txBody>
                    <a:bodyPr/>
                    <a:lstStyle/>
                    <a:p>
                      <a:pPr algn="ctr"/>
                      <a:r>
                        <a:rPr lang="en-US" sz="1400" dirty="0"/>
                        <a:t>72.77</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035218867"/>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Yes</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Yes, complex Walmart | Only verbs | </a:t>
                      </a:r>
                      <a:br>
                        <a:rPr lang="en-US" sz="1400" dirty="0"/>
                      </a:br>
                      <a:r>
                        <a:rPr lang="en-US" sz="1400" dirty="0"/>
                        <a:t>Train data= 48199</a:t>
                      </a:r>
                    </a:p>
                  </a:txBody>
                  <a:tcPr anchor="ctr">
                    <a:lnT w="12700" cap="flat" cmpd="sng" algn="ctr">
                      <a:solidFill>
                        <a:schemeClr val="tx1"/>
                      </a:solidFill>
                      <a:prstDash val="solid"/>
                      <a:round/>
                      <a:headEnd type="none" w="med" len="med"/>
                      <a:tailEnd type="none" w="med" len="med"/>
                    </a:lnT>
                  </a:tcPr>
                </a:tc>
                <a:tc>
                  <a:txBody>
                    <a:bodyPr/>
                    <a:lstStyle/>
                    <a:p>
                      <a:pPr algn="ctr"/>
                      <a:endParaRPr lang="en-US" sz="1400" dirty="0"/>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68.13</a:t>
                      </a:r>
                    </a:p>
                  </a:txBody>
                  <a:tcPr anchor="ctr">
                    <a:lnT w="12700" cap="flat" cmpd="sng" algn="ctr">
                      <a:solidFill>
                        <a:schemeClr val="tx1"/>
                      </a:solidFill>
                      <a:prstDash val="solid"/>
                      <a:round/>
                      <a:headEnd type="none" w="med" len="med"/>
                      <a:tailEnd type="none" w="med" len="med"/>
                    </a:lnT>
                  </a:tcPr>
                </a:tc>
                <a:tc>
                  <a:txBody>
                    <a:bodyPr/>
                    <a:lstStyle/>
                    <a:p>
                      <a:pPr algn="ctr"/>
                      <a:r>
                        <a:rPr lang="en-US" sz="1400" dirty="0"/>
                        <a:t>77.42</a:t>
                      </a:r>
                    </a:p>
                  </a:txBody>
                  <a:tcPr anchor="ct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690053775"/>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tc>
                <a:tc>
                  <a:txBody>
                    <a:bodyPr/>
                    <a:lstStyle/>
                    <a:p>
                      <a:pPr algn="ctr"/>
                      <a:r>
                        <a:rPr lang="en-US" sz="1400" dirty="0"/>
                        <a:t>Yes</a:t>
                      </a:r>
                    </a:p>
                  </a:txBody>
                  <a:tcPr anchor="ctr">
                    <a:solidFill>
                      <a:schemeClr val="accent4">
                        <a:lumMod val="40000"/>
                        <a:lumOff val="6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Yes, complex Walmart | Only nouns | </a:t>
                      </a:r>
                      <a:br>
                        <a:rPr lang="en-US" sz="1400" dirty="0"/>
                      </a:br>
                      <a:r>
                        <a:rPr lang="en-US" sz="1400" dirty="0"/>
                        <a:t>Train data= 48310</a:t>
                      </a:r>
                    </a:p>
                  </a:txBody>
                  <a:tcPr anchor="ctr">
                    <a:solidFill>
                      <a:schemeClr val="accent4">
                        <a:lumMod val="40000"/>
                        <a:lumOff val="60000"/>
                      </a:schemeClr>
                    </a:solidFill>
                  </a:tcPr>
                </a:tc>
                <a:tc>
                  <a:txBody>
                    <a:bodyPr/>
                    <a:lstStyle/>
                    <a:p>
                      <a:pPr algn="ctr"/>
                      <a:endParaRPr lang="en-US" sz="1400" dirty="0"/>
                    </a:p>
                  </a:txBody>
                  <a:tcPr anchor="ctr">
                    <a:solidFill>
                      <a:schemeClr val="accent4">
                        <a:lumMod val="40000"/>
                        <a:lumOff val="60000"/>
                      </a:schemeClr>
                    </a:solidFill>
                  </a:tcPr>
                </a:tc>
                <a:tc>
                  <a:txBody>
                    <a:bodyPr/>
                    <a:lstStyle/>
                    <a:p>
                      <a:pPr algn="ctr"/>
                      <a:r>
                        <a:rPr lang="en-US" sz="1400" dirty="0"/>
                        <a:t>70.16</a:t>
                      </a:r>
                    </a:p>
                  </a:txBody>
                  <a:tcPr anchor="ctr">
                    <a:solidFill>
                      <a:schemeClr val="accent4">
                        <a:lumMod val="40000"/>
                        <a:lumOff val="60000"/>
                      </a:schemeClr>
                    </a:solidFill>
                  </a:tcPr>
                </a:tc>
                <a:tc>
                  <a:txBody>
                    <a:bodyPr/>
                    <a:lstStyle/>
                    <a:p>
                      <a:pPr algn="ctr"/>
                      <a:r>
                        <a:rPr lang="en-US" sz="1400" dirty="0"/>
                        <a:t>79.56</a:t>
                      </a:r>
                    </a:p>
                  </a:txBody>
                  <a:tcPr anchor="ctr">
                    <a:solidFill>
                      <a:schemeClr val="accent4">
                        <a:lumMod val="40000"/>
                        <a:lumOff val="60000"/>
                      </a:schemeClr>
                    </a:solidFill>
                  </a:tcPr>
                </a:tc>
                <a:extLst>
                  <a:ext uri="{0D108BD9-81ED-4DB2-BD59-A6C34878D82A}">
                    <a16:rowId xmlns:a16="http://schemas.microsoft.com/office/drawing/2014/main" val="710425554"/>
                  </a:ext>
                </a:extLst>
              </a:tr>
              <a:tr h="56043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Voting Hard(100)</a:t>
                      </a:r>
                    </a:p>
                  </a:txBody>
                  <a:tcPr anchor="ctr"/>
                </a:tc>
                <a:tc>
                  <a:txBody>
                    <a:bodyPr/>
                    <a:lstStyle/>
                    <a:p>
                      <a:pPr algn="ctr"/>
                      <a:r>
                        <a:rPr lang="en-US" sz="1400" dirty="0"/>
                        <a:t>Yes</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400" dirty="0"/>
                        <a:t>Yes, complex Walmart | Only adjectives | </a:t>
                      </a:r>
                      <a:br>
                        <a:rPr lang="en-US" sz="1400" dirty="0"/>
                      </a:br>
                      <a:r>
                        <a:rPr lang="en-US" sz="1400" dirty="0"/>
                        <a:t>Train data= 48197</a:t>
                      </a:r>
                    </a:p>
                  </a:txBody>
                  <a:tcPr anchor="ctr"/>
                </a:tc>
                <a:tc>
                  <a:txBody>
                    <a:bodyPr/>
                    <a:lstStyle/>
                    <a:p>
                      <a:pPr algn="ctr"/>
                      <a:endParaRPr lang="en-US" sz="1400" dirty="0"/>
                    </a:p>
                  </a:txBody>
                  <a:tcPr anchor="ctr"/>
                </a:tc>
                <a:tc>
                  <a:txBody>
                    <a:bodyPr/>
                    <a:lstStyle/>
                    <a:p>
                      <a:pPr algn="ctr"/>
                      <a:r>
                        <a:rPr lang="en-US" sz="1400" dirty="0"/>
                        <a:t>68.27</a:t>
                      </a:r>
                    </a:p>
                  </a:txBody>
                  <a:tcPr anchor="ctr"/>
                </a:tc>
                <a:tc>
                  <a:txBody>
                    <a:bodyPr/>
                    <a:lstStyle/>
                    <a:p>
                      <a:pPr algn="ctr"/>
                      <a:r>
                        <a:rPr lang="en-US" sz="1400" dirty="0"/>
                        <a:t>77.91</a:t>
                      </a:r>
                    </a:p>
                  </a:txBody>
                  <a:tcPr anchor="ctr"/>
                </a:tc>
                <a:extLst>
                  <a:ext uri="{0D108BD9-81ED-4DB2-BD59-A6C34878D82A}">
                    <a16:rowId xmlns:a16="http://schemas.microsoft.com/office/drawing/2014/main" val="3834758487"/>
                  </a:ext>
                </a:extLst>
              </a:tr>
            </a:tbl>
          </a:graphicData>
        </a:graphic>
      </p:graphicFrame>
    </p:spTree>
    <p:extLst>
      <p:ext uri="{BB962C8B-B14F-4D97-AF65-F5344CB8AC3E}">
        <p14:creationId xmlns:p14="http://schemas.microsoft.com/office/powerpoint/2010/main" val="39065845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ECD09-8EB7-4757-9D47-521EEE52A892}"/>
              </a:ext>
            </a:extLst>
          </p:cNvPr>
          <p:cNvSpPr>
            <a:spLocks noGrp="1"/>
          </p:cNvSpPr>
          <p:nvPr>
            <p:ph type="title"/>
          </p:nvPr>
        </p:nvSpPr>
        <p:spPr>
          <a:xfrm>
            <a:off x="457200" y="274320"/>
            <a:ext cx="10515600" cy="951579"/>
          </a:xfrm>
        </p:spPr>
        <p:txBody>
          <a:bodyPr/>
          <a:lstStyle/>
          <a:p>
            <a:r>
              <a:rPr lang="en-US" dirty="0"/>
              <a:t>Next steps</a:t>
            </a:r>
          </a:p>
        </p:txBody>
      </p:sp>
      <p:sp>
        <p:nvSpPr>
          <p:cNvPr id="3" name="Content Placeholder 2">
            <a:extLst>
              <a:ext uri="{FF2B5EF4-FFF2-40B4-BE49-F238E27FC236}">
                <a16:creationId xmlns:a16="http://schemas.microsoft.com/office/drawing/2014/main" id="{FB245BE7-1F16-4F31-A606-982FF0766A57}"/>
              </a:ext>
            </a:extLst>
          </p:cNvPr>
          <p:cNvSpPr>
            <a:spLocks noGrp="1"/>
          </p:cNvSpPr>
          <p:nvPr>
            <p:ph idx="1"/>
          </p:nvPr>
        </p:nvSpPr>
        <p:spPr/>
        <p:txBody>
          <a:bodyPr/>
          <a:lstStyle/>
          <a:p>
            <a:r>
              <a:rPr lang="en-US" b="0" dirty="0"/>
              <a:t>Test the performance of the model using the complete synonyms list.</a:t>
            </a:r>
          </a:p>
          <a:p>
            <a:r>
              <a:rPr lang="en-US" b="0" dirty="0"/>
              <a:t>Try out odd number of classifiers inside voting hard.</a:t>
            </a:r>
          </a:p>
          <a:p>
            <a:r>
              <a:rPr lang="en-US" b="0" dirty="0"/>
              <a:t>Can try some other ensemble models like boosting, stacking.</a:t>
            </a:r>
          </a:p>
          <a:p>
            <a:r>
              <a:rPr lang="en-US" b="0" dirty="0"/>
              <a:t>Try deep learning models.</a:t>
            </a:r>
          </a:p>
          <a:p>
            <a:endParaRPr lang="en-US" b="0" dirty="0"/>
          </a:p>
          <a:p>
            <a:endParaRPr lang="en-US" b="0" dirty="0"/>
          </a:p>
        </p:txBody>
      </p:sp>
    </p:spTree>
    <p:extLst>
      <p:ext uri="{BB962C8B-B14F-4D97-AF65-F5344CB8AC3E}">
        <p14:creationId xmlns:p14="http://schemas.microsoft.com/office/powerpoint/2010/main" val="1573071762"/>
      </p:ext>
    </p:extLst>
  </p:cSld>
  <p:clrMapOvr>
    <a:masterClrMapping/>
  </p:clrMapOvr>
</p:sld>
</file>

<file path=ppt/theme/theme1.xml><?xml version="1.0" encoding="utf-8"?>
<a:theme xmlns:a="http://schemas.openxmlformats.org/drawingml/2006/main" name="3_Intl_Theme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4_Intl_Theme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SHIP_PROBLEM_ST" id="{8279EBB3-F219-4D6B-B1FE-9FC8070B3CDF}" vid="{E0080AE4-36E4-4291-AA28-B1FB49952848}"/>
    </a:ext>
  </a:extLst>
</a:theme>
</file>

<file path=ppt/theme/theme3.xml><?xml version="1.0" encoding="utf-8"?>
<a:theme xmlns:a="http://schemas.openxmlformats.org/drawingml/2006/main" name="1_Default Design">
  <a:themeElements>
    <a:clrScheme name="Labs">
      <a:dk1>
        <a:srgbClr val="000000"/>
      </a:dk1>
      <a:lt1>
        <a:srgbClr val="FFFFFF"/>
      </a:lt1>
      <a:dk2>
        <a:srgbClr val="004C91"/>
      </a:dk2>
      <a:lt2>
        <a:srgbClr val="EEECE1"/>
      </a:lt2>
      <a:accent1>
        <a:srgbClr val="32ADE4"/>
      </a:accent1>
      <a:accent2>
        <a:srgbClr val="FEC221"/>
      </a:accent2>
      <a:accent3>
        <a:srgbClr val="63BF78"/>
      </a:accent3>
      <a:accent4>
        <a:srgbClr val="D952D4"/>
      </a:accent4>
      <a:accent5>
        <a:srgbClr val="7D7F7D"/>
      </a:accent5>
      <a:accent6>
        <a:srgbClr val="2D2751"/>
      </a:accent6>
      <a:hlink>
        <a:srgbClr val="0000FF"/>
      </a:hlink>
      <a:folHlink>
        <a:srgbClr val="800080"/>
      </a:folHlink>
    </a:clrScheme>
    <a:fontScheme name="Custom 1">
      <a:majorFont>
        <a:latin typeface="Century Gothic"/>
        <a:ea typeface="Microsoft YaHei"/>
        <a:cs typeface=""/>
      </a:majorFont>
      <a:minorFont>
        <a:latin typeface="Calibri Light"/>
        <a:ea typeface="Microsoft YaHei"/>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NTERNSHIP_PROBLEM_ST" id="{8279EBB3-F219-4D6B-B1FE-9FC8070B3CDF}" vid="{61ECD3CE-E5FD-4978-BD49-655725F41B92}"/>
    </a:ext>
  </a:extLst>
</a:theme>
</file>

<file path=ppt/theme/theme4.xml><?xml version="1.0" encoding="utf-8"?>
<a:theme xmlns:a="http://schemas.openxmlformats.org/drawingml/2006/main" name="5_Intl_Theme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NTERNSHIP_PROBLEM_ST" id="{8279EBB3-F219-4D6B-B1FE-9FC8070B3CDF}" vid="{E0080AE4-36E4-4291-AA28-B1FB49952848}"/>
    </a:ext>
  </a:extLst>
</a:theme>
</file>

<file path=ppt/theme/theme5.xml><?xml version="1.0" encoding="utf-8"?>
<a:theme xmlns:a="http://schemas.openxmlformats.org/drawingml/2006/main" name="2_Default Design">
  <a:themeElements>
    <a:clrScheme name="Labs">
      <a:dk1>
        <a:srgbClr val="000000"/>
      </a:dk1>
      <a:lt1>
        <a:srgbClr val="FFFFFF"/>
      </a:lt1>
      <a:dk2>
        <a:srgbClr val="004C91"/>
      </a:dk2>
      <a:lt2>
        <a:srgbClr val="EEECE1"/>
      </a:lt2>
      <a:accent1>
        <a:srgbClr val="32ADE4"/>
      </a:accent1>
      <a:accent2>
        <a:srgbClr val="FEC221"/>
      </a:accent2>
      <a:accent3>
        <a:srgbClr val="63BF78"/>
      </a:accent3>
      <a:accent4>
        <a:srgbClr val="D952D4"/>
      </a:accent4>
      <a:accent5>
        <a:srgbClr val="7D7F7D"/>
      </a:accent5>
      <a:accent6>
        <a:srgbClr val="2D2751"/>
      </a:accent6>
      <a:hlink>
        <a:srgbClr val="0000FF"/>
      </a:hlink>
      <a:folHlink>
        <a:srgbClr val="800080"/>
      </a:folHlink>
    </a:clrScheme>
    <a:fontScheme name="Custom 1">
      <a:majorFont>
        <a:latin typeface="Century Gothic"/>
        <a:ea typeface="Microsoft YaHei"/>
        <a:cs typeface=""/>
      </a:majorFont>
      <a:minorFont>
        <a:latin typeface="Calibri Light"/>
        <a:ea typeface="Microsoft YaHei"/>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1_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1_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1_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1_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1_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1_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1_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1_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1_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1_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1_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1_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INTERNSHIP_PROBLEM_ST" id="{8279EBB3-F219-4D6B-B1FE-9FC8070B3CDF}" vid="{61ECD3CE-E5FD-4978-BD49-655725F41B92}"/>
    </a:ext>
  </a:extLst>
</a:theme>
</file>

<file path=ppt/theme/theme6.xml><?xml version="1.0" encoding="utf-8"?>
<a:theme xmlns:a="http://schemas.openxmlformats.org/drawingml/2006/main" name="Cover_Slide">
  <a:themeElements>
    <a:clrScheme name="WalmartIntl">
      <a:dk1>
        <a:srgbClr val="081F2C"/>
      </a:dk1>
      <a:lt1>
        <a:srgbClr val="FFFFFF"/>
      </a:lt1>
      <a:dk2>
        <a:srgbClr val="0070CE"/>
      </a:dk2>
      <a:lt2>
        <a:srgbClr val="FFFFFF"/>
      </a:lt2>
      <a:accent1>
        <a:srgbClr val="0070CE"/>
      </a:accent1>
      <a:accent2>
        <a:srgbClr val="78B9E7"/>
      </a:accent2>
      <a:accent3>
        <a:srgbClr val="EB148D"/>
      </a:accent3>
      <a:accent4>
        <a:srgbClr val="FFC220"/>
      </a:accent4>
      <a:accent5>
        <a:srgbClr val="76C043"/>
      </a:accent5>
      <a:accent6>
        <a:srgbClr val="F47521"/>
      </a:accent6>
      <a:hlink>
        <a:srgbClr val="F47521"/>
      </a:hlink>
      <a:folHlink>
        <a:srgbClr val="3F3F4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54108</TotalTime>
  <Words>1228</Words>
  <Application>Microsoft Office PowerPoint</Application>
  <PresentationFormat>Widescreen</PresentationFormat>
  <Paragraphs>209</Paragraphs>
  <Slides>11</Slides>
  <Notes>1</Notes>
  <HiddenSlides>0</HiddenSlides>
  <MMClips>0</MMClips>
  <ScaleCrop>false</ScaleCrop>
  <HeadingPairs>
    <vt:vector size="6" baseType="variant">
      <vt:variant>
        <vt:lpstr>Fonts Used</vt:lpstr>
      </vt:variant>
      <vt:variant>
        <vt:i4>8</vt:i4>
      </vt:variant>
      <vt:variant>
        <vt:lpstr>Theme</vt:lpstr>
      </vt:variant>
      <vt:variant>
        <vt:i4>6</vt:i4>
      </vt:variant>
      <vt:variant>
        <vt:lpstr>Slide Titles</vt:lpstr>
      </vt:variant>
      <vt:variant>
        <vt:i4>11</vt:i4>
      </vt:variant>
    </vt:vector>
  </HeadingPairs>
  <TitlesOfParts>
    <vt:vector size="25" baseType="lpstr">
      <vt:lpstr>Arial</vt:lpstr>
      <vt:lpstr>Bogle</vt:lpstr>
      <vt:lpstr>Calibri</vt:lpstr>
      <vt:lpstr>Calibri Light</vt:lpstr>
      <vt:lpstr>Estrangelo Edessa</vt:lpstr>
      <vt:lpstr>Lato Light</vt:lpstr>
      <vt:lpstr>Times</vt:lpstr>
      <vt:lpstr>Wingdings</vt:lpstr>
      <vt:lpstr>3_Intl_Theme_Slide</vt:lpstr>
      <vt:lpstr>4_Intl_Theme_Slide</vt:lpstr>
      <vt:lpstr>1_Default Design</vt:lpstr>
      <vt:lpstr>5_Intl_Theme_Slide</vt:lpstr>
      <vt:lpstr>2_Default Design</vt:lpstr>
      <vt:lpstr>Cover_Slide</vt:lpstr>
      <vt:lpstr>PowerPoint Presentation</vt:lpstr>
      <vt:lpstr>Agenda</vt:lpstr>
      <vt:lpstr>Recap</vt:lpstr>
      <vt:lpstr>Comparing distributions: Numbers removed</vt:lpstr>
      <vt:lpstr>Comparing distributions: 2 char words removed</vt:lpstr>
      <vt:lpstr>Comparing distributions: Numbers and 2 char words removed</vt:lpstr>
      <vt:lpstr>Spell corrections</vt:lpstr>
      <vt:lpstr>Data Augmentation</vt:lpstr>
      <vt:lpstr>FastText model</vt:lpstr>
      <vt:lpstr>Voting Classifier: Random forest and Logistic regression</vt:lpstr>
      <vt:lpstr>Next steps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Rishabh Thapliyal</dc:creator>
  <cp:lastModifiedBy>Rishabh Thapliyal</cp:lastModifiedBy>
  <cp:revision>28</cp:revision>
  <dcterms:created xsi:type="dcterms:W3CDTF">2021-05-25T05:51:37Z</dcterms:created>
  <dcterms:modified xsi:type="dcterms:W3CDTF">2021-07-16T04:33:13Z</dcterms:modified>
</cp:coreProperties>
</file>