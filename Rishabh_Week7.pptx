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5.xml" ContentType="application/vnd.openxmlformats-officedocument.theme+xml"/>
  <Override PartName="/ppt/slideLayouts/slideLayout7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  <p:sldMasterId id="2147483672" r:id="rId2"/>
    <p:sldMasterId id="2147483682" r:id="rId3"/>
    <p:sldMasterId id="2147483713" r:id="rId4"/>
    <p:sldMasterId id="2147483722" r:id="rId5"/>
    <p:sldMasterId id="2147483661" r:id="rId6"/>
  </p:sldMasterIdLst>
  <p:notesMasterIdLst>
    <p:notesMasterId r:id="rId16"/>
  </p:notesMasterIdLst>
  <p:sldIdLst>
    <p:sldId id="437" r:id="rId7"/>
    <p:sldId id="438" r:id="rId8"/>
    <p:sldId id="440" r:id="rId9"/>
    <p:sldId id="441" r:id="rId10"/>
    <p:sldId id="443" r:id="rId11"/>
    <p:sldId id="447" r:id="rId12"/>
    <p:sldId id="444" r:id="rId13"/>
    <p:sldId id="445" r:id="rId14"/>
    <p:sldId id="44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B9E7"/>
    <a:srgbClr val="F47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88317" autoAdjust="0"/>
  </p:normalViewPr>
  <p:slideViewPr>
    <p:cSldViewPr snapToGrid="0">
      <p:cViewPr varScale="1">
        <p:scale>
          <a:sx n="76" d="100"/>
          <a:sy n="76" d="100"/>
        </p:scale>
        <p:origin x="11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15D9D9-D56F-41A8-9153-1EFAA560D0DA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8BB8E95-3BA5-4524-9038-BB6B9916DDA4}">
      <dgm:prSet/>
      <dgm:spPr>
        <a:ln>
          <a:noFill/>
        </a:ln>
        <a:effectLst/>
        <a:sp3d prstMaterial="metal">
          <a:bevelT w="88900" h="88900"/>
        </a:sp3d>
      </dgm:spPr>
      <dgm:t>
        <a:bodyPr/>
        <a:lstStyle/>
        <a:p>
          <a:pPr>
            <a:lnSpc>
              <a:spcPct val="100000"/>
            </a:lnSpc>
            <a:defRPr b="1"/>
          </a:pPr>
          <a:r>
            <a:rPr lang="en-US" b="0" dirty="0"/>
            <a:t>Brief recap of previous week</a:t>
          </a:r>
          <a:endParaRPr lang="en-US" dirty="0"/>
        </a:p>
      </dgm:t>
    </dgm:pt>
    <dgm:pt modelId="{40F42D7E-D15C-4205-8211-684E303FE75C}" type="parTrans" cxnId="{D89CF4E1-892F-4429-8ADA-A047C2FE7CB4}">
      <dgm:prSet/>
      <dgm:spPr/>
      <dgm:t>
        <a:bodyPr/>
        <a:lstStyle/>
        <a:p>
          <a:endParaRPr lang="en-US"/>
        </a:p>
      </dgm:t>
    </dgm:pt>
    <dgm:pt modelId="{28A91DD9-C3E9-4EE4-B211-336D89BE6BE1}" type="sibTrans" cxnId="{D89CF4E1-892F-4429-8ADA-A047C2FE7CB4}">
      <dgm:prSet/>
      <dgm:spPr/>
      <dgm:t>
        <a:bodyPr/>
        <a:lstStyle/>
        <a:p>
          <a:endParaRPr lang="en-US"/>
        </a:p>
      </dgm:t>
    </dgm:pt>
    <dgm:pt modelId="{2CBA0BF4-54E2-463B-A849-54D5EA677FA1}">
      <dgm:prSet/>
      <dgm:spPr>
        <a:ln>
          <a:noFill/>
        </a:ln>
        <a:effectLst/>
        <a:sp3d prstMaterial="metal">
          <a:bevelT w="88900" h="88900"/>
        </a:sp3d>
      </dgm:spPr>
      <dgm:t>
        <a:bodyPr/>
        <a:lstStyle/>
        <a:p>
          <a:pPr>
            <a:lnSpc>
              <a:spcPct val="100000"/>
            </a:lnSpc>
            <a:defRPr b="1"/>
          </a:pPr>
          <a:r>
            <a:rPr lang="en-US" b="0" dirty="0"/>
            <a:t>Progress made in this week</a:t>
          </a:r>
          <a:endParaRPr lang="en-US" dirty="0"/>
        </a:p>
      </dgm:t>
    </dgm:pt>
    <dgm:pt modelId="{4F90CE70-FDB9-482E-872A-FB749A74679E}" type="parTrans" cxnId="{0F0E7CFE-F163-4E99-B660-AEAC8C226830}">
      <dgm:prSet/>
      <dgm:spPr/>
      <dgm:t>
        <a:bodyPr/>
        <a:lstStyle/>
        <a:p>
          <a:endParaRPr lang="en-US"/>
        </a:p>
      </dgm:t>
    </dgm:pt>
    <dgm:pt modelId="{27B71916-E1C4-4422-88F2-BF814AD87ACA}" type="sibTrans" cxnId="{0F0E7CFE-F163-4E99-B660-AEAC8C226830}">
      <dgm:prSet/>
      <dgm:spPr/>
      <dgm:t>
        <a:bodyPr/>
        <a:lstStyle/>
        <a:p>
          <a:endParaRPr lang="en-US"/>
        </a:p>
      </dgm:t>
    </dgm:pt>
    <dgm:pt modelId="{BD8D258E-218B-4483-82A2-079BC4422D21}">
      <dgm:prSet/>
      <dgm:spPr>
        <a:ln>
          <a:noFill/>
        </a:ln>
        <a:effectLst/>
      </dgm:spPr>
      <dgm:t>
        <a:bodyPr/>
        <a:lstStyle/>
        <a:p>
          <a:pPr>
            <a:lnSpc>
              <a:spcPct val="100000"/>
            </a:lnSpc>
          </a:pPr>
          <a:r>
            <a:rPr lang="en-US" dirty="0"/>
            <a:t>New data &amp; Complete synonyms list</a:t>
          </a:r>
        </a:p>
        <a:p>
          <a:pPr>
            <a:lnSpc>
              <a:spcPct val="100000"/>
            </a:lnSpc>
          </a:pPr>
          <a:r>
            <a:rPr lang="en-US" dirty="0"/>
            <a:t>ITEM1_DESC Mapping </a:t>
          </a:r>
        </a:p>
        <a:p>
          <a:pPr>
            <a:lnSpc>
              <a:spcPct val="100000"/>
            </a:lnSpc>
          </a:pPr>
          <a:r>
            <a:rPr lang="en-US" dirty="0"/>
            <a:t>FastText model </a:t>
          </a:r>
        </a:p>
      </dgm:t>
    </dgm:pt>
    <dgm:pt modelId="{2545F0C9-4A30-4819-A904-BED17AD34C1C}" type="parTrans" cxnId="{3CE59DC1-53C3-464D-9D76-31C4716A05EF}">
      <dgm:prSet/>
      <dgm:spPr/>
      <dgm:t>
        <a:bodyPr/>
        <a:lstStyle/>
        <a:p>
          <a:endParaRPr lang="en-US"/>
        </a:p>
      </dgm:t>
    </dgm:pt>
    <dgm:pt modelId="{7423866D-82B8-4B5B-BEA7-F658DF222B25}" type="sibTrans" cxnId="{3CE59DC1-53C3-464D-9D76-31C4716A05EF}">
      <dgm:prSet/>
      <dgm:spPr/>
      <dgm:t>
        <a:bodyPr/>
        <a:lstStyle/>
        <a:p>
          <a:endParaRPr lang="en-US"/>
        </a:p>
      </dgm:t>
    </dgm:pt>
    <dgm:pt modelId="{C976FD86-6663-49F4-94AB-9FB8D0252CEC}">
      <dgm:prSet/>
      <dgm:spPr>
        <a:ln>
          <a:noFill/>
        </a:ln>
        <a:effectLst/>
        <a:sp3d prstMaterial="metal">
          <a:bevelT w="88900" h="88900"/>
        </a:sp3d>
      </dgm:spPr>
      <dgm:t>
        <a:bodyPr/>
        <a:lstStyle/>
        <a:p>
          <a:pPr>
            <a:lnSpc>
              <a:spcPct val="100000"/>
            </a:lnSpc>
            <a:defRPr b="1"/>
          </a:pPr>
          <a:r>
            <a:rPr lang="en-US" b="0" dirty="0"/>
            <a:t>Way forward</a:t>
          </a:r>
          <a:endParaRPr lang="en-US" dirty="0"/>
        </a:p>
      </dgm:t>
    </dgm:pt>
    <dgm:pt modelId="{71AD0EC0-420E-401F-B731-9026E5ADB6D3}" type="parTrans" cxnId="{9D6215BB-A767-437E-BA93-41605A2BFAF7}">
      <dgm:prSet/>
      <dgm:spPr/>
      <dgm:t>
        <a:bodyPr/>
        <a:lstStyle/>
        <a:p>
          <a:endParaRPr lang="en-US"/>
        </a:p>
      </dgm:t>
    </dgm:pt>
    <dgm:pt modelId="{3A11E3D6-7FAD-449A-9208-E94F21D5EBC4}" type="sibTrans" cxnId="{9D6215BB-A767-437E-BA93-41605A2BFAF7}">
      <dgm:prSet/>
      <dgm:spPr/>
      <dgm:t>
        <a:bodyPr/>
        <a:lstStyle/>
        <a:p>
          <a:endParaRPr lang="en-US"/>
        </a:p>
      </dgm:t>
    </dgm:pt>
    <dgm:pt modelId="{613243C9-43FD-4C4C-837D-2B8E0D55D9EA}">
      <dgm:prSet/>
      <dgm:spPr>
        <a:ln>
          <a:noFill/>
        </a:ln>
        <a:effectLst/>
      </dgm:spPr>
      <dgm:t>
        <a:bodyPr/>
        <a:lstStyle/>
        <a:p>
          <a:pPr>
            <a:lnSpc>
              <a:spcPct val="100000"/>
            </a:lnSpc>
          </a:pPr>
          <a:r>
            <a:rPr lang="en-US" dirty="0"/>
            <a:t>Voting hard </a:t>
          </a:r>
        </a:p>
        <a:p>
          <a:pPr>
            <a:lnSpc>
              <a:spcPct val="100000"/>
            </a:lnSpc>
          </a:pPr>
          <a:r>
            <a:rPr lang="en-US" dirty="0"/>
            <a:t>Fuzzy match of FEAT1</a:t>
          </a:r>
        </a:p>
      </dgm:t>
    </dgm:pt>
    <dgm:pt modelId="{0F401404-E799-43CF-89D7-04C8B1E2DDDF}" type="parTrans" cxnId="{60B0B88C-289B-4569-8BF4-62E0F934C7E2}">
      <dgm:prSet/>
      <dgm:spPr/>
      <dgm:t>
        <a:bodyPr/>
        <a:lstStyle/>
        <a:p>
          <a:endParaRPr lang="en-US"/>
        </a:p>
      </dgm:t>
    </dgm:pt>
    <dgm:pt modelId="{F9DAC246-8EFE-49A1-BF64-F56036F9C27A}" type="sibTrans" cxnId="{60B0B88C-289B-4569-8BF4-62E0F934C7E2}">
      <dgm:prSet/>
      <dgm:spPr/>
      <dgm:t>
        <a:bodyPr/>
        <a:lstStyle/>
        <a:p>
          <a:endParaRPr lang="en-US"/>
        </a:p>
      </dgm:t>
    </dgm:pt>
    <dgm:pt modelId="{AF8339A4-4969-4166-8D78-A9668542A120}" type="pres">
      <dgm:prSet presAssocID="{A615D9D9-D56F-41A8-9153-1EFAA560D0DA}" presName="root" presStyleCnt="0">
        <dgm:presLayoutVars>
          <dgm:dir/>
          <dgm:resizeHandles val="exact"/>
        </dgm:presLayoutVars>
      </dgm:prSet>
      <dgm:spPr/>
    </dgm:pt>
    <dgm:pt modelId="{019FCDB0-C8B1-46E5-B61B-3A4F354739C3}" type="pres">
      <dgm:prSet presAssocID="{58BB8E95-3BA5-4524-9038-BB6B9916DDA4}" presName="compNod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30631440-BC67-43E5-999A-82C9909AA415}" type="pres">
      <dgm:prSet presAssocID="{58BB8E95-3BA5-4524-9038-BB6B9916DDA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D6BF89B-2847-4D78-BDDC-6F3106D28948}" type="pres">
      <dgm:prSet presAssocID="{58BB8E95-3BA5-4524-9038-BB6B9916DDA4}" presName="icon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3A0F7255-1AD6-4693-BC0F-CDDA6BA38820}" type="pres">
      <dgm:prSet presAssocID="{58BB8E95-3BA5-4524-9038-BB6B9916DDA4}" presName="parTx" presStyleLbl="revTx" presStyleIdx="0" presStyleCnt="6">
        <dgm:presLayoutVars>
          <dgm:chMax val="0"/>
          <dgm:chPref val="0"/>
        </dgm:presLayoutVars>
      </dgm:prSet>
      <dgm:spPr/>
    </dgm:pt>
    <dgm:pt modelId="{16BE5E57-1543-4EC7-8AD3-FC01159DF563}" type="pres">
      <dgm:prSet presAssocID="{58BB8E95-3BA5-4524-9038-BB6B9916DDA4}" presName="tx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464C32C9-97E0-4FAC-AB96-14BD65EC5CF4}" type="pres">
      <dgm:prSet presAssocID="{58BB8E95-3BA5-4524-9038-BB6B9916DDA4}" presName="desTx" presStyleLbl="revTx" presStyleIdx="1" presStyleCnt="6">
        <dgm:presLayoutVars/>
      </dgm:prSet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586272C0-62EA-4692-B2AD-57761F3A185F}" type="pres">
      <dgm:prSet presAssocID="{28A91DD9-C3E9-4EE4-B211-336D89BE6BE1}" presName="sibTrans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FF849A67-248E-4842-8CD8-34B304EA12F3}" type="pres">
      <dgm:prSet presAssocID="{2CBA0BF4-54E2-463B-A849-54D5EA677FA1}" presName="compNod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859557B7-7AD7-41A8-ACCC-0BA2B42C1833}" type="pres">
      <dgm:prSet presAssocID="{2CBA0BF4-54E2-463B-A849-54D5EA677FA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30ABB94C-835E-497D-9A51-BAC8F9D2CF6D}" type="pres">
      <dgm:prSet presAssocID="{2CBA0BF4-54E2-463B-A849-54D5EA677FA1}" presName="icon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0691EB6A-B71C-45E5-9D36-0DE3C91EDE8E}" type="pres">
      <dgm:prSet presAssocID="{2CBA0BF4-54E2-463B-A849-54D5EA677FA1}" presName="parTx" presStyleLbl="revTx" presStyleIdx="2" presStyleCnt="6">
        <dgm:presLayoutVars>
          <dgm:chMax val="0"/>
          <dgm:chPref val="0"/>
        </dgm:presLayoutVars>
      </dgm:prSet>
      <dgm:spPr/>
    </dgm:pt>
    <dgm:pt modelId="{CEE4D9A9-0661-4637-B0BF-2DF06C9F2516}" type="pres">
      <dgm:prSet presAssocID="{2CBA0BF4-54E2-463B-A849-54D5EA677FA1}" presName="tx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344511C2-B581-4A2F-A53C-47FD4732B07C}" type="pres">
      <dgm:prSet presAssocID="{2CBA0BF4-54E2-463B-A849-54D5EA677FA1}" presName="desTx" presStyleLbl="revTx" presStyleIdx="3" presStyleCnt="6">
        <dgm:presLayoutVars/>
      </dgm:prSet>
      <dgm:spPr/>
    </dgm:pt>
    <dgm:pt modelId="{B18AE2A2-C1E9-4ACA-8F8E-6330526F9B00}" type="pres">
      <dgm:prSet presAssocID="{27B71916-E1C4-4422-88F2-BF814AD87ACA}" presName="sibTrans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492266CD-7AE6-44C6-90CA-F5A56F6EF7C4}" type="pres">
      <dgm:prSet presAssocID="{C976FD86-6663-49F4-94AB-9FB8D0252CEC}" presName="compNod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9AE7C2E3-CC14-4B41-BF36-F8DEF0DC3CED}" type="pres">
      <dgm:prSet presAssocID="{C976FD86-6663-49F4-94AB-9FB8D0252CE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6BF9EC99-6526-46FA-B3E6-9E5E0938F110}" type="pres">
      <dgm:prSet presAssocID="{C976FD86-6663-49F4-94AB-9FB8D0252CEC}" presName="icon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FFCE3B9E-67C9-4544-9F38-A420A90EFFDB}" type="pres">
      <dgm:prSet presAssocID="{C976FD86-6663-49F4-94AB-9FB8D0252CEC}" presName="parTx" presStyleLbl="revTx" presStyleIdx="4" presStyleCnt="6">
        <dgm:presLayoutVars>
          <dgm:chMax val="0"/>
          <dgm:chPref val="0"/>
        </dgm:presLayoutVars>
      </dgm:prSet>
      <dgm:spPr/>
    </dgm:pt>
    <dgm:pt modelId="{5BCC3A51-DC3C-443E-991D-6A6156C1DEEE}" type="pres">
      <dgm:prSet presAssocID="{C976FD86-6663-49F4-94AB-9FB8D0252CEC}" presName="tx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706B9664-41A4-4BB4-B2AA-4220C06F7950}" type="pres">
      <dgm:prSet presAssocID="{C976FD86-6663-49F4-94AB-9FB8D0252CEC}" presName="desTx" presStyleLbl="revTx" presStyleIdx="5" presStyleCnt="6">
        <dgm:presLayoutVars/>
      </dgm:prSet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</dgm:ptLst>
  <dgm:cxnLst>
    <dgm:cxn modelId="{D17F8C2D-4D27-41C3-B833-F389A3AE381C}" type="presOf" srcId="{C976FD86-6663-49F4-94AB-9FB8D0252CEC}" destId="{FFCE3B9E-67C9-4544-9F38-A420A90EFFDB}" srcOrd="0" destOrd="0" presId="urn:microsoft.com/office/officeart/2018/5/layout/CenteredIconLabelDescriptionList"/>
    <dgm:cxn modelId="{F8AB895F-ADDD-4298-AE34-B47A83C03CE6}" type="presOf" srcId="{BD8D258E-218B-4483-82A2-079BC4422D21}" destId="{344511C2-B581-4A2F-A53C-47FD4732B07C}" srcOrd="0" destOrd="0" presId="urn:microsoft.com/office/officeart/2018/5/layout/CenteredIconLabelDescriptionList"/>
    <dgm:cxn modelId="{60B0B88C-289B-4569-8BF4-62E0F934C7E2}" srcId="{2CBA0BF4-54E2-463B-A849-54D5EA677FA1}" destId="{613243C9-43FD-4C4C-837D-2B8E0D55D9EA}" srcOrd="1" destOrd="0" parTransId="{0F401404-E799-43CF-89D7-04C8B1E2DDDF}" sibTransId="{F9DAC246-8EFE-49A1-BF64-F56036F9C27A}"/>
    <dgm:cxn modelId="{39AFDDA7-CA60-4F2F-A9D0-45EC2BC38A05}" type="presOf" srcId="{A615D9D9-D56F-41A8-9153-1EFAA560D0DA}" destId="{AF8339A4-4969-4166-8D78-A9668542A120}" srcOrd="0" destOrd="0" presId="urn:microsoft.com/office/officeart/2018/5/layout/CenteredIconLabelDescriptionList"/>
    <dgm:cxn modelId="{F32E26B7-3716-4494-A9EA-B1191CC95B02}" type="presOf" srcId="{2CBA0BF4-54E2-463B-A849-54D5EA677FA1}" destId="{0691EB6A-B71C-45E5-9D36-0DE3C91EDE8E}" srcOrd="0" destOrd="0" presId="urn:microsoft.com/office/officeart/2018/5/layout/CenteredIconLabelDescriptionList"/>
    <dgm:cxn modelId="{9D6215BB-A767-437E-BA93-41605A2BFAF7}" srcId="{A615D9D9-D56F-41A8-9153-1EFAA560D0DA}" destId="{C976FD86-6663-49F4-94AB-9FB8D0252CEC}" srcOrd="2" destOrd="0" parTransId="{71AD0EC0-420E-401F-B731-9026E5ADB6D3}" sibTransId="{3A11E3D6-7FAD-449A-9208-E94F21D5EBC4}"/>
    <dgm:cxn modelId="{3CE59DC1-53C3-464D-9D76-31C4716A05EF}" srcId="{2CBA0BF4-54E2-463B-A849-54D5EA677FA1}" destId="{BD8D258E-218B-4483-82A2-079BC4422D21}" srcOrd="0" destOrd="0" parTransId="{2545F0C9-4A30-4819-A904-BED17AD34C1C}" sibTransId="{7423866D-82B8-4B5B-BEA7-F658DF222B25}"/>
    <dgm:cxn modelId="{D89CF4E1-892F-4429-8ADA-A047C2FE7CB4}" srcId="{A615D9D9-D56F-41A8-9153-1EFAA560D0DA}" destId="{58BB8E95-3BA5-4524-9038-BB6B9916DDA4}" srcOrd="0" destOrd="0" parTransId="{40F42D7E-D15C-4205-8211-684E303FE75C}" sibTransId="{28A91DD9-C3E9-4EE4-B211-336D89BE6BE1}"/>
    <dgm:cxn modelId="{8BC892E3-A5C3-4926-8F70-93863C815994}" type="presOf" srcId="{613243C9-43FD-4C4C-837D-2B8E0D55D9EA}" destId="{344511C2-B581-4A2F-A53C-47FD4732B07C}" srcOrd="0" destOrd="1" presId="urn:microsoft.com/office/officeart/2018/5/layout/CenteredIconLabelDescriptionList"/>
    <dgm:cxn modelId="{5A88E0E6-CE9D-43FA-9D9C-A670A4B41CB1}" type="presOf" srcId="{58BB8E95-3BA5-4524-9038-BB6B9916DDA4}" destId="{3A0F7255-1AD6-4693-BC0F-CDDA6BA38820}" srcOrd="0" destOrd="0" presId="urn:microsoft.com/office/officeart/2018/5/layout/CenteredIconLabelDescriptionList"/>
    <dgm:cxn modelId="{0F0E7CFE-F163-4E99-B660-AEAC8C226830}" srcId="{A615D9D9-D56F-41A8-9153-1EFAA560D0DA}" destId="{2CBA0BF4-54E2-463B-A849-54D5EA677FA1}" srcOrd="1" destOrd="0" parTransId="{4F90CE70-FDB9-482E-872A-FB749A74679E}" sibTransId="{27B71916-E1C4-4422-88F2-BF814AD87ACA}"/>
    <dgm:cxn modelId="{D3337DAB-5D54-4B23-92D5-8A39BD2394CB}" type="presParOf" srcId="{AF8339A4-4969-4166-8D78-A9668542A120}" destId="{019FCDB0-C8B1-46E5-B61B-3A4F354739C3}" srcOrd="0" destOrd="0" presId="urn:microsoft.com/office/officeart/2018/5/layout/CenteredIconLabelDescriptionList"/>
    <dgm:cxn modelId="{2BB6815C-9649-4F44-9B01-B55B9B6CA194}" type="presParOf" srcId="{019FCDB0-C8B1-46E5-B61B-3A4F354739C3}" destId="{30631440-BC67-43E5-999A-82C9909AA415}" srcOrd="0" destOrd="0" presId="urn:microsoft.com/office/officeart/2018/5/layout/CenteredIconLabelDescriptionList"/>
    <dgm:cxn modelId="{852F6373-0BC8-494D-A3BF-8730D2F69548}" type="presParOf" srcId="{019FCDB0-C8B1-46E5-B61B-3A4F354739C3}" destId="{CD6BF89B-2847-4D78-BDDC-6F3106D28948}" srcOrd="1" destOrd="0" presId="urn:microsoft.com/office/officeart/2018/5/layout/CenteredIconLabelDescriptionList"/>
    <dgm:cxn modelId="{F0496D3E-ADB4-4A9E-A8D2-314402CF98FC}" type="presParOf" srcId="{019FCDB0-C8B1-46E5-B61B-3A4F354739C3}" destId="{3A0F7255-1AD6-4693-BC0F-CDDA6BA38820}" srcOrd="2" destOrd="0" presId="urn:microsoft.com/office/officeart/2018/5/layout/CenteredIconLabelDescriptionList"/>
    <dgm:cxn modelId="{37C0F999-323F-46D0-B516-92462312DE87}" type="presParOf" srcId="{019FCDB0-C8B1-46E5-B61B-3A4F354739C3}" destId="{16BE5E57-1543-4EC7-8AD3-FC01159DF563}" srcOrd="3" destOrd="0" presId="urn:microsoft.com/office/officeart/2018/5/layout/CenteredIconLabelDescriptionList"/>
    <dgm:cxn modelId="{FD7AC9A3-7E39-4D0E-9282-45C9279C31E3}" type="presParOf" srcId="{019FCDB0-C8B1-46E5-B61B-3A4F354739C3}" destId="{464C32C9-97E0-4FAC-AB96-14BD65EC5CF4}" srcOrd="4" destOrd="0" presId="urn:microsoft.com/office/officeart/2018/5/layout/CenteredIconLabelDescriptionList"/>
    <dgm:cxn modelId="{9FF90355-B307-4CBD-9B4A-AFD8D856FAA1}" type="presParOf" srcId="{AF8339A4-4969-4166-8D78-A9668542A120}" destId="{586272C0-62EA-4692-B2AD-57761F3A185F}" srcOrd="1" destOrd="0" presId="urn:microsoft.com/office/officeart/2018/5/layout/CenteredIconLabelDescriptionList"/>
    <dgm:cxn modelId="{C2F9806A-4013-4B7D-88AC-B5280796B40F}" type="presParOf" srcId="{AF8339A4-4969-4166-8D78-A9668542A120}" destId="{FF849A67-248E-4842-8CD8-34B304EA12F3}" srcOrd="2" destOrd="0" presId="urn:microsoft.com/office/officeart/2018/5/layout/CenteredIconLabelDescriptionList"/>
    <dgm:cxn modelId="{71B4478F-E18D-439B-973C-D4AACA60648D}" type="presParOf" srcId="{FF849A67-248E-4842-8CD8-34B304EA12F3}" destId="{859557B7-7AD7-41A8-ACCC-0BA2B42C1833}" srcOrd="0" destOrd="0" presId="urn:microsoft.com/office/officeart/2018/5/layout/CenteredIconLabelDescriptionList"/>
    <dgm:cxn modelId="{79943FAF-7DBD-4B84-B15D-F33A8506D993}" type="presParOf" srcId="{FF849A67-248E-4842-8CD8-34B304EA12F3}" destId="{30ABB94C-835E-497D-9A51-BAC8F9D2CF6D}" srcOrd="1" destOrd="0" presId="urn:microsoft.com/office/officeart/2018/5/layout/CenteredIconLabelDescriptionList"/>
    <dgm:cxn modelId="{D22B68F9-E985-4428-A165-93D835AC2CCB}" type="presParOf" srcId="{FF849A67-248E-4842-8CD8-34B304EA12F3}" destId="{0691EB6A-B71C-45E5-9D36-0DE3C91EDE8E}" srcOrd="2" destOrd="0" presId="urn:microsoft.com/office/officeart/2018/5/layout/CenteredIconLabelDescriptionList"/>
    <dgm:cxn modelId="{897EEA5D-2C5C-4D4D-8A52-A6C5BCCB536A}" type="presParOf" srcId="{FF849A67-248E-4842-8CD8-34B304EA12F3}" destId="{CEE4D9A9-0661-4637-B0BF-2DF06C9F2516}" srcOrd="3" destOrd="0" presId="urn:microsoft.com/office/officeart/2018/5/layout/CenteredIconLabelDescriptionList"/>
    <dgm:cxn modelId="{7E49C3B1-3447-40A4-B5B6-2296C51593BE}" type="presParOf" srcId="{FF849A67-248E-4842-8CD8-34B304EA12F3}" destId="{344511C2-B581-4A2F-A53C-47FD4732B07C}" srcOrd="4" destOrd="0" presId="urn:microsoft.com/office/officeart/2018/5/layout/CenteredIconLabelDescriptionList"/>
    <dgm:cxn modelId="{C60752ED-7C34-47A0-8E60-F819D05D77E0}" type="presParOf" srcId="{AF8339A4-4969-4166-8D78-A9668542A120}" destId="{B18AE2A2-C1E9-4ACA-8F8E-6330526F9B00}" srcOrd="3" destOrd="0" presId="urn:microsoft.com/office/officeart/2018/5/layout/CenteredIconLabelDescriptionList"/>
    <dgm:cxn modelId="{E1255392-DB29-4A80-8C04-3522E8BCEE32}" type="presParOf" srcId="{AF8339A4-4969-4166-8D78-A9668542A120}" destId="{492266CD-7AE6-44C6-90CA-F5A56F6EF7C4}" srcOrd="4" destOrd="0" presId="urn:microsoft.com/office/officeart/2018/5/layout/CenteredIconLabelDescriptionList"/>
    <dgm:cxn modelId="{36F2C3E7-B857-44A0-97F8-8C25B909C26F}" type="presParOf" srcId="{492266CD-7AE6-44C6-90CA-F5A56F6EF7C4}" destId="{9AE7C2E3-CC14-4B41-BF36-F8DEF0DC3CED}" srcOrd="0" destOrd="0" presId="urn:microsoft.com/office/officeart/2018/5/layout/CenteredIconLabelDescriptionList"/>
    <dgm:cxn modelId="{9C737B52-2321-458B-A480-F61041B1070F}" type="presParOf" srcId="{492266CD-7AE6-44C6-90CA-F5A56F6EF7C4}" destId="{6BF9EC99-6526-46FA-B3E6-9E5E0938F110}" srcOrd="1" destOrd="0" presId="urn:microsoft.com/office/officeart/2018/5/layout/CenteredIconLabelDescriptionList"/>
    <dgm:cxn modelId="{B27975F1-5840-4423-9F37-D635AD3AF618}" type="presParOf" srcId="{492266CD-7AE6-44C6-90CA-F5A56F6EF7C4}" destId="{FFCE3B9E-67C9-4544-9F38-A420A90EFFDB}" srcOrd="2" destOrd="0" presId="urn:microsoft.com/office/officeart/2018/5/layout/CenteredIconLabelDescriptionList"/>
    <dgm:cxn modelId="{1CE699D1-346A-47D4-8FC5-D20176C21BE5}" type="presParOf" srcId="{492266CD-7AE6-44C6-90CA-F5A56F6EF7C4}" destId="{5BCC3A51-DC3C-443E-991D-6A6156C1DEEE}" srcOrd="3" destOrd="0" presId="urn:microsoft.com/office/officeart/2018/5/layout/CenteredIconLabelDescriptionList"/>
    <dgm:cxn modelId="{BF819A0C-4024-4E2A-B410-DA1281C85DD8}" type="presParOf" srcId="{492266CD-7AE6-44C6-90CA-F5A56F6EF7C4}" destId="{706B9664-41A4-4BB4-B2AA-4220C06F7950}" srcOrd="4" destOrd="0" presId="urn:microsoft.com/office/officeart/2018/5/layout/CenteredIconLabelDescriptionList"/>
  </dgm:cxnLst>
  <dgm:bg>
    <a:effectLst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651A8D-5D05-42AF-BC9B-C1C136929AD8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20BF58-7D38-4775-9F9A-E770115AF6C2}">
      <dgm:prSet custT="1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400" dirty="0"/>
            <a:t>Voting hard for RF, LR, SVM</a:t>
          </a:r>
        </a:p>
      </dgm:t>
    </dgm:pt>
    <dgm:pt modelId="{16A5D933-B641-4FBB-AAFB-66BF9680A12D}" type="parTrans" cxnId="{09136CF0-FA8E-41A0-9198-6504EC75345A}">
      <dgm:prSet/>
      <dgm:spPr/>
      <dgm:t>
        <a:bodyPr/>
        <a:lstStyle/>
        <a:p>
          <a:endParaRPr lang="en-US"/>
        </a:p>
      </dgm:t>
    </dgm:pt>
    <dgm:pt modelId="{EDB50BA3-114C-465E-8304-E11EB4AC18C5}" type="sibTrans" cxnId="{09136CF0-FA8E-41A0-9198-6504EC75345A}">
      <dgm:prSet/>
      <dgm:spPr/>
      <dgm:t>
        <a:bodyPr/>
        <a:lstStyle/>
        <a:p>
          <a:endParaRPr lang="en-US"/>
        </a:p>
      </dgm:t>
    </dgm:pt>
    <dgm:pt modelId="{CB82CC84-7A01-4458-9BF2-26E5FE0AA1E3}">
      <dgm:prSet custT="1"/>
      <dgm:spPr/>
      <dgm:t>
        <a:bodyPr/>
        <a:lstStyle/>
        <a:p>
          <a:r>
            <a:rPr lang="en-US" sz="2000" dirty="0"/>
            <a:t>TF cat: 68.77</a:t>
          </a:r>
        </a:p>
      </dgm:t>
    </dgm:pt>
    <dgm:pt modelId="{8BD7ED85-91F2-424A-B733-22C988DF042B}" type="sibTrans" cxnId="{B3B2B76D-1F2E-487E-84AE-25D5464C390F}">
      <dgm:prSet/>
      <dgm:spPr/>
      <dgm:t>
        <a:bodyPr/>
        <a:lstStyle/>
        <a:p>
          <a:endParaRPr lang="en-US"/>
        </a:p>
      </dgm:t>
    </dgm:pt>
    <dgm:pt modelId="{D34E41FE-A5A1-4151-B13F-534B73246394}" type="parTrans" cxnId="{B3B2B76D-1F2E-487E-84AE-25D5464C390F}">
      <dgm:prSet/>
      <dgm:spPr/>
      <dgm:t>
        <a:bodyPr/>
        <a:lstStyle/>
        <a:p>
          <a:endParaRPr lang="en-US" sz="1600"/>
        </a:p>
      </dgm:t>
    </dgm:pt>
    <dgm:pt modelId="{00F91071-2696-417C-8D18-81100FBD66B0}">
      <dgm:prSet custT="1"/>
      <dgm:spPr/>
      <dgm:t>
        <a:bodyPr/>
        <a:lstStyle/>
        <a:p>
          <a:r>
            <a:rPr lang="en-US" sz="2000" dirty="0"/>
            <a:t>TF var: 78.25</a:t>
          </a:r>
        </a:p>
      </dgm:t>
    </dgm:pt>
    <dgm:pt modelId="{02FF33BA-263C-429C-B1B8-DE9B557660F4}" type="sibTrans" cxnId="{1F67EAC9-CE29-4287-9035-C732461B8C8E}">
      <dgm:prSet/>
      <dgm:spPr/>
      <dgm:t>
        <a:bodyPr/>
        <a:lstStyle/>
        <a:p>
          <a:endParaRPr lang="en-US"/>
        </a:p>
      </dgm:t>
    </dgm:pt>
    <dgm:pt modelId="{27F88C12-8300-4B52-B448-12BD9916D28A}" type="parTrans" cxnId="{1F67EAC9-CE29-4287-9035-C732461B8C8E}">
      <dgm:prSet/>
      <dgm:spPr/>
      <dgm:t>
        <a:bodyPr/>
        <a:lstStyle/>
        <a:p>
          <a:endParaRPr lang="en-US" sz="1600"/>
        </a:p>
      </dgm:t>
    </dgm:pt>
    <dgm:pt modelId="{382E8E9A-AF8D-4574-9555-E91F2B0FDFD4}">
      <dgm:prSet custT="1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400" b="1" dirty="0"/>
            <a:t>FastText model</a:t>
          </a:r>
          <a:endParaRPr lang="en-US" sz="2400" dirty="0"/>
        </a:p>
      </dgm:t>
    </dgm:pt>
    <dgm:pt modelId="{FCB27EC3-8371-45ED-AB53-B93D1BAB0AE9}" type="sibTrans" cxnId="{B3EE7E52-0A9D-4C9E-8809-CE2EA0D83591}">
      <dgm:prSet/>
      <dgm:spPr/>
      <dgm:t>
        <a:bodyPr/>
        <a:lstStyle/>
        <a:p>
          <a:endParaRPr lang="en-US"/>
        </a:p>
      </dgm:t>
    </dgm:pt>
    <dgm:pt modelId="{2991F32C-1158-4FD4-8416-606B3DD58057}" type="parTrans" cxnId="{B3EE7E52-0A9D-4C9E-8809-CE2EA0D83591}">
      <dgm:prSet/>
      <dgm:spPr/>
      <dgm:t>
        <a:bodyPr/>
        <a:lstStyle/>
        <a:p>
          <a:endParaRPr lang="en-US"/>
        </a:p>
      </dgm:t>
    </dgm:pt>
    <dgm:pt modelId="{1BBDD2DE-C33A-4EB7-B5C5-A7F5704B00D6}">
      <dgm:prSet custT="1"/>
      <dgm:spPr/>
      <dgm:t>
        <a:bodyPr/>
        <a:lstStyle/>
        <a:p>
          <a:r>
            <a:rPr lang="en-US" sz="2000" dirty="0"/>
            <a:t>Autotuning of parameters</a:t>
          </a:r>
        </a:p>
      </dgm:t>
    </dgm:pt>
    <dgm:pt modelId="{0F5A3863-F02A-4E66-8805-53BC41061B5E}" type="sibTrans" cxnId="{82F01C3B-0734-4129-AC51-47E5BDFDA990}">
      <dgm:prSet/>
      <dgm:spPr/>
      <dgm:t>
        <a:bodyPr/>
        <a:lstStyle/>
        <a:p>
          <a:endParaRPr lang="en-US"/>
        </a:p>
      </dgm:t>
    </dgm:pt>
    <dgm:pt modelId="{F4AE95D8-4AC2-4E11-B9CE-6FDE73474D26}" type="parTrans" cxnId="{82F01C3B-0734-4129-AC51-47E5BDFDA990}">
      <dgm:prSet/>
      <dgm:spPr/>
      <dgm:t>
        <a:bodyPr/>
        <a:lstStyle/>
        <a:p>
          <a:endParaRPr lang="en-US" sz="1600"/>
        </a:p>
      </dgm:t>
    </dgm:pt>
    <dgm:pt modelId="{4A48766C-3DF5-4C44-A605-D9A2679CA786}">
      <dgm:prSet custT="1"/>
      <dgm:spPr/>
      <dgm:t>
        <a:bodyPr/>
        <a:lstStyle/>
        <a:p>
          <a:r>
            <a:rPr lang="en-US" sz="2000" dirty="0"/>
            <a:t>Playing with parameters</a:t>
          </a:r>
        </a:p>
      </dgm:t>
    </dgm:pt>
    <dgm:pt modelId="{FB4B76CD-C3BB-44B5-A2F1-3473F6DDCD7A}" type="sibTrans" cxnId="{CE1CAD50-F3A2-4D07-83D7-D87EBA08C5FC}">
      <dgm:prSet/>
      <dgm:spPr/>
      <dgm:t>
        <a:bodyPr/>
        <a:lstStyle/>
        <a:p>
          <a:endParaRPr lang="en-US"/>
        </a:p>
      </dgm:t>
    </dgm:pt>
    <dgm:pt modelId="{BA1DAAEA-BFB6-4EA8-9D64-D75B2367E26C}" type="parTrans" cxnId="{CE1CAD50-F3A2-4D07-83D7-D87EBA08C5FC}">
      <dgm:prSet/>
      <dgm:spPr/>
      <dgm:t>
        <a:bodyPr/>
        <a:lstStyle/>
        <a:p>
          <a:endParaRPr lang="en-US"/>
        </a:p>
      </dgm:t>
    </dgm:pt>
    <dgm:pt modelId="{2E162005-7514-4B6B-B327-CC631379DDFD}">
      <dgm:prSet custT="1"/>
      <dgm:spPr/>
      <dgm:t>
        <a:bodyPr/>
        <a:lstStyle/>
        <a:p>
          <a:r>
            <a:rPr lang="en-US" sz="2000" dirty="0"/>
            <a:t>TF cat: 72.48</a:t>
          </a:r>
        </a:p>
      </dgm:t>
    </dgm:pt>
    <dgm:pt modelId="{0043E693-357B-42ED-BD9D-2923CA698222}" type="sibTrans" cxnId="{2247A0D3-25A5-424F-91C0-30988AB445E7}">
      <dgm:prSet/>
      <dgm:spPr/>
      <dgm:t>
        <a:bodyPr/>
        <a:lstStyle/>
        <a:p>
          <a:endParaRPr lang="en-US"/>
        </a:p>
      </dgm:t>
    </dgm:pt>
    <dgm:pt modelId="{D00ED88B-D1FB-4E4A-A94E-5B0989EE80DE}" type="parTrans" cxnId="{2247A0D3-25A5-424F-91C0-30988AB445E7}">
      <dgm:prSet/>
      <dgm:spPr/>
      <dgm:t>
        <a:bodyPr/>
        <a:lstStyle/>
        <a:p>
          <a:endParaRPr lang="en-US"/>
        </a:p>
      </dgm:t>
    </dgm:pt>
    <dgm:pt modelId="{D9B720AD-B39E-420A-9F27-A6B7D166ABE0}">
      <dgm:prSet custT="1"/>
      <dgm:spPr/>
      <dgm:t>
        <a:bodyPr/>
        <a:lstStyle/>
        <a:p>
          <a:r>
            <a:rPr lang="en-US" sz="2000"/>
            <a:t>TF </a:t>
          </a:r>
          <a:r>
            <a:rPr lang="en-US" sz="2000" dirty="0"/>
            <a:t>var: 70.59</a:t>
          </a:r>
        </a:p>
      </dgm:t>
    </dgm:pt>
    <dgm:pt modelId="{54A6847D-1FB2-4D47-AD13-9470CD97F390}" type="sibTrans" cxnId="{7EB67BFB-C560-4129-864B-CC8062920C23}">
      <dgm:prSet/>
      <dgm:spPr/>
      <dgm:t>
        <a:bodyPr/>
        <a:lstStyle/>
        <a:p>
          <a:endParaRPr lang="en-US"/>
        </a:p>
      </dgm:t>
    </dgm:pt>
    <dgm:pt modelId="{2ECBE8BC-0CD3-4D49-BB70-DE22148DABB1}" type="parTrans" cxnId="{7EB67BFB-C560-4129-864B-CC8062920C23}">
      <dgm:prSet/>
      <dgm:spPr/>
      <dgm:t>
        <a:bodyPr/>
        <a:lstStyle/>
        <a:p>
          <a:endParaRPr lang="en-US"/>
        </a:p>
      </dgm:t>
    </dgm:pt>
    <dgm:pt modelId="{55C399EE-83FC-4895-95F0-0C621ABFC8F0}">
      <dgm:prSet custT="1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400" dirty="0"/>
            <a:t>Item1_DESC mapping</a:t>
          </a:r>
        </a:p>
      </dgm:t>
    </dgm:pt>
    <dgm:pt modelId="{B574EBBC-3332-4301-A5C6-3D2F3FA2686A}" type="sibTrans" cxnId="{DE57C1F1-0898-4FB1-8FED-5A656CF605C2}">
      <dgm:prSet/>
      <dgm:spPr/>
      <dgm:t>
        <a:bodyPr/>
        <a:lstStyle/>
        <a:p>
          <a:endParaRPr lang="en-US"/>
        </a:p>
      </dgm:t>
    </dgm:pt>
    <dgm:pt modelId="{500E0345-A212-4857-8F24-236E088C73A2}" type="parTrans" cxnId="{DE57C1F1-0898-4FB1-8FED-5A656CF605C2}">
      <dgm:prSet/>
      <dgm:spPr/>
      <dgm:t>
        <a:bodyPr/>
        <a:lstStyle/>
        <a:p>
          <a:endParaRPr lang="en-US"/>
        </a:p>
      </dgm:t>
    </dgm:pt>
    <dgm:pt modelId="{81188C88-6FC4-4F35-9A9D-49DDD12A7DFB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dirty="0"/>
            <a:t>Unique: 136</a:t>
          </a:r>
        </a:p>
      </dgm:t>
    </dgm:pt>
    <dgm:pt modelId="{F48BEC87-8344-44BD-B16B-DA2E12979F8A}" type="sibTrans" cxnId="{152BA956-C6B1-425E-B96A-1CABA92E3C66}">
      <dgm:prSet/>
      <dgm:spPr/>
      <dgm:t>
        <a:bodyPr/>
        <a:lstStyle/>
        <a:p>
          <a:endParaRPr lang="en-US"/>
        </a:p>
      </dgm:t>
    </dgm:pt>
    <dgm:pt modelId="{D0502DBF-6FDA-4303-A785-9C63504102DE}" type="parTrans" cxnId="{152BA956-C6B1-425E-B96A-1CABA92E3C66}">
      <dgm:prSet/>
      <dgm:spPr/>
      <dgm:t>
        <a:bodyPr/>
        <a:lstStyle/>
        <a:p>
          <a:endParaRPr lang="en-US"/>
        </a:p>
      </dgm:t>
    </dgm:pt>
    <dgm:pt modelId="{3462DE31-1E1E-453A-85FB-6B8DA6B6CF8E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dirty="0"/>
            <a:t>Total: 1750</a:t>
          </a:r>
        </a:p>
      </dgm:t>
    </dgm:pt>
    <dgm:pt modelId="{CF814BE2-FE85-429A-9AEE-DE675EB2F9EF}" type="sibTrans" cxnId="{0DE96334-8BCC-4472-8159-1E4143C54D88}">
      <dgm:prSet/>
      <dgm:spPr/>
      <dgm:t>
        <a:bodyPr/>
        <a:lstStyle/>
        <a:p>
          <a:endParaRPr lang="en-US"/>
        </a:p>
      </dgm:t>
    </dgm:pt>
    <dgm:pt modelId="{98478D2A-C770-4006-84F4-9F01A02B472E}" type="parTrans" cxnId="{0DE96334-8BCC-4472-8159-1E4143C54D88}">
      <dgm:prSet/>
      <dgm:spPr/>
      <dgm:t>
        <a:bodyPr/>
        <a:lstStyle/>
        <a:p>
          <a:endParaRPr lang="en-US"/>
        </a:p>
      </dgm:t>
    </dgm:pt>
    <dgm:pt modelId="{825C46F3-9136-46AD-B528-EB3E49EA9D48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dirty="0"/>
            <a:t>TF cat: 68.28</a:t>
          </a:r>
        </a:p>
      </dgm:t>
    </dgm:pt>
    <dgm:pt modelId="{F04F50DC-BADA-463C-B960-740EF7D8751E}" type="sibTrans" cxnId="{26181811-CC0B-46E1-B69A-134DAA60518E}">
      <dgm:prSet/>
      <dgm:spPr/>
      <dgm:t>
        <a:bodyPr/>
        <a:lstStyle/>
        <a:p>
          <a:endParaRPr lang="en-US"/>
        </a:p>
      </dgm:t>
    </dgm:pt>
    <dgm:pt modelId="{3E1D73C2-7262-4B19-BA3C-D56AB1251EE1}" type="parTrans" cxnId="{26181811-CC0B-46E1-B69A-134DAA60518E}">
      <dgm:prSet/>
      <dgm:spPr/>
      <dgm:t>
        <a:bodyPr/>
        <a:lstStyle/>
        <a:p>
          <a:endParaRPr lang="en-US"/>
        </a:p>
      </dgm:t>
    </dgm:pt>
    <dgm:pt modelId="{6BCA0E4E-F096-4122-88E0-7578995A4393}">
      <dgm:prSet/>
      <dgm:spPr/>
      <dgm:t>
        <a:bodyPr/>
        <a:lstStyle/>
        <a:p>
          <a:r>
            <a:rPr lang="en-US"/>
            <a:t>TF var: 93.20</a:t>
          </a:r>
          <a:endParaRPr lang="en-US" dirty="0"/>
        </a:p>
      </dgm:t>
    </dgm:pt>
    <dgm:pt modelId="{4844FDAF-A65E-4551-9022-544AC710CA4E}" type="sibTrans" cxnId="{41DE4F10-72B8-4777-8491-BB556A4A84C8}">
      <dgm:prSet/>
      <dgm:spPr/>
      <dgm:t>
        <a:bodyPr/>
        <a:lstStyle/>
        <a:p>
          <a:endParaRPr lang="en-US"/>
        </a:p>
      </dgm:t>
    </dgm:pt>
    <dgm:pt modelId="{2915B044-F3DD-42E3-9D6C-F1082FB2E910}" type="parTrans" cxnId="{41DE4F10-72B8-4777-8491-BB556A4A84C8}">
      <dgm:prSet/>
      <dgm:spPr/>
      <dgm:t>
        <a:bodyPr/>
        <a:lstStyle/>
        <a:p>
          <a:endParaRPr lang="en-US"/>
        </a:p>
      </dgm:t>
    </dgm:pt>
    <dgm:pt modelId="{6A9EC466-1FB1-4F81-86E4-E5064BD83107}">
      <dgm:prSet custT="1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400" b="1" dirty="0"/>
            <a:t>Voting hard classifier</a:t>
          </a:r>
          <a:endParaRPr lang="en-US" sz="2400" dirty="0"/>
        </a:p>
      </dgm:t>
    </dgm:pt>
    <dgm:pt modelId="{91FC6954-8622-4C0B-8D8D-BCE4DC9A2524}" type="sibTrans" cxnId="{B269169E-A3B3-4E41-AB60-300137FA1248}">
      <dgm:prSet/>
      <dgm:spPr/>
      <dgm:t>
        <a:bodyPr/>
        <a:lstStyle/>
        <a:p>
          <a:endParaRPr lang="en-US"/>
        </a:p>
      </dgm:t>
    </dgm:pt>
    <dgm:pt modelId="{EC691084-0185-44CA-ABA7-CA99A2ECC5E5}" type="parTrans" cxnId="{B269169E-A3B3-4E41-AB60-300137FA1248}">
      <dgm:prSet/>
      <dgm:spPr/>
      <dgm:t>
        <a:bodyPr/>
        <a:lstStyle/>
        <a:p>
          <a:endParaRPr lang="en-US"/>
        </a:p>
      </dgm:t>
    </dgm:pt>
    <dgm:pt modelId="{07EE115D-3273-4D39-9C8E-A8786DCA9BFA}">
      <dgm:prSet custT="1"/>
      <dgm:spPr/>
      <dgm:t>
        <a:bodyPr/>
        <a:lstStyle/>
        <a:p>
          <a:r>
            <a:rPr lang="en-US" sz="2000" dirty="0"/>
            <a:t>With RF, LR &amp; SVM</a:t>
          </a:r>
        </a:p>
      </dgm:t>
    </dgm:pt>
    <dgm:pt modelId="{6CD82B2F-8600-4238-A128-1A1190CCA02B}" type="sibTrans" cxnId="{DE385721-F33E-41EC-B881-9FE2D08133FD}">
      <dgm:prSet/>
      <dgm:spPr/>
      <dgm:t>
        <a:bodyPr/>
        <a:lstStyle/>
        <a:p>
          <a:endParaRPr lang="en-US"/>
        </a:p>
      </dgm:t>
    </dgm:pt>
    <dgm:pt modelId="{862956C5-5913-4479-86D8-3D687E503FE8}" type="parTrans" cxnId="{DE385721-F33E-41EC-B881-9FE2D08133FD}">
      <dgm:prSet/>
      <dgm:spPr/>
      <dgm:t>
        <a:bodyPr/>
        <a:lstStyle/>
        <a:p>
          <a:endParaRPr lang="en-US"/>
        </a:p>
      </dgm:t>
    </dgm:pt>
    <dgm:pt modelId="{1DCAF11F-F9B0-48A5-88B3-DC49FE00F563}">
      <dgm:prSet custT="1"/>
      <dgm:spPr/>
      <dgm:t>
        <a:bodyPr/>
        <a:lstStyle/>
        <a:p>
          <a:r>
            <a:rPr lang="en-US" sz="2000" dirty="0"/>
            <a:t>With RF &amp; LR</a:t>
          </a:r>
        </a:p>
      </dgm:t>
    </dgm:pt>
    <dgm:pt modelId="{7C0DC2D4-2155-4FBE-8BA8-24ACB66C53E3}" type="sibTrans" cxnId="{7CBA0B82-C232-4145-99B8-770063CC6E27}">
      <dgm:prSet/>
      <dgm:spPr/>
      <dgm:t>
        <a:bodyPr/>
        <a:lstStyle/>
        <a:p>
          <a:endParaRPr lang="en-US"/>
        </a:p>
      </dgm:t>
    </dgm:pt>
    <dgm:pt modelId="{5FBB8151-AE94-43F2-B78B-E97C8799D0D0}" type="parTrans" cxnId="{7CBA0B82-C232-4145-99B8-770063CC6E27}">
      <dgm:prSet/>
      <dgm:spPr/>
      <dgm:t>
        <a:bodyPr/>
        <a:lstStyle/>
        <a:p>
          <a:endParaRPr lang="en-US" sz="1600"/>
        </a:p>
      </dgm:t>
    </dgm:pt>
    <dgm:pt modelId="{4B4C273F-8851-4F76-B2EC-752CA64DCABF}">
      <dgm:prSet custT="1"/>
      <dgm:spPr/>
      <dgm:t>
        <a:bodyPr/>
        <a:lstStyle/>
        <a:p>
          <a:r>
            <a:rPr lang="en-US" sz="2000" dirty="0"/>
            <a:t>TF cat: 70.30</a:t>
          </a:r>
        </a:p>
      </dgm:t>
    </dgm:pt>
    <dgm:pt modelId="{9DDE4834-B3E3-4364-AFC2-5DDEFF1EACFD}" type="sibTrans" cxnId="{6D1BFDFB-3BAA-4369-8408-FDB804FD5CDE}">
      <dgm:prSet/>
      <dgm:spPr/>
      <dgm:t>
        <a:bodyPr/>
        <a:lstStyle/>
        <a:p>
          <a:endParaRPr lang="en-US"/>
        </a:p>
      </dgm:t>
    </dgm:pt>
    <dgm:pt modelId="{F4AB2D1A-47F2-4668-B66E-FFE3F644D472}" type="parTrans" cxnId="{6D1BFDFB-3BAA-4369-8408-FDB804FD5CDE}">
      <dgm:prSet/>
      <dgm:spPr/>
      <dgm:t>
        <a:bodyPr/>
        <a:lstStyle/>
        <a:p>
          <a:endParaRPr lang="en-US"/>
        </a:p>
      </dgm:t>
    </dgm:pt>
    <dgm:pt modelId="{F7C2DC38-DF39-4AEB-84F4-3FA2C061DA4A}">
      <dgm:prSet custT="1"/>
      <dgm:spPr/>
      <dgm:t>
        <a:bodyPr/>
        <a:lstStyle/>
        <a:p>
          <a:r>
            <a:rPr lang="en-US" sz="2000" dirty="0"/>
            <a:t>TF var: 82.19</a:t>
          </a:r>
        </a:p>
      </dgm:t>
    </dgm:pt>
    <dgm:pt modelId="{5772FCC1-2D35-4DD3-92CF-D04075668926}" type="sibTrans" cxnId="{1C700C61-387A-4C79-A47D-F285BD6D1C2A}">
      <dgm:prSet/>
      <dgm:spPr/>
      <dgm:t>
        <a:bodyPr/>
        <a:lstStyle/>
        <a:p>
          <a:endParaRPr lang="en-US"/>
        </a:p>
      </dgm:t>
    </dgm:pt>
    <dgm:pt modelId="{18222A0F-A081-4FE0-AF03-7165EF1AE496}" type="parTrans" cxnId="{1C700C61-387A-4C79-A47D-F285BD6D1C2A}">
      <dgm:prSet/>
      <dgm:spPr/>
      <dgm:t>
        <a:bodyPr/>
        <a:lstStyle/>
        <a:p>
          <a:endParaRPr lang="en-US"/>
        </a:p>
      </dgm:t>
    </dgm:pt>
    <dgm:pt modelId="{FE46291A-A0BB-45AF-91C1-01E4158B14A0}" type="pres">
      <dgm:prSet presAssocID="{1B651A8D-5D05-42AF-BC9B-C1C136929AD8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CA9BD72-C58E-43A8-A48A-9B50369AAEED}" type="pres">
      <dgm:prSet presAssocID="{5720BF58-7D38-4775-9F9A-E770115AF6C2}" presName="root" presStyleCnt="0"/>
      <dgm:spPr/>
    </dgm:pt>
    <dgm:pt modelId="{43EEF34E-B382-48B5-83A6-148E5C545A10}" type="pres">
      <dgm:prSet presAssocID="{5720BF58-7D38-4775-9F9A-E770115AF6C2}" presName="rootComposite" presStyleCnt="0"/>
      <dgm:spPr/>
    </dgm:pt>
    <dgm:pt modelId="{80127E78-5457-4242-9509-3BEE4E15BFF1}" type="pres">
      <dgm:prSet presAssocID="{5720BF58-7D38-4775-9F9A-E770115AF6C2}" presName="rootText" presStyleLbl="node1" presStyleIdx="0" presStyleCnt="4" custScaleX="122390"/>
      <dgm:spPr/>
    </dgm:pt>
    <dgm:pt modelId="{EEC5A598-3A81-4F6F-8A08-E4697EB721E9}" type="pres">
      <dgm:prSet presAssocID="{5720BF58-7D38-4775-9F9A-E770115AF6C2}" presName="rootConnector" presStyleLbl="node1" presStyleIdx="0" presStyleCnt="4"/>
      <dgm:spPr/>
    </dgm:pt>
    <dgm:pt modelId="{0DEB5BC9-607D-4867-B5A6-64876549A655}" type="pres">
      <dgm:prSet presAssocID="{5720BF58-7D38-4775-9F9A-E770115AF6C2}" presName="childShape" presStyleCnt="0"/>
      <dgm:spPr/>
    </dgm:pt>
    <dgm:pt modelId="{334F31B2-81E0-4064-B800-280BA4D16B1F}" type="pres">
      <dgm:prSet presAssocID="{D34E41FE-A5A1-4151-B13F-534B73246394}" presName="Name13" presStyleLbl="parChTrans1D2" presStyleIdx="0" presStyleCnt="14"/>
      <dgm:spPr/>
    </dgm:pt>
    <dgm:pt modelId="{CC39FBCD-1E14-419B-973C-E80560C8E0D6}" type="pres">
      <dgm:prSet presAssocID="{CB82CC84-7A01-4458-9BF2-26E5FE0AA1E3}" presName="childText" presStyleLbl="bgAcc1" presStyleIdx="0" presStyleCnt="14">
        <dgm:presLayoutVars>
          <dgm:bulletEnabled val="1"/>
        </dgm:presLayoutVars>
      </dgm:prSet>
      <dgm:spPr/>
    </dgm:pt>
    <dgm:pt modelId="{D3AC0D1A-E8EF-4702-9320-E5455291E01F}" type="pres">
      <dgm:prSet presAssocID="{27F88C12-8300-4B52-B448-12BD9916D28A}" presName="Name13" presStyleLbl="parChTrans1D2" presStyleIdx="1" presStyleCnt="14"/>
      <dgm:spPr/>
    </dgm:pt>
    <dgm:pt modelId="{5B053593-003C-401F-8019-557B9439619F}" type="pres">
      <dgm:prSet presAssocID="{00F91071-2696-417C-8D18-81100FBD66B0}" presName="childText" presStyleLbl="bgAcc1" presStyleIdx="1" presStyleCnt="14">
        <dgm:presLayoutVars>
          <dgm:bulletEnabled val="1"/>
        </dgm:presLayoutVars>
      </dgm:prSet>
      <dgm:spPr/>
    </dgm:pt>
    <dgm:pt modelId="{E7AD9CFC-3375-4EA0-A6D3-15E9960E251B}" type="pres">
      <dgm:prSet presAssocID="{382E8E9A-AF8D-4574-9555-E91F2B0FDFD4}" presName="root" presStyleCnt="0"/>
      <dgm:spPr/>
    </dgm:pt>
    <dgm:pt modelId="{8537EF13-332E-4C42-9F26-814F54DB5D8D}" type="pres">
      <dgm:prSet presAssocID="{382E8E9A-AF8D-4574-9555-E91F2B0FDFD4}" presName="rootComposite" presStyleCnt="0"/>
      <dgm:spPr/>
    </dgm:pt>
    <dgm:pt modelId="{8911FF8E-98ED-4980-80DE-0EC35E6881F5}" type="pres">
      <dgm:prSet presAssocID="{382E8E9A-AF8D-4574-9555-E91F2B0FDFD4}" presName="rootText" presStyleLbl="node1" presStyleIdx="1" presStyleCnt="4"/>
      <dgm:spPr/>
    </dgm:pt>
    <dgm:pt modelId="{7EF4B9AB-C673-4138-8E2C-571F0C8010E3}" type="pres">
      <dgm:prSet presAssocID="{382E8E9A-AF8D-4574-9555-E91F2B0FDFD4}" presName="rootConnector" presStyleLbl="node1" presStyleIdx="1" presStyleCnt="4"/>
      <dgm:spPr/>
    </dgm:pt>
    <dgm:pt modelId="{EBFBB58E-46FC-4E5C-9567-299B13BC26EC}" type="pres">
      <dgm:prSet presAssocID="{382E8E9A-AF8D-4574-9555-E91F2B0FDFD4}" presName="childShape" presStyleCnt="0"/>
      <dgm:spPr/>
    </dgm:pt>
    <dgm:pt modelId="{89ED0F36-DD17-4B80-A304-E8A3A3209887}" type="pres">
      <dgm:prSet presAssocID="{F4AE95D8-4AC2-4E11-B9CE-6FDE73474D26}" presName="Name13" presStyleLbl="parChTrans1D2" presStyleIdx="2" presStyleCnt="14"/>
      <dgm:spPr/>
    </dgm:pt>
    <dgm:pt modelId="{D662D6EE-E316-4338-9600-E234AF058540}" type="pres">
      <dgm:prSet presAssocID="{1BBDD2DE-C33A-4EB7-B5C5-A7F5704B00D6}" presName="childText" presStyleLbl="bgAcc1" presStyleIdx="2" presStyleCnt="14">
        <dgm:presLayoutVars>
          <dgm:bulletEnabled val="1"/>
        </dgm:presLayoutVars>
      </dgm:prSet>
      <dgm:spPr/>
    </dgm:pt>
    <dgm:pt modelId="{1B20A9BA-4BF1-432B-8D6A-8AFA16E3EAE4}" type="pres">
      <dgm:prSet presAssocID="{BA1DAAEA-BFB6-4EA8-9D64-D75B2367E26C}" presName="Name13" presStyleLbl="parChTrans1D2" presStyleIdx="3" presStyleCnt="14"/>
      <dgm:spPr/>
    </dgm:pt>
    <dgm:pt modelId="{D6576675-5888-42A8-AEB9-BCB2DD23D673}" type="pres">
      <dgm:prSet presAssocID="{4A48766C-3DF5-4C44-A605-D9A2679CA786}" presName="childText" presStyleLbl="bgAcc1" presStyleIdx="3" presStyleCnt="14">
        <dgm:presLayoutVars>
          <dgm:bulletEnabled val="1"/>
        </dgm:presLayoutVars>
      </dgm:prSet>
      <dgm:spPr/>
    </dgm:pt>
    <dgm:pt modelId="{C58E6A71-623C-4FF7-B259-A9D84E4E1E10}" type="pres">
      <dgm:prSet presAssocID="{D00ED88B-D1FB-4E4A-A94E-5B0989EE80DE}" presName="Name13" presStyleLbl="parChTrans1D2" presStyleIdx="4" presStyleCnt="14"/>
      <dgm:spPr/>
    </dgm:pt>
    <dgm:pt modelId="{583A7816-7363-4123-A4F2-B648CEB78AAF}" type="pres">
      <dgm:prSet presAssocID="{2E162005-7514-4B6B-B327-CC631379DDFD}" presName="childText" presStyleLbl="bgAcc1" presStyleIdx="4" presStyleCnt="14">
        <dgm:presLayoutVars>
          <dgm:bulletEnabled val="1"/>
        </dgm:presLayoutVars>
      </dgm:prSet>
      <dgm:spPr/>
    </dgm:pt>
    <dgm:pt modelId="{2543CA19-BE45-4A84-AD00-0B39EC59B250}" type="pres">
      <dgm:prSet presAssocID="{2ECBE8BC-0CD3-4D49-BB70-DE22148DABB1}" presName="Name13" presStyleLbl="parChTrans1D2" presStyleIdx="5" presStyleCnt="14"/>
      <dgm:spPr/>
    </dgm:pt>
    <dgm:pt modelId="{01D4AB74-99A7-4B8C-BD2A-D007818BF580}" type="pres">
      <dgm:prSet presAssocID="{D9B720AD-B39E-420A-9F27-A6B7D166ABE0}" presName="childText" presStyleLbl="bgAcc1" presStyleIdx="5" presStyleCnt="14">
        <dgm:presLayoutVars>
          <dgm:bulletEnabled val="1"/>
        </dgm:presLayoutVars>
      </dgm:prSet>
      <dgm:spPr/>
    </dgm:pt>
    <dgm:pt modelId="{F706AAFC-16B9-4C79-86FF-57B73A2D9CE7}" type="pres">
      <dgm:prSet presAssocID="{55C399EE-83FC-4895-95F0-0C621ABFC8F0}" presName="root" presStyleCnt="0"/>
      <dgm:spPr/>
    </dgm:pt>
    <dgm:pt modelId="{420377FF-944C-4034-92DA-9A54B54F94E3}" type="pres">
      <dgm:prSet presAssocID="{55C399EE-83FC-4895-95F0-0C621ABFC8F0}" presName="rootComposite" presStyleCnt="0"/>
      <dgm:spPr/>
    </dgm:pt>
    <dgm:pt modelId="{0D530BF9-D14B-4354-BBAA-CD1BDCF669F2}" type="pres">
      <dgm:prSet presAssocID="{55C399EE-83FC-4895-95F0-0C621ABFC8F0}" presName="rootText" presStyleLbl="node1" presStyleIdx="2" presStyleCnt="4"/>
      <dgm:spPr/>
    </dgm:pt>
    <dgm:pt modelId="{8F26596F-1BBC-4D53-99FB-D9850EFAC42A}" type="pres">
      <dgm:prSet presAssocID="{55C399EE-83FC-4895-95F0-0C621ABFC8F0}" presName="rootConnector" presStyleLbl="node1" presStyleIdx="2" presStyleCnt="4"/>
      <dgm:spPr/>
    </dgm:pt>
    <dgm:pt modelId="{EC923DEC-A68B-42F2-AA53-6CA6E0A94202}" type="pres">
      <dgm:prSet presAssocID="{55C399EE-83FC-4895-95F0-0C621ABFC8F0}" presName="childShape" presStyleCnt="0"/>
      <dgm:spPr/>
    </dgm:pt>
    <dgm:pt modelId="{5513A41E-BDA1-48AD-A83B-46DC7D3CE459}" type="pres">
      <dgm:prSet presAssocID="{D0502DBF-6FDA-4303-A785-9C63504102DE}" presName="Name13" presStyleLbl="parChTrans1D2" presStyleIdx="6" presStyleCnt="14"/>
      <dgm:spPr/>
    </dgm:pt>
    <dgm:pt modelId="{65A3EC42-A1AF-458F-90C3-CEFBB0BE6354}" type="pres">
      <dgm:prSet presAssocID="{81188C88-6FC4-4F35-9A9D-49DDD12A7DFB}" presName="childText" presStyleLbl="bgAcc1" presStyleIdx="6" presStyleCnt="14">
        <dgm:presLayoutVars>
          <dgm:bulletEnabled val="1"/>
        </dgm:presLayoutVars>
      </dgm:prSet>
      <dgm:spPr/>
    </dgm:pt>
    <dgm:pt modelId="{1B4C58D4-52F1-4913-A4B5-2FD9EF3D6B5B}" type="pres">
      <dgm:prSet presAssocID="{98478D2A-C770-4006-84F4-9F01A02B472E}" presName="Name13" presStyleLbl="parChTrans1D2" presStyleIdx="7" presStyleCnt="14"/>
      <dgm:spPr/>
    </dgm:pt>
    <dgm:pt modelId="{456FC2AD-661C-4A3F-AC2E-17E9AFFE9625}" type="pres">
      <dgm:prSet presAssocID="{3462DE31-1E1E-453A-85FB-6B8DA6B6CF8E}" presName="childText" presStyleLbl="bgAcc1" presStyleIdx="7" presStyleCnt="14">
        <dgm:presLayoutVars>
          <dgm:bulletEnabled val="1"/>
        </dgm:presLayoutVars>
      </dgm:prSet>
      <dgm:spPr/>
    </dgm:pt>
    <dgm:pt modelId="{92331B8E-451C-4DE1-96F5-8156D67E7022}" type="pres">
      <dgm:prSet presAssocID="{3E1D73C2-7262-4B19-BA3C-D56AB1251EE1}" presName="Name13" presStyleLbl="parChTrans1D2" presStyleIdx="8" presStyleCnt="14"/>
      <dgm:spPr/>
    </dgm:pt>
    <dgm:pt modelId="{758B6DD3-6EA6-41DE-ADFF-682B4416A1FD}" type="pres">
      <dgm:prSet presAssocID="{825C46F3-9136-46AD-B528-EB3E49EA9D48}" presName="childText" presStyleLbl="bgAcc1" presStyleIdx="8" presStyleCnt="14">
        <dgm:presLayoutVars>
          <dgm:bulletEnabled val="1"/>
        </dgm:presLayoutVars>
      </dgm:prSet>
      <dgm:spPr/>
    </dgm:pt>
    <dgm:pt modelId="{0B0AAF17-57DE-428D-ADCA-5FE9A739FEF2}" type="pres">
      <dgm:prSet presAssocID="{2915B044-F3DD-42E3-9D6C-F1082FB2E910}" presName="Name13" presStyleLbl="parChTrans1D2" presStyleIdx="9" presStyleCnt="14"/>
      <dgm:spPr/>
    </dgm:pt>
    <dgm:pt modelId="{4AF73A30-762D-49E1-B7BD-8CFCEC748EC6}" type="pres">
      <dgm:prSet presAssocID="{6BCA0E4E-F096-4122-88E0-7578995A4393}" presName="childText" presStyleLbl="bgAcc1" presStyleIdx="9" presStyleCnt="14">
        <dgm:presLayoutVars>
          <dgm:bulletEnabled val="1"/>
        </dgm:presLayoutVars>
      </dgm:prSet>
      <dgm:spPr/>
    </dgm:pt>
    <dgm:pt modelId="{06E78D5B-5930-403D-A10A-CDB2418DBEC6}" type="pres">
      <dgm:prSet presAssocID="{6A9EC466-1FB1-4F81-86E4-E5064BD83107}" presName="root" presStyleCnt="0"/>
      <dgm:spPr/>
    </dgm:pt>
    <dgm:pt modelId="{29A2565E-F912-4249-9D10-E8372ED18EF9}" type="pres">
      <dgm:prSet presAssocID="{6A9EC466-1FB1-4F81-86E4-E5064BD83107}" presName="rootComposite" presStyleCnt="0"/>
      <dgm:spPr/>
    </dgm:pt>
    <dgm:pt modelId="{40103C75-FABE-4F96-931A-BE0BF4F5919A}" type="pres">
      <dgm:prSet presAssocID="{6A9EC466-1FB1-4F81-86E4-E5064BD83107}" presName="rootText" presStyleLbl="node1" presStyleIdx="3" presStyleCnt="4"/>
      <dgm:spPr/>
    </dgm:pt>
    <dgm:pt modelId="{1CB8E026-B61D-4A4F-A98C-86CF36E3CB20}" type="pres">
      <dgm:prSet presAssocID="{6A9EC466-1FB1-4F81-86E4-E5064BD83107}" presName="rootConnector" presStyleLbl="node1" presStyleIdx="3" presStyleCnt="4"/>
      <dgm:spPr/>
    </dgm:pt>
    <dgm:pt modelId="{ABEF181B-AE44-4EEC-813E-24D95A00CB0F}" type="pres">
      <dgm:prSet presAssocID="{6A9EC466-1FB1-4F81-86E4-E5064BD83107}" presName="childShape" presStyleCnt="0"/>
      <dgm:spPr/>
    </dgm:pt>
    <dgm:pt modelId="{62D0EEB2-7403-4197-893F-C4E380220341}" type="pres">
      <dgm:prSet presAssocID="{862956C5-5913-4479-86D8-3D687E503FE8}" presName="Name13" presStyleLbl="parChTrans1D2" presStyleIdx="10" presStyleCnt="14"/>
      <dgm:spPr/>
    </dgm:pt>
    <dgm:pt modelId="{2FE61C90-2791-454D-8DDA-FE37D5301D53}" type="pres">
      <dgm:prSet presAssocID="{07EE115D-3273-4D39-9C8E-A8786DCA9BFA}" presName="childText" presStyleLbl="bgAcc1" presStyleIdx="10" presStyleCnt="14">
        <dgm:presLayoutVars>
          <dgm:bulletEnabled val="1"/>
        </dgm:presLayoutVars>
      </dgm:prSet>
      <dgm:spPr/>
    </dgm:pt>
    <dgm:pt modelId="{D229FB14-9A4C-4427-8DC3-B81C2B807AE0}" type="pres">
      <dgm:prSet presAssocID="{5FBB8151-AE94-43F2-B78B-E97C8799D0D0}" presName="Name13" presStyleLbl="parChTrans1D2" presStyleIdx="11" presStyleCnt="14"/>
      <dgm:spPr/>
    </dgm:pt>
    <dgm:pt modelId="{491ABA40-2FD9-457A-9B7C-6B60B8B0CC43}" type="pres">
      <dgm:prSet presAssocID="{1DCAF11F-F9B0-48A5-88B3-DC49FE00F563}" presName="childText" presStyleLbl="bgAcc1" presStyleIdx="11" presStyleCnt="14">
        <dgm:presLayoutVars>
          <dgm:bulletEnabled val="1"/>
        </dgm:presLayoutVars>
      </dgm:prSet>
      <dgm:spPr/>
    </dgm:pt>
    <dgm:pt modelId="{2DCD28A8-0C61-4301-8C34-48648A290F33}" type="pres">
      <dgm:prSet presAssocID="{F4AB2D1A-47F2-4668-B66E-FFE3F644D472}" presName="Name13" presStyleLbl="parChTrans1D2" presStyleIdx="12" presStyleCnt="14"/>
      <dgm:spPr/>
    </dgm:pt>
    <dgm:pt modelId="{2C6CEFB8-5B88-4269-AB79-A44F03CDB37B}" type="pres">
      <dgm:prSet presAssocID="{4B4C273F-8851-4F76-B2EC-752CA64DCABF}" presName="childText" presStyleLbl="bgAcc1" presStyleIdx="12" presStyleCnt="14">
        <dgm:presLayoutVars>
          <dgm:bulletEnabled val="1"/>
        </dgm:presLayoutVars>
      </dgm:prSet>
      <dgm:spPr/>
    </dgm:pt>
    <dgm:pt modelId="{6F154A90-C5B6-437E-9CD5-000BEC1F2A38}" type="pres">
      <dgm:prSet presAssocID="{18222A0F-A081-4FE0-AF03-7165EF1AE496}" presName="Name13" presStyleLbl="parChTrans1D2" presStyleIdx="13" presStyleCnt="14"/>
      <dgm:spPr/>
    </dgm:pt>
    <dgm:pt modelId="{4C3092EA-8289-47C0-969C-173B1C3A209D}" type="pres">
      <dgm:prSet presAssocID="{F7C2DC38-DF39-4AEB-84F4-3FA2C061DA4A}" presName="childText" presStyleLbl="bgAcc1" presStyleIdx="13" presStyleCnt="14">
        <dgm:presLayoutVars>
          <dgm:bulletEnabled val="1"/>
        </dgm:presLayoutVars>
      </dgm:prSet>
      <dgm:spPr/>
    </dgm:pt>
  </dgm:ptLst>
  <dgm:cxnLst>
    <dgm:cxn modelId="{E70B4C00-DA8A-4A62-82EF-112F63A3DCE4}" type="presOf" srcId="{55C399EE-83FC-4895-95F0-0C621ABFC8F0}" destId="{8F26596F-1BBC-4D53-99FB-D9850EFAC42A}" srcOrd="1" destOrd="0" presId="urn:microsoft.com/office/officeart/2005/8/layout/hierarchy3"/>
    <dgm:cxn modelId="{D8735307-6298-4960-B243-A165D2D4AAE2}" type="presOf" srcId="{6A9EC466-1FB1-4F81-86E4-E5064BD83107}" destId="{1CB8E026-B61D-4A4F-A98C-86CF36E3CB20}" srcOrd="1" destOrd="0" presId="urn:microsoft.com/office/officeart/2005/8/layout/hierarchy3"/>
    <dgm:cxn modelId="{41DE4F10-72B8-4777-8491-BB556A4A84C8}" srcId="{55C399EE-83FC-4895-95F0-0C621ABFC8F0}" destId="{6BCA0E4E-F096-4122-88E0-7578995A4393}" srcOrd="3" destOrd="0" parTransId="{2915B044-F3DD-42E3-9D6C-F1082FB2E910}" sibTransId="{4844FDAF-A65E-4551-9022-544AC710CA4E}"/>
    <dgm:cxn modelId="{26181811-CC0B-46E1-B69A-134DAA60518E}" srcId="{55C399EE-83FC-4895-95F0-0C621ABFC8F0}" destId="{825C46F3-9136-46AD-B528-EB3E49EA9D48}" srcOrd="2" destOrd="0" parTransId="{3E1D73C2-7262-4B19-BA3C-D56AB1251EE1}" sibTransId="{F04F50DC-BADA-463C-B960-740EF7D8751E}"/>
    <dgm:cxn modelId="{D6A54B11-6C3E-4663-BD35-9418788FFD44}" type="presOf" srcId="{F4AE95D8-4AC2-4E11-B9CE-6FDE73474D26}" destId="{89ED0F36-DD17-4B80-A304-E8A3A3209887}" srcOrd="0" destOrd="0" presId="urn:microsoft.com/office/officeart/2005/8/layout/hierarchy3"/>
    <dgm:cxn modelId="{11EA4E16-52C2-4DF6-B68A-7D0006EFDF17}" type="presOf" srcId="{07EE115D-3273-4D39-9C8E-A8786DCA9BFA}" destId="{2FE61C90-2791-454D-8DDA-FE37D5301D53}" srcOrd="0" destOrd="0" presId="urn:microsoft.com/office/officeart/2005/8/layout/hierarchy3"/>
    <dgm:cxn modelId="{2335D319-E28A-4F02-BEFF-2720A2824253}" type="presOf" srcId="{5720BF58-7D38-4775-9F9A-E770115AF6C2}" destId="{80127E78-5457-4242-9509-3BEE4E15BFF1}" srcOrd="0" destOrd="0" presId="urn:microsoft.com/office/officeart/2005/8/layout/hierarchy3"/>
    <dgm:cxn modelId="{632FC11B-7551-4B6A-9891-C7ED79C096E6}" type="presOf" srcId="{5720BF58-7D38-4775-9F9A-E770115AF6C2}" destId="{EEC5A598-3A81-4F6F-8A08-E4697EB721E9}" srcOrd="1" destOrd="0" presId="urn:microsoft.com/office/officeart/2005/8/layout/hierarchy3"/>
    <dgm:cxn modelId="{DE385721-F33E-41EC-B881-9FE2D08133FD}" srcId="{6A9EC466-1FB1-4F81-86E4-E5064BD83107}" destId="{07EE115D-3273-4D39-9C8E-A8786DCA9BFA}" srcOrd="0" destOrd="0" parTransId="{862956C5-5913-4479-86D8-3D687E503FE8}" sibTransId="{6CD82B2F-8600-4238-A128-1A1190CCA02B}"/>
    <dgm:cxn modelId="{0DE96334-8BCC-4472-8159-1E4143C54D88}" srcId="{55C399EE-83FC-4895-95F0-0C621ABFC8F0}" destId="{3462DE31-1E1E-453A-85FB-6B8DA6B6CF8E}" srcOrd="1" destOrd="0" parTransId="{98478D2A-C770-4006-84F4-9F01A02B472E}" sibTransId="{CF814BE2-FE85-429A-9AEE-DE675EB2F9EF}"/>
    <dgm:cxn modelId="{82F01C3B-0734-4129-AC51-47E5BDFDA990}" srcId="{382E8E9A-AF8D-4574-9555-E91F2B0FDFD4}" destId="{1BBDD2DE-C33A-4EB7-B5C5-A7F5704B00D6}" srcOrd="0" destOrd="0" parTransId="{F4AE95D8-4AC2-4E11-B9CE-6FDE73474D26}" sibTransId="{0F5A3863-F02A-4E66-8805-53BC41061B5E}"/>
    <dgm:cxn modelId="{D75A9C3F-958E-4610-A447-046657BD1A2A}" type="presOf" srcId="{3E1D73C2-7262-4B19-BA3C-D56AB1251EE1}" destId="{92331B8E-451C-4DE1-96F5-8156D67E7022}" srcOrd="0" destOrd="0" presId="urn:microsoft.com/office/officeart/2005/8/layout/hierarchy3"/>
    <dgm:cxn modelId="{8AA91F5D-1D65-4E08-84A2-FB218EC889C9}" type="presOf" srcId="{55C399EE-83FC-4895-95F0-0C621ABFC8F0}" destId="{0D530BF9-D14B-4354-BBAA-CD1BDCF669F2}" srcOrd="0" destOrd="0" presId="urn:microsoft.com/office/officeart/2005/8/layout/hierarchy3"/>
    <dgm:cxn modelId="{1C700C61-387A-4C79-A47D-F285BD6D1C2A}" srcId="{6A9EC466-1FB1-4F81-86E4-E5064BD83107}" destId="{F7C2DC38-DF39-4AEB-84F4-3FA2C061DA4A}" srcOrd="3" destOrd="0" parTransId="{18222A0F-A081-4FE0-AF03-7165EF1AE496}" sibTransId="{5772FCC1-2D35-4DD3-92CF-D04075668926}"/>
    <dgm:cxn modelId="{782B8F64-1BD2-47AD-B5C7-0F19A60F6CE7}" type="presOf" srcId="{4A48766C-3DF5-4C44-A605-D9A2679CA786}" destId="{D6576675-5888-42A8-AEB9-BCB2DD23D673}" srcOrd="0" destOrd="0" presId="urn:microsoft.com/office/officeart/2005/8/layout/hierarchy3"/>
    <dgm:cxn modelId="{79DFD444-B6F0-4F87-9C1D-3D83E790DFF4}" type="presOf" srcId="{4B4C273F-8851-4F76-B2EC-752CA64DCABF}" destId="{2C6CEFB8-5B88-4269-AB79-A44F03CDB37B}" srcOrd="0" destOrd="0" presId="urn:microsoft.com/office/officeart/2005/8/layout/hierarchy3"/>
    <dgm:cxn modelId="{3AC5A56A-70F9-4778-B418-F214341AF54F}" type="presOf" srcId="{862956C5-5913-4479-86D8-3D687E503FE8}" destId="{62D0EEB2-7403-4197-893F-C4E380220341}" srcOrd="0" destOrd="0" presId="urn:microsoft.com/office/officeart/2005/8/layout/hierarchy3"/>
    <dgm:cxn modelId="{D7D3124B-E27A-4AF0-8F6A-E305E6D3C9E9}" type="presOf" srcId="{6BCA0E4E-F096-4122-88E0-7578995A4393}" destId="{4AF73A30-762D-49E1-B7BD-8CFCEC748EC6}" srcOrd="0" destOrd="0" presId="urn:microsoft.com/office/officeart/2005/8/layout/hierarchy3"/>
    <dgm:cxn modelId="{FA6FA46B-9350-4E0B-8C30-1CEE99A746F9}" type="presOf" srcId="{00F91071-2696-417C-8D18-81100FBD66B0}" destId="{5B053593-003C-401F-8019-557B9439619F}" srcOrd="0" destOrd="0" presId="urn:microsoft.com/office/officeart/2005/8/layout/hierarchy3"/>
    <dgm:cxn modelId="{B3B2B76D-1F2E-487E-84AE-25D5464C390F}" srcId="{5720BF58-7D38-4775-9F9A-E770115AF6C2}" destId="{CB82CC84-7A01-4458-9BF2-26E5FE0AA1E3}" srcOrd="0" destOrd="0" parTransId="{D34E41FE-A5A1-4151-B13F-534B73246394}" sibTransId="{8BD7ED85-91F2-424A-B733-22C988DF042B}"/>
    <dgm:cxn modelId="{2CF8344E-3864-4B1B-B315-2F00DD7516AF}" type="presOf" srcId="{825C46F3-9136-46AD-B528-EB3E49EA9D48}" destId="{758B6DD3-6EA6-41DE-ADFF-682B4416A1FD}" srcOrd="0" destOrd="0" presId="urn:microsoft.com/office/officeart/2005/8/layout/hierarchy3"/>
    <dgm:cxn modelId="{CE1CAD50-F3A2-4D07-83D7-D87EBA08C5FC}" srcId="{382E8E9A-AF8D-4574-9555-E91F2B0FDFD4}" destId="{4A48766C-3DF5-4C44-A605-D9A2679CA786}" srcOrd="1" destOrd="0" parTransId="{BA1DAAEA-BFB6-4EA8-9D64-D75B2367E26C}" sibTransId="{FB4B76CD-C3BB-44B5-A2F1-3473F6DDCD7A}"/>
    <dgm:cxn modelId="{B3EE7E52-0A9D-4C9E-8809-CE2EA0D83591}" srcId="{1B651A8D-5D05-42AF-BC9B-C1C136929AD8}" destId="{382E8E9A-AF8D-4574-9555-E91F2B0FDFD4}" srcOrd="1" destOrd="0" parTransId="{2991F32C-1158-4FD4-8416-606B3DD58057}" sibTransId="{FCB27EC3-8371-45ED-AB53-B93D1BAB0AE9}"/>
    <dgm:cxn modelId="{43DE3953-2BA5-44C7-B459-4A402956A499}" type="presOf" srcId="{D34E41FE-A5A1-4151-B13F-534B73246394}" destId="{334F31B2-81E0-4064-B800-280BA4D16B1F}" srcOrd="0" destOrd="0" presId="urn:microsoft.com/office/officeart/2005/8/layout/hierarchy3"/>
    <dgm:cxn modelId="{DE949576-423D-4BC2-9796-4B49158BFA80}" type="presOf" srcId="{D0502DBF-6FDA-4303-A785-9C63504102DE}" destId="{5513A41E-BDA1-48AD-A83B-46DC7D3CE459}" srcOrd="0" destOrd="0" presId="urn:microsoft.com/office/officeart/2005/8/layout/hierarchy3"/>
    <dgm:cxn modelId="{2CA6A056-0514-4032-9527-3D3F0A42639E}" type="presOf" srcId="{1BBDD2DE-C33A-4EB7-B5C5-A7F5704B00D6}" destId="{D662D6EE-E316-4338-9600-E234AF058540}" srcOrd="0" destOrd="0" presId="urn:microsoft.com/office/officeart/2005/8/layout/hierarchy3"/>
    <dgm:cxn modelId="{152BA956-C6B1-425E-B96A-1CABA92E3C66}" srcId="{55C399EE-83FC-4895-95F0-0C621ABFC8F0}" destId="{81188C88-6FC4-4F35-9A9D-49DDD12A7DFB}" srcOrd="0" destOrd="0" parTransId="{D0502DBF-6FDA-4303-A785-9C63504102DE}" sibTransId="{F48BEC87-8344-44BD-B16B-DA2E12979F8A}"/>
    <dgm:cxn modelId="{BE59B556-3D93-4CA5-802C-EA048D828958}" type="presOf" srcId="{382E8E9A-AF8D-4574-9555-E91F2B0FDFD4}" destId="{7EF4B9AB-C673-4138-8E2C-571F0C8010E3}" srcOrd="1" destOrd="0" presId="urn:microsoft.com/office/officeart/2005/8/layout/hierarchy3"/>
    <dgm:cxn modelId="{5B1E7377-B86C-443F-B19A-1594067891E8}" type="presOf" srcId="{F7C2DC38-DF39-4AEB-84F4-3FA2C061DA4A}" destId="{4C3092EA-8289-47C0-969C-173B1C3A209D}" srcOrd="0" destOrd="0" presId="urn:microsoft.com/office/officeart/2005/8/layout/hierarchy3"/>
    <dgm:cxn modelId="{6599AB77-7B79-4E04-A76E-5683CCE84AA0}" type="presOf" srcId="{2915B044-F3DD-42E3-9D6C-F1082FB2E910}" destId="{0B0AAF17-57DE-428D-ADCA-5FE9A739FEF2}" srcOrd="0" destOrd="0" presId="urn:microsoft.com/office/officeart/2005/8/layout/hierarchy3"/>
    <dgm:cxn modelId="{6E17F857-D14D-441F-ACA4-3C88C97E5FA0}" type="presOf" srcId="{F4AB2D1A-47F2-4668-B66E-FFE3F644D472}" destId="{2DCD28A8-0C61-4301-8C34-48648A290F33}" srcOrd="0" destOrd="0" presId="urn:microsoft.com/office/officeart/2005/8/layout/hierarchy3"/>
    <dgm:cxn modelId="{7CBA0B82-C232-4145-99B8-770063CC6E27}" srcId="{6A9EC466-1FB1-4F81-86E4-E5064BD83107}" destId="{1DCAF11F-F9B0-48A5-88B3-DC49FE00F563}" srcOrd="1" destOrd="0" parTransId="{5FBB8151-AE94-43F2-B78B-E97C8799D0D0}" sibTransId="{7C0DC2D4-2155-4FBE-8BA8-24ACB66C53E3}"/>
    <dgm:cxn modelId="{24B14C8A-C7FF-4061-A90F-72EA42F385FE}" type="presOf" srcId="{D00ED88B-D1FB-4E4A-A94E-5B0989EE80DE}" destId="{C58E6A71-623C-4FF7-B259-A9D84E4E1E10}" srcOrd="0" destOrd="0" presId="urn:microsoft.com/office/officeart/2005/8/layout/hierarchy3"/>
    <dgm:cxn modelId="{9B09BB8E-C94D-4401-98DF-C66169B5DC30}" type="presOf" srcId="{5FBB8151-AE94-43F2-B78B-E97C8799D0D0}" destId="{D229FB14-9A4C-4427-8DC3-B81C2B807AE0}" srcOrd="0" destOrd="0" presId="urn:microsoft.com/office/officeart/2005/8/layout/hierarchy3"/>
    <dgm:cxn modelId="{9190DD98-A5E2-4106-8D26-FE4F2E273A21}" type="presOf" srcId="{27F88C12-8300-4B52-B448-12BD9916D28A}" destId="{D3AC0D1A-E8EF-4702-9320-E5455291E01F}" srcOrd="0" destOrd="0" presId="urn:microsoft.com/office/officeart/2005/8/layout/hierarchy3"/>
    <dgm:cxn modelId="{B269169E-A3B3-4E41-AB60-300137FA1248}" srcId="{1B651A8D-5D05-42AF-BC9B-C1C136929AD8}" destId="{6A9EC466-1FB1-4F81-86E4-E5064BD83107}" srcOrd="3" destOrd="0" parTransId="{EC691084-0185-44CA-ABA7-CA99A2ECC5E5}" sibTransId="{91FC6954-8622-4C0B-8D8D-BCE4DC9A2524}"/>
    <dgm:cxn modelId="{9851BBAA-7806-469D-8A6E-51A5763A1772}" type="presOf" srcId="{D9B720AD-B39E-420A-9F27-A6B7D166ABE0}" destId="{01D4AB74-99A7-4B8C-BD2A-D007818BF580}" srcOrd="0" destOrd="0" presId="urn:microsoft.com/office/officeart/2005/8/layout/hierarchy3"/>
    <dgm:cxn modelId="{D28E1FB3-1F77-48CE-AC6F-0AA09FD21D5F}" type="presOf" srcId="{382E8E9A-AF8D-4574-9555-E91F2B0FDFD4}" destId="{8911FF8E-98ED-4980-80DE-0EC35E6881F5}" srcOrd="0" destOrd="0" presId="urn:microsoft.com/office/officeart/2005/8/layout/hierarchy3"/>
    <dgm:cxn modelId="{61E41AB8-11CE-4564-B8BF-43F5A51E371A}" type="presOf" srcId="{CB82CC84-7A01-4458-9BF2-26E5FE0AA1E3}" destId="{CC39FBCD-1E14-419B-973C-E80560C8E0D6}" srcOrd="0" destOrd="0" presId="urn:microsoft.com/office/officeart/2005/8/layout/hierarchy3"/>
    <dgm:cxn modelId="{94B08EC8-338E-444F-BE26-A6B79DDAB14E}" type="presOf" srcId="{1B651A8D-5D05-42AF-BC9B-C1C136929AD8}" destId="{FE46291A-A0BB-45AF-91C1-01E4158B14A0}" srcOrd="0" destOrd="0" presId="urn:microsoft.com/office/officeart/2005/8/layout/hierarchy3"/>
    <dgm:cxn modelId="{1F67EAC9-CE29-4287-9035-C732461B8C8E}" srcId="{5720BF58-7D38-4775-9F9A-E770115AF6C2}" destId="{00F91071-2696-417C-8D18-81100FBD66B0}" srcOrd="1" destOrd="0" parTransId="{27F88C12-8300-4B52-B448-12BD9916D28A}" sibTransId="{02FF33BA-263C-429C-B1B8-DE9B557660F4}"/>
    <dgm:cxn modelId="{5D53F8CB-80A9-4E48-9068-88F64E944ADC}" type="presOf" srcId="{2E162005-7514-4B6B-B327-CC631379DDFD}" destId="{583A7816-7363-4123-A4F2-B648CEB78AAF}" srcOrd="0" destOrd="0" presId="urn:microsoft.com/office/officeart/2005/8/layout/hierarchy3"/>
    <dgm:cxn modelId="{BA603CCD-0A53-495E-8144-A33347DBDFBB}" type="presOf" srcId="{18222A0F-A081-4FE0-AF03-7165EF1AE496}" destId="{6F154A90-C5B6-437E-9CD5-000BEC1F2A38}" srcOrd="0" destOrd="0" presId="urn:microsoft.com/office/officeart/2005/8/layout/hierarchy3"/>
    <dgm:cxn modelId="{FDAA1DCE-FA06-449C-9A35-6216CA443761}" type="presOf" srcId="{2ECBE8BC-0CD3-4D49-BB70-DE22148DABB1}" destId="{2543CA19-BE45-4A84-AD00-0B39EC59B250}" srcOrd="0" destOrd="0" presId="urn:microsoft.com/office/officeart/2005/8/layout/hierarchy3"/>
    <dgm:cxn modelId="{9603D0D0-0B2A-4502-B2B7-6751F4C05EBD}" type="presOf" srcId="{3462DE31-1E1E-453A-85FB-6B8DA6B6CF8E}" destId="{456FC2AD-661C-4A3F-AC2E-17E9AFFE9625}" srcOrd="0" destOrd="0" presId="urn:microsoft.com/office/officeart/2005/8/layout/hierarchy3"/>
    <dgm:cxn modelId="{8707D4D2-71BA-4B14-ADD9-9D1093A20E24}" type="presOf" srcId="{6A9EC466-1FB1-4F81-86E4-E5064BD83107}" destId="{40103C75-FABE-4F96-931A-BE0BF4F5919A}" srcOrd="0" destOrd="0" presId="urn:microsoft.com/office/officeart/2005/8/layout/hierarchy3"/>
    <dgm:cxn modelId="{2247A0D3-25A5-424F-91C0-30988AB445E7}" srcId="{382E8E9A-AF8D-4574-9555-E91F2B0FDFD4}" destId="{2E162005-7514-4B6B-B327-CC631379DDFD}" srcOrd="2" destOrd="0" parTransId="{D00ED88B-D1FB-4E4A-A94E-5B0989EE80DE}" sibTransId="{0043E693-357B-42ED-BD9D-2923CA698222}"/>
    <dgm:cxn modelId="{994FDBE7-8E00-4595-93A2-6D49A389F787}" type="presOf" srcId="{1DCAF11F-F9B0-48A5-88B3-DC49FE00F563}" destId="{491ABA40-2FD9-457A-9B7C-6B60B8B0CC43}" srcOrd="0" destOrd="0" presId="urn:microsoft.com/office/officeart/2005/8/layout/hierarchy3"/>
    <dgm:cxn modelId="{09136CF0-FA8E-41A0-9198-6504EC75345A}" srcId="{1B651A8D-5D05-42AF-BC9B-C1C136929AD8}" destId="{5720BF58-7D38-4775-9F9A-E770115AF6C2}" srcOrd="0" destOrd="0" parTransId="{16A5D933-B641-4FBB-AAFB-66BF9680A12D}" sibTransId="{EDB50BA3-114C-465E-8304-E11EB4AC18C5}"/>
    <dgm:cxn modelId="{BF2F22F1-3294-4087-9B86-66DAE45A173D}" type="presOf" srcId="{BA1DAAEA-BFB6-4EA8-9D64-D75B2367E26C}" destId="{1B20A9BA-4BF1-432B-8D6A-8AFA16E3EAE4}" srcOrd="0" destOrd="0" presId="urn:microsoft.com/office/officeart/2005/8/layout/hierarchy3"/>
    <dgm:cxn modelId="{DE57C1F1-0898-4FB1-8FED-5A656CF605C2}" srcId="{1B651A8D-5D05-42AF-BC9B-C1C136929AD8}" destId="{55C399EE-83FC-4895-95F0-0C621ABFC8F0}" srcOrd="2" destOrd="0" parTransId="{500E0345-A212-4857-8F24-236E088C73A2}" sibTransId="{B574EBBC-3332-4301-A5C6-3D2F3FA2686A}"/>
    <dgm:cxn modelId="{7EB67BFB-C560-4129-864B-CC8062920C23}" srcId="{382E8E9A-AF8D-4574-9555-E91F2B0FDFD4}" destId="{D9B720AD-B39E-420A-9F27-A6B7D166ABE0}" srcOrd="3" destOrd="0" parTransId="{2ECBE8BC-0CD3-4D49-BB70-DE22148DABB1}" sibTransId="{54A6847D-1FB2-4D47-AD13-9470CD97F390}"/>
    <dgm:cxn modelId="{6D1BFDFB-3BAA-4369-8408-FDB804FD5CDE}" srcId="{6A9EC466-1FB1-4F81-86E4-E5064BD83107}" destId="{4B4C273F-8851-4F76-B2EC-752CA64DCABF}" srcOrd="2" destOrd="0" parTransId="{F4AB2D1A-47F2-4668-B66E-FFE3F644D472}" sibTransId="{9DDE4834-B3E3-4364-AFC2-5DDEFF1EACFD}"/>
    <dgm:cxn modelId="{D9B16CFE-B610-4128-A41F-A8C6A005BA98}" type="presOf" srcId="{98478D2A-C770-4006-84F4-9F01A02B472E}" destId="{1B4C58D4-52F1-4913-A4B5-2FD9EF3D6B5B}" srcOrd="0" destOrd="0" presId="urn:microsoft.com/office/officeart/2005/8/layout/hierarchy3"/>
    <dgm:cxn modelId="{4A0A7AFF-3670-4F57-8106-D5B76E77C22E}" type="presOf" srcId="{81188C88-6FC4-4F35-9A9D-49DDD12A7DFB}" destId="{65A3EC42-A1AF-458F-90C3-CEFBB0BE6354}" srcOrd="0" destOrd="0" presId="urn:microsoft.com/office/officeart/2005/8/layout/hierarchy3"/>
    <dgm:cxn modelId="{015CC0C7-B026-461C-978A-1086D2F1CC2C}" type="presParOf" srcId="{FE46291A-A0BB-45AF-91C1-01E4158B14A0}" destId="{2CA9BD72-C58E-43A8-A48A-9B50369AAEED}" srcOrd="0" destOrd="0" presId="urn:microsoft.com/office/officeart/2005/8/layout/hierarchy3"/>
    <dgm:cxn modelId="{668C203C-064B-47A3-9BC6-7D547D7A1C5F}" type="presParOf" srcId="{2CA9BD72-C58E-43A8-A48A-9B50369AAEED}" destId="{43EEF34E-B382-48B5-83A6-148E5C545A10}" srcOrd="0" destOrd="0" presId="urn:microsoft.com/office/officeart/2005/8/layout/hierarchy3"/>
    <dgm:cxn modelId="{75FC52E9-2A72-4F9B-9823-F826E04ABF50}" type="presParOf" srcId="{43EEF34E-B382-48B5-83A6-148E5C545A10}" destId="{80127E78-5457-4242-9509-3BEE4E15BFF1}" srcOrd="0" destOrd="0" presId="urn:microsoft.com/office/officeart/2005/8/layout/hierarchy3"/>
    <dgm:cxn modelId="{2C80A88B-71EA-44C4-8467-C88E5EC7C913}" type="presParOf" srcId="{43EEF34E-B382-48B5-83A6-148E5C545A10}" destId="{EEC5A598-3A81-4F6F-8A08-E4697EB721E9}" srcOrd="1" destOrd="0" presId="urn:microsoft.com/office/officeart/2005/8/layout/hierarchy3"/>
    <dgm:cxn modelId="{131111C3-EA23-4D6E-A01C-2A7736DB9070}" type="presParOf" srcId="{2CA9BD72-C58E-43A8-A48A-9B50369AAEED}" destId="{0DEB5BC9-607D-4867-B5A6-64876549A655}" srcOrd="1" destOrd="0" presId="urn:microsoft.com/office/officeart/2005/8/layout/hierarchy3"/>
    <dgm:cxn modelId="{1A4D114F-6462-4DA2-95ED-4E3A2B9BE928}" type="presParOf" srcId="{0DEB5BC9-607D-4867-B5A6-64876549A655}" destId="{334F31B2-81E0-4064-B800-280BA4D16B1F}" srcOrd="0" destOrd="0" presId="urn:microsoft.com/office/officeart/2005/8/layout/hierarchy3"/>
    <dgm:cxn modelId="{50264D7F-1630-4B7B-80F6-0396AFC496C8}" type="presParOf" srcId="{0DEB5BC9-607D-4867-B5A6-64876549A655}" destId="{CC39FBCD-1E14-419B-973C-E80560C8E0D6}" srcOrd="1" destOrd="0" presId="urn:microsoft.com/office/officeart/2005/8/layout/hierarchy3"/>
    <dgm:cxn modelId="{55E6AAAB-E4C2-4FA1-B670-C3D6ED35CDF5}" type="presParOf" srcId="{0DEB5BC9-607D-4867-B5A6-64876549A655}" destId="{D3AC0D1A-E8EF-4702-9320-E5455291E01F}" srcOrd="2" destOrd="0" presId="urn:microsoft.com/office/officeart/2005/8/layout/hierarchy3"/>
    <dgm:cxn modelId="{26C56F1B-EE20-4D89-AAA5-915648C5F9C6}" type="presParOf" srcId="{0DEB5BC9-607D-4867-B5A6-64876549A655}" destId="{5B053593-003C-401F-8019-557B9439619F}" srcOrd="3" destOrd="0" presId="urn:microsoft.com/office/officeart/2005/8/layout/hierarchy3"/>
    <dgm:cxn modelId="{1AA8DAB0-6B22-44BB-B78B-0230D44CAAC3}" type="presParOf" srcId="{FE46291A-A0BB-45AF-91C1-01E4158B14A0}" destId="{E7AD9CFC-3375-4EA0-A6D3-15E9960E251B}" srcOrd="1" destOrd="0" presId="urn:microsoft.com/office/officeart/2005/8/layout/hierarchy3"/>
    <dgm:cxn modelId="{88468AA9-7EF7-4E90-AFBA-29B237AE2067}" type="presParOf" srcId="{E7AD9CFC-3375-4EA0-A6D3-15E9960E251B}" destId="{8537EF13-332E-4C42-9F26-814F54DB5D8D}" srcOrd="0" destOrd="0" presId="urn:microsoft.com/office/officeart/2005/8/layout/hierarchy3"/>
    <dgm:cxn modelId="{086FF5BD-9C22-4E97-ADCE-E6A826637BCF}" type="presParOf" srcId="{8537EF13-332E-4C42-9F26-814F54DB5D8D}" destId="{8911FF8E-98ED-4980-80DE-0EC35E6881F5}" srcOrd="0" destOrd="0" presId="urn:microsoft.com/office/officeart/2005/8/layout/hierarchy3"/>
    <dgm:cxn modelId="{4D0E6651-6F90-445D-9788-90C0840560C0}" type="presParOf" srcId="{8537EF13-332E-4C42-9F26-814F54DB5D8D}" destId="{7EF4B9AB-C673-4138-8E2C-571F0C8010E3}" srcOrd="1" destOrd="0" presId="urn:microsoft.com/office/officeart/2005/8/layout/hierarchy3"/>
    <dgm:cxn modelId="{96BF7994-9469-4107-89DE-76D44F9E6828}" type="presParOf" srcId="{E7AD9CFC-3375-4EA0-A6D3-15E9960E251B}" destId="{EBFBB58E-46FC-4E5C-9567-299B13BC26EC}" srcOrd="1" destOrd="0" presId="urn:microsoft.com/office/officeart/2005/8/layout/hierarchy3"/>
    <dgm:cxn modelId="{E548F56D-3C8A-4FD6-88C9-E1997ACB6484}" type="presParOf" srcId="{EBFBB58E-46FC-4E5C-9567-299B13BC26EC}" destId="{89ED0F36-DD17-4B80-A304-E8A3A3209887}" srcOrd="0" destOrd="0" presId="urn:microsoft.com/office/officeart/2005/8/layout/hierarchy3"/>
    <dgm:cxn modelId="{B09C6242-4C9C-4746-9BCE-BFF62D2AE33E}" type="presParOf" srcId="{EBFBB58E-46FC-4E5C-9567-299B13BC26EC}" destId="{D662D6EE-E316-4338-9600-E234AF058540}" srcOrd="1" destOrd="0" presId="urn:microsoft.com/office/officeart/2005/8/layout/hierarchy3"/>
    <dgm:cxn modelId="{F98F60FF-9A2D-4D82-8526-B34F72FDCBE1}" type="presParOf" srcId="{EBFBB58E-46FC-4E5C-9567-299B13BC26EC}" destId="{1B20A9BA-4BF1-432B-8D6A-8AFA16E3EAE4}" srcOrd="2" destOrd="0" presId="urn:microsoft.com/office/officeart/2005/8/layout/hierarchy3"/>
    <dgm:cxn modelId="{A6D32C74-F228-4540-9C23-FE462DCA14A5}" type="presParOf" srcId="{EBFBB58E-46FC-4E5C-9567-299B13BC26EC}" destId="{D6576675-5888-42A8-AEB9-BCB2DD23D673}" srcOrd="3" destOrd="0" presId="urn:microsoft.com/office/officeart/2005/8/layout/hierarchy3"/>
    <dgm:cxn modelId="{7ACC9E6E-7655-4004-8F6E-B3AB80B8F220}" type="presParOf" srcId="{EBFBB58E-46FC-4E5C-9567-299B13BC26EC}" destId="{C58E6A71-623C-4FF7-B259-A9D84E4E1E10}" srcOrd="4" destOrd="0" presId="urn:microsoft.com/office/officeart/2005/8/layout/hierarchy3"/>
    <dgm:cxn modelId="{FE54DEEB-626F-4C65-854F-8B6156F9FB02}" type="presParOf" srcId="{EBFBB58E-46FC-4E5C-9567-299B13BC26EC}" destId="{583A7816-7363-4123-A4F2-B648CEB78AAF}" srcOrd="5" destOrd="0" presId="urn:microsoft.com/office/officeart/2005/8/layout/hierarchy3"/>
    <dgm:cxn modelId="{0EEDF1B0-49A8-4117-B01B-C002479D970E}" type="presParOf" srcId="{EBFBB58E-46FC-4E5C-9567-299B13BC26EC}" destId="{2543CA19-BE45-4A84-AD00-0B39EC59B250}" srcOrd="6" destOrd="0" presId="urn:microsoft.com/office/officeart/2005/8/layout/hierarchy3"/>
    <dgm:cxn modelId="{5C72763F-B1E9-46EE-BA00-18A8184A081F}" type="presParOf" srcId="{EBFBB58E-46FC-4E5C-9567-299B13BC26EC}" destId="{01D4AB74-99A7-4B8C-BD2A-D007818BF580}" srcOrd="7" destOrd="0" presId="urn:microsoft.com/office/officeart/2005/8/layout/hierarchy3"/>
    <dgm:cxn modelId="{FA6EDB91-738C-4187-AC9B-067A6EF0AD70}" type="presParOf" srcId="{FE46291A-A0BB-45AF-91C1-01E4158B14A0}" destId="{F706AAFC-16B9-4C79-86FF-57B73A2D9CE7}" srcOrd="2" destOrd="0" presId="urn:microsoft.com/office/officeart/2005/8/layout/hierarchy3"/>
    <dgm:cxn modelId="{F2ED7593-29AC-4064-A1D4-AA9AE59F92AF}" type="presParOf" srcId="{F706AAFC-16B9-4C79-86FF-57B73A2D9CE7}" destId="{420377FF-944C-4034-92DA-9A54B54F94E3}" srcOrd="0" destOrd="0" presId="urn:microsoft.com/office/officeart/2005/8/layout/hierarchy3"/>
    <dgm:cxn modelId="{A6BA6458-EADB-4E3B-91F7-0E51A3220C06}" type="presParOf" srcId="{420377FF-944C-4034-92DA-9A54B54F94E3}" destId="{0D530BF9-D14B-4354-BBAA-CD1BDCF669F2}" srcOrd="0" destOrd="0" presId="urn:microsoft.com/office/officeart/2005/8/layout/hierarchy3"/>
    <dgm:cxn modelId="{57361422-47AE-4F1F-9246-84E86B8CB043}" type="presParOf" srcId="{420377FF-944C-4034-92DA-9A54B54F94E3}" destId="{8F26596F-1BBC-4D53-99FB-D9850EFAC42A}" srcOrd="1" destOrd="0" presId="urn:microsoft.com/office/officeart/2005/8/layout/hierarchy3"/>
    <dgm:cxn modelId="{173F9B8C-C44D-4E65-8E17-0ABCFA5A4392}" type="presParOf" srcId="{F706AAFC-16B9-4C79-86FF-57B73A2D9CE7}" destId="{EC923DEC-A68B-42F2-AA53-6CA6E0A94202}" srcOrd="1" destOrd="0" presId="urn:microsoft.com/office/officeart/2005/8/layout/hierarchy3"/>
    <dgm:cxn modelId="{A2AA0A3D-35F9-43E2-8820-B06331DA9CC8}" type="presParOf" srcId="{EC923DEC-A68B-42F2-AA53-6CA6E0A94202}" destId="{5513A41E-BDA1-48AD-A83B-46DC7D3CE459}" srcOrd="0" destOrd="0" presId="urn:microsoft.com/office/officeart/2005/8/layout/hierarchy3"/>
    <dgm:cxn modelId="{59413BA6-443F-4910-B6B4-DF6D6DFCC119}" type="presParOf" srcId="{EC923DEC-A68B-42F2-AA53-6CA6E0A94202}" destId="{65A3EC42-A1AF-458F-90C3-CEFBB0BE6354}" srcOrd="1" destOrd="0" presId="urn:microsoft.com/office/officeart/2005/8/layout/hierarchy3"/>
    <dgm:cxn modelId="{805A9903-E69C-4D43-9431-43BE82771583}" type="presParOf" srcId="{EC923DEC-A68B-42F2-AA53-6CA6E0A94202}" destId="{1B4C58D4-52F1-4913-A4B5-2FD9EF3D6B5B}" srcOrd="2" destOrd="0" presId="urn:microsoft.com/office/officeart/2005/8/layout/hierarchy3"/>
    <dgm:cxn modelId="{2E20309E-BB54-41BA-8C5E-BBAEBFEF0316}" type="presParOf" srcId="{EC923DEC-A68B-42F2-AA53-6CA6E0A94202}" destId="{456FC2AD-661C-4A3F-AC2E-17E9AFFE9625}" srcOrd="3" destOrd="0" presId="urn:microsoft.com/office/officeart/2005/8/layout/hierarchy3"/>
    <dgm:cxn modelId="{E29B8167-D446-41AD-8C1C-79F9CD88AF43}" type="presParOf" srcId="{EC923DEC-A68B-42F2-AA53-6CA6E0A94202}" destId="{92331B8E-451C-4DE1-96F5-8156D67E7022}" srcOrd="4" destOrd="0" presId="urn:microsoft.com/office/officeart/2005/8/layout/hierarchy3"/>
    <dgm:cxn modelId="{7332E248-D4A8-47EC-8DE6-9B5762360C80}" type="presParOf" srcId="{EC923DEC-A68B-42F2-AA53-6CA6E0A94202}" destId="{758B6DD3-6EA6-41DE-ADFF-682B4416A1FD}" srcOrd="5" destOrd="0" presId="urn:microsoft.com/office/officeart/2005/8/layout/hierarchy3"/>
    <dgm:cxn modelId="{8C5E5BF9-284C-417E-81B6-CB455D0F92A1}" type="presParOf" srcId="{EC923DEC-A68B-42F2-AA53-6CA6E0A94202}" destId="{0B0AAF17-57DE-428D-ADCA-5FE9A739FEF2}" srcOrd="6" destOrd="0" presId="urn:microsoft.com/office/officeart/2005/8/layout/hierarchy3"/>
    <dgm:cxn modelId="{2F536287-47AF-484F-8648-59494D380BD9}" type="presParOf" srcId="{EC923DEC-A68B-42F2-AA53-6CA6E0A94202}" destId="{4AF73A30-762D-49E1-B7BD-8CFCEC748EC6}" srcOrd="7" destOrd="0" presId="urn:microsoft.com/office/officeart/2005/8/layout/hierarchy3"/>
    <dgm:cxn modelId="{907B8EA8-3284-4D33-9F8B-C78B80EA6DA4}" type="presParOf" srcId="{FE46291A-A0BB-45AF-91C1-01E4158B14A0}" destId="{06E78D5B-5930-403D-A10A-CDB2418DBEC6}" srcOrd="3" destOrd="0" presId="urn:microsoft.com/office/officeart/2005/8/layout/hierarchy3"/>
    <dgm:cxn modelId="{FAC7CD15-1397-467B-B6AE-5241F5E61427}" type="presParOf" srcId="{06E78D5B-5930-403D-A10A-CDB2418DBEC6}" destId="{29A2565E-F912-4249-9D10-E8372ED18EF9}" srcOrd="0" destOrd="0" presId="urn:microsoft.com/office/officeart/2005/8/layout/hierarchy3"/>
    <dgm:cxn modelId="{F1BD6D5C-FED5-414E-9876-42DBD67822F4}" type="presParOf" srcId="{29A2565E-F912-4249-9D10-E8372ED18EF9}" destId="{40103C75-FABE-4F96-931A-BE0BF4F5919A}" srcOrd="0" destOrd="0" presId="urn:microsoft.com/office/officeart/2005/8/layout/hierarchy3"/>
    <dgm:cxn modelId="{3A29155F-E9F7-4D3E-82EB-066BC2AB90FB}" type="presParOf" srcId="{29A2565E-F912-4249-9D10-E8372ED18EF9}" destId="{1CB8E026-B61D-4A4F-A98C-86CF36E3CB20}" srcOrd="1" destOrd="0" presId="urn:microsoft.com/office/officeart/2005/8/layout/hierarchy3"/>
    <dgm:cxn modelId="{1A7BDEFD-CEB1-4CD5-9FEB-DB0F754D02DE}" type="presParOf" srcId="{06E78D5B-5930-403D-A10A-CDB2418DBEC6}" destId="{ABEF181B-AE44-4EEC-813E-24D95A00CB0F}" srcOrd="1" destOrd="0" presId="urn:microsoft.com/office/officeart/2005/8/layout/hierarchy3"/>
    <dgm:cxn modelId="{DE6CEF8E-7633-472C-BB25-18667D53D14F}" type="presParOf" srcId="{ABEF181B-AE44-4EEC-813E-24D95A00CB0F}" destId="{62D0EEB2-7403-4197-893F-C4E380220341}" srcOrd="0" destOrd="0" presId="urn:microsoft.com/office/officeart/2005/8/layout/hierarchy3"/>
    <dgm:cxn modelId="{2D32CFE6-5455-4A97-8658-26CF107D4561}" type="presParOf" srcId="{ABEF181B-AE44-4EEC-813E-24D95A00CB0F}" destId="{2FE61C90-2791-454D-8DDA-FE37D5301D53}" srcOrd="1" destOrd="0" presId="urn:microsoft.com/office/officeart/2005/8/layout/hierarchy3"/>
    <dgm:cxn modelId="{07978EC2-6183-4A45-958D-247ED1BC28AA}" type="presParOf" srcId="{ABEF181B-AE44-4EEC-813E-24D95A00CB0F}" destId="{D229FB14-9A4C-4427-8DC3-B81C2B807AE0}" srcOrd="2" destOrd="0" presId="urn:microsoft.com/office/officeart/2005/8/layout/hierarchy3"/>
    <dgm:cxn modelId="{7BFAC0F0-A9AD-4E8B-9DBB-BBAC436F1888}" type="presParOf" srcId="{ABEF181B-AE44-4EEC-813E-24D95A00CB0F}" destId="{491ABA40-2FD9-457A-9B7C-6B60B8B0CC43}" srcOrd="3" destOrd="0" presId="urn:microsoft.com/office/officeart/2005/8/layout/hierarchy3"/>
    <dgm:cxn modelId="{8F122D9C-F185-4648-8464-6A1221EB84BB}" type="presParOf" srcId="{ABEF181B-AE44-4EEC-813E-24D95A00CB0F}" destId="{2DCD28A8-0C61-4301-8C34-48648A290F33}" srcOrd="4" destOrd="0" presId="urn:microsoft.com/office/officeart/2005/8/layout/hierarchy3"/>
    <dgm:cxn modelId="{B21AF22C-FBC0-41CC-8BFC-B6F08B04D720}" type="presParOf" srcId="{ABEF181B-AE44-4EEC-813E-24D95A00CB0F}" destId="{2C6CEFB8-5B88-4269-AB79-A44F03CDB37B}" srcOrd="5" destOrd="0" presId="urn:microsoft.com/office/officeart/2005/8/layout/hierarchy3"/>
    <dgm:cxn modelId="{D873E16E-9630-40A4-A375-662F95F61A5C}" type="presParOf" srcId="{ABEF181B-AE44-4EEC-813E-24D95A00CB0F}" destId="{6F154A90-C5B6-437E-9CD5-000BEC1F2A38}" srcOrd="6" destOrd="0" presId="urn:microsoft.com/office/officeart/2005/8/layout/hierarchy3"/>
    <dgm:cxn modelId="{B2336AD3-A81C-4FE2-A14A-E4BD52774CF5}" type="presParOf" srcId="{ABEF181B-AE44-4EEC-813E-24D95A00CB0F}" destId="{4C3092EA-8289-47C0-969C-173B1C3A209D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67BB3F-F793-4C8E-B437-6756DAC0C5F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FFBA09-5531-4732-9A4C-6ED8FF446D62}">
      <dgm:prSet phldrT="[Text]" custT="1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800" dirty="0"/>
            <a:t>New Data</a:t>
          </a:r>
        </a:p>
      </dgm:t>
    </dgm:pt>
    <dgm:pt modelId="{0936566A-CFEE-4CA8-9A4E-421A45AD97AD}" type="parTrans" cxnId="{1E80A9F0-AE25-4469-A849-BC56D89BC089}">
      <dgm:prSet/>
      <dgm:spPr/>
      <dgm:t>
        <a:bodyPr/>
        <a:lstStyle/>
        <a:p>
          <a:endParaRPr lang="en-US"/>
        </a:p>
      </dgm:t>
    </dgm:pt>
    <dgm:pt modelId="{042817AC-8A5E-48D1-A960-E7F284F7D905}" type="sibTrans" cxnId="{1E80A9F0-AE25-4469-A849-BC56D89BC089}">
      <dgm:prSet/>
      <dgm:spPr/>
      <dgm:t>
        <a:bodyPr/>
        <a:lstStyle/>
        <a:p>
          <a:endParaRPr lang="en-US"/>
        </a:p>
      </dgm:t>
    </dgm:pt>
    <dgm:pt modelId="{67202288-3879-426D-BED8-84CB8D1B6F42}">
      <dgm:prSet phldrT="[Text]" custT="1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800" dirty="0"/>
            <a:t>Complete synonyms list</a:t>
          </a:r>
        </a:p>
      </dgm:t>
    </dgm:pt>
    <dgm:pt modelId="{6AD70458-6D8F-404A-8490-653D9934108A}" type="parTrans" cxnId="{626D0314-CD37-4CFC-8097-5C703128F8F0}">
      <dgm:prSet/>
      <dgm:spPr/>
      <dgm:t>
        <a:bodyPr/>
        <a:lstStyle/>
        <a:p>
          <a:endParaRPr lang="en-US"/>
        </a:p>
      </dgm:t>
    </dgm:pt>
    <dgm:pt modelId="{8E626334-AB22-4738-8780-55752C28A9E6}" type="sibTrans" cxnId="{626D0314-CD37-4CFC-8097-5C703128F8F0}">
      <dgm:prSet/>
      <dgm:spPr/>
      <dgm:t>
        <a:bodyPr/>
        <a:lstStyle/>
        <a:p>
          <a:endParaRPr lang="en-US"/>
        </a:p>
      </dgm:t>
    </dgm:pt>
    <dgm:pt modelId="{594B0D12-5335-40CB-8591-7950165A463D}">
      <dgm:prSet phldrT="[Text]" custT="1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800" dirty="0"/>
            <a:t>Performance with new data</a:t>
          </a:r>
        </a:p>
      </dgm:t>
    </dgm:pt>
    <dgm:pt modelId="{3EEFD6B7-BF38-4447-9CD3-07C67A632687}" type="parTrans" cxnId="{4524283F-F71D-4E21-B4F3-E6850230EA9E}">
      <dgm:prSet/>
      <dgm:spPr/>
      <dgm:t>
        <a:bodyPr/>
        <a:lstStyle/>
        <a:p>
          <a:endParaRPr lang="en-US"/>
        </a:p>
      </dgm:t>
    </dgm:pt>
    <dgm:pt modelId="{27F3C012-CD52-433C-829D-FAEE9BD9C466}" type="sibTrans" cxnId="{4524283F-F71D-4E21-B4F3-E6850230EA9E}">
      <dgm:prSet/>
      <dgm:spPr/>
      <dgm:t>
        <a:bodyPr/>
        <a:lstStyle/>
        <a:p>
          <a:endParaRPr lang="en-US"/>
        </a:p>
      </dgm:t>
    </dgm:pt>
    <dgm:pt modelId="{587151AC-55FA-4D86-AB9D-3E9A3C020545}">
      <dgm:prSet phldrT="[Text]"/>
      <dgm:spPr/>
      <dgm:t>
        <a:bodyPr/>
        <a:lstStyle/>
        <a:p>
          <a:r>
            <a:rPr lang="en-US" dirty="0"/>
            <a:t>Train data: 50248</a:t>
          </a:r>
        </a:p>
      </dgm:t>
    </dgm:pt>
    <dgm:pt modelId="{B4208832-8FB8-4E64-BD38-CB22CA20D7EE}" type="parTrans" cxnId="{7FCB9BD6-D182-4ECF-BE8D-6738C56B0B29}">
      <dgm:prSet/>
      <dgm:spPr/>
      <dgm:t>
        <a:bodyPr/>
        <a:lstStyle/>
        <a:p>
          <a:endParaRPr lang="en-US"/>
        </a:p>
      </dgm:t>
    </dgm:pt>
    <dgm:pt modelId="{2D7A2E65-132D-487C-8C37-BFD4B9FDE75A}" type="sibTrans" cxnId="{7FCB9BD6-D182-4ECF-BE8D-6738C56B0B29}">
      <dgm:prSet/>
      <dgm:spPr/>
      <dgm:t>
        <a:bodyPr/>
        <a:lstStyle/>
        <a:p>
          <a:endParaRPr lang="en-US"/>
        </a:p>
      </dgm:t>
    </dgm:pt>
    <dgm:pt modelId="{81274BAD-93F8-4EBD-89C2-FC1D93AA4FE2}">
      <dgm:prSet phldrT="[Text]"/>
      <dgm:spPr/>
      <dgm:t>
        <a:bodyPr/>
        <a:lstStyle/>
        <a:p>
          <a:r>
            <a:rPr lang="en-US" dirty="0"/>
            <a:t>Test data: 244187</a:t>
          </a:r>
        </a:p>
      </dgm:t>
    </dgm:pt>
    <dgm:pt modelId="{5B4BE620-C748-4DB3-8EB8-14019F66F645}" type="parTrans" cxnId="{0D2ABB02-ADBC-4854-B619-3D35E9C6E4E7}">
      <dgm:prSet/>
      <dgm:spPr/>
      <dgm:t>
        <a:bodyPr/>
        <a:lstStyle/>
        <a:p>
          <a:endParaRPr lang="en-US"/>
        </a:p>
      </dgm:t>
    </dgm:pt>
    <dgm:pt modelId="{3687F92F-355E-4A05-BB09-854AD8E153F1}" type="sibTrans" cxnId="{0D2ABB02-ADBC-4854-B619-3D35E9C6E4E7}">
      <dgm:prSet/>
      <dgm:spPr/>
      <dgm:t>
        <a:bodyPr/>
        <a:lstStyle/>
        <a:p>
          <a:endParaRPr lang="en-US"/>
        </a:p>
      </dgm:t>
    </dgm:pt>
    <dgm:pt modelId="{43D04FC5-99F7-473D-B94A-CFD1338986F2}">
      <dgm:prSet phldrT="[Text]"/>
      <dgm:spPr/>
      <dgm:t>
        <a:bodyPr/>
        <a:lstStyle/>
        <a:p>
          <a:r>
            <a:rPr lang="en-US" dirty="0"/>
            <a:t>Total words: 4853</a:t>
          </a:r>
        </a:p>
      </dgm:t>
    </dgm:pt>
    <dgm:pt modelId="{72A70B7B-D4CD-4D1F-87DF-DEC15B39C5A1}" type="parTrans" cxnId="{6C490E90-12F0-4CCB-87E9-E0F4F0EE5914}">
      <dgm:prSet/>
      <dgm:spPr/>
      <dgm:t>
        <a:bodyPr/>
        <a:lstStyle/>
        <a:p>
          <a:endParaRPr lang="en-US"/>
        </a:p>
      </dgm:t>
    </dgm:pt>
    <dgm:pt modelId="{668F52F4-0691-427E-BCC5-B885036D8063}" type="sibTrans" cxnId="{6C490E90-12F0-4CCB-87E9-E0F4F0EE5914}">
      <dgm:prSet/>
      <dgm:spPr/>
      <dgm:t>
        <a:bodyPr/>
        <a:lstStyle/>
        <a:p>
          <a:endParaRPr lang="en-US"/>
        </a:p>
      </dgm:t>
    </dgm:pt>
    <dgm:pt modelId="{773D1129-4B5C-4D3A-9A6D-F5D9F0A2DBB3}">
      <dgm:prSet phldrT="[Text]"/>
      <dgm:spPr/>
      <dgm:t>
        <a:bodyPr/>
        <a:lstStyle/>
        <a:p>
          <a:r>
            <a:rPr lang="en-US" dirty="0"/>
            <a:t>For </a:t>
          </a:r>
          <a:r>
            <a:rPr lang="en-US" dirty="0" err="1"/>
            <a:t>n_per_original</a:t>
          </a:r>
          <a:r>
            <a:rPr lang="en-US" dirty="0"/>
            <a:t> = 2,</a:t>
          </a:r>
        </a:p>
      </dgm:t>
    </dgm:pt>
    <dgm:pt modelId="{7E3A6A37-ECAA-4F8E-AD84-876E5FE7DC64}" type="parTrans" cxnId="{5B72AEAC-4717-4B49-A622-8ECDF6EDF0B3}">
      <dgm:prSet/>
      <dgm:spPr/>
      <dgm:t>
        <a:bodyPr/>
        <a:lstStyle/>
        <a:p>
          <a:endParaRPr lang="en-US"/>
        </a:p>
      </dgm:t>
    </dgm:pt>
    <dgm:pt modelId="{24A7718B-41C8-4B77-9EBC-714137C00603}" type="sibTrans" cxnId="{5B72AEAC-4717-4B49-A622-8ECDF6EDF0B3}">
      <dgm:prSet/>
      <dgm:spPr/>
      <dgm:t>
        <a:bodyPr/>
        <a:lstStyle/>
        <a:p>
          <a:endParaRPr lang="en-US"/>
        </a:p>
      </dgm:t>
    </dgm:pt>
    <dgm:pt modelId="{C96F339F-61B6-4231-819F-FBB44C18BAF3}">
      <dgm:prSet phldrT="[Text]"/>
      <dgm:spPr/>
      <dgm:t>
        <a:bodyPr/>
        <a:lstStyle/>
        <a:p>
          <a:r>
            <a:rPr lang="en-US" dirty="0"/>
            <a:t>Increases the old training data to: around 66k</a:t>
          </a:r>
        </a:p>
      </dgm:t>
    </dgm:pt>
    <dgm:pt modelId="{B7A419D8-5FFA-4DCE-A65B-2546C54407CF}" type="parTrans" cxnId="{F045750C-232A-47B7-958C-C3CEEB8CB4F0}">
      <dgm:prSet/>
      <dgm:spPr/>
      <dgm:t>
        <a:bodyPr/>
        <a:lstStyle/>
        <a:p>
          <a:endParaRPr lang="en-US"/>
        </a:p>
      </dgm:t>
    </dgm:pt>
    <dgm:pt modelId="{788FDD9E-8C3F-4D33-9D25-7CE7478F8DB5}" type="sibTrans" cxnId="{F045750C-232A-47B7-958C-C3CEEB8CB4F0}">
      <dgm:prSet/>
      <dgm:spPr/>
      <dgm:t>
        <a:bodyPr/>
        <a:lstStyle/>
        <a:p>
          <a:endParaRPr lang="en-US"/>
        </a:p>
      </dgm:t>
    </dgm:pt>
    <dgm:pt modelId="{0F60647D-183C-4E11-8F56-E87CC436A62C}">
      <dgm:prSet phldrT="[Text]"/>
      <dgm:spPr/>
      <dgm:t>
        <a:bodyPr/>
        <a:lstStyle/>
        <a:p>
          <a:r>
            <a:rPr lang="en-US" dirty="0"/>
            <a:t>Increases the new training data to: around 69k</a:t>
          </a:r>
        </a:p>
      </dgm:t>
    </dgm:pt>
    <dgm:pt modelId="{D3BDDBD4-7797-4645-A2D4-304E54F31583}" type="parTrans" cxnId="{4739ABCF-CE50-4711-B1D3-7C2652D2A4A1}">
      <dgm:prSet/>
      <dgm:spPr/>
      <dgm:t>
        <a:bodyPr/>
        <a:lstStyle/>
        <a:p>
          <a:endParaRPr lang="en-US"/>
        </a:p>
      </dgm:t>
    </dgm:pt>
    <dgm:pt modelId="{E62558C7-C736-40C5-B51F-FACA5665D76D}" type="sibTrans" cxnId="{4739ABCF-CE50-4711-B1D3-7C2652D2A4A1}">
      <dgm:prSet/>
      <dgm:spPr/>
      <dgm:t>
        <a:bodyPr/>
        <a:lstStyle/>
        <a:p>
          <a:endParaRPr lang="en-US"/>
        </a:p>
      </dgm:t>
    </dgm:pt>
    <dgm:pt modelId="{991948FA-EC60-4B11-8430-57FB349AC219}">
      <dgm:prSet phldrT="[Text]"/>
      <dgm:spPr/>
      <dgm:t>
        <a:bodyPr/>
        <a:lstStyle/>
        <a:p>
          <a:r>
            <a:rPr lang="en-US" dirty="0"/>
            <a:t>Without data augmentation-</a:t>
          </a:r>
        </a:p>
      </dgm:t>
    </dgm:pt>
    <dgm:pt modelId="{CDD1F0DB-7B0F-429E-8E9B-2F208E4536B7}" type="parTrans" cxnId="{85BB647D-ECBC-4CCA-BD21-C9AC0930DE2E}">
      <dgm:prSet/>
      <dgm:spPr/>
      <dgm:t>
        <a:bodyPr/>
        <a:lstStyle/>
        <a:p>
          <a:endParaRPr lang="en-US"/>
        </a:p>
      </dgm:t>
    </dgm:pt>
    <dgm:pt modelId="{9A716398-D3B2-445A-964B-521123048251}" type="sibTrans" cxnId="{85BB647D-ECBC-4CCA-BD21-C9AC0930DE2E}">
      <dgm:prSet/>
      <dgm:spPr/>
      <dgm:t>
        <a:bodyPr/>
        <a:lstStyle/>
        <a:p>
          <a:endParaRPr lang="en-US"/>
        </a:p>
      </dgm:t>
    </dgm:pt>
    <dgm:pt modelId="{2B9C7D16-BF40-4734-BE2F-F9EF7348E8B2}">
      <dgm:prSet/>
      <dgm:spPr/>
      <dgm:t>
        <a:bodyPr/>
        <a:lstStyle/>
        <a:p>
          <a:r>
            <a:rPr lang="en-US" dirty="0"/>
            <a:t>TF var: 74.37</a:t>
          </a:r>
        </a:p>
      </dgm:t>
    </dgm:pt>
    <dgm:pt modelId="{D821166E-1A41-4288-B7C4-997FF463B1CA}" type="parTrans" cxnId="{201F2205-CB8A-4691-BBF2-BEC487CAFC0C}">
      <dgm:prSet/>
      <dgm:spPr/>
      <dgm:t>
        <a:bodyPr/>
        <a:lstStyle/>
        <a:p>
          <a:endParaRPr lang="en-US"/>
        </a:p>
      </dgm:t>
    </dgm:pt>
    <dgm:pt modelId="{49C67F76-0972-4A6F-9D76-EF31B74BB8A1}" type="sibTrans" cxnId="{201F2205-CB8A-4691-BBF2-BEC487CAFC0C}">
      <dgm:prSet/>
      <dgm:spPr/>
      <dgm:t>
        <a:bodyPr/>
        <a:lstStyle/>
        <a:p>
          <a:endParaRPr lang="en-US"/>
        </a:p>
      </dgm:t>
    </dgm:pt>
    <dgm:pt modelId="{264932E4-8E2C-48A8-84CE-251FBE359607}">
      <dgm:prSet/>
      <dgm:spPr/>
      <dgm:t>
        <a:bodyPr/>
        <a:lstStyle/>
        <a:p>
          <a:r>
            <a:rPr lang="en-US" dirty="0"/>
            <a:t>With data augmentation-</a:t>
          </a:r>
        </a:p>
      </dgm:t>
    </dgm:pt>
    <dgm:pt modelId="{BBD0C73F-B456-4378-9971-571E70973535}" type="parTrans" cxnId="{ECDCE1CD-1641-4FA6-98BB-4357B1802617}">
      <dgm:prSet/>
      <dgm:spPr/>
      <dgm:t>
        <a:bodyPr/>
        <a:lstStyle/>
        <a:p>
          <a:endParaRPr lang="en-US"/>
        </a:p>
      </dgm:t>
    </dgm:pt>
    <dgm:pt modelId="{8A198FD0-D887-4909-9371-B1F02990A675}" type="sibTrans" cxnId="{ECDCE1CD-1641-4FA6-98BB-4357B1802617}">
      <dgm:prSet/>
      <dgm:spPr/>
      <dgm:t>
        <a:bodyPr/>
        <a:lstStyle/>
        <a:p>
          <a:endParaRPr lang="en-US"/>
        </a:p>
      </dgm:t>
    </dgm:pt>
    <dgm:pt modelId="{2FE6DAAA-FC58-4264-89B1-CB49768E90B0}">
      <dgm:prSet/>
      <dgm:spPr/>
      <dgm:t>
        <a:bodyPr/>
        <a:lstStyle/>
        <a:p>
          <a:r>
            <a:rPr lang="en-US" dirty="0"/>
            <a:t>Train data: 69996</a:t>
          </a:r>
        </a:p>
      </dgm:t>
    </dgm:pt>
    <dgm:pt modelId="{FE3226FC-3761-43BE-8FF0-F8DB805ADC49}" type="parTrans" cxnId="{6D4083C2-62D8-4ABA-A27A-1F25BFDCAB56}">
      <dgm:prSet/>
      <dgm:spPr/>
      <dgm:t>
        <a:bodyPr/>
        <a:lstStyle/>
        <a:p>
          <a:endParaRPr lang="en-US"/>
        </a:p>
      </dgm:t>
    </dgm:pt>
    <dgm:pt modelId="{9C76D40B-753B-427E-AF9F-69DC43FE350E}" type="sibTrans" cxnId="{6D4083C2-62D8-4ABA-A27A-1F25BFDCAB56}">
      <dgm:prSet/>
      <dgm:spPr/>
      <dgm:t>
        <a:bodyPr/>
        <a:lstStyle/>
        <a:p>
          <a:endParaRPr lang="en-US"/>
        </a:p>
      </dgm:t>
    </dgm:pt>
    <dgm:pt modelId="{85439EB5-7A43-4ABF-9FBB-15B803D2C1E7}">
      <dgm:prSet/>
      <dgm:spPr/>
      <dgm:t>
        <a:bodyPr/>
        <a:lstStyle/>
        <a:p>
          <a:r>
            <a:rPr lang="en-US" dirty="0"/>
            <a:t>TF cat: 67.31	</a:t>
          </a:r>
        </a:p>
      </dgm:t>
    </dgm:pt>
    <dgm:pt modelId="{7DDF3D97-287C-4F5F-A19D-5FBF1EA31875}" type="parTrans" cxnId="{8B300465-9576-45EB-B118-B566D841F168}">
      <dgm:prSet/>
      <dgm:spPr/>
      <dgm:t>
        <a:bodyPr/>
        <a:lstStyle/>
        <a:p>
          <a:endParaRPr lang="en-US"/>
        </a:p>
      </dgm:t>
    </dgm:pt>
    <dgm:pt modelId="{3ADBEA11-65D4-452B-A5A6-F45A5AB36F6E}" type="sibTrans" cxnId="{8B300465-9576-45EB-B118-B566D841F168}">
      <dgm:prSet/>
      <dgm:spPr/>
      <dgm:t>
        <a:bodyPr/>
        <a:lstStyle/>
        <a:p>
          <a:endParaRPr lang="en-US"/>
        </a:p>
      </dgm:t>
    </dgm:pt>
    <dgm:pt modelId="{6899EBCA-DFCD-47DC-AA17-D6138BF7C5A5}">
      <dgm:prSet/>
      <dgm:spPr/>
      <dgm:t>
        <a:bodyPr/>
        <a:lstStyle/>
        <a:p>
          <a:r>
            <a:rPr lang="en-US" dirty="0"/>
            <a:t>TF var: 79.05</a:t>
          </a:r>
        </a:p>
      </dgm:t>
    </dgm:pt>
    <dgm:pt modelId="{7586E9DB-B183-46EE-B4ED-3FDDEF8156E0}" type="parTrans" cxnId="{2E1643CB-64CB-45DB-8743-B1F11EAEB7A1}">
      <dgm:prSet/>
      <dgm:spPr/>
      <dgm:t>
        <a:bodyPr/>
        <a:lstStyle/>
        <a:p>
          <a:endParaRPr lang="en-US"/>
        </a:p>
      </dgm:t>
    </dgm:pt>
    <dgm:pt modelId="{0F68B178-F6AE-438F-8E0D-FEDF062863BB}" type="sibTrans" cxnId="{2E1643CB-64CB-45DB-8743-B1F11EAEB7A1}">
      <dgm:prSet/>
      <dgm:spPr/>
      <dgm:t>
        <a:bodyPr/>
        <a:lstStyle/>
        <a:p>
          <a:endParaRPr lang="en-US"/>
        </a:p>
      </dgm:t>
    </dgm:pt>
    <dgm:pt modelId="{1F7167A7-5361-4ADF-A971-C910FCBA5F05}">
      <dgm:prSet phldrT="[Text]"/>
      <dgm:spPr/>
      <dgm:t>
        <a:bodyPr/>
        <a:lstStyle/>
        <a:p>
          <a:r>
            <a:rPr lang="en-US"/>
            <a:t>TF </a:t>
          </a:r>
          <a:r>
            <a:rPr lang="en-US" dirty="0"/>
            <a:t>cat: 63.56</a:t>
          </a:r>
        </a:p>
      </dgm:t>
    </dgm:pt>
    <dgm:pt modelId="{4627729C-5097-4D18-AE7D-CBF6286D4463}" type="parTrans" cxnId="{1BAC083B-A461-45E7-805F-70D897D02A15}">
      <dgm:prSet/>
      <dgm:spPr/>
      <dgm:t>
        <a:bodyPr/>
        <a:lstStyle/>
        <a:p>
          <a:endParaRPr lang="en-US"/>
        </a:p>
      </dgm:t>
    </dgm:pt>
    <dgm:pt modelId="{6D7745D5-829D-4B36-800E-9EF9F3DC3F5E}" type="sibTrans" cxnId="{1BAC083B-A461-45E7-805F-70D897D02A15}">
      <dgm:prSet/>
      <dgm:spPr/>
      <dgm:t>
        <a:bodyPr/>
        <a:lstStyle/>
        <a:p>
          <a:endParaRPr lang="en-US"/>
        </a:p>
      </dgm:t>
    </dgm:pt>
    <dgm:pt modelId="{B2795D98-06EA-4A07-993B-BEFB577454BE}" type="pres">
      <dgm:prSet presAssocID="{6767BB3F-F793-4C8E-B437-6756DAC0C5FD}" presName="linear" presStyleCnt="0">
        <dgm:presLayoutVars>
          <dgm:dir/>
          <dgm:animLvl val="lvl"/>
          <dgm:resizeHandles val="exact"/>
        </dgm:presLayoutVars>
      </dgm:prSet>
      <dgm:spPr/>
    </dgm:pt>
    <dgm:pt modelId="{2B7737BD-33D1-4C35-A361-007B68B14F58}" type="pres">
      <dgm:prSet presAssocID="{72FFBA09-5531-4732-9A4C-6ED8FF446D62}" presName="parentLin" presStyleCnt="0"/>
      <dgm:spPr/>
    </dgm:pt>
    <dgm:pt modelId="{66FCEEE5-107E-4008-8457-A1C74538E805}" type="pres">
      <dgm:prSet presAssocID="{72FFBA09-5531-4732-9A4C-6ED8FF446D62}" presName="parentLeftMargin" presStyleLbl="node1" presStyleIdx="0" presStyleCnt="3"/>
      <dgm:spPr/>
    </dgm:pt>
    <dgm:pt modelId="{D1ABDE8A-3B27-403D-B8E4-56DF577A64E6}" type="pres">
      <dgm:prSet presAssocID="{72FFBA09-5531-4732-9A4C-6ED8FF446D6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7F2C35F-CF7E-4E63-AEC0-B5FDF30097EB}" type="pres">
      <dgm:prSet presAssocID="{72FFBA09-5531-4732-9A4C-6ED8FF446D62}" presName="negativeSpace" presStyleCnt="0"/>
      <dgm:spPr/>
    </dgm:pt>
    <dgm:pt modelId="{62F2A1EB-CA52-41A7-8441-6D7D4E6EBBF4}" type="pres">
      <dgm:prSet presAssocID="{72FFBA09-5531-4732-9A4C-6ED8FF446D62}" presName="childText" presStyleLbl="conFgAcc1" presStyleIdx="0" presStyleCnt="3">
        <dgm:presLayoutVars>
          <dgm:bulletEnabled val="1"/>
        </dgm:presLayoutVars>
      </dgm:prSet>
      <dgm:spPr/>
    </dgm:pt>
    <dgm:pt modelId="{C8DD588D-44B1-4883-BD4F-E7501469205C}" type="pres">
      <dgm:prSet presAssocID="{042817AC-8A5E-48D1-A960-E7F284F7D905}" presName="spaceBetweenRectangles" presStyleCnt="0"/>
      <dgm:spPr/>
    </dgm:pt>
    <dgm:pt modelId="{3BF80BC3-B3B4-4CDA-9636-CD71F91F9D8C}" type="pres">
      <dgm:prSet presAssocID="{67202288-3879-426D-BED8-84CB8D1B6F42}" presName="parentLin" presStyleCnt="0"/>
      <dgm:spPr/>
    </dgm:pt>
    <dgm:pt modelId="{9B1A1F55-A751-4506-8ED3-E23B9B8519D3}" type="pres">
      <dgm:prSet presAssocID="{67202288-3879-426D-BED8-84CB8D1B6F42}" presName="parentLeftMargin" presStyleLbl="node1" presStyleIdx="0" presStyleCnt="3"/>
      <dgm:spPr/>
    </dgm:pt>
    <dgm:pt modelId="{F4FDCDF6-CFB1-4573-B4DE-2A2F6D8A0017}" type="pres">
      <dgm:prSet presAssocID="{67202288-3879-426D-BED8-84CB8D1B6F4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2376540-6820-4C81-9C14-DEFB18A810F0}" type="pres">
      <dgm:prSet presAssocID="{67202288-3879-426D-BED8-84CB8D1B6F42}" presName="negativeSpace" presStyleCnt="0"/>
      <dgm:spPr/>
    </dgm:pt>
    <dgm:pt modelId="{FC9026AC-CD4D-46F2-A4DC-88622C09CB62}" type="pres">
      <dgm:prSet presAssocID="{67202288-3879-426D-BED8-84CB8D1B6F42}" presName="childText" presStyleLbl="conFgAcc1" presStyleIdx="1" presStyleCnt="3">
        <dgm:presLayoutVars>
          <dgm:bulletEnabled val="1"/>
        </dgm:presLayoutVars>
      </dgm:prSet>
      <dgm:spPr/>
    </dgm:pt>
    <dgm:pt modelId="{9D5608E5-57A0-42F5-B253-E64E10817DAC}" type="pres">
      <dgm:prSet presAssocID="{8E626334-AB22-4738-8780-55752C28A9E6}" presName="spaceBetweenRectangles" presStyleCnt="0"/>
      <dgm:spPr/>
    </dgm:pt>
    <dgm:pt modelId="{C720C411-0814-4BFB-8D9D-45F189F3F59E}" type="pres">
      <dgm:prSet presAssocID="{594B0D12-5335-40CB-8591-7950165A463D}" presName="parentLin" presStyleCnt="0"/>
      <dgm:spPr/>
    </dgm:pt>
    <dgm:pt modelId="{46903009-1095-4E50-B1EE-FA5FD2C5B721}" type="pres">
      <dgm:prSet presAssocID="{594B0D12-5335-40CB-8591-7950165A463D}" presName="parentLeftMargin" presStyleLbl="node1" presStyleIdx="1" presStyleCnt="3"/>
      <dgm:spPr/>
    </dgm:pt>
    <dgm:pt modelId="{14F81F7B-2C8B-4BD3-8798-81254FAE95A8}" type="pres">
      <dgm:prSet presAssocID="{594B0D12-5335-40CB-8591-7950165A463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C8EAB24-015A-4A65-9597-E3230173277B}" type="pres">
      <dgm:prSet presAssocID="{594B0D12-5335-40CB-8591-7950165A463D}" presName="negativeSpace" presStyleCnt="0"/>
      <dgm:spPr/>
    </dgm:pt>
    <dgm:pt modelId="{582E13C3-827D-46B7-A5FF-62BB13B3EE41}" type="pres">
      <dgm:prSet presAssocID="{594B0D12-5335-40CB-8591-7950165A463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49A3A00-5836-4463-812F-277FA196CCC8}" type="presOf" srcId="{C96F339F-61B6-4231-819F-FBB44C18BAF3}" destId="{FC9026AC-CD4D-46F2-A4DC-88622C09CB62}" srcOrd="0" destOrd="2" presId="urn:microsoft.com/office/officeart/2005/8/layout/list1"/>
    <dgm:cxn modelId="{0D2ABB02-ADBC-4854-B619-3D35E9C6E4E7}" srcId="{72FFBA09-5531-4732-9A4C-6ED8FF446D62}" destId="{81274BAD-93F8-4EBD-89C2-FC1D93AA4FE2}" srcOrd="1" destOrd="0" parTransId="{5B4BE620-C748-4DB3-8EB8-14019F66F645}" sibTransId="{3687F92F-355E-4A05-BB09-854AD8E153F1}"/>
    <dgm:cxn modelId="{201F2205-CB8A-4691-BBF2-BEC487CAFC0C}" srcId="{991948FA-EC60-4B11-8430-57FB349AC219}" destId="{2B9C7D16-BF40-4734-BE2F-F9EF7348E8B2}" srcOrd="1" destOrd="0" parTransId="{D821166E-1A41-4288-B7C4-997FF463B1CA}" sibTransId="{49C67F76-0972-4A6F-9D76-EF31B74BB8A1}"/>
    <dgm:cxn modelId="{F045750C-232A-47B7-958C-C3CEEB8CB4F0}" srcId="{773D1129-4B5C-4D3A-9A6D-F5D9F0A2DBB3}" destId="{C96F339F-61B6-4231-819F-FBB44C18BAF3}" srcOrd="0" destOrd="0" parTransId="{B7A419D8-5FFA-4DCE-A65B-2546C54407CF}" sibTransId="{788FDD9E-8C3F-4D33-9D25-7CE7478F8DB5}"/>
    <dgm:cxn modelId="{2229BA12-7C79-4520-9C95-823EF8742F20}" type="presOf" srcId="{6899EBCA-DFCD-47DC-AA17-D6138BF7C5A5}" destId="{582E13C3-827D-46B7-A5FF-62BB13B3EE41}" srcOrd="0" destOrd="6" presId="urn:microsoft.com/office/officeart/2005/8/layout/list1"/>
    <dgm:cxn modelId="{626D0314-CD37-4CFC-8097-5C703128F8F0}" srcId="{6767BB3F-F793-4C8E-B437-6756DAC0C5FD}" destId="{67202288-3879-426D-BED8-84CB8D1B6F42}" srcOrd="1" destOrd="0" parTransId="{6AD70458-6D8F-404A-8490-653D9934108A}" sibTransId="{8E626334-AB22-4738-8780-55752C28A9E6}"/>
    <dgm:cxn modelId="{21483C19-DC7B-4892-A8E9-4803D70F3E81}" type="presOf" srcId="{72FFBA09-5531-4732-9A4C-6ED8FF446D62}" destId="{D1ABDE8A-3B27-403D-B8E4-56DF577A64E6}" srcOrd="1" destOrd="0" presId="urn:microsoft.com/office/officeart/2005/8/layout/list1"/>
    <dgm:cxn modelId="{D6631D2F-C8B0-41B7-AC2E-51F8BCB4F6FF}" type="presOf" srcId="{264932E4-8E2C-48A8-84CE-251FBE359607}" destId="{582E13C3-827D-46B7-A5FF-62BB13B3EE41}" srcOrd="0" destOrd="3" presId="urn:microsoft.com/office/officeart/2005/8/layout/list1"/>
    <dgm:cxn modelId="{1BAC083B-A461-45E7-805F-70D897D02A15}" srcId="{991948FA-EC60-4B11-8430-57FB349AC219}" destId="{1F7167A7-5361-4ADF-A971-C910FCBA5F05}" srcOrd="0" destOrd="0" parTransId="{4627729C-5097-4D18-AE7D-CBF6286D4463}" sibTransId="{6D7745D5-829D-4B36-800E-9EF9F3DC3F5E}"/>
    <dgm:cxn modelId="{4524283F-F71D-4E21-B4F3-E6850230EA9E}" srcId="{6767BB3F-F793-4C8E-B437-6756DAC0C5FD}" destId="{594B0D12-5335-40CB-8591-7950165A463D}" srcOrd="2" destOrd="0" parTransId="{3EEFD6B7-BF38-4447-9CD3-07C67A632687}" sibTransId="{27F3C012-CD52-433C-829D-FAEE9BD9C466}"/>
    <dgm:cxn modelId="{FEE5695F-4813-46CA-8CB6-576B01C6B923}" type="presOf" srcId="{594B0D12-5335-40CB-8591-7950165A463D}" destId="{14F81F7B-2C8B-4BD3-8798-81254FAE95A8}" srcOrd="1" destOrd="0" presId="urn:microsoft.com/office/officeart/2005/8/layout/list1"/>
    <dgm:cxn modelId="{F0202C41-8C6F-4234-B7DD-46AB0C77DEAC}" type="presOf" srcId="{2FE6DAAA-FC58-4264-89B1-CB49768E90B0}" destId="{582E13C3-827D-46B7-A5FF-62BB13B3EE41}" srcOrd="0" destOrd="4" presId="urn:microsoft.com/office/officeart/2005/8/layout/list1"/>
    <dgm:cxn modelId="{8B300465-9576-45EB-B118-B566D841F168}" srcId="{264932E4-8E2C-48A8-84CE-251FBE359607}" destId="{85439EB5-7A43-4ABF-9FBB-15B803D2C1E7}" srcOrd="1" destOrd="0" parTransId="{7DDF3D97-287C-4F5F-A19D-5FBF1EA31875}" sibTransId="{3ADBEA11-65D4-452B-A5A6-F45A5AB36F6E}"/>
    <dgm:cxn modelId="{CEB6EB47-077A-48BF-A09F-5AA82A60A67E}" type="presOf" srcId="{991948FA-EC60-4B11-8430-57FB349AC219}" destId="{582E13C3-827D-46B7-A5FF-62BB13B3EE41}" srcOrd="0" destOrd="0" presId="urn:microsoft.com/office/officeart/2005/8/layout/list1"/>
    <dgm:cxn modelId="{60457248-7DB4-4366-B25A-6674DD4E3F59}" type="presOf" srcId="{6767BB3F-F793-4C8E-B437-6756DAC0C5FD}" destId="{B2795D98-06EA-4A07-993B-BEFB577454BE}" srcOrd="0" destOrd="0" presId="urn:microsoft.com/office/officeart/2005/8/layout/list1"/>
    <dgm:cxn modelId="{4AC2AC4F-69E1-4828-B30E-FDA24519C8A6}" type="presOf" srcId="{81274BAD-93F8-4EBD-89C2-FC1D93AA4FE2}" destId="{62F2A1EB-CA52-41A7-8441-6D7D4E6EBBF4}" srcOrd="0" destOrd="1" presId="urn:microsoft.com/office/officeart/2005/8/layout/list1"/>
    <dgm:cxn modelId="{6C5BD150-9FEA-48E2-B182-3C002C9BF52F}" type="presOf" srcId="{2B9C7D16-BF40-4734-BE2F-F9EF7348E8B2}" destId="{582E13C3-827D-46B7-A5FF-62BB13B3EE41}" srcOrd="0" destOrd="2" presId="urn:microsoft.com/office/officeart/2005/8/layout/list1"/>
    <dgm:cxn modelId="{85BB647D-ECBC-4CCA-BD21-C9AC0930DE2E}" srcId="{594B0D12-5335-40CB-8591-7950165A463D}" destId="{991948FA-EC60-4B11-8430-57FB349AC219}" srcOrd="0" destOrd="0" parTransId="{CDD1F0DB-7B0F-429E-8E9B-2F208E4536B7}" sibTransId="{9A716398-D3B2-445A-964B-521123048251}"/>
    <dgm:cxn modelId="{5312CA84-128F-43DB-8A06-93BEB32083A5}" type="presOf" srcId="{85439EB5-7A43-4ABF-9FBB-15B803D2C1E7}" destId="{582E13C3-827D-46B7-A5FF-62BB13B3EE41}" srcOrd="0" destOrd="5" presId="urn:microsoft.com/office/officeart/2005/8/layout/list1"/>
    <dgm:cxn modelId="{C740A488-30C1-4726-B296-A3CBFB84ECBC}" type="presOf" srcId="{1F7167A7-5361-4ADF-A971-C910FCBA5F05}" destId="{582E13C3-827D-46B7-A5FF-62BB13B3EE41}" srcOrd="0" destOrd="1" presId="urn:microsoft.com/office/officeart/2005/8/layout/list1"/>
    <dgm:cxn modelId="{6C490E90-12F0-4CCB-87E9-E0F4F0EE5914}" srcId="{67202288-3879-426D-BED8-84CB8D1B6F42}" destId="{43D04FC5-99F7-473D-B94A-CFD1338986F2}" srcOrd="0" destOrd="0" parTransId="{72A70B7B-D4CD-4D1F-87DF-DEC15B39C5A1}" sibTransId="{668F52F4-0691-427E-BCC5-B885036D8063}"/>
    <dgm:cxn modelId="{7F709E96-51F9-4676-A854-C9C4B9D29C23}" type="presOf" srcId="{0F60647D-183C-4E11-8F56-E87CC436A62C}" destId="{FC9026AC-CD4D-46F2-A4DC-88622C09CB62}" srcOrd="0" destOrd="3" presId="urn:microsoft.com/office/officeart/2005/8/layout/list1"/>
    <dgm:cxn modelId="{3920B69E-2E19-4A52-AC86-5245FEC60955}" type="presOf" srcId="{67202288-3879-426D-BED8-84CB8D1B6F42}" destId="{9B1A1F55-A751-4506-8ED3-E23B9B8519D3}" srcOrd="0" destOrd="0" presId="urn:microsoft.com/office/officeart/2005/8/layout/list1"/>
    <dgm:cxn modelId="{C3F109A6-1D15-450F-8C00-F469828D9FCC}" type="presOf" srcId="{67202288-3879-426D-BED8-84CB8D1B6F42}" destId="{F4FDCDF6-CFB1-4573-B4DE-2A2F6D8A0017}" srcOrd="1" destOrd="0" presId="urn:microsoft.com/office/officeart/2005/8/layout/list1"/>
    <dgm:cxn modelId="{5B72AEAC-4717-4B49-A622-8ECDF6EDF0B3}" srcId="{67202288-3879-426D-BED8-84CB8D1B6F42}" destId="{773D1129-4B5C-4D3A-9A6D-F5D9F0A2DBB3}" srcOrd="1" destOrd="0" parTransId="{7E3A6A37-ECAA-4F8E-AD84-876E5FE7DC64}" sibTransId="{24A7718B-41C8-4B77-9EBC-714137C00603}"/>
    <dgm:cxn modelId="{6D4083C2-62D8-4ABA-A27A-1F25BFDCAB56}" srcId="{264932E4-8E2C-48A8-84CE-251FBE359607}" destId="{2FE6DAAA-FC58-4264-89B1-CB49768E90B0}" srcOrd="0" destOrd="0" parTransId="{FE3226FC-3761-43BE-8FF0-F8DB805ADC49}" sibTransId="{9C76D40B-753B-427E-AF9F-69DC43FE350E}"/>
    <dgm:cxn modelId="{2E1643CB-64CB-45DB-8743-B1F11EAEB7A1}" srcId="{264932E4-8E2C-48A8-84CE-251FBE359607}" destId="{6899EBCA-DFCD-47DC-AA17-D6138BF7C5A5}" srcOrd="2" destOrd="0" parTransId="{7586E9DB-B183-46EE-B4ED-3FDDEF8156E0}" sibTransId="{0F68B178-F6AE-438F-8E0D-FEDF062863BB}"/>
    <dgm:cxn modelId="{194A48CC-D8F8-473D-B178-62C65E7E0CA1}" type="presOf" srcId="{72FFBA09-5531-4732-9A4C-6ED8FF446D62}" destId="{66FCEEE5-107E-4008-8457-A1C74538E805}" srcOrd="0" destOrd="0" presId="urn:microsoft.com/office/officeart/2005/8/layout/list1"/>
    <dgm:cxn modelId="{ECDCE1CD-1641-4FA6-98BB-4357B1802617}" srcId="{594B0D12-5335-40CB-8591-7950165A463D}" destId="{264932E4-8E2C-48A8-84CE-251FBE359607}" srcOrd="1" destOrd="0" parTransId="{BBD0C73F-B456-4378-9971-571E70973535}" sibTransId="{8A198FD0-D887-4909-9371-B1F02990A675}"/>
    <dgm:cxn modelId="{4739ABCF-CE50-4711-B1D3-7C2652D2A4A1}" srcId="{773D1129-4B5C-4D3A-9A6D-F5D9F0A2DBB3}" destId="{0F60647D-183C-4E11-8F56-E87CC436A62C}" srcOrd="1" destOrd="0" parTransId="{D3BDDBD4-7797-4645-A2D4-304E54F31583}" sibTransId="{E62558C7-C736-40C5-B51F-FACA5665D76D}"/>
    <dgm:cxn modelId="{7FCB9BD6-D182-4ECF-BE8D-6738C56B0B29}" srcId="{72FFBA09-5531-4732-9A4C-6ED8FF446D62}" destId="{587151AC-55FA-4D86-AB9D-3E9A3C020545}" srcOrd="0" destOrd="0" parTransId="{B4208832-8FB8-4E64-BD38-CB22CA20D7EE}" sibTransId="{2D7A2E65-132D-487C-8C37-BFD4B9FDE75A}"/>
    <dgm:cxn modelId="{57A34FDE-769D-46C3-97D5-9AFC34536DB2}" type="presOf" srcId="{43D04FC5-99F7-473D-B94A-CFD1338986F2}" destId="{FC9026AC-CD4D-46F2-A4DC-88622C09CB62}" srcOrd="0" destOrd="0" presId="urn:microsoft.com/office/officeart/2005/8/layout/list1"/>
    <dgm:cxn modelId="{8B059BDE-8748-43CE-B5D9-CA871D618732}" type="presOf" srcId="{594B0D12-5335-40CB-8591-7950165A463D}" destId="{46903009-1095-4E50-B1EE-FA5FD2C5B721}" srcOrd="0" destOrd="0" presId="urn:microsoft.com/office/officeart/2005/8/layout/list1"/>
    <dgm:cxn modelId="{C4FAAAE3-DB12-466A-8E13-7369917051DF}" type="presOf" srcId="{587151AC-55FA-4D86-AB9D-3E9A3C020545}" destId="{62F2A1EB-CA52-41A7-8441-6D7D4E6EBBF4}" srcOrd="0" destOrd="0" presId="urn:microsoft.com/office/officeart/2005/8/layout/list1"/>
    <dgm:cxn modelId="{A8E2EBEA-A514-47AD-B7F7-BBDDD79BE56F}" type="presOf" srcId="{773D1129-4B5C-4D3A-9A6D-F5D9F0A2DBB3}" destId="{FC9026AC-CD4D-46F2-A4DC-88622C09CB62}" srcOrd="0" destOrd="1" presId="urn:microsoft.com/office/officeart/2005/8/layout/list1"/>
    <dgm:cxn modelId="{1E80A9F0-AE25-4469-A849-BC56D89BC089}" srcId="{6767BB3F-F793-4C8E-B437-6756DAC0C5FD}" destId="{72FFBA09-5531-4732-9A4C-6ED8FF446D62}" srcOrd="0" destOrd="0" parTransId="{0936566A-CFEE-4CA8-9A4E-421A45AD97AD}" sibTransId="{042817AC-8A5E-48D1-A960-E7F284F7D905}"/>
    <dgm:cxn modelId="{C66991BA-A75A-4B94-8A76-2C650D9DD899}" type="presParOf" srcId="{B2795D98-06EA-4A07-993B-BEFB577454BE}" destId="{2B7737BD-33D1-4C35-A361-007B68B14F58}" srcOrd="0" destOrd="0" presId="urn:microsoft.com/office/officeart/2005/8/layout/list1"/>
    <dgm:cxn modelId="{5EEA90FD-A55B-409D-8E56-F0BFC1EABBEE}" type="presParOf" srcId="{2B7737BD-33D1-4C35-A361-007B68B14F58}" destId="{66FCEEE5-107E-4008-8457-A1C74538E805}" srcOrd="0" destOrd="0" presId="urn:microsoft.com/office/officeart/2005/8/layout/list1"/>
    <dgm:cxn modelId="{9486931C-C8FC-418E-881B-610617033931}" type="presParOf" srcId="{2B7737BD-33D1-4C35-A361-007B68B14F58}" destId="{D1ABDE8A-3B27-403D-B8E4-56DF577A64E6}" srcOrd="1" destOrd="0" presId="urn:microsoft.com/office/officeart/2005/8/layout/list1"/>
    <dgm:cxn modelId="{FAF4D4F2-4221-4BBB-A55D-6527445F7440}" type="presParOf" srcId="{B2795D98-06EA-4A07-993B-BEFB577454BE}" destId="{B7F2C35F-CF7E-4E63-AEC0-B5FDF30097EB}" srcOrd="1" destOrd="0" presId="urn:microsoft.com/office/officeart/2005/8/layout/list1"/>
    <dgm:cxn modelId="{52E1B3DB-ACD5-4BD5-9E36-82DF9BB19D6C}" type="presParOf" srcId="{B2795D98-06EA-4A07-993B-BEFB577454BE}" destId="{62F2A1EB-CA52-41A7-8441-6D7D4E6EBBF4}" srcOrd="2" destOrd="0" presId="urn:microsoft.com/office/officeart/2005/8/layout/list1"/>
    <dgm:cxn modelId="{D1310D16-6B2C-4B99-9071-CB8B8F0ADA54}" type="presParOf" srcId="{B2795D98-06EA-4A07-993B-BEFB577454BE}" destId="{C8DD588D-44B1-4883-BD4F-E7501469205C}" srcOrd="3" destOrd="0" presId="urn:microsoft.com/office/officeart/2005/8/layout/list1"/>
    <dgm:cxn modelId="{B88DB88F-CDB5-417E-A77C-83D184F03920}" type="presParOf" srcId="{B2795D98-06EA-4A07-993B-BEFB577454BE}" destId="{3BF80BC3-B3B4-4CDA-9636-CD71F91F9D8C}" srcOrd="4" destOrd="0" presId="urn:microsoft.com/office/officeart/2005/8/layout/list1"/>
    <dgm:cxn modelId="{B19F9F83-F010-49C9-BF42-C7AFFAE4E2D5}" type="presParOf" srcId="{3BF80BC3-B3B4-4CDA-9636-CD71F91F9D8C}" destId="{9B1A1F55-A751-4506-8ED3-E23B9B8519D3}" srcOrd="0" destOrd="0" presId="urn:microsoft.com/office/officeart/2005/8/layout/list1"/>
    <dgm:cxn modelId="{F33E1BE2-4E45-4CD9-B295-A0395AC8C8C8}" type="presParOf" srcId="{3BF80BC3-B3B4-4CDA-9636-CD71F91F9D8C}" destId="{F4FDCDF6-CFB1-4573-B4DE-2A2F6D8A0017}" srcOrd="1" destOrd="0" presId="urn:microsoft.com/office/officeart/2005/8/layout/list1"/>
    <dgm:cxn modelId="{9FED3EDB-7C8A-4560-8066-D7D9374EEA89}" type="presParOf" srcId="{B2795D98-06EA-4A07-993B-BEFB577454BE}" destId="{A2376540-6820-4C81-9C14-DEFB18A810F0}" srcOrd="5" destOrd="0" presId="urn:microsoft.com/office/officeart/2005/8/layout/list1"/>
    <dgm:cxn modelId="{A09C4C05-C32E-4DAF-A654-6E27536D9DC1}" type="presParOf" srcId="{B2795D98-06EA-4A07-993B-BEFB577454BE}" destId="{FC9026AC-CD4D-46F2-A4DC-88622C09CB62}" srcOrd="6" destOrd="0" presId="urn:microsoft.com/office/officeart/2005/8/layout/list1"/>
    <dgm:cxn modelId="{45326637-4048-4B94-9494-3397E2BD779C}" type="presParOf" srcId="{B2795D98-06EA-4A07-993B-BEFB577454BE}" destId="{9D5608E5-57A0-42F5-B253-E64E10817DAC}" srcOrd="7" destOrd="0" presId="urn:microsoft.com/office/officeart/2005/8/layout/list1"/>
    <dgm:cxn modelId="{3436AC88-D47E-4BF3-997F-835AB5D4E045}" type="presParOf" srcId="{B2795D98-06EA-4A07-993B-BEFB577454BE}" destId="{C720C411-0814-4BFB-8D9D-45F189F3F59E}" srcOrd="8" destOrd="0" presId="urn:microsoft.com/office/officeart/2005/8/layout/list1"/>
    <dgm:cxn modelId="{F08AEA4D-A3CD-478A-8C67-683A17B89137}" type="presParOf" srcId="{C720C411-0814-4BFB-8D9D-45F189F3F59E}" destId="{46903009-1095-4E50-B1EE-FA5FD2C5B721}" srcOrd="0" destOrd="0" presId="urn:microsoft.com/office/officeart/2005/8/layout/list1"/>
    <dgm:cxn modelId="{6F53B542-0EA4-4FE7-B0AF-AD48B82C645B}" type="presParOf" srcId="{C720C411-0814-4BFB-8D9D-45F189F3F59E}" destId="{14F81F7B-2C8B-4BD3-8798-81254FAE95A8}" srcOrd="1" destOrd="0" presId="urn:microsoft.com/office/officeart/2005/8/layout/list1"/>
    <dgm:cxn modelId="{FAC386F7-F498-4830-9191-4CDD962D7E70}" type="presParOf" srcId="{B2795D98-06EA-4A07-993B-BEFB577454BE}" destId="{FC8EAB24-015A-4A65-9597-E3230173277B}" srcOrd="9" destOrd="0" presId="urn:microsoft.com/office/officeart/2005/8/layout/list1"/>
    <dgm:cxn modelId="{7A405540-654C-47FE-B962-DE044BE3535A}" type="presParOf" srcId="{B2795D98-06EA-4A07-993B-BEFB577454BE}" destId="{582E13C3-827D-46B7-A5FF-62BB13B3EE4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631440-BC67-43E5-999A-82C9909AA415}">
      <dsp:nvSpPr>
        <dsp:cNvPr id="0" name=""/>
        <dsp:cNvSpPr/>
      </dsp:nvSpPr>
      <dsp:spPr>
        <a:xfrm>
          <a:off x="1049271" y="674514"/>
          <a:ext cx="1123664" cy="11236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0F7255-1AD6-4693-BC0F-CDDA6BA38820}">
      <dsp:nvSpPr>
        <dsp:cNvPr id="0" name=""/>
        <dsp:cNvSpPr/>
      </dsp:nvSpPr>
      <dsp:spPr>
        <a:xfrm>
          <a:off x="5868" y="1941221"/>
          <a:ext cx="3210468" cy="481570"/>
        </a:xfrm>
        <a:prstGeom prst="rect">
          <a:avLst/>
        </a:prstGeom>
        <a:noFill/>
        <a:ln>
          <a:noFill/>
        </a:ln>
        <a:effectLst/>
        <a:sp3d prstMaterial="metal">
          <a:bevelT w="88900" h="8890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0" kern="1200" dirty="0"/>
            <a:t>Brief recap of previous week</a:t>
          </a:r>
          <a:endParaRPr lang="en-US" sz="2100" kern="1200" dirty="0"/>
        </a:p>
      </dsp:txBody>
      <dsp:txXfrm>
        <a:off x="5868" y="1941221"/>
        <a:ext cx="3210468" cy="481570"/>
      </dsp:txXfrm>
    </dsp:sp>
    <dsp:sp modelId="{464C32C9-97E0-4FAC-AB96-14BD65EC5CF4}">
      <dsp:nvSpPr>
        <dsp:cNvPr id="0" name=""/>
        <dsp:cNvSpPr/>
      </dsp:nvSpPr>
      <dsp:spPr>
        <a:xfrm>
          <a:off x="5868" y="2489323"/>
          <a:ext cx="3210468" cy="1511763"/>
        </a:xfrm>
        <a:prstGeom prst="rect">
          <a:avLst/>
        </a:prstGeom>
        <a:noFill/>
        <a:ln>
          <a:noFill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p3d prstMaterial="metal">
          <a:bevelT w="88900" h="8890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9557B7-7AD7-41A8-ACCC-0BA2B42C1833}">
      <dsp:nvSpPr>
        <dsp:cNvPr id="0" name=""/>
        <dsp:cNvSpPr/>
      </dsp:nvSpPr>
      <dsp:spPr>
        <a:xfrm>
          <a:off x="4821571" y="674514"/>
          <a:ext cx="1123664" cy="11236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91EB6A-B71C-45E5-9D36-0DE3C91EDE8E}">
      <dsp:nvSpPr>
        <dsp:cNvPr id="0" name=""/>
        <dsp:cNvSpPr/>
      </dsp:nvSpPr>
      <dsp:spPr>
        <a:xfrm>
          <a:off x="3778169" y="1941221"/>
          <a:ext cx="3210468" cy="481570"/>
        </a:xfrm>
        <a:prstGeom prst="rect">
          <a:avLst/>
        </a:prstGeom>
        <a:noFill/>
        <a:ln>
          <a:noFill/>
        </a:ln>
        <a:effectLst/>
        <a:sp3d prstMaterial="metal">
          <a:bevelT w="88900" h="8890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0" kern="1200" dirty="0"/>
            <a:t>Progress made in this week</a:t>
          </a:r>
          <a:endParaRPr lang="en-US" sz="2100" kern="1200" dirty="0"/>
        </a:p>
      </dsp:txBody>
      <dsp:txXfrm>
        <a:off x="3778169" y="1941221"/>
        <a:ext cx="3210468" cy="481570"/>
      </dsp:txXfrm>
    </dsp:sp>
    <dsp:sp modelId="{344511C2-B581-4A2F-A53C-47FD4732B07C}">
      <dsp:nvSpPr>
        <dsp:cNvPr id="0" name=""/>
        <dsp:cNvSpPr/>
      </dsp:nvSpPr>
      <dsp:spPr>
        <a:xfrm>
          <a:off x="3778169" y="2489323"/>
          <a:ext cx="3210468" cy="1511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New data &amp; Complete synonyms list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ITEM1_DESC Mapping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FastText model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Voting hard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Fuzzy match of FEAT1</a:t>
          </a:r>
        </a:p>
      </dsp:txBody>
      <dsp:txXfrm>
        <a:off x="3778169" y="2489323"/>
        <a:ext cx="3210468" cy="1511763"/>
      </dsp:txXfrm>
    </dsp:sp>
    <dsp:sp modelId="{9AE7C2E3-CC14-4B41-BF36-F8DEF0DC3CED}">
      <dsp:nvSpPr>
        <dsp:cNvPr id="0" name=""/>
        <dsp:cNvSpPr/>
      </dsp:nvSpPr>
      <dsp:spPr>
        <a:xfrm>
          <a:off x="8593872" y="674514"/>
          <a:ext cx="1123664" cy="11236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CE3B9E-67C9-4544-9F38-A420A90EFFDB}">
      <dsp:nvSpPr>
        <dsp:cNvPr id="0" name=""/>
        <dsp:cNvSpPr/>
      </dsp:nvSpPr>
      <dsp:spPr>
        <a:xfrm>
          <a:off x="7550470" y="1941221"/>
          <a:ext cx="3210468" cy="481570"/>
        </a:xfrm>
        <a:prstGeom prst="rect">
          <a:avLst/>
        </a:prstGeom>
        <a:noFill/>
        <a:ln>
          <a:noFill/>
        </a:ln>
        <a:effectLst/>
        <a:sp3d prstMaterial="metal">
          <a:bevelT w="88900" h="8890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0" kern="1200" dirty="0"/>
            <a:t>Way forward</a:t>
          </a:r>
          <a:endParaRPr lang="en-US" sz="2100" kern="1200" dirty="0"/>
        </a:p>
      </dsp:txBody>
      <dsp:txXfrm>
        <a:off x="7550470" y="1941221"/>
        <a:ext cx="3210468" cy="481570"/>
      </dsp:txXfrm>
    </dsp:sp>
    <dsp:sp modelId="{706B9664-41A4-4BB4-B2AA-4220C06F7950}">
      <dsp:nvSpPr>
        <dsp:cNvPr id="0" name=""/>
        <dsp:cNvSpPr/>
      </dsp:nvSpPr>
      <dsp:spPr>
        <a:xfrm>
          <a:off x="7550470" y="2489323"/>
          <a:ext cx="3210468" cy="1511763"/>
        </a:xfrm>
        <a:prstGeom prst="rect">
          <a:avLst/>
        </a:prstGeom>
        <a:noFill/>
        <a:ln>
          <a:noFill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p3d prstMaterial="metal">
          <a:bevelT w="88900" h="8890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127E78-5457-4242-9509-3BEE4E15BFF1}">
      <dsp:nvSpPr>
        <dsp:cNvPr id="0" name=""/>
        <dsp:cNvSpPr/>
      </dsp:nvSpPr>
      <dsp:spPr>
        <a:xfrm>
          <a:off x="1587638" y="2821"/>
          <a:ext cx="2071990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Voting hard for RF, LR, SVM</a:t>
          </a:r>
        </a:p>
      </dsp:txBody>
      <dsp:txXfrm>
        <a:off x="1612430" y="27613"/>
        <a:ext cx="2022406" cy="796886"/>
      </dsp:txXfrm>
    </dsp:sp>
    <dsp:sp modelId="{334F31B2-81E0-4064-B800-280BA4D16B1F}">
      <dsp:nvSpPr>
        <dsp:cNvPr id="0" name=""/>
        <dsp:cNvSpPr/>
      </dsp:nvSpPr>
      <dsp:spPr>
        <a:xfrm>
          <a:off x="1794837" y="849292"/>
          <a:ext cx="207199" cy="6348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4852"/>
              </a:lnTo>
              <a:lnTo>
                <a:pt x="207199" y="63485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39FBCD-1E14-419B-973C-E80560C8E0D6}">
      <dsp:nvSpPr>
        <dsp:cNvPr id="0" name=""/>
        <dsp:cNvSpPr/>
      </dsp:nvSpPr>
      <dsp:spPr>
        <a:xfrm>
          <a:off x="2002037" y="1060909"/>
          <a:ext cx="1354352" cy="8464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TF cat: 68.77</a:t>
          </a:r>
        </a:p>
      </dsp:txBody>
      <dsp:txXfrm>
        <a:off x="2026829" y="1085701"/>
        <a:ext cx="1304768" cy="796886"/>
      </dsp:txXfrm>
    </dsp:sp>
    <dsp:sp modelId="{D3AC0D1A-E8EF-4702-9320-E5455291E01F}">
      <dsp:nvSpPr>
        <dsp:cNvPr id="0" name=""/>
        <dsp:cNvSpPr/>
      </dsp:nvSpPr>
      <dsp:spPr>
        <a:xfrm>
          <a:off x="1794837" y="849292"/>
          <a:ext cx="207199" cy="16929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2941"/>
              </a:lnTo>
              <a:lnTo>
                <a:pt x="207199" y="16929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053593-003C-401F-8019-557B9439619F}">
      <dsp:nvSpPr>
        <dsp:cNvPr id="0" name=""/>
        <dsp:cNvSpPr/>
      </dsp:nvSpPr>
      <dsp:spPr>
        <a:xfrm>
          <a:off x="2002037" y="2118998"/>
          <a:ext cx="1354352" cy="8464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TF var: 78.25</a:t>
          </a:r>
        </a:p>
      </dsp:txBody>
      <dsp:txXfrm>
        <a:off x="2026829" y="2143790"/>
        <a:ext cx="1304768" cy="796886"/>
      </dsp:txXfrm>
    </dsp:sp>
    <dsp:sp modelId="{8911FF8E-98ED-4980-80DE-0EC35E6881F5}">
      <dsp:nvSpPr>
        <dsp:cNvPr id="0" name=""/>
        <dsp:cNvSpPr/>
      </dsp:nvSpPr>
      <dsp:spPr>
        <a:xfrm>
          <a:off x="4082864" y="2821"/>
          <a:ext cx="1692941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satMod val="103000"/>
                <a:lumMod val="102000"/>
                <a:tint val="94000"/>
              </a:schemeClr>
            </a:gs>
            <a:gs pos="50000">
              <a:schemeClr val="accent6">
                <a:satMod val="110000"/>
                <a:lumMod val="100000"/>
                <a:shade val="100000"/>
              </a:schemeClr>
            </a:gs>
            <a:gs pos="100000">
              <a:schemeClr val="accent6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FastText model</a:t>
          </a:r>
          <a:endParaRPr lang="en-US" sz="2400" kern="1200" dirty="0"/>
        </a:p>
      </dsp:txBody>
      <dsp:txXfrm>
        <a:off x="4107656" y="27613"/>
        <a:ext cx="1643357" cy="796886"/>
      </dsp:txXfrm>
    </dsp:sp>
    <dsp:sp modelId="{89ED0F36-DD17-4B80-A304-E8A3A3209887}">
      <dsp:nvSpPr>
        <dsp:cNvPr id="0" name=""/>
        <dsp:cNvSpPr/>
      </dsp:nvSpPr>
      <dsp:spPr>
        <a:xfrm>
          <a:off x="4252159" y="849292"/>
          <a:ext cx="169294" cy="6348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4852"/>
              </a:lnTo>
              <a:lnTo>
                <a:pt x="169294" y="63485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62D6EE-E316-4338-9600-E234AF058540}">
      <dsp:nvSpPr>
        <dsp:cNvPr id="0" name=""/>
        <dsp:cNvSpPr/>
      </dsp:nvSpPr>
      <dsp:spPr>
        <a:xfrm>
          <a:off x="4421453" y="1060909"/>
          <a:ext cx="1354352" cy="8464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Autotuning of parameters</a:t>
          </a:r>
        </a:p>
      </dsp:txBody>
      <dsp:txXfrm>
        <a:off x="4446245" y="1085701"/>
        <a:ext cx="1304768" cy="796886"/>
      </dsp:txXfrm>
    </dsp:sp>
    <dsp:sp modelId="{1B20A9BA-4BF1-432B-8D6A-8AFA16E3EAE4}">
      <dsp:nvSpPr>
        <dsp:cNvPr id="0" name=""/>
        <dsp:cNvSpPr/>
      </dsp:nvSpPr>
      <dsp:spPr>
        <a:xfrm>
          <a:off x="4252159" y="849292"/>
          <a:ext cx="169294" cy="16929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2941"/>
              </a:lnTo>
              <a:lnTo>
                <a:pt x="169294" y="16929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576675-5888-42A8-AEB9-BCB2DD23D673}">
      <dsp:nvSpPr>
        <dsp:cNvPr id="0" name=""/>
        <dsp:cNvSpPr/>
      </dsp:nvSpPr>
      <dsp:spPr>
        <a:xfrm>
          <a:off x="4421453" y="2118998"/>
          <a:ext cx="1354352" cy="8464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Playing with parameters</a:t>
          </a:r>
        </a:p>
      </dsp:txBody>
      <dsp:txXfrm>
        <a:off x="4446245" y="2143790"/>
        <a:ext cx="1304768" cy="796886"/>
      </dsp:txXfrm>
    </dsp:sp>
    <dsp:sp modelId="{C58E6A71-623C-4FF7-B259-A9D84E4E1E10}">
      <dsp:nvSpPr>
        <dsp:cNvPr id="0" name=""/>
        <dsp:cNvSpPr/>
      </dsp:nvSpPr>
      <dsp:spPr>
        <a:xfrm>
          <a:off x="4252159" y="849292"/>
          <a:ext cx="169294" cy="2751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51029"/>
              </a:lnTo>
              <a:lnTo>
                <a:pt x="169294" y="27510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A7816-7363-4123-A4F2-B648CEB78AAF}">
      <dsp:nvSpPr>
        <dsp:cNvPr id="0" name=""/>
        <dsp:cNvSpPr/>
      </dsp:nvSpPr>
      <dsp:spPr>
        <a:xfrm>
          <a:off x="4421453" y="3177086"/>
          <a:ext cx="1354352" cy="8464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TF cat: 72.48</a:t>
          </a:r>
        </a:p>
      </dsp:txBody>
      <dsp:txXfrm>
        <a:off x="4446245" y="3201878"/>
        <a:ext cx="1304768" cy="796886"/>
      </dsp:txXfrm>
    </dsp:sp>
    <dsp:sp modelId="{2543CA19-BE45-4A84-AD00-0B39EC59B250}">
      <dsp:nvSpPr>
        <dsp:cNvPr id="0" name=""/>
        <dsp:cNvSpPr/>
      </dsp:nvSpPr>
      <dsp:spPr>
        <a:xfrm>
          <a:off x="4252159" y="849292"/>
          <a:ext cx="169294" cy="38091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9117"/>
              </a:lnTo>
              <a:lnTo>
                <a:pt x="169294" y="380911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D4AB74-99A7-4B8C-BD2A-D007818BF580}">
      <dsp:nvSpPr>
        <dsp:cNvPr id="0" name=""/>
        <dsp:cNvSpPr/>
      </dsp:nvSpPr>
      <dsp:spPr>
        <a:xfrm>
          <a:off x="4421453" y="4235174"/>
          <a:ext cx="1354352" cy="8464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TF </a:t>
          </a:r>
          <a:r>
            <a:rPr lang="en-US" sz="2000" kern="1200" dirty="0"/>
            <a:t>var: 70.59</a:t>
          </a:r>
        </a:p>
      </dsp:txBody>
      <dsp:txXfrm>
        <a:off x="4446245" y="4259966"/>
        <a:ext cx="1304768" cy="796886"/>
      </dsp:txXfrm>
    </dsp:sp>
    <dsp:sp modelId="{0D530BF9-D14B-4354-BBAA-CD1BDCF669F2}">
      <dsp:nvSpPr>
        <dsp:cNvPr id="0" name=""/>
        <dsp:cNvSpPr/>
      </dsp:nvSpPr>
      <dsp:spPr>
        <a:xfrm>
          <a:off x="6199041" y="2821"/>
          <a:ext cx="1692941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satMod val="103000"/>
                <a:lumMod val="102000"/>
                <a:tint val="94000"/>
              </a:schemeClr>
            </a:gs>
            <a:gs pos="50000">
              <a:schemeClr val="accent4">
                <a:satMod val="110000"/>
                <a:lumMod val="100000"/>
                <a:shade val="100000"/>
              </a:schemeClr>
            </a:gs>
            <a:gs pos="100000">
              <a:schemeClr val="accent4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Item1_DESC mapping</a:t>
          </a:r>
        </a:p>
      </dsp:txBody>
      <dsp:txXfrm>
        <a:off x="6223833" y="27613"/>
        <a:ext cx="1643357" cy="796886"/>
      </dsp:txXfrm>
    </dsp:sp>
    <dsp:sp modelId="{5513A41E-BDA1-48AD-A83B-46DC7D3CE459}">
      <dsp:nvSpPr>
        <dsp:cNvPr id="0" name=""/>
        <dsp:cNvSpPr/>
      </dsp:nvSpPr>
      <dsp:spPr>
        <a:xfrm>
          <a:off x="6368335" y="849292"/>
          <a:ext cx="169294" cy="6348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4852"/>
              </a:lnTo>
              <a:lnTo>
                <a:pt x="169294" y="63485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A3EC42-A1AF-458F-90C3-CEFBB0BE6354}">
      <dsp:nvSpPr>
        <dsp:cNvPr id="0" name=""/>
        <dsp:cNvSpPr/>
      </dsp:nvSpPr>
      <dsp:spPr>
        <a:xfrm>
          <a:off x="6537629" y="1060909"/>
          <a:ext cx="1354352" cy="846470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Unique: 136</a:t>
          </a:r>
        </a:p>
      </dsp:txBody>
      <dsp:txXfrm>
        <a:off x="6562421" y="1085701"/>
        <a:ext cx="1304768" cy="796886"/>
      </dsp:txXfrm>
    </dsp:sp>
    <dsp:sp modelId="{1B4C58D4-52F1-4913-A4B5-2FD9EF3D6B5B}">
      <dsp:nvSpPr>
        <dsp:cNvPr id="0" name=""/>
        <dsp:cNvSpPr/>
      </dsp:nvSpPr>
      <dsp:spPr>
        <a:xfrm>
          <a:off x="6368335" y="849292"/>
          <a:ext cx="169294" cy="16929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2941"/>
              </a:lnTo>
              <a:lnTo>
                <a:pt x="169294" y="16929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6FC2AD-661C-4A3F-AC2E-17E9AFFE9625}">
      <dsp:nvSpPr>
        <dsp:cNvPr id="0" name=""/>
        <dsp:cNvSpPr/>
      </dsp:nvSpPr>
      <dsp:spPr>
        <a:xfrm>
          <a:off x="6537629" y="2118998"/>
          <a:ext cx="1354352" cy="846470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Total: 1750</a:t>
          </a:r>
        </a:p>
      </dsp:txBody>
      <dsp:txXfrm>
        <a:off x="6562421" y="2143790"/>
        <a:ext cx="1304768" cy="796886"/>
      </dsp:txXfrm>
    </dsp:sp>
    <dsp:sp modelId="{92331B8E-451C-4DE1-96F5-8156D67E7022}">
      <dsp:nvSpPr>
        <dsp:cNvPr id="0" name=""/>
        <dsp:cNvSpPr/>
      </dsp:nvSpPr>
      <dsp:spPr>
        <a:xfrm>
          <a:off x="6368335" y="849292"/>
          <a:ext cx="169294" cy="2751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51029"/>
              </a:lnTo>
              <a:lnTo>
                <a:pt x="169294" y="27510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8B6DD3-6EA6-41DE-ADFF-682B4416A1FD}">
      <dsp:nvSpPr>
        <dsp:cNvPr id="0" name=""/>
        <dsp:cNvSpPr/>
      </dsp:nvSpPr>
      <dsp:spPr>
        <a:xfrm>
          <a:off x="6537629" y="3177086"/>
          <a:ext cx="1354352" cy="846470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TF cat: 68.28</a:t>
          </a:r>
        </a:p>
      </dsp:txBody>
      <dsp:txXfrm>
        <a:off x="6562421" y="3201878"/>
        <a:ext cx="1304768" cy="796886"/>
      </dsp:txXfrm>
    </dsp:sp>
    <dsp:sp modelId="{0B0AAF17-57DE-428D-ADCA-5FE9A739FEF2}">
      <dsp:nvSpPr>
        <dsp:cNvPr id="0" name=""/>
        <dsp:cNvSpPr/>
      </dsp:nvSpPr>
      <dsp:spPr>
        <a:xfrm>
          <a:off x="6368335" y="849292"/>
          <a:ext cx="169294" cy="38091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9117"/>
              </a:lnTo>
              <a:lnTo>
                <a:pt x="169294" y="380911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F73A30-762D-49E1-B7BD-8CFCEC748EC6}">
      <dsp:nvSpPr>
        <dsp:cNvPr id="0" name=""/>
        <dsp:cNvSpPr/>
      </dsp:nvSpPr>
      <dsp:spPr>
        <a:xfrm>
          <a:off x="6537629" y="4235174"/>
          <a:ext cx="1354352" cy="8464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TF var: 93.20</a:t>
          </a:r>
          <a:endParaRPr lang="en-US" sz="2600" kern="1200" dirty="0"/>
        </a:p>
      </dsp:txBody>
      <dsp:txXfrm>
        <a:off x="6562421" y="4259966"/>
        <a:ext cx="1304768" cy="796886"/>
      </dsp:txXfrm>
    </dsp:sp>
    <dsp:sp modelId="{40103C75-FABE-4F96-931A-BE0BF4F5919A}">
      <dsp:nvSpPr>
        <dsp:cNvPr id="0" name=""/>
        <dsp:cNvSpPr/>
      </dsp:nvSpPr>
      <dsp:spPr>
        <a:xfrm>
          <a:off x="8315217" y="2821"/>
          <a:ext cx="1692941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Voting hard classifier</a:t>
          </a:r>
          <a:endParaRPr lang="en-US" sz="2400" kern="1200" dirty="0"/>
        </a:p>
      </dsp:txBody>
      <dsp:txXfrm>
        <a:off x="8340009" y="27613"/>
        <a:ext cx="1643357" cy="796886"/>
      </dsp:txXfrm>
    </dsp:sp>
    <dsp:sp modelId="{62D0EEB2-7403-4197-893F-C4E380220341}">
      <dsp:nvSpPr>
        <dsp:cNvPr id="0" name=""/>
        <dsp:cNvSpPr/>
      </dsp:nvSpPr>
      <dsp:spPr>
        <a:xfrm>
          <a:off x="8484512" y="849292"/>
          <a:ext cx="169294" cy="6348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4852"/>
              </a:lnTo>
              <a:lnTo>
                <a:pt x="169294" y="63485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E61C90-2791-454D-8DDA-FE37D5301D53}">
      <dsp:nvSpPr>
        <dsp:cNvPr id="0" name=""/>
        <dsp:cNvSpPr/>
      </dsp:nvSpPr>
      <dsp:spPr>
        <a:xfrm>
          <a:off x="8653806" y="1060909"/>
          <a:ext cx="1354352" cy="8464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With RF, LR &amp; SVM</a:t>
          </a:r>
        </a:p>
      </dsp:txBody>
      <dsp:txXfrm>
        <a:off x="8678598" y="1085701"/>
        <a:ext cx="1304768" cy="796886"/>
      </dsp:txXfrm>
    </dsp:sp>
    <dsp:sp modelId="{D229FB14-9A4C-4427-8DC3-B81C2B807AE0}">
      <dsp:nvSpPr>
        <dsp:cNvPr id="0" name=""/>
        <dsp:cNvSpPr/>
      </dsp:nvSpPr>
      <dsp:spPr>
        <a:xfrm>
          <a:off x="8484512" y="849292"/>
          <a:ext cx="169294" cy="16929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2941"/>
              </a:lnTo>
              <a:lnTo>
                <a:pt x="169294" y="16929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1ABA40-2FD9-457A-9B7C-6B60B8B0CC43}">
      <dsp:nvSpPr>
        <dsp:cNvPr id="0" name=""/>
        <dsp:cNvSpPr/>
      </dsp:nvSpPr>
      <dsp:spPr>
        <a:xfrm>
          <a:off x="8653806" y="2118998"/>
          <a:ext cx="1354352" cy="8464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With RF &amp; LR</a:t>
          </a:r>
        </a:p>
      </dsp:txBody>
      <dsp:txXfrm>
        <a:off x="8678598" y="2143790"/>
        <a:ext cx="1304768" cy="796886"/>
      </dsp:txXfrm>
    </dsp:sp>
    <dsp:sp modelId="{2DCD28A8-0C61-4301-8C34-48648A290F33}">
      <dsp:nvSpPr>
        <dsp:cNvPr id="0" name=""/>
        <dsp:cNvSpPr/>
      </dsp:nvSpPr>
      <dsp:spPr>
        <a:xfrm>
          <a:off x="8484512" y="849292"/>
          <a:ext cx="169294" cy="2751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51029"/>
              </a:lnTo>
              <a:lnTo>
                <a:pt x="169294" y="27510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6CEFB8-5B88-4269-AB79-A44F03CDB37B}">
      <dsp:nvSpPr>
        <dsp:cNvPr id="0" name=""/>
        <dsp:cNvSpPr/>
      </dsp:nvSpPr>
      <dsp:spPr>
        <a:xfrm>
          <a:off x="8653806" y="3177086"/>
          <a:ext cx="1354352" cy="8464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TF cat: 70.30</a:t>
          </a:r>
        </a:p>
      </dsp:txBody>
      <dsp:txXfrm>
        <a:off x="8678598" y="3201878"/>
        <a:ext cx="1304768" cy="796886"/>
      </dsp:txXfrm>
    </dsp:sp>
    <dsp:sp modelId="{6F154A90-C5B6-437E-9CD5-000BEC1F2A38}">
      <dsp:nvSpPr>
        <dsp:cNvPr id="0" name=""/>
        <dsp:cNvSpPr/>
      </dsp:nvSpPr>
      <dsp:spPr>
        <a:xfrm>
          <a:off x="8484512" y="849292"/>
          <a:ext cx="169294" cy="38091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9117"/>
              </a:lnTo>
              <a:lnTo>
                <a:pt x="169294" y="380911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3092EA-8289-47C0-969C-173B1C3A209D}">
      <dsp:nvSpPr>
        <dsp:cNvPr id="0" name=""/>
        <dsp:cNvSpPr/>
      </dsp:nvSpPr>
      <dsp:spPr>
        <a:xfrm>
          <a:off x="8653806" y="4235174"/>
          <a:ext cx="1354352" cy="8464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TF var: 82.19</a:t>
          </a:r>
        </a:p>
      </dsp:txBody>
      <dsp:txXfrm>
        <a:off x="8678598" y="4259966"/>
        <a:ext cx="1304768" cy="7968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F2A1EB-CA52-41A7-8441-6D7D4E6EBBF4}">
      <dsp:nvSpPr>
        <dsp:cNvPr id="0" name=""/>
        <dsp:cNvSpPr/>
      </dsp:nvSpPr>
      <dsp:spPr>
        <a:xfrm>
          <a:off x="0" y="290824"/>
          <a:ext cx="11575701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8403" tIns="312420" rIns="898403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Train data: 50248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Test data: 244187</a:t>
          </a:r>
        </a:p>
      </dsp:txBody>
      <dsp:txXfrm>
        <a:off x="0" y="290824"/>
        <a:ext cx="11575701" cy="874125"/>
      </dsp:txXfrm>
    </dsp:sp>
    <dsp:sp modelId="{D1ABDE8A-3B27-403D-B8E4-56DF577A64E6}">
      <dsp:nvSpPr>
        <dsp:cNvPr id="0" name=""/>
        <dsp:cNvSpPr/>
      </dsp:nvSpPr>
      <dsp:spPr>
        <a:xfrm>
          <a:off x="578785" y="69424"/>
          <a:ext cx="8102990" cy="442800"/>
        </a:xfrm>
        <a:prstGeom prst="roundRect">
          <a:avLst/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306274" tIns="0" rIns="306274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New Data</a:t>
          </a:r>
        </a:p>
      </dsp:txBody>
      <dsp:txXfrm>
        <a:off x="600401" y="91040"/>
        <a:ext cx="8059758" cy="399568"/>
      </dsp:txXfrm>
    </dsp:sp>
    <dsp:sp modelId="{FC9026AC-CD4D-46F2-A4DC-88622C09CB62}">
      <dsp:nvSpPr>
        <dsp:cNvPr id="0" name=""/>
        <dsp:cNvSpPr/>
      </dsp:nvSpPr>
      <dsp:spPr>
        <a:xfrm>
          <a:off x="0" y="1467349"/>
          <a:ext cx="11575701" cy="1370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8403" tIns="312420" rIns="898403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Total words: 4853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For </a:t>
          </a:r>
          <a:r>
            <a:rPr lang="en-US" sz="1500" kern="1200" dirty="0" err="1"/>
            <a:t>n_per_original</a:t>
          </a:r>
          <a:r>
            <a:rPr lang="en-US" sz="1500" kern="1200" dirty="0"/>
            <a:t> = 2,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Increases the old training data to: around 66k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Increases the new training data to: around 69k</a:t>
          </a:r>
        </a:p>
      </dsp:txBody>
      <dsp:txXfrm>
        <a:off x="0" y="1467349"/>
        <a:ext cx="11575701" cy="1370250"/>
      </dsp:txXfrm>
    </dsp:sp>
    <dsp:sp modelId="{F4FDCDF6-CFB1-4573-B4DE-2A2F6D8A0017}">
      <dsp:nvSpPr>
        <dsp:cNvPr id="0" name=""/>
        <dsp:cNvSpPr/>
      </dsp:nvSpPr>
      <dsp:spPr>
        <a:xfrm>
          <a:off x="578785" y="1245949"/>
          <a:ext cx="8102990" cy="442800"/>
        </a:xfrm>
        <a:prstGeom prst="roundRect">
          <a:avLst/>
        </a:prstGeom>
        <a:gradFill rotWithShape="1">
          <a:gsLst>
            <a:gs pos="0">
              <a:schemeClr val="accent6">
                <a:satMod val="103000"/>
                <a:lumMod val="102000"/>
                <a:tint val="94000"/>
              </a:schemeClr>
            </a:gs>
            <a:gs pos="50000">
              <a:schemeClr val="accent6">
                <a:satMod val="110000"/>
                <a:lumMod val="100000"/>
                <a:shade val="100000"/>
              </a:schemeClr>
            </a:gs>
            <a:gs pos="100000">
              <a:schemeClr val="accent6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306274" tIns="0" rIns="306274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Complete synonyms list</a:t>
          </a:r>
        </a:p>
      </dsp:txBody>
      <dsp:txXfrm>
        <a:off x="600401" y="1267565"/>
        <a:ext cx="8059758" cy="399568"/>
      </dsp:txXfrm>
    </dsp:sp>
    <dsp:sp modelId="{582E13C3-827D-46B7-A5FF-62BB13B3EE41}">
      <dsp:nvSpPr>
        <dsp:cNvPr id="0" name=""/>
        <dsp:cNvSpPr/>
      </dsp:nvSpPr>
      <dsp:spPr>
        <a:xfrm>
          <a:off x="0" y="3139999"/>
          <a:ext cx="11575701" cy="2126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8403" tIns="312420" rIns="898403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Without data augmentation-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TF </a:t>
          </a:r>
          <a:r>
            <a:rPr lang="en-US" sz="1500" kern="1200" dirty="0"/>
            <a:t>cat: 63.56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TF var: 74.37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With data augmentation-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Train data: 69996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TF cat: 67.31	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TF var: 79.05</a:t>
          </a:r>
        </a:p>
      </dsp:txBody>
      <dsp:txXfrm>
        <a:off x="0" y="3139999"/>
        <a:ext cx="11575701" cy="2126250"/>
      </dsp:txXfrm>
    </dsp:sp>
    <dsp:sp modelId="{14F81F7B-2C8B-4BD3-8798-81254FAE95A8}">
      <dsp:nvSpPr>
        <dsp:cNvPr id="0" name=""/>
        <dsp:cNvSpPr/>
      </dsp:nvSpPr>
      <dsp:spPr>
        <a:xfrm>
          <a:off x="578785" y="2918599"/>
          <a:ext cx="8102990" cy="442800"/>
        </a:xfrm>
        <a:prstGeom prst="roundRect">
          <a:avLst/>
        </a:prstGeom>
        <a:gradFill rotWithShape="1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306274" tIns="0" rIns="306274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Performance with new data</a:t>
          </a:r>
        </a:p>
      </dsp:txBody>
      <dsp:txXfrm>
        <a:off x="600401" y="2940215"/>
        <a:ext cx="8059758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385DD-8EB7-40E0-830B-D3BA96938F9D}" type="datetimeFigureOut">
              <a:rPr lang="en-US" smtClean="0"/>
              <a:t>7/16/2021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862D4-D1FE-4D44-9D30-6726DFE65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3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862D4-D1FE-4D44-9D30-6726DFE65B6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99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turn n-gram embeddings completely off as well by setting them both to 0. </a:t>
            </a:r>
            <a:r>
              <a:rPr lang="en-US" dirty="0"/>
              <a:t>This can be useful when the ‘words’ in your model aren’t words for a particular language, and character level n-grams would not make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862D4-D1FE-4D44-9D30-6726DFE65B6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02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tiff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tiff"/></Relationships>
</file>

<file path=ppt/slideLayouts/_rels/slideLayout5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F332-27FC-0041-99C1-697F936F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40404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1B105-836F-4240-99C4-9C94064A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0404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2293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F332-27FC-0041-99C1-697F936F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40404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1B105-836F-4240-99C4-9C94064A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0404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8240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D7D9-DE4A-EB44-A948-15530EFF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69794-85F5-7E4B-AE1F-A6849184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9629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9DE6-FE4F-204B-8BC8-933D65853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87612-4E26-2446-928F-6FE282247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426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6848-AFCE-E64B-81C5-2A272FA0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927D5-6B1B-5C45-A99A-5D170A1CB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9E8F1-8FC0-7043-9717-C6F81B6BA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1560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06A2-451B-8B48-A090-9FF6C8FC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2339B-2E64-4345-BDC0-BB2C19DD7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81859-680F-504A-A71A-82A6EEDA9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36BA2-5963-FA4E-8C76-71FF77365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2717A-C715-0440-A8F9-574C38855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9739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D88FA-9303-4143-A431-7A4B4A0A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7488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811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382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11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227667"/>
            <a:ext cx="10972800" cy="36576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</p:spTree>
    <p:extLst>
      <p:ext uri="{BB962C8B-B14F-4D97-AF65-F5344CB8AC3E}">
        <p14:creationId xmlns:p14="http://schemas.microsoft.com/office/powerpoint/2010/main" val="2410561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731520" y="1949414"/>
            <a:ext cx="10728960" cy="666786"/>
          </a:xfrm>
          <a:solidFill>
            <a:schemeClr val="accent1">
              <a:alpha val="0"/>
            </a:schemeClr>
          </a:solidFill>
        </p:spPr>
        <p:txBody>
          <a:bodyPr anchor="b"/>
          <a:lstStyle>
            <a:lvl1pPr algn="ctr">
              <a:defRPr sz="3733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731520" y="3657603"/>
            <a:ext cx="10728960" cy="853440"/>
          </a:xfrm>
          <a:solidFill>
            <a:schemeClr val="accent1">
              <a:alpha val="0"/>
            </a:schemeClr>
          </a:solidFill>
        </p:spPr>
        <p:txBody>
          <a:bodyPr/>
          <a:lstStyle>
            <a:lvl1pPr marL="0" indent="0" algn="ctr">
              <a:buFont typeface="Times" pitchFamily="18" charset="0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731520" y="5095240"/>
            <a:ext cx="10728960" cy="365760"/>
          </a:xfrm>
        </p:spPr>
        <p:txBody>
          <a:bodyPr anchor="ctr"/>
          <a:lstStyle>
            <a:lvl1pPr marL="0" indent="0" algn="ctr">
              <a:buNone/>
              <a:defRPr sz="1600" baseline="0"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Click to add 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2595908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17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2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070455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557584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11040"/>
          </a:xfrm>
        </p:spPr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  <a:lvl2pPr>
              <a:defRPr>
                <a:latin typeface="Bogle" charset="0"/>
                <a:ea typeface="Bogle" charset="0"/>
                <a:cs typeface="Bogle" charset="0"/>
              </a:defRPr>
            </a:lvl2pPr>
            <a:lvl3pPr>
              <a:defRPr>
                <a:latin typeface="Bogle" charset="0"/>
                <a:ea typeface="Bogle" charset="0"/>
                <a:cs typeface="Bogle" charset="0"/>
              </a:defRPr>
            </a:lvl3pPr>
            <a:lvl4pPr>
              <a:defRPr>
                <a:latin typeface="Bogle" charset="0"/>
                <a:ea typeface="Bogle" charset="0"/>
                <a:cs typeface="Bogle" charset="0"/>
              </a:defRPr>
            </a:lvl4pPr>
            <a:lvl5pPr>
              <a:defRPr>
                <a:latin typeface="Bogle" charset="0"/>
                <a:ea typeface="Bogle" charset="0"/>
                <a:cs typeface="Bogle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227667"/>
            <a:ext cx="10972800" cy="365760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535223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83200" y="81492"/>
            <a:ext cx="1828800" cy="2997200"/>
          </a:xfrm>
          <a:prstGeom prst="rect">
            <a:avLst/>
          </a:prstGeom>
        </p:spPr>
      </p:pic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1263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5" name="object 17"/>
          <p:cNvSpPr/>
          <p:nvPr userDrawn="1"/>
        </p:nvSpPr>
        <p:spPr>
          <a:xfrm>
            <a:off x="5494693" y="496209"/>
            <a:ext cx="1422400" cy="2411647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FFC21F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019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object 24"/>
          <p:cNvSpPr/>
          <p:nvPr userDrawn="1"/>
        </p:nvSpPr>
        <p:spPr>
          <a:xfrm>
            <a:off x="5486400" y="423029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59"/>
                </a:lnTo>
                <a:lnTo>
                  <a:pt x="332191" y="42225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5BC678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230821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8" name="object 31"/>
          <p:cNvSpPr/>
          <p:nvPr userDrawn="1"/>
        </p:nvSpPr>
        <p:spPr>
          <a:xfrm>
            <a:off x="5486400" y="442015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0BAFF3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1691268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object 38"/>
          <p:cNvSpPr/>
          <p:nvPr userDrawn="1"/>
        </p:nvSpPr>
        <p:spPr>
          <a:xfrm>
            <a:off x="5465442" y="403160"/>
            <a:ext cx="1544959" cy="2619441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DA52D4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2305431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Freeform 101"/>
          <p:cNvSpPr>
            <a:spLocks noEditPoints="1"/>
          </p:cNvSpPr>
          <p:nvPr userDrawn="1"/>
        </p:nvSpPr>
        <p:spPr bwMode="auto">
          <a:xfrm>
            <a:off x="5283200" y="1294709"/>
            <a:ext cx="1625600" cy="1503955"/>
          </a:xfrm>
          <a:custGeom>
            <a:avLst/>
            <a:gdLst/>
            <a:ahLst/>
            <a:cxnLst>
              <a:cxn ang="0">
                <a:pos x="39" y="36"/>
              </a:cxn>
              <a:cxn ang="0">
                <a:pos x="41" y="44"/>
              </a:cxn>
              <a:cxn ang="0">
                <a:pos x="35" y="50"/>
              </a:cxn>
              <a:cxn ang="0">
                <a:pos x="27" y="53"/>
              </a:cxn>
              <a:cxn ang="0">
                <a:pos x="18" y="53"/>
              </a:cxn>
              <a:cxn ang="0">
                <a:pos x="11" y="50"/>
              </a:cxn>
              <a:cxn ang="0">
                <a:pos x="4" y="44"/>
              </a:cxn>
              <a:cxn ang="0">
                <a:pos x="6" y="36"/>
              </a:cxn>
              <a:cxn ang="0">
                <a:pos x="0" y="28"/>
              </a:cxn>
              <a:cxn ang="0">
                <a:pos x="7" y="23"/>
              </a:cxn>
              <a:cxn ang="0">
                <a:pos x="4" y="18"/>
              </a:cxn>
              <a:cxn ang="0">
                <a:pos x="15" y="16"/>
              </a:cxn>
              <a:cxn ang="0">
                <a:pos x="19" y="8"/>
              </a:cxn>
              <a:cxn ang="0">
                <a:pos x="28" y="15"/>
              </a:cxn>
              <a:cxn ang="0">
                <a:pos x="35" y="12"/>
              </a:cxn>
              <a:cxn ang="0">
                <a:pos x="41" y="19"/>
              </a:cxn>
              <a:cxn ang="0">
                <a:pos x="45" y="27"/>
              </a:cxn>
              <a:cxn ang="0">
                <a:pos x="23" y="22"/>
              </a:cxn>
              <a:cxn ang="0">
                <a:pos x="32" y="31"/>
              </a:cxn>
              <a:cxn ang="0">
                <a:pos x="63" y="16"/>
              </a:cxn>
              <a:cxn ang="0">
                <a:pos x="64" y="24"/>
              </a:cxn>
              <a:cxn ang="0">
                <a:pos x="55" y="22"/>
              </a:cxn>
              <a:cxn ang="0">
                <a:pos x="46" y="24"/>
              </a:cxn>
              <a:cxn ang="0">
                <a:pos x="46" y="16"/>
              </a:cxn>
              <a:cxn ang="0">
                <a:pos x="46" y="9"/>
              </a:cxn>
              <a:cxn ang="0">
                <a:pos x="46" y="2"/>
              </a:cxn>
              <a:cxn ang="0">
                <a:pos x="55" y="4"/>
              </a:cxn>
              <a:cxn ang="0">
                <a:pos x="59" y="0"/>
              </a:cxn>
              <a:cxn ang="0">
                <a:pos x="62" y="7"/>
              </a:cxn>
              <a:cxn ang="0">
                <a:pos x="68" y="15"/>
              </a:cxn>
              <a:cxn ang="0">
                <a:pos x="62" y="55"/>
              </a:cxn>
              <a:cxn ang="0">
                <a:pos x="59" y="63"/>
              </a:cxn>
              <a:cxn ang="0">
                <a:pos x="54" y="59"/>
              </a:cxn>
              <a:cxn ang="0">
                <a:pos x="45" y="60"/>
              </a:cxn>
              <a:cxn ang="0">
                <a:pos x="41" y="52"/>
              </a:cxn>
              <a:cxn ang="0">
                <a:pos x="47" y="44"/>
              </a:cxn>
              <a:cxn ang="0">
                <a:pos x="50" y="36"/>
              </a:cxn>
              <a:cxn ang="0">
                <a:pos x="56" y="40"/>
              </a:cxn>
              <a:cxn ang="0">
                <a:pos x="64" y="39"/>
              </a:cxn>
              <a:cxn ang="0">
                <a:pos x="63" y="46"/>
              </a:cxn>
              <a:cxn ang="0">
                <a:pos x="55" y="8"/>
              </a:cxn>
              <a:cxn ang="0">
                <a:pos x="59" y="13"/>
              </a:cxn>
              <a:cxn ang="0">
                <a:pos x="50" y="49"/>
              </a:cxn>
              <a:cxn ang="0">
                <a:pos x="55" y="45"/>
              </a:cxn>
            </a:cxnLst>
            <a:rect l="0" t="0" r="r" b="b"/>
            <a:pathLst>
              <a:path w="68" h="63">
                <a:moveTo>
                  <a:pt x="45" y="35"/>
                </a:moveTo>
                <a:cubicBezTo>
                  <a:pt x="45" y="35"/>
                  <a:pt x="45" y="36"/>
                  <a:pt x="45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39" y="37"/>
                  <a:pt x="38" y="38"/>
                  <a:pt x="38" y="39"/>
                </a:cubicBezTo>
                <a:cubicBezTo>
                  <a:pt x="39" y="41"/>
                  <a:pt x="40" y="42"/>
                  <a:pt x="41" y="43"/>
                </a:cubicBezTo>
                <a:cubicBezTo>
                  <a:pt x="41" y="43"/>
                  <a:pt x="41" y="44"/>
                  <a:pt x="41" y="44"/>
                </a:cubicBezTo>
                <a:cubicBezTo>
                  <a:pt x="41" y="44"/>
                  <a:pt x="41" y="44"/>
                  <a:pt x="41" y="45"/>
                </a:cubicBezTo>
                <a:cubicBezTo>
                  <a:pt x="40" y="46"/>
                  <a:pt x="36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1" y="47"/>
                  <a:pt x="31" y="47"/>
                  <a:pt x="31" y="47"/>
                </a:cubicBezTo>
                <a:cubicBezTo>
                  <a:pt x="30" y="47"/>
                  <a:pt x="29" y="47"/>
                  <a:pt x="28" y="48"/>
                </a:cubicBezTo>
                <a:cubicBezTo>
                  <a:pt x="28" y="49"/>
                  <a:pt x="27" y="51"/>
                  <a:pt x="27" y="53"/>
                </a:cubicBezTo>
                <a:cubicBezTo>
                  <a:pt x="27" y="54"/>
                  <a:pt x="26" y="54"/>
                  <a:pt x="26" y="54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4"/>
                  <a:pt x="18" y="54"/>
                  <a:pt x="18" y="53"/>
                </a:cubicBezTo>
                <a:cubicBezTo>
                  <a:pt x="17" y="48"/>
                  <a:pt x="17" y="48"/>
                  <a:pt x="17" y="48"/>
                </a:cubicBezTo>
                <a:cubicBezTo>
                  <a:pt x="16" y="47"/>
                  <a:pt x="16" y="47"/>
                  <a:pt x="15" y="47"/>
                </a:cubicBezTo>
                <a:cubicBezTo>
                  <a:pt x="11" y="50"/>
                  <a:pt x="11" y="50"/>
                  <a:pt x="11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10" y="50"/>
                  <a:pt x="9" y="50"/>
                  <a:pt x="9" y="50"/>
                </a:cubicBezTo>
                <a:cubicBezTo>
                  <a:pt x="8" y="49"/>
                  <a:pt x="4" y="45"/>
                  <a:pt x="4" y="44"/>
                </a:cubicBezTo>
                <a:cubicBezTo>
                  <a:pt x="4" y="44"/>
                  <a:pt x="4" y="44"/>
                  <a:pt x="4" y="43"/>
                </a:cubicBezTo>
                <a:cubicBezTo>
                  <a:pt x="5" y="42"/>
                  <a:pt x="6" y="41"/>
                  <a:pt x="7" y="39"/>
                </a:cubicBezTo>
                <a:cubicBezTo>
                  <a:pt x="7" y="38"/>
                  <a:pt x="6" y="37"/>
                  <a:pt x="6" y="36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5"/>
                  <a:pt x="0" y="35"/>
                  <a:pt x="0" y="3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7"/>
                  <a:pt x="1" y="27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25"/>
                  <a:pt x="7" y="24"/>
                  <a:pt x="7" y="23"/>
                </a:cubicBezTo>
                <a:cubicBezTo>
                  <a:pt x="6" y="22"/>
                  <a:pt x="5" y="20"/>
                  <a:pt x="4" y="19"/>
                </a:cubicBezTo>
                <a:cubicBezTo>
                  <a:pt x="4" y="19"/>
                  <a:pt x="4" y="19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5" y="17"/>
                  <a:pt x="9" y="12"/>
                  <a:pt x="10" y="12"/>
                </a:cubicBezTo>
                <a:cubicBezTo>
                  <a:pt x="10" y="12"/>
                  <a:pt x="10" y="12"/>
                  <a:pt x="11" y="13"/>
                </a:cubicBezTo>
                <a:cubicBezTo>
                  <a:pt x="15" y="16"/>
                  <a:pt x="15" y="16"/>
                  <a:pt x="15" y="16"/>
                </a:cubicBezTo>
                <a:cubicBezTo>
                  <a:pt x="16" y="15"/>
                  <a:pt x="16" y="15"/>
                  <a:pt x="17" y="15"/>
                </a:cubicBezTo>
                <a:cubicBezTo>
                  <a:pt x="18" y="13"/>
                  <a:pt x="18" y="11"/>
                  <a:pt x="18" y="9"/>
                </a:cubicBezTo>
                <a:cubicBezTo>
                  <a:pt x="18" y="9"/>
                  <a:pt x="19" y="8"/>
                  <a:pt x="19" y="8"/>
                </a:cubicBezTo>
                <a:cubicBezTo>
                  <a:pt x="26" y="8"/>
                  <a:pt x="26" y="8"/>
                  <a:pt x="26" y="8"/>
                </a:cubicBezTo>
                <a:cubicBezTo>
                  <a:pt x="26" y="8"/>
                  <a:pt x="27" y="9"/>
                  <a:pt x="27" y="9"/>
                </a:cubicBezTo>
                <a:cubicBezTo>
                  <a:pt x="28" y="15"/>
                  <a:pt x="28" y="15"/>
                  <a:pt x="28" y="15"/>
                </a:cubicBezTo>
                <a:cubicBezTo>
                  <a:pt x="29" y="15"/>
                  <a:pt x="30" y="15"/>
                  <a:pt x="31" y="16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2"/>
                  <a:pt x="35" y="12"/>
                  <a:pt x="35" y="12"/>
                </a:cubicBezTo>
                <a:cubicBezTo>
                  <a:pt x="36" y="12"/>
                  <a:pt x="36" y="12"/>
                  <a:pt x="36" y="13"/>
                </a:cubicBezTo>
                <a:cubicBezTo>
                  <a:pt x="37" y="13"/>
                  <a:pt x="41" y="17"/>
                  <a:pt x="41" y="18"/>
                </a:cubicBezTo>
                <a:cubicBezTo>
                  <a:pt x="41" y="19"/>
                  <a:pt x="41" y="19"/>
                  <a:pt x="41" y="19"/>
                </a:cubicBezTo>
                <a:cubicBezTo>
                  <a:pt x="40" y="20"/>
                  <a:pt x="39" y="22"/>
                  <a:pt x="38" y="23"/>
                </a:cubicBezTo>
                <a:cubicBezTo>
                  <a:pt x="38" y="24"/>
                  <a:pt x="39" y="25"/>
                  <a:pt x="39" y="26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8"/>
                </a:cubicBezTo>
                <a:lnTo>
                  <a:pt x="45" y="35"/>
                </a:lnTo>
                <a:close/>
                <a:moveTo>
                  <a:pt x="23" y="22"/>
                </a:moveTo>
                <a:cubicBezTo>
                  <a:pt x="18" y="22"/>
                  <a:pt x="13" y="26"/>
                  <a:pt x="13" y="31"/>
                </a:cubicBezTo>
                <a:cubicBezTo>
                  <a:pt x="13" y="36"/>
                  <a:pt x="18" y="40"/>
                  <a:pt x="23" y="40"/>
                </a:cubicBezTo>
                <a:cubicBezTo>
                  <a:pt x="28" y="40"/>
                  <a:pt x="32" y="36"/>
                  <a:pt x="32" y="31"/>
                </a:cubicBezTo>
                <a:cubicBezTo>
                  <a:pt x="32" y="26"/>
                  <a:pt x="28" y="22"/>
                  <a:pt x="23" y="22"/>
                </a:cubicBezTo>
                <a:close/>
                <a:moveTo>
                  <a:pt x="68" y="15"/>
                </a:moveTo>
                <a:cubicBezTo>
                  <a:pt x="68" y="16"/>
                  <a:pt x="64" y="16"/>
                  <a:pt x="63" y="16"/>
                </a:cubicBezTo>
                <a:cubicBezTo>
                  <a:pt x="63" y="17"/>
                  <a:pt x="62" y="18"/>
                  <a:pt x="62" y="18"/>
                </a:cubicBezTo>
                <a:cubicBezTo>
                  <a:pt x="62" y="19"/>
                  <a:pt x="64" y="23"/>
                  <a:pt x="64" y="23"/>
                </a:cubicBezTo>
                <a:cubicBezTo>
                  <a:pt x="64" y="23"/>
                  <a:pt x="64" y="23"/>
                  <a:pt x="64" y="24"/>
                </a:cubicBezTo>
                <a:cubicBezTo>
                  <a:pt x="63" y="24"/>
                  <a:pt x="59" y="26"/>
                  <a:pt x="59" y="26"/>
                </a:cubicBezTo>
                <a:cubicBezTo>
                  <a:pt x="59" y="26"/>
                  <a:pt x="56" y="22"/>
                  <a:pt x="56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4" y="22"/>
                  <a:pt x="54" y="22"/>
                  <a:pt x="54" y="22"/>
                </a:cubicBezTo>
                <a:cubicBezTo>
                  <a:pt x="53" y="22"/>
                  <a:pt x="50" y="26"/>
                  <a:pt x="50" y="26"/>
                </a:cubicBezTo>
                <a:cubicBezTo>
                  <a:pt x="50" y="26"/>
                  <a:pt x="46" y="24"/>
                  <a:pt x="46" y="24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7" y="19"/>
                  <a:pt x="47" y="18"/>
                </a:cubicBezTo>
                <a:cubicBezTo>
                  <a:pt x="47" y="18"/>
                  <a:pt x="46" y="17"/>
                  <a:pt x="46" y="16"/>
                </a:cubicBezTo>
                <a:cubicBezTo>
                  <a:pt x="45" y="16"/>
                  <a:pt x="41" y="16"/>
                  <a:pt x="41" y="15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5" y="9"/>
                  <a:pt x="46" y="9"/>
                </a:cubicBezTo>
                <a:cubicBezTo>
                  <a:pt x="46" y="9"/>
                  <a:pt x="47" y="8"/>
                  <a:pt x="47" y="7"/>
                </a:cubicBezTo>
                <a:cubicBezTo>
                  <a:pt x="47" y="7"/>
                  <a:pt x="45" y="3"/>
                  <a:pt x="45" y="2"/>
                </a:cubicBezTo>
                <a:cubicBezTo>
                  <a:pt x="45" y="2"/>
                  <a:pt x="45" y="2"/>
                  <a:pt x="46" y="2"/>
                </a:cubicBezTo>
                <a:cubicBezTo>
                  <a:pt x="46" y="2"/>
                  <a:pt x="50" y="0"/>
                  <a:pt x="50" y="0"/>
                </a:cubicBezTo>
                <a:cubicBezTo>
                  <a:pt x="50" y="0"/>
                  <a:pt x="53" y="3"/>
                  <a:pt x="54" y="4"/>
                </a:cubicBezTo>
                <a:cubicBezTo>
                  <a:pt x="54" y="4"/>
                  <a:pt x="54" y="4"/>
                  <a:pt x="55" y="4"/>
                </a:cubicBezTo>
                <a:cubicBezTo>
                  <a:pt x="55" y="4"/>
                  <a:pt x="55" y="4"/>
                  <a:pt x="56" y="4"/>
                </a:cubicBezTo>
                <a:cubicBezTo>
                  <a:pt x="57" y="2"/>
                  <a:pt x="58" y="1"/>
                  <a:pt x="5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0"/>
                  <a:pt x="63" y="2"/>
                  <a:pt x="64" y="2"/>
                </a:cubicBezTo>
                <a:cubicBezTo>
                  <a:pt x="64" y="2"/>
                  <a:pt x="64" y="2"/>
                  <a:pt x="64" y="2"/>
                </a:cubicBezTo>
                <a:cubicBezTo>
                  <a:pt x="64" y="3"/>
                  <a:pt x="62" y="7"/>
                  <a:pt x="62" y="7"/>
                </a:cubicBezTo>
                <a:cubicBezTo>
                  <a:pt x="62" y="8"/>
                  <a:pt x="63" y="9"/>
                  <a:pt x="63" y="9"/>
                </a:cubicBezTo>
                <a:cubicBezTo>
                  <a:pt x="64" y="9"/>
                  <a:pt x="68" y="10"/>
                  <a:pt x="68" y="10"/>
                </a:cubicBezTo>
                <a:lnTo>
                  <a:pt x="68" y="15"/>
                </a:lnTo>
                <a:close/>
                <a:moveTo>
                  <a:pt x="68" y="52"/>
                </a:moveTo>
                <a:cubicBezTo>
                  <a:pt x="68" y="52"/>
                  <a:pt x="64" y="53"/>
                  <a:pt x="63" y="53"/>
                </a:cubicBezTo>
                <a:cubicBezTo>
                  <a:pt x="63" y="54"/>
                  <a:pt x="62" y="54"/>
                  <a:pt x="62" y="55"/>
                </a:cubicBezTo>
                <a:cubicBezTo>
                  <a:pt x="62" y="56"/>
                  <a:pt x="64" y="59"/>
                  <a:pt x="64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63" y="60"/>
                  <a:pt x="59" y="63"/>
                  <a:pt x="59" y="63"/>
                </a:cubicBezTo>
                <a:cubicBezTo>
                  <a:pt x="59" y="63"/>
                  <a:pt x="56" y="59"/>
                  <a:pt x="56" y="59"/>
                </a:cubicBezTo>
                <a:cubicBezTo>
                  <a:pt x="55" y="59"/>
                  <a:pt x="55" y="59"/>
                  <a:pt x="55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3" y="59"/>
                  <a:pt x="50" y="63"/>
                  <a:pt x="50" y="63"/>
                </a:cubicBezTo>
                <a:cubicBezTo>
                  <a:pt x="50" y="63"/>
                  <a:pt x="46" y="60"/>
                  <a:pt x="46" y="60"/>
                </a:cubicBezTo>
                <a:cubicBezTo>
                  <a:pt x="45" y="60"/>
                  <a:pt x="45" y="60"/>
                  <a:pt x="45" y="60"/>
                </a:cubicBezTo>
                <a:cubicBezTo>
                  <a:pt x="45" y="59"/>
                  <a:pt x="47" y="56"/>
                  <a:pt x="47" y="55"/>
                </a:cubicBezTo>
                <a:cubicBezTo>
                  <a:pt x="47" y="54"/>
                  <a:pt x="46" y="54"/>
                  <a:pt x="46" y="53"/>
                </a:cubicBezTo>
                <a:cubicBezTo>
                  <a:pt x="45" y="53"/>
                  <a:pt x="41" y="52"/>
                  <a:pt x="41" y="52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46"/>
                  <a:pt x="45" y="46"/>
                  <a:pt x="46" y="46"/>
                </a:cubicBezTo>
                <a:cubicBezTo>
                  <a:pt x="46" y="45"/>
                  <a:pt x="47" y="45"/>
                  <a:pt x="47" y="44"/>
                </a:cubicBezTo>
                <a:cubicBezTo>
                  <a:pt x="47" y="43"/>
                  <a:pt x="45" y="40"/>
                  <a:pt x="45" y="39"/>
                </a:cubicBezTo>
                <a:cubicBezTo>
                  <a:pt x="45" y="39"/>
                  <a:pt x="45" y="39"/>
                  <a:pt x="46" y="39"/>
                </a:cubicBezTo>
                <a:cubicBezTo>
                  <a:pt x="46" y="39"/>
                  <a:pt x="50" y="36"/>
                  <a:pt x="50" y="36"/>
                </a:cubicBezTo>
                <a:cubicBezTo>
                  <a:pt x="50" y="36"/>
                  <a:pt x="53" y="40"/>
                  <a:pt x="54" y="40"/>
                </a:cubicBezTo>
                <a:cubicBezTo>
                  <a:pt x="54" y="40"/>
                  <a:pt x="54" y="40"/>
                  <a:pt x="55" y="40"/>
                </a:cubicBezTo>
                <a:cubicBezTo>
                  <a:pt x="55" y="40"/>
                  <a:pt x="55" y="40"/>
                  <a:pt x="56" y="40"/>
                </a:cubicBezTo>
                <a:cubicBezTo>
                  <a:pt x="57" y="39"/>
                  <a:pt x="58" y="38"/>
                  <a:pt x="59" y="36"/>
                </a:cubicBezTo>
                <a:cubicBezTo>
                  <a:pt x="59" y="36"/>
                  <a:pt x="59" y="36"/>
                  <a:pt x="59" y="36"/>
                </a:cubicBezTo>
                <a:cubicBezTo>
                  <a:pt x="59" y="36"/>
                  <a:pt x="63" y="39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40"/>
                  <a:pt x="62" y="43"/>
                  <a:pt x="62" y="44"/>
                </a:cubicBezTo>
                <a:cubicBezTo>
                  <a:pt x="62" y="45"/>
                  <a:pt x="63" y="45"/>
                  <a:pt x="63" y="46"/>
                </a:cubicBezTo>
                <a:cubicBezTo>
                  <a:pt x="64" y="46"/>
                  <a:pt x="68" y="46"/>
                  <a:pt x="68" y="47"/>
                </a:cubicBezTo>
                <a:lnTo>
                  <a:pt x="68" y="52"/>
                </a:lnTo>
                <a:close/>
                <a:moveTo>
                  <a:pt x="55" y="8"/>
                </a:moveTo>
                <a:cubicBezTo>
                  <a:pt x="52" y="8"/>
                  <a:pt x="50" y="10"/>
                  <a:pt x="50" y="13"/>
                </a:cubicBezTo>
                <a:cubicBezTo>
                  <a:pt x="50" y="15"/>
                  <a:pt x="52" y="17"/>
                  <a:pt x="55" y="17"/>
                </a:cubicBezTo>
                <a:cubicBezTo>
                  <a:pt x="57" y="17"/>
                  <a:pt x="59" y="15"/>
                  <a:pt x="59" y="13"/>
                </a:cubicBezTo>
                <a:cubicBezTo>
                  <a:pt x="59" y="10"/>
                  <a:pt x="57" y="8"/>
                  <a:pt x="55" y="8"/>
                </a:cubicBezTo>
                <a:close/>
                <a:moveTo>
                  <a:pt x="55" y="45"/>
                </a:moveTo>
                <a:cubicBezTo>
                  <a:pt x="52" y="45"/>
                  <a:pt x="50" y="47"/>
                  <a:pt x="50" y="49"/>
                </a:cubicBezTo>
                <a:cubicBezTo>
                  <a:pt x="50" y="52"/>
                  <a:pt x="52" y="54"/>
                  <a:pt x="55" y="54"/>
                </a:cubicBezTo>
                <a:cubicBezTo>
                  <a:pt x="57" y="54"/>
                  <a:pt x="59" y="52"/>
                  <a:pt x="59" y="49"/>
                </a:cubicBezTo>
                <a:cubicBezTo>
                  <a:pt x="59" y="47"/>
                  <a:pt x="57" y="45"/>
                  <a:pt x="55" y="4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679174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tr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5"/>
          <p:cNvSpPr>
            <a:spLocks noEditPoints="1"/>
          </p:cNvSpPr>
          <p:nvPr userDrawn="1"/>
        </p:nvSpPr>
        <p:spPr bwMode="auto">
          <a:xfrm>
            <a:off x="5273189" y="1318685"/>
            <a:ext cx="1645625" cy="1297516"/>
          </a:xfrm>
          <a:custGeom>
            <a:avLst/>
            <a:gdLst/>
            <a:ahLst/>
            <a:cxnLst>
              <a:cxn ang="0">
                <a:pos x="17" y="16"/>
              </a:cxn>
              <a:cxn ang="0">
                <a:pos x="0" y="12"/>
              </a:cxn>
              <a:cxn ang="0">
                <a:pos x="4" y="0"/>
              </a:cxn>
              <a:cxn ang="0">
                <a:pos x="21" y="4"/>
              </a:cxn>
              <a:cxn ang="0">
                <a:pos x="21" y="33"/>
              </a:cxn>
              <a:cxn ang="0">
                <a:pos x="4" y="36"/>
              </a:cxn>
              <a:cxn ang="0">
                <a:pos x="0" y="25"/>
              </a:cxn>
              <a:cxn ang="0">
                <a:pos x="17" y="21"/>
              </a:cxn>
              <a:cxn ang="0">
                <a:pos x="21" y="33"/>
              </a:cxn>
              <a:cxn ang="0">
                <a:pos x="17" y="57"/>
              </a:cxn>
              <a:cxn ang="0">
                <a:pos x="0" y="53"/>
              </a:cxn>
              <a:cxn ang="0">
                <a:pos x="4" y="42"/>
              </a:cxn>
              <a:cxn ang="0">
                <a:pos x="21" y="45"/>
              </a:cxn>
              <a:cxn ang="0">
                <a:pos x="47" y="12"/>
              </a:cxn>
              <a:cxn ang="0">
                <a:pos x="30" y="16"/>
              </a:cxn>
              <a:cxn ang="0">
                <a:pos x="26" y="4"/>
              </a:cxn>
              <a:cxn ang="0">
                <a:pos x="43" y="0"/>
              </a:cxn>
              <a:cxn ang="0">
                <a:pos x="47" y="12"/>
              </a:cxn>
              <a:cxn ang="0">
                <a:pos x="43" y="36"/>
              </a:cxn>
              <a:cxn ang="0">
                <a:pos x="26" y="33"/>
              </a:cxn>
              <a:cxn ang="0">
                <a:pos x="30" y="21"/>
              </a:cxn>
              <a:cxn ang="0">
                <a:pos x="47" y="25"/>
              </a:cxn>
              <a:cxn ang="0">
                <a:pos x="47" y="53"/>
              </a:cxn>
              <a:cxn ang="0">
                <a:pos x="30" y="57"/>
              </a:cxn>
              <a:cxn ang="0">
                <a:pos x="26" y="45"/>
              </a:cxn>
              <a:cxn ang="0">
                <a:pos x="43" y="42"/>
              </a:cxn>
              <a:cxn ang="0">
                <a:pos x="47" y="53"/>
              </a:cxn>
              <a:cxn ang="0">
                <a:pos x="69" y="16"/>
              </a:cxn>
              <a:cxn ang="0">
                <a:pos x="52" y="12"/>
              </a:cxn>
              <a:cxn ang="0">
                <a:pos x="56" y="0"/>
              </a:cxn>
              <a:cxn ang="0">
                <a:pos x="72" y="4"/>
              </a:cxn>
              <a:cxn ang="0">
                <a:pos x="72" y="33"/>
              </a:cxn>
              <a:cxn ang="0">
                <a:pos x="56" y="36"/>
              </a:cxn>
              <a:cxn ang="0">
                <a:pos x="52" y="25"/>
              </a:cxn>
              <a:cxn ang="0">
                <a:pos x="69" y="21"/>
              </a:cxn>
              <a:cxn ang="0">
                <a:pos x="72" y="33"/>
              </a:cxn>
              <a:cxn ang="0">
                <a:pos x="69" y="57"/>
              </a:cxn>
              <a:cxn ang="0">
                <a:pos x="52" y="53"/>
              </a:cxn>
              <a:cxn ang="0">
                <a:pos x="56" y="42"/>
              </a:cxn>
              <a:cxn ang="0">
                <a:pos x="72" y="45"/>
              </a:cxn>
            </a:cxnLst>
            <a:rect l="0" t="0" r="r" b="b"/>
            <a:pathLst>
              <a:path w="72" h="57">
                <a:moveTo>
                  <a:pt x="21" y="12"/>
                </a:moveTo>
                <a:cubicBezTo>
                  <a:pt x="21" y="14"/>
                  <a:pt x="19" y="16"/>
                  <a:pt x="17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2" y="16"/>
                  <a:pt x="0" y="14"/>
                  <a:pt x="0" y="12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9" y="0"/>
                  <a:pt x="21" y="2"/>
                  <a:pt x="21" y="4"/>
                </a:cubicBezTo>
                <a:lnTo>
                  <a:pt x="21" y="12"/>
                </a:lnTo>
                <a:close/>
                <a:moveTo>
                  <a:pt x="21" y="33"/>
                </a:moveTo>
                <a:cubicBezTo>
                  <a:pt x="21" y="35"/>
                  <a:pt x="19" y="36"/>
                  <a:pt x="17" y="36"/>
                </a:cubicBezTo>
                <a:cubicBezTo>
                  <a:pt x="4" y="36"/>
                  <a:pt x="4" y="36"/>
                  <a:pt x="4" y="36"/>
                </a:cubicBezTo>
                <a:cubicBezTo>
                  <a:pt x="2" y="36"/>
                  <a:pt x="0" y="35"/>
                  <a:pt x="0" y="3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3"/>
                  <a:pt x="2" y="21"/>
                  <a:pt x="4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19" y="21"/>
                  <a:pt x="21" y="23"/>
                  <a:pt x="21" y="25"/>
                </a:cubicBezTo>
                <a:lnTo>
                  <a:pt x="21" y="33"/>
                </a:lnTo>
                <a:close/>
                <a:moveTo>
                  <a:pt x="21" y="53"/>
                </a:moveTo>
                <a:cubicBezTo>
                  <a:pt x="21" y="55"/>
                  <a:pt x="19" y="57"/>
                  <a:pt x="17" y="57"/>
                </a:cubicBezTo>
                <a:cubicBezTo>
                  <a:pt x="4" y="57"/>
                  <a:pt x="4" y="57"/>
                  <a:pt x="4" y="57"/>
                </a:cubicBezTo>
                <a:cubicBezTo>
                  <a:pt x="2" y="57"/>
                  <a:pt x="0" y="55"/>
                  <a:pt x="0" y="53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3"/>
                  <a:pt x="2" y="42"/>
                  <a:pt x="4" y="42"/>
                </a:cubicBezTo>
                <a:cubicBezTo>
                  <a:pt x="17" y="42"/>
                  <a:pt x="17" y="42"/>
                  <a:pt x="17" y="42"/>
                </a:cubicBezTo>
                <a:cubicBezTo>
                  <a:pt x="19" y="42"/>
                  <a:pt x="21" y="43"/>
                  <a:pt x="21" y="45"/>
                </a:cubicBezTo>
                <a:lnTo>
                  <a:pt x="21" y="53"/>
                </a:lnTo>
                <a:close/>
                <a:moveTo>
                  <a:pt x="47" y="12"/>
                </a:moveTo>
                <a:cubicBezTo>
                  <a:pt x="47" y="14"/>
                  <a:pt x="45" y="16"/>
                  <a:pt x="43" y="16"/>
                </a:cubicBezTo>
                <a:cubicBezTo>
                  <a:pt x="30" y="16"/>
                  <a:pt x="30" y="16"/>
                  <a:pt x="30" y="16"/>
                </a:cubicBezTo>
                <a:cubicBezTo>
                  <a:pt x="28" y="16"/>
                  <a:pt x="26" y="14"/>
                  <a:pt x="26" y="12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2"/>
                  <a:pt x="28" y="0"/>
                  <a:pt x="30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5" y="0"/>
                  <a:pt x="47" y="2"/>
                  <a:pt x="47" y="4"/>
                </a:cubicBezTo>
                <a:lnTo>
                  <a:pt x="47" y="12"/>
                </a:lnTo>
                <a:close/>
                <a:moveTo>
                  <a:pt x="47" y="33"/>
                </a:moveTo>
                <a:cubicBezTo>
                  <a:pt x="47" y="35"/>
                  <a:pt x="45" y="36"/>
                  <a:pt x="43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28" y="36"/>
                  <a:pt x="26" y="35"/>
                  <a:pt x="26" y="33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3"/>
                  <a:pt x="28" y="21"/>
                  <a:pt x="30" y="21"/>
                </a:cubicBezTo>
                <a:cubicBezTo>
                  <a:pt x="43" y="21"/>
                  <a:pt x="43" y="21"/>
                  <a:pt x="43" y="21"/>
                </a:cubicBezTo>
                <a:cubicBezTo>
                  <a:pt x="45" y="21"/>
                  <a:pt x="47" y="23"/>
                  <a:pt x="47" y="25"/>
                </a:cubicBezTo>
                <a:lnTo>
                  <a:pt x="47" y="33"/>
                </a:lnTo>
                <a:close/>
                <a:moveTo>
                  <a:pt x="47" y="53"/>
                </a:moveTo>
                <a:cubicBezTo>
                  <a:pt x="47" y="55"/>
                  <a:pt x="45" y="57"/>
                  <a:pt x="43" y="57"/>
                </a:cubicBezTo>
                <a:cubicBezTo>
                  <a:pt x="30" y="57"/>
                  <a:pt x="30" y="57"/>
                  <a:pt x="30" y="57"/>
                </a:cubicBezTo>
                <a:cubicBezTo>
                  <a:pt x="28" y="57"/>
                  <a:pt x="26" y="55"/>
                  <a:pt x="26" y="53"/>
                </a:cubicBezTo>
                <a:cubicBezTo>
                  <a:pt x="26" y="45"/>
                  <a:pt x="26" y="45"/>
                  <a:pt x="26" y="45"/>
                </a:cubicBezTo>
                <a:cubicBezTo>
                  <a:pt x="26" y="43"/>
                  <a:pt x="28" y="42"/>
                  <a:pt x="30" y="42"/>
                </a:cubicBezTo>
                <a:cubicBezTo>
                  <a:pt x="43" y="42"/>
                  <a:pt x="43" y="42"/>
                  <a:pt x="43" y="42"/>
                </a:cubicBezTo>
                <a:cubicBezTo>
                  <a:pt x="45" y="42"/>
                  <a:pt x="47" y="43"/>
                  <a:pt x="47" y="45"/>
                </a:cubicBezTo>
                <a:lnTo>
                  <a:pt x="47" y="53"/>
                </a:lnTo>
                <a:close/>
                <a:moveTo>
                  <a:pt x="72" y="12"/>
                </a:moveTo>
                <a:cubicBezTo>
                  <a:pt x="72" y="14"/>
                  <a:pt x="71" y="16"/>
                  <a:pt x="69" y="16"/>
                </a:cubicBezTo>
                <a:cubicBezTo>
                  <a:pt x="56" y="16"/>
                  <a:pt x="56" y="16"/>
                  <a:pt x="56" y="16"/>
                </a:cubicBezTo>
                <a:cubicBezTo>
                  <a:pt x="54" y="16"/>
                  <a:pt x="52" y="14"/>
                  <a:pt x="52" y="12"/>
                </a:cubicBezTo>
                <a:cubicBezTo>
                  <a:pt x="52" y="4"/>
                  <a:pt x="52" y="4"/>
                  <a:pt x="52" y="4"/>
                </a:cubicBezTo>
                <a:cubicBezTo>
                  <a:pt x="52" y="2"/>
                  <a:pt x="54" y="0"/>
                  <a:pt x="56" y="0"/>
                </a:cubicBezTo>
                <a:cubicBezTo>
                  <a:pt x="69" y="0"/>
                  <a:pt x="69" y="0"/>
                  <a:pt x="69" y="0"/>
                </a:cubicBezTo>
                <a:cubicBezTo>
                  <a:pt x="71" y="0"/>
                  <a:pt x="72" y="2"/>
                  <a:pt x="72" y="4"/>
                </a:cubicBezTo>
                <a:lnTo>
                  <a:pt x="72" y="12"/>
                </a:lnTo>
                <a:close/>
                <a:moveTo>
                  <a:pt x="72" y="33"/>
                </a:moveTo>
                <a:cubicBezTo>
                  <a:pt x="72" y="35"/>
                  <a:pt x="71" y="36"/>
                  <a:pt x="69" y="36"/>
                </a:cubicBezTo>
                <a:cubicBezTo>
                  <a:pt x="56" y="36"/>
                  <a:pt x="56" y="36"/>
                  <a:pt x="56" y="36"/>
                </a:cubicBezTo>
                <a:cubicBezTo>
                  <a:pt x="54" y="36"/>
                  <a:pt x="52" y="35"/>
                  <a:pt x="52" y="33"/>
                </a:cubicBezTo>
                <a:cubicBezTo>
                  <a:pt x="52" y="25"/>
                  <a:pt x="52" y="25"/>
                  <a:pt x="52" y="25"/>
                </a:cubicBezTo>
                <a:cubicBezTo>
                  <a:pt x="52" y="23"/>
                  <a:pt x="54" y="21"/>
                  <a:pt x="56" y="21"/>
                </a:cubicBezTo>
                <a:cubicBezTo>
                  <a:pt x="69" y="21"/>
                  <a:pt x="69" y="21"/>
                  <a:pt x="69" y="21"/>
                </a:cubicBezTo>
                <a:cubicBezTo>
                  <a:pt x="71" y="21"/>
                  <a:pt x="72" y="23"/>
                  <a:pt x="72" y="25"/>
                </a:cubicBezTo>
                <a:lnTo>
                  <a:pt x="72" y="33"/>
                </a:lnTo>
                <a:close/>
                <a:moveTo>
                  <a:pt x="72" y="53"/>
                </a:moveTo>
                <a:cubicBezTo>
                  <a:pt x="72" y="55"/>
                  <a:pt x="71" y="57"/>
                  <a:pt x="69" y="57"/>
                </a:cubicBezTo>
                <a:cubicBezTo>
                  <a:pt x="56" y="57"/>
                  <a:pt x="56" y="57"/>
                  <a:pt x="56" y="57"/>
                </a:cubicBezTo>
                <a:cubicBezTo>
                  <a:pt x="54" y="57"/>
                  <a:pt x="52" y="55"/>
                  <a:pt x="52" y="53"/>
                </a:cubicBezTo>
                <a:cubicBezTo>
                  <a:pt x="52" y="45"/>
                  <a:pt x="52" y="45"/>
                  <a:pt x="52" y="45"/>
                </a:cubicBezTo>
                <a:cubicBezTo>
                  <a:pt x="52" y="43"/>
                  <a:pt x="54" y="42"/>
                  <a:pt x="56" y="42"/>
                </a:cubicBezTo>
                <a:cubicBezTo>
                  <a:pt x="69" y="42"/>
                  <a:pt x="69" y="42"/>
                  <a:pt x="69" y="42"/>
                </a:cubicBezTo>
                <a:cubicBezTo>
                  <a:pt x="71" y="42"/>
                  <a:pt x="72" y="43"/>
                  <a:pt x="72" y="45"/>
                </a:cubicBezTo>
                <a:lnTo>
                  <a:pt x="72" y="5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93642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Flow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145"/>
          <p:cNvSpPr>
            <a:spLocks/>
          </p:cNvSpPr>
          <p:nvPr userDrawn="1"/>
        </p:nvSpPr>
        <p:spPr bwMode="auto">
          <a:xfrm>
            <a:off x="5292585" y="1230595"/>
            <a:ext cx="1606833" cy="1385605"/>
          </a:xfrm>
          <a:custGeom>
            <a:avLst/>
            <a:gdLst/>
            <a:ahLst/>
            <a:cxnLst>
              <a:cxn ang="0">
                <a:pos x="64" y="51"/>
              </a:cxn>
              <a:cxn ang="0">
                <a:pos x="60" y="55"/>
              </a:cxn>
              <a:cxn ang="0">
                <a:pos x="49" y="55"/>
              </a:cxn>
              <a:cxn ang="0">
                <a:pos x="45" y="51"/>
              </a:cxn>
              <a:cxn ang="0">
                <a:pos x="45" y="40"/>
              </a:cxn>
              <a:cxn ang="0">
                <a:pos x="49" y="36"/>
              </a:cxn>
              <a:cxn ang="0">
                <a:pos x="52" y="36"/>
              </a:cxn>
              <a:cxn ang="0">
                <a:pos x="52" y="30"/>
              </a:cxn>
              <a:cxn ang="0">
                <a:pos x="34" y="30"/>
              </a:cxn>
              <a:cxn ang="0">
                <a:pos x="34" y="36"/>
              </a:cxn>
              <a:cxn ang="0">
                <a:pos x="37" y="36"/>
              </a:cxn>
              <a:cxn ang="0">
                <a:pos x="41" y="40"/>
              </a:cxn>
              <a:cxn ang="0">
                <a:pos x="41" y="51"/>
              </a:cxn>
              <a:cxn ang="0">
                <a:pos x="37" y="55"/>
              </a:cxn>
              <a:cxn ang="0">
                <a:pos x="26" y="55"/>
              </a:cxn>
              <a:cxn ang="0">
                <a:pos x="23" y="51"/>
              </a:cxn>
              <a:cxn ang="0">
                <a:pos x="23" y="40"/>
              </a:cxn>
              <a:cxn ang="0">
                <a:pos x="26" y="36"/>
              </a:cxn>
              <a:cxn ang="0">
                <a:pos x="29" y="36"/>
              </a:cxn>
              <a:cxn ang="0">
                <a:pos x="29" y="30"/>
              </a:cxn>
              <a:cxn ang="0">
                <a:pos x="11" y="30"/>
              </a:cxn>
              <a:cxn ang="0">
                <a:pos x="11" y="36"/>
              </a:cxn>
              <a:cxn ang="0">
                <a:pos x="15" y="36"/>
              </a:cxn>
              <a:cxn ang="0">
                <a:pos x="18" y="40"/>
              </a:cxn>
              <a:cxn ang="0">
                <a:pos x="18" y="51"/>
              </a:cxn>
              <a:cxn ang="0">
                <a:pos x="15" y="55"/>
              </a:cxn>
              <a:cxn ang="0">
                <a:pos x="3" y="55"/>
              </a:cxn>
              <a:cxn ang="0">
                <a:pos x="0" y="51"/>
              </a:cxn>
              <a:cxn ang="0">
                <a:pos x="0" y="40"/>
              </a:cxn>
              <a:cxn ang="0">
                <a:pos x="3" y="36"/>
              </a:cxn>
              <a:cxn ang="0">
                <a:pos x="7" y="36"/>
              </a:cxn>
              <a:cxn ang="0">
                <a:pos x="7" y="30"/>
              </a:cxn>
              <a:cxn ang="0">
                <a:pos x="11" y="25"/>
              </a:cxn>
              <a:cxn ang="0">
                <a:pos x="29" y="25"/>
              </a:cxn>
              <a:cxn ang="0">
                <a:pos x="29" y="18"/>
              </a:cxn>
              <a:cxn ang="0">
                <a:pos x="26" y="18"/>
              </a:cxn>
              <a:cxn ang="0">
                <a:pos x="23" y="15"/>
              </a:cxn>
              <a:cxn ang="0">
                <a:pos x="23" y="3"/>
              </a:cxn>
              <a:cxn ang="0">
                <a:pos x="26" y="0"/>
              </a:cxn>
              <a:cxn ang="0">
                <a:pos x="37" y="0"/>
              </a:cxn>
              <a:cxn ang="0">
                <a:pos x="41" y="3"/>
              </a:cxn>
              <a:cxn ang="0">
                <a:pos x="41" y="15"/>
              </a:cxn>
              <a:cxn ang="0">
                <a:pos x="37" y="18"/>
              </a:cxn>
              <a:cxn ang="0">
                <a:pos x="34" y="18"/>
              </a:cxn>
              <a:cxn ang="0">
                <a:pos x="34" y="25"/>
              </a:cxn>
              <a:cxn ang="0">
                <a:pos x="52" y="25"/>
              </a:cxn>
              <a:cxn ang="0">
                <a:pos x="57" y="30"/>
              </a:cxn>
              <a:cxn ang="0">
                <a:pos x="57" y="36"/>
              </a:cxn>
              <a:cxn ang="0">
                <a:pos x="60" y="36"/>
              </a:cxn>
              <a:cxn ang="0">
                <a:pos x="64" y="40"/>
              </a:cxn>
              <a:cxn ang="0">
                <a:pos x="64" y="51"/>
              </a:cxn>
            </a:cxnLst>
            <a:rect l="0" t="0" r="r" b="b"/>
            <a:pathLst>
              <a:path w="64" h="55">
                <a:moveTo>
                  <a:pt x="64" y="51"/>
                </a:moveTo>
                <a:cubicBezTo>
                  <a:pt x="64" y="53"/>
                  <a:pt x="62" y="55"/>
                  <a:pt x="60" y="55"/>
                </a:cubicBezTo>
                <a:cubicBezTo>
                  <a:pt x="49" y="55"/>
                  <a:pt x="49" y="55"/>
                  <a:pt x="49" y="55"/>
                </a:cubicBezTo>
                <a:cubicBezTo>
                  <a:pt x="47" y="55"/>
                  <a:pt x="45" y="53"/>
                  <a:pt x="45" y="51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38"/>
                  <a:pt x="47" y="36"/>
                  <a:pt x="49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0"/>
                  <a:pt x="52" y="30"/>
                  <a:pt x="52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36"/>
                  <a:pt x="34" y="36"/>
                  <a:pt x="34" y="36"/>
                </a:cubicBezTo>
                <a:cubicBezTo>
                  <a:pt x="37" y="36"/>
                  <a:pt x="37" y="36"/>
                  <a:pt x="37" y="36"/>
                </a:cubicBezTo>
                <a:cubicBezTo>
                  <a:pt x="39" y="36"/>
                  <a:pt x="41" y="38"/>
                  <a:pt x="41" y="40"/>
                </a:cubicBezTo>
                <a:cubicBezTo>
                  <a:pt x="41" y="51"/>
                  <a:pt x="41" y="51"/>
                  <a:pt x="41" y="51"/>
                </a:cubicBezTo>
                <a:cubicBezTo>
                  <a:pt x="41" y="53"/>
                  <a:pt x="39" y="55"/>
                  <a:pt x="37" y="55"/>
                </a:cubicBezTo>
                <a:cubicBezTo>
                  <a:pt x="26" y="55"/>
                  <a:pt x="26" y="55"/>
                  <a:pt x="26" y="55"/>
                </a:cubicBezTo>
                <a:cubicBezTo>
                  <a:pt x="24" y="55"/>
                  <a:pt x="23" y="53"/>
                  <a:pt x="23" y="51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38"/>
                  <a:pt x="24" y="36"/>
                  <a:pt x="26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30"/>
                  <a:pt x="29" y="30"/>
                  <a:pt x="29" y="30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6"/>
                  <a:pt x="11" y="36"/>
                  <a:pt x="11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7" y="36"/>
                  <a:pt x="18" y="38"/>
                  <a:pt x="18" y="40"/>
                </a:cubicBezTo>
                <a:cubicBezTo>
                  <a:pt x="18" y="51"/>
                  <a:pt x="18" y="51"/>
                  <a:pt x="18" y="51"/>
                </a:cubicBezTo>
                <a:cubicBezTo>
                  <a:pt x="18" y="53"/>
                  <a:pt x="17" y="55"/>
                  <a:pt x="15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6"/>
                  <a:pt x="3" y="36"/>
                </a:cubicBezTo>
                <a:cubicBezTo>
                  <a:pt x="7" y="36"/>
                  <a:pt x="7" y="36"/>
                  <a:pt x="7" y="36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27"/>
                  <a:pt x="9" y="25"/>
                  <a:pt x="11" y="25"/>
                </a:cubicBezTo>
                <a:cubicBezTo>
                  <a:pt x="29" y="25"/>
                  <a:pt x="29" y="25"/>
                  <a:pt x="29" y="25"/>
                </a:cubicBezTo>
                <a:cubicBezTo>
                  <a:pt x="29" y="18"/>
                  <a:pt x="29" y="18"/>
                  <a:pt x="29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4" y="18"/>
                  <a:pt x="23" y="17"/>
                  <a:pt x="23" y="15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4" y="0"/>
                  <a:pt x="26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1" y="1"/>
                  <a:pt x="41" y="3"/>
                </a:cubicBezTo>
                <a:cubicBezTo>
                  <a:pt x="41" y="15"/>
                  <a:pt x="41" y="15"/>
                  <a:pt x="41" y="15"/>
                </a:cubicBezTo>
                <a:cubicBezTo>
                  <a:pt x="41" y="17"/>
                  <a:pt x="39" y="18"/>
                  <a:pt x="37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25"/>
                  <a:pt x="34" y="25"/>
                  <a:pt x="34" y="25"/>
                </a:cubicBezTo>
                <a:cubicBezTo>
                  <a:pt x="52" y="25"/>
                  <a:pt x="52" y="25"/>
                  <a:pt x="52" y="25"/>
                </a:cubicBezTo>
                <a:cubicBezTo>
                  <a:pt x="55" y="25"/>
                  <a:pt x="57" y="27"/>
                  <a:pt x="57" y="30"/>
                </a:cubicBezTo>
                <a:cubicBezTo>
                  <a:pt x="57" y="36"/>
                  <a:pt x="57" y="36"/>
                  <a:pt x="57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2" y="36"/>
                  <a:pt x="64" y="38"/>
                  <a:pt x="64" y="40"/>
                </a:cubicBezTo>
                <a:lnTo>
                  <a:pt x="64" y="5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76936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re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29"/>
          <p:cNvSpPr>
            <a:spLocks/>
          </p:cNvSpPr>
          <p:nvPr userDrawn="1"/>
        </p:nvSpPr>
        <p:spPr bwMode="auto">
          <a:xfrm>
            <a:off x="5583767" y="1363136"/>
            <a:ext cx="1024467" cy="1253064"/>
          </a:xfrm>
          <a:custGeom>
            <a:avLst/>
            <a:gdLst/>
            <a:ahLst/>
            <a:cxnLst>
              <a:cxn ang="0">
                <a:pos x="53" y="58"/>
              </a:cxn>
              <a:cxn ang="0">
                <a:pos x="36" y="58"/>
              </a:cxn>
              <a:cxn ang="0">
                <a:pos x="36" y="65"/>
              </a:cxn>
              <a:cxn ang="0">
                <a:pos x="34" y="68"/>
              </a:cxn>
              <a:cxn ang="0">
                <a:pos x="22" y="68"/>
              </a:cxn>
              <a:cxn ang="0">
                <a:pos x="20" y="65"/>
              </a:cxn>
              <a:cxn ang="0">
                <a:pos x="20" y="58"/>
              </a:cxn>
              <a:cxn ang="0">
                <a:pos x="2" y="58"/>
              </a:cxn>
              <a:cxn ang="0">
                <a:pos x="0" y="56"/>
              </a:cxn>
              <a:cxn ang="0">
                <a:pos x="1" y="54"/>
              </a:cxn>
              <a:cxn ang="0">
                <a:pos x="16" y="39"/>
              </a:cxn>
              <a:cxn ang="0">
                <a:pos x="7" y="39"/>
              </a:cxn>
              <a:cxn ang="0">
                <a:pos x="5" y="36"/>
              </a:cxn>
              <a:cxn ang="0">
                <a:pos x="6" y="34"/>
              </a:cxn>
              <a:cxn ang="0">
                <a:pos x="21" y="19"/>
              </a:cxn>
              <a:cxn ang="0">
                <a:pos x="13" y="19"/>
              </a:cxn>
              <a:cxn ang="0">
                <a:pos x="11" y="17"/>
              </a:cxn>
              <a:cxn ang="0">
                <a:pos x="12" y="15"/>
              </a:cxn>
              <a:cxn ang="0">
                <a:pos x="26" y="0"/>
              </a:cxn>
              <a:cxn ang="0">
                <a:pos x="28" y="0"/>
              </a:cxn>
              <a:cxn ang="0">
                <a:pos x="30" y="0"/>
              </a:cxn>
              <a:cxn ang="0">
                <a:pos x="44" y="15"/>
              </a:cxn>
              <a:cxn ang="0">
                <a:pos x="45" y="17"/>
              </a:cxn>
              <a:cxn ang="0">
                <a:pos x="42" y="19"/>
              </a:cxn>
              <a:cxn ang="0">
                <a:pos x="35" y="19"/>
              </a:cxn>
              <a:cxn ang="0">
                <a:pos x="50" y="34"/>
              </a:cxn>
              <a:cxn ang="0">
                <a:pos x="51" y="36"/>
              </a:cxn>
              <a:cxn ang="0">
                <a:pos x="49" y="39"/>
              </a:cxn>
              <a:cxn ang="0">
                <a:pos x="40" y="39"/>
              </a:cxn>
              <a:cxn ang="0">
                <a:pos x="55" y="54"/>
              </a:cxn>
              <a:cxn ang="0">
                <a:pos x="56" y="56"/>
              </a:cxn>
              <a:cxn ang="0">
                <a:pos x="53" y="58"/>
              </a:cxn>
            </a:cxnLst>
            <a:rect l="0" t="0" r="r" b="b"/>
            <a:pathLst>
              <a:path w="56" h="68">
                <a:moveTo>
                  <a:pt x="53" y="58"/>
                </a:moveTo>
                <a:cubicBezTo>
                  <a:pt x="36" y="58"/>
                  <a:pt x="36" y="58"/>
                  <a:pt x="36" y="58"/>
                </a:cubicBezTo>
                <a:cubicBezTo>
                  <a:pt x="36" y="60"/>
                  <a:pt x="36" y="63"/>
                  <a:pt x="36" y="65"/>
                </a:cubicBezTo>
                <a:cubicBezTo>
                  <a:pt x="36" y="67"/>
                  <a:pt x="35" y="68"/>
                  <a:pt x="34" y="68"/>
                </a:cubicBezTo>
                <a:cubicBezTo>
                  <a:pt x="22" y="68"/>
                  <a:pt x="22" y="68"/>
                  <a:pt x="22" y="68"/>
                </a:cubicBezTo>
                <a:cubicBezTo>
                  <a:pt x="21" y="68"/>
                  <a:pt x="20" y="67"/>
                  <a:pt x="20" y="65"/>
                </a:cubicBezTo>
                <a:cubicBezTo>
                  <a:pt x="20" y="63"/>
                  <a:pt x="20" y="60"/>
                  <a:pt x="20" y="58"/>
                </a:cubicBezTo>
                <a:cubicBezTo>
                  <a:pt x="2" y="58"/>
                  <a:pt x="2" y="58"/>
                  <a:pt x="2" y="58"/>
                </a:cubicBezTo>
                <a:cubicBezTo>
                  <a:pt x="1" y="58"/>
                  <a:pt x="0" y="57"/>
                  <a:pt x="0" y="56"/>
                </a:cubicBezTo>
                <a:cubicBezTo>
                  <a:pt x="0" y="55"/>
                  <a:pt x="0" y="54"/>
                  <a:pt x="1" y="54"/>
                </a:cubicBezTo>
                <a:cubicBezTo>
                  <a:pt x="16" y="39"/>
                  <a:pt x="16" y="39"/>
                  <a:pt x="16" y="39"/>
                </a:cubicBezTo>
                <a:cubicBezTo>
                  <a:pt x="7" y="39"/>
                  <a:pt x="7" y="39"/>
                  <a:pt x="7" y="39"/>
                </a:cubicBezTo>
                <a:cubicBezTo>
                  <a:pt x="6" y="39"/>
                  <a:pt x="5" y="37"/>
                  <a:pt x="5" y="36"/>
                </a:cubicBezTo>
                <a:cubicBezTo>
                  <a:pt x="5" y="35"/>
                  <a:pt x="5" y="35"/>
                  <a:pt x="6" y="34"/>
                </a:cubicBezTo>
                <a:cubicBezTo>
                  <a:pt x="21" y="19"/>
                  <a:pt x="21" y="19"/>
                  <a:pt x="21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2" y="19"/>
                  <a:pt x="11" y="18"/>
                  <a:pt x="11" y="17"/>
                </a:cubicBezTo>
                <a:cubicBezTo>
                  <a:pt x="11" y="16"/>
                  <a:pt x="11" y="15"/>
                  <a:pt x="12" y="15"/>
                </a:cubicBezTo>
                <a:cubicBezTo>
                  <a:pt x="26" y="0"/>
                  <a:pt x="26" y="0"/>
                  <a:pt x="26" y="0"/>
                </a:cubicBezTo>
                <a:cubicBezTo>
                  <a:pt x="27" y="0"/>
                  <a:pt x="27" y="0"/>
                  <a:pt x="28" y="0"/>
                </a:cubicBezTo>
                <a:cubicBezTo>
                  <a:pt x="29" y="0"/>
                  <a:pt x="29" y="0"/>
                  <a:pt x="30" y="0"/>
                </a:cubicBezTo>
                <a:cubicBezTo>
                  <a:pt x="44" y="15"/>
                  <a:pt x="44" y="15"/>
                  <a:pt x="44" y="15"/>
                </a:cubicBezTo>
                <a:cubicBezTo>
                  <a:pt x="45" y="15"/>
                  <a:pt x="45" y="16"/>
                  <a:pt x="45" y="17"/>
                </a:cubicBezTo>
                <a:cubicBezTo>
                  <a:pt x="45" y="18"/>
                  <a:pt x="44" y="19"/>
                  <a:pt x="42" y="19"/>
                </a:cubicBezTo>
                <a:cubicBezTo>
                  <a:pt x="35" y="19"/>
                  <a:pt x="35" y="19"/>
                  <a:pt x="35" y="19"/>
                </a:cubicBezTo>
                <a:cubicBezTo>
                  <a:pt x="50" y="34"/>
                  <a:pt x="50" y="34"/>
                  <a:pt x="50" y="34"/>
                </a:cubicBezTo>
                <a:cubicBezTo>
                  <a:pt x="51" y="35"/>
                  <a:pt x="51" y="35"/>
                  <a:pt x="51" y="36"/>
                </a:cubicBezTo>
                <a:cubicBezTo>
                  <a:pt x="51" y="37"/>
                  <a:pt x="50" y="39"/>
                  <a:pt x="49" y="39"/>
                </a:cubicBezTo>
                <a:cubicBezTo>
                  <a:pt x="40" y="39"/>
                  <a:pt x="40" y="39"/>
                  <a:pt x="40" y="39"/>
                </a:cubicBezTo>
                <a:cubicBezTo>
                  <a:pt x="55" y="54"/>
                  <a:pt x="55" y="54"/>
                  <a:pt x="55" y="54"/>
                </a:cubicBezTo>
                <a:cubicBezTo>
                  <a:pt x="56" y="54"/>
                  <a:pt x="56" y="55"/>
                  <a:pt x="56" y="56"/>
                </a:cubicBezTo>
                <a:cubicBezTo>
                  <a:pt x="56" y="57"/>
                  <a:pt x="55" y="58"/>
                  <a:pt x="53" y="5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58928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9"/>
          <p:cNvSpPr>
            <a:spLocks noEditPoints="1"/>
          </p:cNvSpPr>
          <p:nvPr userDrawn="1"/>
        </p:nvSpPr>
        <p:spPr bwMode="auto">
          <a:xfrm>
            <a:off x="5467090" y="1498600"/>
            <a:ext cx="1257823" cy="1267883"/>
          </a:xfrm>
          <a:custGeom>
            <a:avLst/>
            <a:gdLst/>
            <a:ahLst/>
            <a:cxnLst>
              <a:cxn ang="0">
                <a:pos x="29" y="58"/>
              </a:cxn>
              <a:cxn ang="0">
                <a:pos x="6" y="47"/>
              </a:cxn>
              <a:cxn ang="0">
                <a:pos x="7" y="46"/>
              </a:cxn>
              <a:cxn ang="0">
                <a:pos x="12" y="40"/>
              </a:cxn>
              <a:cxn ang="0">
                <a:pos x="13" y="40"/>
              </a:cxn>
              <a:cxn ang="0">
                <a:pos x="14" y="41"/>
              </a:cxn>
              <a:cxn ang="0">
                <a:pos x="29" y="48"/>
              </a:cxn>
              <a:cxn ang="0">
                <a:pos x="48" y="29"/>
              </a:cxn>
              <a:cxn ang="0">
                <a:pos x="29" y="9"/>
              </a:cxn>
              <a:cxn ang="0">
                <a:pos x="16" y="14"/>
              </a:cxn>
              <a:cxn ang="0">
                <a:pos x="21" y="20"/>
              </a:cxn>
              <a:cxn ang="0">
                <a:pos x="21" y="22"/>
              </a:cxn>
              <a:cxn ang="0">
                <a:pos x="19" y="24"/>
              </a:cxn>
              <a:cxn ang="0">
                <a:pos x="2" y="24"/>
              </a:cxn>
              <a:cxn ang="0">
                <a:pos x="0" y="21"/>
              </a:cxn>
              <a:cxn ang="0">
                <a:pos x="0" y="4"/>
              </a:cxn>
              <a:cxn ang="0">
                <a:pos x="1" y="2"/>
              </a:cxn>
              <a:cxn ang="0">
                <a:pos x="4" y="3"/>
              </a:cxn>
              <a:cxn ang="0">
                <a:pos x="9" y="8"/>
              </a:cxn>
              <a:cxn ang="0">
                <a:pos x="29" y="0"/>
              </a:cxn>
              <a:cxn ang="0">
                <a:pos x="58" y="29"/>
              </a:cxn>
              <a:cxn ang="0">
                <a:pos x="29" y="58"/>
              </a:cxn>
              <a:cxn ang="0">
                <a:pos x="34" y="35"/>
              </a:cxn>
              <a:cxn ang="0">
                <a:pos x="33" y="36"/>
              </a:cxn>
              <a:cxn ang="0">
                <a:pos x="20" y="36"/>
              </a:cxn>
              <a:cxn ang="0">
                <a:pos x="19" y="35"/>
              </a:cxn>
              <a:cxn ang="0">
                <a:pos x="19" y="32"/>
              </a:cxn>
              <a:cxn ang="0">
                <a:pos x="20" y="31"/>
              </a:cxn>
              <a:cxn ang="0">
                <a:pos x="29" y="31"/>
              </a:cxn>
              <a:cxn ang="0">
                <a:pos x="29" y="18"/>
              </a:cxn>
              <a:cxn ang="0">
                <a:pos x="30" y="17"/>
              </a:cxn>
              <a:cxn ang="0">
                <a:pos x="33" y="17"/>
              </a:cxn>
              <a:cxn ang="0">
                <a:pos x="34" y="18"/>
              </a:cxn>
              <a:cxn ang="0">
                <a:pos x="34" y="35"/>
              </a:cxn>
            </a:cxnLst>
            <a:rect l="0" t="0" r="r" b="b"/>
            <a:pathLst>
              <a:path w="58" h="58">
                <a:moveTo>
                  <a:pt x="29" y="58"/>
                </a:moveTo>
                <a:cubicBezTo>
                  <a:pt x="20" y="58"/>
                  <a:pt x="12" y="54"/>
                  <a:pt x="6" y="47"/>
                </a:cubicBezTo>
                <a:cubicBezTo>
                  <a:pt x="6" y="47"/>
                  <a:pt x="6" y="46"/>
                  <a:pt x="7" y="46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40"/>
                  <a:pt x="12" y="40"/>
                  <a:pt x="13" y="40"/>
                </a:cubicBezTo>
                <a:cubicBezTo>
                  <a:pt x="13" y="40"/>
                  <a:pt x="13" y="40"/>
                  <a:pt x="14" y="41"/>
                </a:cubicBezTo>
                <a:cubicBezTo>
                  <a:pt x="17" y="45"/>
                  <a:pt x="23" y="48"/>
                  <a:pt x="29" y="48"/>
                </a:cubicBezTo>
                <a:cubicBezTo>
                  <a:pt x="40" y="48"/>
                  <a:pt x="48" y="39"/>
                  <a:pt x="48" y="29"/>
                </a:cubicBezTo>
                <a:cubicBezTo>
                  <a:pt x="48" y="18"/>
                  <a:pt x="40" y="9"/>
                  <a:pt x="29" y="9"/>
                </a:cubicBezTo>
                <a:cubicBezTo>
                  <a:pt x="24" y="9"/>
                  <a:pt x="19" y="11"/>
                  <a:pt x="16" y="14"/>
                </a:cubicBezTo>
                <a:cubicBezTo>
                  <a:pt x="21" y="20"/>
                  <a:pt x="21" y="20"/>
                  <a:pt x="21" y="20"/>
                </a:cubicBezTo>
                <a:cubicBezTo>
                  <a:pt x="22" y="20"/>
                  <a:pt x="22" y="21"/>
                  <a:pt x="21" y="22"/>
                </a:cubicBezTo>
                <a:cubicBezTo>
                  <a:pt x="21" y="23"/>
                  <a:pt x="20" y="24"/>
                  <a:pt x="19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1" y="24"/>
                  <a:pt x="0" y="23"/>
                  <a:pt x="0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3"/>
                  <a:pt x="1" y="2"/>
                </a:cubicBezTo>
                <a:cubicBezTo>
                  <a:pt x="2" y="2"/>
                  <a:pt x="3" y="2"/>
                  <a:pt x="4" y="3"/>
                </a:cubicBezTo>
                <a:cubicBezTo>
                  <a:pt x="9" y="8"/>
                  <a:pt x="9" y="8"/>
                  <a:pt x="9" y="8"/>
                </a:cubicBezTo>
                <a:cubicBezTo>
                  <a:pt x="14" y="3"/>
                  <a:pt x="21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34" y="35"/>
                </a:moveTo>
                <a:cubicBezTo>
                  <a:pt x="34" y="35"/>
                  <a:pt x="33" y="36"/>
                  <a:pt x="33" y="36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6"/>
                  <a:pt x="19" y="35"/>
                  <a:pt x="19" y="35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20" y="31"/>
                  <a:pt x="20" y="31"/>
                </a:cubicBezTo>
                <a:cubicBezTo>
                  <a:pt x="29" y="31"/>
                  <a:pt x="29" y="31"/>
                  <a:pt x="29" y="31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7"/>
                  <a:pt x="29" y="17"/>
                  <a:pt x="30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17"/>
                  <a:pt x="34" y="17"/>
                  <a:pt x="34" y="18"/>
                </a:cubicBezTo>
                <a:lnTo>
                  <a:pt x="34" y="35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15655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gm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0"/>
          <p:cNvSpPr>
            <a:spLocks noEditPoints="1"/>
          </p:cNvSpPr>
          <p:nvPr userDrawn="1"/>
        </p:nvSpPr>
        <p:spPr bwMode="auto">
          <a:xfrm>
            <a:off x="5428193" y="1498601"/>
            <a:ext cx="1335617" cy="1280351"/>
          </a:xfrm>
          <a:custGeom>
            <a:avLst/>
            <a:gdLst/>
            <a:ahLst/>
            <a:cxnLst>
              <a:cxn ang="0">
                <a:pos x="63" y="49"/>
              </a:cxn>
              <a:cxn ang="0">
                <a:pos x="58" y="44"/>
              </a:cxn>
              <a:cxn ang="0">
                <a:pos x="54" y="48"/>
              </a:cxn>
              <a:cxn ang="0">
                <a:pos x="63" y="57"/>
              </a:cxn>
              <a:cxn ang="0">
                <a:pos x="64" y="60"/>
              </a:cxn>
              <a:cxn ang="0">
                <a:pos x="59" y="64"/>
              </a:cxn>
              <a:cxn ang="0">
                <a:pos x="56" y="63"/>
              </a:cxn>
              <a:cxn ang="0">
                <a:pos x="29" y="36"/>
              </a:cxn>
              <a:cxn ang="0">
                <a:pos x="15" y="42"/>
              </a:cxn>
              <a:cxn ang="0">
                <a:pos x="0" y="27"/>
              </a:cxn>
              <a:cxn ang="0">
                <a:pos x="26" y="0"/>
              </a:cxn>
              <a:cxn ang="0">
                <a:pos x="41" y="15"/>
              </a:cxn>
              <a:cxn ang="0">
                <a:pos x="36" y="30"/>
              </a:cxn>
              <a:cxn ang="0">
                <a:pos x="50" y="44"/>
              </a:cxn>
              <a:cxn ang="0">
                <a:pos x="54" y="40"/>
              </a:cxn>
              <a:cxn ang="0">
                <a:pos x="49" y="35"/>
              </a:cxn>
              <a:cxn ang="0">
                <a:pos x="54" y="31"/>
              </a:cxn>
              <a:cxn ang="0">
                <a:pos x="55" y="31"/>
              </a:cxn>
              <a:cxn ang="0">
                <a:pos x="67" y="44"/>
              </a:cxn>
              <a:cxn ang="0">
                <a:pos x="63" y="49"/>
              </a:cxn>
              <a:cxn ang="0">
                <a:pos x="25" y="8"/>
              </a:cxn>
              <a:cxn ang="0">
                <a:pos x="18" y="16"/>
              </a:cxn>
              <a:cxn ang="0">
                <a:pos x="19" y="19"/>
              </a:cxn>
              <a:cxn ang="0">
                <a:pos x="15" y="18"/>
              </a:cxn>
              <a:cxn ang="0">
                <a:pos x="7" y="26"/>
              </a:cxn>
              <a:cxn ang="0">
                <a:pos x="15" y="34"/>
              </a:cxn>
              <a:cxn ang="0">
                <a:pos x="23" y="26"/>
              </a:cxn>
              <a:cxn ang="0">
                <a:pos x="22" y="23"/>
              </a:cxn>
              <a:cxn ang="0">
                <a:pos x="25" y="24"/>
              </a:cxn>
              <a:cxn ang="0">
                <a:pos x="33" y="16"/>
              </a:cxn>
              <a:cxn ang="0">
                <a:pos x="25" y="8"/>
              </a:cxn>
            </a:cxnLst>
            <a:rect l="0" t="0" r="r" b="b"/>
            <a:pathLst>
              <a:path w="67" h="64">
                <a:moveTo>
                  <a:pt x="63" y="49"/>
                </a:moveTo>
                <a:cubicBezTo>
                  <a:pt x="62" y="49"/>
                  <a:pt x="58" y="45"/>
                  <a:pt x="58" y="44"/>
                </a:cubicBezTo>
                <a:cubicBezTo>
                  <a:pt x="54" y="48"/>
                  <a:pt x="54" y="48"/>
                  <a:pt x="54" y="48"/>
                </a:cubicBezTo>
                <a:cubicBezTo>
                  <a:pt x="63" y="57"/>
                  <a:pt x="63" y="57"/>
                  <a:pt x="63" y="57"/>
                </a:cubicBezTo>
                <a:cubicBezTo>
                  <a:pt x="63" y="58"/>
                  <a:pt x="64" y="59"/>
                  <a:pt x="64" y="60"/>
                </a:cubicBezTo>
                <a:cubicBezTo>
                  <a:pt x="64" y="62"/>
                  <a:pt x="61" y="64"/>
                  <a:pt x="59" y="64"/>
                </a:cubicBezTo>
                <a:cubicBezTo>
                  <a:pt x="58" y="64"/>
                  <a:pt x="57" y="64"/>
                  <a:pt x="56" y="63"/>
                </a:cubicBezTo>
                <a:cubicBezTo>
                  <a:pt x="29" y="36"/>
                  <a:pt x="29" y="36"/>
                  <a:pt x="29" y="36"/>
                </a:cubicBezTo>
                <a:cubicBezTo>
                  <a:pt x="25" y="39"/>
                  <a:pt x="20" y="42"/>
                  <a:pt x="15" y="42"/>
                </a:cubicBezTo>
                <a:cubicBezTo>
                  <a:pt x="6" y="42"/>
                  <a:pt x="0" y="36"/>
                  <a:pt x="0" y="27"/>
                </a:cubicBezTo>
                <a:cubicBezTo>
                  <a:pt x="0" y="14"/>
                  <a:pt x="13" y="0"/>
                  <a:pt x="26" y="0"/>
                </a:cubicBezTo>
                <a:cubicBezTo>
                  <a:pt x="35" y="0"/>
                  <a:pt x="41" y="6"/>
                  <a:pt x="41" y="15"/>
                </a:cubicBezTo>
                <a:cubicBezTo>
                  <a:pt x="41" y="21"/>
                  <a:pt x="39" y="26"/>
                  <a:pt x="36" y="30"/>
                </a:cubicBezTo>
                <a:cubicBezTo>
                  <a:pt x="50" y="44"/>
                  <a:pt x="50" y="44"/>
                  <a:pt x="50" y="44"/>
                </a:cubicBezTo>
                <a:cubicBezTo>
                  <a:pt x="54" y="40"/>
                  <a:pt x="54" y="40"/>
                  <a:pt x="54" y="40"/>
                </a:cubicBezTo>
                <a:cubicBezTo>
                  <a:pt x="53" y="39"/>
                  <a:pt x="49" y="36"/>
                  <a:pt x="49" y="35"/>
                </a:cubicBezTo>
                <a:cubicBezTo>
                  <a:pt x="49" y="34"/>
                  <a:pt x="53" y="31"/>
                  <a:pt x="54" y="31"/>
                </a:cubicBezTo>
                <a:cubicBezTo>
                  <a:pt x="54" y="31"/>
                  <a:pt x="54" y="31"/>
                  <a:pt x="55" y="31"/>
                </a:cubicBezTo>
                <a:cubicBezTo>
                  <a:pt x="56" y="32"/>
                  <a:pt x="67" y="43"/>
                  <a:pt x="67" y="44"/>
                </a:cubicBezTo>
                <a:cubicBezTo>
                  <a:pt x="67" y="45"/>
                  <a:pt x="64" y="49"/>
                  <a:pt x="63" y="49"/>
                </a:cubicBezTo>
                <a:close/>
                <a:moveTo>
                  <a:pt x="25" y="8"/>
                </a:moveTo>
                <a:cubicBezTo>
                  <a:pt x="21" y="8"/>
                  <a:pt x="18" y="12"/>
                  <a:pt x="18" y="16"/>
                </a:cubicBezTo>
                <a:cubicBezTo>
                  <a:pt x="18" y="17"/>
                  <a:pt x="18" y="18"/>
                  <a:pt x="19" y="19"/>
                </a:cubicBezTo>
                <a:cubicBezTo>
                  <a:pt x="17" y="19"/>
                  <a:pt x="16" y="18"/>
                  <a:pt x="15" y="18"/>
                </a:cubicBezTo>
                <a:cubicBezTo>
                  <a:pt x="11" y="18"/>
                  <a:pt x="7" y="22"/>
                  <a:pt x="7" y="26"/>
                </a:cubicBezTo>
                <a:cubicBezTo>
                  <a:pt x="7" y="30"/>
                  <a:pt x="11" y="34"/>
                  <a:pt x="15" y="34"/>
                </a:cubicBezTo>
                <a:cubicBezTo>
                  <a:pt x="19" y="34"/>
                  <a:pt x="23" y="30"/>
                  <a:pt x="23" y="26"/>
                </a:cubicBezTo>
                <a:cubicBezTo>
                  <a:pt x="23" y="25"/>
                  <a:pt x="23" y="24"/>
                  <a:pt x="22" y="23"/>
                </a:cubicBezTo>
                <a:cubicBezTo>
                  <a:pt x="23" y="23"/>
                  <a:pt x="24" y="24"/>
                  <a:pt x="25" y="24"/>
                </a:cubicBezTo>
                <a:cubicBezTo>
                  <a:pt x="30" y="24"/>
                  <a:pt x="33" y="20"/>
                  <a:pt x="33" y="16"/>
                </a:cubicBezTo>
                <a:cubicBezTo>
                  <a:pt x="33" y="12"/>
                  <a:pt x="30" y="8"/>
                  <a:pt x="25" y="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22930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peci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89"/>
          <p:cNvSpPr>
            <a:spLocks noEditPoints="1"/>
          </p:cNvSpPr>
          <p:nvPr userDrawn="1"/>
        </p:nvSpPr>
        <p:spPr bwMode="auto">
          <a:xfrm>
            <a:off x="5524265" y="1698556"/>
            <a:ext cx="1143473" cy="998408"/>
          </a:xfrm>
          <a:custGeom>
            <a:avLst/>
            <a:gdLst/>
            <a:ahLst/>
            <a:cxnLst>
              <a:cxn ang="0">
                <a:pos x="62" y="32"/>
              </a:cxn>
              <a:cxn ang="0">
                <a:pos x="61" y="33"/>
              </a:cxn>
              <a:cxn ang="0">
                <a:pos x="57" y="33"/>
              </a:cxn>
              <a:cxn ang="0">
                <a:pos x="57" y="50"/>
              </a:cxn>
              <a:cxn ang="0">
                <a:pos x="53" y="54"/>
              </a:cxn>
              <a:cxn ang="0">
                <a:pos x="9" y="54"/>
              </a:cxn>
              <a:cxn ang="0">
                <a:pos x="6" y="50"/>
              </a:cxn>
              <a:cxn ang="0">
                <a:pos x="6" y="33"/>
              </a:cxn>
              <a:cxn ang="0">
                <a:pos x="2" y="33"/>
              </a:cxn>
              <a:cxn ang="0">
                <a:pos x="0" y="32"/>
              </a:cxn>
              <a:cxn ang="0">
                <a:pos x="0" y="19"/>
              </a:cxn>
              <a:cxn ang="0">
                <a:pos x="2" y="18"/>
              </a:cxn>
              <a:cxn ang="0">
                <a:pos x="19" y="18"/>
              </a:cxn>
              <a:cxn ang="0">
                <a:pos x="10" y="9"/>
              </a:cxn>
              <a:cxn ang="0">
                <a:pos x="19" y="0"/>
              </a:cxn>
              <a:cxn ang="0">
                <a:pos x="26" y="3"/>
              </a:cxn>
              <a:cxn ang="0">
                <a:pos x="31" y="10"/>
              </a:cxn>
              <a:cxn ang="0">
                <a:pos x="36" y="3"/>
              </a:cxn>
              <a:cxn ang="0">
                <a:pos x="43" y="0"/>
              </a:cxn>
              <a:cxn ang="0">
                <a:pos x="52" y="9"/>
              </a:cxn>
              <a:cxn ang="0">
                <a:pos x="43" y="18"/>
              </a:cxn>
              <a:cxn ang="0">
                <a:pos x="61" y="18"/>
              </a:cxn>
              <a:cxn ang="0">
                <a:pos x="62" y="19"/>
              </a:cxn>
              <a:cxn ang="0">
                <a:pos x="62" y="32"/>
              </a:cxn>
              <a:cxn ang="0">
                <a:pos x="27" y="13"/>
              </a:cxn>
              <a:cxn ang="0">
                <a:pos x="22" y="6"/>
              </a:cxn>
              <a:cxn ang="0">
                <a:pos x="19" y="5"/>
              </a:cxn>
              <a:cxn ang="0">
                <a:pos x="16" y="9"/>
              </a:cxn>
              <a:cxn ang="0">
                <a:pos x="19" y="13"/>
              </a:cxn>
              <a:cxn ang="0">
                <a:pos x="27" y="13"/>
              </a:cxn>
              <a:cxn ang="0">
                <a:pos x="38" y="45"/>
              </a:cxn>
              <a:cxn ang="0">
                <a:pos x="38" y="26"/>
              </a:cxn>
              <a:cxn ang="0">
                <a:pos x="38" y="18"/>
              </a:cxn>
              <a:cxn ang="0">
                <a:pos x="25" y="18"/>
              </a:cxn>
              <a:cxn ang="0">
                <a:pos x="25" y="26"/>
              </a:cxn>
              <a:cxn ang="0">
                <a:pos x="25" y="45"/>
              </a:cxn>
              <a:cxn ang="0">
                <a:pos x="25" y="47"/>
              </a:cxn>
              <a:cxn ang="0">
                <a:pos x="27" y="49"/>
              </a:cxn>
              <a:cxn ang="0">
                <a:pos x="35" y="49"/>
              </a:cxn>
              <a:cxn ang="0">
                <a:pos x="38" y="47"/>
              </a:cxn>
              <a:cxn ang="0">
                <a:pos x="38" y="45"/>
              </a:cxn>
              <a:cxn ang="0">
                <a:pos x="43" y="5"/>
              </a:cxn>
              <a:cxn ang="0">
                <a:pos x="40" y="6"/>
              </a:cxn>
              <a:cxn ang="0">
                <a:pos x="35" y="13"/>
              </a:cxn>
              <a:cxn ang="0">
                <a:pos x="43" y="13"/>
              </a:cxn>
              <a:cxn ang="0">
                <a:pos x="47" y="9"/>
              </a:cxn>
              <a:cxn ang="0">
                <a:pos x="43" y="5"/>
              </a:cxn>
            </a:cxnLst>
            <a:rect l="0" t="0" r="r" b="b"/>
            <a:pathLst>
              <a:path w="62" h="54">
                <a:moveTo>
                  <a:pt x="62" y="32"/>
                </a:moveTo>
                <a:cubicBezTo>
                  <a:pt x="62" y="33"/>
                  <a:pt x="62" y="33"/>
                  <a:pt x="61" y="33"/>
                </a:cubicBezTo>
                <a:cubicBezTo>
                  <a:pt x="57" y="33"/>
                  <a:pt x="57" y="33"/>
                  <a:pt x="57" y="33"/>
                </a:cubicBezTo>
                <a:cubicBezTo>
                  <a:pt x="57" y="50"/>
                  <a:pt x="57" y="50"/>
                  <a:pt x="57" y="50"/>
                </a:cubicBezTo>
                <a:cubicBezTo>
                  <a:pt x="57" y="52"/>
                  <a:pt x="55" y="54"/>
                  <a:pt x="53" y="54"/>
                </a:cubicBezTo>
                <a:cubicBezTo>
                  <a:pt x="9" y="54"/>
                  <a:pt x="9" y="54"/>
                  <a:pt x="9" y="54"/>
                </a:cubicBezTo>
                <a:cubicBezTo>
                  <a:pt x="7" y="54"/>
                  <a:pt x="6" y="52"/>
                  <a:pt x="6" y="50"/>
                </a:cubicBezTo>
                <a:cubicBezTo>
                  <a:pt x="6" y="33"/>
                  <a:pt x="6" y="33"/>
                  <a:pt x="6" y="33"/>
                </a:cubicBezTo>
                <a:cubicBezTo>
                  <a:pt x="2" y="33"/>
                  <a:pt x="2" y="33"/>
                  <a:pt x="2" y="33"/>
                </a:cubicBezTo>
                <a:cubicBezTo>
                  <a:pt x="1" y="33"/>
                  <a:pt x="0" y="33"/>
                  <a:pt x="0" y="32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1" y="18"/>
                  <a:pt x="2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4" y="18"/>
                  <a:pt x="10" y="14"/>
                  <a:pt x="10" y="9"/>
                </a:cubicBezTo>
                <a:cubicBezTo>
                  <a:pt x="10" y="4"/>
                  <a:pt x="14" y="0"/>
                  <a:pt x="19" y="0"/>
                </a:cubicBezTo>
                <a:cubicBezTo>
                  <a:pt x="22" y="0"/>
                  <a:pt x="25" y="1"/>
                  <a:pt x="26" y="3"/>
                </a:cubicBezTo>
                <a:cubicBezTo>
                  <a:pt x="31" y="10"/>
                  <a:pt x="31" y="10"/>
                  <a:pt x="31" y="10"/>
                </a:cubicBezTo>
                <a:cubicBezTo>
                  <a:pt x="36" y="3"/>
                  <a:pt x="36" y="3"/>
                  <a:pt x="36" y="3"/>
                </a:cubicBezTo>
                <a:cubicBezTo>
                  <a:pt x="38" y="1"/>
                  <a:pt x="41" y="0"/>
                  <a:pt x="43" y="0"/>
                </a:cubicBezTo>
                <a:cubicBezTo>
                  <a:pt x="48" y="0"/>
                  <a:pt x="52" y="4"/>
                  <a:pt x="52" y="9"/>
                </a:cubicBezTo>
                <a:cubicBezTo>
                  <a:pt x="52" y="14"/>
                  <a:pt x="48" y="18"/>
                  <a:pt x="43" y="18"/>
                </a:cubicBezTo>
                <a:cubicBezTo>
                  <a:pt x="61" y="18"/>
                  <a:pt x="61" y="18"/>
                  <a:pt x="61" y="18"/>
                </a:cubicBezTo>
                <a:cubicBezTo>
                  <a:pt x="62" y="18"/>
                  <a:pt x="62" y="19"/>
                  <a:pt x="62" y="19"/>
                </a:cubicBezTo>
                <a:lnTo>
                  <a:pt x="62" y="32"/>
                </a:lnTo>
                <a:close/>
                <a:moveTo>
                  <a:pt x="27" y="13"/>
                </a:move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1" y="5"/>
                  <a:pt x="19" y="5"/>
                </a:cubicBezTo>
                <a:cubicBezTo>
                  <a:pt x="17" y="5"/>
                  <a:pt x="16" y="7"/>
                  <a:pt x="16" y="9"/>
                </a:cubicBezTo>
                <a:cubicBezTo>
                  <a:pt x="16" y="11"/>
                  <a:pt x="17" y="13"/>
                  <a:pt x="19" y="13"/>
                </a:cubicBezTo>
                <a:lnTo>
                  <a:pt x="27" y="13"/>
                </a:lnTo>
                <a:close/>
                <a:moveTo>
                  <a:pt x="38" y="45"/>
                </a:moveTo>
                <a:cubicBezTo>
                  <a:pt x="38" y="26"/>
                  <a:pt x="38" y="26"/>
                  <a:pt x="38" y="26"/>
                </a:cubicBezTo>
                <a:cubicBezTo>
                  <a:pt x="38" y="18"/>
                  <a:pt x="38" y="18"/>
                  <a:pt x="38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26"/>
                  <a:pt x="25" y="26"/>
                  <a:pt x="25" y="26"/>
                </a:cubicBezTo>
                <a:cubicBezTo>
                  <a:pt x="25" y="45"/>
                  <a:pt x="25" y="45"/>
                  <a:pt x="25" y="45"/>
                </a:cubicBezTo>
                <a:cubicBezTo>
                  <a:pt x="25" y="47"/>
                  <a:pt x="25" y="47"/>
                  <a:pt x="25" y="47"/>
                </a:cubicBezTo>
                <a:cubicBezTo>
                  <a:pt x="25" y="48"/>
                  <a:pt x="26" y="49"/>
                  <a:pt x="27" y="49"/>
                </a:cubicBezTo>
                <a:cubicBezTo>
                  <a:pt x="35" y="49"/>
                  <a:pt x="35" y="49"/>
                  <a:pt x="35" y="49"/>
                </a:cubicBezTo>
                <a:cubicBezTo>
                  <a:pt x="37" y="49"/>
                  <a:pt x="38" y="48"/>
                  <a:pt x="38" y="47"/>
                </a:cubicBezTo>
                <a:lnTo>
                  <a:pt x="38" y="45"/>
                </a:lnTo>
                <a:close/>
                <a:moveTo>
                  <a:pt x="43" y="5"/>
                </a:moveTo>
                <a:cubicBezTo>
                  <a:pt x="42" y="5"/>
                  <a:pt x="41" y="6"/>
                  <a:pt x="40" y="6"/>
                </a:cubicBezTo>
                <a:cubicBezTo>
                  <a:pt x="35" y="13"/>
                  <a:pt x="35" y="13"/>
                  <a:pt x="35" y="13"/>
                </a:cubicBezTo>
                <a:cubicBezTo>
                  <a:pt x="43" y="13"/>
                  <a:pt x="43" y="13"/>
                  <a:pt x="43" y="13"/>
                </a:cubicBezTo>
                <a:cubicBezTo>
                  <a:pt x="45" y="13"/>
                  <a:pt x="47" y="11"/>
                  <a:pt x="47" y="9"/>
                </a:cubicBezTo>
                <a:cubicBezTo>
                  <a:pt x="47" y="7"/>
                  <a:pt x="45" y="5"/>
                  <a:pt x="43" y="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4919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12"/>
          <p:cNvSpPr>
            <a:spLocks noEditPoints="1"/>
          </p:cNvSpPr>
          <p:nvPr userDrawn="1"/>
        </p:nvSpPr>
        <p:spPr bwMode="auto">
          <a:xfrm rot="10800000">
            <a:off x="5503067" y="1397001"/>
            <a:ext cx="1185868" cy="1202225"/>
          </a:xfrm>
          <a:custGeom>
            <a:avLst/>
            <a:gdLst/>
            <a:ahLst/>
            <a:cxnLst>
              <a:cxn ang="0">
                <a:pos x="26" y="55"/>
              </a:cxn>
              <a:cxn ang="0">
                <a:pos x="14" y="67"/>
              </a:cxn>
              <a:cxn ang="0">
                <a:pos x="13" y="68"/>
              </a:cxn>
              <a:cxn ang="0">
                <a:pos x="12" y="67"/>
              </a:cxn>
              <a:cxn ang="0">
                <a:pos x="0" y="55"/>
              </a:cxn>
              <a:cxn ang="0">
                <a:pos x="0" y="54"/>
              </a:cxn>
              <a:cxn ang="0">
                <a:pos x="1" y="53"/>
              </a:cxn>
              <a:cxn ang="0">
                <a:pos x="8" y="53"/>
              </a:cxn>
              <a:cxn ang="0">
                <a:pos x="8" y="1"/>
              </a:cxn>
              <a:cxn ang="0">
                <a:pos x="10" y="0"/>
              </a:cxn>
              <a:cxn ang="0">
                <a:pos x="17" y="0"/>
              </a:cxn>
              <a:cxn ang="0">
                <a:pos x="18" y="1"/>
              </a:cxn>
              <a:cxn ang="0">
                <a:pos x="18" y="53"/>
              </a:cxn>
              <a:cxn ang="0">
                <a:pos x="25" y="53"/>
              </a:cxn>
              <a:cxn ang="0">
                <a:pos x="27" y="54"/>
              </a:cxn>
              <a:cxn ang="0">
                <a:pos x="26" y="55"/>
              </a:cxn>
              <a:cxn ang="0">
                <a:pos x="67" y="8"/>
              </a:cxn>
              <a:cxn ang="0">
                <a:pos x="66" y="9"/>
              </a:cxn>
              <a:cxn ang="0">
                <a:pos x="34" y="9"/>
              </a:cxn>
              <a:cxn ang="0">
                <a:pos x="33" y="8"/>
              </a:cxn>
              <a:cxn ang="0">
                <a:pos x="33" y="1"/>
              </a:cxn>
              <a:cxn ang="0">
                <a:pos x="34" y="0"/>
              </a:cxn>
              <a:cxn ang="0">
                <a:pos x="66" y="0"/>
              </a:cxn>
              <a:cxn ang="0">
                <a:pos x="67" y="1"/>
              </a:cxn>
              <a:cxn ang="0">
                <a:pos x="67" y="8"/>
              </a:cxn>
              <a:cxn ang="0">
                <a:pos x="60" y="28"/>
              </a:cxn>
              <a:cxn ang="0">
                <a:pos x="58" y="29"/>
              </a:cxn>
              <a:cxn ang="0">
                <a:pos x="34" y="29"/>
              </a:cxn>
              <a:cxn ang="0">
                <a:pos x="33" y="28"/>
              </a:cxn>
              <a:cxn ang="0">
                <a:pos x="33" y="20"/>
              </a:cxn>
              <a:cxn ang="0">
                <a:pos x="34" y="19"/>
              </a:cxn>
              <a:cxn ang="0">
                <a:pos x="58" y="19"/>
              </a:cxn>
              <a:cxn ang="0">
                <a:pos x="60" y="20"/>
              </a:cxn>
              <a:cxn ang="0">
                <a:pos x="60" y="28"/>
              </a:cxn>
              <a:cxn ang="0">
                <a:pos x="52" y="47"/>
              </a:cxn>
              <a:cxn ang="0">
                <a:pos x="51" y="48"/>
              </a:cxn>
              <a:cxn ang="0">
                <a:pos x="34" y="48"/>
              </a:cxn>
              <a:cxn ang="0">
                <a:pos x="33" y="47"/>
              </a:cxn>
              <a:cxn ang="0">
                <a:pos x="33" y="40"/>
              </a:cxn>
              <a:cxn ang="0">
                <a:pos x="34" y="39"/>
              </a:cxn>
              <a:cxn ang="0">
                <a:pos x="51" y="39"/>
              </a:cxn>
              <a:cxn ang="0">
                <a:pos x="52" y="40"/>
              </a:cxn>
              <a:cxn ang="0">
                <a:pos x="52" y="47"/>
              </a:cxn>
              <a:cxn ang="0">
                <a:pos x="45" y="67"/>
              </a:cxn>
              <a:cxn ang="0">
                <a:pos x="44" y="68"/>
              </a:cxn>
              <a:cxn ang="0">
                <a:pos x="34" y="68"/>
              </a:cxn>
              <a:cxn ang="0">
                <a:pos x="33" y="67"/>
              </a:cxn>
              <a:cxn ang="0">
                <a:pos x="33" y="59"/>
              </a:cxn>
              <a:cxn ang="0">
                <a:pos x="34" y="58"/>
              </a:cxn>
              <a:cxn ang="0">
                <a:pos x="44" y="58"/>
              </a:cxn>
              <a:cxn ang="0">
                <a:pos x="45" y="59"/>
              </a:cxn>
              <a:cxn ang="0">
                <a:pos x="45" y="67"/>
              </a:cxn>
            </a:cxnLst>
            <a:rect l="0" t="0" r="r" b="b"/>
            <a:pathLst>
              <a:path w="67" h="68">
                <a:moveTo>
                  <a:pt x="26" y="55"/>
                </a:moveTo>
                <a:cubicBezTo>
                  <a:pt x="14" y="67"/>
                  <a:pt x="14" y="67"/>
                  <a:pt x="14" y="67"/>
                </a:cubicBezTo>
                <a:cubicBezTo>
                  <a:pt x="14" y="68"/>
                  <a:pt x="14" y="68"/>
                  <a:pt x="13" y="68"/>
                </a:cubicBezTo>
                <a:cubicBezTo>
                  <a:pt x="13" y="68"/>
                  <a:pt x="13" y="68"/>
                  <a:pt x="12" y="67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4"/>
                  <a:pt x="0" y="54"/>
                </a:cubicBezTo>
                <a:cubicBezTo>
                  <a:pt x="0" y="53"/>
                  <a:pt x="1" y="53"/>
                  <a:pt x="1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8" y="1"/>
                  <a:pt x="8" y="1"/>
                  <a:pt x="8" y="1"/>
                </a:cubicBezTo>
                <a:cubicBezTo>
                  <a:pt x="8" y="0"/>
                  <a:pt x="9" y="0"/>
                  <a:pt x="1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53"/>
                  <a:pt x="18" y="53"/>
                  <a:pt x="18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7" y="54"/>
                  <a:pt x="27" y="54"/>
                </a:cubicBezTo>
                <a:cubicBezTo>
                  <a:pt x="27" y="55"/>
                  <a:pt x="27" y="55"/>
                  <a:pt x="26" y="55"/>
                </a:cubicBezTo>
                <a:close/>
                <a:moveTo>
                  <a:pt x="67" y="8"/>
                </a:moveTo>
                <a:cubicBezTo>
                  <a:pt x="67" y="9"/>
                  <a:pt x="66" y="9"/>
                  <a:pt x="66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3" y="9"/>
                  <a:pt x="33" y="9"/>
                  <a:pt x="33" y="8"/>
                </a:cubicBez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3" y="0"/>
                  <a:pt x="34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6" y="0"/>
                  <a:pt x="67" y="0"/>
                  <a:pt x="67" y="1"/>
                </a:cubicBezTo>
                <a:lnTo>
                  <a:pt x="67" y="8"/>
                </a:lnTo>
                <a:close/>
                <a:moveTo>
                  <a:pt x="60" y="28"/>
                </a:moveTo>
                <a:cubicBezTo>
                  <a:pt x="60" y="28"/>
                  <a:pt x="59" y="29"/>
                  <a:pt x="58" y="29"/>
                </a:cubicBezTo>
                <a:cubicBezTo>
                  <a:pt x="34" y="29"/>
                  <a:pt x="34" y="29"/>
                  <a:pt x="34" y="29"/>
                </a:cubicBezTo>
                <a:cubicBezTo>
                  <a:pt x="33" y="29"/>
                  <a:pt x="33" y="28"/>
                  <a:pt x="33" y="28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0"/>
                  <a:pt x="33" y="19"/>
                  <a:pt x="34" y="19"/>
                </a:cubicBezTo>
                <a:cubicBezTo>
                  <a:pt x="58" y="19"/>
                  <a:pt x="58" y="19"/>
                  <a:pt x="58" y="19"/>
                </a:cubicBezTo>
                <a:cubicBezTo>
                  <a:pt x="59" y="19"/>
                  <a:pt x="60" y="20"/>
                  <a:pt x="60" y="20"/>
                </a:cubicBezTo>
                <a:lnTo>
                  <a:pt x="60" y="28"/>
                </a:lnTo>
                <a:close/>
                <a:moveTo>
                  <a:pt x="52" y="47"/>
                </a:moveTo>
                <a:cubicBezTo>
                  <a:pt x="52" y="48"/>
                  <a:pt x="52" y="48"/>
                  <a:pt x="51" y="48"/>
                </a:cubicBezTo>
                <a:cubicBezTo>
                  <a:pt x="34" y="48"/>
                  <a:pt x="34" y="48"/>
                  <a:pt x="34" y="48"/>
                </a:cubicBezTo>
                <a:cubicBezTo>
                  <a:pt x="33" y="48"/>
                  <a:pt x="33" y="48"/>
                  <a:pt x="33" y="47"/>
                </a:cubicBezTo>
                <a:cubicBezTo>
                  <a:pt x="33" y="40"/>
                  <a:pt x="33" y="40"/>
                  <a:pt x="33" y="40"/>
                </a:cubicBezTo>
                <a:cubicBezTo>
                  <a:pt x="33" y="39"/>
                  <a:pt x="33" y="39"/>
                  <a:pt x="34" y="39"/>
                </a:cubicBezTo>
                <a:cubicBezTo>
                  <a:pt x="51" y="39"/>
                  <a:pt x="51" y="39"/>
                  <a:pt x="51" y="39"/>
                </a:cubicBezTo>
                <a:cubicBezTo>
                  <a:pt x="52" y="39"/>
                  <a:pt x="52" y="39"/>
                  <a:pt x="52" y="40"/>
                </a:cubicBezTo>
                <a:lnTo>
                  <a:pt x="52" y="47"/>
                </a:lnTo>
                <a:close/>
                <a:moveTo>
                  <a:pt x="45" y="67"/>
                </a:moveTo>
                <a:cubicBezTo>
                  <a:pt x="45" y="67"/>
                  <a:pt x="44" y="68"/>
                  <a:pt x="44" y="68"/>
                </a:cubicBezTo>
                <a:cubicBezTo>
                  <a:pt x="34" y="68"/>
                  <a:pt x="34" y="68"/>
                  <a:pt x="34" y="68"/>
                </a:cubicBezTo>
                <a:cubicBezTo>
                  <a:pt x="33" y="68"/>
                  <a:pt x="33" y="67"/>
                  <a:pt x="33" y="67"/>
                </a:cubicBezTo>
                <a:cubicBezTo>
                  <a:pt x="33" y="59"/>
                  <a:pt x="33" y="59"/>
                  <a:pt x="33" y="59"/>
                </a:cubicBezTo>
                <a:cubicBezTo>
                  <a:pt x="33" y="59"/>
                  <a:pt x="33" y="58"/>
                  <a:pt x="34" y="58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58"/>
                  <a:pt x="45" y="59"/>
                  <a:pt x="45" y="59"/>
                </a:cubicBezTo>
                <a:lnTo>
                  <a:pt x="45" y="6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65153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e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219"/>
          <p:cNvSpPr>
            <a:spLocks noEditPoints="1"/>
          </p:cNvSpPr>
          <p:nvPr userDrawn="1"/>
        </p:nvSpPr>
        <p:spPr bwMode="auto">
          <a:xfrm>
            <a:off x="5503067" y="1701799"/>
            <a:ext cx="1185868" cy="919652"/>
          </a:xfrm>
          <a:custGeom>
            <a:avLst/>
            <a:gdLst/>
            <a:ahLst/>
            <a:cxnLst>
              <a:cxn ang="0">
                <a:pos x="8" y="15"/>
              </a:cxn>
              <a:cxn ang="0">
                <a:pos x="0" y="7"/>
              </a:cxn>
              <a:cxn ang="0">
                <a:pos x="8" y="0"/>
              </a:cxn>
              <a:cxn ang="0">
                <a:pos x="15" y="7"/>
              </a:cxn>
              <a:cxn ang="0">
                <a:pos x="8" y="15"/>
              </a:cxn>
              <a:cxn ang="0">
                <a:pos x="8" y="34"/>
              </a:cxn>
              <a:cxn ang="0">
                <a:pos x="0" y="27"/>
              </a:cxn>
              <a:cxn ang="0">
                <a:pos x="8" y="19"/>
              </a:cxn>
              <a:cxn ang="0">
                <a:pos x="15" y="27"/>
              </a:cxn>
              <a:cxn ang="0">
                <a:pos x="8" y="34"/>
              </a:cxn>
              <a:cxn ang="0">
                <a:pos x="8" y="53"/>
              </a:cxn>
              <a:cxn ang="0">
                <a:pos x="0" y="46"/>
              </a:cxn>
              <a:cxn ang="0">
                <a:pos x="8" y="39"/>
              </a:cxn>
              <a:cxn ang="0">
                <a:pos x="15" y="46"/>
              </a:cxn>
              <a:cxn ang="0">
                <a:pos x="8" y="53"/>
              </a:cxn>
              <a:cxn ang="0">
                <a:pos x="68" y="11"/>
              </a:cxn>
              <a:cxn ang="0">
                <a:pos x="67" y="12"/>
              </a:cxn>
              <a:cxn ang="0">
                <a:pos x="21" y="12"/>
              </a:cxn>
              <a:cxn ang="0">
                <a:pos x="20" y="11"/>
              </a:cxn>
              <a:cxn ang="0">
                <a:pos x="20" y="4"/>
              </a:cxn>
              <a:cxn ang="0">
                <a:pos x="21" y="2"/>
              </a:cxn>
              <a:cxn ang="0">
                <a:pos x="67" y="2"/>
              </a:cxn>
              <a:cxn ang="0">
                <a:pos x="68" y="4"/>
              </a:cxn>
              <a:cxn ang="0">
                <a:pos x="68" y="11"/>
              </a:cxn>
              <a:cxn ang="0">
                <a:pos x="68" y="30"/>
              </a:cxn>
              <a:cxn ang="0">
                <a:pos x="67" y="32"/>
              </a:cxn>
              <a:cxn ang="0">
                <a:pos x="21" y="32"/>
              </a:cxn>
              <a:cxn ang="0">
                <a:pos x="20" y="30"/>
              </a:cxn>
              <a:cxn ang="0">
                <a:pos x="20" y="23"/>
              </a:cxn>
              <a:cxn ang="0">
                <a:pos x="21" y="22"/>
              </a:cxn>
              <a:cxn ang="0">
                <a:pos x="67" y="22"/>
              </a:cxn>
              <a:cxn ang="0">
                <a:pos x="68" y="23"/>
              </a:cxn>
              <a:cxn ang="0">
                <a:pos x="68" y="30"/>
              </a:cxn>
              <a:cxn ang="0">
                <a:pos x="68" y="50"/>
              </a:cxn>
              <a:cxn ang="0">
                <a:pos x="67" y="51"/>
              </a:cxn>
              <a:cxn ang="0">
                <a:pos x="21" y="51"/>
              </a:cxn>
              <a:cxn ang="0">
                <a:pos x="20" y="50"/>
              </a:cxn>
              <a:cxn ang="0">
                <a:pos x="20" y="42"/>
              </a:cxn>
              <a:cxn ang="0">
                <a:pos x="21" y="41"/>
              </a:cxn>
              <a:cxn ang="0">
                <a:pos x="67" y="41"/>
              </a:cxn>
              <a:cxn ang="0">
                <a:pos x="68" y="42"/>
              </a:cxn>
              <a:cxn ang="0">
                <a:pos x="68" y="50"/>
              </a:cxn>
            </a:cxnLst>
            <a:rect l="0" t="0" r="r" b="b"/>
            <a:pathLst>
              <a:path w="68" h="53">
                <a:moveTo>
                  <a:pt x="8" y="15"/>
                </a:moveTo>
                <a:cubicBezTo>
                  <a:pt x="4" y="15"/>
                  <a:pt x="0" y="11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ubicBezTo>
                  <a:pt x="15" y="11"/>
                  <a:pt x="12" y="15"/>
                  <a:pt x="8" y="15"/>
                </a:cubicBezTo>
                <a:close/>
                <a:moveTo>
                  <a:pt x="8" y="34"/>
                </a:moveTo>
                <a:cubicBezTo>
                  <a:pt x="4" y="34"/>
                  <a:pt x="0" y="31"/>
                  <a:pt x="0" y="27"/>
                </a:cubicBezTo>
                <a:cubicBezTo>
                  <a:pt x="0" y="23"/>
                  <a:pt x="4" y="19"/>
                  <a:pt x="8" y="19"/>
                </a:cubicBezTo>
                <a:cubicBezTo>
                  <a:pt x="12" y="19"/>
                  <a:pt x="15" y="23"/>
                  <a:pt x="15" y="27"/>
                </a:cubicBezTo>
                <a:cubicBezTo>
                  <a:pt x="15" y="31"/>
                  <a:pt x="12" y="34"/>
                  <a:pt x="8" y="34"/>
                </a:cubicBezTo>
                <a:close/>
                <a:moveTo>
                  <a:pt x="8" y="53"/>
                </a:moveTo>
                <a:cubicBezTo>
                  <a:pt x="4" y="53"/>
                  <a:pt x="0" y="50"/>
                  <a:pt x="0" y="46"/>
                </a:cubicBezTo>
                <a:cubicBezTo>
                  <a:pt x="0" y="42"/>
                  <a:pt x="4" y="39"/>
                  <a:pt x="8" y="39"/>
                </a:cubicBezTo>
                <a:cubicBezTo>
                  <a:pt x="12" y="39"/>
                  <a:pt x="15" y="42"/>
                  <a:pt x="15" y="46"/>
                </a:cubicBezTo>
                <a:cubicBezTo>
                  <a:pt x="15" y="50"/>
                  <a:pt x="12" y="53"/>
                  <a:pt x="8" y="53"/>
                </a:cubicBezTo>
                <a:close/>
                <a:moveTo>
                  <a:pt x="68" y="11"/>
                </a:moveTo>
                <a:cubicBezTo>
                  <a:pt x="68" y="12"/>
                  <a:pt x="68" y="12"/>
                  <a:pt x="67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0" y="12"/>
                  <a:pt x="20" y="12"/>
                  <a:pt x="20" y="11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3"/>
                  <a:pt x="20" y="2"/>
                  <a:pt x="21" y="2"/>
                </a:cubicBezTo>
                <a:cubicBezTo>
                  <a:pt x="67" y="2"/>
                  <a:pt x="67" y="2"/>
                  <a:pt x="67" y="2"/>
                </a:cubicBezTo>
                <a:cubicBezTo>
                  <a:pt x="68" y="2"/>
                  <a:pt x="68" y="3"/>
                  <a:pt x="68" y="4"/>
                </a:cubicBezTo>
                <a:lnTo>
                  <a:pt x="68" y="11"/>
                </a:lnTo>
                <a:close/>
                <a:moveTo>
                  <a:pt x="68" y="30"/>
                </a:moveTo>
                <a:cubicBezTo>
                  <a:pt x="68" y="31"/>
                  <a:pt x="68" y="32"/>
                  <a:pt x="67" y="32"/>
                </a:cubicBezTo>
                <a:cubicBezTo>
                  <a:pt x="21" y="32"/>
                  <a:pt x="21" y="32"/>
                  <a:pt x="21" y="32"/>
                </a:cubicBezTo>
                <a:cubicBezTo>
                  <a:pt x="20" y="32"/>
                  <a:pt x="20" y="31"/>
                  <a:pt x="20" y="30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2"/>
                  <a:pt x="20" y="22"/>
                  <a:pt x="21" y="22"/>
                </a:cubicBezTo>
                <a:cubicBezTo>
                  <a:pt x="67" y="22"/>
                  <a:pt x="67" y="22"/>
                  <a:pt x="67" y="22"/>
                </a:cubicBezTo>
                <a:cubicBezTo>
                  <a:pt x="68" y="22"/>
                  <a:pt x="68" y="22"/>
                  <a:pt x="68" y="23"/>
                </a:cubicBezTo>
                <a:lnTo>
                  <a:pt x="68" y="30"/>
                </a:lnTo>
                <a:close/>
                <a:moveTo>
                  <a:pt x="68" y="50"/>
                </a:moveTo>
                <a:cubicBezTo>
                  <a:pt x="68" y="50"/>
                  <a:pt x="68" y="51"/>
                  <a:pt x="67" y="51"/>
                </a:cubicBezTo>
                <a:cubicBezTo>
                  <a:pt x="21" y="51"/>
                  <a:pt x="21" y="51"/>
                  <a:pt x="21" y="51"/>
                </a:cubicBezTo>
                <a:cubicBezTo>
                  <a:pt x="20" y="51"/>
                  <a:pt x="20" y="50"/>
                  <a:pt x="20" y="50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1"/>
                  <a:pt x="21" y="41"/>
                </a:cubicBezTo>
                <a:cubicBezTo>
                  <a:pt x="67" y="41"/>
                  <a:pt x="67" y="41"/>
                  <a:pt x="67" y="41"/>
                </a:cubicBezTo>
                <a:cubicBezTo>
                  <a:pt x="68" y="41"/>
                  <a:pt x="68" y="42"/>
                  <a:pt x="68" y="42"/>
                </a:cubicBezTo>
                <a:lnTo>
                  <a:pt x="68" y="5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77431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de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3"/>
          <p:cNvSpPr>
            <a:spLocks noEditPoints="1"/>
          </p:cNvSpPr>
          <p:nvPr userDrawn="1"/>
        </p:nvSpPr>
        <p:spPr bwMode="auto">
          <a:xfrm>
            <a:off x="5613303" y="1397832"/>
            <a:ext cx="965396" cy="1421568"/>
          </a:xfrm>
          <a:custGeom>
            <a:avLst/>
            <a:gdLst/>
            <a:ahLst/>
            <a:cxnLst>
              <a:cxn ang="0">
                <a:pos x="37" y="29"/>
              </a:cxn>
              <a:cxn ang="0">
                <a:pos x="31" y="41"/>
              </a:cxn>
              <a:cxn ang="0">
                <a:pos x="33" y="44"/>
              </a:cxn>
              <a:cxn ang="0">
                <a:pos x="32" y="47"/>
              </a:cxn>
              <a:cxn ang="0">
                <a:pos x="33" y="49"/>
              </a:cxn>
              <a:cxn ang="0">
                <a:pos x="31" y="53"/>
              </a:cxn>
              <a:cxn ang="0">
                <a:pos x="31" y="54"/>
              </a:cxn>
              <a:cxn ang="0">
                <a:pos x="27" y="58"/>
              </a:cxn>
              <a:cxn ang="0">
                <a:pos x="21" y="62"/>
              </a:cxn>
              <a:cxn ang="0">
                <a:pos x="15" y="58"/>
              </a:cxn>
              <a:cxn ang="0">
                <a:pos x="11" y="54"/>
              </a:cxn>
              <a:cxn ang="0">
                <a:pos x="11" y="53"/>
              </a:cxn>
              <a:cxn ang="0">
                <a:pos x="9" y="49"/>
              </a:cxn>
              <a:cxn ang="0">
                <a:pos x="10" y="47"/>
              </a:cxn>
              <a:cxn ang="0">
                <a:pos x="9" y="44"/>
              </a:cxn>
              <a:cxn ang="0">
                <a:pos x="11" y="41"/>
              </a:cxn>
              <a:cxn ang="0">
                <a:pos x="5" y="29"/>
              </a:cxn>
              <a:cxn ang="0">
                <a:pos x="0" y="18"/>
              </a:cxn>
              <a:cxn ang="0">
                <a:pos x="21" y="0"/>
              </a:cxn>
              <a:cxn ang="0">
                <a:pos x="42" y="18"/>
              </a:cxn>
              <a:cxn ang="0">
                <a:pos x="37" y="29"/>
              </a:cxn>
              <a:cxn ang="0">
                <a:pos x="21" y="6"/>
              </a:cxn>
              <a:cxn ang="0">
                <a:pos x="6" y="18"/>
              </a:cxn>
              <a:cxn ang="0">
                <a:pos x="8" y="26"/>
              </a:cxn>
              <a:cxn ang="0">
                <a:pos x="11" y="28"/>
              </a:cxn>
              <a:cxn ang="0">
                <a:pos x="16" y="40"/>
              </a:cxn>
              <a:cxn ang="0">
                <a:pos x="26" y="40"/>
              </a:cxn>
              <a:cxn ang="0">
                <a:pos x="31" y="28"/>
              </a:cxn>
              <a:cxn ang="0">
                <a:pos x="34" y="26"/>
              </a:cxn>
              <a:cxn ang="0">
                <a:pos x="36" y="18"/>
              </a:cxn>
              <a:cxn ang="0">
                <a:pos x="21" y="6"/>
              </a:cxn>
              <a:cxn ang="0">
                <a:pos x="29" y="20"/>
              </a:cxn>
              <a:cxn ang="0">
                <a:pos x="27" y="18"/>
              </a:cxn>
              <a:cxn ang="0">
                <a:pos x="21" y="15"/>
              </a:cxn>
              <a:cxn ang="0">
                <a:pos x="20" y="13"/>
              </a:cxn>
              <a:cxn ang="0">
                <a:pos x="21" y="12"/>
              </a:cxn>
              <a:cxn ang="0">
                <a:pos x="30" y="18"/>
              </a:cxn>
              <a:cxn ang="0">
                <a:pos x="29" y="20"/>
              </a:cxn>
            </a:cxnLst>
            <a:rect l="0" t="0" r="r" b="b"/>
            <a:pathLst>
              <a:path w="42" h="62">
                <a:moveTo>
                  <a:pt x="37" y="29"/>
                </a:moveTo>
                <a:cubicBezTo>
                  <a:pt x="35" y="32"/>
                  <a:pt x="31" y="37"/>
                  <a:pt x="31" y="41"/>
                </a:cubicBezTo>
                <a:cubicBezTo>
                  <a:pt x="32" y="42"/>
                  <a:pt x="33" y="43"/>
                  <a:pt x="33" y="44"/>
                </a:cubicBezTo>
                <a:cubicBezTo>
                  <a:pt x="33" y="45"/>
                  <a:pt x="32" y="46"/>
                  <a:pt x="32" y="47"/>
                </a:cubicBezTo>
                <a:cubicBezTo>
                  <a:pt x="32" y="47"/>
                  <a:pt x="33" y="48"/>
                  <a:pt x="33" y="49"/>
                </a:cubicBezTo>
                <a:cubicBezTo>
                  <a:pt x="33" y="51"/>
                  <a:pt x="32" y="52"/>
                  <a:pt x="31" y="53"/>
                </a:cubicBezTo>
                <a:cubicBezTo>
                  <a:pt x="31" y="53"/>
                  <a:pt x="31" y="54"/>
                  <a:pt x="31" y="54"/>
                </a:cubicBezTo>
                <a:cubicBezTo>
                  <a:pt x="31" y="57"/>
                  <a:pt x="29" y="58"/>
                  <a:pt x="27" y="58"/>
                </a:cubicBezTo>
                <a:cubicBezTo>
                  <a:pt x="26" y="61"/>
                  <a:pt x="24" y="62"/>
                  <a:pt x="21" y="62"/>
                </a:cubicBezTo>
                <a:cubicBezTo>
                  <a:pt x="19" y="62"/>
                  <a:pt x="16" y="61"/>
                  <a:pt x="15" y="58"/>
                </a:cubicBezTo>
                <a:cubicBezTo>
                  <a:pt x="13" y="58"/>
                  <a:pt x="11" y="57"/>
                  <a:pt x="11" y="54"/>
                </a:cubicBezTo>
                <a:cubicBezTo>
                  <a:pt x="11" y="54"/>
                  <a:pt x="11" y="53"/>
                  <a:pt x="11" y="53"/>
                </a:cubicBezTo>
                <a:cubicBezTo>
                  <a:pt x="10" y="52"/>
                  <a:pt x="9" y="51"/>
                  <a:pt x="9" y="49"/>
                </a:cubicBezTo>
                <a:cubicBezTo>
                  <a:pt x="9" y="48"/>
                  <a:pt x="10" y="47"/>
                  <a:pt x="10" y="47"/>
                </a:cubicBezTo>
                <a:cubicBezTo>
                  <a:pt x="10" y="46"/>
                  <a:pt x="9" y="45"/>
                  <a:pt x="9" y="44"/>
                </a:cubicBezTo>
                <a:cubicBezTo>
                  <a:pt x="9" y="43"/>
                  <a:pt x="10" y="42"/>
                  <a:pt x="11" y="41"/>
                </a:cubicBezTo>
                <a:cubicBezTo>
                  <a:pt x="11" y="37"/>
                  <a:pt x="7" y="32"/>
                  <a:pt x="5" y="29"/>
                </a:cubicBezTo>
                <a:cubicBezTo>
                  <a:pt x="2" y="26"/>
                  <a:pt x="0" y="23"/>
                  <a:pt x="0" y="18"/>
                </a:cubicBezTo>
                <a:cubicBezTo>
                  <a:pt x="0" y="8"/>
                  <a:pt x="11" y="0"/>
                  <a:pt x="21" y="0"/>
                </a:cubicBezTo>
                <a:cubicBezTo>
                  <a:pt x="31" y="0"/>
                  <a:pt x="42" y="8"/>
                  <a:pt x="42" y="18"/>
                </a:cubicBezTo>
                <a:cubicBezTo>
                  <a:pt x="42" y="23"/>
                  <a:pt x="40" y="26"/>
                  <a:pt x="37" y="29"/>
                </a:cubicBezTo>
                <a:close/>
                <a:moveTo>
                  <a:pt x="21" y="6"/>
                </a:moveTo>
                <a:cubicBezTo>
                  <a:pt x="14" y="6"/>
                  <a:pt x="6" y="10"/>
                  <a:pt x="6" y="18"/>
                </a:cubicBezTo>
                <a:cubicBezTo>
                  <a:pt x="6" y="21"/>
                  <a:pt x="7" y="24"/>
                  <a:pt x="8" y="26"/>
                </a:cubicBezTo>
                <a:cubicBezTo>
                  <a:pt x="9" y="27"/>
                  <a:pt x="10" y="27"/>
                  <a:pt x="11" y="28"/>
                </a:cubicBezTo>
                <a:cubicBezTo>
                  <a:pt x="14" y="32"/>
                  <a:pt x="16" y="36"/>
                  <a:pt x="16" y="40"/>
                </a:cubicBezTo>
                <a:cubicBezTo>
                  <a:pt x="26" y="40"/>
                  <a:pt x="26" y="40"/>
                  <a:pt x="26" y="40"/>
                </a:cubicBezTo>
                <a:cubicBezTo>
                  <a:pt x="26" y="36"/>
                  <a:pt x="28" y="32"/>
                  <a:pt x="31" y="28"/>
                </a:cubicBezTo>
                <a:cubicBezTo>
                  <a:pt x="32" y="27"/>
                  <a:pt x="33" y="27"/>
                  <a:pt x="34" y="26"/>
                </a:cubicBezTo>
                <a:cubicBezTo>
                  <a:pt x="35" y="24"/>
                  <a:pt x="36" y="21"/>
                  <a:pt x="36" y="18"/>
                </a:cubicBezTo>
                <a:cubicBezTo>
                  <a:pt x="36" y="10"/>
                  <a:pt x="28" y="6"/>
                  <a:pt x="21" y="6"/>
                </a:cubicBezTo>
                <a:close/>
                <a:moveTo>
                  <a:pt x="29" y="20"/>
                </a:moveTo>
                <a:cubicBezTo>
                  <a:pt x="28" y="20"/>
                  <a:pt x="27" y="19"/>
                  <a:pt x="27" y="18"/>
                </a:cubicBezTo>
                <a:cubicBezTo>
                  <a:pt x="27" y="16"/>
                  <a:pt x="23" y="15"/>
                  <a:pt x="21" y="15"/>
                </a:cubicBezTo>
                <a:cubicBezTo>
                  <a:pt x="20" y="15"/>
                  <a:pt x="20" y="14"/>
                  <a:pt x="20" y="13"/>
                </a:cubicBezTo>
                <a:cubicBezTo>
                  <a:pt x="20" y="13"/>
                  <a:pt x="20" y="12"/>
                  <a:pt x="21" y="12"/>
                </a:cubicBezTo>
                <a:cubicBezTo>
                  <a:pt x="25" y="12"/>
                  <a:pt x="30" y="14"/>
                  <a:pt x="30" y="18"/>
                </a:cubicBezTo>
                <a:cubicBezTo>
                  <a:pt x="30" y="19"/>
                  <a:pt x="29" y="20"/>
                  <a:pt x="29" y="2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749489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ru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56"/>
          <p:cNvSpPr>
            <a:spLocks noEditPoints="1"/>
          </p:cNvSpPr>
          <p:nvPr userDrawn="1"/>
        </p:nvSpPr>
        <p:spPr bwMode="auto">
          <a:xfrm>
            <a:off x="5470526" y="1498601"/>
            <a:ext cx="1250951" cy="1250951"/>
          </a:xfrm>
          <a:custGeom>
            <a:avLst/>
            <a:gdLst/>
            <a:ahLst/>
            <a:cxnLst>
              <a:cxn ang="0">
                <a:pos x="64" y="42"/>
              </a:cxn>
              <a:cxn ang="0">
                <a:pos x="63" y="44"/>
              </a:cxn>
              <a:cxn ang="0">
                <a:pos x="33" y="64"/>
              </a:cxn>
              <a:cxn ang="0">
                <a:pos x="32" y="64"/>
              </a:cxn>
              <a:cxn ang="0">
                <a:pos x="30" y="64"/>
              </a:cxn>
              <a:cxn ang="0">
                <a:pos x="1" y="44"/>
              </a:cxn>
              <a:cxn ang="0">
                <a:pos x="0" y="42"/>
              </a:cxn>
              <a:cxn ang="0">
                <a:pos x="0" y="23"/>
              </a:cxn>
              <a:cxn ang="0">
                <a:pos x="1" y="20"/>
              </a:cxn>
              <a:cxn ang="0">
                <a:pos x="30" y="1"/>
              </a:cxn>
              <a:cxn ang="0">
                <a:pos x="32" y="0"/>
              </a:cxn>
              <a:cxn ang="0">
                <a:pos x="33" y="1"/>
              </a:cxn>
              <a:cxn ang="0">
                <a:pos x="63" y="20"/>
              </a:cxn>
              <a:cxn ang="0">
                <a:pos x="64" y="23"/>
              </a:cxn>
              <a:cxn ang="0">
                <a:pos x="64" y="42"/>
              </a:cxn>
              <a:cxn ang="0">
                <a:pos x="12" y="32"/>
              </a:cxn>
              <a:cxn ang="0">
                <a:pos x="5" y="28"/>
              </a:cxn>
              <a:cxn ang="0">
                <a:pos x="5" y="37"/>
              </a:cxn>
              <a:cxn ang="0">
                <a:pos x="12" y="32"/>
              </a:cxn>
              <a:cxn ang="0">
                <a:pos x="29" y="21"/>
              </a:cxn>
              <a:cxn ang="0">
                <a:pos x="29" y="8"/>
              </a:cxn>
              <a:cxn ang="0">
                <a:pos x="7" y="23"/>
              </a:cxn>
              <a:cxn ang="0">
                <a:pos x="17" y="29"/>
              </a:cxn>
              <a:cxn ang="0">
                <a:pos x="29" y="21"/>
              </a:cxn>
              <a:cxn ang="0">
                <a:pos x="29" y="56"/>
              </a:cxn>
              <a:cxn ang="0">
                <a:pos x="29" y="44"/>
              </a:cxn>
              <a:cxn ang="0">
                <a:pos x="17" y="36"/>
              </a:cxn>
              <a:cxn ang="0">
                <a:pos x="7" y="42"/>
              </a:cxn>
              <a:cxn ang="0">
                <a:pos x="29" y="56"/>
              </a:cxn>
              <a:cxn ang="0">
                <a:pos x="41" y="32"/>
              </a:cxn>
              <a:cxn ang="0">
                <a:pos x="32" y="26"/>
              </a:cxn>
              <a:cxn ang="0">
                <a:pos x="22" y="32"/>
              </a:cxn>
              <a:cxn ang="0">
                <a:pos x="32" y="39"/>
              </a:cxn>
              <a:cxn ang="0">
                <a:pos x="41" y="32"/>
              </a:cxn>
              <a:cxn ang="0">
                <a:pos x="56" y="23"/>
              </a:cxn>
              <a:cxn ang="0">
                <a:pos x="35" y="8"/>
              </a:cxn>
              <a:cxn ang="0">
                <a:pos x="35" y="21"/>
              </a:cxn>
              <a:cxn ang="0">
                <a:pos x="46" y="29"/>
              </a:cxn>
              <a:cxn ang="0">
                <a:pos x="56" y="23"/>
              </a:cxn>
              <a:cxn ang="0">
                <a:pos x="56" y="42"/>
              </a:cxn>
              <a:cxn ang="0">
                <a:pos x="46" y="36"/>
              </a:cxn>
              <a:cxn ang="0">
                <a:pos x="35" y="44"/>
              </a:cxn>
              <a:cxn ang="0">
                <a:pos x="35" y="56"/>
              </a:cxn>
              <a:cxn ang="0">
                <a:pos x="56" y="42"/>
              </a:cxn>
              <a:cxn ang="0">
                <a:pos x="58" y="37"/>
              </a:cxn>
              <a:cxn ang="0">
                <a:pos x="58" y="28"/>
              </a:cxn>
              <a:cxn ang="0">
                <a:pos x="51" y="32"/>
              </a:cxn>
              <a:cxn ang="0">
                <a:pos x="58" y="37"/>
              </a:cxn>
            </a:cxnLst>
            <a:rect l="0" t="0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79043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Puzz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77"/>
          <p:cNvSpPr>
            <a:spLocks/>
          </p:cNvSpPr>
          <p:nvPr userDrawn="1"/>
        </p:nvSpPr>
        <p:spPr bwMode="auto">
          <a:xfrm rot="20133226">
            <a:off x="5329055" y="1240368"/>
            <a:ext cx="1533892" cy="1532467"/>
          </a:xfrm>
          <a:custGeom>
            <a:avLst/>
            <a:gdLst/>
            <a:ahLst/>
            <a:cxnLst>
              <a:cxn ang="0">
                <a:pos x="183" y="216"/>
              </a:cxn>
              <a:cxn ang="0">
                <a:pos x="256" y="180"/>
              </a:cxn>
              <a:cxn ang="0">
                <a:pos x="217" y="88"/>
              </a:cxn>
              <a:cxn ang="0">
                <a:pos x="385" y="88"/>
              </a:cxn>
              <a:cxn ang="0">
                <a:pos x="347" y="180"/>
              </a:cxn>
              <a:cxn ang="0">
                <a:pos x="420" y="216"/>
              </a:cxn>
              <a:cxn ang="0">
                <a:pos x="603" y="216"/>
              </a:cxn>
              <a:cxn ang="0">
                <a:pos x="603" y="399"/>
              </a:cxn>
              <a:cxn ang="0">
                <a:pos x="638" y="472"/>
              </a:cxn>
              <a:cxn ang="0">
                <a:pos x="731" y="433"/>
              </a:cxn>
              <a:cxn ang="0">
                <a:pos x="731" y="601"/>
              </a:cxn>
              <a:cxn ang="0">
                <a:pos x="638" y="563"/>
              </a:cxn>
              <a:cxn ang="0">
                <a:pos x="603" y="636"/>
              </a:cxn>
              <a:cxn ang="0">
                <a:pos x="603" y="819"/>
              </a:cxn>
              <a:cxn ang="0">
                <a:pos x="420" y="819"/>
              </a:cxn>
              <a:cxn ang="0">
                <a:pos x="347" y="784"/>
              </a:cxn>
              <a:cxn ang="0">
                <a:pos x="385" y="691"/>
              </a:cxn>
              <a:cxn ang="0">
                <a:pos x="217" y="691"/>
              </a:cxn>
              <a:cxn ang="0">
                <a:pos x="256" y="784"/>
              </a:cxn>
              <a:cxn ang="0">
                <a:pos x="183" y="819"/>
              </a:cxn>
              <a:cxn ang="0">
                <a:pos x="0" y="819"/>
              </a:cxn>
              <a:cxn ang="0">
                <a:pos x="0" y="636"/>
              </a:cxn>
              <a:cxn ang="0">
                <a:pos x="35" y="563"/>
              </a:cxn>
              <a:cxn ang="0">
                <a:pos x="128" y="601"/>
              </a:cxn>
              <a:cxn ang="0">
                <a:pos x="128" y="433"/>
              </a:cxn>
              <a:cxn ang="0">
                <a:pos x="35" y="472"/>
              </a:cxn>
              <a:cxn ang="0">
                <a:pos x="0" y="399"/>
              </a:cxn>
              <a:cxn ang="0">
                <a:pos x="0" y="216"/>
              </a:cxn>
              <a:cxn ang="0">
                <a:pos x="183" y="216"/>
              </a:cxn>
            </a:cxnLst>
            <a:rect l="0" t="0" r="r" b="b"/>
            <a:pathLst>
              <a:path w="819" h="819">
                <a:moveTo>
                  <a:pt x="183" y="216"/>
                </a:moveTo>
                <a:cubicBezTo>
                  <a:pt x="249" y="216"/>
                  <a:pt x="264" y="200"/>
                  <a:pt x="256" y="180"/>
                </a:cubicBezTo>
                <a:cubicBezTo>
                  <a:pt x="239" y="144"/>
                  <a:pt x="209" y="139"/>
                  <a:pt x="217" y="88"/>
                </a:cubicBezTo>
                <a:cubicBezTo>
                  <a:pt x="231" y="0"/>
                  <a:pt x="372" y="0"/>
                  <a:pt x="385" y="88"/>
                </a:cubicBezTo>
                <a:cubicBezTo>
                  <a:pt x="393" y="139"/>
                  <a:pt x="364" y="144"/>
                  <a:pt x="347" y="180"/>
                </a:cubicBezTo>
                <a:cubicBezTo>
                  <a:pt x="338" y="200"/>
                  <a:pt x="354" y="216"/>
                  <a:pt x="420" y="216"/>
                </a:cubicBezTo>
                <a:cubicBezTo>
                  <a:pt x="603" y="216"/>
                  <a:pt x="603" y="216"/>
                  <a:pt x="603" y="216"/>
                </a:cubicBezTo>
                <a:cubicBezTo>
                  <a:pt x="603" y="399"/>
                  <a:pt x="603" y="399"/>
                  <a:pt x="603" y="399"/>
                </a:cubicBezTo>
                <a:cubicBezTo>
                  <a:pt x="603" y="465"/>
                  <a:pt x="619" y="480"/>
                  <a:pt x="638" y="472"/>
                </a:cubicBezTo>
                <a:cubicBezTo>
                  <a:pt x="675" y="455"/>
                  <a:pt x="680" y="425"/>
                  <a:pt x="731" y="433"/>
                </a:cubicBezTo>
                <a:cubicBezTo>
                  <a:pt x="819" y="447"/>
                  <a:pt x="819" y="588"/>
                  <a:pt x="731" y="601"/>
                </a:cubicBezTo>
                <a:cubicBezTo>
                  <a:pt x="680" y="609"/>
                  <a:pt x="675" y="580"/>
                  <a:pt x="638" y="563"/>
                </a:cubicBezTo>
                <a:cubicBezTo>
                  <a:pt x="619" y="554"/>
                  <a:pt x="603" y="570"/>
                  <a:pt x="603" y="636"/>
                </a:cubicBezTo>
                <a:cubicBezTo>
                  <a:pt x="603" y="819"/>
                  <a:pt x="603" y="819"/>
                  <a:pt x="603" y="819"/>
                </a:cubicBezTo>
                <a:cubicBezTo>
                  <a:pt x="420" y="819"/>
                  <a:pt x="420" y="819"/>
                  <a:pt x="420" y="819"/>
                </a:cubicBezTo>
                <a:cubicBezTo>
                  <a:pt x="354" y="819"/>
                  <a:pt x="338" y="803"/>
                  <a:pt x="347" y="784"/>
                </a:cubicBezTo>
                <a:cubicBezTo>
                  <a:pt x="364" y="747"/>
                  <a:pt x="393" y="742"/>
                  <a:pt x="385" y="691"/>
                </a:cubicBezTo>
                <a:cubicBezTo>
                  <a:pt x="372" y="603"/>
                  <a:pt x="231" y="603"/>
                  <a:pt x="217" y="691"/>
                </a:cubicBezTo>
                <a:cubicBezTo>
                  <a:pt x="209" y="742"/>
                  <a:pt x="239" y="747"/>
                  <a:pt x="256" y="784"/>
                </a:cubicBezTo>
                <a:cubicBezTo>
                  <a:pt x="264" y="803"/>
                  <a:pt x="249" y="819"/>
                  <a:pt x="183" y="819"/>
                </a:cubicBezTo>
                <a:cubicBezTo>
                  <a:pt x="0" y="819"/>
                  <a:pt x="0" y="819"/>
                  <a:pt x="0" y="819"/>
                </a:cubicBezTo>
                <a:cubicBezTo>
                  <a:pt x="0" y="636"/>
                  <a:pt x="0" y="636"/>
                  <a:pt x="0" y="636"/>
                </a:cubicBezTo>
                <a:cubicBezTo>
                  <a:pt x="0" y="570"/>
                  <a:pt x="16" y="554"/>
                  <a:pt x="35" y="563"/>
                </a:cubicBezTo>
                <a:cubicBezTo>
                  <a:pt x="72" y="580"/>
                  <a:pt x="76" y="609"/>
                  <a:pt x="128" y="601"/>
                </a:cubicBezTo>
                <a:cubicBezTo>
                  <a:pt x="216" y="588"/>
                  <a:pt x="216" y="447"/>
                  <a:pt x="128" y="433"/>
                </a:cubicBezTo>
                <a:cubicBezTo>
                  <a:pt x="76" y="425"/>
                  <a:pt x="72" y="455"/>
                  <a:pt x="35" y="472"/>
                </a:cubicBezTo>
                <a:cubicBezTo>
                  <a:pt x="16" y="480"/>
                  <a:pt x="0" y="465"/>
                  <a:pt x="0" y="399"/>
                </a:cubicBezTo>
                <a:cubicBezTo>
                  <a:pt x="0" y="216"/>
                  <a:pt x="0" y="216"/>
                  <a:pt x="0" y="216"/>
                </a:cubicBezTo>
                <a:lnTo>
                  <a:pt x="183" y="216"/>
                </a:lnTo>
                <a:close/>
              </a:path>
            </a:pathLst>
          </a:custGeom>
          <a:solidFill>
            <a:schemeClr val="bg1"/>
          </a:solidFill>
          <a:ln w="1905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77479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Netwo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6"/>
          <p:cNvSpPr>
            <a:spLocks noEditPoints="1"/>
          </p:cNvSpPr>
          <p:nvPr userDrawn="1"/>
        </p:nvSpPr>
        <p:spPr bwMode="auto">
          <a:xfrm>
            <a:off x="5577490" y="1594470"/>
            <a:ext cx="1037021" cy="1211311"/>
          </a:xfrm>
          <a:custGeom>
            <a:avLst/>
            <a:gdLst/>
            <a:ahLst/>
            <a:cxnLst>
              <a:cxn ang="0">
                <a:pos x="55" y="9"/>
              </a:cxn>
              <a:cxn ang="0">
                <a:pos x="55" y="14"/>
              </a:cxn>
              <a:cxn ang="0">
                <a:pos x="27" y="23"/>
              </a:cxn>
              <a:cxn ang="0">
                <a:pos x="0" y="14"/>
              </a:cxn>
              <a:cxn ang="0">
                <a:pos x="0" y="9"/>
              </a:cxn>
              <a:cxn ang="0">
                <a:pos x="27" y="0"/>
              </a:cxn>
              <a:cxn ang="0">
                <a:pos x="55" y="9"/>
              </a:cxn>
              <a:cxn ang="0">
                <a:pos x="55" y="21"/>
              </a:cxn>
              <a:cxn ang="0">
                <a:pos x="55" y="27"/>
              </a:cxn>
              <a:cxn ang="0">
                <a:pos x="27" y="37"/>
              </a:cxn>
              <a:cxn ang="0">
                <a:pos x="0" y="27"/>
              </a:cxn>
              <a:cxn ang="0">
                <a:pos x="0" y="21"/>
              </a:cxn>
              <a:cxn ang="0">
                <a:pos x="27" y="27"/>
              </a:cxn>
              <a:cxn ang="0">
                <a:pos x="55" y="21"/>
              </a:cxn>
              <a:cxn ang="0">
                <a:pos x="55" y="35"/>
              </a:cxn>
              <a:cxn ang="0">
                <a:pos x="55" y="41"/>
              </a:cxn>
              <a:cxn ang="0">
                <a:pos x="27" y="50"/>
              </a:cxn>
              <a:cxn ang="0">
                <a:pos x="0" y="41"/>
              </a:cxn>
              <a:cxn ang="0">
                <a:pos x="0" y="35"/>
              </a:cxn>
              <a:cxn ang="0">
                <a:pos x="27" y="41"/>
              </a:cxn>
              <a:cxn ang="0">
                <a:pos x="55" y="35"/>
              </a:cxn>
              <a:cxn ang="0">
                <a:pos x="55" y="49"/>
              </a:cxn>
              <a:cxn ang="0">
                <a:pos x="55" y="55"/>
              </a:cxn>
              <a:cxn ang="0">
                <a:pos x="27" y="64"/>
              </a:cxn>
              <a:cxn ang="0">
                <a:pos x="0" y="55"/>
              </a:cxn>
              <a:cxn ang="0">
                <a:pos x="0" y="49"/>
              </a:cxn>
              <a:cxn ang="0">
                <a:pos x="27" y="55"/>
              </a:cxn>
              <a:cxn ang="0">
                <a:pos x="55" y="49"/>
              </a:cxn>
            </a:cxnLst>
            <a:rect l="0" t="0" r="r" b="b"/>
            <a:pathLst>
              <a:path w="55" h="64">
                <a:moveTo>
                  <a:pt x="55" y="9"/>
                </a:moveTo>
                <a:cubicBezTo>
                  <a:pt x="55" y="14"/>
                  <a:pt x="55" y="14"/>
                  <a:pt x="55" y="14"/>
                </a:cubicBezTo>
                <a:cubicBezTo>
                  <a:pt x="55" y="19"/>
                  <a:pt x="42" y="23"/>
                  <a:pt x="27" y="23"/>
                </a:cubicBezTo>
                <a:cubicBezTo>
                  <a:pt x="12" y="23"/>
                  <a:pt x="0" y="19"/>
                  <a:pt x="0" y="14"/>
                </a:cubicBezTo>
                <a:cubicBezTo>
                  <a:pt x="0" y="9"/>
                  <a:pt x="0" y="9"/>
                  <a:pt x="0" y="9"/>
                </a:cubicBezTo>
                <a:cubicBezTo>
                  <a:pt x="0" y="4"/>
                  <a:pt x="12" y="0"/>
                  <a:pt x="27" y="0"/>
                </a:cubicBezTo>
                <a:cubicBezTo>
                  <a:pt x="42" y="0"/>
                  <a:pt x="55" y="4"/>
                  <a:pt x="55" y="9"/>
                </a:cubicBezTo>
                <a:close/>
                <a:moveTo>
                  <a:pt x="55" y="21"/>
                </a:moveTo>
                <a:cubicBezTo>
                  <a:pt x="55" y="27"/>
                  <a:pt x="55" y="27"/>
                  <a:pt x="55" y="27"/>
                </a:cubicBezTo>
                <a:cubicBezTo>
                  <a:pt x="55" y="32"/>
                  <a:pt x="42" y="37"/>
                  <a:pt x="27" y="37"/>
                </a:cubicBezTo>
                <a:cubicBezTo>
                  <a:pt x="12" y="37"/>
                  <a:pt x="0" y="32"/>
                  <a:pt x="0" y="27"/>
                </a:cubicBezTo>
                <a:cubicBezTo>
                  <a:pt x="0" y="21"/>
                  <a:pt x="0" y="21"/>
                  <a:pt x="0" y="21"/>
                </a:cubicBezTo>
                <a:cubicBezTo>
                  <a:pt x="6" y="25"/>
                  <a:pt x="16" y="27"/>
                  <a:pt x="27" y="27"/>
                </a:cubicBezTo>
                <a:cubicBezTo>
                  <a:pt x="38" y="27"/>
                  <a:pt x="49" y="25"/>
                  <a:pt x="55" y="21"/>
                </a:cubicBezTo>
                <a:close/>
                <a:moveTo>
                  <a:pt x="55" y="35"/>
                </a:moveTo>
                <a:cubicBezTo>
                  <a:pt x="55" y="41"/>
                  <a:pt x="55" y="41"/>
                  <a:pt x="55" y="41"/>
                </a:cubicBezTo>
                <a:cubicBezTo>
                  <a:pt x="55" y="46"/>
                  <a:pt x="42" y="50"/>
                  <a:pt x="27" y="50"/>
                </a:cubicBezTo>
                <a:cubicBezTo>
                  <a:pt x="12" y="50"/>
                  <a:pt x="0" y="46"/>
                  <a:pt x="0" y="41"/>
                </a:cubicBezTo>
                <a:cubicBezTo>
                  <a:pt x="0" y="35"/>
                  <a:pt x="0" y="35"/>
                  <a:pt x="0" y="35"/>
                </a:cubicBezTo>
                <a:cubicBezTo>
                  <a:pt x="6" y="39"/>
                  <a:pt x="16" y="41"/>
                  <a:pt x="27" y="41"/>
                </a:cubicBezTo>
                <a:cubicBezTo>
                  <a:pt x="38" y="41"/>
                  <a:pt x="49" y="39"/>
                  <a:pt x="55" y="35"/>
                </a:cubicBezTo>
                <a:close/>
                <a:moveTo>
                  <a:pt x="55" y="49"/>
                </a:moveTo>
                <a:cubicBezTo>
                  <a:pt x="55" y="55"/>
                  <a:pt x="55" y="55"/>
                  <a:pt x="55" y="55"/>
                </a:cubicBezTo>
                <a:cubicBezTo>
                  <a:pt x="55" y="60"/>
                  <a:pt x="42" y="64"/>
                  <a:pt x="27" y="64"/>
                </a:cubicBezTo>
                <a:cubicBezTo>
                  <a:pt x="12" y="64"/>
                  <a:pt x="0" y="60"/>
                  <a:pt x="0" y="55"/>
                </a:cubicBezTo>
                <a:cubicBezTo>
                  <a:pt x="0" y="49"/>
                  <a:pt x="0" y="49"/>
                  <a:pt x="0" y="49"/>
                </a:cubicBezTo>
                <a:cubicBezTo>
                  <a:pt x="6" y="53"/>
                  <a:pt x="16" y="55"/>
                  <a:pt x="27" y="55"/>
                </a:cubicBezTo>
                <a:cubicBezTo>
                  <a:pt x="38" y="55"/>
                  <a:pt x="49" y="53"/>
                  <a:pt x="55" y="4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90674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1"/>
          <p:cNvSpPr>
            <a:spLocks noEditPoints="1"/>
          </p:cNvSpPr>
          <p:nvPr userDrawn="1"/>
        </p:nvSpPr>
        <p:spPr bwMode="auto">
          <a:xfrm>
            <a:off x="5339411" y="1667934"/>
            <a:ext cx="1513180" cy="1002709"/>
          </a:xfrm>
          <a:custGeom>
            <a:avLst/>
            <a:gdLst/>
            <a:ahLst/>
            <a:cxnLst>
              <a:cxn ang="0">
                <a:pos x="77" y="43"/>
              </a:cxn>
              <a:cxn ang="0">
                <a:pos x="77" y="47"/>
              </a:cxn>
              <a:cxn ang="0">
                <a:pos x="70" y="51"/>
              </a:cxn>
              <a:cxn ang="0">
                <a:pos x="6" y="51"/>
              </a:cxn>
              <a:cxn ang="0">
                <a:pos x="0" y="47"/>
              </a:cxn>
              <a:cxn ang="0">
                <a:pos x="0" y="43"/>
              </a:cxn>
              <a:cxn ang="0">
                <a:pos x="6" y="43"/>
              </a:cxn>
              <a:cxn ang="0">
                <a:pos x="70" y="43"/>
              </a:cxn>
              <a:cxn ang="0">
                <a:pos x="77" y="43"/>
              </a:cxn>
              <a:cxn ang="0">
                <a:pos x="10" y="34"/>
              </a:cxn>
              <a:cxn ang="0">
                <a:pos x="10" y="6"/>
              </a:cxn>
              <a:cxn ang="0">
                <a:pos x="16" y="0"/>
              </a:cxn>
              <a:cxn ang="0">
                <a:pos x="60" y="0"/>
              </a:cxn>
              <a:cxn ang="0">
                <a:pos x="67" y="6"/>
              </a:cxn>
              <a:cxn ang="0">
                <a:pos x="67" y="34"/>
              </a:cxn>
              <a:cxn ang="0">
                <a:pos x="60" y="41"/>
              </a:cxn>
              <a:cxn ang="0">
                <a:pos x="16" y="41"/>
              </a:cxn>
              <a:cxn ang="0">
                <a:pos x="10" y="34"/>
              </a:cxn>
              <a:cxn ang="0">
                <a:pos x="15" y="34"/>
              </a:cxn>
              <a:cxn ang="0">
                <a:pos x="16" y="36"/>
              </a:cxn>
              <a:cxn ang="0">
                <a:pos x="60" y="36"/>
              </a:cxn>
              <a:cxn ang="0">
                <a:pos x="61" y="34"/>
              </a:cxn>
              <a:cxn ang="0">
                <a:pos x="61" y="6"/>
              </a:cxn>
              <a:cxn ang="0">
                <a:pos x="60" y="5"/>
              </a:cxn>
              <a:cxn ang="0">
                <a:pos x="16" y="5"/>
              </a:cxn>
              <a:cxn ang="0">
                <a:pos x="15" y="6"/>
              </a:cxn>
              <a:cxn ang="0">
                <a:pos x="15" y="34"/>
              </a:cxn>
              <a:cxn ang="0">
                <a:pos x="42" y="47"/>
              </a:cxn>
              <a:cxn ang="0">
                <a:pos x="42" y="46"/>
              </a:cxn>
              <a:cxn ang="0">
                <a:pos x="35" y="46"/>
              </a:cxn>
              <a:cxn ang="0">
                <a:pos x="34" y="47"/>
              </a:cxn>
              <a:cxn ang="0">
                <a:pos x="35" y="47"/>
              </a:cxn>
              <a:cxn ang="0">
                <a:pos x="42" y="47"/>
              </a:cxn>
              <a:cxn ang="0">
                <a:pos x="42" y="47"/>
              </a:cxn>
            </a:cxnLst>
            <a:rect l="0" t="0" r="r" b="b"/>
            <a:pathLst>
              <a:path w="77" h="51">
                <a:moveTo>
                  <a:pt x="77" y="43"/>
                </a:moveTo>
                <a:cubicBezTo>
                  <a:pt x="77" y="47"/>
                  <a:pt x="77" y="47"/>
                  <a:pt x="77" y="47"/>
                </a:cubicBezTo>
                <a:cubicBezTo>
                  <a:pt x="77" y="49"/>
                  <a:pt x="74" y="51"/>
                  <a:pt x="70" y="51"/>
                </a:cubicBezTo>
                <a:cubicBezTo>
                  <a:pt x="6" y="51"/>
                  <a:pt x="6" y="51"/>
                  <a:pt x="6" y="51"/>
                </a:cubicBezTo>
                <a:cubicBezTo>
                  <a:pt x="3" y="51"/>
                  <a:pt x="0" y="49"/>
                  <a:pt x="0" y="47"/>
                </a:cubicBezTo>
                <a:cubicBezTo>
                  <a:pt x="0" y="43"/>
                  <a:pt x="0" y="43"/>
                  <a:pt x="0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0" y="43"/>
                  <a:pt x="70" y="43"/>
                  <a:pt x="70" y="43"/>
                </a:cubicBezTo>
                <a:lnTo>
                  <a:pt x="77" y="43"/>
                </a:lnTo>
                <a:close/>
                <a:moveTo>
                  <a:pt x="10" y="34"/>
                </a:moveTo>
                <a:cubicBezTo>
                  <a:pt x="10" y="6"/>
                  <a:pt x="10" y="6"/>
                  <a:pt x="10" y="6"/>
                </a:cubicBezTo>
                <a:cubicBezTo>
                  <a:pt x="10" y="2"/>
                  <a:pt x="13" y="0"/>
                  <a:pt x="1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4" y="0"/>
                  <a:pt x="67" y="2"/>
                  <a:pt x="67" y="6"/>
                </a:cubicBezTo>
                <a:cubicBezTo>
                  <a:pt x="67" y="34"/>
                  <a:pt x="67" y="34"/>
                  <a:pt x="67" y="34"/>
                </a:cubicBezTo>
                <a:cubicBezTo>
                  <a:pt x="67" y="38"/>
                  <a:pt x="64" y="41"/>
                  <a:pt x="60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3" y="41"/>
                  <a:pt x="10" y="38"/>
                  <a:pt x="10" y="34"/>
                </a:cubicBezTo>
                <a:close/>
                <a:moveTo>
                  <a:pt x="15" y="34"/>
                </a:moveTo>
                <a:cubicBezTo>
                  <a:pt x="15" y="35"/>
                  <a:pt x="16" y="36"/>
                  <a:pt x="16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1" y="36"/>
                  <a:pt x="61" y="35"/>
                  <a:pt x="61" y="34"/>
                </a:cubicBezTo>
                <a:cubicBezTo>
                  <a:pt x="61" y="6"/>
                  <a:pt x="61" y="6"/>
                  <a:pt x="61" y="6"/>
                </a:cubicBezTo>
                <a:cubicBezTo>
                  <a:pt x="61" y="5"/>
                  <a:pt x="61" y="5"/>
                  <a:pt x="60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5"/>
                  <a:pt x="15" y="6"/>
                </a:cubicBezTo>
                <a:lnTo>
                  <a:pt x="15" y="34"/>
                </a:lnTo>
                <a:close/>
                <a:moveTo>
                  <a:pt x="42" y="47"/>
                </a:moveTo>
                <a:cubicBezTo>
                  <a:pt x="42" y="46"/>
                  <a:pt x="42" y="46"/>
                  <a:pt x="42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35" y="46"/>
                  <a:pt x="34" y="46"/>
                  <a:pt x="34" y="47"/>
                </a:cubicBezTo>
                <a:cubicBezTo>
                  <a:pt x="34" y="47"/>
                  <a:pt x="35" y="47"/>
                  <a:pt x="35" y="4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42" y="47"/>
                  <a:pt x="42" y="4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79577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Da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7"/>
          <p:cNvSpPr>
            <a:spLocks noEditPoints="1"/>
          </p:cNvSpPr>
          <p:nvPr userDrawn="1"/>
        </p:nvSpPr>
        <p:spPr bwMode="auto">
          <a:xfrm rot="16200000">
            <a:off x="5457169" y="1600199"/>
            <a:ext cx="1277665" cy="992716"/>
          </a:xfrm>
          <a:custGeom>
            <a:avLst/>
            <a:gdLst/>
            <a:ahLst/>
            <a:cxnLst>
              <a:cxn ang="0">
                <a:pos x="45" y="7"/>
              </a:cxn>
              <a:cxn ang="0">
                <a:pos x="43" y="9"/>
              </a:cxn>
              <a:cxn ang="0">
                <a:pos x="2" y="9"/>
              </a:cxn>
              <a:cxn ang="0">
                <a:pos x="0" y="7"/>
              </a:cxn>
              <a:cxn ang="0">
                <a:pos x="0" y="2"/>
              </a:cxn>
              <a:cxn ang="0">
                <a:pos x="2" y="0"/>
              </a:cxn>
              <a:cxn ang="0">
                <a:pos x="43" y="0"/>
              </a:cxn>
              <a:cxn ang="0">
                <a:pos x="45" y="2"/>
              </a:cxn>
              <a:cxn ang="0">
                <a:pos x="45" y="7"/>
              </a:cxn>
              <a:cxn ang="0">
                <a:pos x="59" y="20"/>
              </a:cxn>
              <a:cxn ang="0">
                <a:pos x="57" y="23"/>
              </a:cxn>
              <a:cxn ang="0">
                <a:pos x="2" y="23"/>
              </a:cxn>
              <a:cxn ang="0">
                <a:pos x="0" y="20"/>
              </a:cxn>
              <a:cxn ang="0">
                <a:pos x="0" y="16"/>
              </a:cxn>
              <a:cxn ang="0">
                <a:pos x="2" y="13"/>
              </a:cxn>
              <a:cxn ang="0">
                <a:pos x="57" y="13"/>
              </a:cxn>
              <a:cxn ang="0">
                <a:pos x="59" y="16"/>
              </a:cxn>
              <a:cxn ang="0">
                <a:pos x="59" y="20"/>
              </a:cxn>
              <a:cxn ang="0">
                <a:pos x="50" y="34"/>
              </a:cxn>
              <a:cxn ang="0">
                <a:pos x="48" y="36"/>
              </a:cxn>
              <a:cxn ang="0">
                <a:pos x="2" y="36"/>
              </a:cxn>
              <a:cxn ang="0">
                <a:pos x="0" y="34"/>
              </a:cxn>
              <a:cxn ang="0">
                <a:pos x="0" y="29"/>
              </a:cxn>
              <a:cxn ang="0">
                <a:pos x="2" y="27"/>
              </a:cxn>
              <a:cxn ang="0">
                <a:pos x="48" y="27"/>
              </a:cxn>
              <a:cxn ang="0">
                <a:pos x="50" y="29"/>
              </a:cxn>
              <a:cxn ang="0">
                <a:pos x="50" y="34"/>
              </a:cxn>
              <a:cxn ang="0">
                <a:pos x="64" y="48"/>
              </a:cxn>
              <a:cxn ang="0">
                <a:pos x="61" y="50"/>
              </a:cxn>
              <a:cxn ang="0">
                <a:pos x="2" y="50"/>
              </a:cxn>
              <a:cxn ang="0">
                <a:pos x="0" y="48"/>
              </a:cxn>
              <a:cxn ang="0">
                <a:pos x="0" y="43"/>
              </a:cxn>
              <a:cxn ang="0">
                <a:pos x="2" y="41"/>
              </a:cxn>
              <a:cxn ang="0">
                <a:pos x="61" y="41"/>
              </a:cxn>
              <a:cxn ang="0">
                <a:pos x="64" y="43"/>
              </a:cxn>
              <a:cxn ang="0">
                <a:pos x="64" y="48"/>
              </a:cxn>
            </a:cxnLst>
            <a:rect l="0" t="0" r="r" b="b"/>
            <a:pathLst>
              <a:path w="64" h="50">
                <a:moveTo>
                  <a:pt x="45" y="7"/>
                </a:moveTo>
                <a:cubicBezTo>
                  <a:pt x="45" y="8"/>
                  <a:pt x="44" y="9"/>
                  <a:pt x="43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5" y="1"/>
                  <a:pt x="45" y="2"/>
                </a:cubicBezTo>
                <a:lnTo>
                  <a:pt x="45" y="7"/>
                </a:lnTo>
                <a:close/>
                <a:moveTo>
                  <a:pt x="59" y="20"/>
                </a:moveTo>
                <a:cubicBezTo>
                  <a:pt x="59" y="22"/>
                  <a:pt x="58" y="23"/>
                  <a:pt x="57" y="23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3"/>
                  <a:pt x="0" y="22"/>
                  <a:pt x="0" y="20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4"/>
                  <a:pt x="1" y="13"/>
                  <a:pt x="2" y="13"/>
                </a:cubicBezTo>
                <a:cubicBezTo>
                  <a:pt x="57" y="13"/>
                  <a:pt x="57" y="13"/>
                  <a:pt x="57" y="13"/>
                </a:cubicBezTo>
                <a:cubicBezTo>
                  <a:pt x="58" y="13"/>
                  <a:pt x="59" y="14"/>
                  <a:pt x="59" y="16"/>
                </a:cubicBezTo>
                <a:lnTo>
                  <a:pt x="59" y="20"/>
                </a:lnTo>
                <a:close/>
                <a:moveTo>
                  <a:pt x="50" y="34"/>
                </a:moveTo>
                <a:cubicBezTo>
                  <a:pt x="50" y="35"/>
                  <a:pt x="49" y="36"/>
                  <a:pt x="48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1" y="36"/>
                  <a:pt x="0" y="35"/>
                  <a:pt x="0" y="34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8"/>
                  <a:pt x="1" y="27"/>
                  <a:pt x="2" y="27"/>
                </a:cubicBezTo>
                <a:cubicBezTo>
                  <a:pt x="48" y="27"/>
                  <a:pt x="48" y="27"/>
                  <a:pt x="48" y="27"/>
                </a:cubicBezTo>
                <a:cubicBezTo>
                  <a:pt x="49" y="27"/>
                  <a:pt x="50" y="28"/>
                  <a:pt x="50" y="29"/>
                </a:cubicBezTo>
                <a:lnTo>
                  <a:pt x="50" y="34"/>
                </a:lnTo>
                <a:close/>
                <a:moveTo>
                  <a:pt x="64" y="48"/>
                </a:moveTo>
                <a:cubicBezTo>
                  <a:pt x="64" y="49"/>
                  <a:pt x="63" y="50"/>
                  <a:pt x="61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1" y="50"/>
                  <a:pt x="0" y="49"/>
                  <a:pt x="0" y="48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2"/>
                  <a:pt x="1" y="41"/>
                  <a:pt x="2" y="41"/>
                </a:cubicBezTo>
                <a:cubicBezTo>
                  <a:pt x="61" y="41"/>
                  <a:pt x="61" y="41"/>
                  <a:pt x="61" y="41"/>
                </a:cubicBezTo>
                <a:cubicBezTo>
                  <a:pt x="63" y="41"/>
                  <a:pt x="64" y="42"/>
                  <a:pt x="64" y="43"/>
                </a:cubicBezTo>
                <a:lnTo>
                  <a:pt x="64" y="4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78392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3"/>
          <p:cNvSpPr>
            <a:spLocks noEditPoints="1"/>
          </p:cNvSpPr>
          <p:nvPr userDrawn="1"/>
        </p:nvSpPr>
        <p:spPr bwMode="auto">
          <a:xfrm>
            <a:off x="5569331" y="1498600"/>
            <a:ext cx="1053339" cy="1580008"/>
          </a:xfrm>
          <a:custGeom>
            <a:avLst/>
            <a:gdLst/>
            <a:ahLst/>
            <a:cxnLst>
              <a:cxn ang="0">
                <a:pos x="38" y="26"/>
              </a:cxn>
              <a:cxn ang="0">
                <a:pos x="24" y="55"/>
              </a:cxn>
              <a:cxn ang="0">
                <a:pos x="20" y="58"/>
              </a:cxn>
              <a:cxn ang="0">
                <a:pos x="16" y="55"/>
              </a:cxn>
              <a:cxn ang="0">
                <a:pos x="2" y="26"/>
              </a:cxn>
              <a:cxn ang="0">
                <a:pos x="0" y="19"/>
              </a:cxn>
              <a:cxn ang="0">
                <a:pos x="20" y="0"/>
              </a:cxn>
              <a:cxn ang="0">
                <a:pos x="39" y="19"/>
              </a:cxn>
              <a:cxn ang="0">
                <a:pos x="38" y="26"/>
              </a:cxn>
              <a:cxn ang="0">
                <a:pos x="20" y="9"/>
              </a:cxn>
              <a:cxn ang="0">
                <a:pos x="10" y="19"/>
              </a:cxn>
              <a:cxn ang="0">
                <a:pos x="20" y="29"/>
              </a:cxn>
              <a:cxn ang="0">
                <a:pos x="30" y="19"/>
              </a:cxn>
              <a:cxn ang="0">
                <a:pos x="20" y="9"/>
              </a:cxn>
            </a:cxnLst>
            <a:rect l="0" t="0" r="r" b="b"/>
            <a:pathLst>
              <a:path w="39" h="58">
                <a:moveTo>
                  <a:pt x="38" y="26"/>
                </a:moveTo>
                <a:cubicBezTo>
                  <a:pt x="24" y="55"/>
                  <a:pt x="24" y="55"/>
                  <a:pt x="24" y="55"/>
                </a:cubicBezTo>
                <a:cubicBezTo>
                  <a:pt x="23" y="57"/>
                  <a:pt x="22" y="58"/>
                  <a:pt x="20" y="58"/>
                </a:cubicBezTo>
                <a:cubicBezTo>
                  <a:pt x="18" y="58"/>
                  <a:pt x="16" y="57"/>
                  <a:pt x="16" y="55"/>
                </a:cubicBezTo>
                <a:cubicBezTo>
                  <a:pt x="2" y="26"/>
                  <a:pt x="2" y="26"/>
                  <a:pt x="2" y="26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8"/>
                  <a:pt x="9" y="0"/>
                  <a:pt x="20" y="0"/>
                </a:cubicBezTo>
                <a:cubicBezTo>
                  <a:pt x="31" y="0"/>
                  <a:pt x="39" y="8"/>
                  <a:pt x="39" y="19"/>
                </a:cubicBezTo>
                <a:cubicBezTo>
                  <a:pt x="39" y="21"/>
                  <a:pt x="39" y="24"/>
                  <a:pt x="38" y="26"/>
                </a:cubicBezTo>
                <a:close/>
                <a:moveTo>
                  <a:pt x="20" y="9"/>
                </a:moveTo>
                <a:cubicBezTo>
                  <a:pt x="15" y="9"/>
                  <a:pt x="10" y="14"/>
                  <a:pt x="10" y="19"/>
                </a:cubicBezTo>
                <a:cubicBezTo>
                  <a:pt x="10" y="24"/>
                  <a:pt x="15" y="29"/>
                  <a:pt x="20" y="29"/>
                </a:cubicBezTo>
                <a:cubicBezTo>
                  <a:pt x="25" y="29"/>
                  <a:pt x="30" y="24"/>
                  <a:pt x="30" y="19"/>
                </a:cubicBezTo>
                <a:cubicBezTo>
                  <a:pt x="30" y="14"/>
                  <a:pt x="25" y="9"/>
                  <a:pt x="20" y="9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5575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nta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9"/>
          <p:cNvSpPr>
            <a:spLocks noEditPoints="1"/>
          </p:cNvSpPr>
          <p:nvPr userDrawn="1"/>
        </p:nvSpPr>
        <p:spPr bwMode="auto">
          <a:xfrm>
            <a:off x="5360224" y="1246248"/>
            <a:ext cx="1471555" cy="1471552"/>
          </a:xfrm>
          <a:custGeom>
            <a:avLst/>
            <a:gdLst/>
            <a:ahLst/>
            <a:cxnLst>
              <a:cxn ang="0">
                <a:pos x="68" y="3"/>
              </a:cxn>
              <a:cxn ang="0">
                <a:pos x="58" y="61"/>
              </a:cxn>
              <a:cxn ang="0">
                <a:pos x="57" y="63"/>
              </a:cxn>
              <a:cxn ang="0">
                <a:pos x="56" y="63"/>
              </a:cxn>
              <a:cxn ang="0">
                <a:pos x="55" y="63"/>
              </a:cxn>
              <a:cxn ang="0">
                <a:pos x="35" y="55"/>
              </a:cxn>
              <a:cxn ang="0">
                <a:pos x="23" y="67"/>
              </a:cxn>
              <a:cxn ang="0">
                <a:pos x="22" y="68"/>
              </a:cxn>
              <a:cxn ang="0">
                <a:pos x="21" y="68"/>
              </a:cxn>
              <a:cxn ang="0">
                <a:pos x="19" y="65"/>
              </a:cxn>
              <a:cxn ang="0">
                <a:pos x="19" y="48"/>
              </a:cxn>
              <a:cxn ang="0">
                <a:pos x="1" y="41"/>
              </a:cxn>
              <a:cxn ang="0">
                <a:pos x="0" y="39"/>
              </a:cxn>
              <a:cxn ang="0">
                <a:pos x="1" y="36"/>
              </a:cxn>
              <a:cxn ang="0">
                <a:pos x="64" y="0"/>
              </a:cxn>
              <a:cxn ang="0">
                <a:pos x="67" y="0"/>
              </a:cxn>
              <a:cxn ang="0">
                <a:pos x="68" y="3"/>
              </a:cxn>
              <a:cxn ang="0">
                <a:pos x="62" y="7"/>
              </a:cxn>
              <a:cxn ang="0">
                <a:pos x="8" y="38"/>
              </a:cxn>
              <a:cxn ang="0">
                <a:pos x="20" y="43"/>
              </a:cxn>
              <a:cxn ang="0">
                <a:pos x="53" y="19"/>
              </a:cxn>
              <a:cxn ang="0">
                <a:pos x="35" y="49"/>
              </a:cxn>
              <a:cxn ang="0">
                <a:pos x="54" y="57"/>
              </a:cxn>
              <a:cxn ang="0">
                <a:pos x="62" y="7"/>
              </a:cxn>
            </a:cxnLst>
            <a:rect l="0" t="0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5" y="55"/>
                  <a:pt x="35" y="55"/>
                  <a:pt x="35" y="55"/>
                </a:cubicBezTo>
                <a:cubicBezTo>
                  <a:pt x="23" y="67"/>
                  <a:pt x="23" y="67"/>
                  <a:pt x="23" y="67"/>
                </a:cubicBezTo>
                <a:cubicBezTo>
                  <a:pt x="23" y="67"/>
                  <a:pt x="22" y="68"/>
                  <a:pt x="22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0" y="67"/>
                  <a:pt x="19" y="66"/>
                  <a:pt x="19" y="65"/>
                </a:cubicBezTo>
                <a:cubicBezTo>
                  <a:pt x="19" y="48"/>
                  <a:pt x="19" y="48"/>
                  <a:pt x="19" y="48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  <a:moveTo>
                  <a:pt x="62" y="7"/>
                </a:moveTo>
                <a:cubicBezTo>
                  <a:pt x="8" y="38"/>
                  <a:pt x="8" y="38"/>
                  <a:pt x="8" y="38"/>
                </a:cubicBezTo>
                <a:cubicBezTo>
                  <a:pt x="20" y="43"/>
                  <a:pt x="20" y="43"/>
                  <a:pt x="20" y="43"/>
                </a:cubicBezTo>
                <a:cubicBezTo>
                  <a:pt x="53" y="19"/>
                  <a:pt x="53" y="19"/>
                  <a:pt x="53" y="19"/>
                </a:cubicBezTo>
                <a:cubicBezTo>
                  <a:pt x="35" y="49"/>
                  <a:pt x="35" y="49"/>
                  <a:pt x="35" y="49"/>
                </a:cubicBezTo>
                <a:cubicBezTo>
                  <a:pt x="54" y="57"/>
                  <a:pt x="54" y="57"/>
                  <a:pt x="54" y="57"/>
                </a:cubicBezTo>
                <a:lnTo>
                  <a:pt x="62" y="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5828015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21453" y="1197864"/>
            <a:ext cx="5364480" cy="402336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09453" y="1197864"/>
            <a:ext cx="5364480" cy="402336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8147177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3026157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2931329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91252"/>
            <a:ext cx="4011084" cy="943848"/>
          </a:xfrm>
        </p:spPr>
        <p:txBody>
          <a:bodyPr anchor="ctr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82601"/>
            <a:ext cx="6815667" cy="5643564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3410327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64573"/>
            <a:ext cx="7315200" cy="502766"/>
          </a:xfrm>
        </p:spPr>
        <p:txBody>
          <a:bodyPr anchor="b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04520"/>
            <a:ext cx="7315200" cy="4145280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250584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F332-27FC-0041-99C1-697F936F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40404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1B105-836F-4240-99C4-9C94064A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0404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208938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D7D9-DE4A-EB44-A948-15530EFF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69794-85F5-7E4B-AE1F-A6849184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43096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9DE6-FE4F-204B-8BC8-933D65853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87612-4E26-2446-928F-6FE282247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1766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6848-AFCE-E64B-81C5-2A272FA0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927D5-6B1B-5C45-A99A-5D170A1CB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9E8F1-8FC0-7043-9717-C6F81B6BA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89083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06A2-451B-8B48-A090-9FF6C8FC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2339B-2E64-4345-BDC0-BB2C19DD7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81859-680F-504A-A71A-82A6EEDA9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36BA2-5963-FA4E-8C76-71FF77365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2717A-C715-0440-A8F9-574C38855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224301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D88FA-9303-4143-A431-7A4B4A0A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459323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314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0130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731520" y="1949414"/>
            <a:ext cx="10728960" cy="666786"/>
          </a:xfrm>
          <a:solidFill>
            <a:schemeClr val="accent1">
              <a:alpha val="0"/>
            </a:schemeClr>
          </a:solidFill>
        </p:spPr>
        <p:txBody>
          <a:bodyPr anchor="b"/>
          <a:lstStyle>
            <a:lvl1pPr algn="ctr">
              <a:defRPr sz="3733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731520" y="3657603"/>
            <a:ext cx="10728960" cy="853440"/>
          </a:xfrm>
          <a:solidFill>
            <a:schemeClr val="accent1">
              <a:alpha val="0"/>
            </a:schemeClr>
          </a:solidFill>
        </p:spPr>
        <p:txBody>
          <a:bodyPr/>
          <a:lstStyle>
            <a:lvl1pPr marL="0" indent="0" algn="ctr">
              <a:buFont typeface="Times" pitchFamily="18" charset="0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731520" y="5095240"/>
            <a:ext cx="10728960" cy="365760"/>
          </a:xfrm>
        </p:spPr>
        <p:txBody>
          <a:bodyPr anchor="ctr"/>
          <a:lstStyle>
            <a:lvl1pPr marL="0" indent="0" algn="ctr">
              <a:buNone/>
              <a:defRPr sz="1600" baseline="0"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Click to add 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2595908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17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2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7980292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2155736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11040"/>
          </a:xfrm>
        </p:spPr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  <a:lvl2pPr>
              <a:defRPr>
                <a:latin typeface="Bogle" charset="0"/>
                <a:ea typeface="Bogle" charset="0"/>
                <a:cs typeface="Bogle" charset="0"/>
              </a:defRPr>
            </a:lvl2pPr>
            <a:lvl3pPr>
              <a:defRPr>
                <a:latin typeface="Bogle" charset="0"/>
                <a:ea typeface="Bogle" charset="0"/>
                <a:cs typeface="Bogle" charset="0"/>
              </a:defRPr>
            </a:lvl3pPr>
            <a:lvl4pPr>
              <a:defRPr>
                <a:latin typeface="Bogle" charset="0"/>
                <a:ea typeface="Bogle" charset="0"/>
                <a:cs typeface="Bogle" charset="0"/>
              </a:defRPr>
            </a:lvl4pPr>
            <a:lvl5pPr>
              <a:defRPr>
                <a:latin typeface="Bogle" charset="0"/>
                <a:ea typeface="Bogle" charset="0"/>
                <a:cs typeface="Bogle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227667"/>
            <a:ext cx="10972800" cy="365760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78003544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83200" y="81492"/>
            <a:ext cx="1828800" cy="2997200"/>
          </a:xfrm>
          <a:prstGeom prst="rect">
            <a:avLst/>
          </a:prstGeom>
        </p:spPr>
      </p:pic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34923879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5" name="object 17"/>
          <p:cNvSpPr/>
          <p:nvPr userDrawn="1"/>
        </p:nvSpPr>
        <p:spPr>
          <a:xfrm>
            <a:off x="5494693" y="496209"/>
            <a:ext cx="1422400" cy="2411647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FFC21F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97373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object 24"/>
          <p:cNvSpPr/>
          <p:nvPr userDrawn="1"/>
        </p:nvSpPr>
        <p:spPr>
          <a:xfrm>
            <a:off x="5486400" y="423029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59"/>
                </a:lnTo>
                <a:lnTo>
                  <a:pt x="332191" y="42225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5BC678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71535448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8" name="object 31"/>
          <p:cNvSpPr/>
          <p:nvPr userDrawn="1"/>
        </p:nvSpPr>
        <p:spPr>
          <a:xfrm>
            <a:off x="5486400" y="442015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0BAFF3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61307211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object 38"/>
          <p:cNvSpPr/>
          <p:nvPr userDrawn="1"/>
        </p:nvSpPr>
        <p:spPr>
          <a:xfrm>
            <a:off x="5465442" y="403160"/>
            <a:ext cx="1544959" cy="2619441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DA52D4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36679276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Freeform 101"/>
          <p:cNvSpPr>
            <a:spLocks noEditPoints="1"/>
          </p:cNvSpPr>
          <p:nvPr userDrawn="1"/>
        </p:nvSpPr>
        <p:spPr bwMode="auto">
          <a:xfrm>
            <a:off x="5283200" y="1294709"/>
            <a:ext cx="1625600" cy="1503955"/>
          </a:xfrm>
          <a:custGeom>
            <a:avLst/>
            <a:gdLst/>
            <a:ahLst/>
            <a:cxnLst>
              <a:cxn ang="0">
                <a:pos x="39" y="36"/>
              </a:cxn>
              <a:cxn ang="0">
                <a:pos x="41" y="44"/>
              </a:cxn>
              <a:cxn ang="0">
                <a:pos x="35" y="50"/>
              </a:cxn>
              <a:cxn ang="0">
                <a:pos x="27" y="53"/>
              </a:cxn>
              <a:cxn ang="0">
                <a:pos x="18" y="53"/>
              </a:cxn>
              <a:cxn ang="0">
                <a:pos x="11" y="50"/>
              </a:cxn>
              <a:cxn ang="0">
                <a:pos x="4" y="44"/>
              </a:cxn>
              <a:cxn ang="0">
                <a:pos x="6" y="36"/>
              </a:cxn>
              <a:cxn ang="0">
                <a:pos x="0" y="28"/>
              </a:cxn>
              <a:cxn ang="0">
                <a:pos x="7" y="23"/>
              </a:cxn>
              <a:cxn ang="0">
                <a:pos x="4" y="18"/>
              </a:cxn>
              <a:cxn ang="0">
                <a:pos x="15" y="16"/>
              </a:cxn>
              <a:cxn ang="0">
                <a:pos x="19" y="8"/>
              </a:cxn>
              <a:cxn ang="0">
                <a:pos x="28" y="15"/>
              </a:cxn>
              <a:cxn ang="0">
                <a:pos x="35" y="12"/>
              </a:cxn>
              <a:cxn ang="0">
                <a:pos x="41" y="19"/>
              </a:cxn>
              <a:cxn ang="0">
                <a:pos x="45" y="27"/>
              </a:cxn>
              <a:cxn ang="0">
                <a:pos x="23" y="22"/>
              </a:cxn>
              <a:cxn ang="0">
                <a:pos x="32" y="31"/>
              </a:cxn>
              <a:cxn ang="0">
                <a:pos x="63" y="16"/>
              </a:cxn>
              <a:cxn ang="0">
                <a:pos x="64" y="24"/>
              </a:cxn>
              <a:cxn ang="0">
                <a:pos x="55" y="22"/>
              </a:cxn>
              <a:cxn ang="0">
                <a:pos x="46" y="24"/>
              </a:cxn>
              <a:cxn ang="0">
                <a:pos x="46" y="16"/>
              </a:cxn>
              <a:cxn ang="0">
                <a:pos x="46" y="9"/>
              </a:cxn>
              <a:cxn ang="0">
                <a:pos x="46" y="2"/>
              </a:cxn>
              <a:cxn ang="0">
                <a:pos x="55" y="4"/>
              </a:cxn>
              <a:cxn ang="0">
                <a:pos x="59" y="0"/>
              </a:cxn>
              <a:cxn ang="0">
                <a:pos x="62" y="7"/>
              </a:cxn>
              <a:cxn ang="0">
                <a:pos x="68" y="15"/>
              </a:cxn>
              <a:cxn ang="0">
                <a:pos x="62" y="55"/>
              </a:cxn>
              <a:cxn ang="0">
                <a:pos x="59" y="63"/>
              </a:cxn>
              <a:cxn ang="0">
                <a:pos x="54" y="59"/>
              </a:cxn>
              <a:cxn ang="0">
                <a:pos x="45" y="60"/>
              </a:cxn>
              <a:cxn ang="0">
                <a:pos x="41" y="52"/>
              </a:cxn>
              <a:cxn ang="0">
                <a:pos x="47" y="44"/>
              </a:cxn>
              <a:cxn ang="0">
                <a:pos x="50" y="36"/>
              </a:cxn>
              <a:cxn ang="0">
                <a:pos x="56" y="40"/>
              </a:cxn>
              <a:cxn ang="0">
                <a:pos x="64" y="39"/>
              </a:cxn>
              <a:cxn ang="0">
                <a:pos x="63" y="46"/>
              </a:cxn>
              <a:cxn ang="0">
                <a:pos x="55" y="8"/>
              </a:cxn>
              <a:cxn ang="0">
                <a:pos x="59" y="13"/>
              </a:cxn>
              <a:cxn ang="0">
                <a:pos x="50" y="49"/>
              </a:cxn>
              <a:cxn ang="0">
                <a:pos x="55" y="45"/>
              </a:cxn>
            </a:cxnLst>
            <a:rect l="0" t="0" r="r" b="b"/>
            <a:pathLst>
              <a:path w="68" h="63">
                <a:moveTo>
                  <a:pt x="45" y="35"/>
                </a:moveTo>
                <a:cubicBezTo>
                  <a:pt x="45" y="35"/>
                  <a:pt x="45" y="36"/>
                  <a:pt x="45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39" y="37"/>
                  <a:pt x="38" y="38"/>
                  <a:pt x="38" y="39"/>
                </a:cubicBezTo>
                <a:cubicBezTo>
                  <a:pt x="39" y="41"/>
                  <a:pt x="40" y="42"/>
                  <a:pt x="41" y="43"/>
                </a:cubicBezTo>
                <a:cubicBezTo>
                  <a:pt x="41" y="43"/>
                  <a:pt x="41" y="44"/>
                  <a:pt x="41" y="44"/>
                </a:cubicBezTo>
                <a:cubicBezTo>
                  <a:pt x="41" y="44"/>
                  <a:pt x="41" y="44"/>
                  <a:pt x="41" y="45"/>
                </a:cubicBezTo>
                <a:cubicBezTo>
                  <a:pt x="40" y="46"/>
                  <a:pt x="36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1" y="47"/>
                  <a:pt x="31" y="47"/>
                  <a:pt x="31" y="47"/>
                </a:cubicBezTo>
                <a:cubicBezTo>
                  <a:pt x="30" y="47"/>
                  <a:pt x="29" y="47"/>
                  <a:pt x="28" y="48"/>
                </a:cubicBezTo>
                <a:cubicBezTo>
                  <a:pt x="28" y="49"/>
                  <a:pt x="27" y="51"/>
                  <a:pt x="27" y="53"/>
                </a:cubicBezTo>
                <a:cubicBezTo>
                  <a:pt x="27" y="54"/>
                  <a:pt x="26" y="54"/>
                  <a:pt x="26" y="54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4"/>
                  <a:pt x="18" y="54"/>
                  <a:pt x="18" y="53"/>
                </a:cubicBezTo>
                <a:cubicBezTo>
                  <a:pt x="17" y="48"/>
                  <a:pt x="17" y="48"/>
                  <a:pt x="17" y="48"/>
                </a:cubicBezTo>
                <a:cubicBezTo>
                  <a:pt x="16" y="47"/>
                  <a:pt x="16" y="47"/>
                  <a:pt x="15" y="47"/>
                </a:cubicBezTo>
                <a:cubicBezTo>
                  <a:pt x="11" y="50"/>
                  <a:pt x="11" y="50"/>
                  <a:pt x="11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10" y="50"/>
                  <a:pt x="9" y="50"/>
                  <a:pt x="9" y="50"/>
                </a:cubicBezTo>
                <a:cubicBezTo>
                  <a:pt x="8" y="49"/>
                  <a:pt x="4" y="45"/>
                  <a:pt x="4" y="44"/>
                </a:cubicBezTo>
                <a:cubicBezTo>
                  <a:pt x="4" y="44"/>
                  <a:pt x="4" y="44"/>
                  <a:pt x="4" y="43"/>
                </a:cubicBezTo>
                <a:cubicBezTo>
                  <a:pt x="5" y="42"/>
                  <a:pt x="6" y="41"/>
                  <a:pt x="7" y="39"/>
                </a:cubicBezTo>
                <a:cubicBezTo>
                  <a:pt x="7" y="38"/>
                  <a:pt x="6" y="37"/>
                  <a:pt x="6" y="36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5"/>
                  <a:pt x="0" y="35"/>
                  <a:pt x="0" y="3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7"/>
                  <a:pt x="1" y="27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25"/>
                  <a:pt x="7" y="24"/>
                  <a:pt x="7" y="23"/>
                </a:cubicBezTo>
                <a:cubicBezTo>
                  <a:pt x="6" y="22"/>
                  <a:pt x="5" y="20"/>
                  <a:pt x="4" y="19"/>
                </a:cubicBezTo>
                <a:cubicBezTo>
                  <a:pt x="4" y="19"/>
                  <a:pt x="4" y="19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5" y="17"/>
                  <a:pt x="9" y="12"/>
                  <a:pt x="10" y="12"/>
                </a:cubicBezTo>
                <a:cubicBezTo>
                  <a:pt x="10" y="12"/>
                  <a:pt x="10" y="12"/>
                  <a:pt x="11" y="13"/>
                </a:cubicBezTo>
                <a:cubicBezTo>
                  <a:pt x="15" y="16"/>
                  <a:pt x="15" y="16"/>
                  <a:pt x="15" y="16"/>
                </a:cubicBezTo>
                <a:cubicBezTo>
                  <a:pt x="16" y="15"/>
                  <a:pt x="16" y="15"/>
                  <a:pt x="17" y="15"/>
                </a:cubicBezTo>
                <a:cubicBezTo>
                  <a:pt x="18" y="13"/>
                  <a:pt x="18" y="11"/>
                  <a:pt x="18" y="9"/>
                </a:cubicBezTo>
                <a:cubicBezTo>
                  <a:pt x="18" y="9"/>
                  <a:pt x="19" y="8"/>
                  <a:pt x="19" y="8"/>
                </a:cubicBezTo>
                <a:cubicBezTo>
                  <a:pt x="26" y="8"/>
                  <a:pt x="26" y="8"/>
                  <a:pt x="26" y="8"/>
                </a:cubicBezTo>
                <a:cubicBezTo>
                  <a:pt x="26" y="8"/>
                  <a:pt x="27" y="9"/>
                  <a:pt x="27" y="9"/>
                </a:cubicBezTo>
                <a:cubicBezTo>
                  <a:pt x="28" y="15"/>
                  <a:pt x="28" y="15"/>
                  <a:pt x="28" y="15"/>
                </a:cubicBezTo>
                <a:cubicBezTo>
                  <a:pt x="29" y="15"/>
                  <a:pt x="30" y="15"/>
                  <a:pt x="31" y="16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2"/>
                  <a:pt x="35" y="12"/>
                  <a:pt x="35" y="12"/>
                </a:cubicBezTo>
                <a:cubicBezTo>
                  <a:pt x="36" y="12"/>
                  <a:pt x="36" y="12"/>
                  <a:pt x="36" y="13"/>
                </a:cubicBezTo>
                <a:cubicBezTo>
                  <a:pt x="37" y="13"/>
                  <a:pt x="41" y="17"/>
                  <a:pt x="41" y="18"/>
                </a:cubicBezTo>
                <a:cubicBezTo>
                  <a:pt x="41" y="19"/>
                  <a:pt x="41" y="19"/>
                  <a:pt x="41" y="19"/>
                </a:cubicBezTo>
                <a:cubicBezTo>
                  <a:pt x="40" y="20"/>
                  <a:pt x="39" y="22"/>
                  <a:pt x="38" y="23"/>
                </a:cubicBezTo>
                <a:cubicBezTo>
                  <a:pt x="38" y="24"/>
                  <a:pt x="39" y="25"/>
                  <a:pt x="39" y="26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8"/>
                </a:cubicBezTo>
                <a:lnTo>
                  <a:pt x="45" y="35"/>
                </a:lnTo>
                <a:close/>
                <a:moveTo>
                  <a:pt x="23" y="22"/>
                </a:moveTo>
                <a:cubicBezTo>
                  <a:pt x="18" y="22"/>
                  <a:pt x="13" y="26"/>
                  <a:pt x="13" y="31"/>
                </a:cubicBezTo>
                <a:cubicBezTo>
                  <a:pt x="13" y="36"/>
                  <a:pt x="18" y="40"/>
                  <a:pt x="23" y="40"/>
                </a:cubicBezTo>
                <a:cubicBezTo>
                  <a:pt x="28" y="40"/>
                  <a:pt x="32" y="36"/>
                  <a:pt x="32" y="31"/>
                </a:cubicBezTo>
                <a:cubicBezTo>
                  <a:pt x="32" y="26"/>
                  <a:pt x="28" y="22"/>
                  <a:pt x="23" y="22"/>
                </a:cubicBezTo>
                <a:close/>
                <a:moveTo>
                  <a:pt x="68" y="15"/>
                </a:moveTo>
                <a:cubicBezTo>
                  <a:pt x="68" y="16"/>
                  <a:pt x="64" y="16"/>
                  <a:pt x="63" y="16"/>
                </a:cubicBezTo>
                <a:cubicBezTo>
                  <a:pt x="63" y="17"/>
                  <a:pt x="62" y="18"/>
                  <a:pt x="62" y="18"/>
                </a:cubicBezTo>
                <a:cubicBezTo>
                  <a:pt x="62" y="19"/>
                  <a:pt x="64" y="23"/>
                  <a:pt x="64" y="23"/>
                </a:cubicBezTo>
                <a:cubicBezTo>
                  <a:pt x="64" y="23"/>
                  <a:pt x="64" y="23"/>
                  <a:pt x="64" y="24"/>
                </a:cubicBezTo>
                <a:cubicBezTo>
                  <a:pt x="63" y="24"/>
                  <a:pt x="59" y="26"/>
                  <a:pt x="59" y="26"/>
                </a:cubicBezTo>
                <a:cubicBezTo>
                  <a:pt x="59" y="26"/>
                  <a:pt x="56" y="22"/>
                  <a:pt x="56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4" y="22"/>
                  <a:pt x="54" y="22"/>
                  <a:pt x="54" y="22"/>
                </a:cubicBezTo>
                <a:cubicBezTo>
                  <a:pt x="53" y="22"/>
                  <a:pt x="50" y="26"/>
                  <a:pt x="50" y="26"/>
                </a:cubicBezTo>
                <a:cubicBezTo>
                  <a:pt x="50" y="26"/>
                  <a:pt x="46" y="24"/>
                  <a:pt x="46" y="24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7" y="19"/>
                  <a:pt x="47" y="18"/>
                </a:cubicBezTo>
                <a:cubicBezTo>
                  <a:pt x="47" y="18"/>
                  <a:pt x="46" y="17"/>
                  <a:pt x="46" y="16"/>
                </a:cubicBezTo>
                <a:cubicBezTo>
                  <a:pt x="45" y="16"/>
                  <a:pt x="41" y="16"/>
                  <a:pt x="41" y="15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5" y="9"/>
                  <a:pt x="46" y="9"/>
                </a:cubicBezTo>
                <a:cubicBezTo>
                  <a:pt x="46" y="9"/>
                  <a:pt x="47" y="8"/>
                  <a:pt x="47" y="7"/>
                </a:cubicBezTo>
                <a:cubicBezTo>
                  <a:pt x="47" y="7"/>
                  <a:pt x="45" y="3"/>
                  <a:pt x="45" y="2"/>
                </a:cubicBezTo>
                <a:cubicBezTo>
                  <a:pt x="45" y="2"/>
                  <a:pt x="45" y="2"/>
                  <a:pt x="46" y="2"/>
                </a:cubicBezTo>
                <a:cubicBezTo>
                  <a:pt x="46" y="2"/>
                  <a:pt x="50" y="0"/>
                  <a:pt x="50" y="0"/>
                </a:cubicBezTo>
                <a:cubicBezTo>
                  <a:pt x="50" y="0"/>
                  <a:pt x="53" y="3"/>
                  <a:pt x="54" y="4"/>
                </a:cubicBezTo>
                <a:cubicBezTo>
                  <a:pt x="54" y="4"/>
                  <a:pt x="54" y="4"/>
                  <a:pt x="55" y="4"/>
                </a:cubicBezTo>
                <a:cubicBezTo>
                  <a:pt x="55" y="4"/>
                  <a:pt x="55" y="4"/>
                  <a:pt x="56" y="4"/>
                </a:cubicBezTo>
                <a:cubicBezTo>
                  <a:pt x="57" y="2"/>
                  <a:pt x="58" y="1"/>
                  <a:pt x="5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0"/>
                  <a:pt x="63" y="2"/>
                  <a:pt x="64" y="2"/>
                </a:cubicBezTo>
                <a:cubicBezTo>
                  <a:pt x="64" y="2"/>
                  <a:pt x="64" y="2"/>
                  <a:pt x="64" y="2"/>
                </a:cubicBezTo>
                <a:cubicBezTo>
                  <a:pt x="64" y="3"/>
                  <a:pt x="62" y="7"/>
                  <a:pt x="62" y="7"/>
                </a:cubicBezTo>
                <a:cubicBezTo>
                  <a:pt x="62" y="8"/>
                  <a:pt x="63" y="9"/>
                  <a:pt x="63" y="9"/>
                </a:cubicBezTo>
                <a:cubicBezTo>
                  <a:pt x="64" y="9"/>
                  <a:pt x="68" y="10"/>
                  <a:pt x="68" y="10"/>
                </a:cubicBezTo>
                <a:lnTo>
                  <a:pt x="68" y="15"/>
                </a:lnTo>
                <a:close/>
                <a:moveTo>
                  <a:pt x="68" y="52"/>
                </a:moveTo>
                <a:cubicBezTo>
                  <a:pt x="68" y="52"/>
                  <a:pt x="64" y="53"/>
                  <a:pt x="63" y="53"/>
                </a:cubicBezTo>
                <a:cubicBezTo>
                  <a:pt x="63" y="54"/>
                  <a:pt x="62" y="54"/>
                  <a:pt x="62" y="55"/>
                </a:cubicBezTo>
                <a:cubicBezTo>
                  <a:pt x="62" y="56"/>
                  <a:pt x="64" y="59"/>
                  <a:pt x="64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63" y="60"/>
                  <a:pt x="59" y="63"/>
                  <a:pt x="59" y="63"/>
                </a:cubicBezTo>
                <a:cubicBezTo>
                  <a:pt x="59" y="63"/>
                  <a:pt x="56" y="59"/>
                  <a:pt x="56" y="59"/>
                </a:cubicBezTo>
                <a:cubicBezTo>
                  <a:pt x="55" y="59"/>
                  <a:pt x="55" y="59"/>
                  <a:pt x="55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3" y="59"/>
                  <a:pt x="50" y="63"/>
                  <a:pt x="50" y="63"/>
                </a:cubicBezTo>
                <a:cubicBezTo>
                  <a:pt x="50" y="63"/>
                  <a:pt x="46" y="60"/>
                  <a:pt x="46" y="60"/>
                </a:cubicBezTo>
                <a:cubicBezTo>
                  <a:pt x="45" y="60"/>
                  <a:pt x="45" y="60"/>
                  <a:pt x="45" y="60"/>
                </a:cubicBezTo>
                <a:cubicBezTo>
                  <a:pt x="45" y="59"/>
                  <a:pt x="47" y="56"/>
                  <a:pt x="47" y="55"/>
                </a:cubicBezTo>
                <a:cubicBezTo>
                  <a:pt x="47" y="54"/>
                  <a:pt x="46" y="54"/>
                  <a:pt x="46" y="53"/>
                </a:cubicBezTo>
                <a:cubicBezTo>
                  <a:pt x="45" y="53"/>
                  <a:pt x="41" y="52"/>
                  <a:pt x="41" y="52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46"/>
                  <a:pt x="45" y="46"/>
                  <a:pt x="46" y="46"/>
                </a:cubicBezTo>
                <a:cubicBezTo>
                  <a:pt x="46" y="45"/>
                  <a:pt x="47" y="45"/>
                  <a:pt x="47" y="44"/>
                </a:cubicBezTo>
                <a:cubicBezTo>
                  <a:pt x="47" y="43"/>
                  <a:pt x="45" y="40"/>
                  <a:pt x="45" y="39"/>
                </a:cubicBezTo>
                <a:cubicBezTo>
                  <a:pt x="45" y="39"/>
                  <a:pt x="45" y="39"/>
                  <a:pt x="46" y="39"/>
                </a:cubicBezTo>
                <a:cubicBezTo>
                  <a:pt x="46" y="39"/>
                  <a:pt x="50" y="36"/>
                  <a:pt x="50" y="36"/>
                </a:cubicBezTo>
                <a:cubicBezTo>
                  <a:pt x="50" y="36"/>
                  <a:pt x="53" y="40"/>
                  <a:pt x="54" y="40"/>
                </a:cubicBezTo>
                <a:cubicBezTo>
                  <a:pt x="54" y="40"/>
                  <a:pt x="54" y="40"/>
                  <a:pt x="55" y="40"/>
                </a:cubicBezTo>
                <a:cubicBezTo>
                  <a:pt x="55" y="40"/>
                  <a:pt x="55" y="40"/>
                  <a:pt x="56" y="40"/>
                </a:cubicBezTo>
                <a:cubicBezTo>
                  <a:pt x="57" y="39"/>
                  <a:pt x="58" y="38"/>
                  <a:pt x="59" y="36"/>
                </a:cubicBezTo>
                <a:cubicBezTo>
                  <a:pt x="59" y="36"/>
                  <a:pt x="59" y="36"/>
                  <a:pt x="59" y="36"/>
                </a:cubicBezTo>
                <a:cubicBezTo>
                  <a:pt x="59" y="36"/>
                  <a:pt x="63" y="39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40"/>
                  <a:pt x="62" y="43"/>
                  <a:pt x="62" y="44"/>
                </a:cubicBezTo>
                <a:cubicBezTo>
                  <a:pt x="62" y="45"/>
                  <a:pt x="63" y="45"/>
                  <a:pt x="63" y="46"/>
                </a:cubicBezTo>
                <a:cubicBezTo>
                  <a:pt x="64" y="46"/>
                  <a:pt x="68" y="46"/>
                  <a:pt x="68" y="47"/>
                </a:cubicBezTo>
                <a:lnTo>
                  <a:pt x="68" y="52"/>
                </a:lnTo>
                <a:close/>
                <a:moveTo>
                  <a:pt x="55" y="8"/>
                </a:moveTo>
                <a:cubicBezTo>
                  <a:pt x="52" y="8"/>
                  <a:pt x="50" y="10"/>
                  <a:pt x="50" y="13"/>
                </a:cubicBezTo>
                <a:cubicBezTo>
                  <a:pt x="50" y="15"/>
                  <a:pt x="52" y="17"/>
                  <a:pt x="55" y="17"/>
                </a:cubicBezTo>
                <a:cubicBezTo>
                  <a:pt x="57" y="17"/>
                  <a:pt x="59" y="15"/>
                  <a:pt x="59" y="13"/>
                </a:cubicBezTo>
                <a:cubicBezTo>
                  <a:pt x="59" y="10"/>
                  <a:pt x="57" y="8"/>
                  <a:pt x="55" y="8"/>
                </a:cubicBezTo>
                <a:close/>
                <a:moveTo>
                  <a:pt x="55" y="45"/>
                </a:moveTo>
                <a:cubicBezTo>
                  <a:pt x="52" y="45"/>
                  <a:pt x="50" y="47"/>
                  <a:pt x="50" y="49"/>
                </a:cubicBezTo>
                <a:cubicBezTo>
                  <a:pt x="50" y="52"/>
                  <a:pt x="52" y="54"/>
                  <a:pt x="55" y="54"/>
                </a:cubicBezTo>
                <a:cubicBezTo>
                  <a:pt x="57" y="54"/>
                  <a:pt x="59" y="52"/>
                  <a:pt x="59" y="49"/>
                </a:cubicBezTo>
                <a:cubicBezTo>
                  <a:pt x="59" y="47"/>
                  <a:pt x="57" y="45"/>
                  <a:pt x="55" y="4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9465697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tr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5"/>
          <p:cNvSpPr>
            <a:spLocks noEditPoints="1"/>
          </p:cNvSpPr>
          <p:nvPr userDrawn="1"/>
        </p:nvSpPr>
        <p:spPr bwMode="auto">
          <a:xfrm>
            <a:off x="5273189" y="1318685"/>
            <a:ext cx="1645625" cy="1297516"/>
          </a:xfrm>
          <a:custGeom>
            <a:avLst/>
            <a:gdLst/>
            <a:ahLst/>
            <a:cxnLst>
              <a:cxn ang="0">
                <a:pos x="17" y="16"/>
              </a:cxn>
              <a:cxn ang="0">
                <a:pos x="0" y="12"/>
              </a:cxn>
              <a:cxn ang="0">
                <a:pos x="4" y="0"/>
              </a:cxn>
              <a:cxn ang="0">
                <a:pos x="21" y="4"/>
              </a:cxn>
              <a:cxn ang="0">
                <a:pos x="21" y="33"/>
              </a:cxn>
              <a:cxn ang="0">
                <a:pos x="4" y="36"/>
              </a:cxn>
              <a:cxn ang="0">
                <a:pos x="0" y="25"/>
              </a:cxn>
              <a:cxn ang="0">
                <a:pos x="17" y="21"/>
              </a:cxn>
              <a:cxn ang="0">
                <a:pos x="21" y="33"/>
              </a:cxn>
              <a:cxn ang="0">
                <a:pos x="17" y="57"/>
              </a:cxn>
              <a:cxn ang="0">
                <a:pos x="0" y="53"/>
              </a:cxn>
              <a:cxn ang="0">
                <a:pos x="4" y="42"/>
              </a:cxn>
              <a:cxn ang="0">
                <a:pos x="21" y="45"/>
              </a:cxn>
              <a:cxn ang="0">
                <a:pos x="47" y="12"/>
              </a:cxn>
              <a:cxn ang="0">
                <a:pos x="30" y="16"/>
              </a:cxn>
              <a:cxn ang="0">
                <a:pos x="26" y="4"/>
              </a:cxn>
              <a:cxn ang="0">
                <a:pos x="43" y="0"/>
              </a:cxn>
              <a:cxn ang="0">
                <a:pos x="47" y="12"/>
              </a:cxn>
              <a:cxn ang="0">
                <a:pos x="43" y="36"/>
              </a:cxn>
              <a:cxn ang="0">
                <a:pos x="26" y="33"/>
              </a:cxn>
              <a:cxn ang="0">
                <a:pos x="30" y="21"/>
              </a:cxn>
              <a:cxn ang="0">
                <a:pos x="47" y="25"/>
              </a:cxn>
              <a:cxn ang="0">
                <a:pos x="47" y="53"/>
              </a:cxn>
              <a:cxn ang="0">
                <a:pos x="30" y="57"/>
              </a:cxn>
              <a:cxn ang="0">
                <a:pos x="26" y="45"/>
              </a:cxn>
              <a:cxn ang="0">
                <a:pos x="43" y="42"/>
              </a:cxn>
              <a:cxn ang="0">
                <a:pos x="47" y="53"/>
              </a:cxn>
              <a:cxn ang="0">
                <a:pos x="69" y="16"/>
              </a:cxn>
              <a:cxn ang="0">
                <a:pos x="52" y="12"/>
              </a:cxn>
              <a:cxn ang="0">
                <a:pos x="56" y="0"/>
              </a:cxn>
              <a:cxn ang="0">
                <a:pos x="72" y="4"/>
              </a:cxn>
              <a:cxn ang="0">
                <a:pos x="72" y="33"/>
              </a:cxn>
              <a:cxn ang="0">
                <a:pos x="56" y="36"/>
              </a:cxn>
              <a:cxn ang="0">
                <a:pos x="52" y="25"/>
              </a:cxn>
              <a:cxn ang="0">
                <a:pos x="69" y="21"/>
              </a:cxn>
              <a:cxn ang="0">
                <a:pos x="72" y="33"/>
              </a:cxn>
              <a:cxn ang="0">
                <a:pos x="69" y="57"/>
              </a:cxn>
              <a:cxn ang="0">
                <a:pos x="52" y="53"/>
              </a:cxn>
              <a:cxn ang="0">
                <a:pos x="56" y="42"/>
              </a:cxn>
              <a:cxn ang="0">
                <a:pos x="72" y="45"/>
              </a:cxn>
            </a:cxnLst>
            <a:rect l="0" t="0" r="r" b="b"/>
            <a:pathLst>
              <a:path w="72" h="57">
                <a:moveTo>
                  <a:pt x="21" y="12"/>
                </a:moveTo>
                <a:cubicBezTo>
                  <a:pt x="21" y="14"/>
                  <a:pt x="19" y="16"/>
                  <a:pt x="17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2" y="16"/>
                  <a:pt x="0" y="14"/>
                  <a:pt x="0" y="12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9" y="0"/>
                  <a:pt x="21" y="2"/>
                  <a:pt x="21" y="4"/>
                </a:cubicBezTo>
                <a:lnTo>
                  <a:pt x="21" y="12"/>
                </a:lnTo>
                <a:close/>
                <a:moveTo>
                  <a:pt x="21" y="33"/>
                </a:moveTo>
                <a:cubicBezTo>
                  <a:pt x="21" y="35"/>
                  <a:pt x="19" y="36"/>
                  <a:pt x="17" y="36"/>
                </a:cubicBezTo>
                <a:cubicBezTo>
                  <a:pt x="4" y="36"/>
                  <a:pt x="4" y="36"/>
                  <a:pt x="4" y="36"/>
                </a:cubicBezTo>
                <a:cubicBezTo>
                  <a:pt x="2" y="36"/>
                  <a:pt x="0" y="35"/>
                  <a:pt x="0" y="3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3"/>
                  <a:pt x="2" y="21"/>
                  <a:pt x="4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19" y="21"/>
                  <a:pt x="21" y="23"/>
                  <a:pt x="21" y="25"/>
                </a:cubicBezTo>
                <a:lnTo>
                  <a:pt x="21" y="33"/>
                </a:lnTo>
                <a:close/>
                <a:moveTo>
                  <a:pt x="21" y="53"/>
                </a:moveTo>
                <a:cubicBezTo>
                  <a:pt x="21" y="55"/>
                  <a:pt x="19" y="57"/>
                  <a:pt x="17" y="57"/>
                </a:cubicBezTo>
                <a:cubicBezTo>
                  <a:pt x="4" y="57"/>
                  <a:pt x="4" y="57"/>
                  <a:pt x="4" y="57"/>
                </a:cubicBezTo>
                <a:cubicBezTo>
                  <a:pt x="2" y="57"/>
                  <a:pt x="0" y="55"/>
                  <a:pt x="0" y="53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3"/>
                  <a:pt x="2" y="42"/>
                  <a:pt x="4" y="42"/>
                </a:cubicBezTo>
                <a:cubicBezTo>
                  <a:pt x="17" y="42"/>
                  <a:pt x="17" y="42"/>
                  <a:pt x="17" y="42"/>
                </a:cubicBezTo>
                <a:cubicBezTo>
                  <a:pt x="19" y="42"/>
                  <a:pt x="21" y="43"/>
                  <a:pt x="21" y="45"/>
                </a:cubicBezTo>
                <a:lnTo>
                  <a:pt x="21" y="53"/>
                </a:lnTo>
                <a:close/>
                <a:moveTo>
                  <a:pt x="47" y="12"/>
                </a:moveTo>
                <a:cubicBezTo>
                  <a:pt x="47" y="14"/>
                  <a:pt x="45" y="16"/>
                  <a:pt x="43" y="16"/>
                </a:cubicBezTo>
                <a:cubicBezTo>
                  <a:pt x="30" y="16"/>
                  <a:pt x="30" y="16"/>
                  <a:pt x="30" y="16"/>
                </a:cubicBezTo>
                <a:cubicBezTo>
                  <a:pt x="28" y="16"/>
                  <a:pt x="26" y="14"/>
                  <a:pt x="26" y="12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2"/>
                  <a:pt x="28" y="0"/>
                  <a:pt x="30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5" y="0"/>
                  <a:pt x="47" y="2"/>
                  <a:pt x="47" y="4"/>
                </a:cubicBezTo>
                <a:lnTo>
                  <a:pt x="47" y="12"/>
                </a:lnTo>
                <a:close/>
                <a:moveTo>
                  <a:pt x="47" y="33"/>
                </a:moveTo>
                <a:cubicBezTo>
                  <a:pt x="47" y="35"/>
                  <a:pt x="45" y="36"/>
                  <a:pt x="43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28" y="36"/>
                  <a:pt x="26" y="35"/>
                  <a:pt x="26" y="33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3"/>
                  <a:pt x="28" y="21"/>
                  <a:pt x="30" y="21"/>
                </a:cubicBezTo>
                <a:cubicBezTo>
                  <a:pt x="43" y="21"/>
                  <a:pt x="43" y="21"/>
                  <a:pt x="43" y="21"/>
                </a:cubicBezTo>
                <a:cubicBezTo>
                  <a:pt x="45" y="21"/>
                  <a:pt x="47" y="23"/>
                  <a:pt x="47" y="25"/>
                </a:cubicBezTo>
                <a:lnTo>
                  <a:pt x="47" y="33"/>
                </a:lnTo>
                <a:close/>
                <a:moveTo>
                  <a:pt x="47" y="53"/>
                </a:moveTo>
                <a:cubicBezTo>
                  <a:pt x="47" y="55"/>
                  <a:pt x="45" y="57"/>
                  <a:pt x="43" y="57"/>
                </a:cubicBezTo>
                <a:cubicBezTo>
                  <a:pt x="30" y="57"/>
                  <a:pt x="30" y="57"/>
                  <a:pt x="30" y="57"/>
                </a:cubicBezTo>
                <a:cubicBezTo>
                  <a:pt x="28" y="57"/>
                  <a:pt x="26" y="55"/>
                  <a:pt x="26" y="53"/>
                </a:cubicBezTo>
                <a:cubicBezTo>
                  <a:pt x="26" y="45"/>
                  <a:pt x="26" y="45"/>
                  <a:pt x="26" y="45"/>
                </a:cubicBezTo>
                <a:cubicBezTo>
                  <a:pt x="26" y="43"/>
                  <a:pt x="28" y="42"/>
                  <a:pt x="30" y="42"/>
                </a:cubicBezTo>
                <a:cubicBezTo>
                  <a:pt x="43" y="42"/>
                  <a:pt x="43" y="42"/>
                  <a:pt x="43" y="42"/>
                </a:cubicBezTo>
                <a:cubicBezTo>
                  <a:pt x="45" y="42"/>
                  <a:pt x="47" y="43"/>
                  <a:pt x="47" y="45"/>
                </a:cubicBezTo>
                <a:lnTo>
                  <a:pt x="47" y="53"/>
                </a:lnTo>
                <a:close/>
                <a:moveTo>
                  <a:pt x="72" y="12"/>
                </a:moveTo>
                <a:cubicBezTo>
                  <a:pt x="72" y="14"/>
                  <a:pt x="71" y="16"/>
                  <a:pt x="69" y="16"/>
                </a:cubicBezTo>
                <a:cubicBezTo>
                  <a:pt x="56" y="16"/>
                  <a:pt x="56" y="16"/>
                  <a:pt x="56" y="16"/>
                </a:cubicBezTo>
                <a:cubicBezTo>
                  <a:pt x="54" y="16"/>
                  <a:pt x="52" y="14"/>
                  <a:pt x="52" y="12"/>
                </a:cubicBezTo>
                <a:cubicBezTo>
                  <a:pt x="52" y="4"/>
                  <a:pt x="52" y="4"/>
                  <a:pt x="52" y="4"/>
                </a:cubicBezTo>
                <a:cubicBezTo>
                  <a:pt x="52" y="2"/>
                  <a:pt x="54" y="0"/>
                  <a:pt x="56" y="0"/>
                </a:cubicBezTo>
                <a:cubicBezTo>
                  <a:pt x="69" y="0"/>
                  <a:pt x="69" y="0"/>
                  <a:pt x="69" y="0"/>
                </a:cubicBezTo>
                <a:cubicBezTo>
                  <a:pt x="71" y="0"/>
                  <a:pt x="72" y="2"/>
                  <a:pt x="72" y="4"/>
                </a:cubicBezTo>
                <a:lnTo>
                  <a:pt x="72" y="12"/>
                </a:lnTo>
                <a:close/>
                <a:moveTo>
                  <a:pt x="72" y="33"/>
                </a:moveTo>
                <a:cubicBezTo>
                  <a:pt x="72" y="35"/>
                  <a:pt x="71" y="36"/>
                  <a:pt x="69" y="36"/>
                </a:cubicBezTo>
                <a:cubicBezTo>
                  <a:pt x="56" y="36"/>
                  <a:pt x="56" y="36"/>
                  <a:pt x="56" y="36"/>
                </a:cubicBezTo>
                <a:cubicBezTo>
                  <a:pt x="54" y="36"/>
                  <a:pt x="52" y="35"/>
                  <a:pt x="52" y="33"/>
                </a:cubicBezTo>
                <a:cubicBezTo>
                  <a:pt x="52" y="25"/>
                  <a:pt x="52" y="25"/>
                  <a:pt x="52" y="25"/>
                </a:cubicBezTo>
                <a:cubicBezTo>
                  <a:pt x="52" y="23"/>
                  <a:pt x="54" y="21"/>
                  <a:pt x="56" y="21"/>
                </a:cubicBezTo>
                <a:cubicBezTo>
                  <a:pt x="69" y="21"/>
                  <a:pt x="69" y="21"/>
                  <a:pt x="69" y="21"/>
                </a:cubicBezTo>
                <a:cubicBezTo>
                  <a:pt x="71" y="21"/>
                  <a:pt x="72" y="23"/>
                  <a:pt x="72" y="25"/>
                </a:cubicBezTo>
                <a:lnTo>
                  <a:pt x="72" y="33"/>
                </a:lnTo>
                <a:close/>
                <a:moveTo>
                  <a:pt x="72" y="53"/>
                </a:moveTo>
                <a:cubicBezTo>
                  <a:pt x="72" y="55"/>
                  <a:pt x="71" y="57"/>
                  <a:pt x="69" y="57"/>
                </a:cubicBezTo>
                <a:cubicBezTo>
                  <a:pt x="56" y="57"/>
                  <a:pt x="56" y="57"/>
                  <a:pt x="56" y="57"/>
                </a:cubicBezTo>
                <a:cubicBezTo>
                  <a:pt x="54" y="57"/>
                  <a:pt x="52" y="55"/>
                  <a:pt x="52" y="53"/>
                </a:cubicBezTo>
                <a:cubicBezTo>
                  <a:pt x="52" y="45"/>
                  <a:pt x="52" y="45"/>
                  <a:pt x="52" y="45"/>
                </a:cubicBezTo>
                <a:cubicBezTo>
                  <a:pt x="52" y="43"/>
                  <a:pt x="54" y="42"/>
                  <a:pt x="56" y="42"/>
                </a:cubicBezTo>
                <a:cubicBezTo>
                  <a:pt x="69" y="42"/>
                  <a:pt x="69" y="42"/>
                  <a:pt x="69" y="42"/>
                </a:cubicBezTo>
                <a:cubicBezTo>
                  <a:pt x="71" y="42"/>
                  <a:pt x="72" y="43"/>
                  <a:pt x="72" y="45"/>
                </a:cubicBezTo>
                <a:lnTo>
                  <a:pt x="72" y="5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57439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Flow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145"/>
          <p:cNvSpPr>
            <a:spLocks/>
          </p:cNvSpPr>
          <p:nvPr userDrawn="1"/>
        </p:nvSpPr>
        <p:spPr bwMode="auto">
          <a:xfrm>
            <a:off x="5292585" y="1230595"/>
            <a:ext cx="1606833" cy="1385605"/>
          </a:xfrm>
          <a:custGeom>
            <a:avLst/>
            <a:gdLst/>
            <a:ahLst/>
            <a:cxnLst>
              <a:cxn ang="0">
                <a:pos x="64" y="51"/>
              </a:cxn>
              <a:cxn ang="0">
                <a:pos x="60" y="55"/>
              </a:cxn>
              <a:cxn ang="0">
                <a:pos x="49" y="55"/>
              </a:cxn>
              <a:cxn ang="0">
                <a:pos x="45" y="51"/>
              </a:cxn>
              <a:cxn ang="0">
                <a:pos x="45" y="40"/>
              </a:cxn>
              <a:cxn ang="0">
                <a:pos x="49" y="36"/>
              </a:cxn>
              <a:cxn ang="0">
                <a:pos x="52" y="36"/>
              </a:cxn>
              <a:cxn ang="0">
                <a:pos x="52" y="30"/>
              </a:cxn>
              <a:cxn ang="0">
                <a:pos x="34" y="30"/>
              </a:cxn>
              <a:cxn ang="0">
                <a:pos x="34" y="36"/>
              </a:cxn>
              <a:cxn ang="0">
                <a:pos x="37" y="36"/>
              </a:cxn>
              <a:cxn ang="0">
                <a:pos x="41" y="40"/>
              </a:cxn>
              <a:cxn ang="0">
                <a:pos x="41" y="51"/>
              </a:cxn>
              <a:cxn ang="0">
                <a:pos x="37" y="55"/>
              </a:cxn>
              <a:cxn ang="0">
                <a:pos x="26" y="55"/>
              </a:cxn>
              <a:cxn ang="0">
                <a:pos x="23" y="51"/>
              </a:cxn>
              <a:cxn ang="0">
                <a:pos x="23" y="40"/>
              </a:cxn>
              <a:cxn ang="0">
                <a:pos x="26" y="36"/>
              </a:cxn>
              <a:cxn ang="0">
                <a:pos x="29" y="36"/>
              </a:cxn>
              <a:cxn ang="0">
                <a:pos x="29" y="30"/>
              </a:cxn>
              <a:cxn ang="0">
                <a:pos x="11" y="30"/>
              </a:cxn>
              <a:cxn ang="0">
                <a:pos x="11" y="36"/>
              </a:cxn>
              <a:cxn ang="0">
                <a:pos x="15" y="36"/>
              </a:cxn>
              <a:cxn ang="0">
                <a:pos x="18" y="40"/>
              </a:cxn>
              <a:cxn ang="0">
                <a:pos x="18" y="51"/>
              </a:cxn>
              <a:cxn ang="0">
                <a:pos x="15" y="55"/>
              </a:cxn>
              <a:cxn ang="0">
                <a:pos x="3" y="55"/>
              </a:cxn>
              <a:cxn ang="0">
                <a:pos x="0" y="51"/>
              </a:cxn>
              <a:cxn ang="0">
                <a:pos x="0" y="40"/>
              </a:cxn>
              <a:cxn ang="0">
                <a:pos x="3" y="36"/>
              </a:cxn>
              <a:cxn ang="0">
                <a:pos x="7" y="36"/>
              </a:cxn>
              <a:cxn ang="0">
                <a:pos x="7" y="30"/>
              </a:cxn>
              <a:cxn ang="0">
                <a:pos x="11" y="25"/>
              </a:cxn>
              <a:cxn ang="0">
                <a:pos x="29" y="25"/>
              </a:cxn>
              <a:cxn ang="0">
                <a:pos x="29" y="18"/>
              </a:cxn>
              <a:cxn ang="0">
                <a:pos x="26" y="18"/>
              </a:cxn>
              <a:cxn ang="0">
                <a:pos x="23" y="15"/>
              </a:cxn>
              <a:cxn ang="0">
                <a:pos x="23" y="3"/>
              </a:cxn>
              <a:cxn ang="0">
                <a:pos x="26" y="0"/>
              </a:cxn>
              <a:cxn ang="0">
                <a:pos x="37" y="0"/>
              </a:cxn>
              <a:cxn ang="0">
                <a:pos x="41" y="3"/>
              </a:cxn>
              <a:cxn ang="0">
                <a:pos x="41" y="15"/>
              </a:cxn>
              <a:cxn ang="0">
                <a:pos x="37" y="18"/>
              </a:cxn>
              <a:cxn ang="0">
                <a:pos x="34" y="18"/>
              </a:cxn>
              <a:cxn ang="0">
                <a:pos x="34" y="25"/>
              </a:cxn>
              <a:cxn ang="0">
                <a:pos x="52" y="25"/>
              </a:cxn>
              <a:cxn ang="0">
                <a:pos x="57" y="30"/>
              </a:cxn>
              <a:cxn ang="0">
                <a:pos x="57" y="36"/>
              </a:cxn>
              <a:cxn ang="0">
                <a:pos x="60" y="36"/>
              </a:cxn>
              <a:cxn ang="0">
                <a:pos x="64" y="40"/>
              </a:cxn>
              <a:cxn ang="0">
                <a:pos x="64" y="51"/>
              </a:cxn>
            </a:cxnLst>
            <a:rect l="0" t="0" r="r" b="b"/>
            <a:pathLst>
              <a:path w="64" h="55">
                <a:moveTo>
                  <a:pt x="64" y="51"/>
                </a:moveTo>
                <a:cubicBezTo>
                  <a:pt x="64" y="53"/>
                  <a:pt x="62" y="55"/>
                  <a:pt x="60" y="55"/>
                </a:cubicBezTo>
                <a:cubicBezTo>
                  <a:pt x="49" y="55"/>
                  <a:pt x="49" y="55"/>
                  <a:pt x="49" y="55"/>
                </a:cubicBezTo>
                <a:cubicBezTo>
                  <a:pt x="47" y="55"/>
                  <a:pt x="45" y="53"/>
                  <a:pt x="45" y="51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38"/>
                  <a:pt x="47" y="36"/>
                  <a:pt x="49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0"/>
                  <a:pt x="52" y="30"/>
                  <a:pt x="52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36"/>
                  <a:pt x="34" y="36"/>
                  <a:pt x="34" y="36"/>
                </a:cubicBezTo>
                <a:cubicBezTo>
                  <a:pt x="37" y="36"/>
                  <a:pt x="37" y="36"/>
                  <a:pt x="37" y="36"/>
                </a:cubicBezTo>
                <a:cubicBezTo>
                  <a:pt x="39" y="36"/>
                  <a:pt x="41" y="38"/>
                  <a:pt x="41" y="40"/>
                </a:cubicBezTo>
                <a:cubicBezTo>
                  <a:pt x="41" y="51"/>
                  <a:pt x="41" y="51"/>
                  <a:pt x="41" y="51"/>
                </a:cubicBezTo>
                <a:cubicBezTo>
                  <a:pt x="41" y="53"/>
                  <a:pt x="39" y="55"/>
                  <a:pt x="37" y="55"/>
                </a:cubicBezTo>
                <a:cubicBezTo>
                  <a:pt x="26" y="55"/>
                  <a:pt x="26" y="55"/>
                  <a:pt x="26" y="55"/>
                </a:cubicBezTo>
                <a:cubicBezTo>
                  <a:pt x="24" y="55"/>
                  <a:pt x="23" y="53"/>
                  <a:pt x="23" y="51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38"/>
                  <a:pt x="24" y="36"/>
                  <a:pt x="26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30"/>
                  <a:pt x="29" y="30"/>
                  <a:pt x="29" y="30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6"/>
                  <a:pt x="11" y="36"/>
                  <a:pt x="11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7" y="36"/>
                  <a:pt x="18" y="38"/>
                  <a:pt x="18" y="40"/>
                </a:cubicBezTo>
                <a:cubicBezTo>
                  <a:pt x="18" y="51"/>
                  <a:pt x="18" y="51"/>
                  <a:pt x="18" y="51"/>
                </a:cubicBezTo>
                <a:cubicBezTo>
                  <a:pt x="18" y="53"/>
                  <a:pt x="17" y="55"/>
                  <a:pt x="15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6"/>
                  <a:pt x="3" y="36"/>
                </a:cubicBezTo>
                <a:cubicBezTo>
                  <a:pt x="7" y="36"/>
                  <a:pt x="7" y="36"/>
                  <a:pt x="7" y="36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27"/>
                  <a:pt x="9" y="25"/>
                  <a:pt x="11" y="25"/>
                </a:cubicBezTo>
                <a:cubicBezTo>
                  <a:pt x="29" y="25"/>
                  <a:pt x="29" y="25"/>
                  <a:pt x="29" y="25"/>
                </a:cubicBezTo>
                <a:cubicBezTo>
                  <a:pt x="29" y="18"/>
                  <a:pt x="29" y="18"/>
                  <a:pt x="29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4" y="18"/>
                  <a:pt x="23" y="17"/>
                  <a:pt x="23" y="15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4" y="0"/>
                  <a:pt x="26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1" y="1"/>
                  <a:pt x="41" y="3"/>
                </a:cubicBezTo>
                <a:cubicBezTo>
                  <a:pt x="41" y="15"/>
                  <a:pt x="41" y="15"/>
                  <a:pt x="41" y="15"/>
                </a:cubicBezTo>
                <a:cubicBezTo>
                  <a:pt x="41" y="17"/>
                  <a:pt x="39" y="18"/>
                  <a:pt x="37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25"/>
                  <a:pt x="34" y="25"/>
                  <a:pt x="34" y="25"/>
                </a:cubicBezTo>
                <a:cubicBezTo>
                  <a:pt x="52" y="25"/>
                  <a:pt x="52" y="25"/>
                  <a:pt x="52" y="25"/>
                </a:cubicBezTo>
                <a:cubicBezTo>
                  <a:pt x="55" y="25"/>
                  <a:pt x="57" y="27"/>
                  <a:pt x="57" y="30"/>
                </a:cubicBezTo>
                <a:cubicBezTo>
                  <a:pt x="57" y="36"/>
                  <a:pt x="57" y="36"/>
                  <a:pt x="57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2" y="36"/>
                  <a:pt x="64" y="38"/>
                  <a:pt x="64" y="40"/>
                </a:cubicBezTo>
                <a:lnTo>
                  <a:pt x="64" y="5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637330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re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29"/>
          <p:cNvSpPr>
            <a:spLocks/>
          </p:cNvSpPr>
          <p:nvPr userDrawn="1"/>
        </p:nvSpPr>
        <p:spPr bwMode="auto">
          <a:xfrm>
            <a:off x="5583767" y="1363136"/>
            <a:ext cx="1024467" cy="1253064"/>
          </a:xfrm>
          <a:custGeom>
            <a:avLst/>
            <a:gdLst/>
            <a:ahLst/>
            <a:cxnLst>
              <a:cxn ang="0">
                <a:pos x="53" y="58"/>
              </a:cxn>
              <a:cxn ang="0">
                <a:pos x="36" y="58"/>
              </a:cxn>
              <a:cxn ang="0">
                <a:pos x="36" y="65"/>
              </a:cxn>
              <a:cxn ang="0">
                <a:pos x="34" y="68"/>
              </a:cxn>
              <a:cxn ang="0">
                <a:pos x="22" y="68"/>
              </a:cxn>
              <a:cxn ang="0">
                <a:pos x="20" y="65"/>
              </a:cxn>
              <a:cxn ang="0">
                <a:pos x="20" y="58"/>
              </a:cxn>
              <a:cxn ang="0">
                <a:pos x="2" y="58"/>
              </a:cxn>
              <a:cxn ang="0">
                <a:pos x="0" y="56"/>
              </a:cxn>
              <a:cxn ang="0">
                <a:pos x="1" y="54"/>
              </a:cxn>
              <a:cxn ang="0">
                <a:pos x="16" y="39"/>
              </a:cxn>
              <a:cxn ang="0">
                <a:pos x="7" y="39"/>
              </a:cxn>
              <a:cxn ang="0">
                <a:pos x="5" y="36"/>
              </a:cxn>
              <a:cxn ang="0">
                <a:pos x="6" y="34"/>
              </a:cxn>
              <a:cxn ang="0">
                <a:pos x="21" y="19"/>
              </a:cxn>
              <a:cxn ang="0">
                <a:pos x="13" y="19"/>
              </a:cxn>
              <a:cxn ang="0">
                <a:pos x="11" y="17"/>
              </a:cxn>
              <a:cxn ang="0">
                <a:pos x="12" y="15"/>
              </a:cxn>
              <a:cxn ang="0">
                <a:pos x="26" y="0"/>
              </a:cxn>
              <a:cxn ang="0">
                <a:pos x="28" y="0"/>
              </a:cxn>
              <a:cxn ang="0">
                <a:pos x="30" y="0"/>
              </a:cxn>
              <a:cxn ang="0">
                <a:pos x="44" y="15"/>
              </a:cxn>
              <a:cxn ang="0">
                <a:pos x="45" y="17"/>
              </a:cxn>
              <a:cxn ang="0">
                <a:pos x="42" y="19"/>
              </a:cxn>
              <a:cxn ang="0">
                <a:pos x="35" y="19"/>
              </a:cxn>
              <a:cxn ang="0">
                <a:pos x="50" y="34"/>
              </a:cxn>
              <a:cxn ang="0">
                <a:pos x="51" y="36"/>
              </a:cxn>
              <a:cxn ang="0">
                <a:pos x="49" y="39"/>
              </a:cxn>
              <a:cxn ang="0">
                <a:pos x="40" y="39"/>
              </a:cxn>
              <a:cxn ang="0">
                <a:pos x="55" y="54"/>
              </a:cxn>
              <a:cxn ang="0">
                <a:pos x="56" y="56"/>
              </a:cxn>
              <a:cxn ang="0">
                <a:pos x="53" y="58"/>
              </a:cxn>
            </a:cxnLst>
            <a:rect l="0" t="0" r="r" b="b"/>
            <a:pathLst>
              <a:path w="56" h="68">
                <a:moveTo>
                  <a:pt x="53" y="58"/>
                </a:moveTo>
                <a:cubicBezTo>
                  <a:pt x="36" y="58"/>
                  <a:pt x="36" y="58"/>
                  <a:pt x="36" y="58"/>
                </a:cubicBezTo>
                <a:cubicBezTo>
                  <a:pt x="36" y="60"/>
                  <a:pt x="36" y="63"/>
                  <a:pt x="36" y="65"/>
                </a:cubicBezTo>
                <a:cubicBezTo>
                  <a:pt x="36" y="67"/>
                  <a:pt x="35" y="68"/>
                  <a:pt x="34" y="68"/>
                </a:cubicBezTo>
                <a:cubicBezTo>
                  <a:pt x="22" y="68"/>
                  <a:pt x="22" y="68"/>
                  <a:pt x="22" y="68"/>
                </a:cubicBezTo>
                <a:cubicBezTo>
                  <a:pt x="21" y="68"/>
                  <a:pt x="20" y="67"/>
                  <a:pt x="20" y="65"/>
                </a:cubicBezTo>
                <a:cubicBezTo>
                  <a:pt x="20" y="63"/>
                  <a:pt x="20" y="60"/>
                  <a:pt x="20" y="58"/>
                </a:cubicBezTo>
                <a:cubicBezTo>
                  <a:pt x="2" y="58"/>
                  <a:pt x="2" y="58"/>
                  <a:pt x="2" y="58"/>
                </a:cubicBezTo>
                <a:cubicBezTo>
                  <a:pt x="1" y="58"/>
                  <a:pt x="0" y="57"/>
                  <a:pt x="0" y="56"/>
                </a:cubicBezTo>
                <a:cubicBezTo>
                  <a:pt x="0" y="55"/>
                  <a:pt x="0" y="54"/>
                  <a:pt x="1" y="54"/>
                </a:cubicBezTo>
                <a:cubicBezTo>
                  <a:pt x="16" y="39"/>
                  <a:pt x="16" y="39"/>
                  <a:pt x="16" y="39"/>
                </a:cubicBezTo>
                <a:cubicBezTo>
                  <a:pt x="7" y="39"/>
                  <a:pt x="7" y="39"/>
                  <a:pt x="7" y="39"/>
                </a:cubicBezTo>
                <a:cubicBezTo>
                  <a:pt x="6" y="39"/>
                  <a:pt x="5" y="37"/>
                  <a:pt x="5" y="36"/>
                </a:cubicBezTo>
                <a:cubicBezTo>
                  <a:pt x="5" y="35"/>
                  <a:pt x="5" y="35"/>
                  <a:pt x="6" y="34"/>
                </a:cubicBezTo>
                <a:cubicBezTo>
                  <a:pt x="21" y="19"/>
                  <a:pt x="21" y="19"/>
                  <a:pt x="21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2" y="19"/>
                  <a:pt x="11" y="18"/>
                  <a:pt x="11" y="17"/>
                </a:cubicBezTo>
                <a:cubicBezTo>
                  <a:pt x="11" y="16"/>
                  <a:pt x="11" y="15"/>
                  <a:pt x="12" y="15"/>
                </a:cubicBezTo>
                <a:cubicBezTo>
                  <a:pt x="26" y="0"/>
                  <a:pt x="26" y="0"/>
                  <a:pt x="26" y="0"/>
                </a:cubicBezTo>
                <a:cubicBezTo>
                  <a:pt x="27" y="0"/>
                  <a:pt x="27" y="0"/>
                  <a:pt x="28" y="0"/>
                </a:cubicBezTo>
                <a:cubicBezTo>
                  <a:pt x="29" y="0"/>
                  <a:pt x="29" y="0"/>
                  <a:pt x="30" y="0"/>
                </a:cubicBezTo>
                <a:cubicBezTo>
                  <a:pt x="44" y="15"/>
                  <a:pt x="44" y="15"/>
                  <a:pt x="44" y="15"/>
                </a:cubicBezTo>
                <a:cubicBezTo>
                  <a:pt x="45" y="15"/>
                  <a:pt x="45" y="16"/>
                  <a:pt x="45" y="17"/>
                </a:cubicBezTo>
                <a:cubicBezTo>
                  <a:pt x="45" y="18"/>
                  <a:pt x="44" y="19"/>
                  <a:pt x="42" y="19"/>
                </a:cubicBezTo>
                <a:cubicBezTo>
                  <a:pt x="35" y="19"/>
                  <a:pt x="35" y="19"/>
                  <a:pt x="35" y="19"/>
                </a:cubicBezTo>
                <a:cubicBezTo>
                  <a:pt x="50" y="34"/>
                  <a:pt x="50" y="34"/>
                  <a:pt x="50" y="34"/>
                </a:cubicBezTo>
                <a:cubicBezTo>
                  <a:pt x="51" y="35"/>
                  <a:pt x="51" y="35"/>
                  <a:pt x="51" y="36"/>
                </a:cubicBezTo>
                <a:cubicBezTo>
                  <a:pt x="51" y="37"/>
                  <a:pt x="50" y="39"/>
                  <a:pt x="49" y="39"/>
                </a:cubicBezTo>
                <a:cubicBezTo>
                  <a:pt x="40" y="39"/>
                  <a:pt x="40" y="39"/>
                  <a:pt x="40" y="39"/>
                </a:cubicBezTo>
                <a:cubicBezTo>
                  <a:pt x="55" y="54"/>
                  <a:pt x="55" y="54"/>
                  <a:pt x="55" y="54"/>
                </a:cubicBezTo>
                <a:cubicBezTo>
                  <a:pt x="56" y="54"/>
                  <a:pt x="56" y="55"/>
                  <a:pt x="56" y="56"/>
                </a:cubicBezTo>
                <a:cubicBezTo>
                  <a:pt x="56" y="57"/>
                  <a:pt x="55" y="58"/>
                  <a:pt x="53" y="5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01986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9"/>
          <p:cNvSpPr>
            <a:spLocks noEditPoints="1"/>
          </p:cNvSpPr>
          <p:nvPr userDrawn="1"/>
        </p:nvSpPr>
        <p:spPr bwMode="auto">
          <a:xfrm>
            <a:off x="5467090" y="1498600"/>
            <a:ext cx="1257823" cy="1267883"/>
          </a:xfrm>
          <a:custGeom>
            <a:avLst/>
            <a:gdLst/>
            <a:ahLst/>
            <a:cxnLst>
              <a:cxn ang="0">
                <a:pos x="29" y="58"/>
              </a:cxn>
              <a:cxn ang="0">
                <a:pos x="6" y="47"/>
              </a:cxn>
              <a:cxn ang="0">
                <a:pos x="7" y="46"/>
              </a:cxn>
              <a:cxn ang="0">
                <a:pos x="12" y="40"/>
              </a:cxn>
              <a:cxn ang="0">
                <a:pos x="13" y="40"/>
              </a:cxn>
              <a:cxn ang="0">
                <a:pos x="14" y="41"/>
              </a:cxn>
              <a:cxn ang="0">
                <a:pos x="29" y="48"/>
              </a:cxn>
              <a:cxn ang="0">
                <a:pos x="48" y="29"/>
              </a:cxn>
              <a:cxn ang="0">
                <a:pos x="29" y="9"/>
              </a:cxn>
              <a:cxn ang="0">
                <a:pos x="16" y="14"/>
              </a:cxn>
              <a:cxn ang="0">
                <a:pos x="21" y="20"/>
              </a:cxn>
              <a:cxn ang="0">
                <a:pos x="21" y="22"/>
              </a:cxn>
              <a:cxn ang="0">
                <a:pos x="19" y="24"/>
              </a:cxn>
              <a:cxn ang="0">
                <a:pos x="2" y="24"/>
              </a:cxn>
              <a:cxn ang="0">
                <a:pos x="0" y="21"/>
              </a:cxn>
              <a:cxn ang="0">
                <a:pos x="0" y="4"/>
              </a:cxn>
              <a:cxn ang="0">
                <a:pos x="1" y="2"/>
              </a:cxn>
              <a:cxn ang="0">
                <a:pos x="4" y="3"/>
              </a:cxn>
              <a:cxn ang="0">
                <a:pos x="9" y="8"/>
              </a:cxn>
              <a:cxn ang="0">
                <a:pos x="29" y="0"/>
              </a:cxn>
              <a:cxn ang="0">
                <a:pos x="58" y="29"/>
              </a:cxn>
              <a:cxn ang="0">
                <a:pos x="29" y="58"/>
              </a:cxn>
              <a:cxn ang="0">
                <a:pos x="34" y="35"/>
              </a:cxn>
              <a:cxn ang="0">
                <a:pos x="33" y="36"/>
              </a:cxn>
              <a:cxn ang="0">
                <a:pos x="20" y="36"/>
              </a:cxn>
              <a:cxn ang="0">
                <a:pos x="19" y="35"/>
              </a:cxn>
              <a:cxn ang="0">
                <a:pos x="19" y="32"/>
              </a:cxn>
              <a:cxn ang="0">
                <a:pos x="20" y="31"/>
              </a:cxn>
              <a:cxn ang="0">
                <a:pos x="29" y="31"/>
              </a:cxn>
              <a:cxn ang="0">
                <a:pos x="29" y="18"/>
              </a:cxn>
              <a:cxn ang="0">
                <a:pos x="30" y="17"/>
              </a:cxn>
              <a:cxn ang="0">
                <a:pos x="33" y="17"/>
              </a:cxn>
              <a:cxn ang="0">
                <a:pos x="34" y="18"/>
              </a:cxn>
              <a:cxn ang="0">
                <a:pos x="34" y="35"/>
              </a:cxn>
            </a:cxnLst>
            <a:rect l="0" t="0" r="r" b="b"/>
            <a:pathLst>
              <a:path w="58" h="58">
                <a:moveTo>
                  <a:pt x="29" y="58"/>
                </a:moveTo>
                <a:cubicBezTo>
                  <a:pt x="20" y="58"/>
                  <a:pt x="12" y="54"/>
                  <a:pt x="6" y="47"/>
                </a:cubicBezTo>
                <a:cubicBezTo>
                  <a:pt x="6" y="47"/>
                  <a:pt x="6" y="46"/>
                  <a:pt x="7" y="46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40"/>
                  <a:pt x="12" y="40"/>
                  <a:pt x="13" y="40"/>
                </a:cubicBezTo>
                <a:cubicBezTo>
                  <a:pt x="13" y="40"/>
                  <a:pt x="13" y="40"/>
                  <a:pt x="14" y="41"/>
                </a:cubicBezTo>
                <a:cubicBezTo>
                  <a:pt x="17" y="45"/>
                  <a:pt x="23" y="48"/>
                  <a:pt x="29" y="48"/>
                </a:cubicBezTo>
                <a:cubicBezTo>
                  <a:pt x="40" y="48"/>
                  <a:pt x="48" y="39"/>
                  <a:pt x="48" y="29"/>
                </a:cubicBezTo>
                <a:cubicBezTo>
                  <a:pt x="48" y="18"/>
                  <a:pt x="40" y="9"/>
                  <a:pt x="29" y="9"/>
                </a:cubicBezTo>
                <a:cubicBezTo>
                  <a:pt x="24" y="9"/>
                  <a:pt x="19" y="11"/>
                  <a:pt x="16" y="14"/>
                </a:cubicBezTo>
                <a:cubicBezTo>
                  <a:pt x="21" y="20"/>
                  <a:pt x="21" y="20"/>
                  <a:pt x="21" y="20"/>
                </a:cubicBezTo>
                <a:cubicBezTo>
                  <a:pt x="22" y="20"/>
                  <a:pt x="22" y="21"/>
                  <a:pt x="21" y="22"/>
                </a:cubicBezTo>
                <a:cubicBezTo>
                  <a:pt x="21" y="23"/>
                  <a:pt x="20" y="24"/>
                  <a:pt x="19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1" y="24"/>
                  <a:pt x="0" y="23"/>
                  <a:pt x="0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3"/>
                  <a:pt x="1" y="2"/>
                </a:cubicBezTo>
                <a:cubicBezTo>
                  <a:pt x="2" y="2"/>
                  <a:pt x="3" y="2"/>
                  <a:pt x="4" y="3"/>
                </a:cubicBezTo>
                <a:cubicBezTo>
                  <a:pt x="9" y="8"/>
                  <a:pt x="9" y="8"/>
                  <a:pt x="9" y="8"/>
                </a:cubicBezTo>
                <a:cubicBezTo>
                  <a:pt x="14" y="3"/>
                  <a:pt x="21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34" y="35"/>
                </a:moveTo>
                <a:cubicBezTo>
                  <a:pt x="34" y="35"/>
                  <a:pt x="33" y="36"/>
                  <a:pt x="33" y="36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6"/>
                  <a:pt x="19" y="35"/>
                  <a:pt x="19" y="35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20" y="31"/>
                  <a:pt x="20" y="31"/>
                </a:cubicBezTo>
                <a:cubicBezTo>
                  <a:pt x="29" y="31"/>
                  <a:pt x="29" y="31"/>
                  <a:pt x="29" y="31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7"/>
                  <a:pt x="29" y="17"/>
                  <a:pt x="30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17"/>
                  <a:pt x="34" y="17"/>
                  <a:pt x="34" y="18"/>
                </a:cubicBezTo>
                <a:lnTo>
                  <a:pt x="34" y="35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975847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gm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0"/>
          <p:cNvSpPr>
            <a:spLocks noEditPoints="1"/>
          </p:cNvSpPr>
          <p:nvPr userDrawn="1"/>
        </p:nvSpPr>
        <p:spPr bwMode="auto">
          <a:xfrm>
            <a:off x="5428193" y="1498601"/>
            <a:ext cx="1335617" cy="1280351"/>
          </a:xfrm>
          <a:custGeom>
            <a:avLst/>
            <a:gdLst/>
            <a:ahLst/>
            <a:cxnLst>
              <a:cxn ang="0">
                <a:pos x="63" y="49"/>
              </a:cxn>
              <a:cxn ang="0">
                <a:pos x="58" y="44"/>
              </a:cxn>
              <a:cxn ang="0">
                <a:pos x="54" y="48"/>
              </a:cxn>
              <a:cxn ang="0">
                <a:pos x="63" y="57"/>
              </a:cxn>
              <a:cxn ang="0">
                <a:pos x="64" y="60"/>
              </a:cxn>
              <a:cxn ang="0">
                <a:pos x="59" y="64"/>
              </a:cxn>
              <a:cxn ang="0">
                <a:pos x="56" y="63"/>
              </a:cxn>
              <a:cxn ang="0">
                <a:pos x="29" y="36"/>
              </a:cxn>
              <a:cxn ang="0">
                <a:pos x="15" y="42"/>
              </a:cxn>
              <a:cxn ang="0">
                <a:pos x="0" y="27"/>
              </a:cxn>
              <a:cxn ang="0">
                <a:pos x="26" y="0"/>
              </a:cxn>
              <a:cxn ang="0">
                <a:pos x="41" y="15"/>
              </a:cxn>
              <a:cxn ang="0">
                <a:pos x="36" y="30"/>
              </a:cxn>
              <a:cxn ang="0">
                <a:pos x="50" y="44"/>
              </a:cxn>
              <a:cxn ang="0">
                <a:pos x="54" y="40"/>
              </a:cxn>
              <a:cxn ang="0">
                <a:pos x="49" y="35"/>
              </a:cxn>
              <a:cxn ang="0">
                <a:pos x="54" y="31"/>
              </a:cxn>
              <a:cxn ang="0">
                <a:pos x="55" y="31"/>
              </a:cxn>
              <a:cxn ang="0">
                <a:pos x="67" y="44"/>
              </a:cxn>
              <a:cxn ang="0">
                <a:pos x="63" y="49"/>
              </a:cxn>
              <a:cxn ang="0">
                <a:pos x="25" y="8"/>
              </a:cxn>
              <a:cxn ang="0">
                <a:pos x="18" y="16"/>
              </a:cxn>
              <a:cxn ang="0">
                <a:pos x="19" y="19"/>
              </a:cxn>
              <a:cxn ang="0">
                <a:pos x="15" y="18"/>
              </a:cxn>
              <a:cxn ang="0">
                <a:pos x="7" y="26"/>
              </a:cxn>
              <a:cxn ang="0">
                <a:pos x="15" y="34"/>
              </a:cxn>
              <a:cxn ang="0">
                <a:pos x="23" y="26"/>
              </a:cxn>
              <a:cxn ang="0">
                <a:pos x="22" y="23"/>
              </a:cxn>
              <a:cxn ang="0">
                <a:pos x="25" y="24"/>
              </a:cxn>
              <a:cxn ang="0">
                <a:pos x="33" y="16"/>
              </a:cxn>
              <a:cxn ang="0">
                <a:pos x="25" y="8"/>
              </a:cxn>
            </a:cxnLst>
            <a:rect l="0" t="0" r="r" b="b"/>
            <a:pathLst>
              <a:path w="67" h="64">
                <a:moveTo>
                  <a:pt x="63" y="49"/>
                </a:moveTo>
                <a:cubicBezTo>
                  <a:pt x="62" y="49"/>
                  <a:pt x="58" y="45"/>
                  <a:pt x="58" y="44"/>
                </a:cubicBezTo>
                <a:cubicBezTo>
                  <a:pt x="54" y="48"/>
                  <a:pt x="54" y="48"/>
                  <a:pt x="54" y="48"/>
                </a:cubicBezTo>
                <a:cubicBezTo>
                  <a:pt x="63" y="57"/>
                  <a:pt x="63" y="57"/>
                  <a:pt x="63" y="57"/>
                </a:cubicBezTo>
                <a:cubicBezTo>
                  <a:pt x="63" y="58"/>
                  <a:pt x="64" y="59"/>
                  <a:pt x="64" y="60"/>
                </a:cubicBezTo>
                <a:cubicBezTo>
                  <a:pt x="64" y="62"/>
                  <a:pt x="61" y="64"/>
                  <a:pt x="59" y="64"/>
                </a:cubicBezTo>
                <a:cubicBezTo>
                  <a:pt x="58" y="64"/>
                  <a:pt x="57" y="64"/>
                  <a:pt x="56" y="63"/>
                </a:cubicBezTo>
                <a:cubicBezTo>
                  <a:pt x="29" y="36"/>
                  <a:pt x="29" y="36"/>
                  <a:pt x="29" y="36"/>
                </a:cubicBezTo>
                <a:cubicBezTo>
                  <a:pt x="25" y="39"/>
                  <a:pt x="20" y="42"/>
                  <a:pt x="15" y="42"/>
                </a:cubicBezTo>
                <a:cubicBezTo>
                  <a:pt x="6" y="42"/>
                  <a:pt x="0" y="36"/>
                  <a:pt x="0" y="27"/>
                </a:cubicBezTo>
                <a:cubicBezTo>
                  <a:pt x="0" y="14"/>
                  <a:pt x="13" y="0"/>
                  <a:pt x="26" y="0"/>
                </a:cubicBezTo>
                <a:cubicBezTo>
                  <a:pt x="35" y="0"/>
                  <a:pt x="41" y="6"/>
                  <a:pt x="41" y="15"/>
                </a:cubicBezTo>
                <a:cubicBezTo>
                  <a:pt x="41" y="21"/>
                  <a:pt x="39" y="26"/>
                  <a:pt x="36" y="30"/>
                </a:cubicBezTo>
                <a:cubicBezTo>
                  <a:pt x="50" y="44"/>
                  <a:pt x="50" y="44"/>
                  <a:pt x="50" y="44"/>
                </a:cubicBezTo>
                <a:cubicBezTo>
                  <a:pt x="54" y="40"/>
                  <a:pt x="54" y="40"/>
                  <a:pt x="54" y="40"/>
                </a:cubicBezTo>
                <a:cubicBezTo>
                  <a:pt x="53" y="39"/>
                  <a:pt x="49" y="36"/>
                  <a:pt x="49" y="35"/>
                </a:cubicBezTo>
                <a:cubicBezTo>
                  <a:pt x="49" y="34"/>
                  <a:pt x="53" y="31"/>
                  <a:pt x="54" y="31"/>
                </a:cubicBezTo>
                <a:cubicBezTo>
                  <a:pt x="54" y="31"/>
                  <a:pt x="54" y="31"/>
                  <a:pt x="55" y="31"/>
                </a:cubicBezTo>
                <a:cubicBezTo>
                  <a:pt x="56" y="32"/>
                  <a:pt x="67" y="43"/>
                  <a:pt x="67" y="44"/>
                </a:cubicBezTo>
                <a:cubicBezTo>
                  <a:pt x="67" y="45"/>
                  <a:pt x="64" y="49"/>
                  <a:pt x="63" y="49"/>
                </a:cubicBezTo>
                <a:close/>
                <a:moveTo>
                  <a:pt x="25" y="8"/>
                </a:moveTo>
                <a:cubicBezTo>
                  <a:pt x="21" y="8"/>
                  <a:pt x="18" y="12"/>
                  <a:pt x="18" y="16"/>
                </a:cubicBezTo>
                <a:cubicBezTo>
                  <a:pt x="18" y="17"/>
                  <a:pt x="18" y="18"/>
                  <a:pt x="19" y="19"/>
                </a:cubicBezTo>
                <a:cubicBezTo>
                  <a:pt x="17" y="19"/>
                  <a:pt x="16" y="18"/>
                  <a:pt x="15" y="18"/>
                </a:cubicBezTo>
                <a:cubicBezTo>
                  <a:pt x="11" y="18"/>
                  <a:pt x="7" y="22"/>
                  <a:pt x="7" y="26"/>
                </a:cubicBezTo>
                <a:cubicBezTo>
                  <a:pt x="7" y="30"/>
                  <a:pt x="11" y="34"/>
                  <a:pt x="15" y="34"/>
                </a:cubicBezTo>
                <a:cubicBezTo>
                  <a:pt x="19" y="34"/>
                  <a:pt x="23" y="30"/>
                  <a:pt x="23" y="26"/>
                </a:cubicBezTo>
                <a:cubicBezTo>
                  <a:pt x="23" y="25"/>
                  <a:pt x="23" y="24"/>
                  <a:pt x="22" y="23"/>
                </a:cubicBezTo>
                <a:cubicBezTo>
                  <a:pt x="23" y="23"/>
                  <a:pt x="24" y="24"/>
                  <a:pt x="25" y="24"/>
                </a:cubicBezTo>
                <a:cubicBezTo>
                  <a:pt x="30" y="24"/>
                  <a:pt x="33" y="20"/>
                  <a:pt x="33" y="16"/>
                </a:cubicBezTo>
                <a:cubicBezTo>
                  <a:pt x="33" y="12"/>
                  <a:pt x="30" y="8"/>
                  <a:pt x="25" y="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27948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peci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89"/>
          <p:cNvSpPr>
            <a:spLocks noEditPoints="1"/>
          </p:cNvSpPr>
          <p:nvPr userDrawn="1"/>
        </p:nvSpPr>
        <p:spPr bwMode="auto">
          <a:xfrm>
            <a:off x="5524265" y="1698556"/>
            <a:ext cx="1143473" cy="998408"/>
          </a:xfrm>
          <a:custGeom>
            <a:avLst/>
            <a:gdLst/>
            <a:ahLst/>
            <a:cxnLst>
              <a:cxn ang="0">
                <a:pos x="62" y="32"/>
              </a:cxn>
              <a:cxn ang="0">
                <a:pos x="61" y="33"/>
              </a:cxn>
              <a:cxn ang="0">
                <a:pos x="57" y="33"/>
              </a:cxn>
              <a:cxn ang="0">
                <a:pos x="57" y="50"/>
              </a:cxn>
              <a:cxn ang="0">
                <a:pos x="53" y="54"/>
              </a:cxn>
              <a:cxn ang="0">
                <a:pos x="9" y="54"/>
              </a:cxn>
              <a:cxn ang="0">
                <a:pos x="6" y="50"/>
              </a:cxn>
              <a:cxn ang="0">
                <a:pos x="6" y="33"/>
              </a:cxn>
              <a:cxn ang="0">
                <a:pos x="2" y="33"/>
              </a:cxn>
              <a:cxn ang="0">
                <a:pos x="0" y="32"/>
              </a:cxn>
              <a:cxn ang="0">
                <a:pos x="0" y="19"/>
              </a:cxn>
              <a:cxn ang="0">
                <a:pos x="2" y="18"/>
              </a:cxn>
              <a:cxn ang="0">
                <a:pos x="19" y="18"/>
              </a:cxn>
              <a:cxn ang="0">
                <a:pos x="10" y="9"/>
              </a:cxn>
              <a:cxn ang="0">
                <a:pos x="19" y="0"/>
              </a:cxn>
              <a:cxn ang="0">
                <a:pos x="26" y="3"/>
              </a:cxn>
              <a:cxn ang="0">
                <a:pos x="31" y="10"/>
              </a:cxn>
              <a:cxn ang="0">
                <a:pos x="36" y="3"/>
              </a:cxn>
              <a:cxn ang="0">
                <a:pos x="43" y="0"/>
              </a:cxn>
              <a:cxn ang="0">
                <a:pos x="52" y="9"/>
              </a:cxn>
              <a:cxn ang="0">
                <a:pos x="43" y="18"/>
              </a:cxn>
              <a:cxn ang="0">
                <a:pos x="61" y="18"/>
              </a:cxn>
              <a:cxn ang="0">
                <a:pos x="62" y="19"/>
              </a:cxn>
              <a:cxn ang="0">
                <a:pos x="62" y="32"/>
              </a:cxn>
              <a:cxn ang="0">
                <a:pos x="27" y="13"/>
              </a:cxn>
              <a:cxn ang="0">
                <a:pos x="22" y="6"/>
              </a:cxn>
              <a:cxn ang="0">
                <a:pos x="19" y="5"/>
              </a:cxn>
              <a:cxn ang="0">
                <a:pos x="16" y="9"/>
              </a:cxn>
              <a:cxn ang="0">
                <a:pos x="19" y="13"/>
              </a:cxn>
              <a:cxn ang="0">
                <a:pos x="27" y="13"/>
              </a:cxn>
              <a:cxn ang="0">
                <a:pos x="38" y="45"/>
              </a:cxn>
              <a:cxn ang="0">
                <a:pos x="38" y="26"/>
              </a:cxn>
              <a:cxn ang="0">
                <a:pos x="38" y="18"/>
              </a:cxn>
              <a:cxn ang="0">
                <a:pos x="25" y="18"/>
              </a:cxn>
              <a:cxn ang="0">
                <a:pos x="25" y="26"/>
              </a:cxn>
              <a:cxn ang="0">
                <a:pos x="25" y="45"/>
              </a:cxn>
              <a:cxn ang="0">
                <a:pos x="25" y="47"/>
              </a:cxn>
              <a:cxn ang="0">
                <a:pos x="27" y="49"/>
              </a:cxn>
              <a:cxn ang="0">
                <a:pos x="35" y="49"/>
              </a:cxn>
              <a:cxn ang="0">
                <a:pos x="38" y="47"/>
              </a:cxn>
              <a:cxn ang="0">
                <a:pos x="38" y="45"/>
              </a:cxn>
              <a:cxn ang="0">
                <a:pos x="43" y="5"/>
              </a:cxn>
              <a:cxn ang="0">
                <a:pos x="40" y="6"/>
              </a:cxn>
              <a:cxn ang="0">
                <a:pos x="35" y="13"/>
              </a:cxn>
              <a:cxn ang="0">
                <a:pos x="43" y="13"/>
              </a:cxn>
              <a:cxn ang="0">
                <a:pos x="47" y="9"/>
              </a:cxn>
              <a:cxn ang="0">
                <a:pos x="43" y="5"/>
              </a:cxn>
            </a:cxnLst>
            <a:rect l="0" t="0" r="r" b="b"/>
            <a:pathLst>
              <a:path w="62" h="54">
                <a:moveTo>
                  <a:pt x="62" y="32"/>
                </a:moveTo>
                <a:cubicBezTo>
                  <a:pt x="62" y="33"/>
                  <a:pt x="62" y="33"/>
                  <a:pt x="61" y="33"/>
                </a:cubicBezTo>
                <a:cubicBezTo>
                  <a:pt x="57" y="33"/>
                  <a:pt x="57" y="33"/>
                  <a:pt x="57" y="33"/>
                </a:cubicBezTo>
                <a:cubicBezTo>
                  <a:pt x="57" y="50"/>
                  <a:pt x="57" y="50"/>
                  <a:pt x="57" y="50"/>
                </a:cubicBezTo>
                <a:cubicBezTo>
                  <a:pt x="57" y="52"/>
                  <a:pt x="55" y="54"/>
                  <a:pt x="53" y="54"/>
                </a:cubicBezTo>
                <a:cubicBezTo>
                  <a:pt x="9" y="54"/>
                  <a:pt x="9" y="54"/>
                  <a:pt x="9" y="54"/>
                </a:cubicBezTo>
                <a:cubicBezTo>
                  <a:pt x="7" y="54"/>
                  <a:pt x="6" y="52"/>
                  <a:pt x="6" y="50"/>
                </a:cubicBezTo>
                <a:cubicBezTo>
                  <a:pt x="6" y="33"/>
                  <a:pt x="6" y="33"/>
                  <a:pt x="6" y="33"/>
                </a:cubicBezTo>
                <a:cubicBezTo>
                  <a:pt x="2" y="33"/>
                  <a:pt x="2" y="33"/>
                  <a:pt x="2" y="33"/>
                </a:cubicBezTo>
                <a:cubicBezTo>
                  <a:pt x="1" y="33"/>
                  <a:pt x="0" y="33"/>
                  <a:pt x="0" y="32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1" y="18"/>
                  <a:pt x="2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4" y="18"/>
                  <a:pt x="10" y="14"/>
                  <a:pt x="10" y="9"/>
                </a:cubicBezTo>
                <a:cubicBezTo>
                  <a:pt x="10" y="4"/>
                  <a:pt x="14" y="0"/>
                  <a:pt x="19" y="0"/>
                </a:cubicBezTo>
                <a:cubicBezTo>
                  <a:pt x="22" y="0"/>
                  <a:pt x="25" y="1"/>
                  <a:pt x="26" y="3"/>
                </a:cubicBezTo>
                <a:cubicBezTo>
                  <a:pt x="31" y="10"/>
                  <a:pt x="31" y="10"/>
                  <a:pt x="31" y="10"/>
                </a:cubicBezTo>
                <a:cubicBezTo>
                  <a:pt x="36" y="3"/>
                  <a:pt x="36" y="3"/>
                  <a:pt x="36" y="3"/>
                </a:cubicBezTo>
                <a:cubicBezTo>
                  <a:pt x="38" y="1"/>
                  <a:pt x="41" y="0"/>
                  <a:pt x="43" y="0"/>
                </a:cubicBezTo>
                <a:cubicBezTo>
                  <a:pt x="48" y="0"/>
                  <a:pt x="52" y="4"/>
                  <a:pt x="52" y="9"/>
                </a:cubicBezTo>
                <a:cubicBezTo>
                  <a:pt x="52" y="14"/>
                  <a:pt x="48" y="18"/>
                  <a:pt x="43" y="18"/>
                </a:cubicBezTo>
                <a:cubicBezTo>
                  <a:pt x="61" y="18"/>
                  <a:pt x="61" y="18"/>
                  <a:pt x="61" y="18"/>
                </a:cubicBezTo>
                <a:cubicBezTo>
                  <a:pt x="62" y="18"/>
                  <a:pt x="62" y="19"/>
                  <a:pt x="62" y="19"/>
                </a:cubicBezTo>
                <a:lnTo>
                  <a:pt x="62" y="32"/>
                </a:lnTo>
                <a:close/>
                <a:moveTo>
                  <a:pt x="27" y="13"/>
                </a:move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1" y="5"/>
                  <a:pt x="19" y="5"/>
                </a:cubicBezTo>
                <a:cubicBezTo>
                  <a:pt x="17" y="5"/>
                  <a:pt x="16" y="7"/>
                  <a:pt x="16" y="9"/>
                </a:cubicBezTo>
                <a:cubicBezTo>
                  <a:pt x="16" y="11"/>
                  <a:pt x="17" y="13"/>
                  <a:pt x="19" y="13"/>
                </a:cubicBezTo>
                <a:lnTo>
                  <a:pt x="27" y="13"/>
                </a:lnTo>
                <a:close/>
                <a:moveTo>
                  <a:pt x="38" y="45"/>
                </a:moveTo>
                <a:cubicBezTo>
                  <a:pt x="38" y="26"/>
                  <a:pt x="38" y="26"/>
                  <a:pt x="38" y="26"/>
                </a:cubicBezTo>
                <a:cubicBezTo>
                  <a:pt x="38" y="18"/>
                  <a:pt x="38" y="18"/>
                  <a:pt x="38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26"/>
                  <a:pt x="25" y="26"/>
                  <a:pt x="25" y="26"/>
                </a:cubicBezTo>
                <a:cubicBezTo>
                  <a:pt x="25" y="45"/>
                  <a:pt x="25" y="45"/>
                  <a:pt x="25" y="45"/>
                </a:cubicBezTo>
                <a:cubicBezTo>
                  <a:pt x="25" y="47"/>
                  <a:pt x="25" y="47"/>
                  <a:pt x="25" y="47"/>
                </a:cubicBezTo>
                <a:cubicBezTo>
                  <a:pt x="25" y="48"/>
                  <a:pt x="26" y="49"/>
                  <a:pt x="27" y="49"/>
                </a:cubicBezTo>
                <a:cubicBezTo>
                  <a:pt x="35" y="49"/>
                  <a:pt x="35" y="49"/>
                  <a:pt x="35" y="49"/>
                </a:cubicBezTo>
                <a:cubicBezTo>
                  <a:pt x="37" y="49"/>
                  <a:pt x="38" y="48"/>
                  <a:pt x="38" y="47"/>
                </a:cubicBezTo>
                <a:lnTo>
                  <a:pt x="38" y="45"/>
                </a:lnTo>
                <a:close/>
                <a:moveTo>
                  <a:pt x="43" y="5"/>
                </a:moveTo>
                <a:cubicBezTo>
                  <a:pt x="42" y="5"/>
                  <a:pt x="41" y="6"/>
                  <a:pt x="40" y="6"/>
                </a:cubicBezTo>
                <a:cubicBezTo>
                  <a:pt x="35" y="13"/>
                  <a:pt x="35" y="13"/>
                  <a:pt x="35" y="13"/>
                </a:cubicBezTo>
                <a:cubicBezTo>
                  <a:pt x="43" y="13"/>
                  <a:pt x="43" y="13"/>
                  <a:pt x="43" y="13"/>
                </a:cubicBezTo>
                <a:cubicBezTo>
                  <a:pt x="45" y="13"/>
                  <a:pt x="47" y="11"/>
                  <a:pt x="47" y="9"/>
                </a:cubicBezTo>
                <a:cubicBezTo>
                  <a:pt x="47" y="7"/>
                  <a:pt x="45" y="5"/>
                  <a:pt x="43" y="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37140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12"/>
          <p:cNvSpPr>
            <a:spLocks noEditPoints="1"/>
          </p:cNvSpPr>
          <p:nvPr userDrawn="1"/>
        </p:nvSpPr>
        <p:spPr bwMode="auto">
          <a:xfrm rot="10800000">
            <a:off x="5503067" y="1397001"/>
            <a:ext cx="1185868" cy="1202225"/>
          </a:xfrm>
          <a:custGeom>
            <a:avLst/>
            <a:gdLst/>
            <a:ahLst/>
            <a:cxnLst>
              <a:cxn ang="0">
                <a:pos x="26" y="55"/>
              </a:cxn>
              <a:cxn ang="0">
                <a:pos x="14" y="67"/>
              </a:cxn>
              <a:cxn ang="0">
                <a:pos x="13" y="68"/>
              </a:cxn>
              <a:cxn ang="0">
                <a:pos x="12" y="67"/>
              </a:cxn>
              <a:cxn ang="0">
                <a:pos x="0" y="55"/>
              </a:cxn>
              <a:cxn ang="0">
                <a:pos x="0" y="54"/>
              </a:cxn>
              <a:cxn ang="0">
                <a:pos x="1" y="53"/>
              </a:cxn>
              <a:cxn ang="0">
                <a:pos x="8" y="53"/>
              </a:cxn>
              <a:cxn ang="0">
                <a:pos x="8" y="1"/>
              </a:cxn>
              <a:cxn ang="0">
                <a:pos x="10" y="0"/>
              </a:cxn>
              <a:cxn ang="0">
                <a:pos x="17" y="0"/>
              </a:cxn>
              <a:cxn ang="0">
                <a:pos x="18" y="1"/>
              </a:cxn>
              <a:cxn ang="0">
                <a:pos x="18" y="53"/>
              </a:cxn>
              <a:cxn ang="0">
                <a:pos x="25" y="53"/>
              </a:cxn>
              <a:cxn ang="0">
                <a:pos x="27" y="54"/>
              </a:cxn>
              <a:cxn ang="0">
                <a:pos x="26" y="55"/>
              </a:cxn>
              <a:cxn ang="0">
                <a:pos x="67" y="8"/>
              </a:cxn>
              <a:cxn ang="0">
                <a:pos x="66" y="9"/>
              </a:cxn>
              <a:cxn ang="0">
                <a:pos x="34" y="9"/>
              </a:cxn>
              <a:cxn ang="0">
                <a:pos x="33" y="8"/>
              </a:cxn>
              <a:cxn ang="0">
                <a:pos x="33" y="1"/>
              </a:cxn>
              <a:cxn ang="0">
                <a:pos x="34" y="0"/>
              </a:cxn>
              <a:cxn ang="0">
                <a:pos x="66" y="0"/>
              </a:cxn>
              <a:cxn ang="0">
                <a:pos x="67" y="1"/>
              </a:cxn>
              <a:cxn ang="0">
                <a:pos x="67" y="8"/>
              </a:cxn>
              <a:cxn ang="0">
                <a:pos x="60" y="28"/>
              </a:cxn>
              <a:cxn ang="0">
                <a:pos x="58" y="29"/>
              </a:cxn>
              <a:cxn ang="0">
                <a:pos x="34" y="29"/>
              </a:cxn>
              <a:cxn ang="0">
                <a:pos x="33" y="28"/>
              </a:cxn>
              <a:cxn ang="0">
                <a:pos x="33" y="20"/>
              </a:cxn>
              <a:cxn ang="0">
                <a:pos x="34" y="19"/>
              </a:cxn>
              <a:cxn ang="0">
                <a:pos x="58" y="19"/>
              </a:cxn>
              <a:cxn ang="0">
                <a:pos x="60" y="20"/>
              </a:cxn>
              <a:cxn ang="0">
                <a:pos x="60" y="28"/>
              </a:cxn>
              <a:cxn ang="0">
                <a:pos x="52" y="47"/>
              </a:cxn>
              <a:cxn ang="0">
                <a:pos x="51" y="48"/>
              </a:cxn>
              <a:cxn ang="0">
                <a:pos x="34" y="48"/>
              </a:cxn>
              <a:cxn ang="0">
                <a:pos x="33" y="47"/>
              </a:cxn>
              <a:cxn ang="0">
                <a:pos x="33" y="40"/>
              </a:cxn>
              <a:cxn ang="0">
                <a:pos x="34" y="39"/>
              </a:cxn>
              <a:cxn ang="0">
                <a:pos x="51" y="39"/>
              </a:cxn>
              <a:cxn ang="0">
                <a:pos x="52" y="40"/>
              </a:cxn>
              <a:cxn ang="0">
                <a:pos x="52" y="47"/>
              </a:cxn>
              <a:cxn ang="0">
                <a:pos x="45" y="67"/>
              </a:cxn>
              <a:cxn ang="0">
                <a:pos x="44" y="68"/>
              </a:cxn>
              <a:cxn ang="0">
                <a:pos x="34" y="68"/>
              </a:cxn>
              <a:cxn ang="0">
                <a:pos x="33" y="67"/>
              </a:cxn>
              <a:cxn ang="0">
                <a:pos x="33" y="59"/>
              </a:cxn>
              <a:cxn ang="0">
                <a:pos x="34" y="58"/>
              </a:cxn>
              <a:cxn ang="0">
                <a:pos x="44" y="58"/>
              </a:cxn>
              <a:cxn ang="0">
                <a:pos x="45" y="59"/>
              </a:cxn>
              <a:cxn ang="0">
                <a:pos x="45" y="67"/>
              </a:cxn>
            </a:cxnLst>
            <a:rect l="0" t="0" r="r" b="b"/>
            <a:pathLst>
              <a:path w="67" h="68">
                <a:moveTo>
                  <a:pt x="26" y="55"/>
                </a:moveTo>
                <a:cubicBezTo>
                  <a:pt x="14" y="67"/>
                  <a:pt x="14" y="67"/>
                  <a:pt x="14" y="67"/>
                </a:cubicBezTo>
                <a:cubicBezTo>
                  <a:pt x="14" y="68"/>
                  <a:pt x="14" y="68"/>
                  <a:pt x="13" y="68"/>
                </a:cubicBezTo>
                <a:cubicBezTo>
                  <a:pt x="13" y="68"/>
                  <a:pt x="13" y="68"/>
                  <a:pt x="12" y="67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4"/>
                  <a:pt x="0" y="54"/>
                </a:cubicBezTo>
                <a:cubicBezTo>
                  <a:pt x="0" y="53"/>
                  <a:pt x="1" y="53"/>
                  <a:pt x="1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8" y="1"/>
                  <a:pt x="8" y="1"/>
                  <a:pt x="8" y="1"/>
                </a:cubicBezTo>
                <a:cubicBezTo>
                  <a:pt x="8" y="0"/>
                  <a:pt x="9" y="0"/>
                  <a:pt x="1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53"/>
                  <a:pt x="18" y="53"/>
                  <a:pt x="18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7" y="54"/>
                  <a:pt x="27" y="54"/>
                </a:cubicBezTo>
                <a:cubicBezTo>
                  <a:pt x="27" y="55"/>
                  <a:pt x="27" y="55"/>
                  <a:pt x="26" y="55"/>
                </a:cubicBezTo>
                <a:close/>
                <a:moveTo>
                  <a:pt x="67" y="8"/>
                </a:moveTo>
                <a:cubicBezTo>
                  <a:pt x="67" y="9"/>
                  <a:pt x="66" y="9"/>
                  <a:pt x="66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3" y="9"/>
                  <a:pt x="33" y="9"/>
                  <a:pt x="33" y="8"/>
                </a:cubicBez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3" y="0"/>
                  <a:pt x="34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6" y="0"/>
                  <a:pt x="67" y="0"/>
                  <a:pt x="67" y="1"/>
                </a:cubicBezTo>
                <a:lnTo>
                  <a:pt x="67" y="8"/>
                </a:lnTo>
                <a:close/>
                <a:moveTo>
                  <a:pt x="60" y="28"/>
                </a:moveTo>
                <a:cubicBezTo>
                  <a:pt x="60" y="28"/>
                  <a:pt x="59" y="29"/>
                  <a:pt x="58" y="29"/>
                </a:cubicBezTo>
                <a:cubicBezTo>
                  <a:pt x="34" y="29"/>
                  <a:pt x="34" y="29"/>
                  <a:pt x="34" y="29"/>
                </a:cubicBezTo>
                <a:cubicBezTo>
                  <a:pt x="33" y="29"/>
                  <a:pt x="33" y="28"/>
                  <a:pt x="33" y="28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0"/>
                  <a:pt x="33" y="19"/>
                  <a:pt x="34" y="19"/>
                </a:cubicBezTo>
                <a:cubicBezTo>
                  <a:pt x="58" y="19"/>
                  <a:pt x="58" y="19"/>
                  <a:pt x="58" y="19"/>
                </a:cubicBezTo>
                <a:cubicBezTo>
                  <a:pt x="59" y="19"/>
                  <a:pt x="60" y="20"/>
                  <a:pt x="60" y="20"/>
                </a:cubicBezTo>
                <a:lnTo>
                  <a:pt x="60" y="28"/>
                </a:lnTo>
                <a:close/>
                <a:moveTo>
                  <a:pt x="52" y="47"/>
                </a:moveTo>
                <a:cubicBezTo>
                  <a:pt x="52" y="48"/>
                  <a:pt x="52" y="48"/>
                  <a:pt x="51" y="48"/>
                </a:cubicBezTo>
                <a:cubicBezTo>
                  <a:pt x="34" y="48"/>
                  <a:pt x="34" y="48"/>
                  <a:pt x="34" y="48"/>
                </a:cubicBezTo>
                <a:cubicBezTo>
                  <a:pt x="33" y="48"/>
                  <a:pt x="33" y="48"/>
                  <a:pt x="33" y="47"/>
                </a:cubicBezTo>
                <a:cubicBezTo>
                  <a:pt x="33" y="40"/>
                  <a:pt x="33" y="40"/>
                  <a:pt x="33" y="40"/>
                </a:cubicBezTo>
                <a:cubicBezTo>
                  <a:pt x="33" y="39"/>
                  <a:pt x="33" y="39"/>
                  <a:pt x="34" y="39"/>
                </a:cubicBezTo>
                <a:cubicBezTo>
                  <a:pt x="51" y="39"/>
                  <a:pt x="51" y="39"/>
                  <a:pt x="51" y="39"/>
                </a:cubicBezTo>
                <a:cubicBezTo>
                  <a:pt x="52" y="39"/>
                  <a:pt x="52" y="39"/>
                  <a:pt x="52" y="40"/>
                </a:cubicBezTo>
                <a:lnTo>
                  <a:pt x="52" y="47"/>
                </a:lnTo>
                <a:close/>
                <a:moveTo>
                  <a:pt x="45" y="67"/>
                </a:moveTo>
                <a:cubicBezTo>
                  <a:pt x="45" y="67"/>
                  <a:pt x="44" y="68"/>
                  <a:pt x="44" y="68"/>
                </a:cubicBezTo>
                <a:cubicBezTo>
                  <a:pt x="34" y="68"/>
                  <a:pt x="34" y="68"/>
                  <a:pt x="34" y="68"/>
                </a:cubicBezTo>
                <a:cubicBezTo>
                  <a:pt x="33" y="68"/>
                  <a:pt x="33" y="67"/>
                  <a:pt x="33" y="67"/>
                </a:cubicBezTo>
                <a:cubicBezTo>
                  <a:pt x="33" y="59"/>
                  <a:pt x="33" y="59"/>
                  <a:pt x="33" y="59"/>
                </a:cubicBezTo>
                <a:cubicBezTo>
                  <a:pt x="33" y="59"/>
                  <a:pt x="33" y="58"/>
                  <a:pt x="34" y="58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58"/>
                  <a:pt x="45" y="59"/>
                  <a:pt x="45" y="59"/>
                </a:cubicBezTo>
                <a:lnTo>
                  <a:pt x="45" y="6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64277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e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219"/>
          <p:cNvSpPr>
            <a:spLocks noEditPoints="1"/>
          </p:cNvSpPr>
          <p:nvPr userDrawn="1"/>
        </p:nvSpPr>
        <p:spPr bwMode="auto">
          <a:xfrm>
            <a:off x="5503067" y="1701799"/>
            <a:ext cx="1185868" cy="919652"/>
          </a:xfrm>
          <a:custGeom>
            <a:avLst/>
            <a:gdLst/>
            <a:ahLst/>
            <a:cxnLst>
              <a:cxn ang="0">
                <a:pos x="8" y="15"/>
              </a:cxn>
              <a:cxn ang="0">
                <a:pos x="0" y="7"/>
              </a:cxn>
              <a:cxn ang="0">
                <a:pos x="8" y="0"/>
              </a:cxn>
              <a:cxn ang="0">
                <a:pos x="15" y="7"/>
              </a:cxn>
              <a:cxn ang="0">
                <a:pos x="8" y="15"/>
              </a:cxn>
              <a:cxn ang="0">
                <a:pos x="8" y="34"/>
              </a:cxn>
              <a:cxn ang="0">
                <a:pos x="0" y="27"/>
              </a:cxn>
              <a:cxn ang="0">
                <a:pos x="8" y="19"/>
              </a:cxn>
              <a:cxn ang="0">
                <a:pos x="15" y="27"/>
              </a:cxn>
              <a:cxn ang="0">
                <a:pos x="8" y="34"/>
              </a:cxn>
              <a:cxn ang="0">
                <a:pos x="8" y="53"/>
              </a:cxn>
              <a:cxn ang="0">
                <a:pos x="0" y="46"/>
              </a:cxn>
              <a:cxn ang="0">
                <a:pos x="8" y="39"/>
              </a:cxn>
              <a:cxn ang="0">
                <a:pos x="15" y="46"/>
              </a:cxn>
              <a:cxn ang="0">
                <a:pos x="8" y="53"/>
              </a:cxn>
              <a:cxn ang="0">
                <a:pos x="68" y="11"/>
              </a:cxn>
              <a:cxn ang="0">
                <a:pos x="67" y="12"/>
              </a:cxn>
              <a:cxn ang="0">
                <a:pos x="21" y="12"/>
              </a:cxn>
              <a:cxn ang="0">
                <a:pos x="20" y="11"/>
              </a:cxn>
              <a:cxn ang="0">
                <a:pos x="20" y="4"/>
              </a:cxn>
              <a:cxn ang="0">
                <a:pos x="21" y="2"/>
              </a:cxn>
              <a:cxn ang="0">
                <a:pos x="67" y="2"/>
              </a:cxn>
              <a:cxn ang="0">
                <a:pos x="68" y="4"/>
              </a:cxn>
              <a:cxn ang="0">
                <a:pos x="68" y="11"/>
              </a:cxn>
              <a:cxn ang="0">
                <a:pos x="68" y="30"/>
              </a:cxn>
              <a:cxn ang="0">
                <a:pos x="67" y="32"/>
              </a:cxn>
              <a:cxn ang="0">
                <a:pos x="21" y="32"/>
              </a:cxn>
              <a:cxn ang="0">
                <a:pos x="20" y="30"/>
              </a:cxn>
              <a:cxn ang="0">
                <a:pos x="20" y="23"/>
              </a:cxn>
              <a:cxn ang="0">
                <a:pos x="21" y="22"/>
              </a:cxn>
              <a:cxn ang="0">
                <a:pos x="67" y="22"/>
              </a:cxn>
              <a:cxn ang="0">
                <a:pos x="68" y="23"/>
              </a:cxn>
              <a:cxn ang="0">
                <a:pos x="68" y="30"/>
              </a:cxn>
              <a:cxn ang="0">
                <a:pos x="68" y="50"/>
              </a:cxn>
              <a:cxn ang="0">
                <a:pos x="67" y="51"/>
              </a:cxn>
              <a:cxn ang="0">
                <a:pos x="21" y="51"/>
              </a:cxn>
              <a:cxn ang="0">
                <a:pos x="20" y="50"/>
              </a:cxn>
              <a:cxn ang="0">
                <a:pos x="20" y="42"/>
              </a:cxn>
              <a:cxn ang="0">
                <a:pos x="21" y="41"/>
              </a:cxn>
              <a:cxn ang="0">
                <a:pos x="67" y="41"/>
              </a:cxn>
              <a:cxn ang="0">
                <a:pos x="68" y="42"/>
              </a:cxn>
              <a:cxn ang="0">
                <a:pos x="68" y="50"/>
              </a:cxn>
            </a:cxnLst>
            <a:rect l="0" t="0" r="r" b="b"/>
            <a:pathLst>
              <a:path w="68" h="53">
                <a:moveTo>
                  <a:pt x="8" y="15"/>
                </a:moveTo>
                <a:cubicBezTo>
                  <a:pt x="4" y="15"/>
                  <a:pt x="0" y="11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ubicBezTo>
                  <a:pt x="15" y="11"/>
                  <a:pt x="12" y="15"/>
                  <a:pt x="8" y="15"/>
                </a:cubicBezTo>
                <a:close/>
                <a:moveTo>
                  <a:pt x="8" y="34"/>
                </a:moveTo>
                <a:cubicBezTo>
                  <a:pt x="4" y="34"/>
                  <a:pt x="0" y="31"/>
                  <a:pt x="0" y="27"/>
                </a:cubicBezTo>
                <a:cubicBezTo>
                  <a:pt x="0" y="23"/>
                  <a:pt x="4" y="19"/>
                  <a:pt x="8" y="19"/>
                </a:cubicBezTo>
                <a:cubicBezTo>
                  <a:pt x="12" y="19"/>
                  <a:pt x="15" y="23"/>
                  <a:pt x="15" y="27"/>
                </a:cubicBezTo>
                <a:cubicBezTo>
                  <a:pt x="15" y="31"/>
                  <a:pt x="12" y="34"/>
                  <a:pt x="8" y="34"/>
                </a:cubicBezTo>
                <a:close/>
                <a:moveTo>
                  <a:pt x="8" y="53"/>
                </a:moveTo>
                <a:cubicBezTo>
                  <a:pt x="4" y="53"/>
                  <a:pt x="0" y="50"/>
                  <a:pt x="0" y="46"/>
                </a:cubicBezTo>
                <a:cubicBezTo>
                  <a:pt x="0" y="42"/>
                  <a:pt x="4" y="39"/>
                  <a:pt x="8" y="39"/>
                </a:cubicBezTo>
                <a:cubicBezTo>
                  <a:pt x="12" y="39"/>
                  <a:pt x="15" y="42"/>
                  <a:pt x="15" y="46"/>
                </a:cubicBezTo>
                <a:cubicBezTo>
                  <a:pt x="15" y="50"/>
                  <a:pt x="12" y="53"/>
                  <a:pt x="8" y="53"/>
                </a:cubicBezTo>
                <a:close/>
                <a:moveTo>
                  <a:pt x="68" y="11"/>
                </a:moveTo>
                <a:cubicBezTo>
                  <a:pt x="68" y="12"/>
                  <a:pt x="68" y="12"/>
                  <a:pt x="67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0" y="12"/>
                  <a:pt x="20" y="12"/>
                  <a:pt x="20" y="11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3"/>
                  <a:pt x="20" y="2"/>
                  <a:pt x="21" y="2"/>
                </a:cubicBezTo>
                <a:cubicBezTo>
                  <a:pt x="67" y="2"/>
                  <a:pt x="67" y="2"/>
                  <a:pt x="67" y="2"/>
                </a:cubicBezTo>
                <a:cubicBezTo>
                  <a:pt x="68" y="2"/>
                  <a:pt x="68" y="3"/>
                  <a:pt x="68" y="4"/>
                </a:cubicBezTo>
                <a:lnTo>
                  <a:pt x="68" y="11"/>
                </a:lnTo>
                <a:close/>
                <a:moveTo>
                  <a:pt x="68" y="30"/>
                </a:moveTo>
                <a:cubicBezTo>
                  <a:pt x="68" y="31"/>
                  <a:pt x="68" y="32"/>
                  <a:pt x="67" y="32"/>
                </a:cubicBezTo>
                <a:cubicBezTo>
                  <a:pt x="21" y="32"/>
                  <a:pt x="21" y="32"/>
                  <a:pt x="21" y="32"/>
                </a:cubicBezTo>
                <a:cubicBezTo>
                  <a:pt x="20" y="32"/>
                  <a:pt x="20" y="31"/>
                  <a:pt x="20" y="30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2"/>
                  <a:pt x="20" y="22"/>
                  <a:pt x="21" y="22"/>
                </a:cubicBezTo>
                <a:cubicBezTo>
                  <a:pt x="67" y="22"/>
                  <a:pt x="67" y="22"/>
                  <a:pt x="67" y="22"/>
                </a:cubicBezTo>
                <a:cubicBezTo>
                  <a:pt x="68" y="22"/>
                  <a:pt x="68" y="22"/>
                  <a:pt x="68" y="23"/>
                </a:cubicBezTo>
                <a:lnTo>
                  <a:pt x="68" y="30"/>
                </a:lnTo>
                <a:close/>
                <a:moveTo>
                  <a:pt x="68" y="50"/>
                </a:moveTo>
                <a:cubicBezTo>
                  <a:pt x="68" y="50"/>
                  <a:pt x="68" y="51"/>
                  <a:pt x="67" y="51"/>
                </a:cubicBezTo>
                <a:cubicBezTo>
                  <a:pt x="21" y="51"/>
                  <a:pt x="21" y="51"/>
                  <a:pt x="21" y="51"/>
                </a:cubicBezTo>
                <a:cubicBezTo>
                  <a:pt x="20" y="51"/>
                  <a:pt x="20" y="50"/>
                  <a:pt x="20" y="50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1"/>
                  <a:pt x="21" y="41"/>
                </a:cubicBezTo>
                <a:cubicBezTo>
                  <a:pt x="67" y="41"/>
                  <a:pt x="67" y="41"/>
                  <a:pt x="67" y="41"/>
                </a:cubicBezTo>
                <a:cubicBezTo>
                  <a:pt x="68" y="41"/>
                  <a:pt x="68" y="42"/>
                  <a:pt x="68" y="42"/>
                </a:cubicBezTo>
                <a:lnTo>
                  <a:pt x="68" y="5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722422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de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3"/>
          <p:cNvSpPr>
            <a:spLocks noEditPoints="1"/>
          </p:cNvSpPr>
          <p:nvPr userDrawn="1"/>
        </p:nvSpPr>
        <p:spPr bwMode="auto">
          <a:xfrm>
            <a:off x="5613303" y="1397832"/>
            <a:ext cx="965396" cy="1421568"/>
          </a:xfrm>
          <a:custGeom>
            <a:avLst/>
            <a:gdLst/>
            <a:ahLst/>
            <a:cxnLst>
              <a:cxn ang="0">
                <a:pos x="37" y="29"/>
              </a:cxn>
              <a:cxn ang="0">
                <a:pos x="31" y="41"/>
              </a:cxn>
              <a:cxn ang="0">
                <a:pos x="33" y="44"/>
              </a:cxn>
              <a:cxn ang="0">
                <a:pos x="32" y="47"/>
              </a:cxn>
              <a:cxn ang="0">
                <a:pos x="33" y="49"/>
              </a:cxn>
              <a:cxn ang="0">
                <a:pos x="31" y="53"/>
              </a:cxn>
              <a:cxn ang="0">
                <a:pos x="31" y="54"/>
              </a:cxn>
              <a:cxn ang="0">
                <a:pos x="27" y="58"/>
              </a:cxn>
              <a:cxn ang="0">
                <a:pos x="21" y="62"/>
              </a:cxn>
              <a:cxn ang="0">
                <a:pos x="15" y="58"/>
              </a:cxn>
              <a:cxn ang="0">
                <a:pos x="11" y="54"/>
              </a:cxn>
              <a:cxn ang="0">
                <a:pos x="11" y="53"/>
              </a:cxn>
              <a:cxn ang="0">
                <a:pos x="9" y="49"/>
              </a:cxn>
              <a:cxn ang="0">
                <a:pos x="10" y="47"/>
              </a:cxn>
              <a:cxn ang="0">
                <a:pos x="9" y="44"/>
              </a:cxn>
              <a:cxn ang="0">
                <a:pos x="11" y="41"/>
              </a:cxn>
              <a:cxn ang="0">
                <a:pos x="5" y="29"/>
              </a:cxn>
              <a:cxn ang="0">
                <a:pos x="0" y="18"/>
              </a:cxn>
              <a:cxn ang="0">
                <a:pos x="21" y="0"/>
              </a:cxn>
              <a:cxn ang="0">
                <a:pos x="42" y="18"/>
              </a:cxn>
              <a:cxn ang="0">
                <a:pos x="37" y="29"/>
              </a:cxn>
              <a:cxn ang="0">
                <a:pos x="21" y="6"/>
              </a:cxn>
              <a:cxn ang="0">
                <a:pos x="6" y="18"/>
              </a:cxn>
              <a:cxn ang="0">
                <a:pos x="8" y="26"/>
              </a:cxn>
              <a:cxn ang="0">
                <a:pos x="11" y="28"/>
              </a:cxn>
              <a:cxn ang="0">
                <a:pos x="16" y="40"/>
              </a:cxn>
              <a:cxn ang="0">
                <a:pos x="26" y="40"/>
              </a:cxn>
              <a:cxn ang="0">
                <a:pos x="31" y="28"/>
              </a:cxn>
              <a:cxn ang="0">
                <a:pos x="34" y="26"/>
              </a:cxn>
              <a:cxn ang="0">
                <a:pos x="36" y="18"/>
              </a:cxn>
              <a:cxn ang="0">
                <a:pos x="21" y="6"/>
              </a:cxn>
              <a:cxn ang="0">
                <a:pos x="29" y="20"/>
              </a:cxn>
              <a:cxn ang="0">
                <a:pos x="27" y="18"/>
              </a:cxn>
              <a:cxn ang="0">
                <a:pos x="21" y="15"/>
              </a:cxn>
              <a:cxn ang="0">
                <a:pos x="20" y="13"/>
              </a:cxn>
              <a:cxn ang="0">
                <a:pos x="21" y="12"/>
              </a:cxn>
              <a:cxn ang="0">
                <a:pos x="30" y="18"/>
              </a:cxn>
              <a:cxn ang="0">
                <a:pos x="29" y="20"/>
              </a:cxn>
            </a:cxnLst>
            <a:rect l="0" t="0" r="r" b="b"/>
            <a:pathLst>
              <a:path w="42" h="62">
                <a:moveTo>
                  <a:pt x="37" y="29"/>
                </a:moveTo>
                <a:cubicBezTo>
                  <a:pt x="35" y="32"/>
                  <a:pt x="31" y="37"/>
                  <a:pt x="31" y="41"/>
                </a:cubicBezTo>
                <a:cubicBezTo>
                  <a:pt x="32" y="42"/>
                  <a:pt x="33" y="43"/>
                  <a:pt x="33" y="44"/>
                </a:cubicBezTo>
                <a:cubicBezTo>
                  <a:pt x="33" y="45"/>
                  <a:pt x="32" y="46"/>
                  <a:pt x="32" y="47"/>
                </a:cubicBezTo>
                <a:cubicBezTo>
                  <a:pt x="32" y="47"/>
                  <a:pt x="33" y="48"/>
                  <a:pt x="33" y="49"/>
                </a:cubicBezTo>
                <a:cubicBezTo>
                  <a:pt x="33" y="51"/>
                  <a:pt x="32" y="52"/>
                  <a:pt x="31" y="53"/>
                </a:cubicBezTo>
                <a:cubicBezTo>
                  <a:pt x="31" y="53"/>
                  <a:pt x="31" y="54"/>
                  <a:pt x="31" y="54"/>
                </a:cubicBezTo>
                <a:cubicBezTo>
                  <a:pt x="31" y="57"/>
                  <a:pt x="29" y="58"/>
                  <a:pt x="27" y="58"/>
                </a:cubicBezTo>
                <a:cubicBezTo>
                  <a:pt x="26" y="61"/>
                  <a:pt x="24" y="62"/>
                  <a:pt x="21" y="62"/>
                </a:cubicBezTo>
                <a:cubicBezTo>
                  <a:pt x="19" y="62"/>
                  <a:pt x="16" y="61"/>
                  <a:pt x="15" y="58"/>
                </a:cubicBezTo>
                <a:cubicBezTo>
                  <a:pt x="13" y="58"/>
                  <a:pt x="11" y="57"/>
                  <a:pt x="11" y="54"/>
                </a:cubicBezTo>
                <a:cubicBezTo>
                  <a:pt x="11" y="54"/>
                  <a:pt x="11" y="53"/>
                  <a:pt x="11" y="53"/>
                </a:cubicBezTo>
                <a:cubicBezTo>
                  <a:pt x="10" y="52"/>
                  <a:pt x="9" y="51"/>
                  <a:pt x="9" y="49"/>
                </a:cubicBezTo>
                <a:cubicBezTo>
                  <a:pt x="9" y="48"/>
                  <a:pt x="10" y="47"/>
                  <a:pt x="10" y="47"/>
                </a:cubicBezTo>
                <a:cubicBezTo>
                  <a:pt x="10" y="46"/>
                  <a:pt x="9" y="45"/>
                  <a:pt x="9" y="44"/>
                </a:cubicBezTo>
                <a:cubicBezTo>
                  <a:pt x="9" y="43"/>
                  <a:pt x="10" y="42"/>
                  <a:pt x="11" y="41"/>
                </a:cubicBezTo>
                <a:cubicBezTo>
                  <a:pt x="11" y="37"/>
                  <a:pt x="7" y="32"/>
                  <a:pt x="5" y="29"/>
                </a:cubicBezTo>
                <a:cubicBezTo>
                  <a:pt x="2" y="26"/>
                  <a:pt x="0" y="23"/>
                  <a:pt x="0" y="18"/>
                </a:cubicBezTo>
                <a:cubicBezTo>
                  <a:pt x="0" y="8"/>
                  <a:pt x="11" y="0"/>
                  <a:pt x="21" y="0"/>
                </a:cubicBezTo>
                <a:cubicBezTo>
                  <a:pt x="31" y="0"/>
                  <a:pt x="42" y="8"/>
                  <a:pt x="42" y="18"/>
                </a:cubicBezTo>
                <a:cubicBezTo>
                  <a:pt x="42" y="23"/>
                  <a:pt x="40" y="26"/>
                  <a:pt x="37" y="29"/>
                </a:cubicBezTo>
                <a:close/>
                <a:moveTo>
                  <a:pt x="21" y="6"/>
                </a:moveTo>
                <a:cubicBezTo>
                  <a:pt x="14" y="6"/>
                  <a:pt x="6" y="10"/>
                  <a:pt x="6" y="18"/>
                </a:cubicBezTo>
                <a:cubicBezTo>
                  <a:pt x="6" y="21"/>
                  <a:pt x="7" y="24"/>
                  <a:pt x="8" y="26"/>
                </a:cubicBezTo>
                <a:cubicBezTo>
                  <a:pt x="9" y="27"/>
                  <a:pt x="10" y="27"/>
                  <a:pt x="11" y="28"/>
                </a:cubicBezTo>
                <a:cubicBezTo>
                  <a:pt x="14" y="32"/>
                  <a:pt x="16" y="36"/>
                  <a:pt x="16" y="40"/>
                </a:cubicBezTo>
                <a:cubicBezTo>
                  <a:pt x="26" y="40"/>
                  <a:pt x="26" y="40"/>
                  <a:pt x="26" y="40"/>
                </a:cubicBezTo>
                <a:cubicBezTo>
                  <a:pt x="26" y="36"/>
                  <a:pt x="28" y="32"/>
                  <a:pt x="31" y="28"/>
                </a:cubicBezTo>
                <a:cubicBezTo>
                  <a:pt x="32" y="27"/>
                  <a:pt x="33" y="27"/>
                  <a:pt x="34" y="26"/>
                </a:cubicBezTo>
                <a:cubicBezTo>
                  <a:pt x="35" y="24"/>
                  <a:pt x="36" y="21"/>
                  <a:pt x="36" y="18"/>
                </a:cubicBezTo>
                <a:cubicBezTo>
                  <a:pt x="36" y="10"/>
                  <a:pt x="28" y="6"/>
                  <a:pt x="21" y="6"/>
                </a:cubicBezTo>
                <a:close/>
                <a:moveTo>
                  <a:pt x="29" y="20"/>
                </a:moveTo>
                <a:cubicBezTo>
                  <a:pt x="28" y="20"/>
                  <a:pt x="27" y="19"/>
                  <a:pt x="27" y="18"/>
                </a:cubicBezTo>
                <a:cubicBezTo>
                  <a:pt x="27" y="16"/>
                  <a:pt x="23" y="15"/>
                  <a:pt x="21" y="15"/>
                </a:cubicBezTo>
                <a:cubicBezTo>
                  <a:pt x="20" y="15"/>
                  <a:pt x="20" y="14"/>
                  <a:pt x="20" y="13"/>
                </a:cubicBezTo>
                <a:cubicBezTo>
                  <a:pt x="20" y="13"/>
                  <a:pt x="20" y="12"/>
                  <a:pt x="21" y="12"/>
                </a:cubicBezTo>
                <a:cubicBezTo>
                  <a:pt x="25" y="12"/>
                  <a:pt x="30" y="14"/>
                  <a:pt x="30" y="18"/>
                </a:cubicBezTo>
                <a:cubicBezTo>
                  <a:pt x="30" y="19"/>
                  <a:pt x="29" y="20"/>
                  <a:pt x="29" y="2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31824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ru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56"/>
          <p:cNvSpPr>
            <a:spLocks noEditPoints="1"/>
          </p:cNvSpPr>
          <p:nvPr userDrawn="1"/>
        </p:nvSpPr>
        <p:spPr bwMode="auto">
          <a:xfrm>
            <a:off x="5470526" y="1498601"/>
            <a:ext cx="1250951" cy="1250951"/>
          </a:xfrm>
          <a:custGeom>
            <a:avLst/>
            <a:gdLst/>
            <a:ahLst/>
            <a:cxnLst>
              <a:cxn ang="0">
                <a:pos x="64" y="42"/>
              </a:cxn>
              <a:cxn ang="0">
                <a:pos x="63" y="44"/>
              </a:cxn>
              <a:cxn ang="0">
                <a:pos x="33" y="64"/>
              </a:cxn>
              <a:cxn ang="0">
                <a:pos x="32" y="64"/>
              </a:cxn>
              <a:cxn ang="0">
                <a:pos x="30" y="64"/>
              </a:cxn>
              <a:cxn ang="0">
                <a:pos x="1" y="44"/>
              </a:cxn>
              <a:cxn ang="0">
                <a:pos x="0" y="42"/>
              </a:cxn>
              <a:cxn ang="0">
                <a:pos x="0" y="23"/>
              </a:cxn>
              <a:cxn ang="0">
                <a:pos x="1" y="20"/>
              </a:cxn>
              <a:cxn ang="0">
                <a:pos x="30" y="1"/>
              </a:cxn>
              <a:cxn ang="0">
                <a:pos x="32" y="0"/>
              </a:cxn>
              <a:cxn ang="0">
                <a:pos x="33" y="1"/>
              </a:cxn>
              <a:cxn ang="0">
                <a:pos x="63" y="20"/>
              </a:cxn>
              <a:cxn ang="0">
                <a:pos x="64" y="23"/>
              </a:cxn>
              <a:cxn ang="0">
                <a:pos x="64" y="42"/>
              </a:cxn>
              <a:cxn ang="0">
                <a:pos x="12" y="32"/>
              </a:cxn>
              <a:cxn ang="0">
                <a:pos x="5" y="28"/>
              </a:cxn>
              <a:cxn ang="0">
                <a:pos x="5" y="37"/>
              </a:cxn>
              <a:cxn ang="0">
                <a:pos x="12" y="32"/>
              </a:cxn>
              <a:cxn ang="0">
                <a:pos x="29" y="21"/>
              </a:cxn>
              <a:cxn ang="0">
                <a:pos x="29" y="8"/>
              </a:cxn>
              <a:cxn ang="0">
                <a:pos x="7" y="23"/>
              </a:cxn>
              <a:cxn ang="0">
                <a:pos x="17" y="29"/>
              </a:cxn>
              <a:cxn ang="0">
                <a:pos x="29" y="21"/>
              </a:cxn>
              <a:cxn ang="0">
                <a:pos x="29" y="56"/>
              </a:cxn>
              <a:cxn ang="0">
                <a:pos x="29" y="44"/>
              </a:cxn>
              <a:cxn ang="0">
                <a:pos x="17" y="36"/>
              </a:cxn>
              <a:cxn ang="0">
                <a:pos x="7" y="42"/>
              </a:cxn>
              <a:cxn ang="0">
                <a:pos x="29" y="56"/>
              </a:cxn>
              <a:cxn ang="0">
                <a:pos x="41" y="32"/>
              </a:cxn>
              <a:cxn ang="0">
                <a:pos x="32" y="26"/>
              </a:cxn>
              <a:cxn ang="0">
                <a:pos x="22" y="32"/>
              </a:cxn>
              <a:cxn ang="0">
                <a:pos x="32" y="39"/>
              </a:cxn>
              <a:cxn ang="0">
                <a:pos x="41" y="32"/>
              </a:cxn>
              <a:cxn ang="0">
                <a:pos x="56" y="23"/>
              </a:cxn>
              <a:cxn ang="0">
                <a:pos x="35" y="8"/>
              </a:cxn>
              <a:cxn ang="0">
                <a:pos x="35" y="21"/>
              </a:cxn>
              <a:cxn ang="0">
                <a:pos x="46" y="29"/>
              </a:cxn>
              <a:cxn ang="0">
                <a:pos x="56" y="23"/>
              </a:cxn>
              <a:cxn ang="0">
                <a:pos x="56" y="42"/>
              </a:cxn>
              <a:cxn ang="0">
                <a:pos x="46" y="36"/>
              </a:cxn>
              <a:cxn ang="0">
                <a:pos x="35" y="44"/>
              </a:cxn>
              <a:cxn ang="0">
                <a:pos x="35" y="56"/>
              </a:cxn>
              <a:cxn ang="0">
                <a:pos x="56" y="42"/>
              </a:cxn>
              <a:cxn ang="0">
                <a:pos x="58" y="37"/>
              </a:cxn>
              <a:cxn ang="0">
                <a:pos x="58" y="28"/>
              </a:cxn>
              <a:cxn ang="0">
                <a:pos x="51" y="32"/>
              </a:cxn>
              <a:cxn ang="0">
                <a:pos x="58" y="37"/>
              </a:cxn>
            </a:cxnLst>
            <a:rect l="0" t="0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28889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Puzz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77"/>
          <p:cNvSpPr>
            <a:spLocks/>
          </p:cNvSpPr>
          <p:nvPr userDrawn="1"/>
        </p:nvSpPr>
        <p:spPr bwMode="auto">
          <a:xfrm rot="20133226">
            <a:off x="5329055" y="1240368"/>
            <a:ext cx="1533892" cy="1532467"/>
          </a:xfrm>
          <a:custGeom>
            <a:avLst/>
            <a:gdLst/>
            <a:ahLst/>
            <a:cxnLst>
              <a:cxn ang="0">
                <a:pos x="183" y="216"/>
              </a:cxn>
              <a:cxn ang="0">
                <a:pos x="256" y="180"/>
              </a:cxn>
              <a:cxn ang="0">
                <a:pos x="217" y="88"/>
              </a:cxn>
              <a:cxn ang="0">
                <a:pos x="385" y="88"/>
              </a:cxn>
              <a:cxn ang="0">
                <a:pos x="347" y="180"/>
              </a:cxn>
              <a:cxn ang="0">
                <a:pos x="420" y="216"/>
              </a:cxn>
              <a:cxn ang="0">
                <a:pos x="603" y="216"/>
              </a:cxn>
              <a:cxn ang="0">
                <a:pos x="603" y="399"/>
              </a:cxn>
              <a:cxn ang="0">
                <a:pos x="638" y="472"/>
              </a:cxn>
              <a:cxn ang="0">
                <a:pos x="731" y="433"/>
              </a:cxn>
              <a:cxn ang="0">
                <a:pos x="731" y="601"/>
              </a:cxn>
              <a:cxn ang="0">
                <a:pos x="638" y="563"/>
              </a:cxn>
              <a:cxn ang="0">
                <a:pos x="603" y="636"/>
              </a:cxn>
              <a:cxn ang="0">
                <a:pos x="603" y="819"/>
              </a:cxn>
              <a:cxn ang="0">
                <a:pos x="420" y="819"/>
              </a:cxn>
              <a:cxn ang="0">
                <a:pos x="347" y="784"/>
              </a:cxn>
              <a:cxn ang="0">
                <a:pos x="385" y="691"/>
              </a:cxn>
              <a:cxn ang="0">
                <a:pos x="217" y="691"/>
              </a:cxn>
              <a:cxn ang="0">
                <a:pos x="256" y="784"/>
              </a:cxn>
              <a:cxn ang="0">
                <a:pos x="183" y="819"/>
              </a:cxn>
              <a:cxn ang="0">
                <a:pos x="0" y="819"/>
              </a:cxn>
              <a:cxn ang="0">
                <a:pos x="0" y="636"/>
              </a:cxn>
              <a:cxn ang="0">
                <a:pos x="35" y="563"/>
              </a:cxn>
              <a:cxn ang="0">
                <a:pos x="128" y="601"/>
              </a:cxn>
              <a:cxn ang="0">
                <a:pos x="128" y="433"/>
              </a:cxn>
              <a:cxn ang="0">
                <a:pos x="35" y="472"/>
              </a:cxn>
              <a:cxn ang="0">
                <a:pos x="0" y="399"/>
              </a:cxn>
              <a:cxn ang="0">
                <a:pos x="0" y="216"/>
              </a:cxn>
              <a:cxn ang="0">
                <a:pos x="183" y="216"/>
              </a:cxn>
            </a:cxnLst>
            <a:rect l="0" t="0" r="r" b="b"/>
            <a:pathLst>
              <a:path w="819" h="819">
                <a:moveTo>
                  <a:pt x="183" y="216"/>
                </a:moveTo>
                <a:cubicBezTo>
                  <a:pt x="249" y="216"/>
                  <a:pt x="264" y="200"/>
                  <a:pt x="256" y="180"/>
                </a:cubicBezTo>
                <a:cubicBezTo>
                  <a:pt x="239" y="144"/>
                  <a:pt x="209" y="139"/>
                  <a:pt x="217" y="88"/>
                </a:cubicBezTo>
                <a:cubicBezTo>
                  <a:pt x="231" y="0"/>
                  <a:pt x="372" y="0"/>
                  <a:pt x="385" y="88"/>
                </a:cubicBezTo>
                <a:cubicBezTo>
                  <a:pt x="393" y="139"/>
                  <a:pt x="364" y="144"/>
                  <a:pt x="347" y="180"/>
                </a:cubicBezTo>
                <a:cubicBezTo>
                  <a:pt x="338" y="200"/>
                  <a:pt x="354" y="216"/>
                  <a:pt x="420" y="216"/>
                </a:cubicBezTo>
                <a:cubicBezTo>
                  <a:pt x="603" y="216"/>
                  <a:pt x="603" y="216"/>
                  <a:pt x="603" y="216"/>
                </a:cubicBezTo>
                <a:cubicBezTo>
                  <a:pt x="603" y="399"/>
                  <a:pt x="603" y="399"/>
                  <a:pt x="603" y="399"/>
                </a:cubicBezTo>
                <a:cubicBezTo>
                  <a:pt x="603" y="465"/>
                  <a:pt x="619" y="480"/>
                  <a:pt x="638" y="472"/>
                </a:cubicBezTo>
                <a:cubicBezTo>
                  <a:pt x="675" y="455"/>
                  <a:pt x="680" y="425"/>
                  <a:pt x="731" y="433"/>
                </a:cubicBezTo>
                <a:cubicBezTo>
                  <a:pt x="819" y="447"/>
                  <a:pt x="819" y="588"/>
                  <a:pt x="731" y="601"/>
                </a:cubicBezTo>
                <a:cubicBezTo>
                  <a:pt x="680" y="609"/>
                  <a:pt x="675" y="580"/>
                  <a:pt x="638" y="563"/>
                </a:cubicBezTo>
                <a:cubicBezTo>
                  <a:pt x="619" y="554"/>
                  <a:pt x="603" y="570"/>
                  <a:pt x="603" y="636"/>
                </a:cubicBezTo>
                <a:cubicBezTo>
                  <a:pt x="603" y="819"/>
                  <a:pt x="603" y="819"/>
                  <a:pt x="603" y="819"/>
                </a:cubicBezTo>
                <a:cubicBezTo>
                  <a:pt x="420" y="819"/>
                  <a:pt x="420" y="819"/>
                  <a:pt x="420" y="819"/>
                </a:cubicBezTo>
                <a:cubicBezTo>
                  <a:pt x="354" y="819"/>
                  <a:pt x="338" y="803"/>
                  <a:pt x="347" y="784"/>
                </a:cubicBezTo>
                <a:cubicBezTo>
                  <a:pt x="364" y="747"/>
                  <a:pt x="393" y="742"/>
                  <a:pt x="385" y="691"/>
                </a:cubicBezTo>
                <a:cubicBezTo>
                  <a:pt x="372" y="603"/>
                  <a:pt x="231" y="603"/>
                  <a:pt x="217" y="691"/>
                </a:cubicBezTo>
                <a:cubicBezTo>
                  <a:pt x="209" y="742"/>
                  <a:pt x="239" y="747"/>
                  <a:pt x="256" y="784"/>
                </a:cubicBezTo>
                <a:cubicBezTo>
                  <a:pt x="264" y="803"/>
                  <a:pt x="249" y="819"/>
                  <a:pt x="183" y="819"/>
                </a:cubicBezTo>
                <a:cubicBezTo>
                  <a:pt x="0" y="819"/>
                  <a:pt x="0" y="819"/>
                  <a:pt x="0" y="819"/>
                </a:cubicBezTo>
                <a:cubicBezTo>
                  <a:pt x="0" y="636"/>
                  <a:pt x="0" y="636"/>
                  <a:pt x="0" y="636"/>
                </a:cubicBezTo>
                <a:cubicBezTo>
                  <a:pt x="0" y="570"/>
                  <a:pt x="16" y="554"/>
                  <a:pt x="35" y="563"/>
                </a:cubicBezTo>
                <a:cubicBezTo>
                  <a:pt x="72" y="580"/>
                  <a:pt x="76" y="609"/>
                  <a:pt x="128" y="601"/>
                </a:cubicBezTo>
                <a:cubicBezTo>
                  <a:pt x="216" y="588"/>
                  <a:pt x="216" y="447"/>
                  <a:pt x="128" y="433"/>
                </a:cubicBezTo>
                <a:cubicBezTo>
                  <a:pt x="76" y="425"/>
                  <a:pt x="72" y="455"/>
                  <a:pt x="35" y="472"/>
                </a:cubicBezTo>
                <a:cubicBezTo>
                  <a:pt x="16" y="480"/>
                  <a:pt x="0" y="465"/>
                  <a:pt x="0" y="399"/>
                </a:cubicBezTo>
                <a:cubicBezTo>
                  <a:pt x="0" y="216"/>
                  <a:pt x="0" y="216"/>
                  <a:pt x="0" y="216"/>
                </a:cubicBezTo>
                <a:lnTo>
                  <a:pt x="183" y="216"/>
                </a:lnTo>
                <a:close/>
              </a:path>
            </a:pathLst>
          </a:custGeom>
          <a:solidFill>
            <a:schemeClr val="bg1"/>
          </a:solidFill>
          <a:ln w="1905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01289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Netwo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6"/>
          <p:cNvSpPr>
            <a:spLocks noEditPoints="1"/>
          </p:cNvSpPr>
          <p:nvPr userDrawn="1"/>
        </p:nvSpPr>
        <p:spPr bwMode="auto">
          <a:xfrm>
            <a:off x="5577490" y="1594470"/>
            <a:ext cx="1037021" cy="1211311"/>
          </a:xfrm>
          <a:custGeom>
            <a:avLst/>
            <a:gdLst/>
            <a:ahLst/>
            <a:cxnLst>
              <a:cxn ang="0">
                <a:pos x="55" y="9"/>
              </a:cxn>
              <a:cxn ang="0">
                <a:pos x="55" y="14"/>
              </a:cxn>
              <a:cxn ang="0">
                <a:pos x="27" y="23"/>
              </a:cxn>
              <a:cxn ang="0">
                <a:pos x="0" y="14"/>
              </a:cxn>
              <a:cxn ang="0">
                <a:pos x="0" y="9"/>
              </a:cxn>
              <a:cxn ang="0">
                <a:pos x="27" y="0"/>
              </a:cxn>
              <a:cxn ang="0">
                <a:pos x="55" y="9"/>
              </a:cxn>
              <a:cxn ang="0">
                <a:pos x="55" y="21"/>
              </a:cxn>
              <a:cxn ang="0">
                <a:pos x="55" y="27"/>
              </a:cxn>
              <a:cxn ang="0">
                <a:pos x="27" y="37"/>
              </a:cxn>
              <a:cxn ang="0">
                <a:pos x="0" y="27"/>
              </a:cxn>
              <a:cxn ang="0">
                <a:pos x="0" y="21"/>
              </a:cxn>
              <a:cxn ang="0">
                <a:pos x="27" y="27"/>
              </a:cxn>
              <a:cxn ang="0">
                <a:pos x="55" y="21"/>
              </a:cxn>
              <a:cxn ang="0">
                <a:pos x="55" y="35"/>
              </a:cxn>
              <a:cxn ang="0">
                <a:pos x="55" y="41"/>
              </a:cxn>
              <a:cxn ang="0">
                <a:pos x="27" y="50"/>
              </a:cxn>
              <a:cxn ang="0">
                <a:pos x="0" y="41"/>
              </a:cxn>
              <a:cxn ang="0">
                <a:pos x="0" y="35"/>
              </a:cxn>
              <a:cxn ang="0">
                <a:pos x="27" y="41"/>
              </a:cxn>
              <a:cxn ang="0">
                <a:pos x="55" y="35"/>
              </a:cxn>
              <a:cxn ang="0">
                <a:pos x="55" y="49"/>
              </a:cxn>
              <a:cxn ang="0">
                <a:pos x="55" y="55"/>
              </a:cxn>
              <a:cxn ang="0">
                <a:pos x="27" y="64"/>
              </a:cxn>
              <a:cxn ang="0">
                <a:pos x="0" y="55"/>
              </a:cxn>
              <a:cxn ang="0">
                <a:pos x="0" y="49"/>
              </a:cxn>
              <a:cxn ang="0">
                <a:pos x="27" y="55"/>
              </a:cxn>
              <a:cxn ang="0">
                <a:pos x="55" y="49"/>
              </a:cxn>
            </a:cxnLst>
            <a:rect l="0" t="0" r="r" b="b"/>
            <a:pathLst>
              <a:path w="55" h="64">
                <a:moveTo>
                  <a:pt x="55" y="9"/>
                </a:moveTo>
                <a:cubicBezTo>
                  <a:pt x="55" y="14"/>
                  <a:pt x="55" y="14"/>
                  <a:pt x="55" y="14"/>
                </a:cubicBezTo>
                <a:cubicBezTo>
                  <a:pt x="55" y="19"/>
                  <a:pt x="42" y="23"/>
                  <a:pt x="27" y="23"/>
                </a:cubicBezTo>
                <a:cubicBezTo>
                  <a:pt x="12" y="23"/>
                  <a:pt x="0" y="19"/>
                  <a:pt x="0" y="14"/>
                </a:cubicBezTo>
                <a:cubicBezTo>
                  <a:pt x="0" y="9"/>
                  <a:pt x="0" y="9"/>
                  <a:pt x="0" y="9"/>
                </a:cubicBezTo>
                <a:cubicBezTo>
                  <a:pt x="0" y="4"/>
                  <a:pt x="12" y="0"/>
                  <a:pt x="27" y="0"/>
                </a:cubicBezTo>
                <a:cubicBezTo>
                  <a:pt x="42" y="0"/>
                  <a:pt x="55" y="4"/>
                  <a:pt x="55" y="9"/>
                </a:cubicBezTo>
                <a:close/>
                <a:moveTo>
                  <a:pt x="55" y="21"/>
                </a:moveTo>
                <a:cubicBezTo>
                  <a:pt x="55" y="27"/>
                  <a:pt x="55" y="27"/>
                  <a:pt x="55" y="27"/>
                </a:cubicBezTo>
                <a:cubicBezTo>
                  <a:pt x="55" y="32"/>
                  <a:pt x="42" y="37"/>
                  <a:pt x="27" y="37"/>
                </a:cubicBezTo>
                <a:cubicBezTo>
                  <a:pt x="12" y="37"/>
                  <a:pt x="0" y="32"/>
                  <a:pt x="0" y="27"/>
                </a:cubicBezTo>
                <a:cubicBezTo>
                  <a:pt x="0" y="21"/>
                  <a:pt x="0" y="21"/>
                  <a:pt x="0" y="21"/>
                </a:cubicBezTo>
                <a:cubicBezTo>
                  <a:pt x="6" y="25"/>
                  <a:pt x="16" y="27"/>
                  <a:pt x="27" y="27"/>
                </a:cubicBezTo>
                <a:cubicBezTo>
                  <a:pt x="38" y="27"/>
                  <a:pt x="49" y="25"/>
                  <a:pt x="55" y="21"/>
                </a:cubicBezTo>
                <a:close/>
                <a:moveTo>
                  <a:pt x="55" y="35"/>
                </a:moveTo>
                <a:cubicBezTo>
                  <a:pt x="55" y="41"/>
                  <a:pt x="55" y="41"/>
                  <a:pt x="55" y="41"/>
                </a:cubicBezTo>
                <a:cubicBezTo>
                  <a:pt x="55" y="46"/>
                  <a:pt x="42" y="50"/>
                  <a:pt x="27" y="50"/>
                </a:cubicBezTo>
                <a:cubicBezTo>
                  <a:pt x="12" y="50"/>
                  <a:pt x="0" y="46"/>
                  <a:pt x="0" y="41"/>
                </a:cubicBezTo>
                <a:cubicBezTo>
                  <a:pt x="0" y="35"/>
                  <a:pt x="0" y="35"/>
                  <a:pt x="0" y="35"/>
                </a:cubicBezTo>
                <a:cubicBezTo>
                  <a:pt x="6" y="39"/>
                  <a:pt x="16" y="41"/>
                  <a:pt x="27" y="41"/>
                </a:cubicBezTo>
                <a:cubicBezTo>
                  <a:pt x="38" y="41"/>
                  <a:pt x="49" y="39"/>
                  <a:pt x="55" y="35"/>
                </a:cubicBezTo>
                <a:close/>
                <a:moveTo>
                  <a:pt x="55" y="49"/>
                </a:moveTo>
                <a:cubicBezTo>
                  <a:pt x="55" y="55"/>
                  <a:pt x="55" y="55"/>
                  <a:pt x="55" y="55"/>
                </a:cubicBezTo>
                <a:cubicBezTo>
                  <a:pt x="55" y="60"/>
                  <a:pt x="42" y="64"/>
                  <a:pt x="27" y="64"/>
                </a:cubicBezTo>
                <a:cubicBezTo>
                  <a:pt x="12" y="64"/>
                  <a:pt x="0" y="60"/>
                  <a:pt x="0" y="55"/>
                </a:cubicBezTo>
                <a:cubicBezTo>
                  <a:pt x="0" y="49"/>
                  <a:pt x="0" y="49"/>
                  <a:pt x="0" y="49"/>
                </a:cubicBezTo>
                <a:cubicBezTo>
                  <a:pt x="6" y="53"/>
                  <a:pt x="16" y="55"/>
                  <a:pt x="27" y="55"/>
                </a:cubicBezTo>
                <a:cubicBezTo>
                  <a:pt x="38" y="55"/>
                  <a:pt x="49" y="53"/>
                  <a:pt x="55" y="4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419091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1"/>
          <p:cNvSpPr>
            <a:spLocks noEditPoints="1"/>
          </p:cNvSpPr>
          <p:nvPr userDrawn="1"/>
        </p:nvSpPr>
        <p:spPr bwMode="auto">
          <a:xfrm>
            <a:off x="5339411" y="1667934"/>
            <a:ext cx="1513180" cy="1002709"/>
          </a:xfrm>
          <a:custGeom>
            <a:avLst/>
            <a:gdLst/>
            <a:ahLst/>
            <a:cxnLst>
              <a:cxn ang="0">
                <a:pos x="77" y="43"/>
              </a:cxn>
              <a:cxn ang="0">
                <a:pos x="77" y="47"/>
              </a:cxn>
              <a:cxn ang="0">
                <a:pos x="70" y="51"/>
              </a:cxn>
              <a:cxn ang="0">
                <a:pos x="6" y="51"/>
              </a:cxn>
              <a:cxn ang="0">
                <a:pos x="0" y="47"/>
              </a:cxn>
              <a:cxn ang="0">
                <a:pos x="0" y="43"/>
              </a:cxn>
              <a:cxn ang="0">
                <a:pos x="6" y="43"/>
              </a:cxn>
              <a:cxn ang="0">
                <a:pos x="70" y="43"/>
              </a:cxn>
              <a:cxn ang="0">
                <a:pos x="77" y="43"/>
              </a:cxn>
              <a:cxn ang="0">
                <a:pos x="10" y="34"/>
              </a:cxn>
              <a:cxn ang="0">
                <a:pos x="10" y="6"/>
              </a:cxn>
              <a:cxn ang="0">
                <a:pos x="16" y="0"/>
              </a:cxn>
              <a:cxn ang="0">
                <a:pos x="60" y="0"/>
              </a:cxn>
              <a:cxn ang="0">
                <a:pos x="67" y="6"/>
              </a:cxn>
              <a:cxn ang="0">
                <a:pos x="67" y="34"/>
              </a:cxn>
              <a:cxn ang="0">
                <a:pos x="60" y="41"/>
              </a:cxn>
              <a:cxn ang="0">
                <a:pos x="16" y="41"/>
              </a:cxn>
              <a:cxn ang="0">
                <a:pos x="10" y="34"/>
              </a:cxn>
              <a:cxn ang="0">
                <a:pos x="15" y="34"/>
              </a:cxn>
              <a:cxn ang="0">
                <a:pos x="16" y="36"/>
              </a:cxn>
              <a:cxn ang="0">
                <a:pos x="60" y="36"/>
              </a:cxn>
              <a:cxn ang="0">
                <a:pos x="61" y="34"/>
              </a:cxn>
              <a:cxn ang="0">
                <a:pos x="61" y="6"/>
              </a:cxn>
              <a:cxn ang="0">
                <a:pos x="60" y="5"/>
              </a:cxn>
              <a:cxn ang="0">
                <a:pos x="16" y="5"/>
              </a:cxn>
              <a:cxn ang="0">
                <a:pos x="15" y="6"/>
              </a:cxn>
              <a:cxn ang="0">
                <a:pos x="15" y="34"/>
              </a:cxn>
              <a:cxn ang="0">
                <a:pos x="42" y="47"/>
              </a:cxn>
              <a:cxn ang="0">
                <a:pos x="42" y="46"/>
              </a:cxn>
              <a:cxn ang="0">
                <a:pos x="35" y="46"/>
              </a:cxn>
              <a:cxn ang="0">
                <a:pos x="34" y="47"/>
              </a:cxn>
              <a:cxn ang="0">
                <a:pos x="35" y="47"/>
              </a:cxn>
              <a:cxn ang="0">
                <a:pos x="42" y="47"/>
              </a:cxn>
              <a:cxn ang="0">
                <a:pos x="42" y="47"/>
              </a:cxn>
            </a:cxnLst>
            <a:rect l="0" t="0" r="r" b="b"/>
            <a:pathLst>
              <a:path w="77" h="51">
                <a:moveTo>
                  <a:pt x="77" y="43"/>
                </a:moveTo>
                <a:cubicBezTo>
                  <a:pt x="77" y="47"/>
                  <a:pt x="77" y="47"/>
                  <a:pt x="77" y="47"/>
                </a:cubicBezTo>
                <a:cubicBezTo>
                  <a:pt x="77" y="49"/>
                  <a:pt x="74" y="51"/>
                  <a:pt x="70" y="51"/>
                </a:cubicBezTo>
                <a:cubicBezTo>
                  <a:pt x="6" y="51"/>
                  <a:pt x="6" y="51"/>
                  <a:pt x="6" y="51"/>
                </a:cubicBezTo>
                <a:cubicBezTo>
                  <a:pt x="3" y="51"/>
                  <a:pt x="0" y="49"/>
                  <a:pt x="0" y="47"/>
                </a:cubicBezTo>
                <a:cubicBezTo>
                  <a:pt x="0" y="43"/>
                  <a:pt x="0" y="43"/>
                  <a:pt x="0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0" y="43"/>
                  <a:pt x="70" y="43"/>
                  <a:pt x="70" y="43"/>
                </a:cubicBezTo>
                <a:lnTo>
                  <a:pt x="77" y="43"/>
                </a:lnTo>
                <a:close/>
                <a:moveTo>
                  <a:pt x="10" y="34"/>
                </a:moveTo>
                <a:cubicBezTo>
                  <a:pt x="10" y="6"/>
                  <a:pt x="10" y="6"/>
                  <a:pt x="10" y="6"/>
                </a:cubicBezTo>
                <a:cubicBezTo>
                  <a:pt x="10" y="2"/>
                  <a:pt x="13" y="0"/>
                  <a:pt x="1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4" y="0"/>
                  <a:pt x="67" y="2"/>
                  <a:pt x="67" y="6"/>
                </a:cubicBezTo>
                <a:cubicBezTo>
                  <a:pt x="67" y="34"/>
                  <a:pt x="67" y="34"/>
                  <a:pt x="67" y="34"/>
                </a:cubicBezTo>
                <a:cubicBezTo>
                  <a:pt x="67" y="38"/>
                  <a:pt x="64" y="41"/>
                  <a:pt x="60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3" y="41"/>
                  <a:pt x="10" y="38"/>
                  <a:pt x="10" y="34"/>
                </a:cubicBezTo>
                <a:close/>
                <a:moveTo>
                  <a:pt x="15" y="34"/>
                </a:moveTo>
                <a:cubicBezTo>
                  <a:pt x="15" y="35"/>
                  <a:pt x="16" y="36"/>
                  <a:pt x="16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1" y="36"/>
                  <a:pt x="61" y="35"/>
                  <a:pt x="61" y="34"/>
                </a:cubicBezTo>
                <a:cubicBezTo>
                  <a:pt x="61" y="6"/>
                  <a:pt x="61" y="6"/>
                  <a:pt x="61" y="6"/>
                </a:cubicBezTo>
                <a:cubicBezTo>
                  <a:pt x="61" y="5"/>
                  <a:pt x="61" y="5"/>
                  <a:pt x="60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5"/>
                  <a:pt x="15" y="6"/>
                </a:cubicBezTo>
                <a:lnTo>
                  <a:pt x="15" y="34"/>
                </a:lnTo>
                <a:close/>
                <a:moveTo>
                  <a:pt x="42" y="47"/>
                </a:moveTo>
                <a:cubicBezTo>
                  <a:pt x="42" y="46"/>
                  <a:pt x="42" y="46"/>
                  <a:pt x="42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35" y="46"/>
                  <a:pt x="34" y="46"/>
                  <a:pt x="34" y="47"/>
                </a:cubicBezTo>
                <a:cubicBezTo>
                  <a:pt x="34" y="47"/>
                  <a:pt x="35" y="47"/>
                  <a:pt x="35" y="4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42" y="47"/>
                  <a:pt x="42" y="4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68221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Da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7"/>
          <p:cNvSpPr>
            <a:spLocks noEditPoints="1"/>
          </p:cNvSpPr>
          <p:nvPr userDrawn="1"/>
        </p:nvSpPr>
        <p:spPr bwMode="auto">
          <a:xfrm rot="16200000">
            <a:off x="5457169" y="1600199"/>
            <a:ext cx="1277665" cy="992716"/>
          </a:xfrm>
          <a:custGeom>
            <a:avLst/>
            <a:gdLst/>
            <a:ahLst/>
            <a:cxnLst>
              <a:cxn ang="0">
                <a:pos x="45" y="7"/>
              </a:cxn>
              <a:cxn ang="0">
                <a:pos x="43" y="9"/>
              </a:cxn>
              <a:cxn ang="0">
                <a:pos x="2" y="9"/>
              </a:cxn>
              <a:cxn ang="0">
                <a:pos x="0" y="7"/>
              </a:cxn>
              <a:cxn ang="0">
                <a:pos x="0" y="2"/>
              </a:cxn>
              <a:cxn ang="0">
                <a:pos x="2" y="0"/>
              </a:cxn>
              <a:cxn ang="0">
                <a:pos x="43" y="0"/>
              </a:cxn>
              <a:cxn ang="0">
                <a:pos x="45" y="2"/>
              </a:cxn>
              <a:cxn ang="0">
                <a:pos x="45" y="7"/>
              </a:cxn>
              <a:cxn ang="0">
                <a:pos x="59" y="20"/>
              </a:cxn>
              <a:cxn ang="0">
                <a:pos x="57" y="23"/>
              </a:cxn>
              <a:cxn ang="0">
                <a:pos x="2" y="23"/>
              </a:cxn>
              <a:cxn ang="0">
                <a:pos x="0" y="20"/>
              </a:cxn>
              <a:cxn ang="0">
                <a:pos x="0" y="16"/>
              </a:cxn>
              <a:cxn ang="0">
                <a:pos x="2" y="13"/>
              </a:cxn>
              <a:cxn ang="0">
                <a:pos x="57" y="13"/>
              </a:cxn>
              <a:cxn ang="0">
                <a:pos x="59" y="16"/>
              </a:cxn>
              <a:cxn ang="0">
                <a:pos x="59" y="20"/>
              </a:cxn>
              <a:cxn ang="0">
                <a:pos x="50" y="34"/>
              </a:cxn>
              <a:cxn ang="0">
                <a:pos x="48" y="36"/>
              </a:cxn>
              <a:cxn ang="0">
                <a:pos x="2" y="36"/>
              </a:cxn>
              <a:cxn ang="0">
                <a:pos x="0" y="34"/>
              </a:cxn>
              <a:cxn ang="0">
                <a:pos x="0" y="29"/>
              </a:cxn>
              <a:cxn ang="0">
                <a:pos x="2" y="27"/>
              </a:cxn>
              <a:cxn ang="0">
                <a:pos x="48" y="27"/>
              </a:cxn>
              <a:cxn ang="0">
                <a:pos x="50" y="29"/>
              </a:cxn>
              <a:cxn ang="0">
                <a:pos x="50" y="34"/>
              </a:cxn>
              <a:cxn ang="0">
                <a:pos x="64" y="48"/>
              </a:cxn>
              <a:cxn ang="0">
                <a:pos x="61" y="50"/>
              </a:cxn>
              <a:cxn ang="0">
                <a:pos x="2" y="50"/>
              </a:cxn>
              <a:cxn ang="0">
                <a:pos x="0" y="48"/>
              </a:cxn>
              <a:cxn ang="0">
                <a:pos x="0" y="43"/>
              </a:cxn>
              <a:cxn ang="0">
                <a:pos x="2" y="41"/>
              </a:cxn>
              <a:cxn ang="0">
                <a:pos x="61" y="41"/>
              </a:cxn>
              <a:cxn ang="0">
                <a:pos x="64" y="43"/>
              </a:cxn>
              <a:cxn ang="0">
                <a:pos x="64" y="48"/>
              </a:cxn>
            </a:cxnLst>
            <a:rect l="0" t="0" r="r" b="b"/>
            <a:pathLst>
              <a:path w="64" h="50">
                <a:moveTo>
                  <a:pt x="45" y="7"/>
                </a:moveTo>
                <a:cubicBezTo>
                  <a:pt x="45" y="8"/>
                  <a:pt x="44" y="9"/>
                  <a:pt x="43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5" y="1"/>
                  <a:pt x="45" y="2"/>
                </a:cubicBezTo>
                <a:lnTo>
                  <a:pt x="45" y="7"/>
                </a:lnTo>
                <a:close/>
                <a:moveTo>
                  <a:pt x="59" y="20"/>
                </a:moveTo>
                <a:cubicBezTo>
                  <a:pt x="59" y="22"/>
                  <a:pt x="58" y="23"/>
                  <a:pt x="57" y="23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3"/>
                  <a:pt x="0" y="22"/>
                  <a:pt x="0" y="20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4"/>
                  <a:pt x="1" y="13"/>
                  <a:pt x="2" y="13"/>
                </a:cubicBezTo>
                <a:cubicBezTo>
                  <a:pt x="57" y="13"/>
                  <a:pt x="57" y="13"/>
                  <a:pt x="57" y="13"/>
                </a:cubicBezTo>
                <a:cubicBezTo>
                  <a:pt x="58" y="13"/>
                  <a:pt x="59" y="14"/>
                  <a:pt x="59" y="16"/>
                </a:cubicBezTo>
                <a:lnTo>
                  <a:pt x="59" y="20"/>
                </a:lnTo>
                <a:close/>
                <a:moveTo>
                  <a:pt x="50" y="34"/>
                </a:moveTo>
                <a:cubicBezTo>
                  <a:pt x="50" y="35"/>
                  <a:pt x="49" y="36"/>
                  <a:pt x="48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1" y="36"/>
                  <a:pt x="0" y="35"/>
                  <a:pt x="0" y="34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8"/>
                  <a:pt x="1" y="27"/>
                  <a:pt x="2" y="27"/>
                </a:cubicBezTo>
                <a:cubicBezTo>
                  <a:pt x="48" y="27"/>
                  <a:pt x="48" y="27"/>
                  <a:pt x="48" y="27"/>
                </a:cubicBezTo>
                <a:cubicBezTo>
                  <a:pt x="49" y="27"/>
                  <a:pt x="50" y="28"/>
                  <a:pt x="50" y="29"/>
                </a:cubicBezTo>
                <a:lnTo>
                  <a:pt x="50" y="34"/>
                </a:lnTo>
                <a:close/>
                <a:moveTo>
                  <a:pt x="64" y="48"/>
                </a:moveTo>
                <a:cubicBezTo>
                  <a:pt x="64" y="49"/>
                  <a:pt x="63" y="50"/>
                  <a:pt x="61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1" y="50"/>
                  <a:pt x="0" y="49"/>
                  <a:pt x="0" y="48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2"/>
                  <a:pt x="1" y="41"/>
                  <a:pt x="2" y="41"/>
                </a:cubicBezTo>
                <a:cubicBezTo>
                  <a:pt x="61" y="41"/>
                  <a:pt x="61" y="41"/>
                  <a:pt x="61" y="41"/>
                </a:cubicBezTo>
                <a:cubicBezTo>
                  <a:pt x="63" y="41"/>
                  <a:pt x="64" y="42"/>
                  <a:pt x="64" y="43"/>
                </a:cubicBezTo>
                <a:lnTo>
                  <a:pt x="64" y="4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39006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3"/>
          <p:cNvSpPr>
            <a:spLocks noEditPoints="1"/>
          </p:cNvSpPr>
          <p:nvPr userDrawn="1"/>
        </p:nvSpPr>
        <p:spPr bwMode="auto">
          <a:xfrm>
            <a:off x="5569331" y="1498600"/>
            <a:ext cx="1053339" cy="1580008"/>
          </a:xfrm>
          <a:custGeom>
            <a:avLst/>
            <a:gdLst/>
            <a:ahLst/>
            <a:cxnLst>
              <a:cxn ang="0">
                <a:pos x="38" y="26"/>
              </a:cxn>
              <a:cxn ang="0">
                <a:pos x="24" y="55"/>
              </a:cxn>
              <a:cxn ang="0">
                <a:pos x="20" y="58"/>
              </a:cxn>
              <a:cxn ang="0">
                <a:pos x="16" y="55"/>
              </a:cxn>
              <a:cxn ang="0">
                <a:pos x="2" y="26"/>
              </a:cxn>
              <a:cxn ang="0">
                <a:pos x="0" y="19"/>
              </a:cxn>
              <a:cxn ang="0">
                <a:pos x="20" y="0"/>
              </a:cxn>
              <a:cxn ang="0">
                <a:pos x="39" y="19"/>
              </a:cxn>
              <a:cxn ang="0">
                <a:pos x="38" y="26"/>
              </a:cxn>
              <a:cxn ang="0">
                <a:pos x="20" y="9"/>
              </a:cxn>
              <a:cxn ang="0">
                <a:pos x="10" y="19"/>
              </a:cxn>
              <a:cxn ang="0">
                <a:pos x="20" y="29"/>
              </a:cxn>
              <a:cxn ang="0">
                <a:pos x="30" y="19"/>
              </a:cxn>
              <a:cxn ang="0">
                <a:pos x="20" y="9"/>
              </a:cxn>
            </a:cxnLst>
            <a:rect l="0" t="0" r="r" b="b"/>
            <a:pathLst>
              <a:path w="39" h="58">
                <a:moveTo>
                  <a:pt x="38" y="26"/>
                </a:moveTo>
                <a:cubicBezTo>
                  <a:pt x="24" y="55"/>
                  <a:pt x="24" y="55"/>
                  <a:pt x="24" y="55"/>
                </a:cubicBezTo>
                <a:cubicBezTo>
                  <a:pt x="23" y="57"/>
                  <a:pt x="22" y="58"/>
                  <a:pt x="20" y="58"/>
                </a:cubicBezTo>
                <a:cubicBezTo>
                  <a:pt x="18" y="58"/>
                  <a:pt x="16" y="57"/>
                  <a:pt x="16" y="55"/>
                </a:cubicBezTo>
                <a:cubicBezTo>
                  <a:pt x="2" y="26"/>
                  <a:pt x="2" y="26"/>
                  <a:pt x="2" y="26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8"/>
                  <a:pt x="9" y="0"/>
                  <a:pt x="20" y="0"/>
                </a:cubicBezTo>
                <a:cubicBezTo>
                  <a:pt x="31" y="0"/>
                  <a:pt x="39" y="8"/>
                  <a:pt x="39" y="19"/>
                </a:cubicBezTo>
                <a:cubicBezTo>
                  <a:pt x="39" y="21"/>
                  <a:pt x="39" y="24"/>
                  <a:pt x="38" y="26"/>
                </a:cubicBezTo>
                <a:close/>
                <a:moveTo>
                  <a:pt x="20" y="9"/>
                </a:moveTo>
                <a:cubicBezTo>
                  <a:pt x="15" y="9"/>
                  <a:pt x="10" y="14"/>
                  <a:pt x="10" y="19"/>
                </a:cubicBezTo>
                <a:cubicBezTo>
                  <a:pt x="10" y="24"/>
                  <a:pt x="15" y="29"/>
                  <a:pt x="20" y="29"/>
                </a:cubicBezTo>
                <a:cubicBezTo>
                  <a:pt x="25" y="29"/>
                  <a:pt x="30" y="24"/>
                  <a:pt x="30" y="19"/>
                </a:cubicBezTo>
                <a:cubicBezTo>
                  <a:pt x="30" y="14"/>
                  <a:pt x="25" y="9"/>
                  <a:pt x="20" y="9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143096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nta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9"/>
          <p:cNvSpPr>
            <a:spLocks noEditPoints="1"/>
          </p:cNvSpPr>
          <p:nvPr userDrawn="1"/>
        </p:nvSpPr>
        <p:spPr bwMode="auto">
          <a:xfrm>
            <a:off x="5360224" y="1246248"/>
            <a:ext cx="1471555" cy="1471552"/>
          </a:xfrm>
          <a:custGeom>
            <a:avLst/>
            <a:gdLst/>
            <a:ahLst/>
            <a:cxnLst>
              <a:cxn ang="0">
                <a:pos x="68" y="3"/>
              </a:cxn>
              <a:cxn ang="0">
                <a:pos x="58" y="61"/>
              </a:cxn>
              <a:cxn ang="0">
                <a:pos x="57" y="63"/>
              </a:cxn>
              <a:cxn ang="0">
                <a:pos x="56" y="63"/>
              </a:cxn>
              <a:cxn ang="0">
                <a:pos x="55" y="63"/>
              </a:cxn>
              <a:cxn ang="0">
                <a:pos x="35" y="55"/>
              </a:cxn>
              <a:cxn ang="0">
                <a:pos x="23" y="67"/>
              </a:cxn>
              <a:cxn ang="0">
                <a:pos x="22" y="68"/>
              </a:cxn>
              <a:cxn ang="0">
                <a:pos x="21" y="68"/>
              </a:cxn>
              <a:cxn ang="0">
                <a:pos x="19" y="65"/>
              </a:cxn>
              <a:cxn ang="0">
                <a:pos x="19" y="48"/>
              </a:cxn>
              <a:cxn ang="0">
                <a:pos x="1" y="41"/>
              </a:cxn>
              <a:cxn ang="0">
                <a:pos x="0" y="39"/>
              </a:cxn>
              <a:cxn ang="0">
                <a:pos x="1" y="36"/>
              </a:cxn>
              <a:cxn ang="0">
                <a:pos x="64" y="0"/>
              </a:cxn>
              <a:cxn ang="0">
                <a:pos x="67" y="0"/>
              </a:cxn>
              <a:cxn ang="0">
                <a:pos x="68" y="3"/>
              </a:cxn>
              <a:cxn ang="0">
                <a:pos x="62" y="7"/>
              </a:cxn>
              <a:cxn ang="0">
                <a:pos x="8" y="38"/>
              </a:cxn>
              <a:cxn ang="0">
                <a:pos x="20" y="43"/>
              </a:cxn>
              <a:cxn ang="0">
                <a:pos x="53" y="19"/>
              </a:cxn>
              <a:cxn ang="0">
                <a:pos x="35" y="49"/>
              </a:cxn>
              <a:cxn ang="0">
                <a:pos x="54" y="57"/>
              </a:cxn>
              <a:cxn ang="0">
                <a:pos x="62" y="7"/>
              </a:cxn>
            </a:cxnLst>
            <a:rect l="0" t="0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5" y="55"/>
                  <a:pt x="35" y="55"/>
                  <a:pt x="35" y="55"/>
                </a:cubicBezTo>
                <a:cubicBezTo>
                  <a:pt x="23" y="67"/>
                  <a:pt x="23" y="67"/>
                  <a:pt x="23" y="67"/>
                </a:cubicBezTo>
                <a:cubicBezTo>
                  <a:pt x="23" y="67"/>
                  <a:pt x="22" y="68"/>
                  <a:pt x="22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0" y="67"/>
                  <a:pt x="19" y="66"/>
                  <a:pt x="19" y="65"/>
                </a:cubicBezTo>
                <a:cubicBezTo>
                  <a:pt x="19" y="48"/>
                  <a:pt x="19" y="48"/>
                  <a:pt x="19" y="48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  <a:moveTo>
                  <a:pt x="62" y="7"/>
                </a:moveTo>
                <a:cubicBezTo>
                  <a:pt x="8" y="38"/>
                  <a:pt x="8" y="38"/>
                  <a:pt x="8" y="38"/>
                </a:cubicBezTo>
                <a:cubicBezTo>
                  <a:pt x="20" y="43"/>
                  <a:pt x="20" y="43"/>
                  <a:pt x="20" y="43"/>
                </a:cubicBezTo>
                <a:cubicBezTo>
                  <a:pt x="53" y="19"/>
                  <a:pt x="53" y="19"/>
                  <a:pt x="53" y="19"/>
                </a:cubicBezTo>
                <a:cubicBezTo>
                  <a:pt x="35" y="49"/>
                  <a:pt x="35" y="49"/>
                  <a:pt x="35" y="49"/>
                </a:cubicBezTo>
                <a:cubicBezTo>
                  <a:pt x="54" y="57"/>
                  <a:pt x="54" y="57"/>
                  <a:pt x="54" y="57"/>
                </a:cubicBezTo>
                <a:lnTo>
                  <a:pt x="62" y="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17148241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21453" y="1197864"/>
            <a:ext cx="5364480" cy="402336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09453" y="1197864"/>
            <a:ext cx="5364480" cy="402336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1918171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59415349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38812987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91252"/>
            <a:ext cx="4011084" cy="943848"/>
          </a:xfrm>
        </p:spPr>
        <p:txBody>
          <a:bodyPr anchor="ctr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82601"/>
            <a:ext cx="6815667" cy="5643564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07851269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64573"/>
            <a:ext cx="7315200" cy="502766"/>
          </a:xfrm>
        </p:spPr>
        <p:txBody>
          <a:bodyPr anchor="b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04520"/>
            <a:ext cx="7315200" cy="4145280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2889671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716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36.xml"/><Relationship Id="rId3" Type="http://schemas.openxmlformats.org/officeDocument/2006/relationships/slideLayout" Target="../slideLayouts/slideLayout13.xml"/><Relationship Id="rId21" Type="http://schemas.openxmlformats.org/officeDocument/2006/relationships/slideLayout" Target="../slideLayouts/slideLayout31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35.xml"/><Relationship Id="rId3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9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34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33.xml"/><Relationship Id="rId28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31" Type="http://schemas.openxmlformats.org/officeDocument/2006/relationships/theme" Target="../theme/theme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32.xml"/><Relationship Id="rId27" Type="http://schemas.openxmlformats.org/officeDocument/2006/relationships/slideLayout" Target="../slideLayouts/slideLayout37.xml"/><Relationship Id="rId30" Type="http://schemas.openxmlformats.org/officeDocument/2006/relationships/slideLayout" Target="../slideLayouts/slideLayout40.xml"/><Relationship Id="rId8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4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4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74.xml"/><Relationship Id="rId3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69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73.xml"/><Relationship Id="rId33" Type="http://schemas.openxmlformats.org/officeDocument/2006/relationships/image" Target="../media/image4.png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77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72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31" Type="http://schemas.openxmlformats.org/officeDocument/2006/relationships/theme" Target="../theme/theme5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8.xml"/><Relationship Id="rId8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02287-43AE-984A-B16C-545A738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9E9FD-CE43-9546-8B5B-18B379FE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D6C85FB1-F8FD-C741-A2DC-BBB4E52014C6}"/>
              </a:ext>
            </a:extLst>
          </p:cNvPr>
          <p:cNvSpPr txBox="1">
            <a:spLocks/>
          </p:cNvSpPr>
          <p:nvPr userDrawn="1"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9" name="object 33">
            <a:extLst>
              <a:ext uri="{FF2B5EF4-FFF2-40B4-BE49-F238E27FC236}">
                <a16:creationId xmlns:a16="http://schemas.microsoft.com/office/drawing/2014/main" id="{64188B49-E268-6A49-BD04-4EA18EBAD2D0}"/>
              </a:ext>
            </a:extLst>
          </p:cNvPr>
          <p:cNvSpPr txBox="1">
            <a:spLocks/>
          </p:cNvSpPr>
          <p:nvPr userDrawn="1"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3B5214-62ED-F345-B6DE-317510A78A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11680D-3CC3-2D4E-8062-3CF346BB92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467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04041"/>
          </a:solidFill>
          <a:latin typeface="Bogle" panose="020B050302020306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02287-43AE-984A-B16C-545A738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9E9FD-CE43-9546-8B5B-18B379FE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D6C85FB1-F8FD-C741-A2DC-BBB4E52014C6}"/>
              </a:ext>
            </a:extLst>
          </p:cNvPr>
          <p:cNvSpPr txBox="1">
            <a:spLocks/>
          </p:cNvSpPr>
          <p:nvPr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9" name="object 33">
            <a:extLst>
              <a:ext uri="{FF2B5EF4-FFF2-40B4-BE49-F238E27FC236}">
                <a16:creationId xmlns:a16="http://schemas.microsoft.com/office/drawing/2014/main" id="{64188B49-E268-6A49-BD04-4EA18EBAD2D0}"/>
              </a:ext>
            </a:extLst>
          </p:cNvPr>
          <p:cNvSpPr txBox="1">
            <a:spLocks/>
          </p:cNvSpPr>
          <p:nvPr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1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3B5214-62ED-F345-B6DE-317510A78A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11680D-3CC3-2D4E-8062-3CF346BB92A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47C7FB-56C9-452B-BA3E-212EF996FFFD}"/>
              </a:ext>
            </a:extLst>
          </p:cNvPr>
          <p:cNvGrpSpPr/>
          <p:nvPr/>
        </p:nvGrpSpPr>
        <p:grpSpPr>
          <a:xfrm>
            <a:off x="-2352501" y="449361"/>
            <a:ext cx="1971501" cy="3367772"/>
            <a:chOff x="-2352501" y="449361"/>
            <a:chExt cx="1971501" cy="336777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C283B5-7826-4A51-9B89-A7C41DE0D688}"/>
                </a:ext>
              </a:extLst>
            </p:cNvPr>
            <p:cNvSpPr/>
            <p:nvPr/>
          </p:nvSpPr>
          <p:spPr>
            <a:xfrm>
              <a:off x="-609600" y="2189339"/>
              <a:ext cx="228600" cy="228600"/>
            </a:xfrm>
            <a:prstGeom prst="rect">
              <a:avLst/>
            </a:prstGeom>
            <a:solidFill>
              <a:srgbClr val="FFC2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AB1459-2B19-4BF9-AB56-9E824460C74B}"/>
                </a:ext>
              </a:extLst>
            </p:cNvPr>
            <p:cNvSpPr/>
            <p:nvPr/>
          </p:nvSpPr>
          <p:spPr>
            <a:xfrm>
              <a:off x="-609600" y="3206399"/>
              <a:ext cx="228600" cy="228600"/>
            </a:xfrm>
            <a:prstGeom prst="rect">
              <a:avLst/>
            </a:prstGeom>
            <a:solidFill>
              <a:srgbClr val="EE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620583-C671-42D6-8299-267BF1BCD21E}"/>
                </a:ext>
              </a:extLst>
            </p:cNvPr>
            <p:cNvGrpSpPr/>
            <p:nvPr/>
          </p:nvGrpSpPr>
          <p:grpSpPr>
            <a:xfrm>
              <a:off x="-2338086" y="449361"/>
              <a:ext cx="1957086" cy="307777"/>
              <a:chOff x="-2338086" y="449361"/>
              <a:chExt cx="1957086" cy="307777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1FC736-8583-45E2-AEA7-F2AB9823A4DD}"/>
                  </a:ext>
                </a:extLst>
              </p:cNvPr>
              <p:cNvSpPr/>
              <p:nvPr/>
            </p:nvSpPr>
            <p:spPr>
              <a:xfrm>
                <a:off x="-609600" y="488950"/>
                <a:ext cx="228600" cy="228600"/>
              </a:xfrm>
              <a:prstGeom prst="rect">
                <a:avLst/>
              </a:prstGeom>
              <a:solidFill>
                <a:srgbClr val="081F2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81F2C"/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CEB40F3-763A-456D-A08A-D35948D5EAB3}"/>
                  </a:ext>
                </a:extLst>
              </p:cNvPr>
              <p:cNvSpPr txBox="1"/>
              <p:nvPr/>
            </p:nvSpPr>
            <p:spPr>
              <a:xfrm>
                <a:off x="-2338086" y="449361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8 / 31/ 44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39092E9-DF4D-42EA-B27D-08B70BF3749B}"/>
                </a:ext>
              </a:extLst>
            </p:cNvPr>
            <p:cNvGrpSpPr/>
            <p:nvPr/>
          </p:nvGrpSpPr>
          <p:grpSpPr>
            <a:xfrm>
              <a:off x="-2352501" y="790144"/>
              <a:ext cx="1971501" cy="307777"/>
              <a:chOff x="-2352501" y="790144"/>
              <a:chExt cx="1971501" cy="307777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C0D4BBE-3348-41E9-B715-ADEFA3839BC2}"/>
                  </a:ext>
                </a:extLst>
              </p:cNvPr>
              <p:cNvSpPr/>
              <p:nvPr/>
            </p:nvSpPr>
            <p:spPr>
              <a:xfrm>
                <a:off x="-609600" y="829733"/>
                <a:ext cx="228600" cy="228600"/>
              </a:xfrm>
              <a:prstGeom prst="rect">
                <a:avLst/>
              </a:prstGeom>
              <a:solidFill>
                <a:srgbClr val="78B9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8B9E7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6EB7307-A7A9-4299-BC58-BE30596658A1}"/>
                  </a:ext>
                </a:extLst>
              </p:cNvPr>
              <p:cNvSpPr txBox="1"/>
              <p:nvPr/>
            </p:nvSpPr>
            <p:spPr>
              <a:xfrm>
                <a:off x="-2352501" y="790144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120 / 185 / 231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4766AC-AEF9-477A-AC81-00AE8FA76A96}"/>
                </a:ext>
              </a:extLst>
            </p:cNvPr>
            <p:cNvGrpSpPr/>
            <p:nvPr/>
          </p:nvGrpSpPr>
          <p:grpSpPr>
            <a:xfrm>
              <a:off x="-2352501" y="1471710"/>
              <a:ext cx="1971501" cy="307777"/>
              <a:chOff x="-2352501" y="1471710"/>
              <a:chExt cx="1971501" cy="307777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DF837DA-A7AA-4FA9-B784-79A2E096E625}"/>
                  </a:ext>
                </a:extLst>
              </p:cNvPr>
              <p:cNvSpPr/>
              <p:nvPr/>
            </p:nvSpPr>
            <p:spPr>
              <a:xfrm>
                <a:off x="-609600" y="1511299"/>
                <a:ext cx="228600" cy="228600"/>
              </a:xfrm>
              <a:prstGeom prst="rect">
                <a:avLst/>
              </a:prstGeom>
              <a:solidFill>
                <a:srgbClr val="007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1CE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04D9A2D-16B6-4003-A138-147D2A75FA93}"/>
                  </a:ext>
                </a:extLst>
              </p:cNvPr>
              <p:cNvSpPr txBox="1"/>
              <p:nvPr/>
            </p:nvSpPr>
            <p:spPr>
              <a:xfrm>
                <a:off x="-2352501" y="147171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0 / 112 / 206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FA03A35-7EA5-40A3-8A26-2F2ECABB54E3}"/>
                </a:ext>
              </a:extLst>
            </p:cNvPr>
            <p:cNvGrpSpPr/>
            <p:nvPr/>
          </p:nvGrpSpPr>
          <p:grpSpPr>
            <a:xfrm>
              <a:off x="-2352501" y="1810730"/>
              <a:ext cx="1971501" cy="307777"/>
              <a:chOff x="-2352501" y="1810730"/>
              <a:chExt cx="1971501" cy="30777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EF2FB6D-2CCC-4415-99A7-33AEB5A96599}"/>
                  </a:ext>
                </a:extLst>
              </p:cNvPr>
              <p:cNvSpPr/>
              <p:nvPr/>
            </p:nvSpPr>
            <p:spPr>
              <a:xfrm>
                <a:off x="-609600" y="1850319"/>
                <a:ext cx="228600" cy="228600"/>
              </a:xfrm>
              <a:prstGeom prst="rect">
                <a:avLst/>
              </a:prstGeom>
              <a:solidFill>
                <a:srgbClr val="EB148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AE297AF-DCAC-4D8E-B0FE-1F3A8C42342B}"/>
                  </a:ext>
                </a:extLst>
              </p:cNvPr>
              <p:cNvSpPr txBox="1"/>
              <p:nvPr/>
            </p:nvSpPr>
            <p:spPr>
              <a:xfrm>
                <a:off x="-2352501" y="181073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235 / 20 / 141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D8E2D3-8159-4572-A1AF-9DBF1D63FC58}"/>
                </a:ext>
              </a:extLst>
            </p:cNvPr>
            <p:cNvSpPr txBox="1"/>
            <p:nvPr/>
          </p:nvSpPr>
          <p:spPr>
            <a:xfrm>
              <a:off x="-2338086" y="2149750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255 / 194 / 32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10ED7E1-CE4F-4690-9F78-3ED0C88CB9D4}"/>
                </a:ext>
              </a:extLst>
            </p:cNvPr>
            <p:cNvGrpSpPr/>
            <p:nvPr/>
          </p:nvGrpSpPr>
          <p:grpSpPr>
            <a:xfrm>
              <a:off x="-2338086" y="2487726"/>
              <a:ext cx="1957086" cy="307777"/>
              <a:chOff x="-2338086" y="2487726"/>
              <a:chExt cx="1957086" cy="307777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6B34E14-6436-4CC0-A4AE-12C013E12EF0}"/>
                  </a:ext>
                </a:extLst>
              </p:cNvPr>
              <p:cNvSpPr/>
              <p:nvPr/>
            </p:nvSpPr>
            <p:spPr>
              <a:xfrm>
                <a:off x="-609600" y="2528359"/>
                <a:ext cx="228600" cy="228600"/>
              </a:xfrm>
              <a:prstGeom prst="rect">
                <a:avLst/>
              </a:prstGeom>
              <a:solidFill>
                <a:srgbClr val="76C0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3BE7F54-6D3E-4E06-9552-E973C7BE142B}"/>
                  </a:ext>
                </a:extLst>
              </p:cNvPr>
              <p:cNvSpPr txBox="1"/>
              <p:nvPr/>
            </p:nvSpPr>
            <p:spPr>
              <a:xfrm>
                <a:off x="-2338086" y="248772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118 / 192 / 67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9735A56-A3A2-400E-8D24-18857B99577B}"/>
                </a:ext>
              </a:extLst>
            </p:cNvPr>
            <p:cNvGrpSpPr/>
            <p:nvPr/>
          </p:nvGrpSpPr>
          <p:grpSpPr>
            <a:xfrm>
              <a:off x="-2338086" y="2825702"/>
              <a:ext cx="1957086" cy="307777"/>
              <a:chOff x="-2338086" y="2825702"/>
              <a:chExt cx="1957086" cy="307777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62C4DB5-52CD-4797-937E-38A31ED5D70D}"/>
                  </a:ext>
                </a:extLst>
              </p:cNvPr>
              <p:cNvSpPr/>
              <p:nvPr/>
            </p:nvSpPr>
            <p:spPr>
              <a:xfrm>
                <a:off x="-609600" y="2867379"/>
                <a:ext cx="228600" cy="228600"/>
              </a:xfrm>
              <a:prstGeom prst="rect">
                <a:avLst/>
              </a:prstGeom>
              <a:solidFill>
                <a:srgbClr val="F475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42E933-8E73-4BAE-8F79-36B257118F7C}"/>
                  </a:ext>
                </a:extLst>
              </p:cNvPr>
              <p:cNvSpPr txBox="1"/>
              <p:nvPr/>
            </p:nvSpPr>
            <p:spPr>
              <a:xfrm>
                <a:off x="-2338086" y="2825702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244 / 117 / 33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23DDFED-7FD0-4300-8BFA-A2EE13683C58}"/>
                </a:ext>
              </a:extLst>
            </p:cNvPr>
            <p:cNvSpPr txBox="1"/>
            <p:nvPr/>
          </p:nvSpPr>
          <p:spPr>
            <a:xfrm>
              <a:off x="-2338086" y="3161651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238 / 59 / 42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EA0E503-2376-447E-97CE-AD6CCFB64935}"/>
                </a:ext>
              </a:extLst>
            </p:cNvPr>
            <p:cNvGrpSpPr/>
            <p:nvPr/>
          </p:nvGrpSpPr>
          <p:grpSpPr>
            <a:xfrm>
              <a:off x="-2338086" y="3509356"/>
              <a:ext cx="1957086" cy="307777"/>
              <a:chOff x="-2338086" y="3509356"/>
              <a:chExt cx="1957086" cy="307777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0E6D90E-A361-4990-920A-3D3599798534}"/>
                  </a:ext>
                </a:extLst>
              </p:cNvPr>
              <p:cNvSpPr/>
              <p:nvPr/>
            </p:nvSpPr>
            <p:spPr>
              <a:xfrm>
                <a:off x="-609600" y="3545417"/>
                <a:ext cx="228600" cy="228600"/>
              </a:xfrm>
              <a:prstGeom prst="rect">
                <a:avLst/>
              </a:prstGeom>
              <a:solidFill>
                <a:srgbClr val="3F3F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349AB5-FC33-43FA-A03A-1E68C5107600}"/>
                  </a:ext>
                </a:extLst>
              </p:cNvPr>
              <p:cNvSpPr txBox="1"/>
              <p:nvPr/>
            </p:nvSpPr>
            <p:spPr>
              <a:xfrm>
                <a:off x="-2338086" y="350935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63 / 63 / 64</a:t>
                </a:r>
              </a:p>
            </p:txBody>
          </p:sp>
        </p:grpSp>
      </p:grpSp>
      <p:sp>
        <p:nvSpPr>
          <p:cNvPr id="38" name="Holder 6">
            <a:extLst>
              <a:ext uri="{FF2B5EF4-FFF2-40B4-BE49-F238E27FC236}">
                <a16:creationId xmlns:a16="http://schemas.microsoft.com/office/drawing/2014/main" id="{7FD24771-4007-4261-9A8D-94578239244E}"/>
              </a:ext>
            </a:extLst>
          </p:cNvPr>
          <p:cNvSpPr txBox="1">
            <a:spLocks/>
          </p:cNvSpPr>
          <p:nvPr userDrawn="1"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39" name="object 33">
            <a:extLst>
              <a:ext uri="{FF2B5EF4-FFF2-40B4-BE49-F238E27FC236}">
                <a16:creationId xmlns:a16="http://schemas.microsoft.com/office/drawing/2014/main" id="{B3F92064-7C4B-447E-8850-3FCCECB6DAEB}"/>
              </a:ext>
            </a:extLst>
          </p:cNvPr>
          <p:cNvSpPr txBox="1">
            <a:spLocks/>
          </p:cNvSpPr>
          <p:nvPr userDrawn="1"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016DC48-62D2-49CB-8041-958F0F388E18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A6A46C6-0B23-4F64-831C-17478B95C48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0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04041"/>
          </a:solidFill>
          <a:latin typeface="Bogle" panose="020B050302020306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93800"/>
            <a:ext cx="10972800" cy="4752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1280"/>
            <a:ext cx="12192000" cy="4267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Lato Light" panose="020F0302020204030203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8257"/>
            <a:ext cx="10972800" cy="666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711200" y="6431279"/>
            <a:ext cx="609600" cy="42672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3" name="Group 42"/>
          <p:cNvGrpSpPr/>
          <p:nvPr/>
        </p:nvGrpSpPr>
        <p:grpSpPr>
          <a:xfrm>
            <a:off x="9956800" y="6495043"/>
            <a:ext cx="1625600" cy="332688"/>
            <a:chOff x="2826032" y="2866132"/>
            <a:chExt cx="6368767" cy="1303397"/>
          </a:xfrm>
        </p:grpSpPr>
        <p:pic>
          <p:nvPicPr>
            <p:cNvPr id="44" name="Picture 43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7060"/>
            <a:stretch/>
          </p:blipFill>
          <p:spPr>
            <a:xfrm>
              <a:off x="3865565" y="2866132"/>
              <a:ext cx="3400259" cy="1303397"/>
            </a:xfrm>
            <a:prstGeom prst="rect">
              <a:avLst/>
            </a:prstGeom>
          </p:spPr>
        </p:pic>
        <p:pic>
          <p:nvPicPr>
            <p:cNvPr id="45" name="Picture 44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1395"/>
            <a:stretch/>
          </p:blipFill>
          <p:spPr>
            <a:xfrm>
              <a:off x="7357533" y="2866132"/>
              <a:ext cx="1837266" cy="1303397"/>
            </a:xfrm>
            <a:prstGeom prst="rect">
              <a:avLst/>
            </a:prstGeom>
          </p:spPr>
        </p:pic>
        <p:pic>
          <p:nvPicPr>
            <p:cNvPr id="46" name="Picture 45"/>
            <p:cNvPicPr>
              <a:picLocks noChangeAspect="1"/>
            </p:cNvPicPr>
            <p:nvPr userDrawn="1"/>
          </p:nvPicPr>
          <p:blipFill rotWithShape="1">
            <a:blip r:embed="rId3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3863" r="30319"/>
            <a:stretch/>
          </p:blipFill>
          <p:spPr>
            <a:xfrm>
              <a:off x="2826032" y="2991271"/>
              <a:ext cx="895374" cy="11486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3959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733" b="0">
          <a:solidFill>
            <a:schemeClr val="accent6"/>
          </a:solidFill>
          <a:latin typeface="Bogle" charset="0"/>
          <a:ea typeface="Bogle" charset="0"/>
          <a:cs typeface="Bogle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9pPr>
    </p:titleStyle>
    <p:bodyStyle>
      <a:lvl1pPr marL="365751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SzPct val="120000"/>
        <a:buFont typeface="Times" pitchFamily="18" charset="0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1pPr>
      <a:lvl2pPr marL="609585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–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2pPr>
      <a:lvl3pPr marL="97533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Times" pitchFamily="18" charset="0"/>
        <a:buChar char="•"/>
        <a:defRPr sz="2133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3pPr>
      <a:lvl4pPr marL="134108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Estrangelo Edessa" panose="03080600000000000000" pitchFamily="66" charset="0"/>
        <a:buChar char="›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4pPr>
      <a:lvl5pPr marL="1706837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»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5pPr>
      <a:lvl6pPr marL="274313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35271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396230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457188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02287-43AE-984A-B16C-545A738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9E9FD-CE43-9546-8B5B-18B379FE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D6C85FB1-F8FD-C741-A2DC-BBB4E52014C6}"/>
              </a:ext>
            </a:extLst>
          </p:cNvPr>
          <p:cNvSpPr txBox="1">
            <a:spLocks/>
          </p:cNvSpPr>
          <p:nvPr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9" name="object 33">
            <a:extLst>
              <a:ext uri="{FF2B5EF4-FFF2-40B4-BE49-F238E27FC236}">
                <a16:creationId xmlns:a16="http://schemas.microsoft.com/office/drawing/2014/main" id="{64188B49-E268-6A49-BD04-4EA18EBAD2D0}"/>
              </a:ext>
            </a:extLst>
          </p:cNvPr>
          <p:cNvSpPr txBox="1">
            <a:spLocks/>
          </p:cNvSpPr>
          <p:nvPr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1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3B5214-62ED-F345-B6DE-317510A78A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11680D-3CC3-2D4E-8062-3CF346BB92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47C7FB-56C9-452B-BA3E-212EF996FFFD}"/>
              </a:ext>
            </a:extLst>
          </p:cNvPr>
          <p:cNvGrpSpPr/>
          <p:nvPr/>
        </p:nvGrpSpPr>
        <p:grpSpPr>
          <a:xfrm>
            <a:off x="-2352501" y="449361"/>
            <a:ext cx="1971501" cy="3367772"/>
            <a:chOff x="-2352501" y="449361"/>
            <a:chExt cx="1971501" cy="336777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C283B5-7826-4A51-9B89-A7C41DE0D688}"/>
                </a:ext>
              </a:extLst>
            </p:cNvPr>
            <p:cNvSpPr/>
            <p:nvPr/>
          </p:nvSpPr>
          <p:spPr>
            <a:xfrm>
              <a:off x="-609600" y="2189339"/>
              <a:ext cx="228600" cy="228600"/>
            </a:xfrm>
            <a:prstGeom prst="rect">
              <a:avLst/>
            </a:prstGeom>
            <a:solidFill>
              <a:srgbClr val="FFC2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AB1459-2B19-4BF9-AB56-9E824460C74B}"/>
                </a:ext>
              </a:extLst>
            </p:cNvPr>
            <p:cNvSpPr/>
            <p:nvPr/>
          </p:nvSpPr>
          <p:spPr>
            <a:xfrm>
              <a:off x="-609600" y="3206399"/>
              <a:ext cx="228600" cy="228600"/>
            </a:xfrm>
            <a:prstGeom prst="rect">
              <a:avLst/>
            </a:prstGeom>
            <a:solidFill>
              <a:srgbClr val="EE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620583-C671-42D6-8299-267BF1BCD21E}"/>
                </a:ext>
              </a:extLst>
            </p:cNvPr>
            <p:cNvGrpSpPr/>
            <p:nvPr/>
          </p:nvGrpSpPr>
          <p:grpSpPr>
            <a:xfrm>
              <a:off x="-2338086" y="449361"/>
              <a:ext cx="1957086" cy="307777"/>
              <a:chOff x="-2338086" y="449361"/>
              <a:chExt cx="1957086" cy="307777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1FC736-8583-45E2-AEA7-F2AB9823A4DD}"/>
                  </a:ext>
                </a:extLst>
              </p:cNvPr>
              <p:cNvSpPr/>
              <p:nvPr/>
            </p:nvSpPr>
            <p:spPr>
              <a:xfrm>
                <a:off x="-609600" y="488950"/>
                <a:ext cx="228600" cy="228600"/>
              </a:xfrm>
              <a:prstGeom prst="rect">
                <a:avLst/>
              </a:prstGeom>
              <a:solidFill>
                <a:srgbClr val="081F2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81F2C"/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CEB40F3-763A-456D-A08A-D35948D5EAB3}"/>
                  </a:ext>
                </a:extLst>
              </p:cNvPr>
              <p:cNvSpPr txBox="1"/>
              <p:nvPr/>
            </p:nvSpPr>
            <p:spPr>
              <a:xfrm>
                <a:off x="-2338086" y="449361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8 / 31/ 44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39092E9-DF4D-42EA-B27D-08B70BF3749B}"/>
                </a:ext>
              </a:extLst>
            </p:cNvPr>
            <p:cNvGrpSpPr/>
            <p:nvPr/>
          </p:nvGrpSpPr>
          <p:grpSpPr>
            <a:xfrm>
              <a:off x="-2352501" y="790144"/>
              <a:ext cx="1971501" cy="307777"/>
              <a:chOff x="-2352501" y="790144"/>
              <a:chExt cx="1971501" cy="307777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C0D4BBE-3348-41E9-B715-ADEFA3839BC2}"/>
                  </a:ext>
                </a:extLst>
              </p:cNvPr>
              <p:cNvSpPr/>
              <p:nvPr/>
            </p:nvSpPr>
            <p:spPr>
              <a:xfrm>
                <a:off x="-609600" y="829733"/>
                <a:ext cx="228600" cy="228600"/>
              </a:xfrm>
              <a:prstGeom prst="rect">
                <a:avLst/>
              </a:prstGeom>
              <a:solidFill>
                <a:srgbClr val="78B9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8B9E7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6EB7307-A7A9-4299-BC58-BE30596658A1}"/>
                  </a:ext>
                </a:extLst>
              </p:cNvPr>
              <p:cNvSpPr txBox="1"/>
              <p:nvPr/>
            </p:nvSpPr>
            <p:spPr>
              <a:xfrm>
                <a:off x="-2352501" y="790144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120 / 185 / 231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4766AC-AEF9-477A-AC81-00AE8FA76A96}"/>
                </a:ext>
              </a:extLst>
            </p:cNvPr>
            <p:cNvGrpSpPr/>
            <p:nvPr/>
          </p:nvGrpSpPr>
          <p:grpSpPr>
            <a:xfrm>
              <a:off x="-2352501" y="1471710"/>
              <a:ext cx="1971501" cy="307777"/>
              <a:chOff x="-2352501" y="1471710"/>
              <a:chExt cx="1971501" cy="307777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DF837DA-A7AA-4FA9-B784-79A2E096E625}"/>
                  </a:ext>
                </a:extLst>
              </p:cNvPr>
              <p:cNvSpPr/>
              <p:nvPr/>
            </p:nvSpPr>
            <p:spPr>
              <a:xfrm>
                <a:off x="-609600" y="1511299"/>
                <a:ext cx="228600" cy="228600"/>
              </a:xfrm>
              <a:prstGeom prst="rect">
                <a:avLst/>
              </a:prstGeom>
              <a:solidFill>
                <a:srgbClr val="007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1CE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04D9A2D-16B6-4003-A138-147D2A75FA93}"/>
                  </a:ext>
                </a:extLst>
              </p:cNvPr>
              <p:cNvSpPr txBox="1"/>
              <p:nvPr/>
            </p:nvSpPr>
            <p:spPr>
              <a:xfrm>
                <a:off x="-2352501" y="147171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0 / 112 / 206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FA03A35-7EA5-40A3-8A26-2F2ECABB54E3}"/>
                </a:ext>
              </a:extLst>
            </p:cNvPr>
            <p:cNvGrpSpPr/>
            <p:nvPr/>
          </p:nvGrpSpPr>
          <p:grpSpPr>
            <a:xfrm>
              <a:off x="-2352501" y="1810730"/>
              <a:ext cx="1971501" cy="307777"/>
              <a:chOff x="-2352501" y="1810730"/>
              <a:chExt cx="1971501" cy="30777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EF2FB6D-2CCC-4415-99A7-33AEB5A96599}"/>
                  </a:ext>
                </a:extLst>
              </p:cNvPr>
              <p:cNvSpPr/>
              <p:nvPr/>
            </p:nvSpPr>
            <p:spPr>
              <a:xfrm>
                <a:off x="-609600" y="1850319"/>
                <a:ext cx="228600" cy="228600"/>
              </a:xfrm>
              <a:prstGeom prst="rect">
                <a:avLst/>
              </a:prstGeom>
              <a:solidFill>
                <a:srgbClr val="EB148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AE297AF-DCAC-4D8E-B0FE-1F3A8C42342B}"/>
                  </a:ext>
                </a:extLst>
              </p:cNvPr>
              <p:cNvSpPr txBox="1"/>
              <p:nvPr/>
            </p:nvSpPr>
            <p:spPr>
              <a:xfrm>
                <a:off x="-2352501" y="181073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235 / 20 / 141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D8E2D3-8159-4572-A1AF-9DBF1D63FC58}"/>
                </a:ext>
              </a:extLst>
            </p:cNvPr>
            <p:cNvSpPr txBox="1"/>
            <p:nvPr/>
          </p:nvSpPr>
          <p:spPr>
            <a:xfrm>
              <a:off x="-2338086" y="2149750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255 / 194 / 32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10ED7E1-CE4F-4690-9F78-3ED0C88CB9D4}"/>
                </a:ext>
              </a:extLst>
            </p:cNvPr>
            <p:cNvGrpSpPr/>
            <p:nvPr/>
          </p:nvGrpSpPr>
          <p:grpSpPr>
            <a:xfrm>
              <a:off x="-2338086" y="2487726"/>
              <a:ext cx="1957086" cy="307777"/>
              <a:chOff x="-2338086" y="2487726"/>
              <a:chExt cx="1957086" cy="307777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6B34E14-6436-4CC0-A4AE-12C013E12EF0}"/>
                  </a:ext>
                </a:extLst>
              </p:cNvPr>
              <p:cNvSpPr/>
              <p:nvPr/>
            </p:nvSpPr>
            <p:spPr>
              <a:xfrm>
                <a:off x="-609600" y="2528359"/>
                <a:ext cx="228600" cy="228600"/>
              </a:xfrm>
              <a:prstGeom prst="rect">
                <a:avLst/>
              </a:prstGeom>
              <a:solidFill>
                <a:srgbClr val="76C0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3BE7F54-6D3E-4E06-9552-E973C7BE142B}"/>
                  </a:ext>
                </a:extLst>
              </p:cNvPr>
              <p:cNvSpPr txBox="1"/>
              <p:nvPr/>
            </p:nvSpPr>
            <p:spPr>
              <a:xfrm>
                <a:off x="-2338086" y="248772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118 / 192 / 67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9735A56-A3A2-400E-8D24-18857B99577B}"/>
                </a:ext>
              </a:extLst>
            </p:cNvPr>
            <p:cNvGrpSpPr/>
            <p:nvPr/>
          </p:nvGrpSpPr>
          <p:grpSpPr>
            <a:xfrm>
              <a:off x="-2338086" y="2825702"/>
              <a:ext cx="1957086" cy="307777"/>
              <a:chOff x="-2338086" y="2825702"/>
              <a:chExt cx="1957086" cy="307777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62C4DB5-52CD-4797-937E-38A31ED5D70D}"/>
                  </a:ext>
                </a:extLst>
              </p:cNvPr>
              <p:cNvSpPr/>
              <p:nvPr/>
            </p:nvSpPr>
            <p:spPr>
              <a:xfrm>
                <a:off x="-609600" y="2867379"/>
                <a:ext cx="228600" cy="228600"/>
              </a:xfrm>
              <a:prstGeom prst="rect">
                <a:avLst/>
              </a:prstGeom>
              <a:solidFill>
                <a:srgbClr val="F475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42E933-8E73-4BAE-8F79-36B257118F7C}"/>
                  </a:ext>
                </a:extLst>
              </p:cNvPr>
              <p:cNvSpPr txBox="1"/>
              <p:nvPr/>
            </p:nvSpPr>
            <p:spPr>
              <a:xfrm>
                <a:off x="-2338086" y="2825702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244 / 117 / 33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23DDFED-7FD0-4300-8BFA-A2EE13683C58}"/>
                </a:ext>
              </a:extLst>
            </p:cNvPr>
            <p:cNvSpPr txBox="1"/>
            <p:nvPr/>
          </p:nvSpPr>
          <p:spPr>
            <a:xfrm>
              <a:off x="-2338086" y="3161651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238 / 59 / 42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EA0E503-2376-447E-97CE-AD6CCFB64935}"/>
                </a:ext>
              </a:extLst>
            </p:cNvPr>
            <p:cNvGrpSpPr/>
            <p:nvPr/>
          </p:nvGrpSpPr>
          <p:grpSpPr>
            <a:xfrm>
              <a:off x="-2338086" y="3509356"/>
              <a:ext cx="1957086" cy="307777"/>
              <a:chOff x="-2338086" y="3509356"/>
              <a:chExt cx="1957086" cy="307777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0E6D90E-A361-4990-920A-3D3599798534}"/>
                  </a:ext>
                </a:extLst>
              </p:cNvPr>
              <p:cNvSpPr/>
              <p:nvPr/>
            </p:nvSpPr>
            <p:spPr>
              <a:xfrm>
                <a:off x="-609600" y="3545417"/>
                <a:ext cx="228600" cy="228600"/>
              </a:xfrm>
              <a:prstGeom prst="rect">
                <a:avLst/>
              </a:prstGeom>
              <a:solidFill>
                <a:srgbClr val="3F3F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349AB5-FC33-43FA-A03A-1E68C5107600}"/>
                  </a:ext>
                </a:extLst>
              </p:cNvPr>
              <p:cNvSpPr txBox="1"/>
              <p:nvPr/>
            </p:nvSpPr>
            <p:spPr>
              <a:xfrm>
                <a:off x="-2338086" y="350935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63 / 63 / 64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9778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04041"/>
          </a:solidFill>
          <a:latin typeface="Bogle" panose="020B050302020306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93800"/>
            <a:ext cx="10972800" cy="4752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1280"/>
            <a:ext cx="12192000" cy="4267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Lato Light" panose="020F0302020204030203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8257"/>
            <a:ext cx="10972800" cy="666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711200" y="6431279"/>
            <a:ext cx="609600" cy="42672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3" name="Group 42"/>
          <p:cNvGrpSpPr/>
          <p:nvPr/>
        </p:nvGrpSpPr>
        <p:grpSpPr>
          <a:xfrm>
            <a:off x="9956800" y="6495043"/>
            <a:ext cx="1625600" cy="332688"/>
            <a:chOff x="2826032" y="2866132"/>
            <a:chExt cx="6368767" cy="1303397"/>
          </a:xfrm>
        </p:grpSpPr>
        <p:pic>
          <p:nvPicPr>
            <p:cNvPr id="44" name="Picture 43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7060"/>
            <a:stretch/>
          </p:blipFill>
          <p:spPr>
            <a:xfrm>
              <a:off x="3865565" y="2866132"/>
              <a:ext cx="3400259" cy="1303397"/>
            </a:xfrm>
            <a:prstGeom prst="rect">
              <a:avLst/>
            </a:prstGeom>
          </p:spPr>
        </p:pic>
        <p:pic>
          <p:nvPicPr>
            <p:cNvPr id="45" name="Picture 44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1395"/>
            <a:stretch/>
          </p:blipFill>
          <p:spPr>
            <a:xfrm>
              <a:off x="7357533" y="2866132"/>
              <a:ext cx="1837266" cy="1303397"/>
            </a:xfrm>
            <a:prstGeom prst="rect">
              <a:avLst/>
            </a:prstGeom>
          </p:spPr>
        </p:pic>
        <p:pic>
          <p:nvPicPr>
            <p:cNvPr id="46" name="Picture 45"/>
            <p:cNvPicPr>
              <a:picLocks noChangeAspect="1"/>
            </p:cNvPicPr>
            <p:nvPr userDrawn="1"/>
          </p:nvPicPr>
          <p:blipFill rotWithShape="1">
            <a:blip r:embed="rId3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3863" r="30319"/>
            <a:stretch/>
          </p:blipFill>
          <p:spPr>
            <a:xfrm>
              <a:off x="2826032" y="2991271"/>
              <a:ext cx="895374" cy="11486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018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  <p:sldLayoutId id="2147483752" r:id="rId30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733" b="0">
          <a:solidFill>
            <a:schemeClr val="accent6"/>
          </a:solidFill>
          <a:latin typeface="Bogle" charset="0"/>
          <a:ea typeface="Bogle" charset="0"/>
          <a:cs typeface="Bogle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9pPr>
    </p:titleStyle>
    <p:bodyStyle>
      <a:lvl1pPr marL="365751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SzPct val="120000"/>
        <a:buFont typeface="Times" pitchFamily="18" charset="0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1pPr>
      <a:lvl2pPr marL="609585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–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2pPr>
      <a:lvl3pPr marL="97533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Times" pitchFamily="18" charset="0"/>
        <a:buChar char="•"/>
        <a:defRPr sz="2133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3pPr>
      <a:lvl4pPr marL="134108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Estrangelo Edessa" panose="03080600000000000000" pitchFamily="66" charset="0"/>
        <a:buChar char="›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4pPr>
      <a:lvl5pPr marL="1706837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»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5pPr>
      <a:lvl6pPr marL="274313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35271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396230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457188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3">
            <a:extLst>
              <a:ext uri="{FF2B5EF4-FFF2-40B4-BE49-F238E27FC236}">
                <a16:creationId xmlns:a16="http://schemas.microsoft.com/office/drawing/2014/main" id="{EF288915-7E5B-9143-8B8C-0F0DC3D0980D}"/>
              </a:ext>
            </a:extLst>
          </p:cNvPr>
          <p:cNvSpPr txBox="1">
            <a:spLocks/>
          </p:cNvSpPr>
          <p:nvPr userDrawn="1"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</p:spTree>
    <p:extLst>
      <p:ext uri="{BB962C8B-B14F-4D97-AF65-F5344CB8AC3E}">
        <p14:creationId xmlns:p14="http://schemas.microsoft.com/office/powerpoint/2010/main" val="418633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539304F-5588-4142-A91C-75DA24DEEA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251" t="14812" r="18640" b="22032"/>
          <a:stretch/>
        </p:blipFill>
        <p:spPr>
          <a:xfrm>
            <a:off x="3985437" y="744906"/>
            <a:ext cx="4221125" cy="3264197"/>
          </a:xfrm>
          <a:prstGeom prst="rect">
            <a:avLst/>
          </a:prstGeom>
        </p:spPr>
      </p:pic>
      <p:sp>
        <p:nvSpPr>
          <p:cNvPr id="13" name="object 10">
            <a:extLst>
              <a:ext uri="{FF2B5EF4-FFF2-40B4-BE49-F238E27FC236}">
                <a16:creationId xmlns:a16="http://schemas.microsoft.com/office/drawing/2014/main" id="{EA4DAB1C-F0D2-1F45-80F4-E09A620A6446}"/>
              </a:ext>
            </a:extLst>
          </p:cNvPr>
          <p:cNvSpPr txBox="1"/>
          <p:nvPr/>
        </p:nvSpPr>
        <p:spPr>
          <a:xfrm>
            <a:off x="241160" y="4327383"/>
            <a:ext cx="11705034" cy="1938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3200" dirty="0">
                <a:solidFill>
                  <a:srgbClr val="0D1D2B"/>
                </a:solidFill>
                <a:latin typeface="Bogle"/>
                <a:cs typeface="Bogle"/>
              </a:rPr>
              <a:t>Review Meet: Week 7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3200" dirty="0">
                <a:solidFill>
                  <a:srgbClr val="0D1D2B"/>
                </a:solidFill>
                <a:latin typeface="Bogle"/>
                <a:cs typeface="Bogle"/>
              </a:rPr>
              <a:t>July 9</a:t>
            </a:r>
            <a:r>
              <a:rPr lang="en-US" sz="3200" baseline="30000" dirty="0">
                <a:solidFill>
                  <a:srgbClr val="0D1D2B"/>
                </a:solidFill>
                <a:latin typeface="Bogle"/>
                <a:cs typeface="Bogle"/>
              </a:rPr>
              <a:t>th</a:t>
            </a:r>
            <a:r>
              <a:rPr lang="en-US" sz="3200" dirty="0">
                <a:solidFill>
                  <a:srgbClr val="0D1D2B"/>
                </a:solidFill>
                <a:latin typeface="Bogle"/>
                <a:cs typeface="Bogle"/>
              </a:rPr>
              <a:t>, 2021</a:t>
            </a:r>
            <a:endParaRPr lang="en-US" sz="2800" dirty="0">
              <a:solidFill>
                <a:srgbClr val="0D1D2B"/>
              </a:solidFill>
              <a:latin typeface="Bogle"/>
              <a:cs typeface="Bogle"/>
            </a:endParaRP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endParaRPr lang="en-US" sz="2000" dirty="0">
              <a:solidFill>
                <a:srgbClr val="0D1D2B"/>
              </a:solidFill>
              <a:latin typeface="Bogle"/>
              <a:cs typeface="Bogle"/>
            </a:endParaRP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1400" dirty="0">
                <a:solidFill>
                  <a:srgbClr val="0D1D2B"/>
                </a:solidFill>
                <a:latin typeface="Bogle"/>
                <a:cs typeface="Bogle"/>
              </a:rPr>
              <a:t>Name: Rishabh Thapliyal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1400" dirty="0">
                <a:solidFill>
                  <a:srgbClr val="0D1D2B"/>
                </a:solidFill>
                <a:latin typeface="Bogle"/>
                <a:cs typeface="Bogle"/>
              </a:rPr>
              <a:t>Mentor: Syed Faraz Ali &amp; Mallikharjuna MV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1400" dirty="0">
                <a:solidFill>
                  <a:srgbClr val="0D1D2B"/>
                </a:solidFill>
                <a:latin typeface="Bogle"/>
                <a:cs typeface="Bogle"/>
              </a:rPr>
              <a:t>Manager: Subhasish Misra</a:t>
            </a:r>
          </a:p>
        </p:txBody>
      </p:sp>
    </p:spTree>
    <p:extLst>
      <p:ext uri="{BB962C8B-B14F-4D97-AF65-F5344CB8AC3E}">
        <p14:creationId xmlns:p14="http://schemas.microsoft.com/office/powerpoint/2010/main" val="4268606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1D3FC-09EA-421E-9DF8-3A48AE708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321"/>
            <a:ext cx="10766809" cy="797734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F1DA11-19E4-4712-ACB6-975862A4A3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5766897"/>
              </p:ext>
            </p:extLst>
          </p:nvPr>
        </p:nvGraphicFramePr>
        <p:xfrm>
          <a:off x="712596" y="1497204"/>
          <a:ext cx="10766808" cy="4675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3303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9605D-A20F-449C-9146-C434375C7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800853"/>
          </a:xfrm>
        </p:spPr>
        <p:txBody>
          <a:bodyPr>
            <a:normAutofit/>
          </a:bodyPr>
          <a:lstStyle/>
          <a:p>
            <a:r>
              <a:rPr lang="en-US" dirty="0"/>
              <a:t>Recap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1907C1B-AB9B-4289-9595-57D71E08C2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8248013"/>
              </p:ext>
            </p:extLst>
          </p:nvPr>
        </p:nvGraphicFramePr>
        <p:xfrm>
          <a:off x="140678" y="1225899"/>
          <a:ext cx="11595798" cy="5084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5034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223A6-EF68-45D9-A56C-D5CF92A3A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353" y="193935"/>
            <a:ext cx="10515600" cy="750612"/>
          </a:xfrm>
        </p:spPr>
        <p:txBody>
          <a:bodyPr/>
          <a:lstStyle/>
          <a:p>
            <a:r>
              <a:rPr lang="en-US" dirty="0"/>
              <a:t>Update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3907D8-032F-41FC-A134-1457CB4D95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884244"/>
              </p:ext>
            </p:extLst>
          </p:nvPr>
        </p:nvGraphicFramePr>
        <p:xfrm>
          <a:off x="281353" y="1024933"/>
          <a:ext cx="11575701" cy="5335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14902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FA61E-58D6-4125-86B8-C65B73361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765" y="253882"/>
            <a:ext cx="10515600" cy="479305"/>
          </a:xfrm>
        </p:spPr>
        <p:txBody>
          <a:bodyPr>
            <a:normAutofit fontScale="90000"/>
          </a:bodyPr>
          <a:lstStyle/>
          <a:p>
            <a:r>
              <a:rPr lang="en-US" dirty="0"/>
              <a:t>ITEM1_DESC mapping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5812FC3-AD80-40BD-8EA8-1505C07090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0051" y="1488831"/>
          <a:ext cx="5250264" cy="220927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625132">
                  <a:extLst>
                    <a:ext uri="{9D8B030D-6E8A-4147-A177-3AD203B41FA5}">
                      <a16:colId xmlns:a16="http://schemas.microsoft.com/office/drawing/2014/main" val="3074903026"/>
                    </a:ext>
                  </a:extLst>
                </a:gridCol>
                <a:gridCol w="2625132">
                  <a:extLst>
                    <a:ext uri="{9D8B030D-6E8A-4147-A177-3AD203B41FA5}">
                      <a16:colId xmlns:a16="http://schemas.microsoft.com/office/drawing/2014/main" val="2010026567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ITEM1_DESC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441972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'RASPBERRY 12OZ'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396600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'RASPBERRY 12OZ'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519330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'APPLE KORU BULK'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661098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'APPLE KORU BULK'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41692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163427-B8BF-4AAB-BAFC-2DCF8544FB1C}"/>
              </a:ext>
            </a:extLst>
          </p:cNvPr>
          <p:cNvGraphicFramePr>
            <a:graphicFrameLocks/>
          </p:cNvGraphicFramePr>
          <p:nvPr/>
        </p:nvGraphicFramePr>
        <p:xfrm>
          <a:off x="6286918" y="1488831"/>
          <a:ext cx="5250264" cy="220927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{00A15C55-8517-42AA-B614-E9B94910E393}</a:tableStyleId>
              </a:tblPr>
              <a:tblGrid>
                <a:gridCol w="2625132">
                  <a:extLst>
                    <a:ext uri="{9D8B030D-6E8A-4147-A177-3AD203B41FA5}">
                      <a16:colId xmlns:a16="http://schemas.microsoft.com/office/drawing/2014/main" val="3074903026"/>
                    </a:ext>
                  </a:extLst>
                </a:gridCol>
                <a:gridCol w="2625132">
                  <a:extLst>
                    <a:ext uri="{9D8B030D-6E8A-4147-A177-3AD203B41FA5}">
                      <a16:colId xmlns:a16="http://schemas.microsoft.com/office/drawing/2014/main" val="2010026567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ITEM1_DESC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441972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'RASPBERRY 12OZ'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396600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'RASPBERRY 12OZ'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661098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'APPLE KORU BULK'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*by model prediction*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187334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'APPLE KORU BULK'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*by model prediction*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367993"/>
                  </a:ext>
                </a:extLst>
              </a:tr>
            </a:tbl>
          </a:graphicData>
        </a:graphic>
      </p:graphicFrame>
      <p:sp>
        <p:nvSpPr>
          <p:cNvPr id="6" name="Wave 5">
            <a:extLst>
              <a:ext uri="{FF2B5EF4-FFF2-40B4-BE49-F238E27FC236}">
                <a16:creationId xmlns:a16="http://schemas.microsoft.com/office/drawing/2014/main" id="{E1369CA5-F200-4465-B36B-834A6A49B5A9}"/>
              </a:ext>
            </a:extLst>
          </p:cNvPr>
          <p:cNvSpPr/>
          <p:nvPr/>
        </p:nvSpPr>
        <p:spPr>
          <a:xfrm>
            <a:off x="1175658" y="946221"/>
            <a:ext cx="3959051" cy="361740"/>
          </a:xfrm>
          <a:prstGeom prst="wave">
            <a:avLst/>
          </a:prstGeom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 DATA</a:t>
            </a:r>
          </a:p>
        </p:txBody>
      </p:sp>
      <p:sp>
        <p:nvSpPr>
          <p:cNvPr id="7" name="Wave 6">
            <a:extLst>
              <a:ext uri="{FF2B5EF4-FFF2-40B4-BE49-F238E27FC236}">
                <a16:creationId xmlns:a16="http://schemas.microsoft.com/office/drawing/2014/main" id="{63FF0B9E-1344-4865-8121-95F9E8F09557}"/>
              </a:ext>
            </a:extLst>
          </p:cNvPr>
          <p:cNvSpPr/>
          <p:nvPr/>
        </p:nvSpPr>
        <p:spPr>
          <a:xfrm>
            <a:off x="6932525" y="930139"/>
            <a:ext cx="3959051" cy="361740"/>
          </a:xfrm>
          <a:prstGeom prst="wave">
            <a:avLst/>
          </a:prstGeom>
          <a:ln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9BCF62-62B5-40D0-ADA9-13B4D145E898}"/>
              </a:ext>
            </a:extLst>
          </p:cNvPr>
          <p:cNvSpPr txBox="1"/>
          <p:nvPr/>
        </p:nvSpPr>
        <p:spPr>
          <a:xfrm>
            <a:off x="530050" y="3934534"/>
            <a:ext cx="11007131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No. of unique ITEM1_DESC that are common between train and test: 89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no. of test data predicted using mapping: 1770 (0.7% of the complete test data)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FEDD4C-3AD1-4623-AF62-E042416486DB}"/>
              </a:ext>
            </a:extLst>
          </p:cNvPr>
          <p:cNvSpPr txBox="1"/>
          <p:nvPr/>
        </p:nvSpPr>
        <p:spPr>
          <a:xfrm>
            <a:off x="530050" y="4823209"/>
            <a:ext cx="11007131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Trust factor for TARGETS predicted using ITEM1_DESC mapping-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/>
              <a:t>TF cat: 74.51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/>
              <a:t>TF var: 96.10</a:t>
            </a:r>
          </a:p>
        </p:txBody>
      </p:sp>
    </p:spTree>
    <p:extLst>
      <p:ext uri="{BB962C8B-B14F-4D97-AF65-F5344CB8AC3E}">
        <p14:creationId xmlns:p14="http://schemas.microsoft.com/office/powerpoint/2010/main" val="984738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C2CE5-157F-4D4C-ABB8-752F6BC08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45" y="150604"/>
            <a:ext cx="10515600" cy="479306"/>
          </a:xfrm>
        </p:spPr>
        <p:txBody>
          <a:bodyPr>
            <a:normAutofit fontScale="90000"/>
          </a:bodyPr>
          <a:lstStyle/>
          <a:p>
            <a:r>
              <a:rPr lang="en-US" dirty="0"/>
              <a:t>FastText 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32C050B5-FD48-4A2B-A288-4AA06F6078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4266774"/>
              </p:ext>
            </p:extLst>
          </p:nvPr>
        </p:nvGraphicFramePr>
        <p:xfrm>
          <a:off x="634716" y="2040129"/>
          <a:ext cx="10890745" cy="2926080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07051">
                  <a:extLst>
                    <a:ext uri="{9D8B030D-6E8A-4147-A177-3AD203B41FA5}">
                      <a16:colId xmlns:a16="http://schemas.microsoft.com/office/drawing/2014/main" val="4063345073"/>
                    </a:ext>
                  </a:extLst>
                </a:gridCol>
                <a:gridCol w="747908">
                  <a:extLst>
                    <a:ext uri="{9D8B030D-6E8A-4147-A177-3AD203B41FA5}">
                      <a16:colId xmlns:a16="http://schemas.microsoft.com/office/drawing/2014/main" val="3803791866"/>
                    </a:ext>
                  </a:extLst>
                </a:gridCol>
                <a:gridCol w="1016714">
                  <a:extLst>
                    <a:ext uri="{9D8B030D-6E8A-4147-A177-3AD203B41FA5}">
                      <a16:colId xmlns:a16="http://schemas.microsoft.com/office/drawing/2014/main" val="235275921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4137612170"/>
                    </a:ext>
                  </a:extLst>
                </a:gridCol>
                <a:gridCol w="934497">
                  <a:extLst>
                    <a:ext uri="{9D8B030D-6E8A-4147-A177-3AD203B41FA5}">
                      <a16:colId xmlns:a16="http://schemas.microsoft.com/office/drawing/2014/main" val="3357353697"/>
                    </a:ext>
                  </a:extLst>
                </a:gridCol>
                <a:gridCol w="1396721">
                  <a:extLst>
                    <a:ext uri="{9D8B030D-6E8A-4147-A177-3AD203B41FA5}">
                      <a16:colId xmlns:a16="http://schemas.microsoft.com/office/drawing/2014/main" val="1532843143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602593552"/>
                    </a:ext>
                  </a:extLst>
                </a:gridCol>
                <a:gridCol w="1225899">
                  <a:extLst>
                    <a:ext uri="{9D8B030D-6E8A-4147-A177-3AD203B41FA5}">
                      <a16:colId xmlns:a16="http://schemas.microsoft.com/office/drawing/2014/main" val="2899018725"/>
                    </a:ext>
                  </a:extLst>
                </a:gridCol>
                <a:gridCol w="1475808">
                  <a:extLst>
                    <a:ext uri="{9D8B030D-6E8A-4147-A177-3AD203B41FA5}">
                      <a16:colId xmlns:a16="http://schemas.microsoft.com/office/drawing/2014/main" val="4014875624"/>
                    </a:ext>
                  </a:extLst>
                </a:gridCol>
                <a:gridCol w="1146815">
                  <a:extLst>
                    <a:ext uri="{9D8B030D-6E8A-4147-A177-3AD203B41FA5}">
                      <a16:colId xmlns:a16="http://schemas.microsoft.com/office/drawing/2014/main" val="4284041291"/>
                    </a:ext>
                  </a:extLst>
                </a:gridCol>
              </a:tblGrid>
              <a:tr h="3589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Ws/neg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WordNgram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Minn/maxn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Train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TF 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TF variety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4846687"/>
                  </a:ext>
                </a:extLst>
              </a:tr>
              <a:tr h="3589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Softmax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0/0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69893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71.44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74.66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4122234"/>
                  </a:ext>
                </a:extLst>
              </a:tr>
              <a:tr h="3589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Softmax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0/0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69893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66.91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72.45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1778872"/>
                  </a:ext>
                </a:extLst>
              </a:tr>
              <a:tr h="3589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Softmax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0/0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69842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70.52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72.76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300433"/>
                  </a:ext>
                </a:extLst>
              </a:tr>
              <a:tr h="3589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Softmax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0/0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69842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68.67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73.70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9352668"/>
                  </a:ext>
                </a:extLst>
              </a:tr>
              <a:tr h="3589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Softmax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0/0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69875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66.54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73.31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5913210"/>
                  </a:ext>
                </a:extLst>
              </a:tr>
              <a:tr h="3589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Softmax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0/0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70131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64.02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2446237"/>
                  </a:ext>
                </a:extLst>
              </a:tr>
              <a:tr h="3589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Softmax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3/0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70131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70.44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71.85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749045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7C9CF26-496A-4850-BCF1-03543C989033}"/>
              </a:ext>
            </a:extLst>
          </p:cNvPr>
          <p:cNvSpPr txBox="1"/>
          <p:nvPr/>
        </p:nvSpPr>
        <p:spPr>
          <a:xfrm>
            <a:off x="634716" y="1278910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Preprocessing </a:t>
            </a:r>
            <a:r>
              <a:rPr lang="en-US" dirty="0">
                <a:sym typeface="Wingdings" panose="05000000000000000000" pitchFamily="2" charset="2"/>
              </a:rPr>
              <a:t> Oversampling and Data augmentation using complete synonyms list  ITEM1_DESC mapping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74513-9F71-4E5D-A325-B57829C59081}"/>
              </a:ext>
            </a:extLst>
          </p:cNvPr>
          <p:cNvSpPr txBox="1"/>
          <p:nvPr/>
        </p:nvSpPr>
        <p:spPr>
          <a:xfrm>
            <a:off x="7798354" y="6285896"/>
            <a:ext cx="3958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*</a:t>
            </a:r>
            <a:r>
              <a:rPr lang="en-US" sz="1400" i="1" dirty="0" err="1"/>
              <a:t>minCount</a:t>
            </a:r>
            <a:r>
              <a:rPr lang="en-US" sz="1400" i="1" dirty="0"/>
              <a:t> = 1, epochs=100 for all</a:t>
            </a:r>
          </a:p>
        </p:txBody>
      </p:sp>
    </p:spTree>
    <p:extLst>
      <p:ext uri="{BB962C8B-B14F-4D97-AF65-F5344CB8AC3E}">
        <p14:creationId xmlns:p14="http://schemas.microsoft.com/office/powerpoint/2010/main" val="4020456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E78EC-83F8-43CC-B460-8D14A6B6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20" y="236734"/>
            <a:ext cx="10515600" cy="469257"/>
          </a:xfrm>
        </p:spPr>
        <p:txBody>
          <a:bodyPr>
            <a:normAutofit fontScale="90000"/>
          </a:bodyPr>
          <a:lstStyle/>
          <a:p>
            <a:r>
              <a:rPr lang="en-US" dirty="0"/>
              <a:t>Voting Hard: RF + LR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5A2C5FA-552C-4495-848E-96E214A5D4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5845237"/>
              </p:ext>
            </p:extLst>
          </p:nvPr>
        </p:nvGraphicFramePr>
        <p:xfrm>
          <a:off x="336620" y="984737"/>
          <a:ext cx="11440047" cy="5401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9094">
                  <a:extLst>
                    <a:ext uri="{9D8B030D-6E8A-4147-A177-3AD203B41FA5}">
                      <a16:colId xmlns:a16="http://schemas.microsoft.com/office/drawing/2014/main" val="2791277913"/>
                    </a:ext>
                  </a:extLst>
                </a:gridCol>
                <a:gridCol w="1637882">
                  <a:extLst>
                    <a:ext uri="{9D8B030D-6E8A-4147-A177-3AD203B41FA5}">
                      <a16:colId xmlns:a16="http://schemas.microsoft.com/office/drawing/2014/main" val="3136872992"/>
                    </a:ext>
                  </a:extLst>
                </a:gridCol>
                <a:gridCol w="1577591">
                  <a:extLst>
                    <a:ext uri="{9D8B030D-6E8A-4147-A177-3AD203B41FA5}">
                      <a16:colId xmlns:a16="http://schemas.microsoft.com/office/drawing/2014/main" val="655949350"/>
                    </a:ext>
                  </a:extLst>
                </a:gridCol>
                <a:gridCol w="1316334">
                  <a:extLst>
                    <a:ext uri="{9D8B030D-6E8A-4147-A177-3AD203B41FA5}">
                      <a16:colId xmlns:a16="http://schemas.microsoft.com/office/drawing/2014/main" val="1931347418"/>
                    </a:ext>
                  </a:extLst>
                </a:gridCol>
                <a:gridCol w="1477108">
                  <a:extLst>
                    <a:ext uri="{9D8B030D-6E8A-4147-A177-3AD203B41FA5}">
                      <a16:colId xmlns:a16="http://schemas.microsoft.com/office/drawing/2014/main" val="1364821012"/>
                    </a:ext>
                  </a:extLst>
                </a:gridCol>
                <a:gridCol w="1286189">
                  <a:extLst>
                    <a:ext uri="{9D8B030D-6E8A-4147-A177-3AD203B41FA5}">
                      <a16:colId xmlns:a16="http://schemas.microsoft.com/office/drawing/2014/main" val="3537832492"/>
                    </a:ext>
                  </a:extLst>
                </a:gridCol>
                <a:gridCol w="1215849">
                  <a:extLst>
                    <a:ext uri="{9D8B030D-6E8A-4147-A177-3AD203B41FA5}">
                      <a16:colId xmlns:a16="http://schemas.microsoft.com/office/drawing/2014/main" val="2905688231"/>
                    </a:ext>
                  </a:extLst>
                </a:gridCol>
              </a:tblGrid>
              <a:tr h="624679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Pre-processing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augmentation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ITEM1_DESC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TF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TF variety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707996"/>
                  </a:ext>
                </a:extLst>
              </a:tr>
              <a:tr h="356960">
                <a:tc>
                  <a:txBody>
                    <a:bodyPr/>
                    <a:lstStyle/>
                    <a:p>
                      <a:r>
                        <a:rPr lang="en-US" dirty="0"/>
                        <a:t>Voting Hard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376542"/>
                  </a:ext>
                </a:extLst>
              </a:tr>
              <a:tr h="356960">
                <a:tc>
                  <a:txBody>
                    <a:bodyPr/>
                    <a:lstStyle/>
                    <a:p>
                      <a:r>
                        <a:rPr lang="en-US" dirty="0"/>
                        <a:t>Voting Hard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69886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68.77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78.29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334131"/>
                  </a:ext>
                </a:extLst>
              </a:tr>
              <a:tr h="356960">
                <a:tc>
                  <a:txBody>
                    <a:bodyPr/>
                    <a:lstStyle/>
                    <a:p>
                      <a:r>
                        <a:rPr lang="en-US" dirty="0"/>
                        <a:t>Voting Hard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69864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72.42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77.59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897175"/>
                  </a:ext>
                </a:extLst>
              </a:tr>
              <a:tr h="356960">
                <a:tc>
                  <a:txBody>
                    <a:bodyPr/>
                    <a:lstStyle/>
                    <a:p>
                      <a:r>
                        <a:rPr lang="en-US" dirty="0"/>
                        <a:t>Voting Hard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69864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68.38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74.86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850686"/>
                  </a:ext>
                </a:extLst>
              </a:tr>
              <a:tr h="356960">
                <a:tc>
                  <a:txBody>
                    <a:bodyPr/>
                    <a:lstStyle/>
                    <a:p>
                      <a:r>
                        <a:rPr lang="en-US" dirty="0"/>
                        <a:t>Voting Hard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69864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67.71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73.40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5466"/>
                  </a:ext>
                </a:extLst>
              </a:tr>
              <a:tr h="356960">
                <a:tc>
                  <a:txBody>
                    <a:bodyPr/>
                    <a:lstStyle/>
                    <a:p>
                      <a:r>
                        <a:rPr lang="en-US" dirty="0"/>
                        <a:t>Voting Hard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No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50248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61.32	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75.12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70779521"/>
                  </a:ext>
                </a:extLst>
              </a:tr>
              <a:tr h="356960">
                <a:tc>
                  <a:txBody>
                    <a:bodyPr/>
                    <a:lstStyle/>
                    <a:p>
                      <a:r>
                        <a:rPr lang="en-US" dirty="0"/>
                        <a:t>Voting Hard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No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50248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63.99	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75.88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3846751"/>
                  </a:ext>
                </a:extLst>
              </a:tr>
              <a:tr h="356960">
                <a:tc>
                  <a:txBody>
                    <a:bodyPr/>
                    <a:lstStyle/>
                    <a:p>
                      <a:r>
                        <a:rPr lang="en-US" dirty="0"/>
                        <a:t>Voting Hard (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None,42</a:t>
                      </a:r>
                      <a:r>
                        <a:rPr lang="en-US" dirty="0"/>
                        <a:t>)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50248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63.60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74.40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001453"/>
                  </a:ext>
                </a:extLst>
              </a:tr>
              <a:tr h="356960">
                <a:tc>
                  <a:txBody>
                    <a:bodyPr/>
                    <a:lstStyle/>
                    <a:p>
                      <a:r>
                        <a:rPr lang="en-US" dirty="0"/>
                        <a:t>Voting Hard (None,42)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50248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68.14	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70.64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788748"/>
                  </a:ext>
                </a:extLst>
              </a:tr>
              <a:tr h="356960">
                <a:tc>
                  <a:txBody>
                    <a:bodyPr/>
                    <a:lstStyle/>
                    <a:p>
                      <a:r>
                        <a:rPr lang="en-US" dirty="0"/>
                        <a:t>Voting Hard (None,42)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50248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69.33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67.49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519347"/>
                  </a:ext>
                </a:extLst>
              </a:tr>
              <a:tr h="552110">
                <a:tc>
                  <a:txBody>
                    <a:bodyPr/>
                    <a:lstStyle/>
                    <a:p>
                      <a:r>
                        <a:rPr lang="en-US" dirty="0"/>
                        <a:t>Voting Hard(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42,42</a:t>
                      </a:r>
                      <a:r>
                        <a:rPr lang="en-US" dirty="0"/>
                        <a:t>)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50248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64.31	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72.30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496179"/>
                  </a:ext>
                </a:extLst>
              </a:tr>
              <a:tr h="552110">
                <a:tc>
                  <a:txBody>
                    <a:bodyPr/>
                    <a:lstStyle/>
                    <a:p>
                      <a:r>
                        <a:rPr lang="en-US" dirty="0"/>
                        <a:t>Voting Hard(42,42)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50248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64.31	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72.30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105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7180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E514C-0FAF-47EF-A537-9CD6AE9F6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1"/>
            <a:ext cx="10515600" cy="619982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/>
              <a:t>Fuzzy Tfidf match for FEAT1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78BB5C89-9C5B-44DD-8507-5079E4223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792869"/>
              </p:ext>
            </p:extLst>
          </p:nvPr>
        </p:nvGraphicFramePr>
        <p:xfrm>
          <a:off x="457200" y="1145512"/>
          <a:ext cx="8127999" cy="5237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38586581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3700433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73139177"/>
                    </a:ext>
                  </a:extLst>
                </a:gridCol>
              </a:tblGrid>
              <a:tr h="3685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W/O Data augmentation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With data augmentation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656475"/>
                  </a:ext>
                </a:extLst>
              </a:tr>
              <a:tr h="368536">
                <a:tc>
                  <a:txBody>
                    <a:bodyPr/>
                    <a:lstStyle/>
                    <a:p>
                      <a:r>
                        <a:rPr lang="en-US" dirty="0"/>
                        <a:t>Train data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50248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69774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9991509"/>
                  </a:ext>
                </a:extLst>
              </a:tr>
              <a:tr h="368536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1822 secs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2437 secs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88510303"/>
                  </a:ext>
                </a:extLst>
              </a:tr>
              <a:tr h="636105">
                <a:tc>
                  <a:txBody>
                    <a:bodyPr/>
                    <a:lstStyle/>
                    <a:p>
                      <a:r>
                        <a:rPr lang="en-US" dirty="0"/>
                        <a:t>No. of observations with Ratio &gt;= 90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699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02405203"/>
                  </a:ext>
                </a:extLst>
              </a:tr>
              <a:tr h="368536">
                <a:tc>
                  <a:txBody>
                    <a:bodyPr/>
                    <a:lstStyle/>
                    <a:p>
                      <a:r>
                        <a:rPr lang="en-US" dirty="0"/>
                        <a:t>TF category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96.85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39310619"/>
                  </a:ext>
                </a:extLst>
              </a:tr>
              <a:tr h="368536">
                <a:tc>
                  <a:txBody>
                    <a:bodyPr/>
                    <a:lstStyle/>
                    <a:p>
                      <a:r>
                        <a:rPr lang="en-US" dirty="0"/>
                        <a:t>TF variety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96.41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95.85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22154"/>
                  </a:ext>
                </a:extLst>
              </a:tr>
              <a:tr h="6361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No. of observations with Ratio &gt;= 80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8453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68971093"/>
                  </a:ext>
                </a:extLst>
              </a:tr>
              <a:tr h="3685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TF category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97.27	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08858067"/>
                  </a:ext>
                </a:extLst>
              </a:tr>
              <a:tr h="3685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TF variety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98.37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865067"/>
                  </a:ext>
                </a:extLst>
              </a:tr>
              <a:tr h="6361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No. of observations with Ratio &gt;= 70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32398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72442657"/>
                  </a:ext>
                </a:extLst>
              </a:tr>
              <a:tr h="3685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TF category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94.69	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22863414"/>
                  </a:ext>
                </a:extLst>
              </a:tr>
              <a:tr h="3685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TF variety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96.55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040021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DAEBC2F-26B6-4A31-A8A0-B9CEC70238C4}"/>
              </a:ext>
            </a:extLst>
          </p:cNvPr>
          <p:cNvSpPr txBox="1"/>
          <p:nvPr/>
        </p:nvSpPr>
        <p:spPr>
          <a:xfrm>
            <a:off x="8932985" y="1336431"/>
            <a:ext cx="2642716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fuzzy Tfidf match-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Partial = False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Ratio = sort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Trust factor-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Partial token set ratio</a:t>
            </a:r>
          </a:p>
        </p:txBody>
      </p:sp>
    </p:spTree>
    <p:extLst>
      <p:ext uri="{BB962C8B-B14F-4D97-AF65-F5344CB8AC3E}">
        <p14:creationId xmlns:p14="http://schemas.microsoft.com/office/powerpoint/2010/main" val="3797748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B160857-697A-4114-987C-8D20DF140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968FA43-5419-4CAF-A133-687275FDE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 fuzzy matching of FEAT1</a:t>
            </a:r>
          </a:p>
          <a:p>
            <a:r>
              <a:rPr lang="en-US" dirty="0"/>
              <a:t>Make the predictions consistent for FastText.</a:t>
            </a:r>
          </a:p>
          <a:p>
            <a:r>
              <a:rPr lang="en-US" dirty="0"/>
              <a:t>How to get the best predictions from voting classifier?</a:t>
            </a:r>
          </a:p>
          <a:p>
            <a:pPr lvl="1"/>
            <a:r>
              <a:rPr lang="en-US" dirty="0"/>
              <a:t>Maybe now using Voting for RF+LR+SVM ?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164246"/>
      </p:ext>
    </p:extLst>
  </p:cSld>
  <p:clrMapOvr>
    <a:masterClrMapping/>
  </p:clrMapOvr>
</p:sld>
</file>

<file path=ppt/theme/theme1.xml><?xml version="1.0" encoding="utf-8"?>
<a:theme xmlns:a="http://schemas.openxmlformats.org/drawingml/2006/main" name="3_Intl_Theme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Intl_Theme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NSHIP_PROBLEM_ST" id="{8279EBB3-F219-4D6B-B1FE-9FC8070B3CDF}" vid="{E0080AE4-36E4-4291-AA28-B1FB49952848}"/>
    </a:ext>
  </a:extLst>
</a:theme>
</file>

<file path=ppt/theme/theme3.xml><?xml version="1.0" encoding="utf-8"?>
<a:theme xmlns:a="http://schemas.openxmlformats.org/drawingml/2006/main" name="1_Default Design">
  <a:themeElements>
    <a:clrScheme name="Labs">
      <a:dk1>
        <a:srgbClr val="000000"/>
      </a:dk1>
      <a:lt1>
        <a:srgbClr val="FFFFFF"/>
      </a:lt1>
      <a:dk2>
        <a:srgbClr val="004C91"/>
      </a:dk2>
      <a:lt2>
        <a:srgbClr val="EEECE1"/>
      </a:lt2>
      <a:accent1>
        <a:srgbClr val="32ADE4"/>
      </a:accent1>
      <a:accent2>
        <a:srgbClr val="FEC221"/>
      </a:accent2>
      <a:accent3>
        <a:srgbClr val="63BF78"/>
      </a:accent3>
      <a:accent4>
        <a:srgbClr val="D952D4"/>
      </a:accent4>
      <a:accent5>
        <a:srgbClr val="7D7F7D"/>
      </a:accent5>
      <a:accent6>
        <a:srgbClr val="2D2751"/>
      </a:accent6>
      <a:hlink>
        <a:srgbClr val="0000FF"/>
      </a:hlink>
      <a:folHlink>
        <a:srgbClr val="800080"/>
      </a:folHlink>
    </a:clrScheme>
    <a:fontScheme name="Custom 1">
      <a:majorFont>
        <a:latin typeface="Century Gothic"/>
        <a:ea typeface="Microsoft YaHei"/>
        <a:cs typeface=""/>
      </a:majorFont>
      <a:minorFont>
        <a:latin typeface="Calibri Light"/>
        <a:ea typeface="Microsoft YaHei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NTERNSHIP_PROBLEM_ST" id="{8279EBB3-F219-4D6B-B1FE-9FC8070B3CDF}" vid="{61ECD3CE-E5FD-4978-BD49-655725F41B92}"/>
    </a:ext>
  </a:extLst>
</a:theme>
</file>

<file path=ppt/theme/theme4.xml><?xml version="1.0" encoding="utf-8"?>
<a:theme xmlns:a="http://schemas.openxmlformats.org/drawingml/2006/main" name="5_Intl_Theme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NSHIP_PROBLEM_ST" id="{8279EBB3-F219-4D6B-B1FE-9FC8070B3CDF}" vid="{E0080AE4-36E4-4291-AA28-B1FB49952848}"/>
    </a:ext>
  </a:extLst>
</a:theme>
</file>

<file path=ppt/theme/theme5.xml><?xml version="1.0" encoding="utf-8"?>
<a:theme xmlns:a="http://schemas.openxmlformats.org/drawingml/2006/main" name="2_Default Design">
  <a:themeElements>
    <a:clrScheme name="Labs">
      <a:dk1>
        <a:srgbClr val="000000"/>
      </a:dk1>
      <a:lt1>
        <a:srgbClr val="FFFFFF"/>
      </a:lt1>
      <a:dk2>
        <a:srgbClr val="004C91"/>
      </a:dk2>
      <a:lt2>
        <a:srgbClr val="EEECE1"/>
      </a:lt2>
      <a:accent1>
        <a:srgbClr val="32ADE4"/>
      </a:accent1>
      <a:accent2>
        <a:srgbClr val="FEC221"/>
      </a:accent2>
      <a:accent3>
        <a:srgbClr val="63BF78"/>
      </a:accent3>
      <a:accent4>
        <a:srgbClr val="D952D4"/>
      </a:accent4>
      <a:accent5>
        <a:srgbClr val="7D7F7D"/>
      </a:accent5>
      <a:accent6>
        <a:srgbClr val="2D2751"/>
      </a:accent6>
      <a:hlink>
        <a:srgbClr val="0000FF"/>
      </a:hlink>
      <a:folHlink>
        <a:srgbClr val="800080"/>
      </a:folHlink>
    </a:clrScheme>
    <a:fontScheme name="Custom 1">
      <a:majorFont>
        <a:latin typeface="Century Gothic"/>
        <a:ea typeface="Microsoft YaHei"/>
        <a:cs typeface=""/>
      </a:majorFont>
      <a:minorFont>
        <a:latin typeface="Calibri Light"/>
        <a:ea typeface="Microsoft YaHei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NTERNSHIP_PROBLEM_ST" id="{8279EBB3-F219-4D6B-B1FE-9FC8070B3CDF}" vid="{61ECD3CE-E5FD-4978-BD49-655725F41B92}"/>
    </a:ext>
  </a:extLst>
</a:theme>
</file>

<file path=ppt/theme/theme6.xml><?xml version="1.0" encoding="utf-8"?>
<a:theme xmlns:a="http://schemas.openxmlformats.org/drawingml/2006/main" name="Cover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54112</TotalTime>
  <Words>744</Words>
  <Application>Microsoft Office PowerPoint</Application>
  <PresentationFormat>Widescreen</PresentationFormat>
  <Paragraphs>297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9</vt:i4>
      </vt:variant>
    </vt:vector>
  </HeadingPairs>
  <TitlesOfParts>
    <vt:vector size="23" baseType="lpstr">
      <vt:lpstr>Arial</vt:lpstr>
      <vt:lpstr>Bogle</vt:lpstr>
      <vt:lpstr>Calibri</vt:lpstr>
      <vt:lpstr>Calibri Light</vt:lpstr>
      <vt:lpstr>charter</vt:lpstr>
      <vt:lpstr>Estrangelo Edessa</vt:lpstr>
      <vt:lpstr>Lato Light</vt:lpstr>
      <vt:lpstr>Times</vt:lpstr>
      <vt:lpstr>3_Intl_Theme_Slide</vt:lpstr>
      <vt:lpstr>4_Intl_Theme_Slide</vt:lpstr>
      <vt:lpstr>1_Default Design</vt:lpstr>
      <vt:lpstr>5_Intl_Theme_Slide</vt:lpstr>
      <vt:lpstr>2_Default Design</vt:lpstr>
      <vt:lpstr>Cover_Slide</vt:lpstr>
      <vt:lpstr>PowerPoint Presentation</vt:lpstr>
      <vt:lpstr>Agenda</vt:lpstr>
      <vt:lpstr>Recap</vt:lpstr>
      <vt:lpstr>Update</vt:lpstr>
      <vt:lpstr>ITEM1_DESC mapping</vt:lpstr>
      <vt:lpstr>FastText </vt:lpstr>
      <vt:lpstr>Voting Hard: RF + LR</vt:lpstr>
      <vt:lpstr>Fuzzy Tfidf match for FEAT1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Rishabh Thapliyal</dc:creator>
  <cp:lastModifiedBy>Rishabh Thapliyal</cp:lastModifiedBy>
  <cp:revision>27</cp:revision>
  <dcterms:created xsi:type="dcterms:W3CDTF">2021-05-25T05:51:37Z</dcterms:created>
  <dcterms:modified xsi:type="dcterms:W3CDTF">2021-07-16T04:37:54Z</dcterms:modified>
</cp:coreProperties>
</file>