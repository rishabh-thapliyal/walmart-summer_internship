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heme/theme3.xml" ContentType="application/vnd.openxmlformats-officedocument.theme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4.xml" ContentType="application/vnd.openxmlformats-officedocument.theme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theme/theme5.xml" ContentType="application/vnd.openxmlformats-officedocument.theme+xml"/>
  <Override PartName="/ppt/slideLayouts/slideLayout79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3" r:id="rId1"/>
    <p:sldMasterId id="2147483672" r:id="rId2"/>
    <p:sldMasterId id="2147483682" r:id="rId3"/>
    <p:sldMasterId id="2147483713" r:id="rId4"/>
    <p:sldMasterId id="2147483722" r:id="rId5"/>
    <p:sldMasterId id="2147483661" r:id="rId6"/>
  </p:sldMasterIdLst>
  <p:notesMasterIdLst>
    <p:notesMasterId r:id="rId16"/>
  </p:notesMasterIdLst>
  <p:sldIdLst>
    <p:sldId id="418" r:id="rId7"/>
    <p:sldId id="419" r:id="rId8"/>
    <p:sldId id="420" r:id="rId9"/>
    <p:sldId id="421" r:id="rId10"/>
    <p:sldId id="422" r:id="rId11"/>
    <p:sldId id="423" r:id="rId12"/>
    <p:sldId id="424" r:id="rId13"/>
    <p:sldId id="426" r:id="rId14"/>
    <p:sldId id="428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8B9E7"/>
    <a:srgbClr val="F475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FE8497C-843A-4B9B-AC22-2D2F4F9771EA}" v="8654" dt="2021-07-15T19:10:48.90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23" autoAdjust="0"/>
    <p:restoredTop sz="88317" autoAdjust="0"/>
  </p:normalViewPr>
  <p:slideViewPr>
    <p:cSldViewPr snapToGrid="0">
      <p:cViewPr varScale="1">
        <p:scale>
          <a:sx n="76" d="100"/>
          <a:sy n="76" d="100"/>
        </p:scale>
        <p:origin x="102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21" Type="http://schemas.microsoft.com/office/2015/10/relationships/revisionInfo" Target="revisionInfo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5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9.xml"/><Relationship Id="rId10" Type="http://schemas.openxmlformats.org/officeDocument/2006/relationships/slide" Target="slides/slide4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slide" Target="slides/slide8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615D9D9-D56F-41A8-9153-1EFAA560D0DA}" type="doc">
      <dgm:prSet loTypeId="urn:microsoft.com/office/officeart/2018/5/layout/CenteredIconLabelDescriptionList" loCatId="icon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58BB8E95-3BA5-4524-9038-BB6B9916DDA4}">
      <dgm:prSet/>
      <dgm:spPr>
        <a:ln>
          <a:noFill/>
        </a:ln>
        <a:effectLst/>
        <a:sp3d prstMaterial="metal">
          <a:bevelT w="88900" h="88900"/>
        </a:sp3d>
      </dgm:spPr>
      <dgm:t>
        <a:bodyPr/>
        <a:lstStyle/>
        <a:p>
          <a:pPr>
            <a:lnSpc>
              <a:spcPct val="100000"/>
            </a:lnSpc>
            <a:defRPr b="1"/>
          </a:pPr>
          <a:r>
            <a:rPr lang="en-US" b="0" dirty="0"/>
            <a:t>Brief recap of previous week</a:t>
          </a:r>
          <a:endParaRPr lang="en-US" dirty="0"/>
        </a:p>
      </dgm:t>
    </dgm:pt>
    <dgm:pt modelId="{40F42D7E-D15C-4205-8211-684E303FE75C}" type="parTrans" cxnId="{D89CF4E1-892F-4429-8ADA-A047C2FE7CB4}">
      <dgm:prSet/>
      <dgm:spPr/>
      <dgm:t>
        <a:bodyPr/>
        <a:lstStyle/>
        <a:p>
          <a:endParaRPr lang="en-US"/>
        </a:p>
      </dgm:t>
    </dgm:pt>
    <dgm:pt modelId="{28A91DD9-C3E9-4EE4-B211-336D89BE6BE1}" type="sibTrans" cxnId="{D89CF4E1-892F-4429-8ADA-A047C2FE7CB4}">
      <dgm:prSet/>
      <dgm:spPr/>
      <dgm:t>
        <a:bodyPr/>
        <a:lstStyle/>
        <a:p>
          <a:endParaRPr lang="en-US"/>
        </a:p>
      </dgm:t>
    </dgm:pt>
    <dgm:pt modelId="{2CBA0BF4-54E2-463B-A849-54D5EA677FA1}">
      <dgm:prSet/>
      <dgm:spPr>
        <a:ln>
          <a:noFill/>
        </a:ln>
        <a:effectLst/>
        <a:sp3d prstMaterial="metal">
          <a:bevelT w="88900" h="88900"/>
        </a:sp3d>
      </dgm:spPr>
      <dgm:t>
        <a:bodyPr/>
        <a:lstStyle/>
        <a:p>
          <a:pPr>
            <a:lnSpc>
              <a:spcPct val="100000"/>
            </a:lnSpc>
            <a:defRPr b="1"/>
          </a:pPr>
          <a:r>
            <a:rPr lang="en-US" b="0" dirty="0"/>
            <a:t>Progress made in this week</a:t>
          </a:r>
          <a:endParaRPr lang="en-US" dirty="0"/>
        </a:p>
      </dgm:t>
    </dgm:pt>
    <dgm:pt modelId="{4F90CE70-FDB9-482E-872A-FB749A74679E}" type="parTrans" cxnId="{0F0E7CFE-F163-4E99-B660-AEAC8C226830}">
      <dgm:prSet/>
      <dgm:spPr/>
      <dgm:t>
        <a:bodyPr/>
        <a:lstStyle/>
        <a:p>
          <a:endParaRPr lang="en-US"/>
        </a:p>
      </dgm:t>
    </dgm:pt>
    <dgm:pt modelId="{27B71916-E1C4-4422-88F2-BF814AD87ACA}" type="sibTrans" cxnId="{0F0E7CFE-F163-4E99-B660-AEAC8C226830}">
      <dgm:prSet/>
      <dgm:spPr/>
      <dgm:t>
        <a:bodyPr/>
        <a:lstStyle/>
        <a:p>
          <a:endParaRPr lang="en-US"/>
        </a:p>
      </dgm:t>
    </dgm:pt>
    <dgm:pt modelId="{BD8D258E-218B-4483-82A2-079BC4422D21}">
      <dgm:prSet/>
      <dgm:spPr>
        <a:ln>
          <a:noFill/>
        </a:ln>
        <a:effectLst/>
      </dgm:spPr>
      <dgm:t>
        <a:bodyPr/>
        <a:lstStyle/>
        <a:p>
          <a:pPr>
            <a:lnSpc>
              <a:spcPct val="100000"/>
            </a:lnSpc>
          </a:pPr>
          <a:r>
            <a:rPr lang="en-US" dirty="0"/>
            <a:t>FastText model </a:t>
          </a:r>
        </a:p>
      </dgm:t>
    </dgm:pt>
    <dgm:pt modelId="{2545F0C9-4A30-4819-A904-BED17AD34C1C}" type="parTrans" cxnId="{3CE59DC1-53C3-464D-9D76-31C4716A05EF}">
      <dgm:prSet/>
      <dgm:spPr/>
      <dgm:t>
        <a:bodyPr/>
        <a:lstStyle/>
        <a:p>
          <a:endParaRPr lang="en-US"/>
        </a:p>
      </dgm:t>
    </dgm:pt>
    <dgm:pt modelId="{7423866D-82B8-4B5B-BEA7-F658DF222B25}" type="sibTrans" cxnId="{3CE59DC1-53C3-464D-9D76-31C4716A05EF}">
      <dgm:prSet/>
      <dgm:spPr/>
      <dgm:t>
        <a:bodyPr/>
        <a:lstStyle/>
        <a:p>
          <a:endParaRPr lang="en-US"/>
        </a:p>
      </dgm:t>
    </dgm:pt>
    <dgm:pt modelId="{C976FD86-6663-49F4-94AB-9FB8D0252CEC}">
      <dgm:prSet/>
      <dgm:spPr>
        <a:ln>
          <a:noFill/>
        </a:ln>
        <a:effectLst/>
        <a:sp3d prstMaterial="metal">
          <a:bevelT w="88900" h="88900"/>
        </a:sp3d>
      </dgm:spPr>
      <dgm:t>
        <a:bodyPr/>
        <a:lstStyle/>
        <a:p>
          <a:pPr>
            <a:lnSpc>
              <a:spcPct val="100000"/>
            </a:lnSpc>
            <a:defRPr b="1"/>
          </a:pPr>
          <a:r>
            <a:rPr lang="en-US" b="0" dirty="0"/>
            <a:t>Way forward</a:t>
          </a:r>
          <a:endParaRPr lang="en-US" dirty="0"/>
        </a:p>
      </dgm:t>
    </dgm:pt>
    <dgm:pt modelId="{71AD0EC0-420E-401F-B731-9026E5ADB6D3}" type="parTrans" cxnId="{9D6215BB-A767-437E-BA93-41605A2BFAF7}">
      <dgm:prSet/>
      <dgm:spPr/>
      <dgm:t>
        <a:bodyPr/>
        <a:lstStyle/>
        <a:p>
          <a:endParaRPr lang="en-US"/>
        </a:p>
      </dgm:t>
    </dgm:pt>
    <dgm:pt modelId="{3A11E3D6-7FAD-449A-9208-E94F21D5EBC4}" type="sibTrans" cxnId="{9D6215BB-A767-437E-BA93-41605A2BFAF7}">
      <dgm:prSet/>
      <dgm:spPr/>
      <dgm:t>
        <a:bodyPr/>
        <a:lstStyle/>
        <a:p>
          <a:endParaRPr lang="en-US"/>
        </a:p>
      </dgm:t>
    </dgm:pt>
    <dgm:pt modelId="{613243C9-43FD-4C4C-837D-2B8E0D55D9EA}">
      <dgm:prSet/>
      <dgm:spPr>
        <a:ln>
          <a:noFill/>
        </a:ln>
        <a:effectLst/>
      </dgm:spPr>
      <dgm:t>
        <a:bodyPr/>
        <a:lstStyle/>
        <a:p>
          <a:pPr>
            <a:lnSpc>
              <a:spcPct val="100000"/>
            </a:lnSpc>
          </a:pPr>
          <a:r>
            <a:rPr lang="en-US" dirty="0"/>
            <a:t>Voting hard (RF + LR + SVM)</a:t>
          </a:r>
        </a:p>
        <a:p>
          <a:pPr>
            <a:lnSpc>
              <a:spcPct val="100000"/>
            </a:lnSpc>
          </a:pPr>
          <a:r>
            <a:rPr lang="en-US" dirty="0"/>
            <a:t>ITEM1_DESC Mapping</a:t>
          </a:r>
        </a:p>
        <a:p>
          <a:pPr>
            <a:lnSpc>
              <a:spcPct val="100000"/>
            </a:lnSpc>
          </a:pPr>
          <a:r>
            <a:rPr lang="en-US" dirty="0"/>
            <a:t>Fuzzy match</a:t>
          </a:r>
        </a:p>
      </dgm:t>
    </dgm:pt>
    <dgm:pt modelId="{0F401404-E799-43CF-89D7-04C8B1E2DDDF}" type="parTrans" cxnId="{60B0B88C-289B-4569-8BF4-62E0F934C7E2}">
      <dgm:prSet/>
      <dgm:spPr/>
      <dgm:t>
        <a:bodyPr/>
        <a:lstStyle/>
        <a:p>
          <a:endParaRPr lang="en-US"/>
        </a:p>
      </dgm:t>
    </dgm:pt>
    <dgm:pt modelId="{F9DAC246-8EFE-49A1-BF64-F56036F9C27A}" type="sibTrans" cxnId="{60B0B88C-289B-4569-8BF4-62E0F934C7E2}">
      <dgm:prSet/>
      <dgm:spPr/>
      <dgm:t>
        <a:bodyPr/>
        <a:lstStyle/>
        <a:p>
          <a:endParaRPr lang="en-US"/>
        </a:p>
      </dgm:t>
    </dgm:pt>
    <dgm:pt modelId="{AF8339A4-4969-4166-8D78-A9668542A120}" type="pres">
      <dgm:prSet presAssocID="{A615D9D9-D56F-41A8-9153-1EFAA560D0DA}" presName="root" presStyleCnt="0">
        <dgm:presLayoutVars>
          <dgm:dir/>
          <dgm:resizeHandles val="exact"/>
        </dgm:presLayoutVars>
      </dgm:prSet>
      <dgm:spPr/>
    </dgm:pt>
    <dgm:pt modelId="{019FCDB0-C8B1-46E5-B61B-3A4F354739C3}" type="pres">
      <dgm:prSet presAssocID="{58BB8E95-3BA5-4524-9038-BB6B9916DDA4}" presName="compNode" presStyleCnt="0"/>
      <dgm:spPr>
        <a:ln>
          <a:noFill/>
        </a:ln>
        <a:effectLst>
          <a:outerShdw blurRad="149987" dist="250190" dir="8460000" algn="ctr">
            <a:srgbClr val="000000">
              <a:alpha val="28000"/>
            </a:srgbClr>
          </a:outerShdw>
        </a:effectLst>
        <a:sp3d prstMaterial="metal">
          <a:bevelT w="88900" h="88900"/>
        </a:sp3d>
      </dgm:spPr>
    </dgm:pt>
    <dgm:pt modelId="{30631440-BC67-43E5-999A-82C9909AA415}" type="pres">
      <dgm:prSet presAssocID="{58BB8E95-3BA5-4524-9038-BB6B9916DDA4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  <a:effectLst>
          <a:outerShdw blurRad="149987" dist="250190" dir="8460000" algn="ctr">
            <a:srgbClr val="000000">
              <a:alpha val="28000"/>
            </a:srgbClr>
          </a:outerShdw>
        </a:effectLst>
        <a:sp3d prstMaterial="metal">
          <a:bevelT w="88900" h="88900"/>
        </a:sp3d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CD6BF89B-2847-4D78-BDDC-6F3106D28948}" type="pres">
      <dgm:prSet presAssocID="{58BB8E95-3BA5-4524-9038-BB6B9916DDA4}" presName="iconSpace" presStyleCnt="0"/>
      <dgm:spPr>
        <a:ln>
          <a:noFill/>
        </a:ln>
        <a:effectLst>
          <a:outerShdw blurRad="149987" dist="250190" dir="8460000" algn="ctr">
            <a:srgbClr val="000000">
              <a:alpha val="28000"/>
            </a:srgbClr>
          </a:outerShdw>
        </a:effectLst>
        <a:sp3d prstMaterial="metal">
          <a:bevelT w="88900" h="88900"/>
        </a:sp3d>
      </dgm:spPr>
    </dgm:pt>
    <dgm:pt modelId="{3A0F7255-1AD6-4693-BC0F-CDDA6BA38820}" type="pres">
      <dgm:prSet presAssocID="{58BB8E95-3BA5-4524-9038-BB6B9916DDA4}" presName="parTx" presStyleLbl="revTx" presStyleIdx="0" presStyleCnt="6">
        <dgm:presLayoutVars>
          <dgm:chMax val="0"/>
          <dgm:chPref val="0"/>
        </dgm:presLayoutVars>
      </dgm:prSet>
      <dgm:spPr/>
    </dgm:pt>
    <dgm:pt modelId="{16BE5E57-1543-4EC7-8AD3-FC01159DF563}" type="pres">
      <dgm:prSet presAssocID="{58BB8E95-3BA5-4524-9038-BB6B9916DDA4}" presName="txSpace" presStyleCnt="0"/>
      <dgm:spPr>
        <a:ln>
          <a:noFill/>
        </a:ln>
        <a:effectLst>
          <a:outerShdw blurRad="149987" dist="250190" dir="8460000" algn="ctr">
            <a:srgbClr val="000000">
              <a:alpha val="28000"/>
            </a:srgbClr>
          </a:outerShdw>
        </a:effectLst>
        <a:sp3d prstMaterial="metal">
          <a:bevelT w="88900" h="88900"/>
        </a:sp3d>
      </dgm:spPr>
    </dgm:pt>
    <dgm:pt modelId="{464C32C9-97E0-4FAC-AB96-14BD65EC5CF4}" type="pres">
      <dgm:prSet presAssocID="{58BB8E95-3BA5-4524-9038-BB6B9916DDA4}" presName="desTx" presStyleLbl="revTx" presStyleIdx="1" presStyleCnt="6">
        <dgm:presLayoutVars/>
      </dgm:prSet>
      <dgm:spPr>
        <a:ln>
          <a:noFill/>
        </a:ln>
        <a:effectLst>
          <a:outerShdw blurRad="149987" dist="250190" dir="8460000" algn="ctr">
            <a:srgbClr val="000000">
              <a:alpha val="28000"/>
            </a:srgbClr>
          </a:outerShdw>
        </a:effectLst>
        <a:sp3d prstMaterial="metal">
          <a:bevelT w="88900" h="88900"/>
        </a:sp3d>
      </dgm:spPr>
    </dgm:pt>
    <dgm:pt modelId="{586272C0-62EA-4692-B2AD-57761F3A185F}" type="pres">
      <dgm:prSet presAssocID="{28A91DD9-C3E9-4EE4-B211-336D89BE6BE1}" presName="sibTrans" presStyleCnt="0"/>
      <dgm:spPr>
        <a:ln>
          <a:noFill/>
        </a:ln>
        <a:effectLst>
          <a:outerShdw blurRad="149987" dist="250190" dir="8460000" algn="ctr">
            <a:srgbClr val="000000">
              <a:alpha val="28000"/>
            </a:srgbClr>
          </a:outerShdw>
        </a:effectLst>
        <a:sp3d prstMaterial="metal">
          <a:bevelT w="88900" h="88900"/>
        </a:sp3d>
      </dgm:spPr>
    </dgm:pt>
    <dgm:pt modelId="{FF849A67-248E-4842-8CD8-34B304EA12F3}" type="pres">
      <dgm:prSet presAssocID="{2CBA0BF4-54E2-463B-A849-54D5EA677FA1}" presName="compNode" presStyleCnt="0"/>
      <dgm:spPr>
        <a:ln>
          <a:noFill/>
        </a:ln>
        <a:effectLst>
          <a:outerShdw blurRad="149987" dist="250190" dir="8460000" algn="ctr">
            <a:srgbClr val="000000">
              <a:alpha val="28000"/>
            </a:srgbClr>
          </a:outerShdw>
        </a:effectLst>
        <a:sp3d prstMaterial="metal">
          <a:bevelT w="88900" h="88900"/>
        </a:sp3d>
      </dgm:spPr>
    </dgm:pt>
    <dgm:pt modelId="{859557B7-7AD7-41A8-ACCC-0BA2B42C1833}" type="pres">
      <dgm:prSet presAssocID="{2CBA0BF4-54E2-463B-A849-54D5EA677FA1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  <a:effectLst>
          <a:outerShdw blurRad="149987" dist="250190" dir="8460000" algn="ctr">
            <a:srgbClr val="000000">
              <a:alpha val="28000"/>
            </a:srgbClr>
          </a:outerShdw>
        </a:effectLst>
        <a:sp3d prstMaterial="metal">
          <a:bevelT w="88900" h="88900"/>
        </a:sp3d>
      </dgm:spPr>
      <dgm:extLst>
        <a:ext uri="{E40237B7-FDA0-4F09-8148-C483321AD2D9}">
          <dgm14:cNvPr xmlns:dgm14="http://schemas.microsoft.com/office/drawing/2010/diagram" id="0" name="" descr="Presentation with Checklist"/>
        </a:ext>
      </dgm:extLst>
    </dgm:pt>
    <dgm:pt modelId="{30ABB94C-835E-497D-9A51-BAC8F9D2CF6D}" type="pres">
      <dgm:prSet presAssocID="{2CBA0BF4-54E2-463B-A849-54D5EA677FA1}" presName="iconSpace" presStyleCnt="0"/>
      <dgm:spPr>
        <a:ln>
          <a:noFill/>
        </a:ln>
        <a:effectLst>
          <a:outerShdw blurRad="149987" dist="250190" dir="8460000" algn="ctr">
            <a:srgbClr val="000000">
              <a:alpha val="28000"/>
            </a:srgbClr>
          </a:outerShdw>
        </a:effectLst>
        <a:sp3d prstMaterial="metal">
          <a:bevelT w="88900" h="88900"/>
        </a:sp3d>
      </dgm:spPr>
    </dgm:pt>
    <dgm:pt modelId="{0691EB6A-B71C-45E5-9D36-0DE3C91EDE8E}" type="pres">
      <dgm:prSet presAssocID="{2CBA0BF4-54E2-463B-A849-54D5EA677FA1}" presName="parTx" presStyleLbl="revTx" presStyleIdx="2" presStyleCnt="6">
        <dgm:presLayoutVars>
          <dgm:chMax val="0"/>
          <dgm:chPref val="0"/>
        </dgm:presLayoutVars>
      </dgm:prSet>
      <dgm:spPr/>
    </dgm:pt>
    <dgm:pt modelId="{CEE4D9A9-0661-4637-B0BF-2DF06C9F2516}" type="pres">
      <dgm:prSet presAssocID="{2CBA0BF4-54E2-463B-A849-54D5EA677FA1}" presName="txSpace" presStyleCnt="0"/>
      <dgm:spPr>
        <a:ln>
          <a:noFill/>
        </a:ln>
        <a:effectLst>
          <a:outerShdw blurRad="149987" dist="250190" dir="8460000" algn="ctr">
            <a:srgbClr val="000000">
              <a:alpha val="28000"/>
            </a:srgbClr>
          </a:outerShdw>
        </a:effectLst>
        <a:sp3d prstMaterial="metal">
          <a:bevelT w="88900" h="88900"/>
        </a:sp3d>
      </dgm:spPr>
    </dgm:pt>
    <dgm:pt modelId="{344511C2-B581-4A2F-A53C-47FD4732B07C}" type="pres">
      <dgm:prSet presAssocID="{2CBA0BF4-54E2-463B-A849-54D5EA677FA1}" presName="desTx" presStyleLbl="revTx" presStyleIdx="3" presStyleCnt="6">
        <dgm:presLayoutVars/>
      </dgm:prSet>
      <dgm:spPr/>
    </dgm:pt>
    <dgm:pt modelId="{B18AE2A2-C1E9-4ACA-8F8E-6330526F9B00}" type="pres">
      <dgm:prSet presAssocID="{27B71916-E1C4-4422-88F2-BF814AD87ACA}" presName="sibTrans" presStyleCnt="0"/>
      <dgm:spPr>
        <a:ln>
          <a:noFill/>
        </a:ln>
        <a:effectLst>
          <a:outerShdw blurRad="149987" dist="250190" dir="8460000" algn="ctr">
            <a:srgbClr val="000000">
              <a:alpha val="28000"/>
            </a:srgbClr>
          </a:outerShdw>
        </a:effectLst>
        <a:sp3d prstMaterial="metal">
          <a:bevelT w="88900" h="88900"/>
        </a:sp3d>
      </dgm:spPr>
    </dgm:pt>
    <dgm:pt modelId="{492266CD-7AE6-44C6-90CA-F5A56F6EF7C4}" type="pres">
      <dgm:prSet presAssocID="{C976FD86-6663-49F4-94AB-9FB8D0252CEC}" presName="compNode" presStyleCnt="0"/>
      <dgm:spPr>
        <a:ln>
          <a:noFill/>
        </a:ln>
        <a:effectLst>
          <a:outerShdw blurRad="149987" dist="250190" dir="8460000" algn="ctr">
            <a:srgbClr val="000000">
              <a:alpha val="28000"/>
            </a:srgbClr>
          </a:outerShdw>
        </a:effectLst>
        <a:sp3d prstMaterial="metal">
          <a:bevelT w="88900" h="88900"/>
        </a:sp3d>
      </dgm:spPr>
    </dgm:pt>
    <dgm:pt modelId="{9AE7C2E3-CC14-4B41-BF36-F8DEF0DC3CED}" type="pres">
      <dgm:prSet presAssocID="{C976FD86-6663-49F4-94AB-9FB8D0252CEC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  <a:effectLst>
          <a:outerShdw blurRad="149987" dist="250190" dir="8460000" algn="ctr">
            <a:srgbClr val="000000">
              <a:alpha val="28000"/>
            </a:srgbClr>
          </a:outerShdw>
        </a:effectLst>
        <a:sp3d prstMaterial="metal">
          <a:bevelT w="88900" h="88900"/>
        </a:sp3d>
      </dgm:spPr>
      <dgm:extLst>
        <a:ext uri="{E40237B7-FDA0-4F09-8148-C483321AD2D9}">
          <dgm14:cNvPr xmlns:dgm14="http://schemas.microsoft.com/office/drawing/2010/diagram" id="0" name="" descr="Handshake"/>
        </a:ext>
      </dgm:extLst>
    </dgm:pt>
    <dgm:pt modelId="{6BF9EC99-6526-46FA-B3E6-9E5E0938F110}" type="pres">
      <dgm:prSet presAssocID="{C976FD86-6663-49F4-94AB-9FB8D0252CEC}" presName="iconSpace" presStyleCnt="0"/>
      <dgm:spPr>
        <a:ln>
          <a:noFill/>
        </a:ln>
        <a:effectLst>
          <a:outerShdw blurRad="149987" dist="250190" dir="8460000" algn="ctr">
            <a:srgbClr val="000000">
              <a:alpha val="28000"/>
            </a:srgbClr>
          </a:outerShdw>
        </a:effectLst>
        <a:sp3d prstMaterial="metal">
          <a:bevelT w="88900" h="88900"/>
        </a:sp3d>
      </dgm:spPr>
    </dgm:pt>
    <dgm:pt modelId="{FFCE3B9E-67C9-4544-9F38-A420A90EFFDB}" type="pres">
      <dgm:prSet presAssocID="{C976FD86-6663-49F4-94AB-9FB8D0252CEC}" presName="parTx" presStyleLbl="revTx" presStyleIdx="4" presStyleCnt="6">
        <dgm:presLayoutVars>
          <dgm:chMax val="0"/>
          <dgm:chPref val="0"/>
        </dgm:presLayoutVars>
      </dgm:prSet>
      <dgm:spPr/>
    </dgm:pt>
    <dgm:pt modelId="{5BCC3A51-DC3C-443E-991D-6A6156C1DEEE}" type="pres">
      <dgm:prSet presAssocID="{C976FD86-6663-49F4-94AB-9FB8D0252CEC}" presName="txSpace" presStyleCnt="0"/>
      <dgm:spPr>
        <a:ln>
          <a:noFill/>
        </a:ln>
        <a:effectLst>
          <a:outerShdw blurRad="149987" dist="250190" dir="8460000" algn="ctr">
            <a:srgbClr val="000000">
              <a:alpha val="28000"/>
            </a:srgbClr>
          </a:outerShdw>
        </a:effectLst>
        <a:sp3d prstMaterial="metal">
          <a:bevelT w="88900" h="88900"/>
        </a:sp3d>
      </dgm:spPr>
    </dgm:pt>
    <dgm:pt modelId="{706B9664-41A4-4BB4-B2AA-4220C06F7950}" type="pres">
      <dgm:prSet presAssocID="{C976FD86-6663-49F4-94AB-9FB8D0252CEC}" presName="desTx" presStyleLbl="revTx" presStyleIdx="5" presStyleCnt="6">
        <dgm:presLayoutVars/>
      </dgm:prSet>
      <dgm:spPr>
        <a:ln>
          <a:noFill/>
        </a:ln>
        <a:effectLst>
          <a:outerShdw blurRad="149987" dist="250190" dir="8460000" algn="ctr">
            <a:srgbClr val="000000">
              <a:alpha val="28000"/>
            </a:srgbClr>
          </a:outerShdw>
        </a:effectLst>
        <a:sp3d prstMaterial="metal">
          <a:bevelT w="88900" h="88900"/>
        </a:sp3d>
      </dgm:spPr>
    </dgm:pt>
  </dgm:ptLst>
  <dgm:cxnLst>
    <dgm:cxn modelId="{D17F8C2D-4D27-41C3-B833-F389A3AE381C}" type="presOf" srcId="{C976FD86-6663-49F4-94AB-9FB8D0252CEC}" destId="{FFCE3B9E-67C9-4544-9F38-A420A90EFFDB}" srcOrd="0" destOrd="0" presId="urn:microsoft.com/office/officeart/2018/5/layout/CenteredIconLabelDescriptionList"/>
    <dgm:cxn modelId="{F8AB895F-ADDD-4298-AE34-B47A83C03CE6}" type="presOf" srcId="{BD8D258E-218B-4483-82A2-079BC4422D21}" destId="{344511C2-B581-4A2F-A53C-47FD4732B07C}" srcOrd="0" destOrd="0" presId="urn:microsoft.com/office/officeart/2018/5/layout/CenteredIconLabelDescriptionList"/>
    <dgm:cxn modelId="{60B0B88C-289B-4569-8BF4-62E0F934C7E2}" srcId="{2CBA0BF4-54E2-463B-A849-54D5EA677FA1}" destId="{613243C9-43FD-4C4C-837D-2B8E0D55D9EA}" srcOrd="1" destOrd="0" parTransId="{0F401404-E799-43CF-89D7-04C8B1E2DDDF}" sibTransId="{F9DAC246-8EFE-49A1-BF64-F56036F9C27A}"/>
    <dgm:cxn modelId="{39AFDDA7-CA60-4F2F-A9D0-45EC2BC38A05}" type="presOf" srcId="{A615D9D9-D56F-41A8-9153-1EFAA560D0DA}" destId="{AF8339A4-4969-4166-8D78-A9668542A120}" srcOrd="0" destOrd="0" presId="urn:microsoft.com/office/officeart/2018/5/layout/CenteredIconLabelDescriptionList"/>
    <dgm:cxn modelId="{F32E26B7-3716-4494-A9EA-B1191CC95B02}" type="presOf" srcId="{2CBA0BF4-54E2-463B-A849-54D5EA677FA1}" destId="{0691EB6A-B71C-45E5-9D36-0DE3C91EDE8E}" srcOrd="0" destOrd="0" presId="urn:microsoft.com/office/officeart/2018/5/layout/CenteredIconLabelDescriptionList"/>
    <dgm:cxn modelId="{9D6215BB-A767-437E-BA93-41605A2BFAF7}" srcId="{A615D9D9-D56F-41A8-9153-1EFAA560D0DA}" destId="{C976FD86-6663-49F4-94AB-9FB8D0252CEC}" srcOrd="2" destOrd="0" parTransId="{71AD0EC0-420E-401F-B731-9026E5ADB6D3}" sibTransId="{3A11E3D6-7FAD-449A-9208-E94F21D5EBC4}"/>
    <dgm:cxn modelId="{3CE59DC1-53C3-464D-9D76-31C4716A05EF}" srcId="{2CBA0BF4-54E2-463B-A849-54D5EA677FA1}" destId="{BD8D258E-218B-4483-82A2-079BC4422D21}" srcOrd="0" destOrd="0" parTransId="{2545F0C9-4A30-4819-A904-BED17AD34C1C}" sibTransId="{7423866D-82B8-4B5B-BEA7-F658DF222B25}"/>
    <dgm:cxn modelId="{D89CF4E1-892F-4429-8ADA-A047C2FE7CB4}" srcId="{A615D9D9-D56F-41A8-9153-1EFAA560D0DA}" destId="{58BB8E95-3BA5-4524-9038-BB6B9916DDA4}" srcOrd="0" destOrd="0" parTransId="{40F42D7E-D15C-4205-8211-684E303FE75C}" sibTransId="{28A91DD9-C3E9-4EE4-B211-336D89BE6BE1}"/>
    <dgm:cxn modelId="{8BC892E3-A5C3-4926-8F70-93863C815994}" type="presOf" srcId="{613243C9-43FD-4C4C-837D-2B8E0D55D9EA}" destId="{344511C2-B581-4A2F-A53C-47FD4732B07C}" srcOrd="0" destOrd="1" presId="urn:microsoft.com/office/officeart/2018/5/layout/CenteredIconLabelDescriptionList"/>
    <dgm:cxn modelId="{5A88E0E6-CE9D-43FA-9D9C-A670A4B41CB1}" type="presOf" srcId="{58BB8E95-3BA5-4524-9038-BB6B9916DDA4}" destId="{3A0F7255-1AD6-4693-BC0F-CDDA6BA38820}" srcOrd="0" destOrd="0" presId="urn:microsoft.com/office/officeart/2018/5/layout/CenteredIconLabelDescriptionList"/>
    <dgm:cxn modelId="{0F0E7CFE-F163-4E99-B660-AEAC8C226830}" srcId="{A615D9D9-D56F-41A8-9153-1EFAA560D0DA}" destId="{2CBA0BF4-54E2-463B-A849-54D5EA677FA1}" srcOrd="1" destOrd="0" parTransId="{4F90CE70-FDB9-482E-872A-FB749A74679E}" sibTransId="{27B71916-E1C4-4422-88F2-BF814AD87ACA}"/>
    <dgm:cxn modelId="{D3337DAB-5D54-4B23-92D5-8A39BD2394CB}" type="presParOf" srcId="{AF8339A4-4969-4166-8D78-A9668542A120}" destId="{019FCDB0-C8B1-46E5-B61B-3A4F354739C3}" srcOrd="0" destOrd="0" presId="urn:microsoft.com/office/officeart/2018/5/layout/CenteredIconLabelDescriptionList"/>
    <dgm:cxn modelId="{2BB6815C-9649-4F44-9B01-B55B9B6CA194}" type="presParOf" srcId="{019FCDB0-C8B1-46E5-B61B-3A4F354739C3}" destId="{30631440-BC67-43E5-999A-82C9909AA415}" srcOrd="0" destOrd="0" presId="urn:microsoft.com/office/officeart/2018/5/layout/CenteredIconLabelDescriptionList"/>
    <dgm:cxn modelId="{852F6373-0BC8-494D-A3BF-8730D2F69548}" type="presParOf" srcId="{019FCDB0-C8B1-46E5-B61B-3A4F354739C3}" destId="{CD6BF89B-2847-4D78-BDDC-6F3106D28948}" srcOrd="1" destOrd="0" presId="urn:microsoft.com/office/officeart/2018/5/layout/CenteredIconLabelDescriptionList"/>
    <dgm:cxn modelId="{F0496D3E-ADB4-4A9E-A8D2-314402CF98FC}" type="presParOf" srcId="{019FCDB0-C8B1-46E5-B61B-3A4F354739C3}" destId="{3A0F7255-1AD6-4693-BC0F-CDDA6BA38820}" srcOrd="2" destOrd="0" presId="urn:microsoft.com/office/officeart/2018/5/layout/CenteredIconLabelDescriptionList"/>
    <dgm:cxn modelId="{37C0F999-323F-46D0-B516-92462312DE87}" type="presParOf" srcId="{019FCDB0-C8B1-46E5-B61B-3A4F354739C3}" destId="{16BE5E57-1543-4EC7-8AD3-FC01159DF563}" srcOrd="3" destOrd="0" presId="urn:microsoft.com/office/officeart/2018/5/layout/CenteredIconLabelDescriptionList"/>
    <dgm:cxn modelId="{FD7AC9A3-7E39-4D0E-9282-45C9279C31E3}" type="presParOf" srcId="{019FCDB0-C8B1-46E5-B61B-3A4F354739C3}" destId="{464C32C9-97E0-4FAC-AB96-14BD65EC5CF4}" srcOrd="4" destOrd="0" presId="urn:microsoft.com/office/officeart/2018/5/layout/CenteredIconLabelDescriptionList"/>
    <dgm:cxn modelId="{9FF90355-B307-4CBD-9B4A-AFD8D856FAA1}" type="presParOf" srcId="{AF8339A4-4969-4166-8D78-A9668542A120}" destId="{586272C0-62EA-4692-B2AD-57761F3A185F}" srcOrd="1" destOrd="0" presId="urn:microsoft.com/office/officeart/2018/5/layout/CenteredIconLabelDescriptionList"/>
    <dgm:cxn modelId="{C2F9806A-4013-4B7D-88AC-B5280796B40F}" type="presParOf" srcId="{AF8339A4-4969-4166-8D78-A9668542A120}" destId="{FF849A67-248E-4842-8CD8-34B304EA12F3}" srcOrd="2" destOrd="0" presId="urn:microsoft.com/office/officeart/2018/5/layout/CenteredIconLabelDescriptionList"/>
    <dgm:cxn modelId="{71B4478F-E18D-439B-973C-D4AACA60648D}" type="presParOf" srcId="{FF849A67-248E-4842-8CD8-34B304EA12F3}" destId="{859557B7-7AD7-41A8-ACCC-0BA2B42C1833}" srcOrd="0" destOrd="0" presId="urn:microsoft.com/office/officeart/2018/5/layout/CenteredIconLabelDescriptionList"/>
    <dgm:cxn modelId="{79943FAF-7DBD-4B84-B15D-F33A8506D993}" type="presParOf" srcId="{FF849A67-248E-4842-8CD8-34B304EA12F3}" destId="{30ABB94C-835E-497D-9A51-BAC8F9D2CF6D}" srcOrd="1" destOrd="0" presId="urn:microsoft.com/office/officeart/2018/5/layout/CenteredIconLabelDescriptionList"/>
    <dgm:cxn modelId="{D22B68F9-E985-4428-A165-93D835AC2CCB}" type="presParOf" srcId="{FF849A67-248E-4842-8CD8-34B304EA12F3}" destId="{0691EB6A-B71C-45E5-9D36-0DE3C91EDE8E}" srcOrd="2" destOrd="0" presId="urn:microsoft.com/office/officeart/2018/5/layout/CenteredIconLabelDescriptionList"/>
    <dgm:cxn modelId="{897EEA5D-2C5C-4D4D-8A52-A6C5BCCB536A}" type="presParOf" srcId="{FF849A67-248E-4842-8CD8-34B304EA12F3}" destId="{CEE4D9A9-0661-4637-B0BF-2DF06C9F2516}" srcOrd="3" destOrd="0" presId="urn:microsoft.com/office/officeart/2018/5/layout/CenteredIconLabelDescriptionList"/>
    <dgm:cxn modelId="{7E49C3B1-3447-40A4-B5B6-2296C51593BE}" type="presParOf" srcId="{FF849A67-248E-4842-8CD8-34B304EA12F3}" destId="{344511C2-B581-4A2F-A53C-47FD4732B07C}" srcOrd="4" destOrd="0" presId="urn:microsoft.com/office/officeart/2018/5/layout/CenteredIconLabelDescriptionList"/>
    <dgm:cxn modelId="{C60752ED-7C34-47A0-8E60-F819D05D77E0}" type="presParOf" srcId="{AF8339A4-4969-4166-8D78-A9668542A120}" destId="{B18AE2A2-C1E9-4ACA-8F8E-6330526F9B00}" srcOrd="3" destOrd="0" presId="urn:microsoft.com/office/officeart/2018/5/layout/CenteredIconLabelDescriptionList"/>
    <dgm:cxn modelId="{E1255392-DB29-4A80-8C04-3522E8BCEE32}" type="presParOf" srcId="{AF8339A4-4969-4166-8D78-A9668542A120}" destId="{492266CD-7AE6-44C6-90CA-F5A56F6EF7C4}" srcOrd="4" destOrd="0" presId="urn:microsoft.com/office/officeart/2018/5/layout/CenteredIconLabelDescriptionList"/>
    <dgm:cxn modelId="{36F2C3E7-B857-44A0-97F8-8C25B909C26F}" type="presParOf" srcId="{492266CD-7AE6-44C6-90CA-F5A56F6EF7C4}" destId="{9AE7C2E3-CC14-4B41-BF36-F8DEF0DC3CED}" srcOrd="0" destOrd="0" presId="urn:microsoft.com/office/officeart/2018/5/layout/CenteredIconLabelDescriptionList"/>
    <dgm:cxn modelId="{9C737B52-2321-458B-A480-F61041B1070F}" type="presParOf" srcId="{492266CD-7AE6-44C6-90CA-F5A56F6EF7C4}" destId="{6BF9EC99-6526-46FA-B3E6-9E5E0938F110}" srcOrd="1" destOrd="0" presId="urn:microsoft.com/office/officeart/2018/5/layout/CenteredIconLabelDescriptionList"/>
    <dgm:cxn modelId="{B27975F1-5840-4423-9F37-D635AD3AF618}" type="presParOf" srcId="{492266CD-7AE6-44C6-90CA-F5A56F6EF7C4}" destId="{FFCE3B9E-67C9-4544-9F38-A420A90EFFDB}" srcOrd="2" destOrd="0" presId="urn:microsoft.com/office/officeart/2018/5/layout/CenteredIconLabelDescriptionList"/>
    <dgm:cxn modelId="{1CE699D1-346A-47D4-8FC5-D20176C21BE5}" type="presParOf" srcId="{492266CD-7AE6-44C6-90CA-F5A56F6EF7C4}" destId="{5BCC3A51-DC3C-443E-991D-6A6156C1DEEE}" srcOrd="3" destOrd="0" presId="urn:microsoft.com/office/officeart/2018/5/layout/CenteredIconLabelDescriptionList"/>
    <dgm:cxn modelId="{BF819A0C-4024-4E2A-B410-DA1281C85DD8}" type="presParOf" srcId="{492266CD-7AE6-44C6-90CA-F5A56F6EF7C4}" destId="{706B9664-41A4-4BB4-B2AA-4220C06F7950}" srcOrd="4" destOrd="0" presId="urn:microsoft.com/office/officeart/2018/5/layout/CenteredIconLabelDescriptionList"/>
  </dgm:cxnLst>
  <dgm:bg>
    <a:effectLst/>
  </dgm:bg>
  <dgm:whole>
    <a:ln>
      <a:noFill/>
    </a:ln>
  </dgm:whole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B651A8D-5D05-42AF-BC9B-C1C136929AD8}" type="doc">
      <dgm:prSet loTypeId="urn:microsoft.com/office/officeart/2005/8/layout/hierarchy3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6EA8B74-A42A-4AFF-B29B-E2467BCEF637}">
      <dgm:prSet custT="1">
        <dgm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sz="2400" b="1" dirty="0"/>
            <a:t>Spell correction</a:t>
          </a:r>
          <a:endParaRPr lang="en-US" sz="2400" dirty="0"/>
        </a:p>
      </dgm:t>
    </dgm:pt>
    <dgm:pt modelId="{4CC2AC18-3E67-49FB-A7C0-3849AC7DDF87}" type="parTrans" cxnId="{F6F59EC1-3F0E-4AF5-A0A5-09300E56F585}">
      <dgm:prSet/>
      <dgm:spPr/>
      <dgm:t>
        <a:bodyPr/>
        <a:lstStyle/>
        <a:p>
          <a:endParaRPr lang="en-US"/>
        </a:p>
      </dgm:t>
    </dgm:pt>
    <dgm:pt modelId="{535EC7D8-1518-4453-A181-1C8933C90FED}" type="sibTrans" cxnId="{F6F59EC1-3F0E-4AF5-A0A5-09300E56F585}">
      <dgm:prSet/>
      <dgm:spPr/>
      <dgm:t>
        <a:bodyPr/>
        <a:lstStyle/>
        <a:p>
          <a:endParaRPr lang="en-US"/>
        </a:p>
      </dgm:t>
    </dgm:pt>
    <dgm:pt modelId="{80AF72EF-C864-4C99-8578-2EFEF37F5EC6}">
      <dgm:prSet custT="1"/>
      <dgm:spPr/>
      <dgm:t>
        <a:bodyPr/>
        <a:lstStyle/>
        <a:p>
          <a:r>
            <a:rPr lang="en-US" sz="2000"/>
            <a:t>Manual list</a:t>
          </a:r>
        </a:p>
      </dgm:t>
    </dgm:pt>
    <dgm:pt modelId="{242B09E9-9857-4345-9D14-63D79E59D066}" type="parTrans" cxnId="{88B24AB5-9D17-4C1B-9D4A-D045C0CED66C}">
      <dgm:prSet/>
      <dgm:spPr/>
      <dgm:t>
        <a:bodyPr/>
        <a:lstStyle/>
        <a:p>
          <a:endParaRPr lang="en-US" sz="1600"/>
        </a:p>
      </dgm:t>
    </dgm:pt>
    <dgm:pt modelId="{5D9681E7-2882-484F-9748-8D73665C0361}" type="sibTrans" cxnId="{88B24AB5-9D17-4C1B-9D4A-D045C0CED66C}">
      <dgm:prSet/>
      <dgm:spPr/>
      <dgm:t>
        <a:bodyPr/>
        <a:lstStyle/>
        <a:p>
          <a:endParaRPr lang="en-US"/>
        </a:p>
      </dgm:t>
    </dgm:pt>
    <dgm:pt modelId="{754D2181-CB96-4D93-A49C-74A4BFB63AB0}">
      <dgm:prSet custT="1"/>
      <dgm:spPr/>
      <dgm:t>
        <a:bodyPr/>
        <a:lstStyle/>
        <a:p>
          <a:r>
            <a:rPr lang="en-US" sz="2000"/>
            <a:t>All correction list</a:t>
          </a:r>
        </a:p>
      </dgm:t>
    </dgm:pt>
    <dgm:pt modelId="{54C25EDE-4614-4823-B555-04DB4D3531E2}" type="parTrans" cxnId="{17B61BEC-90CF-43E2-ADE8-867122578121}">
      <dgm:prSet/>
      <dgm:spPr/>
      <dgm:t>
        <a:bodyPr/>
        <a:lstStyle/>
        <a:p>
          <a:endParaRPr lang="en-US" sz="1600"/>
        </a:p>
      </dgm:t>
    </dgm:pt>
    <dgm:pt modelId="{C6D00D55-7E9C-4814-94B4-F609B1395D8F}" type="sibTrans" cxnId="{17B61BEC-90CF-43E2-ADE8-867122578121}">
      <dgm:prSet/>
      <dgm:spPr/>
      <dgm:t>
        <a:bodyPr/>
        <a:lstStyle/>
        <a:p>
          <a:endParaRPr lang="en-US"/>
        </a:p>
      </dgm:t>
    </dgm:pt>
    <dgm:pt modelId="{5720BF58-7D38-4775-9F9A-E770115AF6C2}">
      <dgm:prSet custT="1">
        <dgm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sz="2400" b="1"/>
            <a:t>Data augmentation</a:t>
          </a:r>
          <a:endParaRPr lang="en-US" sz="2400"/>
        </a:p>
      </dgm:t>
    </dgm:pt>
    <dgm:pt modelId="{16A5D933-B641-4FBB-AAFB-66BF9680A12D}" type="parTrans" cxnId="{09136CF0-FA8E-41A0-9198-6504EC75345A}">
      <dgm:prSet/>
      <dgm:spPr/>
      <dgm:t>
        <a:bodyPr/>
        <a:lstStyle/>
        <a:p>
          <a:endParaRPr lang="en-US"/>
        </a:p>
      </dgm:t>
    </dgm:pt>
    <dgm:pt modelId="{EDB50BA3-114C-465E-8304-E11EB4AC18C5}" type="sibTrans" cxnId="{09136CF0-FA8E-41A0-9198-6504EC75345A}">
      <dgm:prSet/>
      <dgm:spPr/>
      <dgm:t>
        <a:bodyPr/>
        <a:lstStyle/>
        <a:p>
          <a:endParaRPr lang="en-US"/>
        </a:p>
      </dgm:t>
    </dgm:pt>
    <dgm:pt modelId="{CB82CC84-7A01-4458-9BF2-26E5FE0AA1E3}">
      <dgm:prSet custT="1"/>
      <dgm:spPr/>
      <dgm:t>
        <a:bodyPr/>
        <a:lstStyle/>
        <a:p>
          <a:r>
            <a:rPr lang="en-US" sz="2000" dirty="0"/>
            <a:t>Wordnet</a:t>
          </a:r>
        </a:p>
      </dgm:t>
    </dgm:pt>
    <dgm:pt modelId="{D34E41FE-A5A1-4151-B13F-534B73246394}" type="parTrans" cxnId="{B3B2B76D-1F2E-487E-84AE-25D5464C390F}">
      <dgm:prSet/>
      <dgm:spPr/>
      <dgm:t>
        <a:bodyPr/>
        <a:lstStyle/>
        <a:p>
          <a:endParaRPr lang="en-US" sz="1600"/>
        </a:p>
      </dgm:t>
    </dgm:pt>
    <dgm:pt modelId="{8BD7ED85-91F2-424A-B733-22C988DF042B}" type="sibTrans" cxnId="{B3B2B76D-1F2E-487E-84AE-25D5464C390F}">
      <dgm:prSet/>
      <dgm:spPr/>
      <dgm:t>
        <a:bodyPr/>
        <a:lstStyle/>
        <a:p>
          <a:endParaRPr lang="en-US"/>
        </a:p>
      </dgm:t>
    </dgm:pt>
    <dgm:pt modelId="{00F91071-2696-417C-8D18-81100FBD66B0}">
      <dgm:prSet custT="1"/>
      <dgm:spPr/>
      <dgm:t>
        <a:bodyPr/>
        <a:lstStyle/>
        <a:p>
          <a:r>
            <a:rPr lang="en-US" sz="2000"/>
            <a:t>Walmart’s sample synonyms list</a:t>
          </a:r>
        </a:p>
      </dgm:t>
    </dgm:pt>
    <dgm:pt modelId="{27F88C12-8300-4B52-B448-12BD9916D28A}" type="parTrans" cxnId="{1F67EAC9-CE29-4287-9035-C732461B8C8E}">
      <dgm:prSet/>
      <dgm:spPr/>
      <dgm:t>
        <a:bodyPr/>
        <a:lstStyle/>
        <a:p>
          <a:endParaRPr lang="en-US" sz="1600"/>
        </a:p>
      </dgm:t>
    </dgm:pt>
    <dgm:pt modelId="{02FF33BA-263C-429C-B1B8-DE9B557660F4}" type="sibTrans" cxnId="{1F67EAC9-CE29-4287-9035-C732461B8C8E}">
      <dgm:prSet/>
      <dgm:spPr/>
      <dgm:t>
        <a:bodyPr/>
        <a:lstStyle/>
        <a:p>
          <a:endParaRPr lang="en-US"/>
        </a:p>
      </dgm:t>
    </dgm:pt>
    <dgm:pt modelId="{382E8E9A-AF8D-4574-9555-E91F2B0FDFD4}">
      <dgm:prSet custT="1">
        <dgm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sz="2400" b="1" dirty="0"/>
            <a:t>FastText model</a:t>
          </a:r>
          <a:endParaRPr lang="en-US" sz="2400" dirty="0"/>
        </a:p>
      </dgm:t>
    </dgm:pt>
    <dgm:pt modelId="{2991F32C-1158-4FD4-8416-606B3DD58057}" type="parTrans" cxnId="{B3EE7E52-0A9D-4C9E-8809-CE2EA0D83591}">
      <dgm:prSet/>
      <dgm:spPr/>
      <dgm:t>
        <a:bodyPr/>
        <a:lstStyle/>
        <a:p>
          <a:endParaRPr lang="en-US"/>
        </a:p>
      </dgm:t>
    </dgm:pt>
    <dgm:pt modelId="{FCB27EC3-8371-45ED-AB53-B93D1BAB0AE9}" type="sibTrans" cxnId="{B3EE7E52-0A9D-4C9E-8809-CE2EA0D83591}">
      <dgm:prSet/>
      <dgm:spPr/>
      <dgm:t>
        <a:bodyPr/>
        <a:lstStyle/>
        <a:p>
          <a:endParaRPr lang="en-US"/>
        </a:p>
      </dgm:t>
    </dgm:pt>
    <dgm:pt modelId="{9A991371-F6D1-4BE1-B49D-02508FFBCB40}">
      <dgm:prSet custT="1"/>
      <dgm:spPr/>
      <dgm:t>
        <a:bodyPr/>
        <a:lstStyle/>
        <a:p>
          <a:r>
            <a:rPr lang="en-US" sz="2000"/>
            <a:t>TF category &gt; TF variety</a:t>
          </a:r>
        </a:p>
      </dgm:t>
    </dgm:pt>
    <dgm:pt modelId="{D84B17F4-C67B-4086-9688-04D771DBAFFB}" type="parTrans" cxnId="{E24D54EE-74CC-4357-8A90-84628EA21B3E}">
      <dgm:prSet/>
      <dgm:spPr/>
      <dgm:t>
        <a:bodyPr/>
        <a:lstStyle/>
        <a:p>
          <a:endParaRPr lang="en-US" sz="1600"/>
        </a:p>
      </dgm:t>
    </dgm:pt>
    <dgm:pt modelId="{28C8ADB5-CB1A-4768-9F4C-829D8888F5BF}" type="sibTrans" cxnId="{E24D54EE-74CC-4357-8A90-84628EA21B3E}">
      <dgm:prSet/>
      <dgm:spPr/>
      <dgm:t>
        <a:bodyPr/>
        <a:lstStyle/>
        <a:p>
          <a:endParaRPr lang="en-US"/>
        </a:p>
      </dgm:t>
    </dgm:pt>
    <dgm:pt modelId="{1BBDD2DE-C33A-4EB7-B5C5-A7F5704B00D6}">
      <dgm:prSet custT="1"/>
      <dgm:spPr/>
      <dgm:t>
        <a:bodyPr/>
        <a:lstStyle/>
        <a:p>
          <a:r>
            <a:rPr lang="en-US" sz="2000"/>
            <a:t>Autotuning of parameters</a:t>
          </a:r>
        </a:p>
      </dgm:t>
    </dgm:pt>
    <dgm:pt modelId="{F4AE95D8-4AC2-4E11-B9CE-6FDE73474D26}" type="parTrans" cxnId="{82F01C3B-0734-4129-AC51-47E5BDFDA990}">
      <dgm:prSet/>
      <dgm:spPr/>
      <dgm:t>
        <a:bodyPr/>
        <a:lstStyle/>
        <a:p>
          <a:endParaRPr lang="en-US" sz="1600"/>
        </a:p>
      </dgm:t>
    </dgm:pt>
    <dgm:pt modelId="{0F5A3863-F02A-4E66-8805-53BC41061B5E}" type="sibTrans" cxnId="{82F01C3B-0734-4129-AC51-47E5BDFDA990}">
      <dgm:prSet/>
      <dgm:spPr/>
      <dgm:t>
        <a:bodyPr/>
        <a:lstStyle/>
        <a:p>
          <a:endParaRPr lang="en-US"/>
        </a:p>
      </dgm:t>
    </dgm:pt>
    <dgm:pt modelId="{6A9EC466-1FB1-4F81-86E4-E5064BD83107}">
      <dgm:prSet custT="1">
        <dgm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en-US" sz="2400" b="1"/>
            <a:t>Voting hard classifier</a:t>
          </a:r>
          <a:endParaRPr lang="en-US" sz="2400"/>
        </a:p>
      </dgm:t>
    </dgm:pt>
    <dgm:pt modelId="{EC691084-0185-44CA-ABA7-CA99A2ECC5E5}" type="parTrans" cxnId="{B269169E-A3B3-4E41-AB60-300137FA1248}">
      <dgm:prSet/>
      <dgm:spPr/>
      <dgm:t>
        <a:bodyPr/>
        <a:lstStyle/>
        <a:p>
          <a:endParaRPr lang="en-US"/>
        </a:p>
      </dgm:t>
    </dgm:pt>
    <dgm:pt modelId="{91FC6954-8622-4C0B-8D8D-BCE4DC9A2524}" type="sibTrans" cxnId="{B269169E-A3B3-4E41-AB60-300137FA1248}">
      <dgm:prSet/>
      <dgm:spPr/>
      <dgm:t>
        <a:bodyPr/>
        <a:lstStyle/>
        <a:p>
          <a:endParaRPr lang="en-US"/>
        </a:p>
      </dgm:t>
    </dgm:pt>
    <dgm:pt modelId="{1DCAF11F-F9B0-48A5-88B3-DC49FE00F563}">
      <dgm:prSet custT="1"/>
      <dgm:spPr/>
      <dgm:t>
        <a:bodyPr/>
        <a:lstStyle/>
        <a:p>
          <a:r>
            <a:rPr lang="en-US" sz="2000"/>
            <a:t>TF category = 70.58</a:t>
          </a:r>
        </a:p>
      </dgm:t>
    </dgm:pt>
    <dgm:pt modelId="{5FBB8151-AE94-43F2-B78B-E97C8799D0D0}" type="parTrans" cxnId="{7CBA0B82-C232-4145-99B8-770063CC6E27}">
      <dgm:prSet/>
      <dgm:spPr/>
      <dgm:t>
        <a:bodyPr/>
        <a:lstStyle/>
        <a:p>
          <a:endParaRPr lang="en-US" sz="1600"/>
        </a:p>
      </dgm:t>
    </dgm:pt>
    <dgm:pt modelId="{7C0DC2D4-2155-4FBE-8BA8-24ACB66C53E3}" type="sibTrans" cxnId="{7CBA0B82-C232-4145-99B8-770063CC6E27}">
      <dgm:prSet/>
      <dgm:spPr/>
      <dgm:t>
        <a:bodyPr/>
        <a:lstStyle/>
        <a:p>
          <a:endParaRPr lang="en-US"/>
        </a:p>
      </dgm:t>
    </dgm:pt>
    <dgm:pt modelId="{7971B477-4752-427B-B569-A5C2905DF9B0}">
      <dgm:prSet custT="1"/>
      <dgm:spPr/>
      <dgm:t>
        <a:bodyPr/>
        <a:lstStyle/>
        <a:p>
          <a:r>
            <a:rPr lang="en-US" sz="2000"/>
            <a:t>TF variety = 80.7</a:t>
          </a:r>
        </a:p>
      </dgm:t>
    </dgm:pt>
    <dgm:pt modelId="{A325ADC4-7304-4003-B66F-15A12A5911DB}" type="parTrans" cxnId="{2B16E3DA-052F-4568-A047-3722F3095F25}">
      <dgm:prSet/>
      <dgm:spPr/>
      <dgm:t>
        <a:bodyPr/>
        <a:lstStyle/>
        <a:p>
          <a:endParaRPr lang="en-US" sz="1600"/>
        </a:p>
      </dgm:t>
    </dgm:pt>
    <dgm:pt modelId="{763C3A0C-F104-4128-9BFC-D2D5F3F032A9}" type="sibTrans" cxnId="{2B16E3DA-052F-4568-A047-3722F3095F25}">
      <dgm:prSet/>
      <dgm:spPr/>
      <dgm:t>
        <a:bodyPr/>
        <a:lstStyle/>
        <a:p>
          <a:endParaRPr lang="en-US"/>
        </a:p>
      </dgm:t>
    </dgm:pt>
    <dgm:pt modelId="{FE46291A-A0BB-45AF-91C1-01E4158B14A0}" type="pres">
      <dgm:prSet presAssocID="{1B651A8D-5D05-42AF-BC9B-C1C136929AD8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FFA6A92A-8403-40E5-B581-29B34A9F3743}" type="pres">
      <dgm:prSet presAssocID="{76EA8B74-A42A-4AFF-B29B-E2467BCEF637}" presName="root" presStyleCnt="0"/>
      <dgm:spPr/>
    </dgm:pt>
    <dgm:pt modelId="{B1B3FDA2-9355-46CC-96C4-461F241B36DA}" type="pres">
      <dgm:prSet presAssocID="{76EA8B74-A42A-4AFF-B29B-E2467BCEF637}" presName="rootComposite" presStyleCnt="0"/>
      <dgm:spPr/>
    </dgm:pt>
    <dgm:pt modelId="{9ED16B2E-99A5-4D5C-8852-B14D09EF60CE}" type="pres">
      <dgm:prSet presAssocID="{76EA8B74-A42A-4AFF-B29B-E2467BCEF637}" presName="rootText" presStyleLbl="node1" presStyleIdx="0" presStyleCnt="4"/>
      <dgm:spPr/>
    </dgm:pt>
    <dgm:pt modelId="{1BAEBC3A-845B-4C78-80E9-290651A050A1}" type="pres">
      <dgm:prSet presAssocID="{76EA8B74-A42A-4AFF-B29B-E2467BCEF637}" presName="rootConnector" presStyleLbl="node1" presStyleIdx="0" presStyleCnt="4"/>
      <dgm:spPr/>
    </dgm:pt>
    <dgm:pt modelId="{AC6C05C0-F043-464F-81AD-8D841632E260}" type="pres">
      <dgm:prSet presAssocID="{76EA8B74-A42A-4AFF-B29B-E2467BCEF637}" presName="childShape" presStyleCnt="0"/>
      <dgm:spPr/>
    </dgm:pt>
    <dgm:pt modelId="{FE73CA43-4B25-472A-B426-EF60BC92A634}" type="pres">
      <dgm:prSet presAssocID="{242B09E9-9857-4345-9D14-63D79E59D066}" presName="Name13" presStyleLbl="parChTrans1D2" presStyleIdx="0" presStyleCnt="8"/>
      <dgm:spPr/>
    </dgm:pt>
    <dgm:pt modelId="{CFFB920F-74F9-4B39-AD61-7FF5C566CD66}" type="pres">
      <dgm:prSet presAssocID="{80AF72EF-C864-4C99-8578-2EFEF37F5EC6}" presName="childText" presStyleLbl="bgAcc1" presStyleIdx="0" presStyleCnt="8">
        <dgm:presLayoutVars>
          <dgm:bulletEnabled val="1"/>
        </dgm:presLayoutVars>
      </dgm:prSet>
      <dgm:spPr/>
    </dgm:pt>
    <dgm:pt modelId="{4E352BA7-BEF0-49D3-A17C-1C7A1F97996D}" type="pres">
      <dgm:prSet presAssocID="{54C25EDE-4614-4823-B555-04DB4D3531E2}" presName="Name13" presStyleLbl="parChTrans1D2" presStyleIdx="1" presStyleCnt="8"/>
      <dgm:spPr/>
    </dgm:pt>
    <dgm:pt modelId="{E095C083-3D64-42B2-B552-C16FBD29D34F}" type="pres">
      <dgm:prSet presAssocID="{754D2181-CB96-4D93-A49C-74A4BFB63AB0}" presName="childText" presStyleLbl="bgAcc1" presStyleIdx="1" presStyleCnt="8">
        <dgm:presLayoutVars>
          <dgm:bulletEnabled val="1"/>
        </dgm:presLayoutVars>
      </dgm:prSet>
      <dgm:spPr/>
    </dgm:pt>
    <dgm:pt modelId="{2CA9BD72-C58E-43A8-A48A-9B50369AAEED}" type="pres">
      <dgm:prSet presAssocID="{5720BF58-7D38-4775-9F9A-E770115AF6C2}" presName="root" presStyleCnt="0"/>
      <dgm:spPr/>
    </dgm:pt>
    <dgm:pt modelId="{43EEF34E-B382-48B5-83A6-148E5C545A10}" type="pres">
      <dgm:prSet presAssocID="{5720BF58-7D38-4775-9F9A-E770115AF6C2}" presName="rootComposite" presStyleCnt="0"/>
      <dgm:spPr/>
    </dgm:pt>
    <dgm:pt modelId="{80127E78-5457-4242-9509-3BEE4E15BFF1}" type="pres">
      <dgm:prSet presAssocID="{5720BF58-7D38-4775-9F9A-E770115AF6C2}" presName="rootText" presStyleLbl="node1" presStyleIdx="1" presStyleCnt="4"/>
      <dgm:spPr/>
    </dgm:pt>
    <dgm:pt modelId="{EEC5A598-3A81-4F6F-8A08-E4697EB721E9}" type="pres">
      <dgm:prSet presAssocID="{5720BF58-7D38-4775-9F9A-E770115AF6C2}" presName="rootConnector" presStyleLbl="node1" presStyleIdx="1" presStyleCnt="4"/>
      <dgm:spPr/>
    </dgm:pt>
    <dgm:pt modelId="{0DEB5BC9-607D-4867-B5A6-64876549A655}" type="pres">
      <dgm:prSet presAssocID="{5720BF58-7D38-4775-9F9A-E770115AF6C2}" presName="childShape" presStyleCnt="0"/>
      <dgm:spPr/>
    </dgm:pt>
    <dgm:pt modelId="{334F31B2-81E0-4064-B800-280BA4D16B1F}" type="pres">
      <dgm:prSet presAssocID="{D34E41FE-A5A1-4151-B13F-534B73246394}" presName="Name13" presStyleLbl="parChTrans1D2" presStyleIdx="2" presStyleCnt="8"/>
      <dgm:spPr/>
    </dgm:pt>
    <dgm:pt modelId="{CC39FBCD-1E14-419B-973C-E80560C8E0D6}" type="pres">
      <dgm:prSet presAssocID="{CB82CC84-7A01-4458-9BF2-26E5FE0AA1E3}" presName="childText" presStyleLbl="bgAcc1" presStyleIdx="2" presStyleCnt="8">
        <dgm:presLayoutVars>
          <dgm:bulletEnabled val="1"/>
        </dgm:presLayoutVars>
      </dgm:prSet>
      <dgm:spPr/>
    </dgm:pt>
    <dgm:pt modelId="{D3AC0D1A-E8EF-4702-9320-E5455291E01F}" type="pres">
      <dgm:prSet presAssocID="{27F88C12-8300-4B52-B448-12BD9916D28A}" presName="Name13" presStyleLbl="parChTrans1D2" presStyleIdx="3" presStyleCnt="8"/>
      <dgm:spPr/>
    </dgm:pt>
    <dgm:pt modelId="{5B053593-003C-401F-8019-557B9439619F}" type="pres">
      <dgm:prSet presAssocID="{00F91071-2696-417C-8D18-81100FBD66B0}" presName="childText" presStyleLbl="bgAcc1" presStyleIdx="3" presStyleCnt="8">
        <dgm:presLayoutVars>
          <dgm:bulletEnabled val="1"/>
        </dgm:presLayoutVars>
      </dgm:prSet>
      <dgm:spPr/>
    </dgm:pt>
    <dgm:pt modelId="{E7AD9CFC-3375-4EA0-A6D3-15E9960E251B}" type="pres">
      <dgm:prSet presAssocID="{382E8E9A-AF8D-4574-9555-E91F2B0FDFD4}" presName="root" presStyleCnt="0"/>
      <dgm:spPr/>
    </dgm:pt>
    <dgm:pt modelId="{8537EF13-332E-4C42-9F26-814F54DB5D8D}" type="pres">
      <dgm:prSet presAssocID="{382E8E9A-AF8D-4574-9555-E91F2B0FDFD4}" presName="rootComposite" presStyleCnt="0"/>
      <dgm:spPr/>
    </dgm:pt>
    <dgm:pt modelId="{8911FF8E-98ED-4980-80DE-0EC35E6881F5}" type="pres">
      <dgm:prSet presAssocID="{382E8E9A-AF8D-4574-9555-E91F2B0FDFD4}" presName="rootText" presStyleLbl="node1" presStyleIdx="2" presStyleCnt="4"/>
      <dgm:spPr/>
    </dgm:pt>
    <dgm:pt modelId="{7EF4B9AB-C673-4138-8E2C-571F0C8010E3}" type="pres">
      <dgm:prSet presAssocID="{382E8E9A-AF8D-4574-9555-E91F2B0FDFD4}" presName="rootConnector" presStyleLbl="node1" presStyleIdx="2" presStyleCnt="4"/>
      <dgm:spPr/>
    </dgm:pt>
    <dgm:pt modelId="{EBFBB58E-46FC-4E5C-9567-299B13BC26EC}" type="pres">
      <dgm:prSet presAssocID="{382E8E9A-AF8D-4574-9555-E91F2B0FDFD4}" presName="childShape" presStyleCnt="0"/>
      <dgm:spPr/>
    </dgm:pt>
    <dgm:pt modelId="{65902B0C-EC7F-4A40-AA32-CB49BD85BDE3}" type="pres">
      <dgm:prSet presAssocID="{D84B17F4-C67B-4086-9688-04D771DBAFFB}" presName="Name13" presStyleLbl="parChTrans1D2" presStyleIdx="4" presStyleCnt="8"/>
      <dgm:spPr/>
    </dgm:pt>
    <dgm:pt modelId="{9B996DB8-C085-491D-8648-075804B883BE}" type="pres">
      <dgm:prSet presAssocID="{9A991371-F6D1-4BE1-B49D-02508FFBCB40}" presName="childText" presStyleLbl="bgAcc1" presStyleIdx="4" presStyleCnt="8">
        <dgm:presLayoutVars>
          <dgm:bulletEnabled val="1"/>
        </dgm:presLayoutVars>
      </dgm:prSet>
      <dgm:spPr/>
    </dgm:pt>
    <dgm:pt modelId="{89ED0F36-DD17-4B80-A304-E8A3A3209887}" type="pres">
      <dgm:prSet presAssocID="{F4AE95D8-4AC2-4E11-B9CE-6FDE73474D26}" presName="Name13" presStyleLbl="parChTrans1D2" presStyleIdx="5" presStyleCnt="8"/>
      <dgm:spPr/>
    </dgm:pt>
    <dgm:pt modelId="{D662D6EE-E316-4338-9600-E234AF058540}" type="pres">
      <dgm:prSet presAssocID="{1BBDD2DE-C33A-4EB7-B5C5-A7F5704B00D6}" presName="childText" presStyleLbl="bgAcc1" presStyleIdx="5" presStyleCnt="8">
        <dgm:presLayoutVars>
          <dgm:bulletEnabled val="1"/>
        </dgm:presLayoutVars>
      </dgm:prSet>
      <dgm:spPr/>
    </dgm:pt>
    <dgm:pt modelId="{06E78D5B-5930-403D-A10A-CDB2418DBEC6}" type="pres">
      <dgm:prSet presAssocID="{6A9EC466-1FB1-4F81-86E4-E5064BD83107}" presName="root" presStyleCnt="0"/>
      <dgm:spPr/>
    </dgm:pt>
    <dgm:pt modelId="{29A2565E-F912-4249-9D10-E8372ED18EF9}" type="pres">
      <dgm:prSet presAssocID="{6A9EC466-1FB1-4F81-86E4-E5064BD83107}" presName="rootComposite" presStyleCnt="0"/>
      <dgm:spPr/>
    </dgm:pt>
    <dgm:pt modelId="{40103C75-FABE-4F96-931A-BE0BF4F5919A}" type="pres">
      <dgm:prSet presAssocID="{6A9EC466-1FB1-4F81-86E4-E5064BD83107}" presName="rootText" presStyleLbl="node1" presStyleIdx="3" presStyleCnt="4"/>
      <dgm:spPr/>
    </dgm:pt>
    <dgm:pt modelId="{1CB8E026-B61D-4A4F-A98C-86CF36E3CB20}" type="pres">
      <dgm:prSet presAssocID="{6A9EC466-1FB1-4F81-86E4-E5064BD83107}" presName="rootConnector" presStyleLbl="node1" presStyleIdx="3" presStyleCnt="4"/>
      <dgm:spPr/>
    </dgm:pt>
    <dgm:pt modelId="{ABEF181B-AE44-4EEC-813E-24D95A00CB0F}" type="pres">
      <dgm:prSet presAssocID="{6A9EC466-1FB1-4F81-86E4-E5064BD83107}" presName="childShape" presStyleCnt="0"/>
      <dgm:spPr/>
    </dgm:pt>
    <dgm:pt modelId="{D229FB14-9A4C-4427-8DC3-B81C2B807AE0}" type="pres">
      <dgm:prSet presAssocID="{5FBB8151-AE94-43F2-B78B-E97C8799D0D0}" presName="Name13" presStyleLbl="parChTrans1D2" presStyleIdx="6" presStyleCnt="8"/>
      <dgm:spPr/>
    </dgm:pt>
    <dgm:pt modelId="{491ABA40-2FD9-457A-9B7C-6B60B8B0CC43}" type="pres">
      <dgm:prSet presAssocID="{1DCAF11F-F9B0-48A5-88B3-DC49FE00F563}" presName="childText" presStyleLbl="bgAcc1" presStyleIdx="6" presStyleCnt="8">
        <dgm:presLayoutVars>
          <dgm:bulletEnabled val="1"/>
        </dgm:presLayoutVars>
      </dgm:prSet>
      <dgm:spPr/>
    </dgm:pt>
    <dgm:pt modelId="{9F3ADC99-1909-4837-868F-024A61DA3C51}" type="pres">
      <dgm:prSet presAssocID="{A325ADC4-7304-4003-B66F-15A12A5911DB}" presName="Name13" presStyleLbl="parChTrans1D2" presStyleIdx="7" presStyleCnt="8"/>
      <dgm:spPr/>
    </dgm:pt>
    <dgm:pt modelId="{192CE314-0FE0-423C-BB66-23A4EADD02A0}" type="pres">
      <dgm:prSet presAssocID="{7971B477-4752-427B-B569-A5C2905DF9B0}" presName="childText" presStyleLbl="bgAcc1" presStyleIdx="7" presStyleCnt="8">
        <dgm:presLayoutVars>
          <dgm:bulletEnabled val="1"/>
        </dgm:presLayoutVars>
      </dgm:prSet>
      <dgm:spPr/>
    </dgm:pt>
  </dgm:ptLst>
  <dgm:cxnLst>
    <dgm:cxn modelId="{D8735307-6298-4960-B243-A165D2D4AAE2}" type="presOf" srcId="{6A9EC466-1FB1-4F81-86E4-E5064BD83107}" destId="{1CB8E026-B61D-4A4F-A98C-86CF36E3CB20}" srcOrd="1" destOrd="0" presId="urn:microsoft.com/office/officeart/2005/8/layout/hierarchy3"/>
    <dgm:cxn modelId="{9597F50D-FD02-4685-B68C-5673598AA6BA}" type="presOf" srcId="{76EA8B74-A42A-4AFF-B29B-E2467BCEF637}" destId="{1BAEBC3A-845B-4C78-80E9-290651A050A1}" srcOrd="1" destOrd="0" presId="urn:microsoft.com/office/officeart/2005/8/layout/hierarchy3"/>
    <dgm:cxn modelId="{D6A54B11-6C3E-4663-BD35-9418788FFD44}" type="presOf" srcId="{F4AE95D8-4AC2-4E11-B9CE-6FDE73474D26}" destId="{89ED0F36-DD17-4B80-A304-E8A3A3209887}" srcOrd="0" destOrd="0" presId="urn:microsoft.com/office/officeart/2005/8/layout/hierarchy3"/>
    <dgm:cxn modelId="{2335D319-E28A-4F02-BEFF-2720A2824253}" type="presOf" srcId="{5720BF58-7D38-4775-9F9A-E770115AF6C2}" destId="{80127E78-5457-4242-9509-3BEE4E15BFF1}" srcOrd="0" destOrd="0" presId="urn:microsoft.com/office/officeart/2005/8/layout/hierarchy3"/>
    <dgm:cxn modelId="{632FC11B-7551-4B6A-9891-C7ED79C096E6}" type="presOf" srcId="{5720BF58-7D38-4775-9F9A-E770115AF6C2}" destId="{EEC5A598-3A81-4F6F-8A08-E4697EB721E9}" srcOrd="1" destOrd="0" presId="urn:microsoft.com/office/officeart/2005/8/layout/hierarchy3"/>
    <dgm:cxn modelId="{3CBFAA2F-A6F9-466D-A7DA-B14B92A17E3B}" type="presOf" srcId="{80AF72EF-C864-4C99-8578-2EFEF37F5EC6}" destId="{CFFB920F-74F9-4B39-AD61-7FF5C566CD66}" srcOrd="0" destOrd="0" presId="urn:microsoft.com/office/officeart/2005/8/layout/hierarchy3"/>
    <dgm:cxn modelId="{029CB430-815C-4493-8788-5CD647CEE2AC}" type="presOf" srcId="{242B09E9-9857-4345-9D14-63D79E59D066}" destId="{FE73CA43-4B25-472A-B426-EF60BC92A634}" srcOrd="0" destOrd="0" presId="urn:microsoft.com/office/officeart/2005/8/layout/hierarchy3"/>
    <dgm:cxn modelId="{82F01C3B-0734-4129-AC51-47E5BDFDA990}" srcId="{382E8E9A-AF8D-4574-9555-E91F2B0FDFD4}" destId="{1BBDD2DE-C33A-4EB7-B5C5-A7F5704B00D6}" srcOrd="1" destOrd="0" parTransId="{F4AE95D8-4AC2-4E11-B9CE-6FDE73474D26}" sibTransId="{0F5A3863-F02A-4E66-8805-53BC41061B5E}"/>
    <dgm:cxn modelId="{FA6FA46B-9350-4E0B-8C30-1CEE99A746F9}" type="presOf" srcId="{00F91071-2696-417C-8D18-81100FBD66B0}" destId="{5B053593-003C-401F-8019-557B9439619F}" srcOrd="0" destOrd="0" presId="urn:microsoft.com/office/officeart/2005/8/layout/hierarchy3"/>
    <dgm:cxn modelId="{B3B2B76D-1F2E-487E-84AE-25D5464C390F}" srcId="{5720BF58-7D38-4775-9F9A-E770115AF6C2}" destId="{CB82CC84-7A01-4458-9BF2-26E5FE0AA1E3}" srcOrd="0" destOrd="0" parTransId="{D34E41FE-A5A1-4151-B13F-534B73246394}" sibTransId="{8BD7ED85-91F2-424A-B733-22C988DF042B}"/>
    <dgm:cxn modelId="{B3EE7E52-0A9D-4C9E-8809-CE2EA0D83591}" srcId="{1B651A8D-5D05-42AF-BC9B-C1C136929AD8}" destId="{382E8E9A-AF8D-4574-9555-E91F2B0FDFD4}" srcOrd="2" destOrd="0" parTransId="{2991F32C-1158-4FD4-8416-606B3DD58057}" sibTransId="{FCB27EC3-8371-45ED-AB53-B93D1BAB0AE9}"/>
    <dgm:cxn modelId="{43DE3953-2BA5-44C7-B459-4A402956A499}" type="presOf" srcId="{D34E41FE-A5A1-4151-B13F-534B73246394}" destId="{334F31B2-81E0-4064-B800-280BA4D16B1F}" srcOrd="0" destOrd="0" presId="urn:microsoft.com/office/officeart/2005/8/layout/hierarchy3"/>
    <dgm:cxn modelId="{2CA6A056-0514-4032-9527-3D3F0A42639E}" type="presOf" srcId="{1BBDD2DE-C33A-4EB7-B5C5-A7F5704B00D6}" destId="{D662D6EE-E316-4338-9600-E234AF058540}" srcOrd="0" destOrd="0" presId="urn:microsoft.com/office/officeart/2005/8/layout/hierarchy3"/>
    <dgm:cxn modelId="{BE59B556-3D93-4CA5-802C-EA048D828958}" type="presOf" srcId="{382E8E9A-AF8D-4574-9555-E91F2B0FDFD4}" destId="{7EF4B9AB-C673-4138-8E2C-571F0C8010E3}" srcOrd="1" destOrd="0" presId="urn:microsoft.com/office/officeart/2005/8/layout/hierarchy3"/>
    <dgm:cxn modelId="{7CBA0B82-C232-4145-99B8-770063CC6E27}" srcId="{6A9EC466-1FB1-4F81-86E4-E5064BD83107}" destId="{1DCAF11F-F9B0-48A5-88B3-DC49FE00F563}" srcOrd="0" destOrd="0" parTransId="{5FBB8151-AE94-43F2-B78B-E97C8799D0D0}" sibTransId="{7C0DC2D4-2155-4FBE-8BA8-24ACB66C53E3}"/>
    <dgm:cxn modelId="{3334E689-B92B-40EA-A7EC-D4692B6A73CE}" type="presOf" srcId="{7971B477-4752-427B-B569-A5C2905DF9B0}" destId="{192CE314-0FE0-423C-BB66-23A4EADD02A0}" srcOrd="0" destOrd="0" presId="urn:microsoft.com/office/officeart/2005/8/layout/hierarchy3"/>
    <dgm:cxn modelId="{9B09BB8E-C94D-4401-98DF-C66169B5DC30}" type="presOf" srcId="{5FBB8151-AE94-43F2-B78B-E97C8799D0D0}" destId="{D229FB14-9A4C-4427-8DC3-B81C2B807AE0}" srcOrd="0" destOrd="0" presId="urn:microsoft.com/office/officeart/2005/8/layout/hierarchy3"/>
    <dgm:cxn modelId="{9190DD98-A5E2-4106-8D26-FE4F2E273A21}" type="presOf" srcId="{27F88C12-8300-4B52-B448-12BD9916D28A}" destId="{D3AC0D1A-E8EF-4702-9320-E5455291E01F}" srcOrd="0" destOrd="0" presId="urn:microsoft.com/office/officeart/2005/8/layout/hierarchy3"/>
    <dgm:cxn modelId="{B269169E-A3B3-4E41-AB60-300137FA1248}" srcId="{1B651A8D-5D05-42AF-BC9B-C1C136929AD8}" destId="{6A9EC466-1FB1-4F81-86E4-E5064BD83107}" srcOrd="3" destOrd="0" parTransId="{EC691084-0185-44CA-ABA7-CA99A2ECC5E5}" sibTransId="{91FC6954-8622-4C0B-8D8D-BCE4DC9A2524}"/>
    <dgm:cxn modelId="{6ADCD99E-D192-475C-A32F-C1C024181E84}" type="presOf" srcId="{76EA8B74-A42A-4AFF-B29B-E2467BCEF637}" destId="{9ED16B2E-99A5-4D5C-8852-B14D09EF60CE}" srcOrd="0" destOrd="0" presId="urn:microsoft.com/office/officeart/2005/8/layout/hierarchy3"/>
    <dgm:cxn modelId="{D28E1FB3-1F77-48CE-AC6F-0AA09FD21D5F}" type="presOf" srcId="{382E8E9A-AF8D-4574-9555-E91F2B0FDFD4}" destId="{8911FF8E-98ED-4980-80DE-0EC35E6881F5}" srcOrd="0" destOrd="0" presId="urn:microsoft.com/office/officeart/2005/8/layout/hierarchy3"/>
    <dgm:cxn modelId="{88B24AB5-9D17-4C1B-9D4A-D045C0CED66C}" srcId="{76EA8B74-A42A-4AFF-B29B-E2467BCEF637}" destId="{80AF72EF-C864-4C99-8578-2EFEF37F5EC6}" srcOrd="0" destOrd="0" parTransId="{242B09E9-9857-4345-9D14-63D79E59D066}" sibTransId="{5D9681E7-2882-484F-9748-8D73665C0361}"/>
    <dgm:cxn modelId="{61E41AB8-11CE-4564-B8BF-43F5A51E371A}" type="presOf" srcId="{CB82CC84-7A01-4458-9BF2-26E5FE0AA1E3}" destId="{CC39FBCD-1E14-419B-973C-E80560C8E0D6}" srcOrd="0" destOrd="0" presId="urn:microsoft.com/office/officeart/2005/8/layout/hierarchy3"/>
    <dgm:cxn modelId="{F6F59EC1-3F0E-4AF5-A0A5-09300E56F585}" srcId="{1B651A8D-5D05-42AF-BC9B-C1C136929AD8}" destId="{76EA8B74-A42A-4AFF-B29B-E2467BCEF637}" srcOrd="0" destOrd="0" parTransId="{4CC2AC18-3E67-49FB-A7C0-3849AC7DDF87}" sibTransId="{535EC7D8-1518-4453-A181-1C8933C90FED}"/>
    <dgm:cxn modelId="{94B08EC8-338E-444F-BE26-A6B79DDAB14E}" type="presOf" srcId="{1B651A8D-5D05-42AF-BC9B-C1C136929AD8}" destId="{FE46291A-A0BB-45AF-91C1-01E4158B14A0}" srcOrd="0" destOrd="0" presId="urn:microsoft.com/office/officeart/2005/8/layout/hierarchy3"/>
    <dgm:cxn modelId="{1F67EAC9-CE29-4287-9035-C732461B8C8E}" srcId="{5720BF58-7D38-4775-9F9A-E770115AF6C2}" destId="{00F91071-2696-417C-8D18-81100FBD66B0}" srcOrd="1" destOrd="0" parTransId="{27F88C12-8300-4B52-B448-12BD9916D28A}" sibTransId="{02FF33BA-263C-429C-B1B8-DE9B557660F4}"/>
    <dgm:cxn modelId="{7498D3CD-51D0-4D8E-8F90-2745CF8922FE}" type="presOf" srcId="{A325ADC4-7304-4003-B66F-15A12A5911DB}" destId="{9F3ADC99-1909-4837-868F-024A61DA3C51}" srcOrd="0" destOrd="0" presId="urn:microsoft.com/office/officeart/2005/8/layout/hierarchy3"/>
    <dgm:cxn modelId="{8707D4D2-71BA-4B14-ADD9-9D1093A20E24}" type="presOf" srcId="{6A9EC466-1FB1-4F81-86E4-E5064BD83107}" destId="{40103C75-FABE-4F96-931A-BE0BF4F5919A}" srcOrd="0" destOrd="0" presId="urn:microsoft.com/office/officeart/2005/8/layout/hierarchy3"/>
    <dgm:cxn modelId="{2B16E3DA-052F-4568-A047-3722F3095F25}" srcId="{6A9EC466-1FB1-4F81-86E4-E5064BD83107}" destId="{7971B477-4752-427B-B569-A5C2905DF9B0}" srcOrd="1" destOrd="0" parTransId="{A325ADC4-7304-4003-B66F-15A12A5911DB}" sibTransId="{763C3A0C-F104-4128-9BFC-D2D5F3F032A9}"/>
    <dgm:cxn modelId="{8B7D26DE-9F6C-4F05-9132-FF32B2EE7608}" type="presOf" srcId="{754D2181-CB96-4D93-A49C-74A4BFB63AB0}" destId="{E095C083-3D64-42B2-B552-C16FBD29D34F}" srcOrd="0" destOrd="0" presId="urn:microsoft.com/office/officeart/2005/8/layout/hierarchy3"/>
    <dgm:cxn modelId="{994FDBE7-8E00-4595-93A2-6D49A389F787}" type="presOf" srcId="{1DCAF11F-F9B0-48A5-88B3-DC49FE00F563}" destId="{491ABA40-2FD9-457A-9B7C-6B60B8B0CC43}" srcOrd="0" destOrd="0" presId="urn:microsoft.com/office/officeart/2005/8/layout/hierarchy3"/>
    <dgm:cxn modelId="{AC76C6EA-6FCF-4DEB-99C9-077AEB92FB59}" type="presOf" srcId="{9A991371-F6D1-4BE1-B49D-02508FFBCB40}" destId="{9B996DB8-C085-491D-8648-075804B883BE}" srcOrd="0" destOrd="0" presId="urn:microsoft.com/office/officeart/2005/8/layout/hierarchy3"/>
    <dgm:cxn modelId="{17B61BEC-90CF-43E2-ADE8-867122578121}" srcId="{76EA8B74-A42A-4AFF-B29B-E2467BCEF637}" destId="{754D2181-CB96-4D93-A49C-74A4BFB63AB0}" srcOrd="1" destOrd="0" parTransId="{54C25EDE-4614-4823-B555-04DB4D3531E2}" sibTransId="{C6D00D55-7E9C-4814-94B4-F609B1395D8F}"/>
    <dgm:cxn modelId="{E24D54EE-74CC-4357-8A90-84628EA21B3E}" srcId="{382E8E9A-AF8D-4574-9555-E91F2B0FDFD4}" destId="{9A991371-F6D1-4BE1-B49D-02508FFBCB40}" srcOrd="0" destOrd="0" parTransId="{D84B17F4-C67B-4086-9688-04D771DBAFFB}" sibTransId="{28C8ADB5-CB1A-4768-9F4C-829D8888F5BF}"/>
    <dgm:cxn modelId="{09136CF0-FA8E-41A0-9198-6504EC75345A}" srcId="{1B651A8D-5D05-42AF-BC9B-C1C136929AD8}" destId="{5720BF58-7D38-4775-9F9A-E770115AF6C2}" srcOrd="1" destOrd="0" parTransId="{16A5D933-B641-4FBB-AAFB-66BF9680A12D}" sibTransId="{EDB50BA3-114C-465E-8304-E11EB4AC18C5}"/>
    <dgm:cxn modelId="{411409FD-884F-4ED0-9CBC-1DB640548E3E}" type="presOf" srcId="{54C25EDE-4614-4823-B555-04DB4D3531E2}" destId="{4E352BA7-BEF0-49D3-A17C-1C7A1F97996D}" srcOrd="0" destOrd="0" presId="urn:microsoft.com/office/officeart/2005/8/layout/hierarchy3"/>
    <dgm:cxn modelId="{DF2B5DFE-D7F0-4AC9-BC75-3177314ECE52}" type="presOf" srcId="{D84B17F4-C67B-4086-9688-04D771DBAFFB}" destId="{65902B0C-EC7F-4A40-AA32-CB49BD85BDE3}" srcOrd="0" destOrd="0" presId="urn:microsoft.com/office/officeart/2005/8/layout/hierarchy3"/>
    <dgm:cxn modelId="{35517C27-B328-4FBE-92CE-30C9193D609F}" type="presParOf" srcId="{FE46291A-A0BB-45AF-91C1-01E4158B14A0}" destId="{FFA6A92A-8403-40E5-B581-29B34A9F3743}" srcOrd="0" destOrd="0" presId="urn:microsoft.com/office/officeart/2005/8/layout/hierarchy3"/>
    <dgm:cxn modelId="{D6876780-567E-4272-91E4-E076BF61616A}" type="presParOf" srcId="{FFA6A92A-8403-40E5-B581-29B34A9F3743}" destId="{B1B3FDA2-9355-46CC-96C4-461F241B36DA}" srcOrd="0" destOrd="0" presId="urn:microsoft.com/office/officeart/2005/8/layout/hierarchy3"/>
    <dgm:cxn modelId="{06FFB2A5-5276-4CA2-8FCD-F8BDE747C8A4}" type="presParOf" srcId="{B1B3FDA2-9355-46CC-96C4-461F241B36DA}" destId="{9ED16B2E-99A5-4D5C-8852-B14D09EF60CE}" srcOrd="0" destOrd="0" presId="urn:microsoft.com/office/officeart/2005/8/layout/hierarchy3"/>
    <dgm:cxn modelId="{A48008D1-2347-4D17-83FB-810A882D3424}" type="presParOf" srcId="{B1B3FDA2-9355-46CC-96C4-461F241B36DA}" destId="{1BAEBC3A-845B-4C78-80E9-290651A050A1}" srcOrd="1" destOrd="0" presId="urn:microsoft.com/office/officeart/2005/8/layout/hierarchy3"/>
    <dgm:cxn modelId="{E2115493-EB6F-453F-8B43-34C4C4010E14}" type="presParOf" srcId="{FFA6A92A-8403-40E5-B581-29B34A9F3743}" destId="{AC6C05C0-F043-464F-81AD-8D841632E260}" srcOrd="1" destOrd="0" presId="urn:microsoft.com/office/officeart/2005/8/layout/hierarchy3"/>
    <dgm:cxn modelId="{FF999D9F-1B12-4A01-9CD4-0BF30C2F85AA}" type="presParOf" srcId="{AC6C05C0-F043-464F-81AD-8D841632E260}" destId="{FE73CA43-4B25-472A-B426-EF60BC92A634}" srcOrd="0" destOrd="0" presId="urn:microsoft.com/office/officeart/2005/8/layout/hierarchy3"/>
    <dgm:cxn modelId="{722343EE-F470-4535-9F0E-97F67C8636FE}" type="presParOf" srcId="{AC6C05C0-F043-464F-81AD-8D841632E260}" destId="{CFFB920F-74F9-4B39-AD61-7FF5C566CD66}" srcOrd="1" destOrd="0" presId="urn:microsoft.com/office/officeart/2005/8/layout/hierarchy3"/>
    <dgm:cxn modelId="{769969CD-5CAE-4415-86EA-8AA16094E4CB}" type="presParOf" srcId="{AC6C05C0-F043-464F-81AD-8D841632E260}" destId="{4E352BA7-BEF0-49D3-A17C-1C7A1F97996D}" srcOrd="2" destOrd="0" presId="urn:microsoft.com/office/officeart/2005/8/layout/hierarchy3"/>
    <dgm:cxn modelId="{A79A4AE7-E7BF-4D4A-8CF9-6727A52D4FE7}" type="presParOf" srcId="{AC6C05C0-F043-464F-81AD-8D841632E260}" destId="{E095C083-3D64-42B2-B552-C16FBD29D34F}" srcOrd="3" destOrd="0" presId="urn:microsoft.com/office/officeart/2005/8/layout/hierarchy3"/>
    <dgm:cxn modelId="{015CC0C7-B026-461C-978A-1086D2F1CC2C}" type="presParOf" srcId="{FE46291A-A0BB-45AF-91C1-01E4158B14A0}" destId="{2CA9BD72-C58E-43A8-A48A-9B50369AAEED}" srcOrd="1" destOrd="0" presId="urn:microsoft.com/office/officeart/2005/8/layout/hierarchy3"/>
    <dgm:cxn modelId="{668C203C-064B-47A3-9BC6-7D547D7A1C5F}" type="presParOf" srcId="{2CA9BD72-C58E-43A8-A48A-9B50369AAEED}" destId="{43EEF34E-B382-48B5-83A6-148E5C545A10}" srcOrd="0" destOrd="0" presId="urn:microsoft.com/office/officeart/2005/8/layout/hierarchy3"/>
    <dgm:cxn modelId="{75FC52E9-2A72-4F9B-9823-F826E04ABF50}" type="presParOf" srcId="{43EEF34E-B382-48B5-83A6-148E5C545A10}" destId="{80127E78-5457-4242-9509-3BEE4E15BFF1}" srcOrd="0" destOrd="0" presId="urn:microsoft.com/office/officeart/2005/8/layout/hierarchy3"/>
    <dgm:cxn modelId="{2C80A88B-71EA-44C4-8467-C88E5EC7C913}" type="presParOf" srcId="{43EEF34E-B382-48B5-83A6-148E5C545A10}" destId="{EEC5A598-3A81-4F6F-8A08-E4697EB721E9}" srcOrd="1" destOrd="0" presId="urn:microsoft.com/office/officeart/2005/8/layout/hierarchy3"/>
    <dgm:cxn modelId="{131111C3-EA23-4D6E-A01C-2A7736DB9070}" type="presParOf" srcId="{2CA9BD72-C58E-43A8-A48A-9B50369AAEED}" destId="{0DEB5BC9-607D-4867-B5A6-64876549A655}" srcOrd="1" destOrd="0" presId="urn:microsoft.com/office/officeart/2005/8/layout/hierarchy3"/>
    <dgm:cxn modelId="{1A4D114F-6462-4DA2-95ED-4E3A2B9BE928}" type="presParOf" srcId="{0DEB5BC9-607D-4867-B5A6-64876549A655}" destId="{334F31B2-81E0-4064-B800-280BA4D16B1F}" srcOrd="0" destOrd="0" presId="urn:microsoft.com/office/officeart/2005/8/layout/hierarchy3"/>
    <dgm:cxn modelId="{50264D7F-1630-4B7B-80F6-0396AFC496C8}" type="presParOf" srcId="{0DEB5BC9-607D-4867-B5A6-64876549A655}" destId="{CC39FBCD-1E14-419B-973C-E80560C8E0D6}" srcOrd="1" destOrd="0" presId="urn:microsoft.com/office/officeart/2005/8/layout/hierarchy3"/>
    <dgm:cxn modelId="{55E6AAAB-E4C2-4FA1-B670-C3D6ED35CDF5}" type="presParOf" srcId="{0DEB5BC9-607D-4867-B5A6-64876549A655}" destId="{D3AC0D1A-E8EF-4702-9320-E5455291E01F}" srcOrd="2" destOrd="0" presId="urn:microsoft.com/office/officeart/2005/8/layout/hierarchy3"/>
    <dgm:cxn modelId="{26C56F1B-EE20-4D89-AAA5-915648C5F9C6}" type="presParOf" srcId="{0DEB5BC9-607D-4867-B5A6-64876549A655}" destId="{5B053593-003C-401F-8019-557B9439619F}" srcOrd="3" destOrd="0" presId="urn:microsoft.com/office/officeart/2005/8/layout/hierarchy3"/>
    <dgm:cxn modelId="{1AA8DAB0-6B22-44BB-B78B-0230D44CAAC3}" type="presParOf" srcId="{FE46291A-A0BB-45AF-91C1-01E4158B14A0}" destId="{E7AD9CFC-3375-4EA0-A6D3-15E9960E251B}" srcOrd="2" destOrd="0" presId="urn:microsoft.com/office/officeart/2005/8/layout/hierarchy3"/>
    <dgm:cxn modelId="{88468AA9-7EF7-4E90-AFBA-29B237AE2067}" type="presParOf" srcId="{E7AD9CFC-3375-4EA0-A6D3-15E9960E251B}" destId="{8537EF13-332E-4C42-9F26-814F54DB5D8D}" srcOrd="0" destOrd="0" presId="urn:microsoft.com/office/officeart/2005/8/layout/hierarchy3"/>
    <dgm:cxn modelId="{086FF5BD-9C22-4E97-ADCE-E6A826637BCF}" type="presParOf" srcId="{8537EF13-332E-4C42-9F26-814F54DB5D8D}" destId="{8911FF8E-98ED-4980-80DE-0EC35E6881F5}" srcOrd="0" destOrd="0" presId="urn:microsoft.com/office/officeart/2005/8/layout/hierarchy3"/>
    <dgm:cxn modelId="{4D0E6651-6F90-445D-9788-90C0840560C0}" type="presParOf" srcId="{8537EF13-332E-4C42-9F26-814F54DB5D8D}" destId="{7EF4B9AB-C673-4138-8E2C-571F0C8010E3}" srcOrd="1" destOrd="0" presId="urn:microsoft.com/office/officeart/2005/8/layout/hierarchy3"/>
    <dgm:cxn modelId="{96BF7994-9469-4107-89DE-76D44F9E6828}" type="presParOf" srcId="{E7AD9CFC-3375-4EA0-A6D3-15E9960E251B}" destId="{EBFBB58E-46FC-4E5C-9567-299B13BC26EC}" srcOrd="1" destOrd="0" presId="urn:microsoft.com/office/officeart/2005/8/layout/hierarchy3"/>
    <dgm:cxn modelId="{D4B726B3-0691-4FCD-972B-9C3F9A98E279}" type="presParOf" srcId="{EBFBB58E-46FC-4E5C-9567-299B13BC26EC}" destId="{65902B0C-EC7F-4A40-AA32-CB49BD85BDE3}" srcOrd="0" destOrd="0" presId="urn:microsoft.com/office/officeart/2005/8/layout/hierarchy3"/>
    <dgm:cxn modelId="{4936E04F-5821-4DBD-ADF9-0495A5BF7B8E}" type="presParOf" srcId="{EBFBB58E-46FC-4E5C-9567-299B13BC26EC}" destId="{9B996DB8-C085-491D-8648-075804B883BE}" srcOrd="1" destOrd="0" presId="urn:microsoft.com/office/officeart/2005/8/layout/hierarchy3"/>
    <dgm:cxn modelId="{E548F56D-3C8A-4FD6-88C9-E1997ACB6484}" type="presParOf" srcId="{EBFBB58E-46FC-4E5C-9567-299B13BC26EC}" destId="{89ED0F36-DD17-4B80-A304-E8A3A3209887}" srcOrd="2" destOrd="0" presId="urn:microsoft.com/office/officeart/2005/8/layout/hierarchy3"/>
    <dgm:cxn modelId="{B09C6242-4C9C-4746-9BCE-BFF62D2AE33E}" type="presParOf" srcId="{EBFBB58E-46FC-4E5C-9567-299B13BC26EC}" destId="{D662D6EE-E316-4338-9600-E234AF058540}" srcOrd="3" destOrd="0" presId="urn:microsoft.com/office/officeart/2005/8/layout/hierarchy3"/>
    <dgm:cxn modelId="{907B8EA8-3284-4D33-9F8B-C78B80EA6DA4}" type="presParOf" srcId="{FE46291A-A0BB-45AF-91C1-01E4158B14A0}" destId="{06E78D5B-5930-403D-A10A-CDB2418DBEC6}" srcOrd="3" destOrd="0" presId="urn:microsoft.com/office/officeart/2005/8/layout/hierarchy3"/>
    <dgm:cxn modelId="{FAC7CD15-1397-467B-B6AE-5241F5E61427}" type="presParOf" srcId="{06E78D5B-5930-403D-A10A-CDB2418DBEC6}" destId="{29A2565E-F912-4249-9D10-E8372ED18EF9}" srcOrd="0" destOrd="0" presId="urn:microsoft.com/office/officeart/2005/8/layout/hierarchy3"/>
    <dgm:cxn modelId="{F1BD6D5C-FED5-414E-9876-42DBD67822F4}" type="presParOf" srcId="{29A2565E-F912-4249-9D10-E8372ED18EF9}" destId="{40103C75-FABE-4F96-931A-BE0BF4F5919A}" srcOrd="0" destOrd="0" presId="urn:microsoft.com/office/officeart/2005/8/layout/hierarchy3"/>
    <dgm:cxn modelId="{3A29155F-E9F7-4D3E-82EB-066BC2AB90FB}" type="presParOf" srcId="{29A2565E-F912-4249-9D10-E8372ED18EF9}" destId="{1CB8E026-B61D-4A4F-A98C-86CF36E3CB20}" srcOrd="1" destOrd="0" presId="urn:microsoft.com/office/officeart/2005/8/layout/hierarchy3"/>
    <dgm:cxn modelId="{1A7BDEFD-CEB1-4CD5-9FEB-DB0F754D02DE}" type="presParOf" srcId="{06E78D5B-5930-403D-A10A-CDB2418DBEC6}" destId="{ABEF181B-AE44-4EEC-813E-24D95A00CB0F}" srcOrd="1" destOrd="0" presId="urn:microsoft.com/office/officeart/2005/8/layout/hierarchy3"/>
    <dgm:cxn modelId="{07978EC2-6183-4A45-958D-247ED1BC28AA}" type="presParOf" srcId="{ABEF181B-AE44-4EEC-813E-24D95A00CB0F}" destId="{D229FB14-9A4C-4427-8DC3-B81C2B807AE0}" srcOrd="0" destOrd="0" presId="urn:microsoft.com/office/officeart/2005/8/layout/hierarchy3"/>
    <dgm:cxn modelId="{7BFAC0F0-A9AD-4E8B-9DBB-BBAC436F1888}" type="presParOf" srcId="{ABEF181B-AE44-4EEC-813E-24D95A00CB0F}" destId="{491ABA40-2FD9-457A-9B7C-6B60B8B0CC43}" srcOrd="1" destOrd="0" presId="urn:microsoft.com/office/officeart/2005/8/layout/hierarchy3"/>
    <dgm:cxn modelId="{2BF6AA12-2F90-4A22-89A9-C8C84BCCDDB3}" type="presParOf" srcId="{ABEF181B-AE44-4EEC-813E-24D95A00CB0F}" destId="{9F3ADC99-1909-4837-868F-024A61DA3C51}" srcOrd="2" destOrd="0" presId="urn:microsoft.com/office/officeart/2005/8/layout/hierarchy3"/>
    <dgm:cxn modelId="{664FC842-8FA7-4167-AA6E-59542B455B2D}" type="presParOf" srcId="{ABEF181B-AE44-4EEC-813E-24D95A00CB0F}" destId="{192CE314-0FE0-423C-BB66-23A4EADD02A0}" srcOrd="3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0631440-BC67-43E5-999A-82C9909AA415}">
      <dsp:nvSpPr>
        <dsp:cNvPr id="0" name=""/>
        <dsp:cNvSpPr/>
      </dsp:nvSpPr>
      <dsp:spPr>
        <a:xfrm>
          <a:off x="1049271" y="845055"/>
          <a:ext cx="1123664" cy="112366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>
          <a:outerShdw blurRad="149987" dist="250190" dir="8460000" algn="ctr" rotWithShape="0">
            <a:srgbClr val="000000">
              <a:alpha val="28000"/>
            </a:srgbClr>
          </a:outerShdw>
        </a:effectLst>
        <a:sp3d prstMaterial="metal">
          <a:bevelT w="88900" h="88900"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A0F7255-1AD6-4693-BC0F-CDDA6BA38820}">
      <dsp:nvSpPr>
        <dsp:cNvPr id="0" name=""/>
        <dsp:cNvSpPr/>
      </dsp:nvSpPr>
      <dsp:spPr>
        <a:xfrm>
          <a:off x="5868" y="2097095"/>
          <a:ext cx="3210468" cy="481570"/>
        </a:xfrm>
        <a:prstGeom prst="rect">
          <a:avLst/>
        </a:prstGeom>
        <a:noFill/>
        <a:ln>
          <a:noFill/>
        </a:ln>
        <a:effectLst/>
        <a:sp3d prstMaterial="metal">
          <a:bevelT w="88900" h="88900"/>
        </a:sp3d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100" b="0" kern="1200" dirty="0"/>
            <a:t>Brief recap of previous week</a:t>
          </a:r>
          <a:endParaRPr lang="en-US" sz="2100" kern="1200" dirty="0"/>
        </a:p>
      </dsp:txBody>
      <dsp:txXfrm>
        <a:off x="5868" y="2097095"/>
        <a:ext cx="3210468" cy="481570"/>
      </dsp:txXfrm>
    </dsp:sp>
    <dsp:sp modelId="{464C32C9-97E0-4FAC-AB96-14BD65EC5CF4}">
      <dsp:nvSpPr>
        <dsp:cNvPr id="0" name=""/>
        <dsp:cNvSpPr/>
      </dsp:nvSpPr>
      <dsp:spPr>
        <a:xfrm>
          <a:off x="5868" y="2638375"/>
          <a:ext cx="3210468" cy="1192169"/>
        </a:xfrm>
        <a:prstGeom prst="rect">
          <a:avLst/>
        </a:prstGeom>
        <a:noFill/>
        <a:ln>
          <a:noFill/>
        </a:ln>
        <a:effectLst>
          <a:outerShdw blurRad="149987" dist="250190" dir="8460000" algn="ctr" rotWithShape="0">
            <a:srgbClr val="000000">
              <a:alpha val="28000"/>
            </a:srgbClr>
          </a:outerShdw>
        </a:effectLst>
        <a:sp3d prstMaterial="metal">
          <a:bevelT w="88900" h="88900"/>
        </a:sp3d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59557B7-7AD7-41A8-ACCC-0BA2B42C1833}">
      <dsp:nvSpPr>
        <dsp:cNvPr id="0" name=""/>
        <dsp:cNvSpPr/>
      </dsp:nvSpPr>
      <dsp:spPr>
        <a:xfrm>
          <a:off x="4821571" y="845055"/>
          <a:ext cx="1123664" cy="112366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>
          <a:outerShdw blurRad="149987" dist="250190" dir="8460000" algn="ctr" rotWithShape="0">
            <a:srgbClr val="000000">
              <a:alpha val="28000"/>
            </a:srgbClr>
          </a:outerShdw>
        </a:effectLst>
        <a:sp3d prstMaterial="metal">
          <a:bevelT w="88900" h="88900"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91EB6A-B71C-45E5-9D36-0DE3C91EDE8E}">
      <dsp:nvSpPr>
        <dsp:cNvPr id="0" name=""/>
        <dsp:cNvSpPr/>
      </dsp:nvSpPr>
      <dsp:spPr>
        <a:xfrm>
          <a:off x="3778169" y="2097095"/>
          <a:ext cx="3210468" cy="481570"/>
        </a:xfrm>
        <a:prstGeom prst="rect">
          <a:avLst/>
        </a:prstGeom>
        <a:noFill/>
        <a:ln>
          <a:noFill/>
        </a:ln>
        <a:effectLst/>
        <a:sp3d prstMaterial="metal">
          <a:bevelT w="88900" h="88900"/>
        </a:sp3d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100" b="0" kern="1200" dirty="0"/>
            <a:t>Progress made in this week</a:t>
          </a:r>
          <a:endParaRPr lang="en-US" sz="2100" kern="1200" dirty="0"/>
        </a:p>
      </dsp:txBody>
      <dsp:txXfrm>
        <a:off x="3778169" y="2097095"/>
        <a:ext cx="3210468" cy="481570"/>
      </dsp:txXfrm>
    </dsp:sp>
    <dsp:sp modelId="{344511C2-B581-4A2F-A53C-47FD4732B07C}">
      <dsp:nvSpPr>
        <dsp:cNvPr id="0" name=""/>
        <dsp:cNvSpPr/>
      </dsp:nvSpPr>
      <dsp:spPr>
        <a:xfrm>
          <a:off x="3778169" y="2638375"/>
          <a:ext cx="3210468" cy="11921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FastText model </a:t>
          </a:r>
        </a:p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Voting hard (RF + LR + SVM)</a:t>
          </a:r>
        </a:p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ITEM1_DESC Mapping</a:t>
          </a:r>
        </a:p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Fuzzy match</a:t>
          </a:r>
        </a:p>
      </dsp:txBody>
      <dsp:txXfrm>
        <a:off x="3778169" y="2638375"/>
        <a:ext cx="3210468" cy="1192169"/>
      </dsp:txXfrm>
    </dsp:sp>
    <dsp:sp modelId="{9AE7C2E3-CC14-4B41-BF36-F8DEF0DC3CED}">
      <dsp:nvSpPr>
        <dsp:cNvPr id="0" name=""/>
        <dsp:cNvSpPr/>
      </dsp:nvSpPr>
      <dsp:spPr>
        <a:xfrm>
          <a:off x="8593872" y="845055"/>
          <a:ext cx="1123664" cy="112366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>
          <a:outerShdw blurRad="149987" dist="250190" dir="8460000" algn="ctr" rotWithShape="0">
            <a:srgbClr val="000000">
              <a:alpha val="28000"/>
            </a:srgbClr>
          </a:outerShdw>
        </a:effectLst>
        <a:sp3d prstMaterial="metal">
          <a:bevelT w="88900" h="88900"/>
        </a:sp3d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FCE3B9E-67C9-4544-9F38-A420A90EFFDB}">
      <dsp:nvSpPr>
        <dsp:cNvPr id="0" name=""/>
        <dsp:cNvSpPr/>
      </dsp:nvSpPr>
      <dsp:spPr>
        <a:xfrm>
          <a:off x="7550470" y="2097095"/>
          <a:ext cx="3210468" cy="481570"/>
        </a:xfrm>
        <a:prstGeom prst="rect">
          <a:avLst/>
        </a:prstGeom>
        <a:noFill/>
        <a:ln>
          <a:noFill/>
        </a:ln>
        <a:effectLst/>
        <a:sp3d prstMaterial="metal">
          <a:bevelT w="88900" h="88900"/>
        </a:sp3d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100" b="0" kern="1200" dirty="0"/>
            <a:t>Way forward</a:t>
          </a:r>
          <a:endParaRPr lang="en-US" sz="2100" kern="1200" dirty="0"/>
        </a:p>
      </dsp:txBody>
      <dsp:txXfrm>
        <a:off x="7550470" y="2097095"/>
        <a:ext cx="3210468" cy="481570"/>
      </dsp:txXfrm>
    </dsp:sp>
    <dsp:sp modelId="{706B9664-41A4-4BB4-B2AA-4220C06F7950}">
      <dsp:nvSpPr>
        <dsp:cNvPr id="0" name=""/>
        <dsp:cNvSpPr/>
      </dsp:nvSpPr>
      <dsp:spPr>
        <a:xfrm>
          <a:off x="7550470" y="2638375"/>
          <a:ext cx="3210468" cy="1192169"/>
        </a:xfrm>
        <a:prstGeom prst="rect">
          <a:avLst/>
        </a:prstGeom>
        <a:noFill/>
        <a:ln>
          <a:noFill/>
        </a:ln>
        <a:effectLst>
          <a:outerShdw blurRad="149987" dist="250190" dir="8460000" algn="ctr" rotWithShape="0">
            <a:srgbClr val="000000">
              <a:alpha val="28000"/>
            </a:srgbClr>
          </a:outerShdw>
        </a:effectLst>
        <a:sp3d prstMaterial="metal">
          <a:bevelT w="88900" h="88900"/>
        </a:sp3d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ED16B2E-99A5-4D5C-8852-B14D09EF60CE}">
      <dsp:nvSpPr>
        <dsp:cNvPr id="0" name=""/>
        <dsp:cNvSpPr/>
      </dsp:nvSpPr>
      <dsp:spPr>
        <a:xfrm>
          <a:off x="2000" y="416025"/>
          <a:ext cx="2299701" cy="1149850"/>
        </a:xfrm>
        <a:prstGeom prst="roundRect">
          <a:avLst>
            <a:gd name="adj" fmla="val 10000"/>
          </a:avLst>
        </a:prstGeom>
        <a:gradFill rotWithShape="1">
          <a:gsLst>
            <a:gs pos="0">
              <a:schemeClr val="accent1">
                <a:satMod val="103000"/>
                <a:lumMod val="102000"/>
                <a:tint val="94000"/>
              </a:schemeClr>
            </a:gs>
            <a:gs pos="50000">
              <a:schemeClr val="accent1">
                <a:satMod val="110000"/>
                <a:lumMod val="100000"/>
                <a:shade val="100000"/>
              </a:schemeClr>
            </a:gs>
            <a:gs pos="100000">
              <a:schemeClr val="accent1"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hemeClr val="accent1"/>
        </a:lnRef>
        <a:fillRef idx="3">
          <a:schemeClr val="accent1"/>
        </a:fillRef>
        <a:effectRef idx="3">
          <a:schemeClr val="accent1"/>
        </a:effectRef>
        <a:fontRef idx="minor">
          <a:schemeClr val="lt1"/>
        </a:fontRef>
      </dsp:style>
      <dsp:txBody>
        <a:bodyPr spcFirstLastPara="0" vert="horz" wrap="square" lIns="45720" tIns="30480" rIns="4572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/>
            <a:t>Spell correction</a:t>
          </a:r>
          <a:endParaRPr lang="en-US" sz="2400" kern="1200" dirty="0"/>
        </a:p>
      </dsp:txBody>
      <dsp:txXfrm>
        <a:off x="35678" y="449703"/>
        <a:ext cx="2232345" cy="1082494"/>
      </dsp:txXfrm>
    </dsp:sp>
    <dsp:sp modelId="{FE73CA43-4B25-472A-B426-EF60BC92A634}">
      <dsp:nvSpPr>
        <dsp:cNvPr id="0" name=""/>
        <dsp:cNvSpPr/>
      </dsp:nvSpPr>
      <dsp:spPr>
        <a:xfrm>
          <a:off x="231971" y="1565876"/>
          <a:ext cx="229970" cy="86238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62387"/>
              </a:lnTo>
              <a:lnTo>
                <a:pt x="229970" y="862387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FFB920F-74F9-4B39-AD61-7FF5C566CD66}">
      <dsp:nvSpPr>
        <dsp:cNvPr id="0" name=""/>
        <dsp:cNvSpPr/>
      </dsp:nvSpPr>
      <dsp:spPr>
        <a:xfrm>
          <a:off x="461941" y="1853339"/>
          <a:ext cx="1839761" cy="114985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Manual list</a:t>
          </a:r>
        </a:p>
      </dsp:txBody>
      <dsp:txXfrm>
        <a:off x="495619" y="1887017"/>
        <a:ext cx="1772405" cy="1082494"/>
      </dsp:txXfrm>
    </dsp:sp>
    <dsp:sp modelId="{4E352BA7-BEF0-49D3-A17C-1C7A1F97996D}">
      <dsp:nvSpPr>
        <dsp:cNvPr id="0" name=""/>
        <dsp:cNvSpPr/>
      </dsp:nvSpPr>
      <dsp:spPr>
        <a:xfrm>
          <a:off x="231971" y="1565876"/>
          <a:ext cx="229970" cy="229970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299701"/>
              </a:lnTo>
              <a:lnTo>
                <a:pt x="229970" y="2299701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095C083-3D64-42B2-B552-C16FBD29D34F}">
      <dsp:nvSpPr>
        <dsp:cNvPr id="0" name=""/>
        <dsp:cNvSpPr/>
      </dsp:nvSpPr>
      <dsp:spPr>
        <a:xfrm>
          <a:off x="461941" y="3290652"/>
          <a:ext cx="1839761" cy="114985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All correction list</a:t>
          </a:r>
        </a:p>
      </dsp:txBody>
      <dsp:txXfrm>
        <a:off x="495619" y="3324330"/>
        <a:ext cx="1772405" cy="1082494"/>
      </dsp:txXfrm>
    </dsp:sp>
    <dsp:sp modelId="{80127E78-5457-4242-9509-3BEE4E15BFF1}">
      <dsp:nvSpPr>
        <dsp:cNvPr id="0" name=""/>
        <dsp:cNvSpPr/>
      </dsp:nvSpPr>
      <dsp:spPr>
        <a:xfrm>
          <a:off x="2876627" y="416025"/>
          <a:ext cx="2299701" cy="1149850"/>
        </a:xfrm>
        <a:prstGeom prst="roundRect">
          <a:avLst>
            <a:gd name="adj" fmla="val 10000"/>
          </a:avLst>
        </a:prstGeom>
        <a:gradFill rotWithShape="1">
          <a:gsLst>
            <a:gs pos="0">
              <a:schemeClr val="accent5">
                <a:satMod val="103000"/>
                <a:lumMod val="102000"/>
                <a:tint val="94000"/>
              </a:schemeClr>
            </a:gs>
            <a:gs pos="50000">
              <a:schemeClr val="accent5">
                <a:satMod val="110000"/>
                <a:lumMod val="100000"/>
                <a:shade val="100000"/>
              </a:schemeClr>
            </a:gs>
            <a:gs pos="100000">
              <a:schemeClr val="accent5"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hemeClr val="accent5"/>
        </a:lnRef>
        <a:fillRef idx="3">
          <a:schemeClr val="accent5"/>
        </a:fillRef>
        <a:effectRef idx="3">
          <a:schemeClr val="accent5"/>
        </a:effectRef>
        <a:fontRef idx="minor">
          <a:schemeClr val="lt1"/>
        </a:fontRef>
      </dsp:style>
      <dsp:txBody>
        <a:bodyPr spcFirstLastPara="0" vert="horz" wrap="square" lIns="45720" tIns="30480" rIns="4572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/>
            <a:t>Data augmentation</a:t>
          </a:r>
          <a:endParaRPr lang="en-US" sz="2400" kern="1200"/>
        </a:p>
      </dsp:txBody>
      <dsp:txXfrm>
        <a:off x="2910305" y="449703"/>
        <a:ext cx="2232345" cy="1082494"/>
      </dsp:txXfrm>
    </dsp:sp>
    <dsp:sp modelId="{334F31B2-81E0-4064-B800-280BA4D16B1F}">
      <dsp:nvSpPr>
        <dsp:cNvPr id="0" name=""/>
        <dsp:cNvSpPr/>
      </dsp:nvSpPr>
      <dsp:spPr>
        <a:xfrm>
          <a:off x="3106597" y="1565876"/>
          <a:ext cx="229970" cy="86238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62387"/>
              </a:lnTo>
              <a:lnTo>
                <a:pt x="229970" y="862387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C39FBCD-1E14-419B-973C-E80560C8E0D6}">
      <dsp:nvSpPr>
        <dsp:cNvPr id="0" name=""/>
        <dsp:cNvSpPr/>
      </dsp:nvSpPr>
      <dsp:spPr>
        <a:xfrm>
          <a:off x="3336567" y="1853339"/>
          <a:ext cx="1839761" cy="114985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Wordnet</a:t>
          </a:r>
        </a:p>
      </dsp:txBody>
      <dsp:txXfrm>
        <a:off x="3370245" y="1887017"/>
        <a:ext cx="1772405" cy="1082494"/>
      </dsp:txXfrm>
    </dsp:sp>
    <dsp:sp modelId="{D3AC0D1A-E8EF-4702-9320-E5455291E01F}">
      <dsp:nvSpPr>
        <dsp:cNvPr id="0" name=""/>
        <dsp:cNvSpPr/>
      </dsp:nvSpPr>
      <dsp:spPr>
        <a:xfrm>
          <a:off x="3106597" y="1565876"/>
          <a:ext cx="229970" cy="229970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299701"/>
              </a:lnTo>
              <a:lnTo>
                <a:pt x="229970" y="2299701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B053593-003C-401F-8019-557B9439619F}">
      <dsp:nvSpPr>
        <dsp:cNvPr id="0" name=""/>
        <dsp:cNvSpPr/>
      </dsp:nvSpPr>
      <dsp:spPr>
        <a:xfrm>
          <a:off x="3336567" y="3290652"/>
          <a:ext cx="1839761" cy="114985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Walmart’s sample synonyms list</a:t>
          </a:r>
        </a:p>
      </dsp:txBody>
      <dsp:txXfrm>
        <a:off x="3370245" y="3324330"/>
        <a:ext cx="1772405" cy="1082494"/>
      </dsp:txXfrm>
    </dsp:sp>
    <dsp:sp modelId="{8911FF8E-98ED-4980-80DE-0EC35E6881F5}">
      <dsp:nvSpPr>
        <dsp:cNvPr id="0" name=""/>
        <dsp:cNvSpPr/>
      </dsp:nvSpPr>
      <dsp:spPr>
        <a:xfrm>
          <a:off x="5751254" y="416025"/>
          <a:ext cx="2299701" cy="1149850"/>
        </a:xfrm>
        <a:prstGeom prst="roundRect">
          <a:avLst>
            <a:gd name="adj" fmla="val 10000"/>
          </a:avLst>
        </a:prstGeom>
        <a:gradFill rotWithShape="1">
          <a:gsLst>
            <a:gs pos="0">
              <a:schemeClr val="accent6">
                <a:satMod val="103000"/>
                <a:lumMod val="102000"/>
                <a:tint val="94000"/>
              </a:schemeClr>
            </a:gs>
            <a:gs pos="50000">
              <a:schemeClr val="accent6">
                <a:satMod val="110000"/>
                <a:lumMod val="100000"/>
                <a:shade val="100000"/>
              </a:schemeClr>
            </a:gs>
            <a:gs pos="100000">
              <a:schemeClr val="accent6"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hemeClr val="accent6"/>
        </a:lnRef>
        <a:fillRef idx="3">
          <a:schemeClr val="accent6"/>
        </a:fillRef>
        <a:effectRef idx="3">
          <a:schemeClr val="accent6"/>
        </a:effectRef>
        <a:fontRef idx="minor">
          <a:schemeClr val="lt1"/>
        </a:fontRef>
      </dsp:style>
      <dsp:txBody>
        <a:bodyPr spcFirstLastPara="0" vert="horz" wrap="square" lIns="45720" tIns="30480" rIns="4572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/>
            <a:t>FastText model</a:t>
          </a:r>
          <a:endParaRPr lang="en-US" sz="2400" kern="1200" dirty="0"/>
        </a:p>
      </dsp:txBody>
      <dsp:txXfrm>
        <a:off x="5784932" y="449703"/>
        <a:ext cx="2232345" cy="1082494"/>
      </dsp:txXfrm>
    </dsp:sp>
    <dsp:sp modelId="{65902B0C-EC7F-4A40-AA32-CB49BD85BDE3}">
      <dsp:nvSpPr>
        <dsp:cNvPr id="0" name=""/>
        <dsp:cNvSpPr/>
      </dsp:nvSpPr>
      <dsp:spPr>
        <a:xfrm>
          <a:off x="5981224" y="1565876"/>
          <a:ext cx="229970" cy="86238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62387"/>
              </a:lnTo>
              <a:lnTo>
                <a:pt x="229970" y="862387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B996DB8-C085-491D-8648-075804B883BE}">
      <dsp:nvSpPr>
        <dsp:cNvPr id="0" name=""/>
        <dsp:cNvSpPr/>
      </dsp:nvSpPr>
      <dsp:spPr>
        <a:xfrm>
          <a:off x="6211194" y="1853339"/>
          <a:ext cx="1839761" cy="114985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TF category &gt; TF variety</a:t>
          </a:r>
        </a:p>
      </dsp:txBody>
      <dsp:txXfrm>
        <a:off x="6244872" y="1887017"/>
        <a:ext cx="1772405" cy="1082494"/>
      </dsp:txXfrm>
    </dsp:sp>
    <dsp:sp modelId="{89ED0F36-DD17-4B80-A304-E8A3A3209887}">
      <dsp:nvSpPr>
        <dsp:cNvPr id="0" name=""/>
        <dsp:cNvSpPr/>
      </dsp:nvSpPr>
      <dsp:spPr>
        <a:xfrm>
          <a:off x="5981224" y="1565876"/>
          <a:ext cx="229970" cy="229970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299701"/>
              </a:lnTo>
              <a:lnTo>
                <a:pt x="229970" y="2299701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662D6EE-E316-4338-9600-E234AF058540}">
      <dsp:nvSpPr>
        <dsp:cNvPr id="0" name=""/>
        <dsp:cNvSpPr/>
      </dsp:nvSpPr>
      <dsp:spPr>
        <a:xfrm>
          <a:off x="6211194" y="3290652"/>
          <a:ext cx="1839761" cy="114985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Autotuning of parameters</a:t>
          </a:r>
        </a:p>
      </dsp:txBody>
      <dsp:txXfrm>
        <a:off x="6244872" y="3324330"/>
        <a:ext cx="1772405" cy="1082494"/>
      </dsp:txXfrm>
    </dsp:sp>
    <dsp:sp modelId="{40103C75-FABE-4F96-931A-BE0BF4F5919A}">
      <dsp:nvSpPr>
        <dsp:cNvPr id="0" name=""/>
        <dsp:cNvSpPr/>
      </dsp:nvSpPr>
      <dsp:spPr>
        <a:xfrm>
          <a:off x="8625880" y="416025"/>
          <a:ext cx="2299701" cy="1149850"/>
        </a:xfrm>
        <a:prstGeom prst="roundRect">
          <a:avLst>
            <a:gd name="adj" fmla="val 10000"/>
          </a:avLst>
        </a:prstGeom>
        <a:gradFill rotWithShape="1">
          <a:gsLst>
            <a:gs pos="0">
              <a:schemeClr val="accent4">
                <a:satMod val="103000"/>
                <a:lumMod val="102000"/>
                <a:tint val="94000"/>
              </a:schemeClr>
            </a:gs>
            <a:gs pos="50000">
              <a:schemeClr val="accent4">
                <a:satMod val="110000"/>
                <a:lumMod val="100000"/>
                <a:shade val="100000"/>
              </a:schemeClr>
            </a:gs>
            <a:gs pos="100000">
              <a:schemeClr val="accent4"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hemeClr val="accent4"/>
        </a:lnRef>
        <a:fillRef idx="3">
          <a:schemeClr val="accent4"/>
        </a:fillRef>
        <a:effectRef idx="3">
          <a:schemeClr val="accent4"/>
        </a:effectRef>
        <a:fontRef idx="minor">
          <a:schemeClr val="lt1"/>
        </a:fontRef>
      </dsp:style>
      <dsp:txBody>
        <a:bodyPr spcFirstLastPara="0" vert="horz" wrap="square" lIns="45720" tIns="30480" rIns="4572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/>
            <a:t>Voting hard classifier</a:t>
          </a:r>
          <a:endParaRPr lang="en-US" sz="2400" kern="1200"/>
        </a:p>
      </dsp:txBody>
      <dsp:txXfrm>
        <a:off x="8659558" y="449703"/>
        <a:ext cx="2232345" cy="1082494"/>
      </dsp:txXfrm>
    </dsp:sp>
    <dsp:sp modelId="{D229FB14-9A4C-4427-8DC3-B81C2B807AE0}">
      <dsp:nvSpPr>
        <dsp:cNvPr id="0" name=""/>
        <dsp:cNvSpPr/>
      </dsp:nvSpPr>
      <dsp:spPr>
        <a:xfrm>
          <a:off x="8855850" y="1565876"/>
          <a:ext cx="229970" cy="86238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62387"/>
              </a:lnTo>
              <a:lnTo>
                <a:pt x="229970" y="862387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91ABA40-2FD9-457A-9B7C-6B60B8B0CC43}">
      <dsp:nvSpPr>
        <dsp:cNvPr id="0" name=""/>
        <dsp:cNvSpPr/>
      </dsp:nvSpPr>
      <dsp:spPr>
        <a:xfrm>
          <a:off x="9085821" y="1853339"/>
          <a:ext cx="1839761" cy="114985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TF category = 70.58</a:t>
          </a:r>
        </a:p>
      </dsp:txBody>
      <dsp:txXfrm>
        <a:off x="9119499" y="1887017"/>
        <a:ext cx="1772405" cy="1082494"/>
      </dsp:txXfrm>
    </dsp:sp>
    <dsp:sp modelId="{9F3ADC99-1909-4837-868F-024A61DA3C51}">
      <dsp:nvSpPr>
        <dsp:cNvPr id="0" name=""/>
        <dsp:cNvSpPr/>
      </dsp:nvSpPr>
      <dsp:spPr>
        <a:xfrm>
          <a:off x="8855850" y="1565876"/>
          <a:ext cx="229970" cy="229970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299701"/>
              </a:lnTo>
              <a:lnTo>
                <a:pt x="229970" y="2299701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92CE314-0FE0-423C-BB66-23A4EADD02A0}">
      <dsp:nvSpPr>
        <dsp:cNvPr id="0" name=""/>
        <dsp:cNvSpPr/>
      </dsp:nvSpPr>
      <dsp:spPr>
        <a:xfrm>
          <a:off x="9085821" y="3290652"/>
          <a:ext cx="1839761" cy="114985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TF variety = 80.7</a:t>
          </a:r>
        </a:p>
      </dsp:txBody>
      <dsp:txXfrm>
        <a:off x="9119499" y="3324330"/>
        <a:ext cx="1772405" cy="108249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6385DD-8EB7-40E0-830B-D3BA96938F9D}" type="datetimeFigureOut">
              <a:rPr lang="en-US" smtClean="0"/>
              <a:t>7/16/2021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9862D4-D1FE-4D44-9D30-6726DFE65B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4233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292929"/>
                </a:solidFill>
                <a:effectLst/>
                <a:latin typeface="charter"/>
              </a:rPr>
              <a:t>turn n-gram embeddings completely off as well by setting them both to 0. </a:t>
            </a:r>
            <a:r>
              <a:rPr lang="en-US" dirty="0"/>
              <a:t>This can be useful when the ‘words’ in your model aren’t words for a particular language, and character level n-grams would not make sense.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9862D4-D1FE-4D44-9D30-6726DFE65B6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75495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6.tiff"/></Relationships>
</file>

<file path=ppt/slideLayouts/_rels/slideLayout1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Relationship Id="rId4" Type="http://schemas.openxmlformats.org/officeDocument/2006/relationships/image" Target="../media/image6.tiff"/></Relationships>
</file>

<file path=ppt/slideLayouts/_rels/slideLayout5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6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6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6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6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6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6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6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7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7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7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7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9EF332-27FC-0041-99C1-697F936FBE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rgbClr val="40404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21B105-836F-4240-99C4-9C94064A6D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rgbClr val="40404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1722937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9EF332-27FC-0041-99C1-697F936FBE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rgbClr val="40404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21B105-836F-4240-99C4-9C94064A6D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rgbClr val="40404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0824011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66D7D9-DE4A-EB44-A948-15530EFF93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D69794-85F5-7E4B-AE1F-A684918410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296297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449DE6-FE4F-204B-8BC8-933D65853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787612-4E26-2446-928F-6FE2822479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342600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46848-AFCE-E64B-81C5-2A272FA0AB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E927D5-6B1B-5C45-A99A-5D170A1CB1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69E8F1-8FC0-7043-9717-C6F81B6BAA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815604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E06A2-451B-8B48-A090-9FF6C8FC5A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F2339B-2E64-4345-BDC0-BB2C19DD75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181859-680F-504A-A71A-82A6EEDA92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4136BA2-5963-FA4E-8C76-71FF773653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B2717A-C715-0440-A8F9-574C388554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097394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8D88FA-9303-4143-A431-7A4B4A0AC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3874889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481153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993820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,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45110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609600" y="1227667"/>
            <a:ext cx="10972800" cy="365760"/>
          </a:xfr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Keyword here</a:t>
            </a:r>
          </a:p>
        </p:txBody>
      </p:sp>
    </p:spTree>
    <p:extLst>
      <p:ext uri="{BB962C8B-B14F-4D97-AF65-F5344CB8AC3E}">
        <p14:creationId xmlns:p14="http://schemas.microsoft.com/office/powerpoint/2010/main" val="24105616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2" name="Rectangle 4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731520" y="1949414"/>
            <a:ext cx="10728960" cy="666786"/>
          </a:xfrm>
          <a:solidFill>
            <a:schemeClr val="accent1">
              <a:alpha val="0"/>
            </a:schemeClr>
          </a:solidFill>
        </p:spPr>
        <p:txBody>
          <a:bodyPr anchor="b"/>
          <a:lstStyle>
            <a:lvl1pPr algn="ctr">
              <a:defRPr sz="3733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173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731520" y="3657603"/>
            <a:ext cx="10728960" cy="853440"/>
          </a:xfrm>
          <a:solidFill>
            <a:schemeClr val="accent1">
              <a:alpha val="0"/>
            </a:schemeClr>
          </a:solidFill>
        </p:spPr>
        <p:txBody>
          <a:bodyPr/>
          <a:lstStyle>
            <a:lvl1pPr marL="0" indent="0" algn="ctr">
              <a:buFont typeface="Times" pitchFamily="18" charset="0"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731520" y="5095240"/>
            <a:ext cx="10728960" cy="365760"/>
          </a:xfrm>
        </p:spPr>
        <p:txBody>
          <a:bodyPr anchor="ctr"/>
          <a:lstStyle>
            <a:lvl1pPr marL="0" indent="0" algn="ctr">
              <a:buNone/>
              <a:defRPr sz="1600" baseline="0">
                <a:latin typeface="Bogle" charset="0"/>
                <a:ea typeface="Bogle" charset="0"/>
                <a:cs typeface="Bogle" charset="0"/>
              </a:defRPr>
            </a:lvl1pPr>
          </a:lstStyle>
          <a:p>
            <a:pPr lvl="0"/>
            <a:r>
              <a:rPr lang="en-US"/>
              <a:t>Click to add date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2438400" y="2595908"/>
            <a:ext cx="7315200" cy="1122843"/>
            <a:chOff x="3352800" y="5063780"/>
            <a:chExt cx="5486400" cy="842132"/>
          </a:xfrm>
        </p:grpSpPr>
        <p:grpSp>
          <p:nvGrpSpPr>
            <p:cNvPr id="15" name="Group 14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17" name="Straight Connector 16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" name="Rectangle 17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16" name="Picture 15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  <p:sp>
        <p:nvSpPr>
          <p:cNvPr id="12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10704553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5575846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4511040"/>
          </a:xfrm>
        </p:spPr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  <a:lvl2pPr>
              <a:defRPr>
                <a:latin typeface="Bogle" charset="0"/>
                <a:ea typeface="Bogle" charset="0"/>
                <a:cs typeface="Bogle" charset="0"/>
              </a:defRPr>
            </a:lvl2pPr>
            <a:lvl3pPr>
              <a:defRPr>
                <a:latin typeface="Bogle" charset="0"/>
                <a:ea typeface="Bogle" charset="0"/>
                <a:cs typeface="Bogle" charset="0"/>
              </a:defRPr>
            </a:lvl3pPr>
            <a:lvl4pPr>
              <a:defRPr>
                <a:latin typeface="Bogle" charset="0"/>
                <a:ea typeface="Bogle" charset="0"/>
                <a:cs typeface="Bogle" charset="0"/>
              </a:defRPr>
            </a:lvl4pPr>
            <a:lvl5pPr>
              <a:defRPr>
                <a:latin typeface="Bogle" charset="0"/>
                <a:ea typeface="Bogle" charset="0"/>
                <a:cs typeface="Bogle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609600" y="1227667"/>
            <a:ext cx="10972800" cy="365760"/>
          </a:xfrm>
          <a:solidFill>
            <a:schemeClr val="accent6"/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pPr lvl="0"/>
            <a:r>
              <a:rPr lang="en-US"/>
              <a:t>Keyword here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25352232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 - Apprecia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283200" y="81492"/>
            <a:ext cx="1828800" cy="2997200"/>
          </a:xfrm>
          <a:prstGeom prst="rect">
            <a:avLst/>
          </a:prstGeom>
        </p:spPr>
      </p:pic>
      <p:sp>
        <p:nvSpPr>
          <p:cNvPr id="15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15126374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ction Header - Apprecia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Walmart Labs – Privileged and Confidential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  <p:sp>
        <p:nvSpPr>
          <p:cNvPr id="15" name="object 17"/>
          <p:cNvSpPr/>
          <p:nvPr userDrawn="1"/>
        </p:nvSpPr>
        <p:spPr>
          <a:xfrm>
            <a:off x="5494693" y="496209"/>
            <a:ext cx="1422400" cy="2411647"/>
          </a:xfrm>
          <a:custGeom>
            <a:avLst/>
            <a:gdLst/>
            <a:ahLst/>
            <a:cxnLst/>
            <a:rect l="l" t="t" r="r" b="b"/>
            <a:pathLst>
              <a:path w="477520" h="809625">
                <a:moveTo>
                  <a:pt x="301427" y="0"/>
                </a:moveTo>
                <a:lnTo>
                  <a:pt x="111621" y="0"/>
                </a:lnTo>
                <a:lnTo>
                  <a:pt x="3373" y="407212"/>
                </a:lnTo>
                <a:lnTo>
                  <a:pt x="0" y="442311"/>
                </a:lnTo>
                <a:lnTo>
                  <a:pt x="8330" y="472868"/>
                </a:lnTo>
                <a:lnTo>
                  <a:pt x="26925" y="497013"/>
                </a:lnTo>
                <a:lnTo>
                  <a:pt x="54342" y="512874"/>
                </a:lnTo>
                <a:lnTo>
                  <a:pt x="89140" y="518581"/>
                </a:lnTo>
                <a:lnTo>
                  <a:pt x="206896" y="518581"/>
                </a:lnTo>
                <a:lnTo>
                  <a:pt x="130637" y="807326"/>
                </a:lnTo>
                <a:lnTo>
                  <a:pt x="135275" y="809577"/>
                </a:lnTo>
                <a:lnTo>
                  <a:pt x="417130" y="437693"/>
                </a:lnTo>
                <a:lnTo>
                  <a:pt x="81151" y="437693"/>
                </a:lnTo>
                <a:lnTo>
                  <a:pt x="188478" y="38543"/>
                </a:lnTo>
                <a:lnTo>
                  <a:pt x="291171" y="38543"/>
                </a:lnTo>
                <a:lnTo>
                  <a:pt x="301427" y="0"/>
                </a:lnTo>
                <a:close/>
              </a:path>
              <a:path w="477520" h="809625">
                <a:moveTo>
                  <a:pt x="291171" y="38543"/>
                </a:moveTo>
                <a:lnTo>
                  <a:pt x="204425" y="38543"/>
                </a:lnTo>
                <a:lnTo>
                  <a:pt x="101182" y="422269"/>
                </a:lnTo>
                <a:lnTo>
                  <a:pt x="332191" y="422269"/>
                </a:lnTo>
                <a:lnTo>
                  <a:pt x="335646" y="425714"/>
                </a:lnTo>
                <a:lnTo>
                  <a:pt x="335646" y="434238"/>
                </a:lnTo>
                <a:lnTo>
                  <a:pt x="332191" y="437693"/>
                </a:lnTo>
                <a:lnTo>
                  <a:pt x="417130" y="437693"/>
                </a:lnTo>
                <a:lnTo>
                  <a:pt x="477348" y="358240"/>
                </a:lnTo>
                <a:lnTo>
                  <a:pt x="473443" y="350366"/>
                </a:lnTo>
                <a:lnTo>
                  <a:pt x="208194" y="350366"/>
                </a:lnTo>
                <a:lnTo>
                  <a:pt x="291171" y="38543"/>
                </a:lnTo>
                <a:close/>
              </a:path>
            </a:pathLst>
          </a:custGeom>
          <a:solidFill>
            <a:srgbClr val="FFC21F"/>
          </a:solidFill>
        </p:spPr>
        <p:txBody>
          <a:bodyPr wrap="square" lIns="0" tIns="0" rIns="0" bIns="0" rtlCol="0"/>
          <a:lstStyle/>
          <a:p>
            <a:endParaRPr sz="2400">
              <a:latin typeface="Bogle" charset="0"/>
              <a:ea typeface="Bogle" charset="0"/>
              <a:cs typeface="Bogle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701976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ection Header - Apprecia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  <p:sp>
        <p:nvSpPr>
          <p:cNvPr id="17" name="object 24"/>
          <p:cNvSpPr/>
          <p:nvPr userDrawn="1"/>
        </p:nvSpPr>
        <p:spPr>
          <a:xfrm>
            <a:off x="5486400" y="423029"/>
            <a:ext cx="1484616" cy="2517132"/>
          </a:xfrm>
          <a:custGeom>
            <a:avLst/>
            <a:gdLst/>
            <a:ahLst/>
            <a:cxnLst/>
            <a:rect l="l" t="t" r="r" b="b"/>
            <a:pathLst>
              <a:path w="477520" h="809625">
                <a:moveTo>
                  <a:pt x="301427" y="0"/>
                </a:moveTo>
                <a:lnTo>
                  <a:pt x="111621" y="0"/>
                </a:lnTo>
                <a:lnTo>
                  <a:pt x="3373" y="407212"/>
                </a:lnTo>
                <a:lnTo>
                  <a:pt x="0" y="442311"/>
                </a:lnTo>
                <a:lnTo>
                  <a:pt x="8330" y="472868"/>
                </a:lnTo>
                <a:lnTo>
                  <a:pt x="26925" y="497013"/>
                </a:lnTo>
                <a:lnTo>
                  <a:pt x="54342" y="512874"/>
                </a:lnTo>
                <a:lnTo>
                  <a:pt x="89140" y="518581"/>
                </a:lnTo>
                <a:lnTo>
                  <a:pt x="206896" y="518581"/>
                </a:lnTo>
                <a:lnTo>
                  <a:pt x="130637" y="807326"/>
                </a:lnTo>
                <a:lnTo>
                  <a:pt x="135275" y="809577"/>
                </a:lnTo>
                <a:lnTo>
                  <a:pt x="417130" y="437693"/>
                </a:lnTo>
                <a:lnTo>
                  <a:pt x="81151" y="437693"/>
                </a:lnTo>
                <a:lnTo>
                  <a:pt x="188478" y="38543"/>
                </a:lnTo>
                <a:lnTo>
                  <a:pt x="291171" y="38543"/>
                </a:lnTo>
                <a:lnTo>
                  <a:pt x="301427" y="0"/>
                </a:lnTo>
                <a:close/>
              </a:path>
              <a:path w="477520" h="809625">
                <a:moveTo>
                  <a:pt x="291171" y="38543"/>
                </a:moveTo>
                <a:lnTo>
                  <a:pt x="204425" y="38543"/>
                </a:lnTo>
                <a:lnTo>
                  <a:pt x="101182" y="422259"/>
                </a:lnTo>
                <a:lnTo>
                  <a:pt x="332191" y="422259"/>
                </a:lnTo>
                <a:lnTo>
                  <a:pt x="335646" y="425714"/>
                </a:lnTo>
                <a:lnTo>
                  <a:pt x="335646" y="434238"/>
                </a:lnTo>
                <a:lnTo>
                  <a:pt x="332191" y="437693"/>
                </a:lnTo>
                <a:lnTo>
                  <a:pt x="417130" y="437693"/>
                </a:lnTo>
                <a:lnTo>
                  <a:pt x="477348" y="358240"/>
                </a:lnTo>
                <a:lnTo>
                  <a:pt x="473443" y="350366"/>
                </a:lnTo>
                <a:lnTo>
                  <a:pt x="208194" y="350366"/>
                </a:lnTo>
                <a:lnTo>
                  <a:pt x="291171" y="38543"/>
                </a:lnTo>
                <a:close/>
              </a:path>
            </a:pathLst>
          </a:custGeom>
          <a:solidFill>
            <a:srgbClr val="5BC678"/>
          </a:solidFill>
        </p:spPr>
        <p:txBody>
          <a:bodyPr wrap="square" lIns="0" tIns="0" rIns="0" bIns="0" rtlCol="0"/>
          <a:lstStyle/>
          <a:p>
            <a:endParaRPr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13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292308210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ection Header - Apprecia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  <p:sp>
        <p:nvSpPr>
          <p:cNvPr id="18" name="object 31"/>
          <p:cNvSpPr/>
          <p:nvPr userDrawn="1"/>
        </p:nvSpPr>
        <p:spPr>
          <a:xfrm>
            <a:off x="5486400" y="442015"/>
            <a:ext cx="1484616" cy="2517132"/>
          </a:xfrm>
          <a:custGeom>
            <a:avLst/>
            <a:gdLst/>
            <a:ahLst/>
            <a:cxnLst/>
            <a:rect l="l" t="t" r="r" b="b"/>
            <a:pathLst>
              <a:path w="477520" h="809625">
                <a:moveTo>
                  <a:pt x="301427" y="0"/>
                </a:moveTo>
                <a:lnTo>
                  <a:pt x="111621" y="0"/>
                </a:lnTo>
                <a:lnTo>
                  <a:pt x="3373" y="407212"/>
                </a:lnTo>
                <a:lnTo>
                  <a:pt x="0" y="442311"/>
                </a:lnTo>
                <a:lnTo>
                  <a:pt x="8330" y="472868"/>
                </a:lnTo>
                <a:lnTo>
                  <a:pt x="26925" y="497013"/>
                </a:lnTo>
                <a:lnTo>
                  <a:pt x="54342" y="512874"/>
                </a:lnTo>
                <a:lnTo>
                  <a:pt x="89140" y="518581"/>
                </a:lnTo>
                <a:lnTo>
                  <a:pt x="206896" y="518581"/>
                </a:lnTo>
                <a:lnTo>
                  <a:pt x="130637" y="807326"/>
                </a:lnTo>
                <a:lnTo>
                  <a:pt x="135275" y="809577"/>
                </a:lnTo>
                <a:lnTo>
                  <a:pt x="417130" y="437693"/>
                </a:lnTo>
                <a:lnTo>
                  <a:pt x="81151" y="437693"/>
                </a:lnTo>
                <a:lnTo>
                  <a:pt x="188478" y="38543"/>
                </a:lnTo>
                <a:lnTo>
                  <a:pt x="291171" y="38543"/>
                </a:lnTo>
                <a:lnTo>
                  <a:pt x="301427" y="0"/>
                </a:lnTo>
                <a:close/>
              </a:path>
              <a:path w="477520" h="809625">
                <a:moveTo>
                  <a:pt x="291171" y="38543"/>
                </a:moveTo>
                <a:lnTo>
                  <a:pt x="204425" y="38543"/>
                </a:lnTo>
                <a:lnTo>
                  <a:pt x="101182" y="422269"/>
                </a:lnTo>
                <a:lnTo>
                  <a:pt x="332191" y="422269"/>
                </a:lnTo>
                <a:lnTo>
                  <a:pt x="335646" y="425714"/>
                </a:lnTo>
                <a:lnTo>
                  <a:pt x="335646" y="434238"/>
                </a:lnTo>
                <a:lnTo>
                  <a:pt x="332191" y="437693"/>
                </a:lnTo>
                <a:lnTo>
                  <a:pt x="417130" y="437693"/>
                </a:lnTo>
                <a:lnTo>
                  <a:pt x="477348" y="358240"/>
                </a:lnTo>
                <a:lnTo>
                  <a:pt x="473443" y="350366"/>
                </a:lnTo>
                <a:lnTo>
                  <a:pt x="208194" y="350366"/>
                </a:lnTo>
                <a:lnTo>
                  <a:pt x="291171" y="38543"/>
                </a:lnTo>
                <a:close/>
              </a:path>
            </a:pathLst>
          </a:custGeom>
          <a:solidFill>
            <a:srgbClr val="0BAFF3"/>
          </a:solidFill>
        </p:spPr>
        <p:txBody>
          <a:bodyPr wrap="square" lIns="0" tIns="0" rIns="0" bIns="0" rtlCol="0"/>
          <a:lstStyle/>
          <a:p>
            <a:endParaRPr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13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116912684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ection Header - Apprecia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  <p:sp>
        <p:nvSpPr>
          <p:cNvPr id="13" name="object 38"/>
          <p:cNvSpPr/>
          <p:nvPr userDrawn="1"/>
        </p:nvSpPr>
        <p:spPr>
          <a:xfrm>
            <a:off x="5465442" y="403160"/>
            <a:ext cx="1544959" cy="2619441"/>
          </a:xfrm>
          <a:custGeom>
            <a:avLst/>
            <a:gdLst/>
            <a:ahLst/>
            <a:cxnLst/>
            <a:rect l="l" t="t" r="r" b="b"/>
            <a:pathLst>
              <a:path w="477520" h="809625">
                <a:moveTo>
                  <a:pt x="301427" y="0"/>
                </a:moveTo>
                <a:lnTo>
                  <a:pt x="111621" y="0"/>
                </a:lnTo>
                <a:lnTo>
                  <a:pt x="3373" y="407212"/>
                </a:lnTo>
                <a:lnTo>
                  <a:pt x="0" y="442311"/>
                </a:lnTo>
                <a:lnTo>
                  <a:pt x="8330" y="472868"/>
                </a:lnTo>
                <a:lnTo>
                  <a:pt x="26925" y="497013"/>
                </a:lnTo>
                <a:lnTo>
                  <a:pt x="54342" y="512874"/>
                </a:lnTo>
                <a:lnTo>
                  <a:pt x="89140" y="518581"/>
                </a:lnTo>
                <a:lnTo>
                  <a:pt x="206896" y="518581"/>
                </a:lnTo>
                <a:lnTo>
                  <a:pt x="130637" y="807326"/>
                </a:lnTo>
                <a:lnTo>
                  <a:pt x="135275" y="809577"/>
                </a:lnTo>
                <a:lnTo>
                  <a:pt x="417130" y="437693"/>
                </a:lnTo>
                <a:lnTo>
                  <a:pt x="81151" y="437693"/>
                </a:lnTo>
                <a:lnTo>
                  <a:pt x="188478" y="38543"/>
                </a:lnTo>
                <a:lnTo>
                  <a:pt x="291171" y="38543"/>
                </a:lnTo>
                <a:lnTo>
                  <a:pt x="301427" y="0"/>
                </a:lnTo>
                <a:close/>
              </a:path>
              <a:path w="477520" h="809625">
                <a:moveTo>
                  <a:pt x="291171" y="38543"/>
                </a:moveTo>
                <a:lnTo>
                  <a:pt x="204425" y="38543"/>
                </a:lnTo>
                <a:lnTo>
                  <a:pt x="101182" y="422269"/>
                </a:lnTo>
                <a:lnTo>
                  <a:pt x="332191" y="422269"/>
                </a:lnTo>
                <a:lnTo>
                  <a:pt x="335646" y="425714"/>
                </a:lnTo>
                <a:lnTo>
                  <a:pt x="335646" y="434238"/>
                </a:lnTo>
                <a:lnTo>
                  <a:pt x="332191" y="437693"/>
                </a:lnTo>
                <a:lnTo>
                  <a:pt x="417130" y="437693"/>
                </a:lnTo>
                <a:lnTo>
                  <a:pt x="477348" y="358240"/>
                </a:lnTo>
                <a:lnTo>
                  <a:pt x="473443" y="350366"/>
                </a:lnTo>
                <a:lnTo>
                  <a:pt x="208194" y="350366"/>
                </a:lnTo>
                <a:lnTo>
                  <a:pt x="291171" y="38543"/>
                </a:lnTo>
                <a:close/>
              </a:path>
            </a:pathLst>
          </a:custGeom>
          <a:solidFill>
            <a:srgbClr val="DA52D4"/>
          </a:solidFill>
        </p:spPr>
        <p:txBody>
          <a:bodyPr wrap="square" lIns="0" tIns="0" rIns="0" bIns="0" rtlCol="0"/>
          <a:lstStyle/>
          <a:p>
            <a:endParaRPr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15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123054311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Freeform 101"/>
          <p:cNvSpPr>
            <a:spLocks noEditPoints="1"/>
          </p:cNvSpPr>
          <p:nvPr userDrawn="1"/>
        </p:nvSpPr>
        <p:spPr bwMode="auto">
          <a:xfrm>
            <a:off x="5283200" y="1294709"/>
            <a:ext cx="1625600" cy="1503955"/>
          </a:xfrm>
          <a:custGeom>
            <a:avLst/>
            <a:gdLst/>
            <a:ahLst/>
            <a:cxnLst>
              <a:cxn ang="0">
                <a:pos x="39" y="36"/>
              </a:cxn>
              <a:cxn ang="0">
                <a:pos x="41" y="44"/>
              </a:cxn>
              <a:cxn ang="0">
                <a:pos x="35" y="50"/>
              </a:cxn>
              <a:cxn ang="0">
                <a:pos x="27" y="53"/>
              </a:cxn>
              <a:cxn ang="0">
                <a:pos x="18" y="53"/>
              </a:cxn>
              <a:cxn ang="0">
                <a:pos x="11" y="50"/>
              </a:cxn>
              <a:cxn ang="0">
                <a:pos x="4" y="44"/>
              </a:cxn>
              <a:cxn ang="0">
                <a:pos x="6" y="36"/>
              </a:cxn>
              <a:cxn ang="0">
                <a:pos x="0" y="28"/>
              </a:cxn>
              <a:cxn ang="0">
                <a:pos x="7" y="23"/>
              </a:cxn>
              <a:cxn ang="0">
                <a:pos x="4" y="18"/>
              </a:cxn>
              <a:cxn ang="0">
                <a:pos x="15" y="16"/>
              </a:cxn>
              <a:cxn ang="0">
                <a:pos x="19" y="8"/>
              </a:cxn>
              <a:cxn ang="0">
                <a:pos x="28" y="15"/>
              </a:cxn>
              <a:cxn ang="0">
                <a:pos x="35" y="12"/>
              </a:cxn>
              <a:cxn ang="0">
                <a:pos x="41" y="19"/>
              </a:cxn>
              <a:cxn ang="0">
                <a:pos x="45" y="27"/>
              </a:cxn>
              <a:cxn ang="0">
                <a:pos x="23" y="22"/>
              </a:cxn>
              <a:cxn ang="0">
                <a:pos x="32" y="31"/>
              </a:cxn>
              <a:cxn ang="0">
                <a:pos x="63" y="16"/>
              </a:cxn>
              <a:cxn ang="0">
                <a:pos x="64" y="24"/>
              </a:cxn>
              <a:cxn ang="0">
                <a:pos x="55" y="22"/>
              </a:cxn>
              <a:cxn ang="0">
                <a:pos x="46" y="24"/>
              </a:cxn>
              <a:cxn ang="0">
                <a:pos x="46" y="16"/>
              </a:cxn>
              <a:cxn ang="0">
                <a:pos x="46" y="9"/>
              </a:cxn>
              <a:cxn ang="0">
                <a:pos x="46" y="2"/>
              </a:cxn>
              <a:cxn ang="0">
                <a:pos x="55" y="4"/>
              </a:cxn>
              <a:cxn ang="0">
                <a:pos x="59" y="0"/>
              </a:cxn>
              <a:cxn ang="0">
                <a:pos x="62" y="7"/>
              </a:cxn>
              <a:cxn ang="0">
                <a:pos x="68" y="15"/>
              </a:cxn>
              <a:cxn ang="0">
                <a:pos x="62" y="55"/>
              </a:cxn>
              <a:cxn ang="0">
                <a:pos x="59" y="63"/>
              </a:cxn>
              <a:cxn ang="0">
                <a:pos x="54" y="59"/>
              </a:cxn>
              <a:cxn ang="0">
                <a:pos x="45" y="60"/>
              </a:cxn>
              <a:cxn ang="0">
                <a:pos x="41" y="52"/>
              </a:cxn>
              <a:cxn ang="0">
                <a:pos x="47" y="44"/>
              </a:cxn>
              <a:cxn ang="0">
                <a:pos x="50" y="36"/>
              </a:cxn>
              <a:cxn ang="0">
                <a:pos x="56" y="40"/>
              </a:cxn>
              <a:cxn ang="0">
                <a:pos x="64" y="39"/>
              </a:cxn>
              <a:cxn ang="0">
                <a:pos x="63" y="46"/>
              </a:cxn>
              <a:cxn ang="0">
                <a:pos x="55" y="8"/>
              </a:cxn>
              <a:cxn ang="0">
                <a:pos x="59" y="13"/>
              </a:cxn>
              <a:cxn ang="0">
                <a:pos x="50" y="49"/>
              </a:cxn>
              <a:cxn ang="0">
                <a:pos x="55" y="45"/>
              </a:cxn>
            </a:cxnLst>
            <a:rect l="0" t="0" r="r" b="b"/>
            <a:pathLst>
              <a:path w="68" h="63">
                <a:moveTo>
                  <a:pt x="45" y="35"/>
                </a:moveTo>
                <a:cubicBezTo>
                  <a:pt x="45" y="35"/>
                  <a:pt x="45" y="36"/>
                  <a:pt x="45" y="36"/>
                </a:cubicBezTo>
                <a:cubicBezTo>
                  <a:pt x="39" y="36"/>
                  <a:pt x="39" y="36"/>
                  <a:pt x="39" y="36"/>
                </a:cubicBezTo>
                <a:cubicBezTo>
                  <a:pt x="39" y="37"/>
                  <a:pt x="38" y="38"/>
                  <a:pt x="38" y="39"/>
                </a:cubicBezTo>
                <a:cubicBezTo>
                  <a:pt x="39" y="41"/>
                  <a:pt x="40" y="42"/>
                  <a:pt x="41" y="43"/>
                </a:cubicBezTo>
                <a:cubicBezTo>
                  <a:pt x="41" y="43"/>
                  <a:pt x="41" y="44"/>
                  <a:pt x="41" y="44"/>
                </a:cubicBezTo>
                <a:cubicBezTo>
                  <a:pt x="41" y="44"/>
                  <a:pt x="41" y="44"/>
                  <a:pt x="41" y="45"/>
                </a:cubicBezTo>
                <a:cubicBezTo>
                  <a:pt x="40" y="46"/>
                  <a:pt x="36" y="50"/>
                  <a:pt x="35" y="50"/>
                </a:cubicBezTo>
                <a:cubicBezTo>
                  <a:pt x="35" y="50"/>
                  <a:pt x="35" y="50"/>
                  <a:pt x="35" y="50"/>
                </a:cubicBezTo>
                <a:cubicBezTo>
                  <a:pt x="31" y="47"/>
                  <a:pt x="31" y="47"/>
                  <a:pt x="31" y="47"/>
                </a:cubicBezTo>
                <a:cubicBezTo>
                  <a:pt x="30" y="47"/>
                  <a:pt x="29" y="47"/>
                  <a:pt x="28" y="48"/>
                </a:cubicBezTo>
                <a:cubicBezTo>
                  <a:pt x="28" y="49"/>
                  <a:pt x="27" y="51"/>
                  <a:pt x="27" y="53"/>
                </a:cubicBezTo>
                <a:cubicBezTo>
                  <a:pt x="27" y="54"/>
                  <a:pt x="26" y="54"/>
                  <a:pt x="26" y="54"/>
                </a:cubicBezTo>
                <a:cubicBezTo>
                  <a:pt x="19" y="54"/>
                  <a:pt x="19" y="54"/>
                  <a:pt x="19" y="54"/>
                </a:cubicBezTo>
                <a:cubicBezTo>
                  <a:pt x="19" y="54"/>
                  <a:pt x="18" y="54"/>
                  <a:pt x="18" y="53"/>
                </a:cubicBezTo>
                <a:cubicBezTo>
                  <a:pt x="17" y="48"/>
                  <a:pt x="17" y="48"/>
                  <a:pt x="17" y="48"/>
                </a:cubicBezTo>
                <a:cubicBezTo>
                  <a:pt x="16" y="47"/>
                  <a:pt x="16" y="47"/>
                  <a:pt x="15" y="47"/>
                </a:cubicBezTo>
                <a:cubicBezTo>
                  <a:pt x="11" y="50"/>
                  <a:pt x="11" y="50"/>
                  <a:pt x="11" y="50"/>
                </a:cubicBezTo>
                <a:cubicBezTo>
                  <a:pt x="10" y="50"/>
                  <a:pt x="10" y="50"/>
                  <a:pt x="10" y="50"/>
                </a:cubicBezTo>
                <a:cubicBezTo>
                  <a:pt x="10" y="50"/>
                  <a:pt x="9" y="50"/>
                  <a:pt x="9" y="50"/>
                </a:cubicBezTo>
                <a:cubicBezTo>
                  <a:pt x="8" y="49"/>
                  <a:pt x="4" y="45"/>
                  <a:pt x="4" y="44"/>
                </a:cubicBezTo>
                <a:cubicBezTo>
                  <a:pt x="4" y="44"/>
                  <a:pt x="4" y="44"/>
                  <a:pt x="4" y="43"/>
                </a:cubicBezTo>
                <a:cubicBezTo>
                  <a:pt x="5" y="42"/>
                  <a:pt x="6" y="41"/>
                  <a:pt x="7" y="39"/>
                </a:cubicBezTo>
                <a:cubicBezTo>
                  <a:pt x="7" y="38"/>
                  <a:pt x="6" y="37"/>
                  <a:pt x="6" y="36"/>
                </a:cubicBezTo>
                <a:cubicBezTo>
                  <a:pt x="1" y="35"/>
                  <a:pt x="1" y="35"/>
                  <a:pt x="1" y="35"/>
                </a:cubicBezTo>
                <a:cubicBezTo>
                  <a:pt x="0" y="35"/>
                  <a:pt x="0" y="35"/>
                  <a:pt x="0" y="34"/>
                </a:cubicBezTo>
                <a:cubicBezTo>
                  <a:pt x="0" y="28"/>
                  <a:pt x="0" y="28"/>
                  <a:pt x="0" y="28"/>
                </a:cubicBezTo>
                <a:cubicBezTo>
                  <a:pt x="0" y="27"/>
                  <a:pt x="0" y="27"/>
                  <a:pt x="1" y="27"/>
                </a:cubicBezTo>
                <a:cubicBezTo>
                  <a:pt x="6" y="26"/>
                  <a:pt x="6" y="26"/>
                  <a:pt x="6" y="26"/>
                </a:cubicBezTo>
                <a:cubicBezTo>
                  <a:pt x="6" y="25"/>
                  <a:pt x="7" y="24"/>
                  <a:pt x="7" y="23"/>
                </a:cubicBezTo>
                <a:cubicBezTo>
                  <a:pt x="6" y="22"/>
                  <a:pt x="5" y="20"/>
                  <a:pt x="4" y="19"/>
                </a:cubicBezTo>
                <a:cubicBezTo>
                  <a:pt x="4" y="19"/>
                  <a:pt x="4" y="19"/>
                  <a:pt x="4" y="18"/>
                </a:cubicBezTo>
                <a:cubicBezTo>
                  <a:pt x="4" y="18"/>
                  <a:pt x="4" y="18"/>
                  <a:pt x="4" y="18"/>
                </a:cubicBezTo>
                <a:cubicBezTo>
                  <a:pt x="5" y="17"/>
                  <a:pt x="9" y="12"/>
                  <a:pt x="10" y="12"/>
                </a:cubicBezTo>
                <a:cubicBezTo>
                  <a:pt x="10" y="12"/>
                  <a:pt x="10" y="12"/>
                  <a:pt x="11" y="13"/>
                </a:cubicBezTo>
                <a:cubicBezTo>
                  <a:pt x="15" y="16"/>
                  <a:pt x="15" y="16"/>
                  <a:pt x="15" y="16"/>
                </a:cubicBezTo>
                <a:cubicBezTo>
                  <a:pt x="16" y="15"/>
                  <a:pt x="16" y="15"/>
                  <a:pt x="17" y="15"/>
                </a:cubicBezTo>
                <a:cubicBezTo>
                  <a:pt x="18" y="13"/>
                  <a:pt x="18" y="11"/>
                  <a:pt x="18" y="9"/>
                </a:cubicBezTo>
                <a:cubicBezTo>
                  <a:pt x="18" y="9"/>
                  <a:pt x="19" y="8"/>
                  <a:pt x="19" y="8"/>
                </a:cubicBezTo>
                <a:cubicBezTo>
                  <a:pt x="26" y="8"/>
                  <a:pt x="26" y="8"/>
                  <a:pt x="26" y="8"/>
                </a:cubicBezTo>
                <a:cubicBezTo>
                  <a:pt x="26" y="8"/>
                  <a:pt x="27" y="9"/>
                  <a:pt x="27" y="9"/>
                </a:cubicBezTo>
                <a:cubicBezTo>
                  <a:pt x="28" y="15"/>
                  <a:pt x="28" y="15"/>
                  <a:pt x="28" y="15"/>
                </a:cubicBezTo>
                <a:cubicBezTo>
                  <a:pt x="29" y="15"/>
                  <a:pt x="30" y="15"/>
                  <a:pt x="31" y="16"/>
                </a:cubicBezTo>
                <a:cubicBezTo>
                  <a:pt x="35" y="13"/>
                  <a:pt x="35" y="13"/>
                  <a:pt x="35" y="13"/>
                </a:cubicBezTo>
                <a:cubicBezTo>
                  <a:pt x="35" y="12"/>
                  <a:pt x="35" y="12"/>
                  <a:pt x="35" y="12"/>
                </a:cubicBezTo>
                <a:cubicBezTo>
                  <a:pt x="36" y="12"/>
                  <a:pt x="36" y="12"/>
                  <a:pt x="36" y="13"/>
                </a:cubicBezTo>
                <a:cubicBezTo>
                  <a:pt x="37" y="13"/>
                  <a:pt x="41" y="17"/>
                  <a:pt x="41" y="18"/>
                </a:cubicBezTo>
                <a:cubicBezTo>
                  <a:pt x="41" y="19"/>
                  <a:pt x="41" y="19"/>
                  <a:pt x="41" y="19"/>
                </a:cubicBezTo>
                <a:cubicBezTo>
                  <a:pt x="40" y="20"/>
                  <a:pt x="39" y="22"/>
                  <a:pt x="38" y="23"/>
                </a:cubicBezTo>
                <a:cubicBezTo>
                  <a:pt x="38" y="24"/>
                  <a:pt x="39" y="25"/>
                  <a:pt x="39" y="26"/>
                </a:cubicBezTo>
                <a:cubicBezTo>
                  <a:pt x="45" y="27"/>
                  <a:pt x="45" y="27"/>
                  <a:pt x="45" y="27"/>
                </a:cubicBezTo>
                <a:cubicBezTo>
                  <a:pt x="45" y="27"/>
                  <a:pt x="45" y="27"/>
                  <a:pt x="45" y="28"/>
                </a:cubicBezTo>
                <a:lnTo>
                  <a:pt x="45" y="35"/>
                </a:lnTo>
                <a:close/>
                <a:moveTo>
                  <a:pt x="23" y="22"/>
                </a:moveTo>
                <a:cubicBezTo>
                  <a:pt x="18" y="22"/>
                  <a:pt x="13" y="26"/>
                  <a:pt x="13" y="31"/>
                </a:cubicBezTo>
                <a:cubicBezTo>
                  <a:pt x="13" y="36"/>
                  <a:pt x="18" y="40"/>
                  <a:pt x="23" y="40"/>
                </a:cubicBezTo>
                <a:cubicBezTo>
                  <a:pt x="28" y="40"/>
                  <a:pt x="32" y="36"/>
                  <a:pt x="32" y="31"/>
                </a:cubicBezTo>
                <a:cubicBezTo>
                  <a:pt x="32" y="26"/>
                  <a:pt x="28" y="22"/>
                  <a:pt x="23" y="22"/>
                </a:cubicBezTo>
                <a:close/>
                <a:moveTo>
                  <a:pt x="68" y="15"/>
                </a:moveTo>
                <a:cubicBezTo>
                  <a:pt x="68" y="16"/>
                  <a:pt x="64" y="16"/>
                  <a:pt x="63" y="16"/>
                </a:cubicBezTo>
                <a:cubicBezTo>
                  <a:pt x="63" y="17"/>
                  <a:pt x="62" y="18"/>
                  <a:pt x="62" y="18"/>
                </a:cubicBezTo>
                <a:cubicBezTo>
                  <a:pt x="62" y="19"/>
                  <a:pt x="64" y="23"/>
                  <a:pt x="64" y="23"/>
                </a:cubicBezTo>
                <a:cubicBezTo>
                  <a:pt x="64" y="23"/>
                  <a:pt x="64" y="23"/>
                  <a:pt x="64" y="24"/>
                </a:cubicBezTo>
                <a:cubicBezTo>
                  <a:pt x="63" y="24"/>
                  <a:pt x="59" y="26"/>
                  <a:pt x="59" y="26"/>
                </a:cubicBezTo>
                <a:cubicBezTo>
                  <a:pt x="59" y="26"/>
                  <a:pt x="56" y="22"/>
                  <a:pt x="56" y="22"/>
                </a:cubicBezTo>
                <a:cubicBezTo>
                  <a:pt x="55" y="22"/>
                  <a:pt x="55" y="22"/>
                  <a:pt x="55" y="22"/>
                </a:cubicBezTo>
                <a:cubicBezTo>
                  <a:pt x="54" y="22"/>
                  <a:pt x="54" y="22"/>
                  <a:pt x="54" y="22"/>
                </a:cubicBezTo>
                <a:cubicBezTo>
                  <a:pt x="53" y="22"/>
                  <a:pt x="50" y="26"/>
                  <a:pt x="50" y="26"/>
                </a:cubicBezTo>
                <a:cubicBezTo>
                  <a:pt x="50" y="26"/>
                  <a:pt x="46" y="24"/>
                  <a:pt x="46" y="24"/>
                </a:cubicBezTo>
                <a:cubicBezTo>
                  <a:pt x="45" y="23"/>
                  <a:pt x="45" y="23"/>
                  <a:pt x="45" y="23"/>
                </a:cubicBezTo>
                <a:cubicBezTo>
                  <a:pt x="45" y="23"/>
                  <a:pt x="47" y="19"/>
                  <a:pt x="47" y="18"/>
                </a:cubicBezTo>
                <a:cubicBezTo>
                  <a:pt x="47" y="18"/>
                  <a:pt x="46" y="17"/>
                  <a:pt x="46" y="16"/>
                </a:cubicBezTo>
                <a:cubicBezTo>
                  <a:pt x="45" y="16"/>
                  <a:pt x="41" y="16"/>
                  <a:pt x="41" y="15"/>
                </a:cubicBezTo>
                <a:cubicBezTo>
                  <a:pt x="41" y="10"/>
                  <a:pt x="41" y="10"/>
                  <a:pt x="41" y="10"/>
                </a:cubicBezTo>
                <a:cubicBezTo>
                  <a:pt x="41" y="10"/>
                  <a:pt x="45" y="9"/>
                  <a:pt x="46" y="9"/>
                </a:cubicBezTo>
                <a:cubicBezTo>
                  <a:pt x="46" y="9"/>
                  <a:pt x="47" y="8"/>
                  <a:pt x="47" y="7"/>
                </a:cubicBezTo>
                <a:cubicBezTo>
                  <a:pt x="47" y="7"/>
                  <a:pt x="45" y="3"/>
                  <a:pt x="45" y="2"/>
                </a:cubicBezTo>
                <a:cubicBezTo>
                  <a:pt x="45" y="2"/>
                  <a:pt x="45" y="2"/>
                  <a:pt x="46" y="2"/>
                </a:cubicBezTo>
                <a:cubicBezTo>
                  <a:pt x="46" y="2"/>
                  <a:pt x="50" y="0"/>
                  <a:pt x="50" y="0"/>
                </a:cubicBezTo>
                <a:cubicBezTo>
                  <a:pt x="50" y="0"/>
                  <a:pt x="53" y="3"/>
                  <a:pt x="54" y="4"/>
                </a:cubicBezTo>
                <a:cubicBezTo>
                  <a:pt x="54" y="4"/>
                  <a:pt x="54" y="4"/>
                  <a:pt x="55" y="4"/>
                </a:cubicBezTo>
                <a:cubicBezTo>
                  <a:pt x="55" y="4"/>
                  <a:pt x="55" y="4"/>
                  <a:pt x="56" y="4"/>
                </a:cubicBezTo>
                <a:cubicBezTo>
                  <a:pt x="57" y="2"/>
                  <a:pt x="58" y="1"/>
                  <a:pt x="59" y="0"/>
                </a:cubicBezTo>
                <a:cubicBezTo>
                  <a:pt x="59" y="0"/>
                  <a:pt x="59" y="0"/>
                  <a:pt x="59" y="0"/>
                </a:cubicBezTo>
                <a:cubicBezTo>
                  <a:pt x="59" y="0"/>
                  <a:pt x="63" y="2"/>
                  <a:pt x="64" y="2"/>
                </a:cubicBezTo>
                <a:cubicBezTo>
                  <a:pt x="64" y="2"/>
                  <a:pt x="64" y="2"/>
                  <a:pt x="64" y="2"/>
                </a:cubicBezTo>
                <a:cubicBezTo>
                  <a:pt x="64" y="3"/>
                  <a:pt x="62" y="7"/>
                  <a:pt x="62" y="7"/>
                </a:cubicBezTo>
                <a:cubicBezTo>
                  <a:pt x="62" y="8"/>
                  <a:pt x="63" y="9"/>
                  <a:pt x="63" y="9"/>
                </a:cubicBezTo>
                <a:cubicBezTo>
                  <a:pt x="64" y="9"/>
                  <a:pt x="68" y="10"/>
                  <a:pt x="68" y="10"/>
                </a:cubicBezTo>
                <a:lnTo>
                  <a:pt x="68" y="15"/>
                </a:lnTo>
                <a:close/>
                <a:moveTo>
                  <a:pt x="68" y="52"/>
                </a:moveTo>
                <a:cubicBezTo>
                  <a:pt x="68" y="52"/>
                  <a:pt x="64" y="53"/>
                  <a:pt x="63" y="53"/>
                </a:cubicBezTo>
                <a:cubicBezTo>
                  <a:pt x="63" y="54"/>
                  <a:pt x="62" y="54"/>
                  <a:pt x="62" y="55"/>
                </a:cubicBezTo>
                <a:cubicBezTo>
                  <a:pt x="62" y="56"/>
                  <a:pt x="64" y="59"/>
                  <a:pt x="64" y="60"/>
                </a:cubicBezTo>
                <a:cubicBezTo>
                  <a:pt x="64" y="60"/>
                  <a:pt x="64" y="60"/>
                  <a:pt x="64" y="60"/>
                </a:cubicBezTo>
                <a:cubicBezTo>
                  <a:pt x="63" y="60"/>
                  <a:pt x="59" y="63"/>
                  <a:pt x="59" y="63"/>
                </a:cubicBezTo>
                <a:cubicBezTo>
                  <a:pt x="59" y="63"/>
                  <a:pt x="56" y="59"/>
                  <a:pt x="56" y="59"/>
                </a:cubicBezTo>
                <a:cubicBezTo>
                  <a:pt x="55" y="59"/>
                  <a:pt x="55" y="59"/>
                  <a:pt x="55" y="59"/>
                </a:cubicBezTo>
                <a:cubicBezTo>
                  <a:pt x="54" y="59"/>
                  <a:pt x="54" y="59"/>
                  <a:pt x="54" y="59"/>
                </a:cubicBezTo>
                <a:cubicBezTo>
                  <a:pt x="53" y="59"/>
                  <a:pt x="50" y="63"/>
                  <a:pt x="50" y="63"/>
                </a:cubicBezTo>
                <a:cubicBezTo>
                  <a:pt x="50" y="63"/>
                  <a:pt x="46" y="60"/>
                  <a:pt x="46" y="60"/>
                </a:cubicBezTo>
                <a:cubicBezTo>
                  <a:pt x="45" y="60"/>
                  <a:pt x="45" y="60"/>
                  <a:pt x="45" y="60"/>
                </a:cubicBezTo>
                <a:cubicBezTo>
                  <a:pt x="45" y="59"/>
                  <a:pt x="47" y="56"/>
                  <a:pt x="47" y="55"/>
                </a:cubicBezTo>
                <a:cubicBezTo>
                  <a:pt x="47" y="54"/>
                  <a:pt x="46" y="54"/>
                  <a:pt x="46" y="53"/>
                </a:cubicBezTo>
                <a:cubicBezTo>
                  <a:pt x="45" y="53"/>
                  <a:pt x="41" y="52"/>
                  <a:pt x="41" y="52"/>
                </a:cubicBezTo>
                <a:cubicBezTo>
                  <a:pt x="41" y="47"/>
                  <a:pt x="41" y="47"/>
                  <a:pt x="41" y="47"/>
                </a:cubicBezTo>
                <a:cubicBezTo>
                  <a:pt x="41" y="46"/>
                  <a:pt x="45" y="46"/>
                  <a:pt x="46" y="46"/>
                </a:cubicBezTo>
                <a:cubicBezTo>
                  <a:pt x="46" y="45"/>
                  <a:pt x="47" y="45"/>
                  <a:pt x="47" y="44"/>
                </a:cubicBezTo>
                <a:cubicBezTo>
                  <a:pt x="47" y="43"/>
                  <a:pt x="45" y="40"/>
                  <a:pt x="45" y="39"/>
                </a:cubicBezTo>
                <a:cubicBezTo>
                  <a:pt x="45" y="39"/>
                  <a:pt x="45" y="39"/>
                  <a:pt x="46" y="39"/>
                </a:cubicBezTo>
                <a:cubicBezTo>
                  <a:pt x="46" y="39"/>
                  <a:pt x="50" y="36"/>
                  <a:pt x="50" y="36"/>
                </a:cubicBezTo>
                <a:cubicBezTo>
                  <a:pt x="50" y="36"/>
                  <a:pt x="53" y="40"/>
                  <a:pt x="54" y="40"/>
                </a:cubicBezTo>
                <a:cubicBezTo>
                  <a:pt x="54" y="40"/>
                  <a:pt x="54" y="40"/>
                  <a:pt x="55" y="40"/>
                </a:cubicBezTo>
                <a:cubicBezTo>
                  <a:pt x="55" y="40"/>
                  <a:pt x="55" y="40"/>
                  <a:pt x="56" y="40"/>
                </a:cubicBezTo>
                <a:cubicBezTo>
                  <a:pt x="57" y="39"/>
                  <a:pt x="58" y="38"/>
                  <a:pt x="59" y="36"/>
                </a:cubicBezTo>
                <a:cubicBezTo>
                  <a:pt x="59" y="36"/>
                  <a:pt x="59" y="36"/>
                  <a:pt x="59" y="36"/>
                </a:cubicBezTo>
                <a:cubicBezTo>
                  <a:pt x="59" y="36"/>
                  <a:pt x="63" y="39"/>
                  <a:pt x="64" y="39"/>
                </a:cubicBezTo>
                <a:cubicBezTo>
                  <a:pt x="64" y="39"/>
                  <a:pt x="64" y="39"/>
                  <a:pt x="64" y="39"/>
                </a:cubicBezTo>
                <a:cubicBezTo>
                  <a:pt x="64" y="40"/>
                  <a:pt x="62" y="43"/>
                  <a:pt x="62" y="44"/>
                </a:cubicBezTo>
                <a:cubicBezTo>
                  <a:pt x="62" y="45"/>
                  <a:pt x="63" y="45"/>
                  <a:pt x="63" y="46"/>
                </a:cubicBezTo>
                <a:cubicBezTo>
                  <a:pt x="64" y="46"/>
                  <a:pt x="68" y="46"/>
                  <a:pt x="68" y="47"/>
                </a:cubicBezTo>
                <a:lnTo>
                  <a:pt x="68" y="52"/>
                </a:lnTo>
                <a:close/>
                <a:moveTo>
                  <a:pt x="55" y="8"/>
                </a:moveTo>
                <a:cubicBezTo>
                  <a:pt x="52" y="8"/>
                  <a:pt x="50" y="10"/>
                  <a:pt x="50" y="13"/>
                </a:cubicBezTo>
                <a:cubicBezTo>
                  <a:pt x="50" y="15"/>
                  <a:pt x="52" y="17"/>
                  <a:pt x="55" y="17"/>
                </a:cubicBezTo>
                <a:cubicBezTo>
                  <a:pt x="57" y="17"/>
                  <a:pt x="59" y="15"/>
                  <a:pt x="59" y="13"/>
                </a:cubicBezTo>
                <a:cubicBezTo>
                  <a:pt x="59" y="10"/>
                  <a:pt x="57" y="8"/>
                  <a:pt x="55" y="8"/>
                </a:cubicBezTo>
                <a:close/>
                <a:moveTo>
                  <a:pt x="55" y="45"/>
                </a:moveTo>
                <a:cubicBezTo>
                  <a:pt x="52" y="45"/>
                  <a:pt x="50" y="47"/>
                  <a:pt x="50" y="49"/>
                </a:cubicBezTo>
                <a:cubicBezTo>
                  <a:pt x="50" y="52"/>
                  <a:pt x="52" y="54"/>
                  <a:pt x="55" y="54"/>
                </a:cubicBezTo>
                <a:cubicBezTo>
                  <a:pt x="57" y="54"/>
                  <a:pt x="59" y="52"/>
                  <a:pt x="59" y="49"/>
                </a:cubicBezTo>
                <a:cubicBezTo>
                  <a:pt x="59" y="47"/>
                  <a:pt x="57" y="45"/>
                  <a:pt x="55" y="45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5" name="Group 14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  <p:sp>
        <p:nvSpPr>
          <p:cNvPr id="17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156791748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Matrix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reeform 15"/>
          <p:cNvSpPr>
            <a:spLocks noEditPoints="1"/>
          </p:cNvSpPr>
          <p:nvPr userDrawn="1"/>
        </p:nvSpPr>
        <p:spPr bwMode="auto">
          <a:xfrm>
            <a:off x="5273189" y="1318685"/>
            <a:ext cx="1645625" cy="1297516"/>
          </a:xfrm>
          <a:custGeom>
            <a:avLst/>
            <a:gdLst/>
            <a:ahLst/>
            <a:cxnLst>
              <a:cxn ang="0">
                <a:pos x="17" y="16"/>
              </a:cxn>
              <a:cxn ang="0">
                <a:pos x="0" y="12"/>
              </a:cxn>
              <a:cxn ang="0">
                <a:pos x="4" y="0"/>
              </a:cxn>
              <a:cxn ang="0">
                <a:pos x="21" y="4"/>
              </a:cxn>
              <a:cxn ang="0">
                <a:pos x="21" y="33"/>
              </a:cxn>
              <a:cxn ang="0">
                <a:pos x="4" y="36"/>
              </a:cxn>
              <a:cxn ang="0">
                <a:pos x="0" y="25"/>
              </a:cxn>
              <a:cxn ang="0">
                <a:pos x="17" y="21"/>
              </a:cxn>
              <a:cxn ang="0">
                <a:pos x="21" y="33"/>
              </a:cxn>
              <a:cxn ang="0">
                <a:pos x="17" y="57"/>
              </a:cxn>
              <a:cxn ang="0">
                <a:pos x="0" y="53"/>
              </a:cxn>
              <a:cxn ang="0">
                <a:pos x="4" y="42"/>
              </a:cxn>
              <a:cxn ang="0">
                <a:pos x="21" y="45"/>
              </a:cxn>
              <a:cxn ang="0">
                <a:pos x="47" y="12"/>
              </a:cxn>
              <a:cxn ang="0">
                <a:pos x="30" y="16"/>
              </a:cxn>
              <a:cxn ang="0">
                <a:pos x="26" y="4"/>
              </a:cxn>
              <a:cxn ang="0">
                <a:pos x="43" y="0"/>
              </a:cxn>
              <a:cxn ang="0">
                <a:pos x="47" y="12"/>
              </a:cxn>
              <a:cxn ang="0">
                <a:pos x="43" y="36"/>
              </a:cxn>
              <a:cxn ang="0">
                <a:pos x="26" y="33"/>
              </a:cxn>
              <a:cxn ang="0">
                <a:pos x="30" y="21"/>
              </a:cxn>
              <a:cxn ang="0">
                <a:pos x="47" y="25"/>
              </a:cxn>
              <a:cxn ang="0">
                <a:pos x="47" y="53"/>
              </a:cxn>
              <a:cxn ang="0">
                <a:pos x="30" y="57"/>
              </a:cxn>
              <a:cxn ang="0">
                <a:pos x="26" y="45"/>
              </a:cxn>
              <a:cxn ang="0">
                <a:pos x="43" y="42"/>
              </a:cxn>
              <a:cxn ang="0">
                <a:pos x="47" y="53"/>
              </a:cxn>
              <a:cxn ang="0">
                <a:pos x="69" y="16"/>
              </a:cxn>
              <a:cxn ang="0">
                <a:pos x="52" y="12"/>
              </a:cxn>
              <a:cxn ang="0">
                <a:pos x="56" y="0"/>
              </a:cxn>
              <a:cxn ang="0">
                <a:pos x="72" y="4"/>
              </a:cxn>
              <a:cxn ang="0">
                <a:pos x="72" y="33"/>
              </a:cxn>
              <a:cxn ang="0">
                <a:pos x="56" y="36"/>
              </a:cxn>
              <a:cxn ang="0">
                <a:pos x="52" y="25"/>
              </a:cxn>
              <a:cxn ang="0">
                <a:pos x="69" y="21"/>
              </a:cxn>
              <a:cxn ang="0">
                <a:pos x="72" y="33"/>
              </a:cxn>
              <a:cxn ang="0">
                <a:pos x="69" y="57"/>
              </a:cxn>
              <a:cxn ang="0">
                <a:pos x="52" y="53"/>
              </a:cxn>
              <a:cxn ang="0">
                <a:pos x="56" y="42"/>
              </a:cxn>
              <a:cxn ang="0">
                <a:pos x="72" y="45"/>
              </a:cxn>
            </a:cxnLst>
            <a:rect l="0" t="0" r="r" b="b"/>
            <a:pathLst>
              <a:path w="72" h="57">
                <a:moveTo>
                  <a:pt x="21" y="12"/>
                </a:moveTo>
                <a:cubicBezTo>
                  <a:pt x="21" y="14"/>
                  <a:pt x="19" y="16"/>
                  <a:pt x="17" y="16"/>
                </a:cubicBezTo>
                <a:cubicBezTo>
                  <a:pt x="4" y="16"/>
                  <a:pt x="4" y="16"/>
                  <a:pt x="4" y="16"/>
                </a:cubicBezTo>
                <a:cubicBezTo>
                  <a:pt x="2" y="16"/>
                  <a:pt x="0" y="14"/>
                  <a:pt x="0" y="12"/>
                </a:cubicBezTo>
                <a:cubicBezTo>
                  <a:pt x="0" y="4"/>
                  <a:pt x="0" y="4"/>
                  <a:pt x="0" y="4"/>
                </a:cubicBezTo>
                <a:cubicBezTo>
                  <a:pt x="0" y="2"/>
                  <a:pt x="2" y="0"/>
                  <a:pt x="4" y="0"/>
                </a:cubicBezTo>
                <a:cubicBezTo>
                  <a:pt x="17" y="0"/>
                  <a:pt x="17" y="0"/>
                  <a:pt x="17" y="0"/>
                </a:cubicBezTo>
                <a:cubicBezTo>
                  <a:pt x="19" y="0"/>
                  <a:pt x="21" y="2"/>
                  <a:pt x="21" y="4"/>
                </a:cubicBezTo>
                <a:lnTo>
                  <a:pt x="21" y="12"/>
                </a:lnTo>
                <a:close/>
                <a:moveTo>
                  <a:pt x="21" y="33"/>
                </a:moveTo>
                <a:cubicBezTo>
                  <a:pt x="21" y="35"/>
                  <a:pt x="19" y="36"/>
                  <a:pt x="17" y="36"/>
                </a:cubicBezTo>
                <a:cubicBezTo>
                  <a:pt x="4" y="36"/>
                  <a:pt x="4" y="36"/>
                  <a:pt x="4" y="36"/>
                </a:cubicBezTo>
                <a:cubicBezTo>
                  <a:pt x="2" y="36"/>
                  <a:pt x="0" y="35"/>
                  <a:pt x="0" y="33"/>
                </a:cubicBezTo>
                <a:cubicBezTo>
                  <a:pt x="0" y="25"/>
                  <a:pt x="0" y="25"/>
                  <a:pt x="0" y="25"/>
                </a:cubicBezTo>
                <a:cubicBezTo>
                  <a:pt x="0" y="23"/>
                  <a:pt x="2" y="21"/>
                  <a:pt x="4" y="21"/>
                </a:cubicBezTo>
                <a:cubicBezTo>
                  <a:pt x="17" y="21"/>
                  <a:pt x="17" y="21"/>
                  <a:pt x="17" y="21"/>
                </a:cubicBezTo>
                <a:cubicBezTo>
                  <a:pt x="19" y="21"/>
                  <a:pt x="21" y="23"/>
                  <a:pt x="21" y="25"/>
                </a:cubicBezTo>
                <a:lnTo>
                  <a:pt x="21" y="33"/>
                </a:lnTo>
                <a:close/>
                <a:moveTo>
                  <a:pt x="21" y="53"/>
                </a:moveTo>
                <a:cubicBezTo>
                  <a:pt x="21" y="55"/>
                  <a:pt x="19" y="57"/>
                  <a:pt x="17" y="57"/>
                </a:cubicBezTo>
                <a:cubicBezTo>
                  <a:pt x="4" y="57"/>
                  <a:pt x="4" y="57"/>
                  <a:pt x="4" y="57"/>
                </a:cubicBezTo>
                <a:cubicBezTo>
                  <a:pt x="2" y="57"/>
                  <a:pt x="0" y="55"/>
                  <a:pt x="0" y="53"/>
                </a:cubicBezTo>
                <a:cubicBezTo>
                  <a:pt x="0" y="45"/>
                  <a:pt x="0" y="45"/>
                  <a:pt x="0" y="45"/>
                </a:cubicBezTo>
                <a:cubicBezTo>
                  <a:pt x="0" y="43"/>
                  <a:pt x="2" y="42"/>
                  <a:pt x="4" y="42"/>
                </a:cubicBezTo>
                <a:cubicBezTo>
                  <a:pt x="17" y="42"/>
                  <a:pt x="17" y="42"/>
                  <a:pt x="17" y="42"/>
                </a:cubicBezTo>
                <a:cubicBezTo>
                  <a:pt x="19" y="42"/>
                  <a:pt x="21" y="43"/>
                  <a:pt x="21" y="45"/>
                </a:cubicBezTo>
                <a:lnTo>
                  <a:pt x="21" y="53"/>
                </a:lnTo>
                <a:close/>
                <a:moveTo>
                  <a:pt x="47" y="12"/>
                </a:moveTo>
                <a:cubicBezTo>
                  <a:pt x="47" y="14"/>
                  <a:pt x="45" y="16"/>
                  <a:pt x="43" y="16"/>
                </a:cubicBezTo>
                <a:cubicBezTo>
                  <a:pt x="30" y="16"/>
                  <a:pt x="30" y="16"/>
                  <a:pt x="30" y="16"/>
                </a:cubicBezTo>
                <a:cubicBezTo>
                  <a:pt x="28" y="16"/>
                  <a:pt x="26" y="14"/>
                  <a:pt x="26" y="12"/>
                </a:cubicBezTo>
                <a:cubicBezTo>
                  <a:pt x="26" y="4"/>
                  <a:pt x="26" y="4"/>
                  <a:pt x="26" y="4"/>
                </a:cubicBezTo>
                <a:cubicBezTo>
                  <a:pt x="26" y="2"/>
                  <a:pt x="28" y="0"/>
                  <a:pt x="30" y="0"/>
                </a:cubicBezTo>
                <a:cubicBezTo>
                  <a:pt x="43" y="0"/>
                  <a:pt x="43" y="0"/>
                  <a:pt x="43" y="0"/>
                </a:cubicBezTo>
                <a:cubicBezTo>
                  <a:pt x="45" y="0"/>
                  <a:pt x="47" y="2"/>
                  <a:pt x="47" y="4"/>
                </a:cubicBezTo>
                <a:lnTo>
                  <a:pt x="47" y="12"/>
                </a:lnTo>
                <a:close/>
                <a:moveTo>
                  <a:pt x="47" y="33"/>
                </a:moveTo>
                <a:cubicBezTo>
                  <a:pt x="47" y="35"/>
                  <a:pt x="45" y="36"/>
                  <a:pt x="43" y="36"/>
                </a:cubicBezTo>
                <a:cubicBezTo>
                  <a:pt x="30" y="36"/>
                  <a:pt x="30" y="36"/>
                  <a:pt x="30" y="36"/>
                </a:cubicBezTo>
                <a:cubicBezTo>
                  <a:pt x="28" y="36"/>
                  <a:pt x="26" y="35"/>
                  <a:pt x="26" y="33"/>
                </a:cubicBezTo>
                <a:cubicBezTo>
                  <a:pt x="26" y="25"/>
                  <a:pt x="26" y="25"/>
                  <a:pt x="26" y="25"/>
                </a:cubicBezTo>
                <a:cubicBezTo>
                  <a:pt x="26" y="23"/>
                  <a:pt x="28" y="21"/>
                  <a:pt x="30" y="21"/>
                </a:cubicBezTo>
                <a:cubicBezTo>
                  <a:pt x="43" y="21"/>
                  <a:pt x="43" y="21"/>
                  <a:pt x="43" y="21"/>
                </a:cubicBezTo>
                <a:cubicBezTo>
                  <a:pt x="45" y="21"/>
                  <a:pt x="47" y="23"/>
                  <a:pt x="47" y="25"/>
                </a:cubicBezTo>
                <a:lnTo>
                  <a:pt x="47" y="33"/>
                </a:lnTo>
                <a:close/>
                <a:moveTo>
                  <a:pt x="47" y="53"/>
                </a:moveTo>
                <a:cubicBezTo>
                  <a:pt x="47" y="55"/>
                  <a:pt x="45" y="57"/>
                  <a:pt x="43" y="57"/>
                </a:cubicBezTo>
                <a:cubicBezTo>
                  <a:pt x="30" y="57"/>
                  <a:pt x="30" y="57"/>
                  <a:pt x="30" y="57"/>
                </a:cubicBezTo>
                <a:cubicBezTo>
                  <a:pt x="28" y="57"/>
                  <a:pt x="26" y="55"/>
                  <a:pt x="26" y="53"/>
                </a:cubicBezTo>
                <a:cubicBezTo>
                  <a:pt x="26" y="45"/>
                  <a:pt x="26" y="45"/>
                  <a:pt x="26" y="45"/>
                </a:cubicBezTo>
                <a:cubicBezTo>
                  <a:pt x="26" y="43"/>
                  <a:pt x="28" y="42"/>
                  <a:pt x="30" y="42"/>
                </a:cubicBezTo>
                <a:cubicBezTo>
                  <a:pt x="43" y="42"/>
                  <a:pt x="43" y="42"/>
                  <a:pt x="43" y="42"/>
                </a:cubicBezTo>
                <a:cubicBezTo>
                  <a:pt x="45" y="42"/>
                  <a:pt x="47" y="43"/>
                  <a:pt x="47" y="45"/>
                </a:cubicBezTo>
                <a:lnTo>
                  <a:pt x="47" y="53"/>
                </a:lnTo>
                <a:close/>
                <a:moveTo>
                  <a:pt x="72" y="12"/>
                </a:moveTo>
                <a:cubicBezTo>
                  <a:pt x="72" y="14"/>
                  <a:pt x="71" y="16"/>
                  <a:pt x="69" y="16"/>
                </a:cubicBezTo>
                <a:cubicBezTo>
                  <a:pt x="56" y="16"/>
                  <a:pt x="56" y="16"/>
                  <a:pt x="56" y="16"/>
                </a:cubicBezTo>
                <a:cubicBezTo>
                  <a:pt x="54" y="16"/>
                  <a:pt x="52" y="14"/>
                  <a:pt x="52" y="12"/>
                </a:cubicBezTo>
                <a:cubicBezTo>
                  <a:pt x="52" y="4"/>
                  <a:pt x="52" y="4"/>
                  <a:pt x="52" y="4"/>
                </a:cubicBezTo>
                <a:cubicBezTo>
                  <a:pt x="52" y="2"/>
                  <a:pt x="54" y="0"/>
                  <a:pt x="56" y="0"/>
                </a:cubicBezTo>
                <a:cubicBezTo>
                  <a:pt x="69" y="0"/>
                  <a:pt x="69" y="0"/>
                  <a:pt x="69" y="0"/>
                </a:cubicBezTo>
                <a:cubicBezTo>
                  <a:pt x="71" y="0"/>
                  <a:pt x="72" y="2"/>
                  <a:pt x="72" y="4"/>
                </a:cubicBezTo>
                <a:lnTo>
                  <a:pt x="72" y="12"/>
                </a:lnTo>
                <a:close/>
                <a:moveTo>
                  <a:pt x="72" y="33"/>
                </a:moveTo>
                <a:cubicBezTo>
                  <a:pt x="72" y="35"/>
                  <a:pt x="71" y="36"/>
                  <a:pt x="69" y="36"/>
                </a:cubicBezTo>
                <a:cubicBezTo>
                  <a:pt x="56" y="36"/>
                  <a:pt x="56" y="36"/>
                  <a:pt x="56" y="36"/>
                </a:cubicBezTo>
                <a:cubicBezTo>
                  <a:pt x="54" y="36"/>
                  <a:pt x="52" y="35"/>
                  <a:pt x="52" y="33"/>
                </a:cubicBezTo>
                <a:cubicBezTo>
                  <a:pt x="52" y="25"/>
                  <a:pt x="52" y="25"/>
                  <a:pt x="52" y="25"/>
                </a:cubicBezTo>
                <a:cubicBezTo>
                  <a:pt x="52" y="23"/>
                  <a:pt x="54" y="21"/>
                  <a:pt x="56" y="21"/>
                </a:cubicBezTo>
                <a:cubicBezTo>
                  <a:pt x="69" y="21"/>
                  <a:pt x="69" y="21"/>
                  <a:pt x="69" y="21"/>
                </a:cubicBezTo>
                <a:cubicBezTo>
                  <a:pt x="71" y="21"/>
                  <a:pt x="72" y="23"/>
                  <a:pt x="72" y="25"/>
                </a:cubicBezTo>
                <a:lnTo>
                  <a:pt x="72" y="33"/>
                </a:lnTo>
                <a:close/>
                <a:moveTo>
                  <a:pt x="72" y="53"/>
                </a:moveTo>
                <a:cubicBezTo>
                  <a:pt x="72" y="55"/>
                  <a:pt x="71" y="57"/>
                  <a:pt x="69" y="57"/>
                </a:cubicBezTo>
                <a:cubicBezTo>
                  <a:pt x="56" y="57"/>
                  <a:pt x="56" y="57"/>
                  <a:pt x="56" y="57"/>
                </a:cubicBezTo>
                <a:cubicBezTo>
                  <a:pt x="54" y="57"/>
                  <a:pt x="52" y="55"/>
                  <a:pt x="52" y="53"/>
                </a:cubicBezTo>
                <a:cubicBezTo>
                  <a:pt x="52" y="45"/>
                  <a:pt x="52" y="45"/>
                  <a:pt x="52" y="45"/>
                </a:cubicBezTo>
                <a:cubicBezTo>
                  <a:pt x="52" y="43"/>
                  <a:pt x="54" y="42"/>
                  <a:pt x="56" y="42"/>
                </a:cubicBezTo>
                <a:cubicBezTo>
                  <a:pt x="69" y="42"/>
                  <a:pt x="69" y="42"/>
                  <a:pt x="69" y="42"/>
                </a:cubicBezTo>
                <a:cubicBezTo>
                  <a:pt x="71" y="42"/>
                  <a:pt x="72" y="43"/>
                  <a:pt x="72" y="45"/>
                </a:cubicBezTo>
                <a:lnTo>
                  <a:pt x="72" y="53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  <p:sp>
        <p:nvSpPr>
          <p:cNvPr id="13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9364201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Flowchar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Freeform 145"/>
          <p:cNvSpPr>
            <a:spLocks/>
          </p:cNvSpPr>
          <p:nvPr userDrawn="1"/>
        </p:nvSpPr>
        <p:spPr bwMode="auto">
          <a:xfrm>
            <a:off x="5292585" y="1230595"/>
            <a:ext cx="1606833" cy="1385605"/>
          </a:xfrm>
          <a:custGeom>
            <a:avLst/>
            <a:gdLst/>
            <a:ahLst/>
            <a:cxnLst>
              <a:cxn ang="0">
                <a:pos x="64" y="51"/>
              </a:cxn>
              <a:cxn ang="0">
                <a:pos x="60" y="55"/>
              </a:cxn>
              <a:cxn ang="0">
                <a:pos x="49" y="55"/>
              </a:cxn>
              <a:cxn ang="0">
                <a:pos x="45" y="51"/>
              </a:cxn>
              <a:cxn ang="0">
                <a:pos x="45" y="40"/>
              </a:cxn>
              <a:cxn ang="0">
                <a:pos x="49" y="36"/>
              </a:cxn>
              <a:cxn ang="0">
                <a:pos x="52" y="36"/>
              </a:cxn>
              <a:cxn ang="0">
                <a:pos x="52" y="30"/>
              </a:cxn>
              <a:cxn ang="0">
                <a:pos x="34" y="30"/>
              </a:cxn>
              <a:cxn ang="0">
                <a:pos x="34" y="36"/>
              </a:cxn>
              <a:cxn ang="0">
                <a:pos x="37" y="36"/>
              </a:cxn>
              <a:cxn ang="0">
                <a:pos x="41" y="40"/>
              </a:cxn>
              <a:cxn ang="0">
                <a:pos x="41" y="51"/>
              </a:cxn>
              <a:cxn ang="0">
                <a:pos x="37" y="55"/>
              </a:cxn>
              <a:cxn ang="0">
                <a:pos x="26" y="55"/>
              </a:cxn>
              <a:cxn ang="0">
                <a:pos x="23" y="51"/>
              </a:cxn>
              <a:cxn ang="0">
                <a:pos x="23" y="40"/>
              </a:cxn>
              <a:cxn ang="0">
                <a:pos x="26" y="36"/>
              </a:cxn>
              <a:cxn ang="0">
                <a:pos x="29" y="36"/>
              </a:cxn>
              <a:cxn ang="0">
                <a:pos x="29" y="30"/>
              </a:cxn>
              <a:cxn ang="0">
                <a:pos x="11" y="30"/>
              </a:cxn>
              <a:cxn ang="0">
                <a:pos x="11" y="36"/>
              </a:cxn>
              <a:cxn ang="0">
                <a:pos x="15" y="36"/>
              </a:cxn>
              <a:cxn ang="0">
                <a:pos x="18" y="40"/>
              </a:cxn>
              <a:cxn ang="0">
                <a:pos x="18" y="51"/>
              </a:cxn>
              <a:cxn ang="0">
                <a:pos x="15" y="55"/>
              </a:cxn>
              <a:cxn ang="0">
                <a:pos x="3" y="55"/>
              </a:cxn>
              <a:cxn ang="0">
                <a:pos x="0" y="51"/>
              </a:cxn>
              <a:cxn ang="0">
                <a:pos x="0" y="40"/>
              </a:cxn>
              <a:cxn ang="0">
                <a:pos x="3" y="36"/>
              </a:cxn>
              <a:cxn ang="0">
                <a:pos x="7" y="36"/>
              </a:cxn>
              <a:cxn ang="0">
                <a:pos x="7" y="30"/>
              </a:cxn>
              <a:cxn ang="0">
                <a:pos x="11" y="25"/>
              </a:cxn>
              <a:cxn ang="0">
                <a:pos x="29" y="25"/>
              </a:cxn>
              <a:cxn ang="0">
                <a:pos x="29" y="18"/>
              </a:cxn>
              <a:cxn ang="0">
                <a:pos x="26" y="18"/>
              </a:cxn>
              <a:cxn ang="0">
                <a:pos x="23" y="15"/>
              </a:cxn>
              <a:cxn ang="0">
                <a:pos x="23" y="3"/>
              </a:cxn>
              <a:cxn ang="0">
                <a:pos x="26" y="0"/>
              </a:cxn>
              <a:cxn ang="0">
                <a:pos x="37" y="0"/>
              </a:cxn>
              <a:cxn ang="0">
                <a:pos x="41" y="3"/>
              </a:cxn>
              <a:cxn ang="0">
                <a:pos x="41" y="15"/>
              </a:cxn>
              <a:cxn ang="0">
                <a:pos x="37" y="18"/>
              </a:cxn>
              <a:cxn ang="0">
                <a:pos x="34" y="18"/>
              </a:cxn>
              <a:cxn ang="0">
                <a:pos x="34" y="25"/>
              </a:cxn>
              <a:cxn ang="0">
                <a:pos x="52" y="25"/>
              </a:cxn>
              <a:cxn ang="0">
                <a:pos x="57" y="30"/>
              </a:cxn>
              <a:cxn ang="0">
                <a:pos x="57" y="36"/>
              </a:cxn>
              <a:cxn ang="0">
                <a:pos x="60" y="36"/>
              </a:cxn>
              <a:cxn ang="0">
                <a:pos x="64" y="40"/>
              </a:cxn>
              <a:cxn ang="0">
                <a:pos x="64" y="51"/>
              </a:cxn>
            </a:cxnLst>
            <a:rect l="0" t="0" r="r" b="b"/>
            <a:pathLst>
              <a:path w="64" h="55">
                <a:moveTo>
                  <a:pt x="64" y="51"/>
                </a:moveTo>
                <a:cubicBezTo>
                  <a:pt x="64" y="53"/>
                  <a:pt x="62" y="55"/>
                  <a:pt x="60" y="55"/>
                </a:cubicBezTo>
                <a:cubicBezTo>
                  <a:pt x="49" y="55"/>
                  <a:pt x="49" y="55"/>
                  <a:pt x="49" y="55"/>
                </a:cubicBezTo>
                <a:cubicBezTo>
                  <a:pt x="47" y="55"/>
                  <a:pt x="45" y="53"/>
                  <a:pt x="45" y="51"/>
                </a:cubicBezTo>
                <a:cubicBezTo>
                  <a:pt x="45" y="40"/>
                  <a:pt x="45" y="40"/>
                  <a:pt x="45" y="40"/>
                </a:cubicBezTo>
                <a:cubicBezTo>
                  <a:pt x="45" y="38"/>
                  <a:pt x="47" y="36"/>
                  <a:pt x="49" y="36"/>
                </a:cubicBezTo>
                <a:cubicBezTo>
                  <a:pt x="52" y="36"/>
                  <a:pt x="52" y="36"/>
                  <a:pt x="52" y="36"/>
                </a:cubicBezTo>
                <a:cubicBezTo>
                  <a:pt x="52" y="30"/>
                  <a:pt x="52" y="30"/>
                  <a:pt x="52" y="30"/>
                </a:cubicBezTo>
                <a:cubicBezTo>
                  <a:pt x="34" y="30"/>
                  <a:pt x="34" y="30"/>
                  <a:pt x="34" y="30"/>
                </a:cubicBezTo>
                <a:cubicBezTo>
                  <a:pt x="34" y="36"/>
                  <a:pt x="34" y="36"/>
                  <a:pt x="34" y="36"/>
                </a:cubicBezTo>
                <a:cubicBezTo>
                  <a:pt x="37" y="36"/>
                  <a:pt x="37" y="36"/>
                  <a:pt x="37" y="36"/>
                </a:cubicBezTo>
                <a:cubicBezTo>
                  <a:pt x="39" y="36"/>
                  <a:pt x="41" y="38"/>
                  <a:pt x="41" y="40"/>
                </a:cubicBezTo>
                <a:cubicBezTo>
                  <a:pt x="41" y="51"/>
                  <a:pt x="41" y="51"/>
                  <a:pt x="41" y="51"/>
                </a:cubicBezTo>
                <a:cubicBezTo>
                  <a:pt x="41" y="53"/>
                  <a:pt x="39" y="55"/>
                  <a:pt x="37" y="55"/>
                </a:cubicBezTo>
                <a:cubicBezTo>
                  <a:pt x="26" y="55"/>
                  <a:pt x="26" y="55"/>
                  <a:pt x="26" y="55"/>
                </a:cubicBezTo>
                <a:cubicBezTo>
                  <a:pt x="24" y="55"/>
                  <a:pt x="23" y="53"/>
                  <a:pt x="23" y="51"/>
                </a:cubicBezTo>
                <a:cubicBezTo>
                  <a:pt x="23" y="40"/>
                  <a:pt x="23" y="40"/>
                  <a:pt x="23" y="40"/>
                </a:cubicBezTo>
                <a:cubicBezTo>
                  <a:pt x="23" y="38"/>
                  <a:pt x="24" y="36"/>
                  <a:pt x="26" y="36"/>
                </a:cubicBezTo>
                <a:cubicBezTo>
                  <a:pt x="29" y="36"/>
                  <a:pt x="29" y="36"/>
                  <a:pt x="29" y="36"/>
                </a:cubicBezTo>
                <a:cubicBezTo>
                  <a:pt x="29" y="30"/>
                  <a:pt x="29" y="30"/>
                  <a:pt x="29" y="30"/>
                </a:cubicBezTo>
                <a:cubicBezTo>
                  <a:pt x="11" y="30"/>
                  <a:pt x="11" y="30"/>
                  <a:pt x="11" y="30"/>
                </a:cubicBezTo>
                <a:cubicBezTo>
                  <a:pt x="11" y="36"/>
                  <a:pt x="11" y="36"/>
                  <a:pt x="11" y="36"/>
                </a:cubicBezTo>
                <a:cubicBezTo>
                  <a:pt x="15" y="36"/>
                  <a:pt x="15" y="36"/>
                  <a:pt x="15" y="36"/>
                </a:cubicBezTo>
                <a:cubicBezTo>
                  <a:pt x="17" y="36"/>
                  <a:pt x="18" y="38"/>
                  <a:pt x="18" y="40"/>
                </a:cubicBezTo>
                <a:cubicBezTo>
                  <a:pt x="18" y="51"/>
                  <a:pt x="18" y="51"/>
                  <a:pt x="18" y="51"/>
                </a:cubicBezTo>
                <a:cubicBezTo>
                  <a:pt x="18" y="53"/>
                  <a:pt x="17" y="55"/>
                  <a:pt x="15" y="55"/>
                </a:cubicBezTo>
                <a:cubicBezTo>
                  <a:pt x="3" y="55"/>
                  <a:pt x="3" y="55"/>
                  <a:pt x="3" y="55"/>
                </a:cubicBezTo>
                <a:cubicBezTo>
                  <a:pt x="1" y="55"/>
                  <a:pt x="0" y="53"/>
                  <a:pt x="0" y="51"/>
                </a:cubicBezTo>
                <a:cubicBezTo>
                  <a:pt x="0" y="40"/>
                  <a:pt x="0" y="40"/>
                  <a:pt x="0" y="40"/>
                </a:cubicBezTo>
                <a:cubicBezTo>
                  <a:pt x="0" y="38"/>
                  <a:pt x="1" y="36"/>
                  <a:pt x="3" y="36"/>
                </a:cubicBezTo>
                <a:cubicBezTo>
                  <a:pt x="7" y="36"/>
                  <a:pt x="7" y="36"/>
                  <a:pt x="7" y="36"/>
                </a:cubicBezTo>
                <a:cubicBezTo>
                  <a:pt x="7" y="30"/>
                  <a:pt x="7" y="30"/>
                  <a:pt x="7" y="30"/>
                </a:cubicBezTo>
                <a:cubicBezTo>
                  <a:pt x="7" y="27"/>
                  <a:pt x="9" y="25"/>
                  <a:pt x="11" y="25"/>
                </a:cubicBezTo>
                <a:cubicBezTo>
                  <a:pt x="29" y="25"/>
                  <a:pt x="29" y="25"/>
                  <a:pt x="29" y="25"/>
                </a:cubicBezTo>
                <a:cubicBezTo>
                  <a:pt x="29" y="18"/>
                  <a:pt x="29" y="18"/>
                  <a:pt x="29" y="18"/>
                </a:cubicBezTo>
                <a:cubicBezTo>
                  <a:pt x="26" y="18"/>
                  <a:pt x="26" y="18"/>
                  <a:pt x="26" y="18"/>
                </a:cubicBezTo>
                <a:cubicBezTo>
                  <a:pt x="24" y="18"/>
                  <a:pt x="23" y="17"/>
                  <a:pt x="23" y="15"/>
                </a:cubicBezTo>
                <a:cubicBezTo>
                  <a:pt x="23" y="3"/>
                  <a:pt x="23" y="3"/>
                  <a:pt x="23" y="3"/>
                </a:cubicBezTo>
                <a:cubicBezTo>
                  <a:pt x="23" y="1"/>
                  <a:pt x="24" y="0"/>
                  <a:pt x="26" y="0"/>
                </a:cubicBezTo>
                <a:cubicBezTo>
                  <a:pt x="37" y="0"/>
                  <a:pt x="37" y="0"/>
                  <a:pt x="37" y="0"/>
                </a:cubicBezTo>
                <a:cubicBezTo>
                  <a:pt x="39" y="0"/>
                  <a:pt x="41" y="1"/>
                  <a:pt x="41" y="3"/>
                </a:cubicBezTo>
                <a:cubicBezTo>
                  <a:pt x="41" y="15"/>
                  <a:pt x="41" y="15"/>
                  <a:pt x="41" y="15"/>
                </a:cubicBezTo>
                <a:cubicBezTo>
                  <a:pt x="41" y="17"/>
                  <a:pt x="39" y="18"/>
                  <a:pt x="37" y="18"/>
                </a:cubicBezTo>
                <a:cubicBezTo>
                  <a:pt x="34" y="18"/>
                  <a:pt x="34" y="18"/>
                  <a:pt x="34" y="18"/>
                </a:cubicBezTo>
                <a:cubicBezTo>
                  <a:pt x="34" y="25"/>
                  <a:pt x="34" y="25"/>
                  <a:pt x="34" y="25"/>
                </a:cubicBezTo>
                <a:cubicBezTo>
                  <a:pt x="52" y="25"/>
                  <a:pt x="52" y="25"/>
                  <a:pt x="52" y="25"/>
                </a:cubicBezTo>
                <a:cubicBezTo>
                  <a:pt x="55" y="25"/>
                  <a:pt x="57" y="27"/>
                  <a:pt x="57" y="30"/>
                </a:cubicBezTo>
                <a:cubicBezTo>
                  <a:pt x="57" y="36"/>
                  <a:pt x="57" y="36"/>
                  <a:pt x="57" y="36"/>
                </a:cubicBezTo>
                <a:cubicBezTo>
                  <a:pt x="60" y="36"/>
                  <a:pt x="60" y="36"/>
                  <a:pt x="60" y="36"/>
                </a:cubicBezTo>
                <a:cubicBezTo>
                  <a:pt x="62" y="36"/>
                  <a:pt x="64" y="38"/>
                  <a:pt x="64" y="40"/>
                </a:cubicBezTo>
                <a:lnTo>
                  <a:pt x="64" y="51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  <p:sp>
        <p:nvSpPr>
          <p:cNvPr id="13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7693620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Tre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reeform 129"/>
          <p:cNvSpPr>
            <a:spLocks/>
          </p:cNvSpPr>
          <p:nvPr userDrawn="1"/>
        </p:nvSpPr>
        <p:spPr bwMode="auto">
          <a:xfrm>
            <a:off x="5583767" y="1363136"/>
            <a:ext cx="1024467" cy="1253064"/>
          </a:xfrm>
          <a:custGeom>
            <a:avLst/>
            <a:gdLst/>
            <a:ahLst/>
            <a:cxnLst>
              <a:cxn ang="0">
                <a:pos x="53" y="58"/>
              </a:cxn>
              <a:cxn ang="0">
                <a:pos x="36" y="58"/>
              </a:cxn>
              <a:cxn ang="0">
                <a:pos x="36" y="65"/>
              </a:cxn>
              <a:cxn ang="0">
                <a:pos x="34" y="68"/>
              </a:cxn>
              <a:cxn ang="0">
                <a:pos x="22" y="68"/>
              </a:cxn>
              <a:cxn ang="0">
                <a:pos x="20" y="65"/>
              </a:cxn>
              <a:cxn ang="0">
                <a:pos x="20" y="58"/>
              </a:cxn>
              <a:cxn ang="0">
                <a:pos x="2" y="58"/>
              </a:cxn>
              <a:cxn ang="0">
                <a:pos x="0" y="56"/>
              </a:cxn>
              <a:cxn ang="0">
                <a:pos x="1" y="54"/>
              </a:cxn>
              <a:cxn ang="0">
                <a:pos x="16" y="39"/>
              </a:cxn>
              <a:cxn ang="0">
                <a:pos x="7" y="39"/>
              </a:cxn>
              <a:cxn ang="0">
                <a:pos x="5" y="36"/>
              </a:cxn>
              <a:cxn ang="0">
                <a:pos x="6" y="34"/>
              </a:cxn>
              <a:cxn ang="0">
                <a:pos x="21" y="19"/>
              </a:cxn>
              <a:cxn ang="0">
                <a:pos x="13" y="19"/>
              </a:cxn>
              <a:cxn ang="0">
                <a:pos x="11" y="17"/>
              </a:cxn>
              <a:cxn ang="0">
                <a:pos x="12" y="15"/>
              </a:cxn>
              <a:cxn ang="0">
                <a:pos x="26" y="0"/>
              </a:cxn>
              <a:cxn ang="0">
                <a:pos x="28" y="0"/>
              </a:cxn>
              <a:cxn ang="0">
                <a:pos x="30" y="0"/>
              </a:cxn>
              <a:cxn ang="0">
                <a:pos x="44" y="15"/>
              </a:cxn>
              <a:cxn ang="0">
                <a:pos x="45" y="17"/>
              </a:cxn>
              <a:cxn ang="0">
                <a:pos x="42" y="19"/>
              </a:cxn>
              <a:cxn ang="0">
                <a:pos x="35" y="19"/>
              </a:cxn>
              <a:cxn ang="0">
                <a:pos x="50" y="34"/>
              </a:cxn>
              <a:cxn ang="0">
                <a:pos x="51" y="36"/>
              </a:cxn>
              <a:cxn ang="0">
                <a:pos x="49" y="39"/>
              </a:cxn>
              <a:cxn ang="0">
                <a:pos x="40" y="39"/>
              </a:cxn>
              <a:cxn ang="0">
                <a:pos x="55" y="54"/>
              </a:cxn>
              <a:cxn ang="0">
                <a:pos x="56" y="56"/>
              </a:cxn>
              <a:cxn ang="0">
                <a:pos x="53" y="58"/>
              </a:cxn>
            </a:cxnLst>
            <a:rect l="0" t="0" r="r" b="b"/>
            <a:pathLst>
              <a:path w="56" h="68">
                <a:moveTo>
                  <a:pt x="53" y="58"/>
                </a:moveTo>
                <a:cubicBezTo>
                  <a:pt x="36" y="58"/>
                  <a:pt x="36" y="58"/>
                  <a:pt x="36" y="58"/>
                </a:cubicBezTo>
                <a:cubicBezTo>
                  <a:pt x="36" y="60"/>
                  <a:pt x="36" y="63"/>
                  <a:pt x="36" y="65"/>
                </a:cubicBezTo>
                <a:cubicBezTo>
                  <a:pt x="36" y="67"/>
                  <a:pt x="35" y="68"/>
                  <a:pt x="34" y="68"/>
                </a:cubicBezTo>
                <a:cubicBezTo>
                  <a:pt x="22" y="68"/>
                  <a:pt x="22" y="68"/>
                  <a:pt x="22" y="68"/>
                </a:cubicBezTo>
                <a:cubicBezTo>
                  <a:pt x="21" y="68"/>
                  <a:pt x="20" y="67"/>
                  <a:pt x="20" y="65"/>
                </a:cubicBezTo>
                <a:cubicBezTo>
                  <a:pt x="20" y="63"/>
                  <a:pt x="20" y="60"/>
                  <a:pt x="20" y="58"/>
                </a:cubicBezTo>
                <a:cubicBezTo>
                  <a:pt x="2" y="58"/>
                  <a:pt x="2" y="58"/>
                  <a:pt x="2" y="58"/>
                </a:cubicBezTo>
                <a:cubicBezTo>
                  <a:pt x="1" y="58"/>
                  <a:pt x="0" y="57"/>
                  <a:pt x="0" y="56"/>
                </a:cubicBezTo>
                <a:cubicBezTo>
                  <a:pt x="0" y="55"/>
                  <a:pt x="0" y="54"/>
                  <a:pt x="1" y="54"/>
                </a:cubicBezTo>
                <a:cubicBezTo>
                  <a:pt x="16" y="39"/>
                  <a:pt x="16" y="39"/>
                  <a:pt x="16" y="39"/>
                </a:cubicBezTo>
                <a:cubicBezTo>
                  <a:pt x="7" y="39"/>
                  <a:pt x="7" y="39"/>
                  <a:pt x="7" y="39"/>
                </a:cubicBezTo>
                <a:cubicBezTo>
                  <a:pt x="6" y="39"/>
                  <a:pt x="5" y="37"/>
                  <a:pt x="5" y="36"/>
                </a:cubicBezTo>
                <a:cubicBezTo>
                  <a:pt x="5" y="35"/>
                  <a:pt x="5" y="35"/>
                  <a:pt x="6" y="34"/>
                </a:cubicBezTo>
                <a:cubicBezTo>
                  <a:pt x="21" y="19"/>
                  <a:pt x="21" y="19"/>
                  <a:pt x="21" y="19"/>
                </a:cubicBezTo>
                <a:cubicBezTo>
                  <a:pt x="13" y="19"/>
                  <a:pt x="13" y="19"/>
                  <a:pt x="13" y="19"/>
                </a:cubicBezTo>
                <a:cubicBezTo>
                  <a:pt x="12" y="19"/>
                  <a:pt x="11" y="18"/>
                  <a:pt x="11" y="17"/>
                </a:cubicBezTo>
                <a:cubicBezTo>
                  <a:pt x="11" y="16"/>
                  <a:pt x="11" y="15"/>
                  <a:pt x="12" y="15"/>
                </a:cubicBezTo>
                <a:cubicBezTo>
                  <a:pt x="26" y="0"/>
                  <a:pt x="26" y="0"/>
                  <a:pt x="26" y="0"/>
                </a:cubicBezTo>
                <a:cubicBezTo>
                  <a:pt x="27" y="0"/>
                  <a:pt x="27" y="0"/>
                  <a:pt x="28" y="0"/>
                </a:cubicBezTo>
                <a:cubicBezTo>
                  <a:pt x="29" y="0"/>
                  <a:pt x="29" y="0"/>
                  <a:pt x="30" y="0"/>
                </a:cubicBezTo>
                <a:cubicBezTo>
                  <a:pt x="44" y="15"/>
                  <a:pt x="44" y="15"/>
                  <a:pt x="44" y="15"/>
                </a:cubicBezTo>
                <a:cubicBezTo>
                  <a:pt x="45" y="15"/>
                  <a:pt x="45" y="16"/>
                  <a:pt x="45" y="17"/>
                </a:cubicBezTo>
                <a:cubicBezTo>
                  <a:pt x="45" y="18"/>
                  <a:pt x="44" y="19"/>
                  <a:pt x="42" y="19"/>
                </a:cubicBezTo>
                <a:cubicBezTo>
                  <a:pt x="35" y="19"/>
                  <a:pt x="35" y="19"/>
                  <a:pt x="35" y="19"/>
                </a:cubicBezTo>
                <a:cubicBezTo>
                  <a:pt x="50" y="34"/>
                  <a:pt x="50" y="34"/>
                  <a:pt x="50" y="34"/>
                </a:cubicBezTo>
                <a:cubicBezTo>
                  <a:pt x="51" y="35"/>
                  <a:pt x="51" y="35"/>
                  <a:pt x="51" y="36"/>
                </a:cubicBezTo>
                <a:cubicBezTo>
                  <a:pt x="51" y="37"/>
                  <a:pt x="50" y="39"/>
                  <a:pt x="49" y="39"/>
                </a:cubicBezTo>
                <a:cubicBezTo>
                  <a:pt x="40" y="39"/>
                  <a:pt x="40" y="39"/>
                  <a:pt x="40" y="39"/>
                </a:cubicBezTo>
                <a:cubicBezTo>
                  <a:pt x="55" y="54"/>
                  <a:pt x="55" y="54"/>
                  <a:pt x="55" y="54"/>
                </a:cubicBezTo>
                <a:cubicBezTo>
                  <a:pt x="56" y="54"/>
                  <a:pt x="56" y="55"/>
                  <a:pt x="56" y="56"/>
                </a:cubicBezTo>
                <a:cubicBezTo>
                  <a:pt x="56" y="57"/>
                  <a:pt x="55" y="58"/>
                  <a:pt x="53" y="58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  <p:sp>
        <p:nvSpPr>
          <p:cNvPr id="13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35892874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Timeli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Freeform 69"/>
          <p:cNvSpPr>
            <a:spLocks noEditPoints="1"/>
          </p:cNvSpPr>
          <p:nvPr userDrawn="1"/>
        </p:nvSpPr>
        <p:spPr bwMode="auto">
          <a:xfrm>
            <a:off x="5467090" y="1498600"/>
            <a:ext cx="1257823" cy="1267883"/>
          </a:xfrm>
          <a:custGeom>
            <a:avLst/>
            <a:gdLst/>
            <a:ahLst/>
            <a:cxnLst>
              <a:cxn ang="0">
                <a:pos x="29" y="58"/>
              </a:cxn>
              <a:cxn ang="0">
                <a:pos x="6" y="47"/>
              </a:cxn>
              <a:cxn ang="0">
                <a:pos x="7" y="46"/>
              </a:cxn>
              <a:cxn ang="0">
                <a:pos x="12" y="40"/>
              </a:cxn>
              <a:cxn ang="0">
                <a:pos x="13" y="40"/>
              </a:cxn>
              <a:cxn ang="0">
                <a:pos x="14" y="41"/>
              </a:cxn>
              <a:cxn ang="0">
                <a:pos x="29" y="48"/>
              </a:cxn>
              <a:cxn ang="0">
                <a:pos x="48" y="29"/>
              </a:cxn>
              <a:cxn ang="0">
                <a:pos x="29" y="9"/>
              </a:cxn>
              <a:cxn ang="0">
                <a:pos x="16" y="14"/>
              </a:cxn>
              <a:cxn ang="0">
                <a:pos x="21" y="20"/>
              </a:cxn>
              <a:cxn ang="0">
                <a:pos x="21" y="22"/>
              </a:cxn>
              <a:cxn ang="0">
                <a:pos x="19" y="24"/>
              </a:cxn>
              <a:cxn ang="0">
                <a:pos x="2" y="24"/>
              </a:cxn>
              <a:cxn ang="0">
                <a:pos x="0" y="21"/>
              </a:cxn>
              <a:cxn ang="0">
                <a:pos x="0" y="4"/>
              </a:cxn>
              <a:cxn ang="0">
                <a:pos x="1" y="2"/>
              </a:cxn>
              <a:cxn ang="0">
                <a:pos x="4" y="3"/>
              </a:cxn>
              <a:cxn ang="0">
                <a:pos x="9" y="8"/>
              </a:cxn>
              <a:cxn ang="0">
                <a:pos x="29" y="0"/>
              </a:cxn>
              <a:cxn ang="0">
                <a:pos x="58" y="29"/>
              </a:cxn>
              <a:cxn ang="0">
                <a:pos x="29" y="58"/>
              </a:cxn>
              <a:cxn ang="0">
                <a:pos x="34" y="35"/>
              </a:cxn>
              <a:cxn ang="0">
                <a:pos x="33" y="36"/>
              </a:cxn>
              <a:cxn ang="0">
                <a:pos x="20" y="36"/>
              </a:cxn>
              <a:cxn ang="0">
                <a:pos x="19" y="35"/>
              </a:cxn>
              <a:cxn ang="0">
                <a:pos x="19" y="32"/>
              </a:cxn>
              <a:cxn ang="0">
                <a:pos x="20" y="31"/>
              </a:cxn>
              <a:cxn ang="0">
                <a:pos x="29" y="31"/>
              </a:cxn>
              <a:cxn ang="0">
                <a:pos x="29" y="18"/>
              </a:cxn>
              <a:cxn ang="0">
                <a:pos x="30" y="17"/>
              </a:cxn>
              <a:cxn ang="0">
                <a:pos x="33" y="17"/>
              </a:cxn>
              <a:cxn ang="0">
                <a:pos x="34" y="18"/>
              </a:cxn>
              <a:cxn ang="0">
                <a:pos x="34" y="35"/>
              </a:cxn>
            </a:cxnLst>
            <a:rect l="0" t="0" r="r" b="b"/>
            <a:pathLst>
              <a:path w="58" h="58">
                <a:moveTo>
                  <a:pt x="29" y="58"/>
                </a:moveTo>
                <a:cubicBezTo>
                  <a:pt x="20" y="58"/>
                  <a:pt x="12" y="54"/>
                  <a:pt x="6" y="47"/>
                </a:cubicBezTo>
                <a:cubicBezTo>
                  <a:pt x="6" y="47"/>
                  <a:pt x="6" y="46"/>
                  <a:pt x="7" y="46"/>
                </a:cubicBezTo>
                <a:cubicBezTo>
                  <a:pt x="12" y="40"/>
                  <a:pt x="12" y="40"/>
                  <a:pt x="12" y="40"/>
                </a:cubicBezTo>
                <a:cubicBezTo>
                  <a:pt x="12" y="40"/>
                  <a:pt x="12" y="40"/>
                  <a:pt x="13" y="40"/>
                </a:cubicBezTo>
                <a:cubicBezTo>
                  <a:pt x="13" y="40"/>
                  <a:pt x="13" y="40"/>
                  <a:pt x="14" y="41"/>
                </a:cubicBezTo>
                <a:cubicBezTo>
                  <a:pt x="17" y="45"/>
                  <a:pt x="23" y="48"/>
                  <a:pt x="29" y="48"/>
                </a:cubicBezTo>
                <a:cubicBezTo>
                  <a:pt x="40" y="48"/>
                  <a:pt x="48" y="39"/>
                  <a:pt x="48" y="29"/>
                </a:cubicBezTo>
                <a:cubicBezTo>
                  <a:pt x="48" y="18"/>
                  <a:pt x="40" y="9"/>
                  <a:pt x="29" y="9"/>
                </a:cubicBezTo>
                <a:cubicBezTo>
                  <a:pt x="24" y="9"/>
                  <a:pt x="19" y="11"/>
                  <a:pt x="16" y="14"/>
                </a:cubicBezTo>
                <a:cubicBezTo>
                  <a:pt x="21" y="20"/>
                  <a:pt x="21" y="20"/>
                  <a:pt x="21" y="20"/>
                </a:cubicBezTo>
                <a:cubicBezTo>
                  <a:pt x="22" y="20"/>
                  <a:pt x="22" y="21"/>
                  <a:pt x="21" y="22"/>
                </a:cubicBezTo>
                <a:cubicBezTo>
                  <a:pt x="21" y="23"/>
                  <a:pt x="20" y="24"/>
                  <a:pt x="19" y="24"/>
                </a:cubicBezTo>
                <a:cubicBezTo>
                  <a:pt x="2" y="24"/>
                  <a:pt x="2" y="24"/>
                  <a:pt x="2" y="24"/>
                </a:cubicBezTo>
                <a:cubicBezTo>
                  <a:pt x="1" y="24"/>
                  <a:pt x="0" y="23"/>
                  <a:pt x="0" y="21"/>
                </a:cubicBezTo>
                <a:cubicBezTo>
                  <a:pt x="0" y="4"/>
                  <a:pt x="0" y="4"/>
                  <a:pt x="0" y="4"/>
                </a:cubicBezTo>
                <a:cubicBezTo>
                  <a:pt x="0" y="3"/>
                  <a:pt x="0" y="3"/>
                  <a:pt x="1" y="2"/>
                </a:cubicBezTo>
                <a:cubicBezTo>
                  <a:pt x="2" y="2"/>
                  <a:pt x="3" y="2"/>
                  <a:pt x="4" y="3"/>
                </a:cubicBezTo>
                <a:cubicBezTo>
                  <a:pt x="9" y="8"/>
                  <a:pt x="9" y="8"/>
                  <a:pt x="9" y="8"/>
                </a:cubicBezTo>
                <a:cubicBezTo>
                  <a:pt x="14" y="3"/>
                  <a:pt x="21" y="0"/>
                  <a:pt x="29" y="0"/>
                </a:cubicBezTo>
                <a:cubicBezTo>
                  <a:pt x="45" y="0"/>
                  <a:pt x="58" y="13"/>
                  <a:pt x="58" y="29"/>
                </a:cubicBezTo>
                <a:cubicBezTo>
                  <a:pt x="58" y="45"/>
                  <a:pt x="45" y="58"/>
                  <a:pt x="29" y="58"/>
                </a:cubicBezTo>
                <a:close/>
                <a:moveTo>
                  <a:pt x="34" y="35"/>
                </a:moveTo>
                <a:cubicBezTo>
                  <a:pt x="34" y="35"/>
                  <a:pt x="33" y="36"/>
                  <a:pt x="33" y="36"/>
                </a:cubicBezTo>
                <a:cubicBezTo>
                  <a:pt x="20" y="36"/>
                  <a:pt x="20" y="36"/>
                  <a:pt x="20" y="36"/>
                </a:cubicBezTo>
                <a:cubicBezTo>
                  <a:pt x="20" y="36"/>
                  <a:pt x="19" y="35"/>
                  <a:pt x="19" y="35"/>
                </a:cubicBezTo>
                <a:cubicBezTo>
                  <a:pt x="19" y="32"/>
                  <a:pt x="19" y="32"/>
                  <a:pt x="19" y="32"/>
                </a:cubicBezTo>
                <a:cubicBezTo>
                  <a:pt x="19" y="32"/>
                  <a:pt x="20" y="31"/>
                  <a:pt x="20" y="31"/>
                </a:cubicBezTo>
                <a:cubicBezTo>
                  <a:pt x="29" y="31"/>
                  <a:pt x="29" y="31"/>
                  <a:pt x="29" y="31"/>
                </a:cubicBezTo>
                <a:cubicBezTo>
                  <a:pt x="29" y="18"/>
                  <a:pt x="29" y="18"/>
                  <a:pt x="29" y="18"/>
                </a:cubicBezTo>
                <a:cubicBezTo>
                  <a:pt x="29" y="17"/>
                  <a:pt x="29" y="17"/>
                  <a:pt x="30" y="17"/>
                </a:cubicBezTo>
                <a:cubicBezTo>
                  <a:pt x="33" y="17"/>
                  <a:pt x="33" y="17"/>
                  <a:pt x="33" y="17"/>
                </a:cubicBezTo>
                <a:cubicBezTo>
                  <a:pt x="33" y="17"/>
                  <a:pt x="34" y="17"/>
                  <a:pt x="34" y="18"/>
                </a:cubicBezTo>
                <a:lnTo>
                  <a:pt x="34" y="35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  <p:sp>
        <p:nvSpPr>
          <p:cNvPr id="13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3156551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Mgm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reeform 100"/>
          <p:cNvSpPr>
            <a:spLocks noEditPoints="1"/>
          </p:cNvSpPr>
          <p:nvPr userDrawn="1"/>
        </p:nvSpPr>
        <p:spPr bwMode="auto">
          <a:xfrm>
            <a:off x="5428193" y="1498601"/>
            <a:ext cx="1335617" cy="1280351"/>
          </a:xfrm>
          <a:custGeom>
            <a:avLst/>
            <a:gdLst/>
            <a:ahLst/>
            <a:cxnLst>
              <a:cxn ang="0">
                <a:pos x="63" y="49"/>
              </a:cxn>
              <a:cxn ang="0">
                <a:pos x="58" y="44"/>
              </a:cxn>
              <a:cxn ang="0">
                <a:pos x="54" y="48"/>
              </a:cxn>
              <a:cxn ang="0">
                <a:pos x="63" y="57"/>
              </a:cxn>
              <a:cxn ang="0">
                <a:pos x="64" y="60"/>
              </a:cxn>
              <a:cxn ang="0">
                <a:pos x="59" y="64"/>
              </a:cxn>
              <a:cxn ang="0">
                <a:pos x="56" y="63"/>
              </a:cxn>
              <a:cxn ang="0">
                <a:pos x="29" y="36"/>
              </a:cxn>
              <a:cxn ang="0">
                <a:pos x="15" y="42"/>
              </a:cxn>
              <a:cxn ang="0">
                <a:pos x="0" y="27"/>
              </a:cxn>
              <a:cxn ang="0">
                <a:pos x="26" y="0"/>
              </a:cxn>
              <a:cxn ang="0">
                <a:pos x="41" y="15"/>
              </a:cxn>
              <a:cxn ang="0">
                <a:pos x="36" y="30"/>
              </a:cxn>
              <a:cxn ang="0">
                <a:pos x="50" y="44"/>
              </a:cxn>
              <a:cxn ang="0">
                <a:pos x="54" y="40"/>
              </a:cxn>
              <a:cxn ang="0">
                <a:pos x="49" y="35"/>
              </a:cxn>
              <a:cxn ang="0">
                <a:pos x="54" y="31"/>
              </a:cxn>
              <a:cxn ang="0">
                <a:pos x="55" y="31"/>
              </a:cxn>
              <a:cxn ang="0">
                <a:pos x="67" y="44"/>
              </a:cxn>
              <a:cxn ang="0">
                <a:pos x="63" y="49"/>
              </a:cxn>
              <a:cxn ang="0">
                <a:pos x="25" y="8"/>
              </a:cxn>
              <a:cxn ang="0">
                <a:pos x="18" y="16"/>
              </a:cxn>
              <a:cxn ang="0">
                <a:pos x="19" y="19"/>
              </a:cxn>
              <a:cxn ang="0">
                <a:pos x="15" y="18"/>
              </a:cxn>
              <a:cxn ang="0">
                <a:pos x="7" y="26"/>
              </a:cxn>
              <a:cxn ang="0">
                <a:pos x="15" y="34"/>
              </a:cxn>
              <a:cxn ang="0">
                <a:pos x="23" y="26"/>
              </a:cxn>
              <a:cxn ang="0">
                <a:pos x="22" y="23"/>
              </a:cxn>
              <a:cxn ang="0">
                <a:pos x="25" y="24"/>
              </a:cxn>
              <a:cxn ang="0">
                <a:pos x="33" y="16"/>
              </a:cxn>
              <a:cxn ang="0">
                <a:pos x="25" y="8"/>
              </a:cxn>
            </a:cxnLst>
            <a:rect l="0" t="0" r="r" b="b"/>
            <a:pathLst>
              <a:path w="67" h="64">
                <a:moveTo>
                  <a:pt x="63" y="49"/>
                </a:moveTo>
                <a:cubicBezTo>
                  <a:pt x="62" y="49"/>
                  <a:pt x="58" y="45"/>
                  <a:pt x="58" y="44"/>
                </a:cubicBezTo>
                <a:cubicBezTo>
                  <a:pt x="54" y="48"/>
                  <a:pt x="54" y="48"/>
                  <a:pt x="54" y="48"/>
                </a:cubicBezTo>
                <a:cubicBezTo>
                  <a:pt x="63" y="57"/>
                  <a:pt x="63" y="57"/>
                  <a:pt x="63" y="57"/>
                </a:cubicBezTo>
                <a:cubicBezTo>
                  <a:pt x="63" y="58"/>
                  <a:pt x="64" y="59"/>
                  <a:pt x="64" y="60"/>
                </a:cubicBezTo>
                <a:cubicBezTo>
                  <a:pt x="64" y="62"/>
                  <a:pt x="61" y="64"/>
                  <a:pt x="59" y="64"/>
                </a:cubicBezTo>
                <a:cubicBezTo>
                  <a:pt x="58" y="64"/>
                  <a:pt x="57" y="64"/>
                  <a:pt x="56" y="63"/>
                </a:cubicBezTo>
                <a:cubicBezTo>
                  <a:pt x="29" y="36"/>
                  <a:pt x="29" y="36"/>
                  <a:pt x="29" y="36"/>
                </a:cubicBezTo>
                <a:cubicBezTo>
                  <a:pt x="25" y="39"/>
                  <a:pt x="20" y="42"/>
                  <a:pt x="15" y="42"/>
                </a:cubicBezTo>
                <a:cubicBezTo>
                  <a:pt x="6" y="42"/>
                  <a:pt x="0" y="36"/>
                  <a:pt x="0" y="27"/>
                </a:cubicBezTo>
                <a:cubicBezTo>
                  <a:pt x="0" y="14"/>
                  <a:pt x="13" y="0"/>
                  <a:pt x="26" y="0"/>
                </a:cubicBezTo>
                <a:cubicBezTo>
                  <a:pt x="35" y="0"/>
                  <a:pt x="41" y="6"/>
                  <a:pt x="41" y="15"/>
                </a:cubicBezTo>
                <a:cubicBezTo>
                  <a:pt x="41" y="21"/>
                  <a:pt x="39" y="26"/>
                  <a:pt x="36" y="30"/>
                </a:cubicBezTo>
                <a:cubicBezTo>
                  <a:pt x="50" y="44"/>
                  <a:pt x="50" y="44"/>
                  <a:pt x="50" y="44"/>
                </a:cubicBezTo>
                <a:cubicBezTo>
                  <a:pt x="54" y="40"/>
                  <a:pt x="54" y="40"/>
                  <a:pt x="54" y="40"/>
                </a:cubicBezTo>
                <a:cubicBezTo>
                  <a:pt x="53" y="39"/>
                  <a:pt x="49" y="36"/>
                  <a:pt x="49" y="35"/>
                </a:cubicBezTo>
                <a:cubicBezTo>
                  <a:pt x="49" y="34"/>
                  <a:pt x="53" y="31"/>
                  <a:pt x="54" y="31"/>
                </a:cubicBezTo>
                <a:cubicBezTo>
                  <a:pt x="54" y="31"/>
                  <a:pt x="54" y="31"/>
                  <a:pt x="55" y="31"/>
                </a:cubicBezTo>
                <a:cubicBezTo>
                  <a:pt x="56" y="32"/>
                  <a:pt x="67" y="43"/>
                  <a:pt x="67" y="44"/>
                </a:cubicBezTo>
                <a:cubicBezTo>
                  <a:pt x="67" y="45"/>
                  <a:pt x="64" y="49"/>
                  <a:pt x="63" y="49"/>
                </a:cubicBezTo>
                <a:close/>
                <a:moveTo>
                  <a:pt x="25" y="8"/>
                </a:moveTo>
                <a:cubicBezTo>
                  <a:pt x="21" y="8"/>
                  <a:pt x="18" y="12"/>
                  <a:pt x="18" y="16"/>
                </a:cubicBezTo>
                <a:cubicBezTo>
                  <a:pt x="18" y="17"/>
                  <a:pt x="18" y="18"/>
                  <a:pt x="19" y="19"/>
                </a:cubicBezTo>
                <a:cubicBezTo>
                  <a:pt x="17" y="19"/>
                  <a:pt x="16" y="18"/>
                  <a:pt x="15" y="18"/>
                </a:cubicBezTo>
                <a:cubicBezTo>
                  <a:pt x="11" y="18"/>
                  <a:pt x="7" y="22"/>
                  <a:pt x="7" y="26"/>
                </a:cubicBezTo>
                <a:cubicBezTo>
                  <a:pt x="7" y="30"/>
                  <a:pt x="11" y="34"/>
                  <a:pt x="15" y="34"/>
                </a:cubicBezTo>
                <a:cubicBezTo>
                  <a:pt x="19" y="34"/>
                  <a:pt x="23" y="30"/>
                  <a:pt x="23" y="26"/>
                </a:cubicBezTo>
                <a:cubicBezTo>
                  <a:pt x="23" y="25"/>
                  <a:pt x="23" y="24"/>
                  <a:pt x="22" y="23"/>
                </a:cubicBezTo>
                <a:cubicBezTo>
                  <a:pt x="23" y="23"/>
                  <a:pt x="24" y="24"/>
                  <a:pt x="25" y="24"/>
                </a:cubicBezTo>
                <a:cubicBezTo>
                  <a:pt x="30" y="24"/>
                  <a:pt x="33" y="20"/>
                  <a:pt x="33" y="16"/>
                </a:cubicBezTo>
                <a:cubicBezTo>
                  <a:pt x="33" y="12"/>
                  <a:pt x="30" y="8"/>
                  <a:pt x="25" y="8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  <p:sp>
        <p:nvSpPr>
          <p:cNvPr id="13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42293068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Speci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Freeform 89"/>
          <p:cNvSpPr>
            <a:spLocks noEditPoints="1"/>
          </p:cNvSpPr>
          <p:nvPr userDrawn="1"/>
        </p:nvSpPr>
        <p:spPr bwMode="auto">
          <a:xfrm>
            <a:off x="5524265" y="1698556"/>
            <a:ext cx="1143473" cy="998408"/>
          </a:xfrm>
          <a:custGeom>
            <a:avLst/>
            <a:gdLst/>
            <a:ahLst/>
            <a:cxnLst>
              <a:cxn ang="0">
                <a:pos x="62" y="32"/>
              </a:cxn>
              <a:cxn ang="0">
                <a:pos x="61" y="33"/>
              </a:cxn>
              <a:cxn ang="0">
                <a:pos x="57" y="33"/>
              </a:cxn>
              <a:cxn ang="0">
                <a:pos x="57" y="50"/>
              </a:cxn>
              <a:cxn ang="0">
                <a:pos x="53" y="54"/>
              </a:cxn>
              <a:cxn ang="0">
                <a:pos x="9" y="54"/>
              </a:cxn>
              <a:cxn ang="0">
                <a:pos x="6" y="50"/>
              </a:cxn>
              <a:cxn ang="0">
                <a:pos x="6" y="33"/>
              </a:cxn>
              <a:cxn ang="0">
                <a:pos x="2" y="33"/>
              </a:cxn>
              <a:cxn ang="0">
                <a:pos x="0" y="32"/>
              </a:cxn>
              <a:cxn ang="0">
                <a:pos x="0" y="19"/>
              </a:cxn>
              <a:cxn ang="0">
                <a:pos x="2" y="18"/>
              </a:cxn>
              <a:cxn ang="0">
                <a:pos x="19" y="18"/>
              </a:cxn>
              <a:cxn ang="0">
                <a:pos x="10" y="9"/>
              </a:cxn>
              <a:cxn ang="0">
                <a:pos x="19" y="0"/>
              </a:cxn>
              <a:cxn ang="0">
                <a:pos x="26" y="3"/>
              </a:cxn>
              <a:cxn ang="0">
                <a:pos x="31" y="10"/>
              </a:cxn>
              <a:cxn ang="0">
                <a:pos x="36" y="3"/>
              </a:cxn>
              <a:cxn ang="0">
                <a:pos x="43" y="0"/>
              </a:cxn>
              <a:cxn ang="0">
                <a:pos x="52" y="9"/>
              </a:cxn>
              <a:cxn ang="0">
                <a:pos x="43" y="18"/>
              </a:cxn>
              <a:cxn ang="0">
                <a:pos x="61" y="18"/>
              </a:cxn>
              <a:cxn ang="0">
                <a:pos x="62" y="19"/>
              </a:cxn>
              <a:cxn ang="0">
                <a:pos x="62" y="32"/>
              </a:cxn>
              <a:cxn ang="0">
                <a:pos x="27" y="13"/>
              </a:cxn>
              <a:cxn ang="0">
                <a:pos x="22" y="6"/>
              </a:cxn>
              <a:cxn ang="0">
                <a:pos x="19" y="5"/>
              </a:cxn>
              <a:cxn ang="0">
                <a:pos x="16" y="9"/>
              </a:cxn>
              <a:cxn ang="0">
                <a:pos x="19" y="13"/>
              </a:cxn>
              <a:cxn ang="0">
                <a:pos x="27" y="13"/>
              </a:cxn>
              <a:cxn ang="0">
                <a:pos x="38" y="45"/>
              </a:cxn>
              <a:cxn ang="0">
                <a:pos x="38" y="26"/>
              </a:cxn>
              <a:cxn ang="0">
                <a:pos x="38" y="18"/>
              </a:cxn>
              <a:cxn ang="0">
                <a:pos x="25" y="18"/>
              </a:cxn>
              <a:cxn ang="0">
                <a:pos x="25" y="26"/>
              </a:cxn>
              <a:cxn ang="0">
                <a:pos x="25" y="45"/>
              </a:cxn>
              <a:cxn ang="0">
                <a:pos x="25" y="47"/>
              </a:cxn>
              <a:cxn ang="0">
                <a:pos x="27" y="49"/>
              </a:cxn>
              <a:cxn ang="0">
                <a:pos x="35" y="49"/>
              </a:cxn>
              <a:cxn ang="0">
                <a:pos x="38" y="47"/>
              </a:cxn>
              <a:cxn ang="0">
                <a:pos x="38" y="45"/>
              </a:cxn>
              <a:cxn ang="0">
                <a:pos x="43" y="5"/>
              </a:cxn>
              <a:cxn ang="0">
                <a:pos x="40" y="6"/>
              </a:cxn>
              <a:cxn ang="0">
                <a:pos x="35" y="13"/>
              </a:cxn>
              <a:cxn ang="0">
                <a:pos x="43" y="13"/>
              </a:cxn>
              <a:cxn ang="0">
                <a:pos x="47" y="9"/>
              </a:cxn>
              <a:cxn ang="0">
                <a:pos x="43" y="5"/>
              </a:cxn>
            </a:cxnLst>
            <a:rect l="0" t="0" r="r" b="b"/>
            <a:pathLst>
              <a:path w="62" h="54">
                <a:moveTo>
                  <a:pt x="62" y="32"/>
                </a:moveTo>
                <a:cubicBezTo>
                  <a:pt x="62" y="33"/>
                  <a:pt x="62" y="33"/>
                  <a:pt x="61" y="33"/>
                </a:cubicBezTo>
                <a:cubicBezTo>
                  <a:pt x="57" y="33"/>
                  <a:pt x="57" y="33"/>
                  <a:pt x="57" y="33"/>
                </a:cubicBezTo>
                <a:cubicBezTo>
                  <a:pt x="57" y="50"/>
                  <a:pt x="57" y="50"/>
                  <a:pt x="57" y="50"/>
                </a:cubicBezTo>
                <a:cubicBezTo>
                  <a:pt x="57" y="52"/>
                  <a:pt x="55" y="54"/>
                  <a:pt x="53" y="54"/>
                </a:cubicBezTo>
                <a:cubicBezTo>
                  <a:pt x="9" y="54"/>
                  <a:pt x="9" y="54"/>
                  <a:pt x="9" y="54"/>
                </a:cubicBezTo>
                <a:cubicBezTo>
                  <a:pt x="7" y="54"/>
                  <a:pt x="6" y="52"/>
                  <a:pt x="6" y="50"/>
                </a:cubicBezTo>
                <a:cubicBezTo>
                  <a:pt x="6" y="33"/>
                  <a:pt x="6" y="33"/>
                  <a:pt x="6" y="33"/>
                </a:cubicBezTo>
                <a:cubicBezTo>
                  <a:pt x="2" y="33"/>
                  <a:pt x="2" y="33"/>
                  <a:pt x="2" y="33"/>
                </a:cubicBezTo>
                <a:cubicBezTo>
                  <a:pt x="1" y="33"/>
                  <a:pt x="0" y="33"/>
                  <a:pt x="0" y="32"/>
                </a:cubicBezTo>
                <a:cubicBezTo>
                  <a:pt x="0" y="19"/>
                  <a:pt x="0" y="19"/>
                  <a:pt x="0" y="19"/>
                </a:cubicBezTo>
                <a:cubicBezTo>
                  <a:pt x="0" y="19"/>
                  <a:pt x="1" y="18"/>
                  <a:pt x="2" y="18"/>
                </a:cubicBezTo>
                <a:cubicBezTo>
                  <a:pt x="19" y="18"/>
                  <a:pt x="19" y="18"/>
                  <a:pt x="19" y="18"/>
                </a:cubicBezTo>
                <a:cubicBezTo>
                  <a:pt x="14" y="18"/>
                  <a:pt x="10" y="14"/>
                  <a:pt x="10" y="9"/>
                </a:cubicBezTo>
                <a:cubicBezTo>
                  <a:pt x="10" y="4"/>
                  <a:pt x="14" y="0"/>
                  <a:pt x="19" y="0"/>
                </a:cubicBezTo>
                <a:cubicBezTo>
                  <a:pt x="22" y="0"/>
                  <a:pt x="25" y="1"/>
                  <a:pt x="26" y="3"/>
                </a:cubicBezTo>
                <a:cubicBezTo>
                  <a:pt x="31" y="10"/>
                  <a:pt x="31" y="10"/>
                  <a:pt x="31" y="10"/>
                </a:cubicBezTo>
                <a:cubicBezTo>
                  <a:pt x="36" y="3"/>
                  <a:pt x="36" y="3"/>
                  <a:pt x="36" y="3"/>
                </a:cubicBezTo>
                <a:cubicBezTo>
                  <a:pt x="38" y="1"/>
                  <a:pt x="41" y="0"/>
                  <a:pt x="43" y="0"/>
                </a:cubicBezTo>
                <a:cubicBezTo>
                  <a:pt x="48" y="0"/>
                  <a:pt x="52" y="4"/>
                  <a:pt x="52" y="9"/>
                </a:cubicBezTo>
                <a:cubicBezTo>
                  <a:pt x="52" y="14"/>
                  <a:pt x="48" y="18"/>
                  <a:pt x="43" y="18"/>
                </a:cubicBezTo>
                <a:cubicBezTo>
                  <a:pt x="61" y="18"/>
                  <a:pt x="61" y="18"/>
                  <a:pt x="61" y="18"/>
                </a:cubicBezTo>
                <a:cubicBezTo>
                  <a:pt x="62" y="18"/>
                  <a:pt x="62" y="19"/>
                  <a:pt x="62" y="19"/>
                </a:cubicBezTo>
                <a:lnTo>
                  <a:pt x="62" y="32"/>
                </a:lnTo>
                <a:close/>
                <a:moveTo>
                  <a:pt x="27" y="13"/>
                </a:moveTo>
                <a:cubicBezTo>
                  <a:pt x="22" y="6"/>
                  <a:pt x="22" y="6"/>
                  <a:pt x="22" y="6"/>
                </a:cubicBezTo>
                <a:cubicBezTo>
                  <a:pt x="22" y="6"/>
                  <a:pt x="21" y="5"/>
                  <a:pt x="19" y="5"/>
                </a:cubicBezTo>
                <a:cubicBezTo>
                  <a:pt x="17" y="5"/>
                  <a:pt x="16" y="7"/>
                  <a:pt x="16" y="9"/>
                </a:cubicBezTo>
                <a:cubicBezTo>
                  <a:pt x="16" y="11"/>
                  <a:pt x="17" y="13"/>
                  <a:pt x="19" y="13"/>
                </a:cubicBezTo>
                <a:lnTo>
                  <a:pt x="27" y="13"/>
                </a:lnTo>
                <a:close/>
                <a:moveTo>
                  <a:pt x="38" y="45"/>
                </a:moveTo>
                <a:cubicBezTo>
                  <a:pt x="38" y="26"/>
                  <a:pt x="38" y="26"/>
                  <a:pt x="38" y="26"/>
                </a:cubicBezTo>
                <a:cubicBezTo>
                  <a:pt x="38" y="18"/>
                  <a:pt x="38" y="18"/>
                  <a:pt x="38" y="18"/>
                </a:cubicBezTo>
                <a:cubicBezTo>
                  <a:pt x="25" y="18"/>
                  <a:pt x="25" y="18"/>
                  <a:pt x="25" y="18"/>
                </a:cubicBezTo>
                <a:cubicBezTo>
                  <a:pt x="25" y="26"/>
                  <a:pt x="25" y="26"/>
                  <a:pt x="25" y="26"/>
                </a:cubicBezTo>
                <a:cubicBezTo>
                  <a:pt x="25" y="45"/>
                  <a:pt x="25" y="45"/>
                  <a:pt x="25" y="45"/>
                </a:cubicBezTo>
                <a:cubicBezTo>
                  <a:pt x="25" y="47"/>
                  <a:pt x="25" y="47"/>
                  <a:pt x="25" y="47"/>
                </a:cubicBezTo>
                <a:cubicBezTo>
                  <a:pt x="25" y="48"/>
                  <a:pt x="26" y="49"/>
                  <a:pt x="27" y="49"/>
                </a:cubicBezTo>
                <a:cubicBezTo>
                  <a:pt x="35" y="49"/>
                  <a:pt x="35" y="49"/>
                  <a:pt x="35" y="49"/>
                </a:cubicBezTo>
                <a:cubicBezTo>
                  <a:pt x="37" y="49"/>
                  <a:pt x="38" y="48"/>
                  <a:pt x="38" y="47"/>
                </a:cubicBezTo>
                <a:lnTo>
                  <a:pt x="38" y="45"/>
                </a:lnTo>
                <a:close/>
                <a:moveTo>
                  <a:pt x="43" y="5"/>
                </a:moveTo>
                <a:cubicBezTo>
                  <a:pt x="42" y="5"/>
                  <a:pt x="41" y="6"/>
                  <a:pt x="40" y="6"/>
                </a:cubicBezTo>
                <a:cubicBezTo>
                  <a:pt x="35" y="13"/>
                  <a:pt x="35" y="13"/>
                  <a:pt x="35" y="13"/>
                </a:cubicBezTo>
                <a:cubicBezTo>
                  <a:pt x="43" y="13"/>
                  <a:pt x="43" y="13"/>
                  <a:pt x="43" y="13"/>
                </a:cubicBezTo>
                <a:cubicBezTo>
                  <a:pt x="45" y="13"/>
                  <a:pt x="47" y="11"/>
                  <a:pt x="47" y="9"/>
                </a:cubicBezTo>
                <a:cubicBezTo>
                  <a:pt x="47" y="7"/>
                  <a:pt x="45" y="5"/>
                  <a:pt x="43" y="5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  <p:sp>
        <p:nvSpPr>
          <p:cNvPr id="13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2949194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St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Walmart Labs – Privileged and Confidential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reeform 112"/>
          <p:cNvSpPr>
            <a:spLocks noEditPoints="1"/>
          </p:cNvSpPr>
          <p:nvPr userDrawn="1"/>
        </p:nvSpPr>
        <p:spPr bwMode="auto">
          <a:xfrm rot="10800000">
            <a:off x="5503067" y="1397001"/>
            <a:ext cx="1185868" cy="1202225"/>
          </a:xfrm>
          <a:custGeom>
            <a:avLst/>
            <a:gdLst/>
            <a:ahLst/>
            <a:cxnLst>
              <a:cxn ang="0">
                <a:pos x="26" y="55"/>
              </a:cxn>
              <a:cxn ang="0">
                <a:pos x="14" y="67"/>
              </a:cxn>
              <a:cxn ang="0">
                <a:pos x="13" y="68"/>
              </a:cxn>
              <a:cxn ang="0">
                <a:pos x="12" y="67"/>
              </a:cxn>
              <a:cxn ang="0">
                <a:pos x="0" y="55"/>
              </a:cxn>
              <a:cxn ang="0">
                <a:pos x="0" y="54"/>
              </a:cxn>
              <a:cxn ang="0">
                <a:pos x="1" y="53"/>
              </a:cxn>
              <a:cxn ang="0">
                <a:pos x="8" y="53"/>
              </a:cxn>
              <a:cxn ang="0">
                <a:pos x="8" y="1"/>
              </a:cxn>
              <a:cxn ang="0">
                <a:pos x="10" y="0"/>
              </a:cxn>
              <a:cxn ang="0">
                <a:pos x="17" y="0"/>
              </a:cxn>
              <a:cxn ang="0">
                <a:pos x="18" y="1"/>
              </a:cxn>
              <a:cxn ang="0">
                <a:pos x="18" y="53"/>
              </a:cxn>
              <a:cxn ang="0">
                <a:pos x="25" y="53"/>
              </a:cxn>
              <a:cxn ang="0">
                <a:pos x="27" y="54"/>
              </a:cxn>
              <a:cxn ang="0">
                <a:pos x="26" y="55"/>
              </a:cxn>
              <a:cxn ang="0">
                <a:pos x="67" y="8"/>
              </a:cxn>
              <a:cxn ang="0">
                <a:pos x="66" y="9"/>
              </a:cxn>
              <a:cxn ang="0">
                <a:pos x="34" y="9"/>
              </a:cxn>
              <a:cxn ang="0">
                <a:pos x="33" y="8"/>
              </a:cxn>
              <a:cxn ang="0">
                <a:pos x="33" y="1"/>
              </a:cxn>
              <a:cxn ang="0">
                <a:pos x="34" y="0"/>
              </a:cxn>
              <a:cxn ang="0">
                <a:pos x="66" y="0"/>
              </a:cxn>
              <a:cxn ang="0">
                <a:pos x="67" y="1"/>
              </a:cxn>
              <a:cxn ang="0">
                <a:pos x="67" y="8"/>
              </a:cxn>
              <a:cxn ang="0">
                <a:pos x="60" y="28"/>
              </a:cxn>
              <a:cxn ang="0">
                <a:pos x="58" y="29"/>
              </a:cxn>
              <a:cxn ang="0">
                <a:pos x="34" y="29"/>
              </a:cxn>
              <a:cxn ang="0">
                <a:pos x="33" y="28"/>
              </a:cxn>
              <a:cxn ang="0">
                <a:pos x="33" y="20"/>
              </a:cxn>
              <a:cxn ang="0">
                <a:pos x="34" y="19"/>
              </a:cxn>
              <a:cxn ang="0">
                <a:pos x="58" y="19"/>
              </a:cxn>
              <a:cxn ang="0">
                <a:pos x="60" y="20"/>
              </a:cxn>
              <a:cxn ang="0">
                <a:pos x="60" y="28"/>
              </a:cxn>
              <a:cxn ang="0">
                <a:pos x="52" y="47"/>
              </a:cxn>
              <a:cxn ang="0">
                <a:pos x="51" y="48"/>
              </a:cxn>
              <a:cxn ang="0">
                <a:pos x="34" y="48"/>
              </a:cxn>
              <a:cxn ang="0">
                <a:pos x="33" y="47"/>
              </a:cxn>
              <a:cxn ang="0">
                <a:pos x="33" y="40"/>
              </a:cxn>
              <a:cxn ang="0">
                <a:pos x="34" y="39"/>
              </a:cxn>
              <a:cxn ang="0">
                <a:pos x="51" y="39"/>
              </a:cxn>
              <a:cxn ang="0">
                <a:pos x="52" y="40"/>
              </a:cxn>
              <a:cxn ang="0">
                <a:pos x="52" y="47"/>
              </a:cxn>
              <a:cxn ang="0">
                <a:pos x="45" y="67"/>
              </a:cxn>
              <a:cxn ang="0">
                <a:pos x="44" y="68"/>
              </a:cxn>
              <a:cxn ang="0">
                <a:pos x="34" y="68"/>
              </a:cxn>
              <a:cxn ang="0">
                <a:pos x="33" y="67"/>
              </a:cxn>
              <a:cxn ang="0">
                <a:pos x="33" y="59"/>
              </a:cxn>
              <a:cxn ang="0">
                <a:pos x="34" y="58"/>
              </a:cxn>
              <a:cxn ang="0">
                <a:pos x="44" y="58"/>
              </a:cxn>
              <a:cxn ang="0">
                <a:pos x="45" y="59"/>
              </a:cxn>
              <a:cxn ang="0">
                <a:pos x="45" y="67"/>
              </a:cxn>
            </a:cxnLst>
            <a:rect l="0" t="0" r="r" b="b"/>
            <a:pathLst>
              <a:path w="67" h="68">
                <a:moveTo>
                  <a:pt x="26" y="55"/>
                </a:moveTo>
                <a:cubicBezTo>
                  <a:pt x="14" y="67"/>
                  <a:pt x="14" y="67"/>
                  <a:pt x="14" y="67"/>
                </a:cubicBezTo>
                <a:cubicBezTo>
                  <a:pt x="14" y="68"/>
                  <a:pt x="14" y="68"/>
                  <a:pt x="13" y="68"/>
                </a:cubicBezTo>
                <a:cubicBezTo>
                  <a:pt x="13" y="68"/>
                  <a:pt x="13" y="68"/>
                  <a:pt x="12" y="67"/>
                </a:cubicBezTo>
                <a:cubicBezTo>
                  <a:pt x="0" y="55"/>
                  <a:pt x="0" y="55"/>
                  <a:pt x="0" y="55"/>
                </a:cubicBezTo>
                <a:cubicBezTo>
                  <a:pt x="0" y="55"/>
                  <a:pt x="0" y="54"/>
                  <a:pt x="0" y="54"/>
                </a:cubicBezTo>
                <a:cubicBezTo>
                  <a:pt x="0" y="53"/>
                  <a:pt x="1" y="53"/>
                  <a:pt x="1" y="53"/>
                </a:cubicBezTo>
                <a:cubicBezTo>
                  <a:pt x="8" y="53"/>
                  <a:pt x="8" y="53"/>
                  <a:pt x="8" y="53"/>
                </a:cubicBezTo>
                <a:cubicBezTo>
                  <a:pt x="8" y="1"/>
                  <a:pt x="8" y="1"/>
                  <a:pt x="8" y="1"/>
                </a:cubicBezTo>
                <a:cubicBezTo>
                  <a:pt x="8" y="0"/>
                  <a:pt x="9" y="0"/>
                  <a:pt x="10" y="0"/>
                </a:cubicBezTo>
                <a:cubicBezTo>
                  <a:pt x="17" y="0"/>
                  <a:pt x="17" y="0"/>
                  <a:pt x="17" y="0"/>
                </a:cubicBezTo>
                <a:cubicBezTo>
                  <a:pt x="18" y="0"/>
                  <a:pt x="18" y="0"/>
                  <a:pt x="18" y="1"/>
                </a:cubicBezTo>
                <a:cubicBezTo>
                  <a:pt x="18" y="53"/>
                  <a:pt x="18" y="53"/>
                  <a:pt x="18" y="53"/>
                </a:cubicBezTo>
                <a:cubicBezTo>
                  <a:pt x="25" y="53"/>
                  <a:pt x="25" y="53"/>
                  <a:pt x="25" y="53"/>
                </a:cubicBezTo>
                <a:cubicBezTo>
                  <a:pt x="26" y="53"/>
                  <a:pt x="27" y="54"/>
                  <a:pt x="27" y="54"/>
                </a:cubicBezTo>
                <a:cubicBezTo>
                  <a:pt x="27" y="55"/>
                  <a:pt x="27" y="55"/>
                  <a:pt x="26" y="55"/>
                </a:cubicBezTo>
                <a:close/>
                <a:moveTo>
                  <a:pt x="67" y="8"/>
                </a:moveTo>
                <a:cubicBezTo>
                  <a:pt x="67" y="9"/>
                  <a:pt x="66" y="9"/>
                  <a:pt x="66" y="9"/>
                </a:cubicBezTo>
                <a:cubicBezTo>
                  <a:pt x="34" y="9"/>
                  <a:pt x="34" y="9"/>
                  <a:pt x="34" y="9"/>
                </a:cubicBezTo>
                <a:cubicBezTo>
                  <a:pt x="33" y="9"/>
                  <a:pt x="33" y="9"/>
                  <a:pt x="33" y="8"/>
                </a:cubicBezTo>
                <a:cubicBezTo>
                  <a:pt x="33" y="1"/>
                  <a:pt x="33" y="1"/>
                  <a:pt x="33" y="1"/>
                </a:cubicBezTo>
                <a:cubicBezTo>
                  <a:pt x="33" y="0"/>
                  <a:pt x="33" y="0"/>
                  <a:pt x="34" y="0"/>
                </a:cubicBezTo>
                <a:cubicBezTo>
                  <a:pt x="66" y="0"/>
                  <a:pt x="66" y="0"/>
                  <a:pt x="66" y="0"/>
                </a:cubicBezTo>
                <a:cubicBezTo>
                  <a:pt x="66" y="0"/>
                  <a:pt x="67" y="0"/>
                  <a:pt x="67" y="1"/>
                </a:cubicBezTo>
                <a:lnTo>
                  <a:pt x="67" y="8"/>
                </a:lnTo>
                <a:close/>
                <a:moveTo>
                  <a:pt x="60" y="28"/>
                </a:moveTo>
                <a:cubicBezTo>
                  <a:pt x="60" y="28"/>
                  <a:pt x="59" y="29"/>
                  <a:pt x="58" y="29"/>
                </a:cubicBezTo>
                <a:cubicBezTo>
                  <a:pt x="34" y="29"/>
                  <a:pt x="34" y="29"/>
                  <a:pt x="34" y="29"/>
                </a:cubicBezTo>
                <a:cubicBezTo>
                  <a:pt x="33" y="29"/>
                  <a:pt x="33" y="28"/>
                  <a:pt x="33" y="28"/>
                </a:cubicBezTo>
                <a:cubicBezTo>
                  <a:pt x="33" y="20"/>
                  <a:pt x="33" y="20"/>
                  <a:pt x="33" y="20"/>
                </a:cubicBezTo>
                <a:cubicBezTo>
                  <a:pt x="33" y="20"/>
                  <a:pt x="33" y="19"/>
                  <a:pt x="34" y="19"/>
                </a:cubicBezTo>
                <a:cubicBezTo>
                  <a:pt x="58" y="19"/>
                  <a:pt x="58" y="19"/>
                  <a:pt x="58" y="19"/>
                </a:cubicBezTo>
                <a:cubicBezTo>
                  <a:pt x="59" y="19"/>
                  <a:pt x="60" y="20"/>
                  <a:pt x="60" y="20"/>
                </a:cubicBezTo>
                <a:lnTo>
                  <a:pt x="60" y="28"/>
                </a:lnTo>
                <a:close/>
                <a:moveTo>
                  <a:pt x="52" y="47"/>
                </a:moveTo>
                <a:cubicBezTo>
                  <a:pt x="52" y="48"/>
                  <a:pt x="52" y="48"/>
                  <a:pt x="51" y="48"/>
                </a:cubicBezTo>
                <a:cubicBezTo>
                  <a:pt x="34" y="48"/>
                  <a:pt x="34" y="48"/>
                  <a:pt x="34" y="48"/>
                </a:cubicBezTo>
                <a:cubicBezTo>
                  <a:pt x="33" y="48"/>
                  <a:pt x="33" y="48"/>
                  <a:pt x="33" y="47"/>
                </a:cubicBezTo>
                <a:cubicBezTo>
                  <a:pt x="33" y="40"/>
                  <a:pt x="33" y="40"/>
                  <a:pt x="33" y="40"/>
                </a:cubicBezTo>
                <a:cubicBezTo>
                  <a:pt x="33" y="39"/>
                  <a:pt x="33" y="39"/>
                  <a:pt x="34" y="39"/>
                </a:cubicBezTo>
                <a:cubicBezTo>
                  <a:pt x="51" y="39"/>
                  <a:pt x="51" y="39"/>
                  <a:pt x="51" y="39"/>
                </a:cubicBezTo>
                <a:cubicBezTo>
                  <a:pt x="52" y="39"/>
                  <a:pt x="52" y="39"/>
                  <a:pt x="52" y="40"/>
                </a:cubicBezTo>
                <a:lnTo>
                  <a:pt x="52" y="47"/>
                </a:lnTo>
                <a:close/>
                <a:moveTo>
                  <a:pt x="45" y="67"/>
                </a:moveTo>
                <a:cubicBezTo>
                  <a:pt x="45" y="67"/>
                  <a:pt x="44" y="68"/>
                  <a:pt x="44" y="68"/>
                </a:cubicBezTo>
                <a:cubicBezTo>
                  <a:pt x="34" y="68"/>
                  <a:pt x="34" y="68"/>
                  <a:pt x="34" y="68"/>
                </a:cubicBezTo>
                <a:cubicBezTo>
                  <a:pt x="33" y="68"/>
                  <a:pt x="33" y="67"/>
                  <a:pt x="33" y="67"/>
                </a:cubicBezTo>
                <a:cubicBezTo>
                  <a:pt x="33" y="59"/>
                  <a:pt x="33" y="59"/>
                  <a:pt x="33" y="59"/>
                </a:cubicBezTo>
                <a:cubicBezTo>
                  <a:pt x="33" y="59"/>
                  <a:pt x="33" y="58"/>
                  <a:pt x="34" y="58"/>
                </a:cubicBezTo>
                <a:cubicBezTo>
                  <a:pt x="44" y="58"/>
                  <a:pt x="44" y="58"/>
                  <a:pt x="44" y="58"/>
                </a:cubicBezTo>
                <a:cubicBezTo>
                  <a:pt x="44" y="58"/>
                  <a:pt x="45" y="59"/>
                  <a:pt x="45" y="59"/>
                </a:cubicBezTo>
                <a:lnTo>
                  <a:pt x="45" y="67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</p:spTree>
    <p:extLst>
      <p:ext uri="{BB962C8B-B14F-4D97-AF65-F5344CB8AC3E}">
        <p14:creationId xmlns:p14="http://schemas.microsoft.com/office/powerpoint/2010/main" val="6515377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Step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Walmart Labs – Privileged and Confidential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Freeform 219"/>
          <p:cNvSpPr>
            <a:spLocks noEditPoints="1"/>
          </p:cNvSpPr>
          <p:nvPr userDrawn="1"/>
        </p:nvSpPr>
        <p:spPr bwMode="auto">
          <a:xfrm>
            <a:off x="5503067" y="1701799"/>
            <a:ext cx="1185868" cy="919652"/>
          </a:xfrm>
          <a:custGeom>
            <a:avLst/>
            <a:gdLst/>
            <a:ahLst/>
            <a:cxnLst>
              <a:cxn ang="0">
                <a:pos x="8" y="15"/>
              </a:cxn>
              <a:cxn ang="0">
                <a:pos x="0" y="7"/>
              </a:cxn>
              <a:cxn ang="0">
                <a:pos x="8" y="0"/>
              </a:cxn>
              <a:cxn ang="0">
                <a:pos x="15" y="7"/>
              </a:cxn>
              <a:cxn ang="0">
                <a:pos x="8" y="15"/>
              </a:cxn>
              <a:cxn ang="0">
                <a:pos x="8" y="34"/>
              </a:cxn>
              <a:cxn ang="0">
                <a:pos x="0" y="27"/>
              </a:cxn>
              <a:cxn ang="0">
                <a:pos x="8" y="19"/>
              </a:cxn>
              <a:cxn ang="0">
                <a:pos x="15" y="27"/>
              </a:cxn>
              <a:cxn ang="0">
                <a:pos x="8" y="34"/>
              </a:cxn>
              <a:cxn ang="0">
                <a:pos x="8" y="53"/>
              </a:cxn>
              <a:cxn ang="0">
                <a:pos x="0" y="46"/>
              </a:cxn>
              <a:cxn ang="0">
                <a:pos x="8" y="39"/>
              </a:cxn>
              <a:cxn ang="0">
                <a:pos x="15" y="46"/>
              </a:cxn>
              <a:cxn ang="0">
                <a:pos x="8" y="53"/>
              </a:cxn>
              <a:cxn ang="0">
                <a:pos x="68" y="11"/>
              </a:cxn>
              <a:cxn ang="0">
                <a:pos x="67" y="12"/>
              </a:cxn>
              <a:cxn ang="0">
                <a:pos x="21" y="12"/>
              </a:cxn>
              <a:cxn ang="0">
                <a:pos x="20" y="11"/>
              </a:cxn>
              <a:cxn ang="0">
                <a:pos x="20" y="4"/>
              </a:cxn>
              <a:cxn ang="0">
                <a:pos x="21" y="2"/>
              </a:cxn>
              <a:cxn ang="0">
                <a:pos x="67" y="2"/>
              </a:cxn>
              <a:cxn ang="0">
                <a:pos x="68" y="4"/>
              </a:cxn>
              <a:cxn ang="0">
                <a:pos x="68" y="11"/>
              </a:cxn>
              <a:cxn ang="0">
                <a:pos x="68" y="30"/>
              </a:cxn>
              <a:cxn ang="0">
                <a:pos x="67" y="32"/>
              </a:cxn>
              <a:cxn ang="0">
                <a:pos x="21" y="32"/>
              </a:cxn>
              <a:cxn ang="0">
                <a:pos x="20" y="30"/>
              </a:cxn>
              <a:cxn ang="0">
                <a:pos x="20" y="23"/>
              </a:cxn>
              <a:cxn ang="0">
                <a:pos x="21" y="22"/>
              </a:cxn>
              <a:cxn ang="0">
                <a:pos x="67" y="22"/>
              </a:cxn>
              <a:cxn ang="0">
                <a:pos x="68" y="23"/>
              </a:cxn>
              <a:cxn ang="0">
                <a:pos x="68" y="30"/>
              </a:cxn>
              <a:cxn ang="0">
                <a:pos x="68" y="50"/>
              </a:cxn>
              <a:cxn ang="0">
                <a:pos x="67" y="51"/>
              </a:cxn>
              <a:cxn ang="0">
                <a:pos x="21" y="51"/>
              </a:cxn>
              <a:cxn ang="0">
                <a:pos x="20" y="50"/>
              </a:cxn>
              <a:cxn ang="0">
                <a:pos x="20" y="42"/>
              </a:cxn>
              <a:cxn ang="0">
                <a:pos x="21" y="41"/>
              </a:cxn>
              <a:cxn ang="0">
                <a:pos x="67" y="41"/>
              </a:cxn>
              <a:cxn ang="0">
                <a:pos x="68" y="42"/>
              </a:cxn>
              <a:cxn ang="0">
                <a:pos x="68" y="50"/>
              </a:cxn>
            </a:cxnLst>
            <a:rect l="0" t="0" r="r" b="b"/>
            <a:pathLst>
              <a:path w="68" h="53">
                <a:moveTo>
                  <a:pt x="8" y="15"/>
                </a:moveTo>
                <a:cubicBezTo>
                  <a:pt x="4" y="15"/>
                  <a:pt x="0" y="11"/>
                  <a:pt x="0" y="7"/>
                </a:cubicBezTo>
                <a:cubicBezTo>
                  <a:pt x="0" y="3"/>
                  <a:pt x="4" y="0"/>
                  <a:pt x="8" y="0"/>
                </a:cubicBezTo>
                <a:cubicBezTo>
                  <a:pt x="12" y="0"/>
                  <a:pt x="15" y="3"/>
                  <a:pt x="15" y="7"/>
                </a:cubicBezTo>
                <a:cubicBezTo>
                  <a:pt x="15" y="11"/>
                  <a:pt x="12" y="15"/>
                  <a:pt x="8" y="15"/>
                </a:cubicBezTo>
                <a:close/>
                <a:moveTo>
                  <a:pt x="8" y="34"/>
                </a:moveTo>
                <a:cubicBezTo>
                  <a:pt x="4" y="34"/>
                  <a:pt x="0" y="31"/>
                  <a:pt x="0" y="27"/>
                </a:cubicBezTo>
                <a:cubicBezTo>
                  <a:pt x="0" y="23"/>
                  <a:pt x="4" y="19"/>
                  <a:pt x="8" y="19"/>
                </a:cubicBezTo>
                <a:cubicBezTo>
                  <a:pt x="12" y="19"/>
                  <a:pt x="15" y="23"/>
                  <a:pt x="15" y="27"/>
                </a:cubicBezTo>
                <a:cubicBezTo>
                  <a:pt x="15" y="31"/>
                  <a:pt x="12" y="34"/>
                  <a:pt x="8" y="34"/>
                </a:cubicBezTo>
                <a:close/>
                <a:moveTo>
                  <a:pt x="8" y="53"/>
                </a:moveTo>
                <a:cubicBezTo>
                  <a:pt x="4" y="53"/>
                  <a:pt x="0" y="50"/>
                  <a:pt x="0" y="46"/>
                </a:cubicBezTo>
                <a:cubicBezTo>
                  <a:pt x="0" y="42"/>
                  <a:pt x="4" y="39"/>
                  <a:pt x="8" y="39"/>
                </a:cubicBezTo>
                <a:cubicBezTo>
                  <a:pt x="12" y="39"/>
                  <a:pt x="15" y="42"/>
                  <a:pt x="15" y="46"/>
                </a:cubicBezTo>
                <a:cubicBezTo>
                  <a:pt x="15" y="50"/>
                  <a:pt x="12" y="53"/>
                  <a:pt x="8" y="53"/>
                </a:cubicBezTo>
                <a:close/>
                <a:moveTo>
                  <a:pt x="68" y="11"/>
                </a:moveTo>
                <a:cubicBezTo>
                  <a:pt x="68" y="12"/>
                  <a:pt x="68" y="12"/>
                  <a:pt x="67" y="12"/>
                </a:cubicBezTo>
                <a:cubicBezTo>
                  <a:pt x="21" y="12"/>
                  <a:pt x="21" y="12"/>
                  <a:pt x="21" y="12"/>
                </a:cubicBezTo>
                <a:cubicBezTo>
                  <a:pt x="20" y="12"/>
                  <a:pt x="20" y="12"/>
                  <a:pt x="20" y="11"/>
                </a:cubicBezTo>
                <a:cubicBezTo>
                  <a:pt x="20" y="4"/>
                  <a:pt x="20" y="4"/>
                  <a:pt x="20" y="4"/>
                </a:cubicBezTo>
                <a:cubicBezTo>
                  <a:pt x="20" y="3"/>
                  <a:pt x="20" y="2"/>
                  <a:pt x="21" y="2"/>
                </a:cubicBezTo>
                <a:cubicBezTo>
                  <a:pt x="67" y="2"/>
                  <a:pt x="67" y="2"/>
                  <a:pt x="67" y="2"/>
                </a:cubicBezTo>
                <a:cubicBezTo>
                  <a:pt x="68" y="2"/>
                  <a:pt x="68" y="3"/>
                  <a:pt x="68" y="4"/>
                </a:cubicBezTo>
                <a:lnTo>
                  <a:pt x="68" y="11"/>
                </a:lnTo>
                <a:close/>
                <a:moveTo>
                  <a:pt x="68" y="30"/>
                </a:moveTo>
                <a:cubicBezTo>
                  <a:pt x="68" y="31"/>
                  <a:pt x="68" y="32"/>
                  <a:pt x="67" y="32"/>
                </a:cubicBezTo>
                <a:cubicBezTo>
                  <a:pt x="21" y="32"/>
                  <a:pt x="21" y="32"/>
                  <a:pt x="21" y="32"/>
                </a:cubicBezTo>
                <a:cubicBezTo>
                  <a:pt x="20" y="32"/>
                  <a:pt x="20" y="31"/>
                  <a:pt x="20" y="30"/>
                </a:cubicBezTo>
                <a:cubicBezTo>
                  <a:pt x="20" y="23"/>
                  <a:pt x="20" y="23"/>
                  <a:pt x="20" y="23"/>
                </a:cubicBezTo>
                <a:cubicBezTo>
                  <a:pt x="20" y="22"/>
                  <a:pt x="20" y="22"/>
                  <a:pt x="21" y="22"/>
                </a:cubicBezTo>
                <a:cubicBezTo>
                  <a:pt x="67" y="22"/>
                  <a:pt x="67" y="22"/>
                  <a:pt x="67" y="22"/>
                </a:cubicBezTo>
                <a:cubicBezTo>
                  <a:pt x="68" y="22"/>
                  <a:pt x="68" y="22"/>
                  <a:pt x="68" y="23"/>
                </a:cubicBezTo>
                <a:lnTo>
                  <a:pt x="68" y="30"/>
                </a:lnTo>
                <a:close/>
                <a:moveTo>
                  <a:pt x="68" y="50"/>
                </a:moveTo>
                <a:cubicBezTo>
                  <a:pt x="68" y="50"/>
                  <a:pt x="68" y="51"/>
                  <a:pt x="67" y="51"/>
                </a:cubicBezTo>
                <a:cubicBezTo>
                  <a:pt x="21" y="51"/>
                  <a:pt x="21" y="51"/>
                  <a:pt x="21" y="51"/>
                </a:cubicBezTo>
                <a:cubicBezTo>
                  <a:pt x="20" y="51"/>
                  <a:pt x="20" y="50"/>
                  <a:pt x="20" y="50"/>
                </a:cubicBezTo>
                <a:cubicBezTo>
                  <a:pt x="20" y="42"/>
                  <a:pt x="20" y="42"/>
                  <a:pt x="20" y="42"/>
                </a:cubicBezTo>
                <a:cubicBezTo>
                  <a:pt x="20" y="42"/>
                  <a:pt x="20" y="41"/>
                  <a:pt x="21" y="41"/>
                </a:cubicBezTo>
                <a:cubicBezTo>
                  <a:pt x="67" y="41"/>
                  <a:pt x="67" y="41"/>
                  <a:pt x="67" y="41"/>
                </a:cubicBezTo>
                <a:cubicBezTo>
                  <a:pt x="68" y="41"/>
                  <a:pt x="68" y="42"/>
                  <a:pt x="68" y="42"/>
                </a:cubicBezTo>
                <a:lnTo>
                  <a:pt x="68" y="50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</p:spTree>
    <p:extLst>
      <p:ext uri="{BB962C8B-B14F-4D97-AF65-F5344CB8AC3E}">
        <p14:creationId xmlns:p14="http://schemas.microsoft.com/office/powerpoint/2010/main" val="37743145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Ide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reeform 103"/>
          <p:cNvSpPr>
            <a:spLocks noEditPoints="1"/>
          </p:cNvSpPr>
          <p:nvPr userDrawn="1"/>
        </p:nvSpPr>
        <p:spPr bwMode="auto">
          <a:xfrm>
            <a:off x="5613303" y="1397832"/>
            <a:ext cx="965396" cy="1421568"/>
          </a:xfrm>
          <a:custGeom>
            <a:avLst/>
            <a:gdLst/>
            <a:ahLst/>
            <a:cxnLst>
              <a:cxn ang="0">
                <a:pos x="37" y="29"/>
              </a:cxn>
              <a:cxn ang="0">
                <a:pos x="31" y="41"/>
              </a:cxn>
              <a:cxn ang="0">
                <a:pos x="33" y="44"/>
              </a:cxn>
              <a:cxn ang="0">
                <a:pos x="32" y="47"/>
              </a:cxn>
              <a:cxn ang="0">
                <a:pos x="33" y="49"/>
              </a:cxn>
              <a:cxn ang="0">
                <a:pos x="31" y="53"/>
              </a:cxn>
              <a:cxn ang="0">
                <a:pos x="31" y="54"/>
              </a:cxn>
              <a:cxn ang="0">
                <a:pos x="27" y="58"/>
              </a:cxn>
              <a:cxn ang="0">
                <a:pos x="21" y="62"/>
              </a:cxn>
              <a:cxn ang="0">
                <a:pos x="15" y="58"/>
              </a:cxn>
              <a:cxn ang="0">
                <a:pos x="11" y="54"/>
              </a:cxn>
              <a:cxn ang="0">
                <a:pos x="11" y="53"/>
              </a:cxn>
              <a:cxn ang="0">
                <a:pos x="9" y="49"/>
              </a:cxn>
              <a:cxn ang="0">
                <a:pos x="10" y="47"/>
              </a:cxn>
              <a:cxn ang="0">
                <a:pos x="9" y="44"/>
              </a:cxn>
              <a:cxn ang="0">
                <a:pos x="11" y="41"/>
              </a:cxn>
              <a:cxn ang="0">
                <a:pos x="5" y="29"/>
              </a:cxn>
              <a:cxn ang="0">
                <a:pos x="0" y="18"/>
              </a:cxn>
              <a:cxn ang="0">
                <a:pos x="21" y="0"/>
              </a:cxn>
              <a:cxn ang="0">
                <a:pos x="42" y="18"/>
              </a:cxn>
              <a:cxn ang="0">
                <a:pos x="37" y="29"/>
              </a:cxn>
              <a:cxn ang="0">
                <a:pos x="21" y="6"/>
              </a:cxn>
              <a:cxn ang="0">
                <a:pos x="6" y="18"/>
              </a:cxn>
              <a:cxn ang="0">
                <a:pos x="8" y="26"/>
              </a:cxn>
              <a:cxn ang="0">
                <a:pos x="11" y="28"/>
              </a:cxn>
              <a:cxn ang="0">
                <a:pos x="16" y="40"/>
              </a:cxn>
              <a:cxn ang="0">
                <a:pos x="26" y="40"/>
              </a:cxn>
              <a:cxn ang="0">
                <a:pos x="31" y="28"/>
              </a:cxn>
              <a:cxn ang="0">
                <a:pos x="34" y="26"/>
              </a:cxn>
              <a:cxn ang="0">
                <a:pos x="36" y="18"/>
              </a:cxn>
              <a:cxn ang="0">
                <a:pos x="21" y="6"/>
              </a:cxn>
              <a:cxn ang="0">
                <a:pos x="29" y="20"/>
              </a:cxn>
              <a:cxn ang="0">
                <a:pos x="27" y="18"/>
              </a:cxn>
              <a:cxn ang="0">
                <a:pos x="21" y="15"/>
              </a:cxn>
              <a:cxn ang="0">
                <a:pos x="20" y="13"/>
              </a:cxn>
              <a:cxn ang="0">
                <a:pos x="21" y="12"/>
              </a:cxn>
              <a:cxn ang="0">
                <a:pos x="30" y="18"/>
              </a:cxn>
              <a:cxn ang="0">
                <a:pos x="29" y="20"/>
              </a:cxn>
            </a:cxnLst>
            <a:rect l="0" t="0" r="r" b="b"/>
            <a:pathLst>
              <a:path w="42" h="62">
                <a:moveTo>
                  <a:pt x="37" y="29"/>
                </a:moveTo>
                <a:cubicBezTo>
                  <a:pt x="35" y="32"/>
                  <a:pt x="31" y="37"/>
                  <a:pt x="31" y="41"/>
                </a:cubicBezTo>
                <a:cubicBezTo>
                  <a:pt x="32" y="42"/>
                  <a:pt x="33" y="43"/>
                  <a:pt x="33" y="44"/>
                </a:cubicBezTo>
                <a:cubicBezTo>
                  <a:pt x="33" y="45"/>
                  <a:pt x="32" y="46"/>
                  <a:pt x="32" y="47"/>
                </a:cubicBezTo>
                <a:cubicBezTo>
                  <a:pt x="32" y="47"/>
                  <a:pt x="33" y="48"/>
                  <a:pt x="33" y="49"/>
                </a:cubicBezTo>
                <a:cubicBezTo>
                  <a:pt x="33" y="51"/>
                  <a:pt x="32" y="52"/>
                  <a:pt x="31" y="53"/>
                </a:cubicBezTo>
                <a:cubicBezTo>
                  <a:pt x="31" y="53"/>
                  <a:pt x="31" y="54"/>
                  <a:pt x="31" y="54"/>
                </a:cubicBezTo>
                <a:cubicBezTo>
                  <a:pt x="31" y="57"/>
                  <a:pt x="29" y="58"/>
                  <a:pt x="27" y="58"/>
                </a:cubicBezTo>
                <a:cubicBezTo>
                  <a:pt x="26" y="61"/>
                  <a:pt x="24" y="62"/>
                  <a:pt x="21" y="62"/>
                </a:cubicBezTo>
                <a:cubicBezTo>
                  <a:pt x="19" y="62"/>
                  <a:pt x="16" y="61"/>
                  <a:pt x="15" y="58"/>
                </a:cubicBezTo>
                <a:cubicBezTo>
                  <a:pt x="13" y="58"/>
                  <a:pt x="11" y="57"/>
                  <a:pt x="11" y="54"/>
                </a:cubicBezTo>
                <a:cubicBezTo>
                  <a:pt x="11" y="54"/>
                  <a:pt x="11" y="53"/>
                  <a:pt x="11" y="53"/>
                </a:cubicBezTo>
                <a:cubicBezTo>
                  <a:pt x="10" y="52"/>
                  <a:pt x="9" y="51"/>
                  <a:pt x="9" y="49"/>
                </a:cubicBezTo>
                <a:cubicBezTo>
                  <a:pt x="9" y="48"/>
                  <a:pt x="10" y="47"/>
                  <a:pt x="10" y="47"/>
                </a:cubicBezTo>
                <a:cubicBezTo>
                  <a:pt x="10" y="46"/>
                  <a:pt x="9" y="45"/>
                  <a:pt x="9" y="44"/>
                </a:cubicBezTo>
                <a:cubicBezTo>
                  <a:pt x="9" y="43"/>
                  <a:pt x="10" y="42"/>
                  <a:pt x="11" y="41"/>
                </a:cubicBezTo>
                <a:cubicBezTo>
                  <a:pt x="11" y="37"/>
                  <a:pt x="7" y="32"/>
                  <a:pt x="5" y="29"/>
                </a:cubicBezTo>
                <a:cubicBezTo>
                  <a:pt x="2" y="26"/>
                  <a:pt x="0" y="23"/>
                  <a:pt x="0" y="18"/>
                </a:cubicBezTo>
                <a:cubicBezTo>
                  <a:pt x="0" y="8"/>
                  <a:pt x="11" y="0"/>
                  <a:pt x="21" y="0"/>
                </a:cubicBezTo>
                <a:cubicBezTo>
                  <a:pt x="31" y="0"/>
                  <a:pt x="42" y="8"/>
                  <a:pt x="42" y="18"/>
                </a:cubicBezTo>
                <a:cubicBezTo>
                  <a:pt x="42" y="23"/>
                  <a:pt x="40" y="26"/>
                  <a:pt x="37" y="29"/>
                </a:cubicBezTo>
                <a:close/>
                <a:moveTo>
                  <a:pt x="21" y="6"/>
                </a:moveTo>
                <a:cubicBezTo>
                  <a:pt x="14" y="6"/>
                  <a:pt x="6" y="10"/>
                  <a:pt x="6" y="18"/>
                </a:cubicBezTo>
                <a:cubicBezTo>
                  <a:pt x="6" y="21"/>
                  <a:pt x="7" y="24"/>
                  <a:pt x="8" y="26"/>
                </a:cubicBezTo>
                <a:cubicBezTo>
                  <a:pt x="9" y="27"/>
                  <a:pt x="10" y="27"/>
                  <a:pt x="11" y="28"/>
                </a:cubicBezTo>
                <a:cubicBezTo>
                  <a:pt x="14" y="32"/>
                  <a:pt x="16" y="36"/>
                  <a:pt x="16" y="40"/>
                </a:cubicBezTo>
                <a:cubicBezTo>
                  <a:pt x="26" y="40"/>
                  <a:pt x="26" y="40"/>
                  <a:pt x="26" y="40"/>
                </a:cubicBezTo>
                <a:cubicBezTo>
                  <a:pt x="26" y="36"/>
                  <a:pt x="28" y="32"/>
                  <a:pt x="31" y="28"/>
                </a:cubicBezTo>
                <a:cubicBezTo>
                  <a:pt x="32" y="27"/>
                  <a:pt x="33" y="27"/>
                  <a:pt x="34" y="26"/>
                </a:cubicBezTo>
                <a:cubicBezTo>
                  <a:pt x="35" y="24"/>
                  <a:pt x="36" y="21"/>
                  <a:pt x="36" y="18"/>
                </a:cubicBezTo>
                <a:cubicBezTo>
                  <a:pt x="36" y="10"/>
                  <a:pt x="28" y="6"/>
                  <a:pt x="21" y="6"/>
                </a:cubicBezTo>
                <a:close/>
                <a:moveTo>
                  <a:pt x="29" y="20"/>
                </a:moveTo>
                <a:cubicBezTo>
                  <a:pt x="28" y="20"/>
                  <a:pt x="27" y="19"/>
                  <a:pt x="27" y="18"/>
                </a:cubicBezTo>
                <a:cubicBezTo>
                  <a:pt x="27" y="16"/>
                  <a:pt x="23" y="15"/>
                  <a:pt x="21" y="15"/>
                </a:cubicBezTo>
                <a:cubicBezTo>
                  <a:pt x="20" y="15"/>
                  <a:pt x="20" y="14"/>
                  <a:pt x="20" y="13"/>
                </a:cubicBezTo>
                <a:cubicBezTo>
                  <a:pt x="20" y="13"/>
                  <a:pt x="20" y="12"/>
                  <a:pt x="21" y="12"/>
                </a:cubicBezTo>
                <a:cubicBezTo>
                  <a:pt x="25" y="12"/>
                  <a:pt x="30" y="14"/>
                  <a:pt x="30" y="18"/>
                </a:cubicBezTo>
                <a:cubicBezTo>
                  <a:pt x="30" y="19"/>
                  <a:pt x="29" y="20"/>
                  <a:pt x="29" y="20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  <p:sp>
        <p:nvSpPr>
          <p:cNvPr id="13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37494899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Structu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Freeform 56"/>
          <p:cNvSpPr>
            <a:spLocks noEditPoints="1"/>
          </p:cNvSpPr>
          <p:nvPr userDrawn="1"/>
        </p:nvSpPr>
        <p:spPr bwMode="auto">
          <a:xfrm>
            <a:off x="5470526" y="1498601"/>
            <a:ext cx="1250951" cy="1250951"/>
          </a:xfrm>
          <a:custGeom>
            <a:avLst/>
            <a:gdLst/>
            <a:ahLst/>
            <a:cxnLst>
              <a:cxn ang="0">
                <a:pos x="64" y="42"/>
              </a:cxn>
              <a:cxn ang="0">
                <a:pos x="63" y="44"/>
              </a:cxn>
              <a:cxn ang="0">
                <a:pos x="33" y="64"/>
              </a:cxn>
              <a:cxn ang="0">
                <a:pos x="32" y="64"/>
              </a:cxn>
              <a:cxn ang="0">
                <a:pos x="30" y="64"/>
              </a:cxn>
              <a:cxn ang="0">
                <a:pos x="1" y="44"/>
              </a:cxn>
              <a:cxn ang="0">
                <a:pos x="0" y="42"/>
              </a:cxn>
              <a:cxn ang="0">
                <a:pos x="0" y="23"/>
              </a:cxn>
              <a:cxn ang="0">
                <a:pos x="1" y="20"/>
              </a:cxn>
              <a:cxn ang="0">
                <a:pos x="30" y="1"/>
              </a:cxn>
              <a:cxn ang="0">
                <a:pos x="32" y="0"/>
              </a:cxn>
              <a:cxn ang="0">
                <a:pos x="33" y="1"/>
              </a:cxn>
              <a:cxn ang="0">
                <a:pos x="63" y="20"/>
              </a:cxn>
              <a:cxn ang="0">
                <a:pos x="64" y="23"/>
              </a:cxn>
              <a:cxn ang="0">
                <a:pos x="64" y="42"/>
              </a:cxn>
              <a:cxn ang="0">
                <a:pos x="12" y="32"/>
              </a:cxn>
              <a:cxn ang="0">
                <a:pos x="5" y="28"/>
              </a:cxn>
              <a:cxn ang="0">
                <a:pos x="5" y="37"/>
              </a:cxn>
              <a:cxn ang="0">
                <a:pos x="12" y="32"/>
              </a:cxn>
              <a:cxn ang="0">
                <a:pos x="29" y="21"/>
              </a:cxn>
              <a:cxn ang="0">
                <a:pos x="29" y="8"/>
              </a:cxn>
              <a:cxn ang="0">
                <a:pos x="7" y="23"/>
              </a:cxn>
              <a:cxn ang="0">
                <a:pos x="17" y="29"/>
              </a:cxn>
              <a:cxn ang="0">
                <a:pos x="29" y="21"/>
              </a:cxn>
              <a:cxn ang="0">
                <a:pos x="29" y="56"/>
              </a:cxn>
              <a:cxn ang="0">
                <a:pos x="29" y="44"/>
              </a:cxn>
              <a:cxn ang="0">
                <a:pos x="17" y="36"/>
              </a:cxn>
              <a:cxn ang="0">
                <a:pos x="7" y="42"/>
              </a:cxn>
              <a:cxn ang="0">
                <a:pos x="29" y="56"/>
              </a:cxn>
              <a:cxn ang="0">
                <a:pos x="41" y="32"/>
              </a:cxn>
              <a:cxn ang="0">
                <a:pos x="32" y="26"/>
              </a:cxn>
              <a:cxn ang="0">
                <a:pos x="22" y="32"/>
              </a:cxn>
              <a:cxn ang="0">
                <a:pos x="32" y="39"/>
              </a:cxn>
              <a:cxn ang="0">
                <a:pos x="41" y="32"/>
              </a:cxn>
              <a:cxn ang="0">
                <a:pos x="56" y="23"/>
              </a:cxn>
              <a:cxn ang="0">
                <a:pos x="35" y="8"/>
              </a:cxn>
              <a:cxn ang="0">
                <a:pos x="35" y="21"/>
              </a:cxn>
              <a:cxn ang="0">
                <a:pos x="46" y="29"/>
              </a:cxn>
              <a:cxn ang="0">
                <a:pos x="56" y="23"/>
              </a:cxn>
              <a:cxn ang="0">
                <a:pos x="56" y="42"/>
              </a:cxn>
              <a:cxn ang="0">
                <a:pos x="46" y="36"/>
              </a:cxn>
              <a:cxn ang="0">
                <a:pos x="35" y="44"/>
              </a:cxn>
              <a:cxn ang="0">
                <a:pos x="35" y="56"/>
              </a:cxn>
              <a:cxn ang="0">
                <a:pos x="56" y="42"/>
              </a:cxn>
              <a:cxn ang="0">
                <a:pos x="58" y="37"/>
              </a:cxn>
              <a:cxn ang="0">
                <a:pos x="58" y="28"/>
              </a:cxn>
              <a:cxn ang="0">
                <a:pos x="51" y="32"/>
              </a:cxn>
              <a:cxn ang="0">
                <a:pos x="58" y="37"/>
              </a:cxn>
            </a:cxnLst>
            <a:rect l="0" t="0" r="r" b="b"/>
            <a:pathLst>
              <a:path w="64" h="64">
                <a:moveTo>
                  <a:pt x="64" y="42"/>
                </a:moveTo>
                <a:cubicBezTo>
                  <a:pt x="64" y="43"/>
                  <a:pt x="63" y="44"/>
                  <a:pt x="63" y="44"/>
                </a:cubicBezTo>
                <a:cubicBezTo>
                  <a:pt x="33" y="64"/>
                  <a:pt x="33" y="64"/>
                  <a:pt x="33" y="64"/>
                </a:cubicBezTo>
                <a:cubicBezTo>
                  <a:pt x="33" y="64"/>
                  <a:pt x="32" y="64"/>
                  <a:pt x="32" y="64"/>
                </a:cubicBezTo>
                <a:cubicBezTo>
                  <a:pt x="31" y="64"/>
                  <a:pt x="31" y="64"/>
                  <a:pt x="30" y="64"/>
                </a:cubicBezTo>
                <a:cubicBezTo>
                  <a:pt x="1" y="44"/>
                  <a:pt x="1" y="44"/>
                  <a:pt x="1" y="44"/>
                </a:cubicBezTo>
                <a:cubicBezTo>
                  <a:pt x="0" y="44"/>
                  <a:pt x="0" y="43"/>
                  <a:pt x="0" y="42"/>
                </a:cubicBezTo>
                <a:cubicBezTo>
                  <a:pt x="0" y="23"/>
                  <a:pt x="0" y="23"/>
                  <a:pt x="0" y="23"/>
                </a:cubicBezTo>
                <a:cubicBezTo>
                  <a:pt x="0" y="22"/>
                  <a:pt x="0" y="21"/>
                  <a:pt x="1" y="20"/>
                </a:cubicBezTo>
                <a:cubicBezTo>
                  <a:pt x="30" y="1"/>
                  <a:pt x="30" y="1"/>
                  <a:pt x="30" y="1"/>
                </a:cubicBezTo>
                <a:cubicBezTo>
                  <a:pt x="31" y="1"/>
                  <a:pt x="31" y="0"/>
                  <a:pt x="32" y="0"/>
                </a:cubicBezTo>
                <a:cubicBezTo>
                  <a:pt x="32" y="0"/>
                  <a:pt x="33" y="1"/>
                  <a:pt x="33" y="1"/>
                </a:cubicBezTo>
                <a:cubicBezTo>
                  <a:pt x="63" y="20"/>
                  <a:pt x="63" y="20"/>
                  <a:pt x="63" y="20"/>
                </a:cubicBezTo>
                <a:cubicBezTo>
                  <a:pt x="63" y="21"/>
                  <a:pt x="64" y="22"/>
                  <a:pt x="64" y="23"/>
                </a:cubicBezTo>
                <a:lnTo>
                  <a:pt x="64" y="42"/>
                </a:lnTo>
                <a:close/>
                <a:moveTo>
                  <a:pt x="12" y="32"/>
                </a:moveTo>
                <a:cubicBezTo>
                  <a:pt x="5" y="28"/>
                  <a:pt x="5" y="28"/>
                  <a:pt x="5" y="28"/>
                </a:cubicBezTo>
                <a:cubicBezTo>
                  <a:pt x="5" y="37"/>
                  <a:pt x="5" y="37"/>
                  <a:pt x="5" y="37"/>
                </a:cubicBezTo>
                <a:lnTo>
                  <a:pt x="12" y="32"/>
                </a:lnTo>
                <a:close/>
                <a:moveTo>
                  <a:pt x="29" y="21"/>
                </a:moveTo>
                <a:cubicBezTo>
                  <a:pt x="29" y="8"/>
                  <a:pt x="29" y="8"/>
                  <a:pt x="29" y="8"/>
                </a:cubicBezTo>
                <a:cubicBezTo>
                  <a:pt x="7" y="23"/>
                  <a:pt x="7" y="23"/>
                  <a:pt x="7" y="23"/>
                </a:cubicBezTo>
                <a:cubicBezTo>
                  <a:pt x="17" y="29"/>
                  <a:pt x="17" y="29"/>
                  <a:pt x="17" y="29"/>
                </a:cubicBezTo>
                <a:lnTo>
                  <a:pt x="29" y="21"/>
                </a:lnTo>
                <a:close/>
                <a:moveTo>
                  <a:pt x="29" y="56"/>
                </a:moveTo>
                <a:cubicBezTo>
                  <a:pt x="29" y="44"/>
                  <a:pt x="29" y="44"/>
                  <a:pt x="29" y="44"/>
                </a:cubicBezTo>
                <a:cubicBezTo>
                  <a:pt x="17" y="36"/>
                  <a:pt x="17" y="36"/>
                  <a:pt x="17" y="36"/>
                </a:cubicBezTo>
                <a:cubicBezTo>
                  <a:pt x="7" y="42"/>
                  <a:pt x="7" y="42"/>
                  <a:pt x="7" y="42"/>
                </a:cubicBezTo>
                <a:lnTo>
                  <a:pt x="29" y="56"/>
                </a:lnTo>
                <a:close/>
                <a:moveTo>
                  <a:pt x="41" y="32"/>
                </a:moveTo>
                <a:cubicBezTo>
                  <a:pt x="32" y="26"/>
                  <a:pt x="32" y="26"/>
                  <a:pt x="32" y="26"/>
                </a:cubicBezTo>
                <a:cubicBezTo>
                  <a:pt x="22" y="32"/>
                  <a:pt x="22" y="32"/>
                  <a:pt x="22" y="32"/>
                </a:cubicBezTo>
                <a:cubicBezTo>
                  <a:pt x="32" y="39"/>
                  <a:pt x="32" y="39"/>
                  <a:pt x="32" y="39"/>
                </a:cubicBezTo>
                <a:lnTo>
                  <a:pt x="41" y="32"/>
                </a:lnTo>
                <a:close/>
                <a:moveTo>
                  <a:pt x="56" y="23"/>
                </a:moveTo>
                <a:cubicBezTo>
                  <a:pt x="35" y="8"/>
                  <a:pt x="35" y="8"/>
                  <a:pt x="35" y="8"/>
                </a:cubicBezTo>
                <a:cubicBezTo>
                  <a:pt x="35" y="21"/>
                  <a:pt x="35" y="21"/>
                  <a:pt x="35" y="21"/>
                </a:cubicBezTo>
                <a:cubicBezTo>
                  <a:pt x="46" y="29"/>
                  <a:pt x="46" y="29"/>
                  <a:pt x="46" y="29"/>
                </a:cubicBezTo>
                <a:lnTo>
                  <a:pt x="56" y="23"/>
                </a:lnTo>
                <a:close/>
                <a:moveTo>
                  <a:pt x="56" y="42"/>
                </a:moveTo>
                <a:cubicBezTo>
                  <a:pt x="46" y="36"/>
                  <a:pt x="46" y="36"/>
                  <a:pt x="46" y="36"/>
                </a:cubicBezTo>
                <a:cubicBezTo>
                  <a:pt x="35" y="44"/>
                  <a:pt x="35" y="44"/>
                  <a:pt x="35" y="44"/>
                </a:cubicBezTo>
                <a:cubicBezTo>
                  <a:pt x="35" y="56"/>
                  <a:pt x="35" y="56"/>
                  <a:pt x="35" y="56"/>
                </a:cubicBezTo>
                <a:lnTo>
                  <a:pt x="56" y="42"/>
                </a:lnTo>
                <a:close/>
                <a:moveTo>
                  <a:pt x="58" y="37"/>
                </a:moveTo>
                <a:cubicBezTo>
                  <a:pt x="58" y="28"/>
                  <a:pt x="58" y="28"/>
                  <a:pt x="58" y="28"/>
                </a:cubicBezTo>
                <a:cubicBezTo>
                  <a:pt x="51" y="32"/>
                  <a:pt x="51" y="32"/>
                  <a:pt x="51" y="32"/>
                </a:cubicBezTo>
                <a:lnTo>
                  <a:pt x="58" y="37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  <p:sp>
        <p:nvSpPr>
          <p:cNvPr id="13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27904391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Puzz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reeform 77"/>
          <p:cNvSpPr>
            <a:spLocks/>
          </p:cNvSpPr>
          <p:nvPr userDrawn="1"/>
        </p:nvSpPr>
        <p:spPr bwMode="auto">
          <a:xfrm rot="20133226">
            <a:off x="5329055" y="1240368"/>
            <a:ext cx="1533892" cy="1532467"/>
          </a:xfrm>
          <a:custGeom>
            <a:avLst/>
            <a:gdLst/>
            <a:ahLst/>
            <a:cxnLst>
              <a:cxn ang="0">
                <a:pos x="183" y="216"/>
              </a:cxn>
              <a:cxn ang="0">
                <a:pos x="256" y="180"/>
              </a:cxn>
              <a:cxn ang="0">
                <a:pos x="217" y="88"/>
              </a:cxn>
              <a:cxn ang="0">
                <a:pos x="385" y="88"/>
              </a:cxn>
              <a:cxn ang="0">
                <a:pos x="347" y="180"/>
              </a:cxn>
              <a:cxn ang="0">
                <a:pos x="420" y="216"/>
              </a:cxn>
              <a:cxn ang="0">
                <a:pos x="603" y="216"/>
              </a:cxn>
              <a:cxn ang="0">
                <a:pos x="603" y="399"/>
              </a:cxn>
              <a:cxn ang="0">
                <a:pos x="638" y="472"/>
              </a:cxn>
              <a:cxn ang="0">
                <a:pos x="731" y="433"/>
              </a:cxn>
              <a:cxn ang="0">
                <a:pos x="731" y="601"/>
              </a:cxn>
              <a:cxn ang="0">
                <a:pos x="638" y="563"/>
              </a:cxn>
              <a:cxn ang="0">
                <a:pos x="603" y="636"/>
              </a:cxn>
              <a:cxn ang="0">
                <a:pos x="603" y="819"/>
              </a:cxn>
              <a:cxn ang="0">
                <a:pos x="420" y="819"/>
              </a:cxn>
              <a:cxn ang="0">
                <a:pos x="347" y="784"/>
              </a:cxn>
              <a:cxn ang="0">
                <a:pos x="385" y="691"/>
              </a:cxn>
              <a:cxn ang="0">
                <a:pos x="217" y="691"/>
              </a:cxn>
              <a:cxn ang="0">
                <a:pos x="256" y="784"/>
              </a:cxn>
              <a:cxn ang="0">
                <a:pos x="183" y="819"/>
              </a:cxn>
              <a:cxn ang="0">
                <a:pos x="0" y="819"/>
              </a:cxn>
              <a:cxn ang="0">
                <a:pos x="0" y="636"/>
              </a:cxn>
              <a:cxn ang="0">
                <a:pos x="35" y="563"/>
              </a:cxn>
              <a:cxn ang="0">
                <a:pos x="128" y="601"/>
              </a:cxn>
              <a:cxn ang="0">
                <a:pos x="128" y="433"/>
              </a:cxn>
              <a:cxn ang="0">
                <a:pos x="35" y="472"/>
              </a:cxn>
              <a:cxn ang="0">
                <a:pos x="0" y="399"/>
              </a:cxn>
              <a:cxn ang="0">
                <a:pos x="0" y="216"/>
              </a:cxn>
              <a:cxn ang="0">
                <a:pos x="183" y="216"/>
              </a:cxn>
            </a:cxnLst>
            <a:rect l="0" t="0" r="r" b="b"/>
            <a:pathLst>
              <a:path w="819" h="819">
                <a:moveTo>
                  <a:pt x="183" y="216"/>
                </a:moveTo>
                <a:cubicBezTo>
                  <a:pt x="249" y="216"/>
                  <a:pt x="264" y="200"/>
                  <a:pt x="256" y="180"/>
                </a:cubicBezTo>
                <a:cubicBezTo>
                  <a:pt x="239" y="144"/>
                  <a:pt x="209" y="139"/>
                  <a:pt x="217" y="88"/>
                </a:cubicBezTo>
                <a:cubicBezTo>
                  <a:pt x="231" y="0"/>
                  <a:pt x="372" y="0"/>
                  <a:pt x="385" y="88"/>
                </a:cubicBezTo>
                <a:cubicBezTo>
                  <a:pt x="393" y="139"/>
                  <a:pt x="364" y="144"/>
                  <a:pt x="347" y="180"/>
                </a:cubicBezTo>
                <a:cubicBezTo>
                  <a:pt x="338" y="200"/>
                  <a:pt x="354" y="216"/>
                  <a:pt x="420" y="216"/>
                </a:cubicBezTo>
                <a:cubicBezTo>
                  <a:pt x="603" y="216"/>
                  <a:pt x="603" y="216"/>
                  <a:pt x="603" y="216"/>
                </a:cubicBezTo>
                <a:cubicBezTo>
                  <a:pt x="603" y="399"/>
                  <a:pt x="603" y="399"/>
                  <a:pt x="603" y="399"/>
                </a:cubicBezTo>
                <a:cubicBezTo>
                  <a:pt x="603" y="465"/>
                  <a:pt x="619" y="480"/>
                  <a:pt x="638" y="472"/>
                </a:cubicBezTo>
                <a:cubicBezTo>
                  <a:pt x="675" y="455"/>
                  <a:pt x="680" y="425"/>
                  <a:pt x="731" y="433"/>
                </a:cubicBezTo>
                <a:cubicBezTo>
                  <a:pt x="819" y="447"/>
                  <a:pt x="819" y="588"/>
                  <a:pt x="731" y="601"/>
                </a:cubicBezTo>
                <a:cubicBezTo>
                  <a:pt x="680" y="609"/>
                  <a:pt x="675" y="580"/>
                  <a:pt x="638" y="563"/>
                </a:cubicBezTo>
                <a:cubicBezTo>
                  <a:pt x="619" y="554"/>
                  <a:pt x="603" y="570"/>
                  <a:pt x="603" y="636"/>
                </a:cubicBezTo>
                <a:cubicBezTo>
                  <a:pt x="603" y="819"/>
                  <a:pt x="603" y="819"/>
                  <a:pt x="603" y="819"/>
                </a:cubicBezTo>
                <a:cubicBezTo>
                  <a:pt x="420" y="819"/>
                  <a:pt x="420" y="819"/>
                  <a:pt x="420" y="819"/>
                </a:cubicBezTo>
                <a:cubicBezTo>
                  <a:pt x="354" y="819"/>
                  <a:pt x="338" y="803"/>
                  <a:pt x="347" y="784"/>
                </a:cubicBezTo>
                <a:cubicBezTo>
                  <a:pt x="364" y="747"/>
                  <a:pt x="393" y="742"/>
                  <a:pt x="385" y="691"/>
                </a:cubicBezTo>
                <a:cubicBezTo>
                  <a:pt x="372" y="603"/>
                  <a:pt x="231" y="603"/>
                  <a:pt x="217" y="691"/>
                </a:cubicBezTo>
                <a:cubicBezTo>
                  <a:pt x="209" y="742"/>
                  <a:pt x="239" y="747"/>
                  <a:pt x="256" y="784"/>
                </a:cubicBezTo>
                <a:cubicBezTo>
                  <a:pt x="264" y="803"/>
                  <a:pt x="249" y="819"/>
                  <a:pt x="183" y="819"/>
                </a:cubicBezTo>
                <a:cubicBezTo>
                  <a:pt x="0" y="819"/>
                  <a:pt x="0" y="819"/>
                  <a:pt x="0" y="819"/>
                </a:cubicBezTo>
                <a:cubicBezTo>
                  <a:pt x="0" y="636"/>
                  <a:pt x="0" y="636"/>
                  <a:pt x="0" y="636"/>
                </a:cubicBezTo>
                <a:cubicBezTo>
                  <a:pt x="0" y="570"/>
                  <a:pt x="16" y="554"/>
                  <a:pt x="35" y="563"/>
                </a:cubicBezTo>
                <a:cubicBezTo>
                  <a:pt x="72" y="580"/>
                  <a:pt x="76" y="609"/>
                  <a:pt x="128" y="601"/>
                </a:cubicBezTo>
                <a:cubicBezTo>
                  <a:pt x="216" y="588"/>
                  <a:pt x="216" y="447"/>
                  <a:pt x="128" y="433"/>
                </a:cubicBezTo>
                <a:cubicBezTo>
                  <a:pt x="76" y="425"/>
                  <a:pt x="72" y="455"/>
                  <a:pt x="35" y="472"/>
                </a:cubicBezTo>
                <a:cubicBezTo>
                  <a:pt x="16" y="480"/>
                  <a:pt x="0" y="465"/>
                  <a:pt x="0" y="399"/>
                </a:cubicBezTo>
                <a:cubicBezTo>
                  <a:pt x="0" y="216"/>
                  <a:pt x="0" y="216"/>
                  <a:pt x="0" y="216"/>
                </a:cubicBezTo>
                <a:lnTo>
                  <a:pt x="183" y="216"/>
                </a:lnTo>
                <a:close/>
              </a:path>
            </a:pathLst>
          </a:custGeom>
          <a:solidFill>
            <a:schemeClr val="bg1"/>
          </a:solidFill>
          <a:ln w="19050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  <p:sp>
        <p:nvSpPr>
          <p:cNvPr id="13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37747932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Networ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Freeform 66"/>
          <p:cNvSpPr>
            <a:spLocks noEditPoints="1"/>
          </p:cNvSpPr>
          <p:nvPr userDrawn="1"/>
        </p:nvSpPr>
        <p:spPr bwMode="auto">
          <a:xfrm>
            <a:off x="5577490" y="1594470"/>
            <a:ext cx="1037021" cy="1211311"/>
          </a:xfrm>
          <a:custGeom>
            <a:avLst/>
            <a:gdLst/>
            <a:ahLst/>
            <a:cxnLst>
              <a:cxn ang="0">
                <a:pos x="55" y="9"/>
              </a:cxn>
              <a:cxn ang="0">
                <a:pos x="55" y="14"/>
              </a:cxn>
              <a:cxn ang="0">
                <a:pos x="27" y="23"/>
              </a:cxn>
              <a:cxn ang="0">
                <a:pos x="0" y="14"/>
              </a:cxn>
              <a:cxn ang="0">
                <a:pos x="0" y="9"/>
              </a:cxn>
              <a:cxn ang="0">
                <a:pos x="27" y="0"/>
              </a:cxn>
              <a:cxn ang="0">
                <a:pos x="55" y="9"/>
              </a:cxn>
              <a:cxn ang="0">
                <a:pos x="55" y="21"/>
              </a:cxn>
              <a:cxn ang="0">
                <a:pos x="55" y="27"/>
              </a:cxn>
              <a:cxn ang="0">
                <a:pos x="27" y="37"/>
              </a:cxn>
              <a:cxn ang="0">
                <a:pos x="0" y="27"/>
              </a:cxn>
              <a:cxn ang="0">
                <a:pos x="0" y="21"/>
              </a:cxn>
              <a:cxn ang="0">
                <a:pos x="27" y="27"/>
              </a:cxn>
              <a:cxn ang="0">
                <a:pos x="55" y="21"/>
              </a:cxn>
              <a:cxn ang="0">
                <a:pos x="55" y="35"/>
              </a:cxn>
              <a:cxn ang="0">
                <a:pos x="55" y="41"/>
              </a:cxn>
              <a:cxn ang="0">
                <a:pos x="27" y="50"/>
              </a:cxn>
              <a:cxn ang="0">
                <a:pos x="0" y="41"/>
              </a:cxn>
              <a:cxn ang="0">
                <a:pos x="0" y="35"/>
              </a:cxn>
              <a:cxn ang="0">
                <a:pos x="27" y="41"/>
              </a:cxn>
              <a:cxn ang="0">
                <a:pos x="55" y="35"/>
              </a:cxn>
              <a:cxn ang="0">
                <a:pos x="55" y="49"/>
              </a:cxn>
              <a:cxn ang="0">
                <a:pos x="55" y="55"/>
              </a:cxn>
              <a:cxn ang="0">
                <a:pos x="27" y="64"/>
              </a:cxn>
              <a:cxn ang="0">
                <a:pos x="0" y="55"/>
              </a:cxn>
              <a:cxn ang="0">
                <a:pos x="0" y="49"/>
              </a:cxn>
              <a:cxn ang="0">
                <a:pos x="27" y="55"/>
              </a:cxn>
              <a:cxn ang="0">
                <a:pos x="55" y="49"/>
              </a:cxn>
            </a:cxnLst>
            <a:rect l="0" t="0" r="r" b="b"/>
            <a:pathLst>
              <a:path w="55" h="64">
                <a:moveTo>
                  <a:pt x="55" y="9"/>
                </a:moveTo>
                <a:cubicBezTo>
                  <a:pt x="55" y="14"/>
                  <a:pt x="55" y="14"/>
                  <a:pt x="55" y="14"/>
                </a:cubicBezTo>
                <a:cubicBezTo>
                  <a:pt x="55" y="19"/>
                  <a:pt x="42" y="23"/>
                  <a:pt x="27" y="23"/>
                </a:cubicBezTo>
                <a:cubicBezTo>
                  <a:pt x="12" y="23"/>
                  <a:pt x="0" y="19"/>
                  <a:pt x="0" y="14"/>
                </a:cubicBezTo>
                <a:cubicBezTo>
                  <a:pt x="0" y="9"/>
                  <a:pt x="0" y="9"/>
                  <a:pt x="0" y="9"/>
                </a:cubicBezTo>
                <a:cubicBezTo>
                  <a:pt x="0" y="4"/>
                  <a:pt x="12" y="0"/>
                  <a:pt x="27" y="0"/>
                </a:cubicBezTo>
                <a:cubicBezTo>
                  <a:pt x="42" y="0"/>
                  <a:pt x="55" y="4"/>
                  <a:pt x="55" y="9"/>
                </a:cubicBezTo>
                <a:close/>
                <a:moveTo>
                  <a:pt x="55" y="21"/>
                </a:moveTo>
                <a:cubicBezTo>
                  <a:pt x="55" y="27"/>
                  <a:pt x="55" y="27"/>
                  <a:pt x="55" y="27"/>
                </a:cubicBezTo>
                <a:cubicBezTo>
                  <a:pt x="55" y="32"/>
                  <a:pt x="42" y="37"/>
                  <a:pt x="27" y="37"/>
                </a:cubicBezTo>
                <a:cubicBezTo>
                  <a:pt x="12" y="37"/>
                  <a:pt x="0" y="32"/>
                  <a:pt x="0" y="27"/>
                </a:cubicBezTo>
                <a:cubicBezTo>
                  <a:pt x="0" y="21"/>
                  <a:pt x="0" y="21"/>
                  <a:pt x="0" y="21"/>
                </a:cubicBezTo>
                <a:cubicBezTo>
                  <a:pt x="6" y="25"/>
                  <a:pt x="16" y="27"/>
                  <a:pt x="27" y="27"/>
                </a:cubicBezTo>
                <a:cubicBezTo>
                  <a:pt x="38" y="27"/>
                  <a:pt x="49" y="25"/>
                  <a:pt x="55" y="21"/>
                </a:cubicBezTo>
                <a:close/>
                <a:moveTo>
                  <a:pt x="55" y="35"/>
                </a:moveTo>
                <a:cubicBezTo>
                  <a:pt x="55" y="41"/>
                  <a:pt x="55" y="41"/>
                  <a:pt x="55" y="41"/>
                </a:cubicBezTo>
                <a:cubicBezTo>
                  <a:pt x="55" y="46"/>
                  <a:pt x="42" y="50"/>
                  <a:pt x="27" y="50"/>
                </a:cubicBezTo>
                <a:cubicBezTo>
                  <a:pt x="12" y="50"/>
                  <a:pt x="0" y="46"/>
                  <a:pt x="0" y="41"/>
                </a:cubicBezTo>
                <a:cubicBezTo>
                  <a:pt x="0" y="35"/>
                  <a:pt x="0" y="35"/>
                  <a:pt x="0" y="35"/>
                </a:cubicBezTo>
                <a:cubicBezTo>
                  <a:pt x="6" y="39"/>
                  <a:pt x="16" y="41"/>
                  <a:pt x="27" y="41"/>
                </a:cubicBezTo>
                <a:cubicBezTo>
                  <a:pt x="38" y="41"/>
                  <a:pt x="49" y="39"/>
                  <a:pt x="55" y="35"/>
                </a:cubicBezTo>
                <a:close/>
                <a:moveTo>
                  <a:pt x="55" y="49"/>
                </a:moveTo>
                <a:cubicBezTo>
                  <a:pt x="55" y="55"/>
                  <a:pt x="55" y="55"/>
                  <a:pt x="55" y="55"/>
                </a:cubicBezTo>
                <a:cubicBezTo>
                  <a:pt x="55" y="60"/>
                  <a:pt x="42" y="64"/>
                  <a:pt x="27" y="64"/>
                </a:cubicBezTo>
                <a:cubicBezTo>
                  <a:pt x="12" y="64"/>
                  <a:pt x="0" y="60"/>
                  <a:pt x="0" y="55"/>
                </a:cubicBezTo>
                <a:cubicBezTo>
                  <a:pt x="0" y="49"/>
                  <a:pt x="0" y="49"/>
                  <a:pt x="0" y="49"/>
                </a:cubicBezTo>
                <a:cubicBezTo>
                  <a:pt x="6" y="53"/>
                  <a:pt x="16" y="55"/>
                  <a:pt x="27" y="55"/>
                </a:cubicBezTo>
                <a:cubicBezTo>
                  <a:pt x="38" y="55"/>
                  <a:pt x="49" y="53"/>
                  <a:pt x="55" y="49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</p:spTree>
    <p:extLst>
      <p:ext uri="{BB962C8B-B14F-4D97-AF65-F5344CB8AC3E}">
        <p14:creationId xmlns:p14="http://schemas.microsoft.com/office/powerpoint/2010/main" val="39067471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I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reeform 101"/>
          <p:cNvSpPr>
            <a:spLocks noEditPoints="1"/>
          </p:cNvSpPr>
          <p:nvPr userDrawn="1"/>
        </p:nvSpPr>
        <p:spPr bwMode="auto">
          <a:xfrm>
            <a:off x="5339411" y="1667934"/>
            <a:ext cx="1513180" cy="1002709"/>
          </a:xfrm>
          <a:custGeom>
            <a:avLst/>
            <a:gdLst/>
            <a:ahLst/>
            <a:cxnLst>
              <a:cxn ang="0">
                <a:pos x="77" y="43"/>
              </a:cxn>
              <a:cxn ang="0">
                <a:pos x="77" y="47"/>
              </a:cxn>
              <a:cxn ang="0">
                <a:pos x="70" y="51"/>
              </a:cxn>
              <a:cxn ang="0">
                <a:pos x="6" y="51"/>
              </a:cxn>
              <a:cxn ang="0">
                <a:pos x="0" y="47"/>
              </a:cxn>
              <a:cxn ang="0">
                <a:pos x="0" y="43"/>
              </a:cxn>
              <a:cxn ang="0">
                <a:pos x="6" y="43"/>
              </a:cxn>
              <a:cxn ang="0">
                <a:pos x="70" y="43"/>
              </a:cxn>
              <a:cxn ang="0">
                <a:pos x="77" y="43"/>
              </a:cxn>
              <a:cxn ang="0">
                <a:pos x="10" y="34"/>
              </a:cxn>
              <a:cxn ang="0">
                <a:pos x="10" y="6"/>
              </a:cxn>
              <a:cxn ang="0">
                <a:pos x="16" y="0"/>
              </a:cxn>
              <a:cxn ang="0">
                <a:pos x="60" y="0"/>
              </a:cxn>
              <a:cxn ang="0">
                <a:pos x="67" y="6"/>
              </a:cxn>
              <a:cxn ang="0">
                <a:pos x="67" y="34"/>
              </a:cxn>
              <a:cxn ang="0">
                <a:pos x="60" y="41"/>
              </a:cxn>
              <a:cxn ang="0">
                <a:pos x="16" y="41"/>
              </a:cxn>
              <a:cxn ang="0">
                <a:pos x="10" y="34"/>
              </a:cxn>
              <a:cxn ang="0">
                <a:pos x="15" y="34"/>
              </a:cxn>
              <a:cxn ang="0">
                <a:pos x="16" y="36"/>
              </a:cxn>
              <a:cxn ang="0">
                <a:pos x="60" y="36"/>
              </a:cxn>
              <a:cxn ang="0">
                <a:pos x="61" y="34"/>
              </a:cxn>
              <a:cxn ang="0">
                <a:pos x="61" y="6"/>
              </a:cxn>
              <a:cxn ang="0">
                <a:pos x="60" y="5"/>
              </a:cxn>
              <a:cxn ang="0">
                <a:pos x="16" y="5"/>
              </a:cxn>
              <a:cxn ang="0">
                <a:pos x="15" y="6"/>
              </a:cxn>
              <a:cxn ang="0">
                <a:pos x="15" y="34"/>
              </a:cxn>
              <a:cxn ang="0">
                <a:pos x="42" y="47"/>
              </a:cxn>
              <a:cxn ang="0">
                <a:pos x="42" y="46"/>
              </a:cxn>
              <a:cxn ang="0">
                <a:pos x="35" y="46"/>
              </a:cxn>
              <a:cxn ang="0">
                <a:pos x="34" y="47"/>
              </a:cxn>
              <a:cxn ang="0">
                <a:pos x="35" y="47"/>
              </a:cxn>
              <a:cxn ang="0">
                <a:pos x="42" y="47"/>
              </a:cxn>
              <a:cxn ang="0">
                <a:pos x="42" y="47"/>
              </a:cxn>
            </a:cxnLst>
            <a:rect l="0" t="0" r="r" b="b"/>
            <a:pathLst>
              <a:path w="77" h="51">
                <a:moveTo>
                  <a:pt x="77" y="43"/>
                </a:moveTo>
                <a:cubicBezTo>
                  <a:pt x="77" y="47"/>
                  <a:pt x="77" y="47"/>
                  <a:pt x="77" y="47"/>
                </a:cubicBezTo>
                <a:cubicBezTo>
                  <a:pt x="77" y="49"/>
                  <a:pt x="74" y="51"/>
                  <a:pt x="70" y="51"/>
                </a:cubicBezTo>
                <a:cubicBezTo>
                  <a:pt x="6" y="51"/>
                  <a:pt x="6" y="51"/>
                  <a:pt x="6" y="51"/>
                </a:cubicBezTo>
                <a:cubicBezTo>
                  <a:pt x="3" y="51"/>
                  <a:pt x="0" y="49"/>
                  <a:pt x="0" y="47"/>
                </a:cubicBezTo>
                <a:cubicBezTo>
                  <a:pt x="0" y="43"/>
                  <a:pt x="0" y="43"/>
                  <a:pt x="0" y="43"/>
                </a:cubicBezTo>
                <a:cubicBezTo>
                  <a:pt x="6" y="43"/>
                  <a:pt x="6" y="43"/>
                  <a:pt x="6" y="43"/>
                </a:cubicBezTo>
                <a:cubicBezTo>
                  <a:pt x="70" y="43"/>
                  <a:pt x="70" y="43"/>
                  <a:pt x="70" y="43"/>
                </a:cubicBezTo>
                <a:lnTo>
                  <a:pt x="77" y="43"/>
                </a:lnTo>
                <a:close/>
                <a:moveTo>
                  <a:pt x="10" y="34"/>
                </a:moveTo>
                <a:cubicBezTo>
                  <a:pt x="10" y="6"/>
                  <a:pt x="10" y="6"/>
                  <a:pt x="10" y="6"/>
                </a:cubicBezTo>
                <a:cubicBezTo>
                  <a:pt x="10" y="2"/>
                  <a:pt x="13" y="0"/>
                  <a:pt x="16" y="0"/>
                </a:cubicBezTo>
                <a:cubicBezTo>
                  <a:pt x="60" y="0"/>
                  <a:pt x="60" y="0"/>
                  <a:pt x="60" y="0"/>
                </a:cubicBezTo>
                <a:cubicBezTo>
                  <a:pt x="64" y="0"/>
                  <a:pt x="67" y="2"/>
                  <a:pt x="67" y="6"/>
                </a:cubicBezTo>
                <a:cubicBezTo>
                  <a:pt x="67" y="34"/>
                  <a:pt x="67" y="34"/>
                  <a:pt x="67" y="34"/>
                </a:cubicBezTo>
                <a:cubicBezTo>
                  <a:pt x="67" y="38"/>
                  <a:pt x="64" y="41"/>
                  <a:pt x="60" y="41"/>
                </a:cubicBezTo>
                <a:cubicBezTo>
                  <a:pt x="16" y="41"/>
                  <a:pt x="16" y="41"/>
                  <a:pt x="16" y="41"/>
                </a:cubicBezTo>
                <a:cubicBezTo>
                  <a:pt x="13" y="41"/>
                  <a:pt x="10" y="38"/>
                  <a:pt x="10" y="34"/>
                </a:cubicBezTo>
                <a:close/>
                <a:moveTo>
                  <a:pt x="15" y="34"/>
                </a:moveTo>
                <a:cubicBezTo>
                  <a:pt x="15" y="35"/>
                  <a:pt x="16" y="36"/>
                  <a:pt x="16" y="36"/>
                </a:cubicBezTo>
                <a:cubicBezTo>
                  <a:pt x="60" y="36"/>
                  <a:pt x="60" y="36"/>
                  <a:pt x="60" y="36"/>
                </a:cubicBezTo>
                <a:cubicBezTo>
                  <a:pt x="61" y="36"/>
                  <a:pt x="61" y="35"/>
                  <a:pt x="61" y="34"/>
                </a:cubicBezTo>
                <a:cubicBezTo>
                  <a:pt x="61" y="6"/>
                  <a:pt x="61" y="6"/>
                  <a:pt x="61" y="6"/>
                </a:cubicBezTo>
                <a:cubicBezTo>
                  <a:pt x="61" y="5"/>
                  <a:pt x="61" y="5"/>
                  <a:pt x="60" y="5"/>
                </a:cubicBezTo>
                <a:cubicBezTo>
                  <a:pt x="16" y="5"/>
                  <a:pt x="16" y="5"/>
                  <a:pt x="16" y="5"/>
                </a:cubicBezTo>
                <a:cubicBezTo>
                  <a:pt x="16" y="5"/>
                  <a:pt x="15" y="5"/>
                  <a:pt x="15" y="6"/>
                </a:cubicBezTo>
                <a:lnTo>
                  <a:pt x="15" y="34"/>
                </a:lnTo>
                <a:close/>
                <a:moveTo>
                  <a:pt x="42" y="47"/>
                </a:moveTo>
                <a:cubicBezTo>
                  <a:pt x="42" y="46"/>
                  <a:pt x="42" y="46"/>
                  <a:pt x="42" y="46"/>
                </a:cubicBezTo>
                <a:cubicBezTo>
                  <a:pt x="35" y="46"/>
                  <a:pt x="35" y="46"/>
                  <a:pt x="35" y="46"/>
                </a:cubicBezTo>
                <a:cubicBezTo>
                  <a:pt x="35" y="46"/>
                  <a:pt x="34" y="46"/>
                  <a:pt x="34" y="47"/>
                </a:cubicBezTo>
                <a:cubicBezTo>
                  <a:pt x="34" y="47"/>
                  <a:pt x="35" y="47"/>
                  <a:pt x="35" y="47"/>
                </a:cubicBezTo>
                <a:cubicBezTo>
                  <a:pt x="42" y="47"/>
                  <a:pt x="42" y="47"/>
                  <a:pt x="42" y="47"/>
                </a:cubicBezTo>
                <a:cubicBezTo>
                  <a:pt x="42" y="47"/>
                  <a:pt x="42" y="47"/>
                  <a:pt x="42" y="47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  <p:sp>
        <p:nvSpPr>
          <p:cNvPr id="13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17957711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Dat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Freeform 7"/>
          <p:cNvSpPr>
            <a:spLocks noEditPoints="1"/>
          </p:cNvSpPr>
          <p:nvPr userDrawn="1"/>
        </p:nvSpPr>
        <p:spPr bwMode="auto">
          <a:xfrm rot="16200000">
            <a:off x="5457169" y="1600199"/>
            <a:ext cx="1277665" cy="992716"/>
          </a:xfrm>
          <a:custGeom>
            <a:avLst/>
            <a:gdLst/>
            <a:ahLst/>
            <a:cxnLst>
              <a:cxn ang="0">
                <a:pos x="45" y="7"/>
              </a:cxn>
              <a:cxn ang="0">
                <a:pos x="43" y="9"/>
              </a:cxn>
              <a:cxn ang="0">
                <a:pos x="2" y="9"/>
              </a:cxn>
              <a:cxn ang="0">
                <a:pos x="0" y="7"/>
              </a:cxn>
              <a:cxn ang="0">
                <a:pos x="0" y="2"/>
              </a:cxn>
              <a:cxn ang="0">
                <a:pos x="2" y="0"/>
              </a:cxn>
              <a:cxn ang="0">
                <a:pos x="43" y="0"/>
              </a:cxn>
              <a:cxn ang="0">
                <a:pos x="45" y="2"/>
              </a:cxn>
              <a:cxn ang="0">
                <a:pos x="45" y="7"/>
              </a:cxn>
              <a:cxn ang="0">
                <a:pos x="59" y="20"/>
              </a:cxn>
              <a:cxn ang="0">
                <a:pos x="57" y="23"/>
              </a:cxn>
              <a:cxn ang="0">
                <a:pos x="2" y="23"/>
              </a:cxn>
              <a:cxn ang="0">
                <a:pos x="0" y="20"/>
              </a:cxn>
              <a:cxn ang="0">
                <a:pos x="0" y="16"/>
              </a:cxn>
              <a:cxn ang="0">
                <a:pos x="2" y="13"/>
              </a:cxn>
              <a:cxn ang="0">
                <a:pos x="57" y="13"/>
              </a:cxn>
              <a:cxn ang="0">
                <a:pos x="59" y="16"/>
              </a:cxn>
              <a:cxn ang="0">
                <a:pos x="59" y="20"/>
              </a:cxn>
              <a:cxn ang="0">
                <a:pos x="50" y="34"/>
              </a:cxn>
              <a:cxn ang="0">
                <a:pos x="48" y="36"/>
              </a:cxn>
              <a:cxn ang="0">
                <a:pos x="2" y="36"/>
              </a:cxn>
              <a:cxn ang="0">
                <a:pos x="0" y="34"/>
              </a:cxn>
              <a:cxn ang="0">
                <a:pos x="0" y="29"/>
              </a:cxn>
              <a:cxn ang="0">
                <a:pos x="2" y="27"/>
              </a:cxn>
              <a:cxn ang="0">
                <a:pos x="48" y="27"/>
              </a:cxn>
              <a:cxn ang="0">
                <a:pos x="50" y="29"/>
              </a:cxn>
              <a:cxn ang="0">
                <a:pos x="50" y="34"/>
              </a:cxn>
              <a:cxn ang="0">
                <a:pos x="64" y="48"/>
              </a:cxn>
              <a:cxn ang="0">
                <a:pos x="61" y="50"/>
              </a:cxn>
              <a:cxn ang="0">
                <a:pos x="2" y="50"/>
              </a:cxn>
              <a:cxn ang="0">
                <a:pos x="0" y="48"/>
              </a:cxn>
              <a:cxn ang="0">
                <a:pos x="0" y="43"/>
              </a:cxn>
              <a:cxn ang="0">
                <a:pos x="2" y="41"/>
              </a:cxn>
              <a:cxn ang="0">
                <a:pos x="61" y="41"/>
              </a:cxn>
              <a:cxn ang="0">
                <a:pos x="64" y="43"/>
              </a:cxn>
              <a:cxn ang="0">
                <a:pos x="64" y="48"/>
              </a:cxn>
            </a:cxnLst>
            <a:rect l="0" t="0" r="r" b="b"/>
            <a:pathLst>
              <a:path w="64" h="50">
                <a:moveTo>
                  <a:pt x="45" y="7"/>
                </a:moveTo>
                <a:cubicBezTo>
                  <a:pt x="45" y="8"/>
                  <a:pt x="44" y="9"/>
                  <a:pt x="43" y="9"/>
                </a:cubicBezTo>
                <a:cubicBezTo>
                  <a:pt x="2" y="9"/>
                  <a:pt x="2" y="9"/>
                  <a:pt x="2" y="9"/>
                </a:cubicBezTo>
                <a:cubicBezTo>
                  <a:pt x="1" y="9"/>
                  <a:pt x="0" y="8"/>
                  <a:pt x="0" y="7"/>
                </a:cubicBezTo>
                <a:cubicBezTo>
                  <a:pt x="0" y="2"/>
                  <a:pt x="0" y="2"/>
                  <a:pt x="0" y="2"/>
                </a:cubicBezTo>
                <a:cubicBezTo>
                  <a:pt x="0" y="1"/>
                  <a:pt x="1" y="0"/>
                  <a:pt x="2" y="0"/>
                </a:cubicBezTo>
                <a:cubicBezTo>
                  <a:pt x="43" y="0"/>
                  <a:pt x="43" y="0"/>
                  <a:pt x="43" y="0"/>
                </a:cubicBezTo>
                <a:cubicBezTo>
                  <a:pt x="44" y="0"/>
                  <a:pt x="45" y="1"/>
                  <a:pt x="45" y="2"/>
                </a:cubicBezTo>
                <a:lnTo>
                  <a:pt x="45" y="7"/>
                </a:lnTo>
                <a:close/>
                <a:moveTo>
                  <a:pt x="59" y="20"/>
                </a:moveTo>
                <a:cubicBezTo>
                  <a:pt x="59" y="22"/>
                  <a:pt x="58" y="23"/>
                  <a:pt x="57" y="23"/>
                </a:cubicBezTo>
                <a:cubicBezTo>
                  <a:pt x="2" y="23"/>
                  <a:pt x="2" y="23"/>
                  <a:pt x="2" y="23"/>
                </a:cubicBezTo>
                <a:cubicBezTo>
                  <a:pt x="1" y="23"/>
                  <a:pt x="0" y="22"/>
                  <a:pt x="0" y="20"/>
                </a:cubicBezTo>
                <a:cubicBezTo>
                  <a:pt x="0" y="16"/>
                  <a:pt x="0" y="16"/>
                  <a:pt x="0" y="16"/>
                </a:cubicBezTo>
                <a:cubicBezTo>
                  <a:pt x="0" y="14"/>
                  <a:pt x="1" y="13"/>
                  <a:pt x="2" y="13"/>
                </a:cubicBezTo>
                <a:cubicBezTo>
                  <a:pt x="57" y="13"/>
                  <a:pt x="57" y="13"/>
                  <a:pt x="57" y="13"/>
                </a:cubicBezTo>
                <a:cubicBezTo>
                  <a:pt x="58" y="13"/>
                  <a:pt x="59" y="14"/>
                  <a:pt x="59" y="16"/>
                </a:cubicBezTo>
                <a:lnTo>
                  <a:pt x="59" y="20"/>
                </a:lnTo>
                <a:close/>
                <a:moveTo>
                  <a:pt x="50" y="34"/>
                </a:moveTo>
                <a:cubicBezTo>
                  <a:pt x="50" y="35"/>
                  <a:pt x="49" y="36"/>
                  <a:pt x="48" y="36"/>
                </a:cubicBezTo>
                <a:cubicBezTo>
                  <a:pt x="2" y="36"/>
                  <a:pt x="2" y="36"/>
                  <a:pt x="2" y="36"/>
                </a:cubicBezTo>
                <a:cubicBezTo>
                  <a:pt x="1" y="36"/>
                  <a:pt x="0" y="35"/>
                  <a:pt x="0" y="34"/>
                </a:cubicBezTo>
                <a:cubicBezTo>
                  <a:pt x="0" y="29"/>
                  <a:pt x="0" y="29"/>
                  <a:pt x="0" y="29"/>
                </a:cubicBezTo>
                <a:cubicBezTo>
                  <a:pt x="0" y="28"/>
                  <a:pt x="1" y="27"/>
                  <a:pt x="2" y="27"/>
                </a:cubicBezTo>
                <a:cubicBezTo>
                  <a:pt x="48" y="27"/>
                  <a:pt x="48" y="27"/>
                  <a:pt x="48" y="27"/>
                </a:cubicBezTo>
                <a:cubicBezTo>
                  <a:pt x="49" y="27"/>
                  <a:pt x="50" y="28"/>
                  <a:pt x="50" y="29"/>
                </a:cubicBezTo>
                <a:lnTo>
                  <a:pt x="50" y="34"/>
                </a:lnTo>
                <a:close/>
                <a:moveTo>
                  <a:pt x="64" y="48"/>
                </a:moveTo>
                <a:cubicBezTo>
                  <a:pt x="64" y="49"/>
                  <a:pt x="63" y="50"/>
                  <a:pt x="61" y="50"/>
                </a:cubicBezTo>
                <a:cubicBezTo>
                  <a:pt x="2" y="50"/>
                  <a:pt x="2" y="50"/>
                  <a:pt x="2" y="50"/>
                </a:cubicBezTo>
                <a:cubicBezTo>
                  <a:pt x="1" y="50"/>
                  <a:pt x="0" y="49"/>
                  <a:pt x="0" y="48"/>
                </a:cubicBezTo>
                <a:cubicBezTo>
                  <a:pt x="0" y="43"/>
                  <a:pt x="0" y="43"/>
                  <a:pt x="0" y="43"/>
                </a:cubicBezTo>
                <a:cubicBezTo>
                  <a:pt x="0" y="42"/>
                  <a:pt x="1" y="41"/>
                  <a:pt x="2" y="41"/>
                </a:cubicBezTo>
                <a:cubicBezTo>
                  <a:pt x="61" y="41"/>
                  <a:pt x="61" y="41"/>
                  <a:pt x="61" y="41"/>
                </a:cubicBezTo>
                <a:cubicBezTo>
                  <a:pt x="63" y="41"/>
                  <a:pt x="64" y="42"/>
                  <a:pt x="64" y="43"/>
                </a:cubicBezTo>
                <a:lnTo>
                  <a:pt x="64" y="48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  <p:sp>
        <p:nvSpPr>
          <p:cNvPr id="13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17839209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Map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reeform 83"/>
          <p:cNvSpPr>
            <a:spLocks noEditPoints="1"/>
          </p:cNvSpPr>
          <p:nvPr userDrawn="1"/>
        </p:nvSpPr>
        <p:spPr bwMode="auto">
          <a:xfrm>
            <a:off x="5569331" y="1498600"/>
            <a:ext cx="1053339" cy="1580008"/>
          </a:xfrm>
          <a:custGeom>
            <a:avLst/>
            <a:gdLst/>
            <a:ahLst/>
            <a:cxnLst>
              <a:cxn ang="0">
                <a:pos x="38" y="26"/>
              </a:cxn>
              <a:cxn ang="0">
                <a:pos x="24" y="55"/>
              </a:cxn>
              <a:cxn ang="0">
                <a:pos x="20" y="58"/>
              </a:cxn>
              <a:cxn ang="0">
                <a:pos x="16" y="55"/>
              </a:cxn>
              <a:cxn ang="0">
                <a:pos x="2" y="26"/>
              </a:cxn>
              <a:cxn ang="0">
                <a:pos x="0" y="19"/>
              </a:cxn>
              <a:cxn ang="0">
                <a:pos x="20" y="0"/>
              </a:cxn>
              <a:cxn ang="0">
                <a:pos x="39" y="19"/>
              </a:cxn>
              <a:cxn ang="0">
                <a:pos x="38" y="26"/>
              </a:cxn>
              <a:cxn ang="0">
                <a:pos x="20" y="9"/>
              </a:cxn>
              <a:cxn ang="0">
                <a:pos x="10" y="19"/>
              </a:cxn>
              <a:cxn ang="0">
                <a:pos x="20" y="29"/>
              </a:cxn>
              <a:cxn ang="0">
                <a:pos x="30" y="19"/>
              </a:cxn>
              <a:cxn ang="0">
                <a:pos x="20" y="9"/>
              </a:cxn>
            </a:cxnLst>
            <a:rect l="0" t="0" r="r" b="b"/>
            <a:pathLst>
              <a:path w="39" h="58">
                <a:moveTo>
                  <a:pt x="38" y="26"/>
                </a:moveTo>
                <a:cubicBezTo>
                  <a:pt x="24" y="55"/>
                  <a:pt x="24" y="55"/>
                  <a:pt x="24" y="55"/>
                </a:cubicBezTo>
                <a:cubicBezTo>
                  <a:pt x="23" y="57"/>
                  <a:pt x="22" y="58"/>
                  <a:pt x="20" y="58"/>
                </a:cubicBezTo>
                <a:cubicBezTo>
                  <a:pt x="18" y="58"/>
                  <a:pt x="16" y="57"/>
                  <a:pt x="16" y="55"/>
                </a:cubicBezTo>
                <a:cubicBezTo>
                  <a:pt x="2" y="26"/>
                  <a:pt x="2" y="26"/>
                  <a:pt x="2" y="26"/>
                </a:cubicBezTo>
                <a:cubicBezTo>
                  <a:pt x="1" y="24"/>
                  <a:pt x="0" y="21"/>
                  <a:pt x="0" y="19"/>
                </a:cubicBezTo>
                <a:cubicBezTo>
                  <a:pt x="0" y="8"/>
                  <a:pt x="9" y="0"/>
                  <a:pt x="20" y="0"/>
                </a:cubicBezTo>
                <a:cubicBezTo>
                  <a:pt x="31" y="0"/>
                  <a:pt x="39" y="8"/>
                  <a:pt x="39" y="19"/>
                </a:cubicBezTo>
                <a:cubicBezTo>
                  <a:pt x="39" y="21"/>
                  <a:pt x="39" y="24"/>
                  <a:pt x="38" y="26"/>
                </a:cubicBezTo>
                <a:close/>
                <a:moveTo>
                  <a:pt x="20" y="9"/>
                </a:moveTo>
                <a:cubicBezTo>
                  <a:pt x="15" y="9"/>
                  <a:pt x="10" y="14"/>
                  <a:pt x="10" y="19"/>
                </a:cubicBezTo>
                <a:cubicBezTo>
                  <a:pt x="10" y="24"/>
                  <a:pt x="15" y="29"/>
                  <a:pt x="20" y="29"/>
                </a:cubicBezTo>
                <a:cubicBezTo>
                  <a:pt x="25" y="29"/>
                  <a:pt x="30" y="24"/>
                  <a:pt x="30" y="19"/>
                </a:cubicBezTo>
                <a:cubicBezTo>
                  <a:pt x="30" y="14"/>
                  <a:pt x="25" y="9"/>
                  <a:pt x="20" y="9"/>
                </a:cubicBezTo>
                <a:close/>
              </a:path>
            </a:pathLst>
          </a:custGeom>
          <a:solidFill>
            <a:schemeClr val="bg1"/>
          </a:solidFill>
          <a:ln w="12700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  <p:sp>
        <p:nvSpPr>
          <p:cNvPr id="13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557505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Contac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reeform 89"/>
          <p:cNvSpPr>
            <a:spLocks noEditPoints="1"/>
          </p:cNvSpPr>
          <p:nvPr userDrawn="1"/>
        </p:nvSpPr>
        <p:spPr bwMode="auto">
          <a:xfrm>
            <a:off x="5360224" y="1246248"/>
            <a:ext cx="1471555" cy="1471552"/>
          </a:xfrm>
          <a:custGeom>
            <a:avLst/>
            <a:gdLst/>
            <a:ahLst/>
            <a:cxnLst>
              <a:cxn ang="0">
                <a:pos x="68" y="3"/>
              </a:cxn>
              <a:cxn ang="0">
                <a:pos x="58" y="61"/>
              </a:cxn>
              <a:cxn ang="0">
                <a:pos x="57" y="63"/>
              </a:cxn>
              <a:cxn ang="0">
                <a:pos x="56" y="63"/>
              </a:cxn>
              <a:cxn ang="0">
                <a:pos x="55" y="63"/>
              </a:cxn>
              <a:cxn ang="0">
                <a:pos x="35" y="55"/>
              </a:cxn>
              <a:cxn ang="0">
                <a:pos x="23" y="67"/>
              </a:cxn>
              <a:cxn ang="0">
                <a:pos x="22" y="68"/>
              </a:cxn>
              <a:cxn ang="0">
                <a:pos x="21" y="68"/>
              </a:cxn>
              <a:cxn ang="0">
                <a:pos x="19" y="65"/>
              </a:cxn>
              <a:cxn ang="0">
                <a:pos x="19" y="48"/>
              </a:cxn>
              <a:cxn ang="0">
                <a:pos x="1" y="41"/>
              </a:cxn>
              <a:cxn ang="0">
                <a:pos x="0" y="39"/>
              </a:cxn>
              <a:cxn ang="0">
                <a:pos x="1" y="36"/>
              </a:cxn>
              <a:cxn ang="0">
                <a:pos x="64" y="0"/>
              </a:cxn>
              <a:cxn ang="0">
                <a:pos x="67" y="0"/>
              </a:cxn>
              <a:cxn ang="0">
                <a:pos x="68" y="3"/>
              </a:cxn>
              <a:cxn ang="0">
                <a:pos x="62" y="7"/>
              </a:cxn>
              <a:cxn ang="0">
                <a:pos x="8" y="38"/>
              </a:cxn>
              <a:cxn ang="0">
                <a:pos x="20" y="43"/>
              </a:cxn>
              <a:cxn ang="0">
                <a:pos x="53" y="19"/>
              </a:cxn>
              <a:cxn ang="0">
                <a:pos x="35" y="49"/>
              </a:cxn>
              <a:cxn ang="0">
                <a:pos x="54" y="57"/>
              </a:cxn>
              <a:cxn ang="0">
                <a:pos x="62" y="7"/>
              </a:cxn>
            </a:cxnLst>
            <a:rect l="0" t="0" r="r" b="b"/>
            <a:pathLst>
              <a:path w="68" h="68">
                <a:moveTo>
                  <a:pt x="68" y="3"/>
                </a:moveTo>
                <a:cubicBezTo>
                  <a:pt x="58" y="61"/>
                  <a:pt x="58" y="61"/>
                  <a:pt x="58" y="61"/>
                </a:cubicBezTo>
                <a:cubicBezTo>
                  <a:pt x="58" y="62"/>
                  <a:pt x="57" y="62"/>
                  <a:pt x="57" y="63"/>
                </a:cubicBezTo>
                <a:cubicBezTo>
                  <a:pt x="56" y="63"/>
                  <a:pt x="56" y="63"/>
                  <a:pt x="56" y="63"/>
                </a:cubicBezTo>
                <a:cubicBezTo>
                  <a:pt x="55" y="63"/>
                  <a:pt x="55" y="63"/>
                  <a:pt x="55" y="63"/>
                </a:cubicBezTo>
                <a:cubicBezTo>
                  <a:pt x="35" y="55"/>
                  <a:pt x="35" y="55"/>
                  <a:pt x="35" y="55"/>
                </a:cubicBezTo>
                <a:cubicBezTo>
                  <a:pt x="23" y="67"/>
                  <a:pt x="23" y="67"/>
                  <a:pt x="23" y="67"/>
                </a:cubicBezTo>
                <a:cubicBezTo>
                  <a:pt x="23" y="67"/>
                  <a:pt x="22" y="68"/>
                  <a:pt x="22" y="68"/>
                </a:cubicBezTo>
                <a:cubicBezTo>
                  <a:pt x="21" y="68"/>
                  <a:pt x="21" y="68"/>
                  <a:pt x="21" y="68"/>
                </a:cubicBezTo>
                <a:cubicBezTo>
                  <a:pt x="20" y="67"/>
                  <a:pt x="19" y="66"/>
                  <a:pt x="19" y="65"/>
                </a:cubicBezTo>
                <a:cubicBezTo>
                  <a:pt x="19" y="48"/>
                  <a:pt x="19" y="48"/>
                  <a:pt x="19" y="48"/>
                </a:cubicBezTo>
                <a:cubicBezTo>
                  <a:pt x="1" y="41"/>
                  <a:pt x="1" y="41"/>
                  <a:pt x="1" y="41"/>
                </a:cubicBezTo>
                <a:cubicBezTo>
                  <a:pt x="0" y="40"/>
                  <a:pt x="0" y="40"/>
                  <a:pt x="0" y="39"/>
                </a:cubicBezTo>
                <a:cubicBezTo>
                  <a:pt x="0" y="38"/>
                  <a:pt x="0" y="37"/>
                  <a:pt x="1" y="36"/>
                </a:cubicBezTo>
                <a:cubicBezTo>
                  <a:pt x="64" y="0"/>
                  <a:pt x="64" y="0"/>
                  <a:pt x="64" y="0"/>
                </a:cubicBezTo>
                <a:cubicBezTo>
                  <a:pt x="65" y="0"/>
                  <a:pt x="66" y="0"/>
                  <a:pt x="67" y="0"/>
                </a:cubicBezTo>
                <a:cubicBezTo>
                  <a:pt x="68" y="1"/>
                  <a:pt x="68" y="2"/>
                  <a:pt x="68" y="3"/>
                </a:cubicBezTo>
                <a:close/>
                <a:moveTo>
                  <a:pt x="62" y="7"/>
                </a:moveTo>
                <a:cubicBezTo>
                  <a:pt x="8" y="38"/>
                  <a:pt x="8" y="38"/>
                  <a:pt x="8" y="38"/>
                </a:cubicBezTo>
                <a:cubicBezTo>
                  <a:pt x="20" y="43"/>
                  <a:pt x="20" y="43"/>
                  <a:pt x="20" y="43"/>
                </a:cubicBezTo>
                <a:cubicBezTo>
                  <a:pt x="53" y="19"/>
                  <a:pt x="53" y="19"/>
                  <a:pt x="53" y="19"/>
                </a:cubicBezTo>
                <a:cubicBezTo>
                  <a:pt x="35" y="49"/>
                  <a:pt x="35" y="49"/>
                  <a:pt x="35" y="49"/>
                </a:cubicBezTo>
                <a:cubicBezTo>
                  <a:pt x="54" y="57"/>
                  <a:pt x="54" y="57"/>
                  <a:pt x="54" y="57"/>
                </a:cubicBezTo>
                <a:lnTo>
                  <a:pt x="62" y="7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  <p:sp>
        <p:nvSpPr>
          <p:cNvPr id="13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258280151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18827"/>
            <a:ext cx="5364480" cy="4511040"/>
          </a:xfrm>
        </p:spPr>
        <p:txBody>
          <a:bodyPr/>
          <a:lstStyle>
            <a:lvl1pPr>
              <a:defRPr sz="2400">
                <a:latin typeface="Bogle" charset="0"/>
                <a:ea typeface="Bogle" charset="0"/>
                <a:cs typeface="Bogle" charset="0"/>
              </a:defRPr>
            </a:lvl1pPr>
            <a:lvl2pPr>
              <a:defRPr sz="2400">
                <a:latin typeface="Bogle" charset="0"/>
                <a:ea typeface="Bogle" charset="0"/>
                <a:cs typeface="Bogle" charset="0"/>
              </a:defRPr>
            </a:lvl2pPr>
            <a:lvl3pPr>
              <a:defRPr sz="2133">
                <a:latin typeface="Bogle" charset="0"/>
                <a:ea typeface="Bogle" charset="0"/>
                <a:cs typeface="Bogle" charset="0"/>
              </a:defRPr>
            </a:lvl3pPr>
            <a:lvl4pPr>
              <a:defRPr sz="1867">
                <a:latin typeface="Bogle" charset="0"/>
                <a:ea typeface="Bogle" charset="0"/>
                <a:cs typeface="Bogle" charset="0"/>
              </a:defRPr>
            </a:lvl4pPr>
            <a:lvl5pPr>
              <a:defRPr sz="1867">
                <a:latin typeface="Bogle" charset="0"/>
                <a:ea typeface="Bogle" charset="0"/>
                <a:cs typeface="Bogle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18827"/>
            <a:ext cx="5364480" cy="4511040"/>
          </a:xfrm>
        </p:spPr>
        <p:txBody>
          <a:bodyPr/>
          <a:lstStyle>
            <a:lvl1pPr>
              <a:defRPr sz="2400">
                <a:latin typeface="Bogle" charset="0"/>
                <a:ea typeface="Bogle" charset="0"/>
                <a:cs typeface="Bogle" charset="0"/>
              </a:defRPr>
            </a:lvl1pPr>
            <a:lvl2pPr>
              <a:defRPr sz="2400">
                <a:latin typeface="Bogle" charset="0"/>
                <a:ea typeface="Bogle" charset="0"/>
                <a:cs typeface="Bogle" charset="0"/>
              </a:defRPr>
            </a:lvl2pPr>
            <a:lvl3pPr>
              <a:defRPr sz="2133">
                <a:latin typeface="Bogle" charset="0"/>
                <a:ea typeface="Bogle" charset="0"/>
                <a:cs typeface="Bogle" charset="0"/>
              </a:defRPr>
            </a:lvl3pPr>
            <a:lvl4pPr>
              <a:defRPr sz="1867">
                <a:latin typeface="Bogle" charset="0"/>
                <a:ea typeface="Bogle" charset="0"/>
                <a:cs typeface="Bogle" charset="0"/>
              </a:defRPr>
            </a:lvl4pPr>
            <a:lvl5pPr>
              <a:defRPr sz="1867">
                <a:latin typeface="Bogle" charset="0"/>
                <a:ea typeface="Bogle" charset="0"/>
                <a:cs typeface="Bogle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621453" y="1197864"/>
            <a:ext cx="5364480" cy="402336"/>
          </a:xfr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baseline="0">
                <a:solidFill>
                  <a:schemeClr val="bg1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pPr lvl="0"/>
            <a:r>
              <a:rPr lang="en-US"/>
              <a:t>Keyword here</a:t>
            </a:r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6209453" y="1197864"/>
            <a:ext cx="5364480" cy="402336"/>
          </a:xfrm>
          <a:solidFill>
            <a:schemeClr val="accent3"/>
          </a:solidFill>
        </p:spPr>
        <p:txBody>
          <a:bodyPr anchor="ctr"/>
          <a:lstStyle>
            <a:lvl1pPr marL="0" indent="0" algn="ctr">
              <a:buNone/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pPr lvl="0"/>
            <a:r>
              <a:rPr lang="en-US"/>
              <a:t>Keyword here</a:t>
            </a:r>
          </a:p>
        </p:txBody>
      </p:sp>
      <p:sp>
        <p:nvSpPr>
          <p:cNvPr id="10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281471774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130261574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129313291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491252"/>
            <a:ext cx="4011084" cy="943848"/>
          </a:xfrm>
        </p:spPr>
        <p:txBody>
          <a:bodyPr anchor="ctr"/>
          <a:lstStyle>
            <a:lvl1pPr algn="l">
              <a:defRPr sz="2667" b="1"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482601"/>
            <a:ext cx="6815667" cy="5643564"/>
          </a:xfrm>
        </p:spPr>
        <p:txBody>
          <a:bodyPr/>
          <a:lstStyle>
            <a:lvl1pPr marL="0" indent="0">
              <a:buNone/>
              <a:defRPr sz="4267">
                <a:latin typeface="Bogle" charset="0"/>
                <a:ea typeface="Bogle" charset="0"/>
                <a:cs typeface="Bogle" charset="0"/>
              </a:defRPr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2"/>
            <a:ext cx="4011084" cy="4691063"/>
          </a:xfrm>
        </p:spPr>
        <p:txBody>
          <a:bodyPr/>
          <a:lstStyle>
            <a:lvl1pPr marL="0" indent="0">
              <a:buNone/>
              <a:defRPr sz="1867"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134103275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64573"/>
            <a:ext cx="7315200" cy="502766"/>
          </a:xfrm>
        </p:spPr>
        <p:txBody>
          <a:bodyPr anchor="b"/>
          <a:lstStyle>
            <a:lvl1pPr algn="l">
              <a:defRPr sz="2667" b="1"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04520"/>
            <a:ext cx="7315200" cy="4145280"/>
          </a:xfrm>
        </p:spPr>
        <p:txBody>
          <a:bodyPr/>
          <a:lstStyle>
            <a:lvl1pPr marL="0" indent="0">
              <a:buNone/>
              <a:defRPr sz="4267"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3"/>
          </a:xfrm>
        </p:spPr>
        <p:txBody>
          <a:bodyPr/>
          <a:lstStyle>
            <a:lvl1pPr marL="0" indent="0">
              <a:buNone/>
              <a:defRPr sz="1867"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42505841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9EF332-27FC-0041-99C1-697F936FBE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rgbClr val="40404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21B105-836F-4240-99C4-9C94064A6D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rgbClr val="40404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92089388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66D7D9-DE4A-EB44-A948-15530EFF93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D69794-85F5-7E4B-AE1F-A684918410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1430964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449DE6-FE4F-204B-8BC8-933D65853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787612-4E26-2446-928F-6FE2822479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5917669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46848-AFCE-E64B-81C5-2A272FA0AB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E927D5-6B1B-5C45-A99A-5D170A1CB1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69E8F1-8FC0-7043-9717-C6F81B6BAA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5890833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E06A2-451B-8B48-A090-9FF6C8FC5A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F2339B-2E64-4345-BDC0-BB2C19DD75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181859-680F-504A-A71A-82A6EEDA92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4136BA2-5963-FA4E-8C76-71FF773653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B2717A-C715-0440-A8F9-574C388554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02243013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8D88FA-9303-4143-A431-7A4B4A0AC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94593232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6231419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3013026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2" name="Rectangle 4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731520" y="1949414"/>
            <a:ext cx="10728960" cy="666786"/>
          </a:xfrm>
          <a:solidFill>
            <a:schemeClr val="accent1">
              <a:alpha val="0"/>
            </a:schemeClr>
          </a:solidFill>
        </p:spPr>
        <p:txBody>
          <a:bodyPr anchor="b"/>
          <a:lstStyle>
            <a:lvl1pPr algn="ctr">
              <a:defRPr sz="3733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173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731520" y="3657603"/>
            <a:ext cx="10728960" cy="853440"/>
          </a:xfrm>
          <a:solidFill>
            <a:schemeClr val="accent1">
              <a:alpha val="0"/>
            </a:schemeClr>
          </a:solidFill>
        </p:spPr>
        <p:txBody>
          <a:bodyPr/>
          <a:lstStyle>
            <a:lvl1pPr marL="0" indent="0" algn="ctr">
              <a:buFont typeface="Times" pitchFamily="18" charset="0"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731520" y="5095240"/>
            <a:ext cx="10728960" cy="365760"/>
          </a:xfrm>
        </p:spPr>
        <p:txBody>
          <a:bodyPr anchor="ctr"/>
          <a:lstStyle>
            <a:lvl1pPr marL="0" indent="0" algn="ctr">
              <a:buNone/>
              <a:defRPr sz="1600" baseline="0">
                <a:latin typeface="Bogle" charset="0"/>
                <a:ea typeface="Bogle" charset="0"/>
                <a:cs typeface="Bogle" charset="0"/>
              </a:defRPr>
            </a:lvl1pPr>
          </a:lstStyle>
          <a:p>
            <a:pPr lvl="0"/>
            <a:r>
              <a:rPr lang="en-US"/>
              <a:t>Click to add date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2438400" y="2595908"/>
            <a:ext cx="7315200" cy="1122843"/>
            <a:chOff x="3352800" y="5063780"/>
            <a:chExt cx="5486400" cy="842132"/>
          </a:xfrm>
        </p:grpSpPr>
        <p:grpSp>
          <p:nvGrpSpPr>
            <p:cNvPr id="15" name="Group 14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17" name="Straight Connector 16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" name="Rectangle 17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16" name="Picture 15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  <p:sp>
        <p:nvSpPr>
          <p:cNvPr id="12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2798029207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1521557369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4511040"/>
          </a:xfrm>
        </p:spPr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  <a:lvl2pPr>
              <a:defRPr>
                <a:latin typeface="Bogle" charset="0"/>
                <a:ea typeface="Bogle" charset="0"/>
                <a:cs typeface="Bogle" charset="0"/>
              </a:defRPr>
            </a:lvl2pPr>
            <a:lvl3pPr>
              <a:defRPr>
                <a:latin typeface="Bogle" charset="0"/>
                <a:ea typeface="Bogle" charset="0"/>
                <a:cs typeface="Bogle" charset="0"/>
              </a:defRPr>
            </a:lvl3pPr>
            <a:lvl4pPr>
              <a:defRPr>
                <a:latin typeface="Bogle" charset="0"/>
                <a:ea typeface="Bogle" charset="0"/>
                <a:cs typeface="Bogle" charset="0"/>
              </a:defRPr>
            </a:lvl4pPr>
            <a:lvl5pPr>
              <a:defRPr>
                <a:latin typeface="Bogle" charset="0"/>
                <a:ea typeface="Bogle" charset="0"/>
                <a:cs typeface="Bogle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609600" y="1227667"/>
            <a:ext cx="10972800" cy="365760"/>
          </a:xfrm>
          <a:solidFill>
            <a:schemeClr val="accent6"/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pPr lvl="0"/>
            <a:r>
              <a:rPr lang="en-US"/>
              <a:t>Keyword here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378003544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 - Apprecia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283200" y="81492"/>
            <a:ext cx="1828800" cy="2997200"/>
          </a:xfrm>
          <a:prstGeom prst="rect">
            <a:avLst/>
          </a:prstGeom>
        </p:spPr>
      </p:pic>
      <p:sp>
        <p:nvSpPr>
          <p:cNvPr id="15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3349238791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ction Header - Apprecia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Walmart Labs – Privileged and Confidential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  <p:sp>
        <p:nvSpPr>
          <p:cNvPr id="15" name="object 17"/>
          <p:cNvSpPr/>
          <p:nvPr userDrawn="1"/>
        </p:nvSpPr>
        <p:spPr>
          <a:xfrm>
            <a:off x="5494693" y="496209"/>
            <a:ext cx="1422400" cy="2411647"/>
          </a:xfrm>
          <a:custGeom>
            <a:avLst/>
            <a:gdLst/>
            <a:ahLst/>
            <a:cxnLst/>
            <a:rect l="l" t="t" r="r" b="b"/>
            <a:pathLst>
              <a:path w="477520" h="809625">
                <a:moveTo>
                  <a:pt x="301427" y="0"/>
                </a:moveTo>
                <a:lnTo>
                  <a:pt x="111621" y="0"/>
                </a:lnTo>
                <a:lnTo>
                  <a:pt x="3373" y="407212"/>
                </a:lnTo>
                <a:lnTo>
                  <a:pt x="0" y="442311"/>
                </a:lnTo>
                <a:lnTo>
                  <a:pt x="8330" y="472868"/>
                </a:lnTo>
                <a:lnTo>
                  <a:pt x="26925" y="497013"/>
                </a:lnTo>
                <a:lnTo>
                  <a:pt x="54342" y="512874"/>
                </a:lnTo>
                <a:lnTo>
                  <a:pt x="89140" y="518581"/>
                </a:lnTo>
                <a:lnTo>
                  <a:pt x="206896" y="518581"/>
                </a:lnTo>
                <a:lnTo>
                  <a:pt x="130637" y="807326"/>
                </a:lnTo>
                <a:lnTo>
                  <a:pt x="135275" y="809577"/>
                </a:lnTo>
                <a:lnTo>
                  <a:pt x="417130" y="437693"/>
                </a:lnTo>
                <a:lnTo>
                  <a:pt x="81151" y="437693"/>
                </a:lnTo>
                <a:lnTo>
                  <a:pt x="188478" y="38543"/>
                </a:lnTo>
                <a:lnTo>
                  <a:pt x="291171" y="38543"/>
                </a:lnTo>
                <a:lnTo>
                  <a:pt x="301427" y="0"/>
                </a:lnTo>
                <a:close/>
              </a:path>
              <a:path w="477520" h="809625">
                <a:moveTo>
                  <a:pt x="291171" y="38543"/>
                </a:moveTo>
                <a:lnTo>
                  <a:pt x="204425" y="38543"/>
                </a:lnTo>
                <a:lnTo>
                  <a:pt x="101182" y="422269"/>
                </a:lnTo>
                <a:lnTo>
                  <a:pt x="332191" y="422269"/>
                </a:lnTo>
                <a:lnTo>
                  <a:pt x="335646" y="425714"/>
                </a:lnTo>
                <a:lnTo>
                  <a:pt x="335646" y="434238"/>
                </a:lnTo>
                <a:lnTo>
                  <a:pt x="332191" y="437693"/>
                </a:lnTo>
                <a:lnTo>
                  <a:pt x="417130" y="437693"/>
                </a:lnTo>
                <a:lnTo>
                  <a:pt x="477348" y="358240"/>
                </a:lnTo>
                <a:lnTo>
                  <a:pt x="473443" y="350366"/>
                </a:lnTo>
                <a:lnTo>
                  <a:pt x="208194" y="350366"/>
                </a:lnTo>
                <a:lnTo>
                  <a:pt x="291171" y="38543"/>
                </a:lnTo>
                <a:close/>
              </a:path>
            </a:pathLst>
          </a:custGeom>
          <a:solidFill>
            <a:srgbClr val="FFC21F"/>
          </a:solidFill>
        </p:spPr>
        <p:txBody>
          <a:bodyPr wrap="square" lIns="0" tIns="0" rIns="0" bIns="0" rtlCol="0"/>
          <a:lstStyle/>
          <a:p>
            <a:endParaRPr sz="2400">
              <a:latin typeface="Bogle" charset="0"/>
              <a:ea typeface="Bogle" charset="0"/>
              <a:cs typeface="Bogle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7973735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ection Header - Apprecia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  <p:sp>
        <p:nvSpPr>
          <p:cNvPr id="17" name="object 24"/>
          <p:cNvSpPr/>
          <p:nvPr userDrawn="1"/>
        </p:nvSpPr>
        <p:spPr>
          <a:xfrm>
            <a:off x="5486400" y="423029"/>
            <a:ext cx="1484616" cy="2517132"/>
          </a:xfrm>
          <a:custGeom>
            <a:avLst/>
            <a:gdLst/>
            <a:ahLst/>
            <a:cxnLst/>
            <a:rect l="l" t="t" r="r" b="b"/>
            <a:pathLst>
              <a:path w="477520" h="809625">
                <a:moveTo>
                  <a:pt x="301427" y="0"/>
                </a:moveTo>
                <a:lnTo>
                  <a:pt x="111621" y="0"/>
                </a:lnTo>
                <a:lnTo>
                  <a:pt x="3373" y="407212"/>
                </a:lnTo>
                <a:lnTo>
                  <a:pt x="0" y="442311"/>
                </a:lnTo>
                <a:lnTo>
                  <a:pt x="8330" y="472868"/>
                </a:lnTo>
                <a:lnTo>
                  <a:pt x="26925" y="497013"/>
                </a:lnTo>
                <a:lnTo>
                  <a:pt x="54342" y="512874"/>
                </a:lnTo>
                <a:lnTo>
                  <a:pt x="89140" y="518581"/>
                </a:lnTo>
                <a:lnTo>
                  <a:pt x="206896" y="518581"/>
                </a:lnTo>
                <a:lnTo>
                  <a:pt x="130637" y="807326"/>
                </a:lnTo>
                <a:lnTo>
                  <a:pt x="135275" y="809577"/>
                </a:lnTo>
                <a:lnTo>
                  <a:pt x="417130" y="437693"/>
                </a:lnTo>
                <a:lnTo>
                  <a:pt x="81151" y="437693"/>
                </a:lnTo>
                <a:lnTo>
                  <a:pt x="188478" y="38543"/>
                </a:lnTo>
                <a:lnTo>
                  <a:pt x="291171" y="38543"/>
                </a:lnTo>
                <a:lnTo>
                  <a:pt x="301427" y="0"/>
                </a:lnTo>
                <a:close/>
              </a:path>
              <a:path w="477520" h="809625">
                <a:moveTo>
                  <a:pt x="291171" y="38543"/>
                </a:moveTo>
                <a:lnTo>
                  <a:pt x="204425" y="38543"/>
                </a:lnTo>
                <a:lnTo>
                  <a:pt x="101182" y="422259"/>
                </a:lnTo>
                <a:lnTo>
                  <a:pt x="332191" y="422259"/>
                </a:lnTo>
                <a:lnTo>
                  <a:pt x="335646" y="425714"/>
                </a:lnTo>
                <a:lnTo>
                  <a:pt x="335646" y="434238"/>
                </a:lnTo>
                <a:lnTo>
                  <a:pt x="332191" y="437693"/>
                </a:lnTo>
                <a:lnTo>
                  <a:pt x="417130" y="437693"/>
                </a:lnTo>
                <a:lnTo>
                  <a:pt x="477348" y="358240"/>
                </a:lnTo>
                <a:lnTo>
                  <a:pt x="473443" y="350366"/>
                </a:lnTo>
                <a:lnTo>
                  <a:pt x="208194" y="350366"/>
                </a:lnTo>
                <a:lnTo>
                  <a:pt x="291171" y="38543"/>
                </a:lnTo>
                <a:close/>
              </a:path>
            </a:pathLst>
          </a:custGeom>
          <a:solidFill>
            <a:srgbClr val="5BC678"/>
          </a:solidFill>
        </p:spPr>
        <p:txBody>
          <a:bodyPr wrap="square" lIns="0" tIns="0" rIns="0" bIns="0" rtlCol="0"/>
          <a:lstStyle/>
          <a:p>
            <a:endParaRPr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13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271535448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ection Header - Apprecia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  <p:sp>
        <p:nvSpPr>
          <p:cNvPr id="18" name="object 31"/>
          <p:cNvSpPr/>
          <p:nvPr userDrawn="1"/>
        </p:nvSpPr>
        <p:spPr>
          <a:xfrm>
            <a:off x="5486400" y="442015"/>
            <a:ext cx="1484616" cy="2517132"/>
          </a:xfrm>
          <a:custGeom>
            <a:avLst/>
            <a:gdLst/>
            <a:ahLst/>
            <a:cxnLst/>
            <a:rect l="l" t="t" r="r" b="b"/>
            <a:pathLst>
              <a:path w="477520" h="809625">
                <a:moveTo>
                  <a:pt x="301427" y="0"/>
                </a:moveTo>
                <a:lnTo>
                  <a:pt x="111621" y="0"/>
                </a:lnTo>
                <a:lnTo>
                  <a:pt x="3373" y="407212"/>
                </a:lnTo>
                <a:lnTo>
                  <a:pt x="0" y="442311"/>
                </a:lnTo>
                <a:lnTo>
                  <a:pt x="8330" y="472868"/>
                </a:lnTo>
                <a:lnTo>
                  <a:pt x="26925" y="497013"/>
                </a:lnTo>
                <a:lnTo>
                  <a:pt x="54342" y="512874"/>
                </a:lnTo>
                <a:lnTo>
                  <a:pt x="89140" y="518581"/>
                </a:lnTo>
                <a:lnTo>
                  <a:pt x="206896" y="518581"/>
                </a:lnTo>
                <a:lnTo>
                  <a:pt x="130637" y="807326"/>
                </a:lnTo>
                <a:lnTo>
                  <a:pt x="135275" y="809577"/>
                </a:lnTo>
                <a:lnTo>
                  <a:pt x="417130" y="437693"/>
                </a:lnTo>
                <a:lnTo>
                  <a:pt x="81151" y="437693"/>
                </a:lnTo>
                <a:lnTo>
                  <a:pt x="188478" y="38543"/>
                </a:lnTo>
                <a:lnTo>
                  <a:pt x="291171" y="38543"/>
                </a:lnTo>
                <a:lnTo>
                  <a:pt x="301427" y="0"/>
                </a:lnTo>
                <a:close/>
              </a:path>
              <a:path w="477520" h="809625">
                <a:moveTo>
                  <a:pt x="291171" y="38543"/>
                </a:moveTo>
                <a:lnTo>
                  <a:pt x="204425" y="38543"/>
                </a:lnTo>
                <a:lnTo>
                  <a:pt x="101182" y="422269"/>
                </a:lnTo>
                <a:lnTo>
                  <a:pt x="332191" y="422269"/>
                </a:lnTo>
                <a:lnTo>
                  <a:pt x="335646" y="425714"/>
                </a:lnTo>
                <a:lnTo>
                  <a:pt x="335646" y="434238"/>
                </a:lnTo>
                <a:lnTo>
                  <a:pt x="332191" y="437693"/>
                </a:lnTo>
                <a:lnTo>
                  <a:pt x="417130" y="437693"/>
                </a:lnTo>
                <a:lnTo>
                  <a:pt x="477348" y="358240"/>
                </a:lnTo>
                <a:lnTo>
                  <a:pt x="473443" y="350366"/>
                </a:lnTo>
                <a:lnTo>
                  <a:pt x="208194" y="350366"/>
                </a:lnTo>
                <a:lnTo>
                  <a:pt x="291171" y="38543"/>
                </a:lnTo>
                <a:close/>
              </a:path>
            </a:pathLst>
          </a:custGeom>
          <a:solidFill>
            <a:srgbClr val="0BAFF3"/>
          </a:solidFill>
        </p:spPr>
        <p:txBody>
          <a:bodyPr wrap="square" lIns="0" tIns="0" rIns="0" bIns="0" rtlCol="0"/>
          <a:lstStyle/>
          <a:p>
            <a:endParaRPr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13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1613072112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ection Header - Apprecia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  <p:sp>
        <p:nvSpPr>
          <p:cNvPr id="13" name="object 38"/>
          <p:cNvSpPr/>
          <p:nvPr userDrawn="1"/>
        </p:nvSpPr>
        <p:spPr>
          <a:xfrm>
            <a:off x="5465442" y="403160"/>
            <a:ext cx="1544959" cy="2619441"/>
          </a:xfrm>
          <a:custGeom>
            <a:avLst/>
            <a:gdLst/>
            <a:ahLst/>
            <a:cxnLst/>
            <a:rect l="l" t="t" r="r" b="b"/>
            <a:pathLst>
              <a:path w="477520" h="809625">
                <a:moveTo>
                  <a:pt x="301427" y="0"/>
                </a:moveTo>
                <a:lnTo>
                  <a:pt x="111621" y="0"/>
                </a:lnTo>
                <a:lnTo>
                  <a:pt x="3373" y="407212"/>
                </a:lnTo>
                <a:lnTo>
                  <a:pt x="0" y="442311"/>
                </a:lnTo>
                <a:lnTo>
                  <a:pt x="8330" y="472868"/>
                </a:lnTo>
                <a:lnTo>
                  <a:pt x="26925" y="497013"/>
                </a:lnTo>
                <a:lnTo>
                  <a:pt x="54342" y="512874"/>
                </a:lnTo>
                <a:lnTo>
                  <a:pt x="89140" y="518581"/>
                </a:lnTo>
                <a:lnTo>
                  <a:pt x="206896" y="518581"/>
                </a:lnTo>
                <a:lnTo>
                  <a:pt x="130637" y="807326"/>
                </a:lnTo>
                <a:lnTo>
                  <a:pt x="135275" y="809577"/>
                </a:lnTo>
                <a:lnTo>
                  <a:pt x="417130" y="437693"/>
                </a:lnTo>
                <a:lnTo>
                  <a:pt x="81151" y="437693"/>
                </a:lnTo>
                <a:lnTo>
                  <a:pt x="188478" y="38543"/>
                </a:lnTo>
                <a:lnTo>
                  <a:pt x="291171" y="38543"/>
                </a:lnTo>
                <a:lnTo>
                  <a:pt x="301427" y="0"/>
                </a:lnTo>
                <a:close/>
              </a:path>
              <a:path w="477520" h="809625">
                <a:moveTo>
                  <a:pt x="291171" y="38543"/>
                </a:moveTo>
                <a:lnTo>
                  <a:pt x="204425" y="38543"/>
                </a:lnTo>
                <a:lnTo>
                  <a:pt x="101182" y="422269"/>
                </a:lnTo>
                <a:lnTo>
                  <a:pt x="332191" y="422269"/>
                </a:lnTo>
                <a:lnTo>
                  <a:pt x="335646" y="425714"/>
                </a:lnTo>
                <a:lnTo>
                  <a:pt x="335646" y="434238"/>
                </a:lnTo>
                <a:lnTo>
                  <a:pt x="332191" y="437693"/>
                </a:lnTo>
                <a:lnTo>
                  <a:pt x="417130" y="437693"/>
                </a:lnTo>
                <a:lnTo>
                  <a:pt x="477348" y="358240"/>
                </a:lnTo>
                <a:lnTo>
                  <a:pt x="473443" y="350366"/>
                </a:lnTo>
                <a:lnTo>
                  <a:pt x="208194" y="350366"/>
                </a:lnTo>
                <a:lnTo>
                  <a:pt x="291171" y="38543"/>
                </a:lnTo>
                <a:close/>
              </a:path>
            </a:pathLst>
          </a:custGeom>
          <a:solidFill>
            <a:srgbClr val="DA52D4"/>
          </a:solidFill>
        </p:spPr>
        <p:txBody>
          <a:bodyPr wrap="square" lIns="0" tIns="0" rIns="0" bIns="0" rtlCol="0"/>
          <a:lstStyle/>
          <a:p>
            <a:endParaRPr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15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236679276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Freeform 101"/>
          <p:cNvSpPr>
            <a:spLocks noEditPoints="1"/>
          </p:cNvSpPr>
          <p:nvPr userDrawn="1"/>
        </p:nvSpPr>
        <p:spPr bwMode="auto">
          <a:xfrm>
            <a:off x="5283200" y="1294709"/>
            <a:ext cx="1625600" cy="1503955"/>
          </a:xfrm>
          <a:custGeom>
            <a:avLst/>
            <a:gdLst/>
            <a:ahLst/>
            <a:cxnLst>
              <a:cxn ang="0">
                <a:pos x="39" y="36"/>
              </a:cxn>
              <a:cxn ang="0">
                <a:pos x="41" y="44"/>
              </a:cxn>
              <a:cxn ang="0">
                <a:pos x="35" y="50"/>
              </a:cxn>
              <a:cxn ang="0">
                <a:pos x="27" y="53"/>
              </a:cxn>
              <a:cxn ang="0">
                <a:pos x="18" y="53"/>
              </a:cxn>
              <a:cxn ang="0">
                <a:pos x="11" y="50"/>
              </a:cxn>
              <a:cxn ang="0">
                <a:pos x="4" y="44"/>
              </a:cxn>
              <a:cxn ang="0">
                <a:pos x="6" y="36"/>
              </a:cxn>
              <a:cxn ang="0">
                <a:pos x="0" y="28"/>
              </a:cxn>
              <a:cxn ang="0">
                <a:pos x="7" y="23"/>
              </a:cxn>
              <a:cxn ang="0">
                <a:pos x="4" y="18"/>
              </a:cxn>
              <a:cxn ang="0">
                <a:pos x="15" y="16"/>
              </a:cxn>
              <a:cxn ang="0">
                <a:pos x="19" y="8"/>
              </a:cxn>
              <a:cxn ang="0">
                <a:pos x="28" y="15"/>
              </a:cxn>
              <a:cxn ang="0">
                <a:pos x="35" y="12"/>
              </a:cxn>
              <a:cxn ang="0">
                <a:pos x="41" y="19"/>
              </a:cxn>
              <a:cxn ang="0">
                <a:pos x="45" y="27"/>
              </a:cxn>
              <a:cxn ang="0">
                <a:pos x="23" y="22"/>
              </a:cxn>
              <a:cxn ang="0">
                <a:pos x="32" y="31"/>
              </a:cxn>
              <a:cxn ang="0">
                <a:pos x="63" y="16"/>
              </a:cxn>
              <a:cxn ang="0">
                <a:pos x="64" y="24"/>
              </a:cxn>
              <a:cxn ang="0">
                <a:pos x="55" y="22"/>
              </a:cxn>
              <a:cxn ang="0">
                <a:pos x="46" y="24"/>
              </a:cxn>
              <a:cxn ang="0">
                <a:pos x="46" y="16"/>
              </a:cxn>
              <a:cxn ang="0">
                <a:pos x="46" y="9"/>
              </a:cxn>
              <a:cxn ang="0">
                <a:pos x="46" y="2"/>
              </a:cxn>
              <a:cxn ang="0">
                <a:pos x="55" y="4"/>
              </a:cxn>
              <a:cxn ang="0">
                <a:pos x="59" y="0"/>
              </a:cxn>
              <a:cxn ang="0">
                <a:pos x="62" y="7"/>
              </a:cxn>
              <a:cxn ang="0">
                <a:pos x="68" y="15"/>
              </a:cxn>
              <a:cxn ang="0">
                <a:pos x="62" y="55"/>
              </a:cxn>
              <a:cxn ang="0">
                <a:pos x="59" y="63"/>
              </a:cxn>
              <a:cxn ang="0">
                <a:pos x="54" y="59"/>
              </a:cxn>
              <a:cxn ang="0">
                <a:pos x="45" y="60"/>
              </a:cxn>
              <a:cxn ang="0">
                <a:pos x="41" y="52"/>
              </a:cxn>
              <a:cxn ang="0">
                <a:pos x="47" y="44"/>
              </a:cxn>
              <a:cxn ang="0">
                <a:pos x="50" y="36"/>
              </a:cxn>
              <a:cxn ang="0">
                <a:pos x="56" y="40"/>
              </a:cxn>
              <a:cxn ang="0">
                <a:pos x="64" y="39"/>
              </a:cxn>
              <a:cxn ang="0">
                <a:pos x="63" y="46"/>
              </a:cxn>
              <a:cxn ang="0">
                <a:pos x="55" y="8"/>
              </a:cxn>
              <a:cxn ang="0">
                <a:pos x="59" y="13"/>
              </a:cxn>
              <a:cxn ang="0">
                <a:pos x="50" y="49"/>
              </a:cxn>
              <a:cxn ang="0">
                <a:pos x="55" y="45"/>
              </a:cxn>
            </a:cxnLst>
            <a:rect l="0" t="0" r="r" b="b"/>
            <a:pathLst>
              <a:path w="68" h="63">
                <a:moveTo>
                  <a:pt x="45" y="35"/>
                </a:moveTo>
                <a:cubicBezTo>
                  <a:pt x="45" y="35"/>
                  <a:pt x="45" y="36"/>
                  <a:pt x="45" y="36"/>
                </a:cubicBezTo>
                <a:cubicBezTo>
                  <a:pt x="39" y="36"/>
                  <a:pt x="39" y="36"/>
                  <a:pt x="39" y="36"/>
                </a:cubicBezTo>
                <a:cubicBezTo>
                  <a:pt x="39" y="37"/>
                  <a:pt x="38" y="38"/>
                  <a:pt x="38" y="39"/>
                </a:cubicBezTo>
                <a:cubicBezTo>
                  <a:pt x="39" y="41"/>
                  <a:pt x="40" y="42"/>
                  <a:pt x="41" y="43"/>
                </a:cubicBezTo>
                <a:cubicBezTo>
                  <a:pt x="41" y="43"/>
                  <a:pt x="41" y="44"/>
                  <a:pt x="41" y="44"/>
                </a:cubicBezTo>
                <a:cubicBezTo>
                  <a:pt x="41" y="44"/>
                  <a:pt x="41" y="44"/>
                  <a:pt x="41" y="45"/>
                </a:cubicBezTo>
                <a:cubicBezTo>
                  <a:pt x="40" y="46"/>
                  <a:pt x="36" y="50"/>
                  <a:pt x="35" y="50"/>
                </a:cubicBezTo>
                <a:cubicBezTo>
                  <a:pt x="35" y="50"/>
                  <a:pt x="35" y="50"/>
                  <a:pt x="35" y="50"/>
                </a:cubicBezTo>
                <a:cubicBezTo>
                  <a:pt x="31" y="47"/>
                  <a:pt x="31" y="47"/>
                  <a:pt x="31" y="47"/>
                </a:cubicBezTo>
                <a:cubicBezTo>
                  <a:pt x="30" y="47"/>
                  <a:pt x="29" y="47"/>
                  <a:pt x="28" y="48"/>
                </a:cubicBezTo>
                <a:cubicBezTo>
                  <a:pt x="28" y="49"/>
                  <a:pt x="27" y="51"/>
                  <a:pt x="27" y="53"/>
                </a:cubicBezTo>
                <a:cubicBezTo>
                  <a:pt x="27" y="54"/>
                  <a:pt x="26" y="54"/>
                  <a:pt x="26" y="54"/>
                </a:cubicBezTo>
                <a:cubicBezTo>
                  <a:pt x="19" y="54"/>
                  <a:pt x="19" y="54"/>
                  <a:pt x="19" y="54"/>
                </a:cubicBezTo>
                <a:cubicBezTo>
                  <a:pt x="19" y="54"/>
                  <a:pt x="18" y="54"/>
                  <a:pt x="18" y="53"/>
                </a:cubicBezTo>
                <a:cubicBezTo>
                  <a:pt x="17" y="48"/>
                  <a:pt x="17" y="48"/>
                  <a:pt x="17" y="48"/>
                </a:cubicBezTo>
                <a:cubicBezTo>
                  <a:pt x="16" y="47"/>
                  <a:pt x="16" y="47"/>
                  <a:pt x="15" y="47"/>
                </a:cubicBezTo>
                <a:cubicBezTo>
                  <a:pt x="11" y="50"/>
                  <a:pt x="11" y="50"/>
                  <a:pt x="11" y="50"/>
                </a:cubicBezTo>
                <a:cubicBezTo>
                  <a:pt x="10" y="50"/>
                  <a:pt x="10" y="50"/>
                  <a:pt x="10" y="50"/>
                </a:cubicBezTo>
                <a:cubicBezTo>
                  <a:pt x="10" y="50"/>
                  <a:pt x="9" y="50"/>
                  <a:pt x="9" y="50"/>
                </a:cubicBezTo>
                <a:cubicBezTo>
                  <a:pt x="8" y="49"/>
                  <a:pt x="4" y="45"/>
                  <a:pt x="4" y="44"/>
                </a:cubicBezTo>
                <a:cubicBezTo>
                  <a:pt x="4" y="44"/>
                  <a:pt x="4" y="44"/>
                  <a:pt x="4" y="43"/>
                </a:cubicBezTo>
                <a:cubicBezTo>
                  <a:pt x="5" y="42"/>
                  <a:pt x="6" y="41"/>
                  <a:pt x="7" y="39"/>
                </a:cubicBezTo>
                <a:cubicBezTo>
                  <a:pt x="7" y="38"/>
                  <a:pt x="6" y="37"/>
                  <a:pt x="6" y="36"/>
                </a:cubicBezTo>
                <a:cubicBezTo>
                  <a:pt x="1" y="35"/>
                  <a:pt x="1" y="35"/>
                  <a:pt x="1" y="35"/>
                </a:cubicBezTo>
                <a:cubicBezTo>
                  <a:pt x="0" y="35"/>
                  <a:pt x="0" y="35"/>
                  <a:pt x="0" y="34"/>
                </a:cubicBezTo>
                <a:cubicBezTo>
                  <a:pt x="0" y="28"/>
                  <a:pt x="0" y="28"/>
                  <a:pt x="0" y="28"/>
                </a:cubicBezTo>
                <a:cubicBezTo>
                  <a:pt x="0" y="27"/>
                  <a:pt x="0" y="27"/>
                  <a:pt x="1" y="27"/>
                </a:cubicBezTo>
                <a:cubicBezTo>
                  <a:pt x="6" y="26"/>
                  <a:pt x="6" y="26"/>
                  <a:pt x="6" y="26"/>
                </a:cubicBezTo>
                <a:cubicBezTo>
                  <a:pt x="6" y="25"/>
                  <a:pt x="7" y="24"/>
                  <a:pt x="7" y="23"/>
                </a:cubicBezTo>
                <a:cubicBezTo>
                  <a:pt x="6" y="22"/>
                  <a:pt x="5" y="20"/>
                  <a:pt x="4" y="19"/>
                </a:cubicBezTo>
                <a:cubicBezTo>
                  <a:pt x="4" y="19"/>
                  <a:pt x="4" y="19"/>
                  <a:pt x="4" y="18"/>
                </a:cubicBezTo>
                <a:cubicBezTo>
                  <a:pt x="4" y="18"/>
                  <a:pt x="4" y="18"/>
                  <a:pt x="4" y="18"/>
                </a:cubicBezTo>
                <a:cubicBezTo>
                  <a:pt x="5" y="17"/>
                  <a:pt x="9" y="12"/>
                  <a:pt x="10" y="12"/>
                </a:cubicBezTo>
                <a:cubicBezTo>
                  <a:pt x="10" y="12"/>
                  <a:pt x="10" y="12"/>
                  <a:pt x="11" y="13"/>
                </a:cubicBezTo>
                <a:cubicBezTo>
                  <a:pt x="15" y="16"/>
                  <a:pt x="15" y="16"/>
                  <a:pt x="15" y="16"/>
                </a:cubicBezTo>
                <a:cubicBezTo>
                  <a:pt x="16" y="15"/>
                  <a:pt x="16" y="15"/>
                  <a:pt x="17" y="15"/>
                </a:cubicBezTo>
                <a:cubicBezTo>
                  <a:pt x="18" y="13"/>
                  <a:pt x="18" y="11"/>
                  <a:pt x="18" y="9"/>
                </a:cubicBezTo>
                <a:cubicBezTo>
                  <a:pt x="18" y="9"/>
                  <a:pt x="19" y="8"/>
                  <a:pt x="19" y="8"/>
                </a:cubicBezTo>
                <a:cubicBezTo>
                  <a:pt x="26" y="8"/>
                  <a:pt x="26" y="8"/>
                  <a:pt x="26" y="8"/>
                </a:cubicBezTo>
                <a:cubicBezTo>
                  <a:pt x="26" y="8"/>
                  <a:pt x="27" y="9"/>
                  <a:pt x="27" y="9"/>
                </a:cubicBezTo>
                <a:cubicBezTo>
                  <a:pt x="28" y="15"/>
                  <a:pt x="28" y="15"/>
                  <a:pt x="28" y="15"/>
                </a:cubicBezTo>
                <a:cubicBezTo>
                  <a:pt x="29" y="15"/>
                  <a:pt x="30" y="15"/>
                  <a:pt x="31" y="16"/>
                </a:cubicBezTo>
                <a:cubicBezTo>
                  <a:pt x="35" y="13"/>
                  <a:pt x="35" y="13"/>
                  <a:pt x="35" y="13"/>
                </a:cubicBezTo>
                <a:cubicBezTo>
                  <a:pt x="35" y="12"/>
                  <a:pt x="35" y="12"/>
                  <a:pt x="35" y="12"/>
                </a:cubicBezTo>
                <a:cubicBezTo>
                  <a:pt x="36" y="12"/>
                  <a:pt x="36" y="12"/>
                  <a:pt x="36" y="13"/>
                </a:cubicBezTo>
                <a:cubicBezTo>
                  <a:pt x="37" y="13"/>
                  <a:pt x="41" y="17"/>
                  <a:pt x="41" y="18"/>
                </a:cubicBezTo>
                <a:cubicBezTo>
                  <a:pt x="41" y="19"/>
                  <a:pt x="41" y="19"/>
                  <a:pt x="41" y="19"/>
                </a:cubicBezTo>
                <a:cubicBezTo>
                  <a:pt x="40" y="20"/>
                  <a:pt x="39" y="22"/>
                  <a:pt x="38" y="23"/>
                </a:cubicBezTo>
                <a:cubicBezTo>
                  <a:pt x="38" y="24"/>
                  <a:pt x="39" y="25"/>
                  <a:pt x="39" y="26"/>
                </a:cubicBezTo>
                <a:cubicBezTo>
                  <a:pt x="45" y="27"/>
                  <a:pt x="45" y="27"/>
                  <a:pt x="45" y="27"/>
                </a:cubicBezTo>
                <a:cubicBezTo>
                  <a:pt x="45" y="27"/>
                  <a:pt x="45" y="27"/>
                  <a:pt x="45" y="28"/>
                </a:cubicBezTo>
                <a:lnTo>
                  <a:pt x="45" y="35"/>
                </a:lnTo>
                <a:close/>
                <a:moveTo>
                  <a:pt x="23" y="22"/>
                </a:moveTo>
                <a:cubicBezTo>
                  <a:pt x="18" y="22"/>
                  <a:pt x="13" y="26"/>
                  <a:pt x="13" y="31"/>
                </a:cubicBezTo>
                <a:cubicBezTo>
                  <a:pt x="13" y="36"/>
                  <a:pt x="18" y="40"/>
                  <a:pt x="23" y="40"/>
                </a:cubicBezTo>
                <a:cubicBezTo>
                  <a:pt x="28" y="40"/>
                  <a:pt x="32" y="36"/>
                  <a:pt x="32" y="31"/>
                </a:cubicBezTo>
                <a:cubicBezTo>
                  <a:pt x="32" y="26"/>
                  <a:pt x="28" y="22"/>
                  <a:pt x="23" y="22"/>
                </a:cubicBezTo>
                <a:close/>
                <a:moveTo>
                  <a:pt x="68" y="15"/>
                </a:moveTo>
                <a:cubicBezTo>
                  <a:pt x="68" y="16"/>
                  <a:pt x="64" y="16"/>
                  <a:pt x="63" y="16"/>
                </a:cubicBezTo>
                <a:cubicBezTo>
                  <a:pt x="63" y="17"/>
                  <a:pt x="62" y="18"/>
                  <a:pt x="62" y="18"/>
                </a:cubicBezTo>
                <a:cubicBezTo>
                  <a:pt x="62" y="19"/>
                  <a:pt x="64" y="23"/>
                  <a:pt x="64" y="23"/>
                </a:cubicBezTo>
                <a:cubicBezTo>
                  <a:pt x="64" y="23"/>
                  <a:pt x="64" y="23"/>
                  <a:pt x="64" y="24"/>
                </a:cubicBezTo>
                <a:cubicBezTo>
                  <a:pt x="63" y="24"/>
                  <a:pt x="59" y="26"/>
                  <a:pt x="59" y="26"/>
                </a:cubicBezTo>
                <a:cubicBezTo>
                  <a:pt x="59" y="26"/>
                  <a:pt x="56" y="22"/>
                  <a:pt x="56" y="22"/>
                </a:cubicBezTo>
                <a:cubicBezTo>
                  <a:pt x="55" y="22"/>
                  <a:pt x="55" y="22"/>
                  <a:pt x="55" y="22"/>
                </a:cubicBezTo>
                <a:cubicBezTo>
                  <a:pt x="54" y="22"/>
                  <a:pt x="54" y="22"/>
                  <a:pt x="54" y="22"/>
                </a:cubicBezTo>
                <a:cubicBezTo>
                  <a:pt x="53" y="22"/>
                  <a:pt x="50" y="26"/>
                  <a:pt x="50" y="26"/>
                </a:cubicBezTo>
                <a:cubicBezTo>
                  <a:pt x="50" y="26"/>
                  <a:pt x="46" y="24"/>
                  <a:pt x="46" y="24"/>
                </a:cubicBezTo>
                <a:cubicBezTo>
                  <a:pt x="45" y="23"/>
                  <a:pt x="45" y="23"/>
                  <a:pt x="45" y="23"/>
                </a:cubicBezTo>
                <a:cubicBezTo>
                  <a:pt x="45" y="23"/>
                  <a:pt x="47" y="19"/>
                  <a:pt x="47" y="18"/>
                </a:cubicBezTo>
                <a:cubicBezTo>
                  <a:pt x="47" y="18"/>
                  <a:pt x="46" y="17"/>
                  <a:pt x="46" y="16"/>
                </a:cubicBezTo>
                <a:cubicBezTo>
                  <a:pt x="45" y="16"/>
                  <a:pt x="41" y="16"/>
                  <a:pt x="41" y="15"/>
                </a:cubicBezTo>
                <a:cubicBezTo>
                  <a:pt x="41" y="10"/>
                  <a:pt x="41" y="10"/>
                  <a:pt x="41" y="10"/>
                </a:cubicBezTo>
                <a:cubicBezTo>
                  <a:pt x="41" y="10"/>
                  <a:pt x="45" y="9"/>
                  <a:pt x="46" y="9"/>
                </a:cubicBezTo>
                <a:cubicBezTo>
                  <a:pt x="46" y="9"/>
                  <a:pt x="47" y="8"/>
                  <a:pt x="47" y="7"/>
                </a:cubicBezTo>
                <a:cubicBezTo>
                  <a:pt x="47" y="7"/>
                  <a:pt x="45" y="3"/>
                  <a:pt x="45" y="2"/>
                </a:cubicBezTo>
                <a:cubicBezTo>
                  <a:pt x="45" y="2"/>
                  <a:pt x="45" y="2"/>
                  <a:pt x="46" y="2"/>
                </a:cubicBezTo>
                <a:cubicBezTo>
                  <a:pt x="46" y="2"/>
                  <a:pt x="50" y="0"/>
                  <a:pt x="50" y="0"/>
                </a:cubicBezTo>
                <a:cubicBezTo>
                  <a:pt x="50" y="0"/>
                  <a:pt x="53" y="3"/>
                  <a:pt x="54" y="4"/>
                </a:cubicBezTo>
                <a:cubicBezTo>
                  <a:pt x="54" y="4"/>
                  <a:pt x="54" y="4"/>
                  <a:pt x="55" y="4"/>
                </a:cubicBezTo>
                <a:cubicBezTo>
                  <a:pt x="55" y="4"/>
                  <a:pt x="55" y="4"/>
                  <a:pt x="56" y="4"/>
                </a:cubicBezTo>
                <a:cubicBezTo>
                  <a:pt x="57" y="2"/>
                  <a:pt x="58" y="1"/>
                  <a:pt x="59" y="0"/>
                </a:cubicBezTo>
                <a:cubicBezTo>
                  <a:pt x="59" y="0"/>
                  <a:pt x="59" y="0"/>
                  <a:pt x="59" y="0"/>
                </a:cubicBezTo>
                <a:cubicBezTo>
                  <a:pt x="59" y="0"/>
                  <a:pt x="63" y="2"/>
                  <a:pt x="64" y="2"/>
                </a:cubicBezTo>
                <a:cubicBezTo>
                  <a:pt x="64" y="2"/>
                  <a:pt x="64" y="2"/>
                  <a:pt x="64" y="2"/>
                </a:cubicBezTo>
                <a:cubicBezTo>
                  <a:pt x="64" y="3"/>
                  <a:pt x="62" y="7"/>
                  <a:pt x="62" y="7"/>
                </a:cubicBezTo>
                <a:cubicBezTo>
                  <a:pt x="62" y="8"/>
                  <a:pt x="63" y="9"/>
                  <a:pt x="63" y="9"/>
                </a:cubicBezTo>
                <a:cubicBezTo>
                  <a:pt x="64" y="9"/>
                  <a:pt x="68" y="10"/>
                  <a:pt x="68" y="10"/>
                </a:cubicBezTo>
                <a:lnTo>
                  <a:pt x="68" y="15"/>
                </a:lnTo>
                <a:close/>
                <a:moveTo>
                  <a:pt x="68" y="52"/>
                </a:moveTo>
                <a:cubicBezTo>
                  <a:pt x="68" y="52"/>
                  <a:pt x="64" y="53"/>
                  <a:pt x="63" y="53"/>
                </a:cubicBezTo>
                <a:cubicBezTo>
                  <a:pt x="63" y="54"/>
                  <a:pt x="62" y="54"/>
                  <a:pt x="62" y="55"/>
                </a:cubicBezTo>
                <a:cubicBezTo>
                  <a:pt x="62" y="56"/>
                  <a:pt x="64" y="59"/>
                  <a:pt x="64" y="60"/>
                </a:cubicBezTo>
                <a:cubicBezTo>
                  <a:pt x="64" y="60"/>
                  <a:pt x="64" y="60"/>
                  <a:pt x="64" y="60"/>
                </a:cubicBezTo>
                <a:cubicBezTo>
                  <a:pt x="63" y="60"/>
                  <a:pt x="59" y="63"/>
                  <a:pt x="59" y="63"/>
                </a:cubicBezTo>
                <a:cubicBezTo>
                  <a:pt x="59" y="63"/>
                  <a:pt x="56" y="59"/>
                  <a:pt x="56" y="59"/>
                </a:cubicBezTo>
                <a:cubicBezTo>
                  <a:pt x="55" y="59"/>
                  <a:pt x="55" y="59"/>
                  <a:pt x="55" y="59"/>
                </a:cubicBezTo>
                <a:cubicBezTo>
                  <a:pt x="54" y="59"/>
                  <a:pt x="54" y="59"/>
                  <a:pt x="54" y="59"/>
                </a:cubicBezTo>
                <a:cubicBezTo>
                  <a:pt x="53" y="59"/>
                  <a:pt x="50" y="63"/>
                  <a:pt x="50" y="63"/>
                </a:cubicBezTo>
                <a:cubicBezTo>
                  <a:pt x="50" y="63"/>
                  <a:pt x="46" y="60"/>
                  <a:pt x="46" y="60"/>
                </a:cubicBezTo>
                <a:cubicBezTo>
                  <a:pt x="45" y="60"/>
                  <a:pt x="45" y="60"/>
                  <a:pt x="45" y="60"/>
                </a:cubicBezTo>
                <a:cubicBezTo>
                  <a:pt x="45" y="59"/>
                  <a:pt x="47" y="56"/>
                  <a:pt x="47" y="55"/>
                </a:cubicBezTo>
                <a:cubicBezTo>
                  <a:pt x="47" y="54"/>
                  <a:pt x="46" y="54"/>
                  <a:pt x="46" y="53"/>
                </a:cubicBezTo>
                <a:cubicBezTo>
                  <a:pt x="45" y="53"/>
                  <a:pt x="41" y="52"/>
                  <a:pt x="41" y="52"/>
                </a:cubicBezTo>
                <a:cubicBezTo>
                  <a:pt x="41" y="47"/>
                  <a:pt x="41" y="47"/>
                  <a:pt x="41" y="47"/>
                </a:cubicBezTo>
                <a:cubicBezTo>
                  <a:pt x="41" y="46"/>
                  <a:pt x="45" y="46"/>
                  <a:pt x="46" y="46"/>
                </a:cubicBezTo>
                <a:cubicBezTo>
                  <a:pt x="46" y="45"/>
                  <a:pt x="47" y="45"/>
                  <a:pt x="47" y="44"/>
                </a:cubicBezTo>
                <a:cubicBezTo>
                  <a:pt x="47" y="43"/>
                  <a:pt x="45" y="40"/>
                  <a:pt x="45" y="39"/>
                </a:cubicBezTo>
                <a:cubicBezTo>
                  <a:pt x="45" y="39"/>
                  <a:pt x="45" y="39"/>
                  <a:pt x="46" y="39"/>
                </a:cubicBezTo>
                <a:cubicBezTo>
                  <a:pt x="46" y="39"/>
                  <a:pt x="50" y="36"/>
                  <a:pt x="50" y="36"/>
                </a:cubicBezTo>
                <a:cubicBezTo>
                  <a:pt x="50" y="36"/>
                  <a:pt x="53" y="40"/>
                  <a:pt x="54" y="40"/>
                </a:cubicBezTo>
                <a:cubicBezTo>
                  <a:pt x="54" y="40"/>
                  <a:pt x="54" y="40"/>
                  <a:pt x="55" y="40"/>
                </a:cubicBezTo>
                <a:cubicBezTo>
                  <a:pt x="55" y="40"/>
                  <a:pt x="55" y="40"/>
                  <a:pt x="56" y="40"/>
                </a:cubicBezTo>
                <a:cubicBezTo>
                  <a:pt x="57" y="39"/>
                  <a:pt x="58" y="38"/>
                  <a:pt x="59" y="36"/>
                </a:cubicBezTo>
                <a:cubicBezTo>
                  <a:pt x="59" y="36"/>
                  <a:pt x="59" y="36"/>
                  <a:pt x="59" y="36"/>
                </a:cubicBezTo>
                <a:cubicBezTo>
                  <a:pt x="59" y="36"/>
                  <a:pt x="63" y="39"/>
                  <a:pt x="64" y="39"/>
                </a:cubicBezTo>
                <a:cubicBezTo>
                  <a:pt x="64" y="39"/>
                  <a:pt x="64" y="39"/>
                  <a:pt x="64" y="39"/>
                </a:cubicBezTo>
                <a:cubicBezTo>
                  <a:pt x="64" y="40"/>
                  <a:pt x="62" y="43"/>
                  <a:pt x="62" y="44"/>
                </a:cubicBezTo>
                <a:cubicBezTo>
                  <a:pt x="62" y="45"/>
                  <a:pt x="63" y="45"/>
                  <a:pt x="63" y="46"/>
                </a:cubicBezTo>
                <a:cubicBezTo>
                  <a:pt x="64" y="46"/>
                  <a:pt x="68" y="46"/>
                  <a:pt x="68" y="47"/>
                </a:cubicBezTo>
                <a:lnTo>
                  <a:pt x="68" y="52"/>
                </a:lnTo>
                <a:close/>
                <a:moveTo>
                  <a:pt x="55" y="8"/>
                </a:moveTo>
                <a:cubicBezTo>
                  <a:pt x="52" y="8"/>
                  <a:pt x="50" y="10"/>
                  <a:pt x="50" y="13"/>
                </a:cubicBezTo>
                <a:cubicBezTo>
                  <a:pt x="50" y="15"/>
                  <a:pt x="52" y="17"/>
                  <a:pt x="55" y="17"/>
                </a:cubicBezTo>
                <a:cubicBezTo>
                  <a:pt x="57" y="17"/>
                  <a:pt x="59" y="15"/>
                  <a:pt x="59" y="13"/>
                </a:cubicBezTo>
                <a:cubicBezTo>
                  <a:pt x="59" y="10"/>
                  <a:pt x="57" y="8"/>
                  <a:pt x="55" y="8"/>
                </a:cubicBezTo>
                <a:close/>
                <a:moveTo>
                  <a:pt x="55" y="45"/>
                </a:moveTo>
                <a:cubicBezTo>
                  <a:pt x="52" y="45"/>
                  <a:pt x="50" y="47"/>
                  <a:pt x="50" y="49"/>
                </a:cubicBezTo>
                <a:cubicBezTo>
                  <a:pt x="50" y="52"/>
                  <a:pt x="52" y="54"/>
                  <a:pt x="55" y="54"/>
                </a:cubicBezTo>
                <a:cubicBezTo>
                  <a:pt x="57" y="54"/>
                  <a:pt x="59" y="52"/>
                  <a:pt x="59" y="49"/>
                </a:cubicBezTo>
                <a:cubicBezTo>
                  <a:pt x="59" y="47"/>
                  <a:pt x="57" y="45"/>
                  <a:pt x="55" y="45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5" name="Group 14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  <p:sp>
        <p:nvSpPr>
          <p:cNvPr id="17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2994656971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Matrix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reeform 15"/>
          <p:cNvSpPr>
            <a:spLocks noEditPoints="1"/>
          </p:cNvSpPr>
          <p:nvPr userDrawn="1"/>
        </p:nvSpPr>
        <p:spPr bwMode="auto">
          <a:xfrm>
            <a:off x="5273189" y="1318685"/>
            <a:ext cx="1645625" cy="1297516"/>
          </a:xfrm>
          <a:custGeom>
            <a:avLst/>
            <a:gdLst/>
            <a:ahLst/>
            <a:cxnLst>
              <a:cxn ang="0">
                <a:pos x="17" y="16"/>
              </a:cxn>
              <a:cxn ang="0">
                <a:pos x="0" y="12"/>
              </a:cxn>
              <a:cxn ang="0">
                <a:pos x="4" y="0"/>
              </a:cxn>
              <a:cxn ang="0">
                <a:pos x="21" y="4"/>
              </a:cxn>
              <a:cxn ang="0">
                <a:pos x="21" y="33"/>
              </a:cxn>
              <a:cxn ang="0">
                <a:pos x="4" y="36"/>
              </a:cxn>
              <a:cxn ang="0">
                <a:pos x="0" y="25"/>
              </a:cxn>
              <a:cxn ang="0">
                <a:pos x="17" y="21"/>
              </a:cxn>
              <a:cxn ang="0">
                <a:pos x="21" y="33"/>
              </a:cxn>
              <a:cxn ang="0">
                <a:pos x="17" y="57"/>
              </a:cxn>
              <a:cxn ang="0">
                <a:pos x="0" y="53"/>
              </a:cxn>
              <a:cxn ang="0">
                <a:pos x="4" y="42"/>
              </a:cxn>
              <a:cxn ang="0">
                <a:pos x="21" y="45"/>
              </a:cxn>
              <a:cxn ang="0">
                <a:pos x="47" y="12"/>
              </a:cxn>
              <a:cxn ang="0">
                <a:pos x="30" y="16"/>
              </a:cxn>
              <a:cxn ang="0">
                <a:pos x="26" y="4"/>
              </a:cxn>
              <a:cxn ang="0">
                <a:pos x="43" y="0"/>
              </a:cxn>
              <a:cxn ang="0">
                <a:pos x="47" y="12"/>
              </a:cxn>
              <a:cxn ang="0">
                <a:pos x="43" y="36"/>
              </a:cxn>
              <a:cxn ang="0">
                <a:pos x="26" y="33"/>
              </a:cxn>
              <a:cxn ang="0">
                <a:pos x="30" y="21"/>
              </a:cxn>
              <a:cxn ang="0">
                <a:pos x="47" y="25"/>
              </a:cxn>
              <a:cxn ang="0">
                <a:pos x="47" y="53"/>
              </a:cxn>
              <a:cxn ang="0">
                <a:pos x="30" y="57"/>
              </a:cxn>
              <a:cxn ang="0">
                <a:pos x="26" y="45"/>
              </a:cxn>
              <a:cxn ang="0">
                <a:pos x="43" y="42"/>
              </a:cxn>
              <a:cxn ang="0">
                <a:pos x="47" y="53"/>
              </a:cxn>
              <a:cxn ang="0">
                <a:pos x="69" y="16"/>
              </a:cxn>
              <a:cxn ang="0">
                <a:pos x="52" y="12"/>
              </a:cxn>
              <a:cxn ang="0">
                <a:pos x="56" y="0"/>
              </a:cxn>
              <a:cxn ang="0">
                <a:pos x="72" y="4"/>
              </a:cxn>
              <a:cxn ang="0">
                <a:pos x="72" y="33"/>
              </a:cxn>
              <a:cxn ang="0">
                <a:pos x="56" y="36"/>
              </a:cxn>
              <a:cxn ang="0">
                <a:pos x="52" y="25"/>
              </a:cxn>
              <a:cxn ang="0">
                <a:pos x="69" y="21"/>
              </a:cxn>
              <a:cxn ang="0">
                <a:pos x="72" y="33"/>
              </a:cxn>
              <a:cxn ang="0">
                <a:pos x="69" y="57"/>
              </a:cxn>
              <a:cxn ang="0">
                <a:pos x="52" y="53"/>
              </a:cxn>
              <a:cxn ang="0">
                <a:pos x="56" y="42"/>
              </a:cxn>
              <a:cxn ang="0">
                <a:pos x="72" y="45"/>
              </a:cxn>
            </a:cxnLst>
            <a:rect l="0" t="0" r="r" b="b"/>
            <a:pathLst>
              <a:path w="72" h="57">
                <a:moveTo>
                  <a:pt x="21" y="12"/>
                </a:moveTo>
                <a:cubicBezTo>
                  <a:pt x="21" y="14"/>
                  <a:pt x="19" y="16"/>
                  <a:pt x="17" y="16"/>
                </a:cubicBezTo>
                <a:cubicBezTo>
                  <a:pt x="4" y="16"/>
                  <a:pt x="4" y="16"/>
                  <a:pt x="4" y="16"/>
                </a:cubicBezTo>
                <a:cubicBezTo>
                  <a:pt x="2" y="16"/>
                  <a:pt x="0" y="14"/>
                  <a:pt x="0" y="12"/>
                </a:cubicBezTo>
                <a:cubicBezTo>
                  <a:pt x="0" y="4"/>
                  <a:pt x="0" y="4"/>
                  <a:pt x="0" y="4"/>
                </a:cubicBezTo>
                <a:cubicBezTo>
                  <a:pt x="0" y="2"/>
                  <a:pt x="2" y="0"/>
                  <a:pt x="4" y="0"/>
                </a:cubicBezTo>
                <a:cubicBezTo>
                  <a:pt x="17" y="0"/>
                  <a:pt x="17" y="0"/>
                  <a:pt x="17" y="0"/>
                </a:cubicBezTo>
                <a:cubicBezTo>
                  <a:pt x="19" y="0"/>
                  <a:pt x="21" y="2"/>
                  <a:pt x="21" y="4"/>
                </a:cubicBezTo>
                <a:lnTo>
                  <a:pt x="21" y="12"/>
                </a:lnTo>
                <a:close/>
                <a:moveTo>
                  <a:pt x="21" y="33"/>
                </a:moveTo>
                <a:cubicBezTo>
                  <a:pt x="21" y="35"/>
                  <a:pt x="19" y="36"/>
                  <a:pt x="17" y="36"/>
                </a:cubicBezTo>
                <a:cubicBezTo>
                  <a:pt x="4" y="36"/>
                  <a:pt x="4" y="36"/>
                  <a:pt x="4" y="36"/>
                </a:cubicBezTo>
                <a:cubicBezTo>
                  <a:pt x="2" y="36"/>
                  <a:pt x="0" y="35"/>
                  <a:pt x="0" y="33"/>
                </a:cubicBezTo>
                <a:cubicBezTo>
                  <a:pt x="0" y="25"/>
                  <a:pt x="0" y="25"/>
                  <a:pt x="0" y="25"/>
                </a:cubicBezTo>
                <a:cubicBezTo>
                  <a:pt x="0" y="23"/>
                  <a:pt x="2" y="21"/>
                  <a:pt x="4" y="21"/>
                </a:cubicBezTo>
                <a:cubicBezTo>
                  <a:pt x="17" y="21"/>
                  <a:pt x="17" y="21"/>
                  <a:pt x="17" y="21"/>
                </a:cubicBezTo>
                <a:cubicBezTo>
                  <a:pt x="19" y="21"/>
                  <a:pt x="21" y="23"/>
                  <a:pt x="21" y="25"/>
                </a:cubicBezTo>
                <a:lnTo>
                  <a:pt x="21" y="33"/>
                </a:lnTo>
                <a:close/>
                <a:moveTo>
                  <a:pt x="21" y="53"/>
                </a:moveTo>
                <a:cubicBezTo>
                  <a:pt x="21" y="55"/>
                  <a:pt x="19" y="57"/>
                  <a:pt x="17" y="57"/>
                </a:cubicBezTo>
                <a:cubicBezTo>
                  <a:pt x="4" y="57"/>
                  <a:pt x="4" y="57"/>
                  <a:pt x="4" y="57"/>
                </a:cubicBezTo>
                <a:cubicBezTo>
                  <a:pt x="2" y="57"/>
                  <a:pt x="0" y="55"/>
                  <a:pt x="0" y="53"/>
                </a:cubicBezTo>
                <a:cubicBezTo>
                  <a:pt x="0" y="45"/>
                  <a:pt x="0" y="45"/>
                  <a:pt x="0" y="45"/>
                </a:cubicBezTo>
                <a:cubicBezTo>
                  <a:pt x="0" y="43"/>
                  <a:pt x="2" y="42"/>
                  <a:pt x="4" y="42"/>
                </a:cubicBezTo>
                <a:cubicBezTo>
                  <a:pt x="17" y="42"/>
                  <a:pt x="17" y="42"/>
                  <a:pt x="17" y="42"/>
                </a:cubicBezTo>
                <a:cubicBezTo>
                  <a:pt x="19" y="42"/>
                  <a:pt x="21" y="43"/>
                  <a:pt x="21" y="45"/>
                </a:cubicBezTo>
                <a:lnTo>
                  <a:pt x="21" y="53"/>
                </a:lnTo>
                <a:close/>
                <a:moveTo>
                  <a:pt x="47" y="12"/>
                </a:moveTo>
                <a:cubicBezTo>
                  <a:pt x="47" y="14"/>
                  <a:pt x="45" y="16"/>
                  <a:pt x="43" y="16"/>
                </a:cubicBezTo>
                <a:cubicBezTo>
                  <a:pt x="30" y="16"/>
                  <a:pt x="30" y="16"/>
                  <a:pt x="30" y="16"/>
                </a:cubicBezTo>
                <a:cubicBezTo>
                  <a:pt x="28" y="16"/>
                  <a:pt x="26" y="14"/>
                  <a:pt x="26" y="12"/>
                </a:cubicBezTo>
                <a:cubicBezTo>
                  <a:pt x="26" y="4"/>
                  <a:pt x="26" y="4"/>
                  <a:pt x="26" y="4"/>
                </a:cubicBezTo>
                <a:cubicBezTo>
                  <a:pt x="26" y="2"/>
                  <a:pt x="28" y="0"/>
                  <a:pt x="30" y="0"/>
                </a:cubicBezTo>
                <a:cubicBezTo>
                  <a:pt x="43" y="0"/>
                  <a:pt x="43" y="0"/>
                  <a:pt x="43" y="0"/>
                </a:cubicBezTo>
                <a:cubicBezTo>
                  <a:pt x="45" y="0"/>
                  <a:pt x="47" y="2"/>
                  <a:pt x="47" y="4"/>
                </a:cubicBezTo>
                <a:lnTo>
                  <a:pt x="47" y="12"/>
                </a:lnTo>
                <a:close/>
                <a:moveTo>
                  <a:pt x="47" y="33"/>
                </a:moveTo>
                <a:cubicBezTo>
                  <a:pt x="47" y="35"/>
                  <a:pt x="45" y="36"/>
                  <a:pt x="43" y="36"/>
                </a:cubicBezTo>
                <a:cubicBezTo>
                  <a:pt x="30" y="36"/>
                  <a:pt x="30" y="36"/>
                  <a:pt x="30" y="36"/>
                </a:cubicBezTo>
                <a:cubicBezTo>
                  <a:pt x="28" y="36"/>
                  <a:pt x="26" y="35"/>
                  <a:pt x="26" y="33"/>
                </a:cubicBezTo>
                <a:cubicBezTo>
                  <a:pt x="26" y="25"/>
                  <a:pt x="26" y="25"/>
                  <a:pt x="26" y="25"/>
                </a:cubicBezTo>
                <a:cubicBezTo>
                  <a:pt x="26" y="23"/>
                  <a:pt x="28" y="21"/>
                  <a:pt x="30" y="21"/>
                </a:cubicBezTo>
                <a:cubicBezTo>
                  <a:pt x="43" y="21"/>
                  <a:pt x="43" y="21"/>
                  <a:pt x="43" y="21"/>
                </a:cubicBezTo>
                <a:cubicBezTo>
                  <a:pt x="45" y="21"/>
                  <a:pt x="47" y="23"/>
                  <a:pt x="47" y="25"/>
                </a:cubicBezTo>
                <a:lnTo>
                  <a:pt x="47" y="33"/>
                </a:lnTo>
                <a:close/>
                <a:moveTo>
                  <a:pt x="47" y="53"/>
                </a:moveTo>
                <a:cubicBezTo>
                  <a:pt x="47" y="55"/>
                  <a:pt x="45" y="57"/>
                  <a:pt x="43" y="57"/>
                </a:cubicBezTo>
                <a:cubicBezTo>
                  <a:pt x="30" y="57"/>
                  <a:pt x="30" y="57"/>
                  <a:pt x="30" y="57"/>
                </a:cubicBezTo>
                <a:cubicBezTo>
                  <a:pt x="28" y="57"/>
                  <a:pt x="26" y="55"/>
                  <a:pt x="26" y="53"/>
                </a:cubicBezTo>
                <a:cubicBezTo>
                  <a:pt x="26" y="45"/>
                  <a:pt x="26" y="45"/>
                  <a:pt x="26" y="45"/>
                </a:cubicBezTo>
                <a:cubicBezTo>
                  <a:pt x="26" y="43"/>
                  <a:pt x="28" y="42"/>
                  <a:pt x="30" y="42"/>
                </a:cubicBezTo>
                <a:cubicBezTo>
                  <a:pt x="43" y="42"/>
                  <a:pt x="43" y="42"/>
                  <a:pt x="43" y="42"/>
                </a:cubicBezTo>
                <a:cubicBezTo>
                  <a:pt x="45" y="42"/>
                  <a:pt x="47" y="43"/>
                  <a:pt x="47" y="45"/>
                </a:cubicBezTo>
                <a:lnTo>
                  <a:pt x="47" y="53"/>
                </a:lnTo>
                <a:close/>
                <a:moveTo>
                  <a:pt x="72" y="12"/>
                </a:moveTo>
                <a:cubicBezTo>
                  <a:pt x="72" y="14"/>
                  <a:pt x="71" y="16"/>
                  <a:pt x="69" y="16"/>
                </a:cubicBezTo>
                <a:cubicBezTo>
                  <a:pt x="56" y="16"/>
                  <a:pt x="56" y="16"/>
                  <a:pt x="56" y="16"/>
                </a:cubicBezTo>
                <a:cubicBezTo>
                  <a:pt x="54" y="16"/>
                  <a:pt x="52" y="14"/>
                  <a:pt x="52" y="12"/>
                </a:cubicBezTo>
                <a:cubicBezTo>
                  <a:pt x="52" y="4"/>
                  <a:pt x="52" y="4"/>
                  <a:pt x="52" y="4"/>
                </a:cubicBezTo>
                <a:cubicBezTo>
                  <a:pt x="52" y="2"/>
                  <a:pt x="54" y="0"/>
                  <a:pt x="56" y="0"/>
                </a:cubicBezTo>
                <a:cubicBezTo>
                  <a:pt x="69" y="0"/>
                  <a:pt x="69" y="0"/>
                  <a:pt x="69" y="0"/>
                </a:cubicBezTo>
                <a:cubicBezTo>
                  <a:pt x="71" y="0"/>
                  <a:pt x="72" y="2"/>
                  <a:pt x="72" y="4"/>
                </a:cubicBezTo>
                <a:lnTo>
                  <a:pt x="72" y="12"/>
                </a:lnTo>
                <a:close/>
                <a:moveTo>
                  <a:pt x="72" y="33"/>
                </a:moveTo>
                <a:cubicBezTo>
                  <a:pt x="72" y="35"/>
                  <a:pt x="71" y="36"/>
                  <a:pt x="69" y="36"/>
                </a:cubicBezTo>
                <a:cubicBezTo>
                  <a:pt x="56" y="36"/>
                  <a:pt x="56" y="36"/>
                  <a:pt x="56" y="36"/>
                </a:cubicBezTo>
                <a:cubicBezTo>
                  <a:pt x="54" y="36"/>
                  <a:pt x="52" y="35"/>
                  <a:pt x="52" y="33"/>
                </a:cubicBezTo>
                <a:cubicBezTo>
                  <a:pt x="52" y="25"/>
                  <a:pt x="52" y="25"/>
                  <a:pt x="52" y="25"/>
                </a:cubicBezTo>
                <a:cubicBezTo>
                  <a:pt x="52" y="23"/>
                  <a:pt x="54" y="21"/>
                  <a:pt x="56" y="21"/>
                </a:cubicBezTo>
                <a:cubicBezTo>
                  <a:pt x="69" y="21"/>
                  <a:pt x="69" y="21"/>
                  <a:pt x="69" y="21"/>
                </a:cubicBezTo>
                <a:cubicBezTo>
                  <a:pt x="71" y="21"/>
                  <a:pt x="72" y="23"/>
                  <a:pt x="72" y="25"/>
                </a:cubicBezTo>
                <a:lnTo>
                  <a:pt x="72" y="33"/>
                </a:lnTo>
                <a:close/>
                <a:moveTo>
                  <a:pt x="72" y="53"/>
                </a:moveTo>
                <a:cubicBezTo>
                  <a:pt x="72" y="55"/>
                  <a:pt x="71" y="57"/>
                  <a:pt x="69" y="57"/>
                </a:cubicBezTo>
                <a:cubicBezTo>
                  <a:pt x="56" y="57"/>
                  <a:pt x="56" y="57"/>
                  <a:pt x="56" y="57"/>
                </a:cubicBezTo>
                <a:cubicBezTo>
                  <a:pt x="54" y="57"/>
                  <a:pt x="52" y="55"/>
                  <a:pt x="52" y="53"/>
                </a:cubicBezTo>
                <a:cubicBezTo>
                  <a:pt x="52" y="45"/>
                  <a:pt x="52" y="45"/>
                  <a:pt x="52" y="45"/>
                </a:cubicBezTo>
                <a:cubicBezTo>
                  <a:pt x="52" y="43"/>
                  <a:pt x="54" y="42"/>
                  <a:pt x="56" y="42"/>
                </a:cubicBezTo>
                <a:cubicBezTo>
                  <a:pt x="69" y="42"/>
                  <a:pt x="69" y="42"/>
                  <a:pt x="69" y="42"/>
                </a:cubicBezTo>
                <a:cubicBezTo>
                  <a:pt x="71" y="42"/>
                  <a:pt x="72" y="43"/>
                  <a:pt x="72" y="45"/>
                </a:cubicBezTo>
                <a:lnTo>
                  <a:pt x="72" y="53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  <p:sp>
        <p:nvSpPr>
          <p:cNvPr id="13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25743938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Flowchar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Freeform 145"/>
          <p:cNvSpPr>
            <a:spLocks/>
          </p:cNvSpPr>
          <p:nvPr userDrawn="1"/>
        </p:nvSpPr>
        <p:spPr bwMode="auto">
          <a:xfrm>
            <a:off x="5292585" y="1230595"/>
            <a:ext cx="1606833" cy="1385605"/>
          </a:xfrm>
          <a:custGeom>
            <a:avLst/>
            <a:gdLst/>
            <a:ahLst/>
            <a:cxnLst>
              <a:cxn ang="0">
                <a:pos x="64" y="51"/>
              </a:cxn>
              <a:cxn ang="0">
                <a:pos x="60" y="55"/>
              </a:cxn>
              <a:cxn ang="0">
                <a:pos x="49" y="55"/>
              </a:cxn>
              <a:cxn ang="0">
                <a:pos x="45" y="51"/>
              </a:cxn>
              <a:cxn ang="0">
                <a:pos x="45" y="40"/>
              </a:cxn>
              <a:cxn ang="0">
                <a:pos x="49" y="36"/>
              </a:cxn>
              <a:cxn ang="0">
                <a:pos x="52" y="36"/>
              </a:cxn>
              <a:cxn ang="0">
                <a:pos x="52" y="30"/>
              </a:cxn>
              <a:cxn ang="0">
                <a:pos x="34" y="30"/>
              </a:cxn>
              <a:cxn ang="0">
                <a:pos x="34" y="36"/>
              </a:cxn>
              <a:cxn ang="0">
                <a:pos x="37" y="36"/>
              </a:cxn>
              <a:cxn ang="0">
                <a:pos x="41" y="40"/>
              </a:cxn>
              <a:cxn ang="0">
                <a:pos x="41" y="51"/>
              </a:cxn>
              <a:cxn ang="0">
                <a:pos x="37" y="55"/>
              </a:cxn>
              <a:cxn ang="0">
                <a:pos x="26" y="55"/>
              </a:cxn>
              <a:cxn ang="0">
                <a:pos x="23" y="51"/>
              </a:cxn>
              <a:cxn ang="0">
                <a:pos x="23" y="40"/>
              </a:cxn>
              <a:cxn ang="0">
                <a:pos x="26" y="36"/>
              </a:cxn>
              <a:cxn ang="0">
                <a:pos x="29" y="36"/>
              </a:cxn>
              <a:cxn ang="0">
                <a:pos x="29" y="30"/>
              </a:cxn>
              <a:cxn ang="0">
                <a:pos x="11" y="30"/>
              </a:cxn>
              <a:cxn ang="0">
                <a:pos x="11" y="36"/>
              </a:cxn>
              <a:cxn ang="0">
                <a:pos x="15" y="36"/>
              </a:cxn>
              <a:cxn ang="0">
                <a:pos x="18" y="40"/>
              </a:cxn>
              <a:cxn ang="0">
                <a:pos x="18" y="51"/>
              </a:cxn>
              <a:cxn ang="0">
                <a:pos x="15" y="55"/>
              </a:cxn>
              <a:cxn ang="0">
                <a:pos x="3" y="55"/>
              </a:cxn>
              <a:cxn ang="0">
                <a:pos x="0" y="51"/>
              </a:cxn>
              <a:cxn ang="0">
                <a:pos x="0" y="40"/>
              </a:cxn>
              <a:cxn ang="0">
                <a:pos x="3" y="36"/>
              </a:cxn>
              <a:cxn ang="0">
                <a:pos x="7" y="36"/>
              </a:cxn>
              <a:cxn ang="0">
                <a:pos x="7" y="30"/>
              </a:cxn>
              <a:cxn ang="0">
                <a:pos x="11" y="25"/>
              </a:cxn>
              <a:cxn ang="0">
                <a:pos x="29" y="25"/>
              </a:cxn>
              <a:cxn ang="0">
                <a:pos x="29" y="18"/>
              </a:cxn>
              <a:cxn ang="0">
                <a:pos x="26" y="18"/>
              </a:cxn>
              <a:cxn ang="0">
                <a:pos x="23" y="15"/>
              </a:cxn>
              <a:cxn ang="0">
                <a:pos x="23" y="3"/>
              </a:cxn>
              <a:cxn ang="0">
                <a:pos x="26" y="0"/>
              </a:cxn>
              <a:cxn ang="0">
                <a:pos x="37" y="0"/>
              </a:cxn>
              <a:cxn ang="0">
                <a:pos x="41" y="3"/>
              </a:cxn>
              <a:cxn ang="0">
                <a:pos x="41" y="15"/>
              </a:cxn>
              <a:cxn ang="0">
                <a:pos x="37" y="18"/>
              </a:cxn>
              <a:cxn ang="0">
                <a:pos x="34" y="18"/>
              </a:cxn>
              <a:cxn ang="0">
                <a:pos x="34" y="25"/>
              </a:cxn>
              <a:cxn ang="0">
                <a:pos x="52" y="25"/>
              </a:cxn>
              <a:cxn ang="0">
                <a:pos x="57" y="30"/>
              </a:cxn>
              <a:cxn ang="0">
                <a:pos x="57" y="36"/>
              </a:cxn>
              <a:cxn ang="0">
                <a:pos x="60" y="36"/>
              </a:cxn>
              <a:cxn ang="0">
                <a:pos x="64" y="40"/>
              </a:cxn>
              <a:cxn ang="0">
                <a:pos x="64" y="51"/>
              </a:cxn>
            </a:cxnLst>
            <a:rect l="0" t="0" r="r" b="b"/>
            <a:pathLst>
              <a:path w="64" h="55">
                <a:moveTo>
                  <a:pt x="64" y="51"/>
                </a:moveTo>
                <a:cubicBezTo>
                  <a:pt x="64" y="53"/>
                  <a:pt x="62" y="55"/>
                  <a:pt x="60" y="55"/>
                </a:cubicBezTo>
                <a:cubicBezTo>
                  <a:pt x="49" y="55"/>
                  <a:pt x="49" y="55"/>
                  <a:pt x="49" y="55"/>
                </a:cubicBezTo>
                <a:cubicBezTo>
                  <a:pt x="47" y="55"/>
                  <a:pt x="45" y="53"/>
                  <a:pt x="45" y="51"/>
                </a:cubicBezTo>
                <a:cubicBezTo>
                  <a:pt x="45" y="40"/>
                  <a:pt x="45" y="40"/>
                  <a:pt x="45" y="40"/>
                </a:cubicBezTo>
                <a:cubicBezTo>
                  <a:pt x="45" y="38"/>
                  <a:pt x="47" y="36"/>
                  <a:pt x="49" y="36"/>
                </a:cubicBezTo>
                <a:cubicBezTo>
                  <a:pt x="52" y="36"/>
                  <a:pt x="52" y="36"/>
                  <a:pt x="52" y="36"/>
                </a:cubicBezTo>
                <a:cubicBezTo>
                  <a:pt x="52" y="30"/>
                  <a:pt x="52" y="30"/>
                  <a:pt x="52" y="30"/>
                </a:cubicBezTo>
                <a:cubicBezTo>
                  <a:pt x="34" y="30"/>
                  <a:pt x="34" y="30"/>
                  <a:pt x="34" y="30"/>
                </a:cubicBezTo>
                <a:cubicBezTo>
                  <a:pt x="34" y="36"/>
                  <a:pt x="34" y="36"/>
                  <a:pt x="34" y="36"/>
                </a:cubicBezTo>
                <a:cubicBezTo>
                  <a:pt x="37" y="36"/>
                  <a:pt x="37" y="36"/>
                  <a:pt x="37" y="36"/>
                </a:cubicBezTo>
                <a:cubicBezTo>
                  <a:pt x="39" y="36"/>
                  <a:pt x="41" y="38"/>
                  <a:pt x="41" y="40"/>
                </a:cubicBezTo>
                <a:cubicBezTo>
                  <a:pt x="41" y="51"/>
                  <a:pt x="41" y="51"/>
                  <a:pt x="41" y="51"/>
                </a:cubicBezTo>
                <a:cubicBezTo>
                  <a:pt x="41" y="53"/>
                  <a:pt x="39" y="55"/>
                  <a:pt x="37" y="55"/>
                </a:cubicBezTo>
                <a:cubicBezTo>
                  <a:pt x="26" y="55"/>
                  <a:pt x="26" y="55"/>
                  <a:pt x="26" y="55"/>
                </a:cubicBezTo>
                <a:cubicBezTo>
                  <a:pt x="24" y="55"/>
                  <a:pt x="23" y="53"/>
                  <a:pt x="23" y="51"/>
                </a:cubicBezTo>
                <a:cubicBezTo>
                  <a:pt x="23" y="40"/>
                  <a:pt x="23" y="40"/>
                  <a:pt x="23" y="40"/>
                </a:cubicBezTo>
                <a:cubicBezTo>
                  <a:pt x="23" y="38"/>
                  <a:pt x="24" y="36"/>
                  <a:pt x="26" y="36"/>
                </a:cubicBezTo>
                <a:cubicBezTo>
                  <a:pt x="29" y="36"/>
                  <a:pt x="29" y="36"/>
                  <a:pt x="29" y="36"/>
                </a:cubicBezTo>
                <a:cubicBezTo>
                  <a:pt x="29" y="30"/>
                  <a:pt x="29" y="30"/>
                  <a:pt x="29" y="30"/>
                </a:cubicBezTo>
                <a:cubicBezTo>
                  <a:pt x="11" y="30"/>
                  <a:pt x="11" y="30"/>
                  <a:pt x="11" y="30"/>
                </a:cubicBezTo>
                <a:cubicBezTo>
                  <a:pt x="11" y="36"/>
                  <a:pt x="11" y="36"/>
                  <a:pt x="11" y="36"/>
                </a:cubicBezTo>
                <a:cubicBezTo>
                  <a:pt x="15" y="36"/>
                  <a:pt x="15" y="36"/>
                  <a:pt x="15" y="36"/>
                </a:cubicBezTo>
                <a:cubicBezTo>
                  <a:pt x="17" y="36"/>
                  <a:pt x="18" y="38"/>
                  <a:pt x="18" y="40"/>
                </a:cubicBezTo>
                <a:cubicBezTo>
                  <a:pt x="18" y="51"/>
                  <a:pt x="18" y="51"/>
                  <a:pt x="18" y="51"/>
                </a:cubicBezTo>
                <a:cubicBezTo>
                  <a:pt x="18" y="53"/>
                  <a:pt x="17" y="55"/>
                  <a:pt x="15" y="55"/>
                </a:cubicBezTo>
                <a:cubicBezTo>
                  <a:pt x="3" y="55"/>
                  <a:pt x="3" y="55"/>
                  <a:pt x="3" y="55"/>
                </a:cubicBezTo>
                <a:cubicBezTo>
                  <a:pt x="1" y="55"/>
                  <a:pt x="0" y="53"/>
                  <a:pt x="0" y="51"/>
                </a:cubicBezTo>
                <a:cubicBezTo>
                  <a:pt x="0" y="40"/>
                  <a:pt x="0" y="40"/>
                  <a:pt x="0" y="40"/>
                </a:cubicBezTo>
                <a:cubicBezTo>
                  <a:pt x="0" y="38"/>
                  <a:pt x="1" y="36"/>
                  <a:pt x="3" y="36"/>
                </a:cubicBezTo>
                <a:cubicBezTo>
                  <a:pt x="7" y="36"/>
                  <a:pt x="7" y="36"/>
                  <a:pt x="7" y="36"/>
                </a:cubicBezTo>
                <a:cubicBezTo>
                  <a:pt x="7" y="30"/>
                  <a:pt x="7" y="30"/>
                  <a:pt x="7" y="30"/>
                </a:cubicBezTo>
                <a:cubicBezTo>
                  <a:pt x="7" y="27"/>
                  <a:pt x="9" y="25"/>
                  <a:pt x="11" y="25"/>
                </a:cubicBezTo>
                <a:cubicBezTo>
                  <a:pt x="29" y="25"/>
                  <a:pt x="29" y="25"/>
                  <a:pt x="29" y="25"/>
                </a:cubicBezTo>
                <a:cubicBezTo>
                  <a:pt x="29" y="18"/>
                  <a:pt x="29" y="18"/>
                  <a:pt x="29" y="18"/>
                </a:cubicBezTo>
                <a:cubicBezTo>
                  <a:pt x="26" y="18"/>
                  <a:pt x="26" y="18"/>
                  <a:pt x="26" y="18"/>
                </a:cubicBezTo>
                <a:cubicBezTo>
                  <a:pt x="24" y="18"/>
                  <a:pt x="23" y="17"/>
                  <a:pt x="23" y="15"/>
                </a:cubicBezTo>
                <a:cubicBezTo>
                  <a:pt x="23" y="3"/>
                  <a:pt x="23" y="3"/>
                  <a:pt x="23" y="3"/>
                </a:cubicBezTo>
                <a:cubicBezTo>
                  <a:pt x="23" y="1"/>
                  <a:pt x="24" y="0"/>
                  <a:pt x="26" y="0"/>
                </a:cubicBezTo>
                <a:cubicBezTo>
                  <a:pt x="37" y="0"/>
                  <a:pt x="37" y="0"/>
                  <a:pt x="37" y="0"/>
                </a:cubicBezTo>
                <a:cubicBezTo>
                  <a:pt x="39" y="0"/>
                  <a:pt x="41" y="1"/>
                  <a:pt x="41" y="3"/>
                </a:cubicBezTo>
                <a:cubicBezTo>
                  <a:pt x="41" y="15"/>
                  <a:pt x="41" y="15"/>
                  <a:pt x="41" y="15"/>
                </a:cubicBezTo>
                <a:cubicBezTo>
                  <a:pt x="41" y="17"/>
                  <a:pt x="39" y="18"/>
                  <a:pt x="37" y="18"/>
                </a:cubicBezTo>
                <a:cubicBezTo>
                  <a:pt x="34" y="18"/>
                  <a:pt x="34" y="18"/>
                  <a:pt x="34" y="18"/>
                </a:cubicBezTo>
                <a:cubicBezTo>
                  <a:pt x="34" y="25"/>
                  <a:pt x="34" y="25"/>
                  <a:pt x="34" y="25"/>
                </a:cubicBezTo>
                <a:cubicBezTo>
                  <a:pt x="52" y="25"/>
                  <a:pt x="52" y="25"/>
                  <a:pt x="52" y="25"/>
                </a:cubicBezTo>
                <a:cubicBezTo>
                  <a:pt x="55" y="25"/>
                  <a:pt x="57" y="27"/>
                  <a:pt x="57" y="30"/>
                </a:cubicBezTo>
                <a:cubicBezTo>
                  <a:pt x="57" y="36"/>
                  <a:pt x="57" y="36"/>
                  <a:pt x="57" y="36"/>
                </a:cubicBezTo>
                <a:cubicBezTo>
                  <a:pt x="60" y="36"/>
                  <a:pt x="60" y="36"/>
                  <a:pt x="60" y="36"/>
                </a:cubicBezTo>
                <a:cubicBezTo>
                  <a:pt x="62" y="36"/>
                  <a:pt x="64" y="38"/>
                  <a:pt x="64" y="40"/>
                </a:cubicBezTo>
                <a:lnTo>
                  <a:pt x="64" y="51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  <p:sp>
        <p:nvSpPr>
          <p:cNvPr id="13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6373300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Tre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reeform 129"/>
          <p:cNvSpPr>
            <a:spLocks/>
          </p:cNvSpPr>
          <p:nvPr userDrawn="1"/>
        </p:nvSpPr>
        <p:spPr bwMode="auto">
          <a:xfrm>
            <a:off x="5583767" y="1363136"/>
            <a:ext cx="1024467" cy="1253064"/>
          </a:xfrm>
          <a:custGeom>
            <a:avLst/>
            <a:gdLst/>
            <a:ahLst/>
            <a:cxnLst>
              <a:cxn ang="0">
                <a:pos x="53" y="58"/>
              </a:cxn>
              <a:cxn ang="0">
                <a:pos x="36" y="58"/>
              </a:cxn>
              <a:cxn ang="0">
                <a:pos x="36" y="65"/>
              </a:cxn>
              <a:cxn ang="0">
                <a:pos x="34" y="68"/>
              </a:cxn>
              <a:cxn ang="0">
                <a:pos x="22" y="68"/>
              </a:cxn>
              <a:cxn ang="0">
                <a:pos x="20" y="65"/>
              </a:cxn>
              <a:cxn ang="0">
                <a:pos x="20" y="58"/>
              </a:cxn>
              <a:cxn ang="0">
                <a:pos x="2" y="58"/>
              </a:cxn>
              <a:cxn ang="0">
                <a:pos x="0" y="56"/>
              </a:cxn>
              <a:cxn ang="0">
                <a:pos x="1" y="54"/>
              </a:cxn>
              <a:cxn ang="0">
                <a:pos x="16" y="39"/>
              </a:cxn>
              <a:cxn ang="0">
                <a:pos x="7" y="39"/>
              </a:cxn>
              <a:cxn ang="0">
                <a:pos x="5" y="36"/>
              </a:cxn>
              <a:cxn ang="0">
                <a:pos x="6" y="34"/>
              </a:cxn>
              <a:cxn ang="0">
                <a:pos x="21" y="19"/>
              </a:cxn>
              <a:cxn ang="0">
                <a:pos x="13" y="19"/>
              </a:cxn>
              <a:cxn ang="0">
                <a:pos x="11" y="17"/>
              </a:cxn>
              <a:cxn ang="0">
                <a:pos x="12" y="15"/>
              </a:cxn>
              <a:cxn ang="0">
                <a:pos x="26" y="0"/>
              </a:cxn>
              <a:cxn ang="0">
                <a:pos x="28" y="0"/>
              </a:cxn>
              <a:cxn ang="0">
                <a:pos x="30" y="0"/>
              </a:cxn>
              <a:cxn ang="0">
                <a:pos x="44" y="15"/>
              </a:cxn>
              <a:cxn ang="0">
                <a:pos x="45" y="17"/>
              </a:cxn>
              <a:cxn ang="0">
                <a:pos x="42" y="19"/>
              </a:cxn>
              <a:cxn ang="0">
                <a:pos x="35" y="19"/>
              </a:cxn>
              <a:cxn ang="0">
                <a:pos x="50" y="34"/>
              </a:cxn>
              <a:cxn ang="0">
                <a:pos x="51" y="36"/>
              </a:cxn>
              <a:cxn ang="0">
                <a:pos x="49" y="39"/>
              </a:cxn>
              <a:cxn ang="0">
                <a:pos x="40" y="39"/>
              </a:cxn>
              <a:cxn ang="0">
                <a:pos x="55" y="54"/>
              </a:cxn>
              <a:cxn ang="0">
                <a:pos x="56" y="56"/>
              </a:cxn>
              <a:cxn ang="0">
                <a:pos x="53" y="58"/>
              </a:cxn>
            </a:cxnLst>
            <a:rect l="0" t="0" r="r" b="b"/>
            <a:pathLst>
              <a:path w="56" h="68">
                <a:moveTo>
                  <a:pt x="53" y="58"/>
                </a:moveTo>
                <a:cubicBezTo>
                  <a:pt x="36" y="58"/>
                  <a:pt x="36" y="58"/>
                  <a:pt x="36" y="58"/>
                </a:cubicBezTo>
                <a:cubicBezTo>
                  <a:pt x="36" y="60"/>
                  <a:pt x="36" y="63"/>
                  <a:pt x="36" y="65"/>
                </a:cubicBezTo>
                <a:cubicBezTo>
                  <a:pt x="36" y="67"/>
                  <a:pt x="35" y="68"/>
                  <a:pt x="34" y="68"/>
                </a:cubicBezTo>
                <a:cubicBezTo>
                  <a:pt x="22" y="68"/>
                  <a:pt x="22" y="68"/>
                  <a:pt x="22" y="68"/>
                </a:cubicBezTo>
                <a:cubicBezTo>
                  <a:pt x="21" y="68"/>
                  <a:pt x="20" y="67"/>
                  <a:pt x="20" y="65"/>
                </a:cubicBezTo>
                <a:cubicBezTo>
                  <a:pt x="20" y="63"/>
                  <a:pt x="20" y="60"/>
                  <a:pt x="20" y="58"/>
                </a:cubicBezTo>
                <a:cubicBezTo>
                  <a:pt x="2" y="58"/>
                  <a:pt x="2" y="58"/>
                  <a:pt x="2" y="58"/>
                </a:cubicBezTo>
                <a:cubicBezTo>
                  <a:pt x="1" y="58"/>
                  <a:pt x="0" y="57"/>
                  <a:pt x="0" y="56"/>
                </a:cubicBezTo>
                <a:cubicBezTo>
                  <a:pt x="0" y="55"/>
                  <a:pt x="0" y="54"/>
                  <a:pt x="1" y="54"/>
                </a:cubicBezTo>
                <a:cubicBezTo>
                  <a:pt x="16" y="39"/>
                  <a:pt x="16" y="39"/>
                  <a:pt x="16" y="39"/>
                </a:cubicBezTo>
                <a:cubicBezTo>
                  <a:pt x="7" y="39"/>
                  <a:pt x="7" y="39"/>
                  <a:pt x="7" y="39"/>
                </a:cubicBezTo>
                <a:cubicBezTo>
                  <a:pt x="6" y="39"/>
                  <a:pt x="5" y="37"/>
                  <a:pt x="5" y="36"/>
                </a:cubicBezTo>
                <a:cubicBezTo>
                  <a:pt x="5" y="35"/>
                  <a:pt x="5" y="35"/>
                  <a:pt x="6" y="34"/>
                </a:cubicBezTo>
                <a:cubicBezTo>
                  <a:pt x="21" y="19"/>
                  <a:pt x="21" y="19"/>
                  <a:pt x="21" y="19"/>
                </a:cubicBezTo>
                <a:cubicBezTo>
                  <a:pt x="13" y="19"/>
                  <a:pt x="13" y="19"/>
                  <a:pt x="13" y="19"/>
                </a:cubicBezTo>
                <a:cubicBezTo>
                  <a:pt x="12" y="19"/>
                  <a:pt x="11" y="18"/>
                  <a:pt x="11" y="17"/>
                </a:cubicBezTo>
                <a:cubicBezTo>
                  <a:pt x="11" y="16"/>
                  <a:pt x="11" y="15"/>
                  <a:pt x="12" y="15"/>
                </a:cubicBezTo>
                <a:cubicBezTo>
                  <a:pt x="26" y="0"/>
                  <a:pt x="26" y="0"/>
                  <a:pt x="26" y="0"/>
                </a:cubicBezTo>
                <a:cubicBezTo>
                  <a:pt x="27" y="0"/>
                  <a:pt x="27" y="0"/>
                  <a:pt x="28" y="0"/>
                </a:cubicBezTo>
                <a:cubicBezTo>
                  <a:pt x="29" y="0"/>
                  <a:pt x="29" y="0"/>
                  <a:pt x="30" y="0"/>
                </a:cubicBezTo>
                <a:cubicBezTo>
                  <a:pt x="44" y="15"/>
                  <a:pt x="44" y="15"/>
                  <a:pt x="44" y="15"/>
                </a:cubicBezTo>
                <a:cubicBezTo>
                  <a:pt x="45" y="15"/>
                  <a:pt x="45" y="16"/>
                  <a:pt x="45" y="17"/>
                </a:cubicBezTo>
                <a:cubicBezTo>
                  <a:pt x="45" y="18"/>
                  <a:pt x="44" y="19"/>
                  <a:pt x="42" y="19"/>
                </a:cubicBezTo>
                <a:cubicBezTo>
                  <a:pt x="35" y="19"/>
                  <a:pt x="35" y="19"/>
                  <a:pt x="35" y="19"/>
                </a:cubicBezTo>
                <a:cubicBezTo>
                  <a:pt x="50" y="34"/>
                  <a:pt x="50" y="34"/>
                  <a:pt x="50" y="34"/>
                </a:cubicBezTo>
                <a:cubicBezTo>
                  <a:pt x="51" y="35"/>
                  <a:pt x="51" y="35"/>
                  <a:pt x="51" y="36"/>
                </a:cubicBezTo>
                <a:cubicBezTo>
                  <a:pt x="51" y="37"/>
                  <a:pt x="50" y="39"/>
                  <a:pt x="49" y="39"/>
                </a:cubicBezTo>
                <a:cubicBezTo>
                  <a:pt x="40" y="39"/>
                  <a:pt x="40" y="39"/>
                  <a:pt x="40" y="39"/>
                </a:cubicBezTo>
                <a:cubicBezTo>
                  <a:pt x="55" y="54"/>
                  <a:pt x="55" y="54"/>
                  <a:pt x="55" y="54"/>
                </a:cubicBezTo>
                <a:cubicBezTo>
                  <a:pt x="56" y="54"/>
                  <a:pt x="56" y="55"/>
                  <a:pt x="56" y="56"/>
                </a:cubicBezTo>
                <a:cubicBezTo>
                  <a:pt x="56" y="57"/>
                  <a:pt x="55" y="58"/>
                  <a:pt x="53" y="58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  <p:sp>
        <p:nvSpPr>
          <p:cNvPr id="13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20198634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Timeli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Freeform 69"/>
          <p:cNvSpPr>
            <a:spLocks noEditPoints="1"/>
          </p:cNvSpPr>
          <p:nvPr userDrawn="1"/>
        </p:nvSpPr>
        <p:spPr bwMode="auto">
          <a:xfrm>
            <a:off x="5467090" y="1498600"/>
            <a:ext cx="1257823" cy="1267883"/>
          </a:xfrm>
          <a:custGeom>
            <a:avLst/>
            <a:gdLst/>
            <a:ahLst/>
            <a:cxnLst>
              <a:cxn ang="0">
                <a:pos x="29" y="58"/>
              </a:cxn>
              <a:cxn ang="0">
                <a:pos x="6" y="47"/>
              </a:cxn>
              <a:cxn ang="0">
                <a:pos x="7" y="46"/>
              </a:cxn>
              <a:cxn ang="0">
                <a:pos x="12" y="40"/>
              </a:cxn>
              <a:cxn ang="0">
                <a:pos x="13" y="40"/>
              </a:cxn>
              <a:cxn ang="0">
                <a:pos x="14" y="41"/>
              </a:cxn>
              <a:cxn ang="0">
                <a:pos x="29" y="48"/>
              </a:cxn>
              <a:cxn ang="0">
                <a:pos x="48" y="29"/>
              </a:cxn>
              <a:cxn ang="0">
                <a:pos x="29" y="9"/>
              </a:cxn>
              <a:cxn ang="0">
                <a:pos x="16" y="14"/>
              </a:cxn>
              <a:cxn ang="0">
                <a:pos x="21" y="20"/>
              </a:cxn>
              <a:cxn ang="0">
                <a:pos x="21" y="22"/>
              </a:cxn>
              <a:cxn ang="0">
                <a:pos x="19" y="24"/>
              </a:cxn>
              <a:cxn ang="0">
                <a:pos x="2" y="24"/>
              </a:cxn>
              <a:cxn ang="0">
                <a:pos x="0" y="21"/>
              </a:cxn>
              <a:cxn ang="0">
                <a:pos x="0" y="4"/>
              </a:cxn>
              <a:cxn ang="0">
                <a:pos x="1" y="2"/>
              </a:cxn>
              <a:cxn ang="0">
                <a:pos x="4" y="3"/>
              </a:cxn>
              <a:cxn ang="0">
                <a:pos x="9" y="8"/>
              </a:cxn>
              <a:cxn ang="0">
                <a:pos x="29" y="0"/>
              </a:cxn>
              <a:cxn ang="0">
                <a:pos x="58" y="29"/>
              </a:cxn>
              <a:cxn ang="0">
                <a:pos x="29" y="58"/>
              </a:cxn>
              <a:cxn ang="0">
                <a:pos x="34" y="35"/>
              </a:cxn>
              <a:cxn ang="0">
                <a:pos x="33" y="36"/>
              </a:cxn>
              <a:cxn ang="0">
                <a:pos x="20" y="36"/>
              </a:cxn>
              <a:cxn ang="0">
                <a:pos x="19" y="35"/>
              </a:cxn>
              <a:cxn ang="0">
                <a:pos x="19" y="32"/>
              </a:cxn>
              <a:cxn ang="0">
                <a:pos x="20" y="31"/>
              </a:cxn>
              <a:cxn ang="0">
                <a:pos x="29" y="31"/>
              </a:cxn>
              <a:cxn ang="0">
                <a:pos x="29" y="18"/>
              </a:cxn>
              <a:cxn ang="0">
                <a:pos x="30" y="17"/>
              </a:cxn>
              <a:cxn ang="0">
                <a:pos x="33" y="17"/>
              </a:cxn>
              <a:cxn ang="0">
                <a:pos x="34" y="18"/>
              </a:cxn>
              <a:cxn ang="0">
                <a:pos x="34" y="35"/>
              </a:cxn>
            </a:cxnLst>
            <a:rect l="0" t="0" r="r" b="b"/>
            <a:pathLst>
              <a:path w="58" h="58">
                <a:moveTo>
                  <a:pt x="29" y="58"/>
                </a:moveTo>
                <a:cubicBezTo>
                  <a:pt x="20" y="58"/>
                  <a:pt x="12" y="54"/>
                  <a:pt x="6" y="47"/>
                </a:cubicBezTo>
                <a:cubicBezTo>
                  <a:pt x="6" y="47"/>
                  <a:pt x="6" y="46"/>
                  <a:pt x="7" y="46"/>
                </a:cubicBezTo>
                <a:cubicBezTo>
                  <a:pt x="12" y="40"/>
                  <a:pt x="12" y="40"/>
                  <a:pt x="12" y="40"/>
                </a:cubicBezTo>
                <a:cubicBezTo>
                  <a:pt x="12" y="40"/>
                  <a:pt x="12" y="40"/>
                  <a:pt x="13" y="40"/>
                </a:cubicBezTo>
                <a:cubicBezTo>
                  <a:pt x="13" y="40"/>
                  <a:pt x="13" y="40"/>
                  <a:pt x="14" y="41"/>
                </a:cubicBezTo>
                <a:cubicBezTo>
                  <a:pt x="17" y="45"/>
                  <a:pt x="23" y="48"/>
                  <a:pt x="29" y="48"/>
                </a:cubicBezTo>
                <a:cubicBezTo>
                  <a:pt x="40" y="48"/>
                  <a:pt x="48" y="39"/>
                  <a:pt x="48" y="29"/>
                </a:cubicBezTo>
                <a:cubicBezTo>
                  <a:pt x="48" y="18"/>
                  <a:pt x="40" y="9"/>
                  <a:pt x="29" y="9"/>
                </a:cubicBezTo>
                <a:cubicBezTo>
                  <a:pt x="24" y="9"/>
                  <a:pt x="19" y="11"/>
                  <a:pt x="16" y="14"/>
                </a:cubicBezTo>
                <a:cubicBezTo>
                  <a:pt x="21" y="20"/>
                  <a:pt x="21" y="20"/>
                  <a:pt x="21" y="20"/>
                </a:cubicBezTo>
                <a:cubicBezTo>
                  <a:pt x="22" y="20"/>
                  <a:pt x="22" y="21"/>
                  <a:pt x="21" y="22"/>
                </a:cubicBezTo>
                <a:cubicBezTo>
                  <a:pt x="21" y="23"/>
                  <a:pt x="20" y="24"/>
                  <a:pt x="19" y="24"/>
                </a:cubicBezTo>
                <a:cubicBezTo>
                  <a:pt x="2" y="24"/>
                  <a:pt x="2" y="24"/>
                  <a:pt x="2" y="24"/>
                </a:cubicBezTo>
                <a:cubicBezTo>
                  <a:pt x="1" y="24"/>
                  <a:pt x="0" y="23"/>
                  <a:pt x="0" y="21"/>
                </a:cubicBezTo>
                <a:cubicBezTo>
                  <a:pt x="0" y="4"/>
                  <a:pt x="0" y="4"/>
                  <a:pt x="0" y="4"/>
                </a:cubicBezTo>
                <a:cubicBezTo>
                  <a:pt x="0" y="3"/>
                  <a:pt x="0" y="3"/>
                  <a:pt x="1" y="2"/>
                </a:cubicBezTo>
                <a:cubicBezTo>
                  <a:pt x="2" y="2"/>
                  <a:pt x="3" y="2"/>
                  <a:pt x="4" y="3"/>
                </a:cubicBezTo>
                <a:cubicBezTo>
                  <a:pt x="9" y="8"/>
                  <a:pt x="9" y="8"/>
                  <a:pt x="9" y="8"/>
                </a:cubicBezTo>
                <a:cubicBezTo>
                  <a:pt x="14" y="3"/>
                  <a:pt x="21" y="0"/>
                  <a:pt x="29" y="0"/>
                </a:cubicBezTo>
                <a:cubicBezTo>
                  <a:pt x="45" y="0"/>
                  <a:pt x="58" y="13"/>
                  <a:pt x="58" y="29"/>
                </a:cubicBezTo>
                <a:cubicBezTo>
                  <a:pt x="58" y="45"/>
                  <a:pt x="45" y="58"/>
                  <a:pt x="29" y="58"/>
                </a:cubicBezTo>
                <a:close/>
                <a:moveTo>
                  <a:pt x="34" y="35"/>
                </a:moveTo>
                <a:cubicBezTo>
                  <a:pt x="34" y="35"/>
                  <a:pt x="33" y="36"/>
                  <a:pt x="33" y="36"/>
                </a:cubicBezTo>
                <a:cubicBezTo>
                  <a:pt x="20" y="36"/>
                  <a:pt x="20" y="36"/>
                  <a:pt x="20" y="36"/>
                </a:cubicBezTo>
                <a:cubicBezTo>
                  <a:pt x="20" y="36"/>
                  <a:pt x="19" y="35"/>
                  <a:pt x="19" y="35"/>
                </a:cubicBezTo>
                <a:cubicBezTo>
                  <a:pt x="19" y="32"/>
                  <a:pt x="19" y="32"/>
                  <a:pt x="19" y="32"/>
                </a:cubicBezTo>
                <a:cubicBezTo>
                  <a:pt x="19" y="32"/>
                  <a:pt x="20" y="31"/>
                  <a:pt x="20" y="31"/>
                </a:cubicBezTo>
                <a:cubicBezTo>
                  <a:pt x="29" y="31"/>
                  <a:pt x="29" y="31"/>
                  <a:pt x="29" y="31"/>
                </a:cubicBezTo>
                <a:cubicBezTo>
                  <a:pt x="29" y="18"/>
                  <a:pt x="29" y="18"/>
                  <a:pt x="29" y="18"/>
                </a:cubicBezTo>
                <a:cubicBezTo>
                  <a:pt x="29" y="17"/>
                  <a:pt x="29" y="17"/>
                  <a:pt x="30" y="17"/>
                </a:cubicBezTo>
                <a:cubicBezTo>
                  <a:pt x="33" y="17"/>
                  <a:pt x="33" y="17"/>
                  <a:pt x="33" y="17"/>
                </a:cubicBezTo>
                <a:cubicBezTo>
                  <a:pt x="33" y="17"/>
                  <a:pt x="34" y="17"/>
                  <a:pt x="34" y="18"/>
                </a:cubicBezTo>
                <a:lnTo>
                  <a:pt x="34" y="35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  <p:sp>
        <p:nvSpPr>
          <p:cNvPr id="13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39758472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Mgm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reeform 100"/>
          <p:cNvSpPr>
            <a:spLocks noEditPoints="1"/>
          </p:cNvSpPr>
          <p:nvPr userDrawn="1"/>
        </p:nvSpPr>
        <p:spPr bwMode="auto">
          <a:xfrm>
            <a:off x="5428193" y="1498601"/>
            <a:ext cx="1335617" cy="1280351"/>
          </a:xfrm>
          <a:custGeom>
            <a:avLst/>
            <a:gdLst/>
            <a:ahLst/>
            <a:cxnLst>
              <a:cxn ang="0">
                <a:pos x="63" y="49"/>
              </a:cxn>
              <a:cxn ang="0">
                <a:pos x="58" y="44"/>
              </a:cxn>
              <a:cxn ang="0">
                <a:pos x="54" y="48"/>
              </a:cxn>
              <a:cxn ang="0">
                <a:pos x="63" y="57"/>
              </a:cxn>
              <a:cxn ang="0">
                <a:pos x="64" y="60"/>
              </a:cxn>
              <a:cxn ang="0">
                <a:pos x="59" y="64"/>
              </a:cxn>
              <a:cxn ang="0">
                <a:pos x="56" y="63"/>
              </a:cxn>
              <a:cxn ang="0">
                <a:pos x="29" y="36"/>
              </a:cxn>
              <a:cxn ang="0">
                <a:pos x="15" y="42"/>
              </a:cxn>
              <a:cxn ang="0">
                <a:pos x="0" y="27"/>
              </a:cxn>
              <a:cxn ang="0">
                <a:pos x="26" y="0"/>
              </a:cxn>
              <a:cxn ang="0">
                <a:pos x="41" y="15"/>
              </a:cxn>
              <a:cxn ang="0">
                <a:pos x="36" y="30"/>
              </a:cxn>
              <a:cxn ang="0">
                <a:pos x="50" y="44"/>
              </a:cxn>
              <a:cxn ang="0">
                <a:pos x="54" y="40"/>
              </a:cxn>
              <a:cxn ang="0">
                <a:pos x="49" y="35"/>
              </a:cxn>
              <a:cxn ang="0">
                <a:pos x="54" y="31"/>
              </a:cxn>
              <a:cxn ang="0">
                <a:pos x="55" y="31"/>
              </a:cxn>
              <a:cxn ang="0">
                <a:pos x="67" y="44"/>
              </a:cxn>
              <a:cxn ang="0">
                <a:pos x="63" y="49"/>
              </a:cxn>
              <a:cxn ang="0">
                <a:pos x="25" y="8"/>
              </a:cxn>
              <a:cxn ang="0">
                <a:pos x="18" y="16"/>
              </a:cxn>
              <a:cxn ang="0">
                <a:pos x="19" y="19"/>
              </a:cxn>
              <a:cxn ang="0">
                <a:pos x="15" y="18"/>
              </a:cxn>
              <a:cxn ang="0">
                <a:pos x="7" y="26"/>
              </a:cxn>
              <a:cxn ang="0">
                <a:pos x="15" y="34"/>
              </a:cxn>
              <a:cxn ang="0">
                <a:pos x="23" y="26"/>
              </a:cxn>
              <a:cxn ang="0">
                <a:pos x="22" y="23"/>
              </a:cxn>
              <a:cxn ang="0">
                <a:pos x="25" y="24"/>
              </a:cxn>
              <a:cxn ang="0">
                <a:pos x="33" y="16"/>
              </a:cxn>
              <a:cxn ang="0">
                <a:pos x="25" y="8"/>
              </a:cxn>
            </a:cxnLst>
            <a:rect l="0" t="0" r="r" b="b"/>
            <a:pathLst>
              <a:path w="67" h="64">
                <a:moveTo>
                  <a:pt x="63" y="49"/>
                </a:moveTo>
                <a:cubicBezTo>
                  <a:pt x="62" y="49"/>
                  <a:pt x="58" y="45"/>
                  <a:pt x="58" y="44"/>
                </a:cubicBezTo>
                <a:cubicBezTo>
                  <a:pt x="54" y="48"/>
                  <a:pt x="54" y="48"/>
                  <a:pt x="54" y="48"/>
                </a:cubicBezTo>
                <a:cubicBezTo>
                  <a:pt x="63" y="57"/>
                  <a:pt x="63" y="57"/>
                  <a:pt x="63" y="57"/>
                </a:cubicBezTo>
                <a:cubicBezTo>
                  <a:pt x="63" y="58"/>
                  <a:pt x="64" y="59"/>
                  <a:pt x="64" y="60"/>
                </a:cubicBezTo>
                <a:cubicBezTo>
                  <a:pt x="64" y="62"/>
                  <a:pt x="61" y="64"/>
                  <a:pt x="59" y="64"/>
                </a:cubicBezTo>
                <a:cubicBezTo>
                  <a:pt x="58" y="64"/>
                  <a:pt x="57" y="64"/>
                  <a:pt x="56" y="63"/>
                </a:cubicBezTo>
                <a:cubicBezTo>
                  <a:pt x="29" y="36"/>
                  <a:pt x="29" y="36"/>
                  <a:pt x="29" y="36"/>
                </a:cubicBezTo>
                <a:cubicBezTo>
                  <a:pt x="25" y="39"/>
                  <a:pt x="20" y="42"/>
                  <a:pt x="15" y="42"/>
                </a:cubicBezTo>
                <a:cubicBezTo>
                  <a:pt x="6" y="42"/>
                  <a:pt x="0" y="36"/>
                  <a:pt x="0" y="27"/>
                </a:cubicBezTo>
                <a:cubicBezTo>
                  <a:pt x="0" y="14"/>
                  <a:pt x="13" y="0"/>
                  <a:pt x="26" y="0"/>
                </a:cubicBezTo>
                <a:cubicBezTo>
                  <a:pt x="35" y="0"/>
                  <a:pt x="41" y="6"/>
                  <a:pt x="41" y="15"/>
                </a:cubicBezTo>
                <a:cubicBezTo>
                  <a:pt x="41" y="21"/>
                  <a:pt x="39" y="26"/>
                  <a:pt x="36" y="30"/>
                </a:cubicBezTo>
                <a:cubicBezTo>
                  <a:pt x="50" y="44"/>
                  <a:pt x="50" y="44"/>
                  <a:pt x="50" y="44"/>
                </a:cubicBezTo>
                <a:cubicBezTo>
                  <a:pt x="54" y="40"/>
                  <a:pt x="54" y="40"/>
                  <a:pt x="54" y="40"/>
                </a:cubicBezTo>
                <a:cubicBezTo>
                  <a:pt x="53" y="39"/>
                  <a:pt x="49" y="36"/>
                  <a:pt x="49" y="35"/>
                </a:cubicBezTo>
                <a:cubicBezTo>
                  <a:pt x="49" y="34"/>
                  <a:pt x="53" y="31"/>
                  <a:pt x="54" y="31"/>
                </a:cubicBezTo>
                <a:cubicBezTo>
                  <a:pt x="54" y="31"/>
                  <a:pt x="54" y="31"/>
                  <a:pt x="55" y="31"/>
                </a:cubicBezTo>
                <a:cubicBezTo>
                  <a:pt x="56" y="32"/>
                  <a:pt x="67" y="43"/>
                  <a:pt x="67" y="44"/>
                </a:cubicBezTo>
                <a:cubicBezTo>
                  <a:pt x="67" y="45"/>
                  <a:pt x="64" y="49"/>
                  <a:pt x="63" y="49"/>
                </a:cubicBezTo>
                <a:close/>
                <a:moveTo>
                  <a:pt x="25" y="8"/>
                </a:moveTo>
                <a:cubicBezTo>
                  <a:pt x="21" y="8"/>
                  <a:pt x="18" y="12"/>
                  <a:pt x="18" y="16"/>
                </a:cubicBezTo>
                <a:cubicBezTo>
                  <a:pt x="18" y="17"/>
                  <a:pt x="18" y="18"/>
                  <a:pt x="19" y="19"/>
                </a:cubicBezTo>
                <a:cubicBezTo>
                  <a:pt x="17" y="19"/>
                  <a:pt x="16" y="18"/>
                  <a:pt x="15" y="18"/>
                </a:cubicBezTo>
                <a:cubicBezTo>
                  <a:pt x="11" y="18"/>
                  <a:pt x="7" y="22"/>
                  <a:pt x="7" y="26"/>
                </a:cubicBezTo>
                <a:cubicBezTo>
                  <a:pt x="7" y="30"/>
                  <a:pt x="11" y="34"/>
                  <a:pt x="15" y="34"/>
                </a:cubicBezTo>
                <a:cubicBezTo>
                  <a:pt x="19" y="34"/>
                  <a:pt x="23" y="30"/>
                  <a:pt x="23" y="26"/>
                </a:cubicBezTo>
                <a:cubicBezTo>
                  <a:pt x="23" y="25"/>
                  <a:pt x="23" y="24"/>
                  <a:pt x="22" y="23"/>
                </a:cubicBezTo>
                <a:cubicBezTo>
                  <a:pt x="23" y="23"/>
                  <a:pt x="24" y="24"/>
                  <a:pt x="25" y="24"/>
                </a:cubicBezTo>
                <a:cubicBezTo>
                  <a:pt x="30" y="24"/>
                  <a:pt x="33" y="20"/>
                  <a:pt x="33" y="16"/>
                </a:cubicBezTo>
                <a:cubicBezTo>
                  <a:pt x="33" y="12"/>
                  <a:pt x="30" y="8"/>
                  <a:pt x="25" y="8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  <p:sp>
        <p:nvSpPr>
          <p:cNvPr id="13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22794818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Speci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Freeform 89"/>
          <p:cNvSpPr>
            <a:spLocks noEditPoints="1"/>
          </p:cNvSpPr>
          <p:nvPr userDrawn="1"/>
        </p:nvSpPr>
        <p:spPr bwMode="auto">
          <a:xfrm>
            <a:off x="5524265" y="1698556"/>
            <a:ext cx="1143473" cy="998408"/>
          </a:xfrm>
          <a:custGeom>
            <a:avLst/>
            <a:gdLst/>
            <a:ahLst/>
            <a:cxnLst>
              <a:cxn ang="0">
                <a:pos x="62" y="32"/>
              </a:cxn>
              <a:cxn ang="0">
                <a:pos x="61" y="33"/>
              </a:cxn>
              <a:cxn ang="0">
                <a:pos x="57" y="33"/>
              </a:cxn>
              <a:cxn ang="0">
                <a:pos x="57" y="50"/>
              </a:cxn>
              <a:cxn ang="0">
                <a:pos x="53" y="54"/>
              </a:cxn>
              <a:cxn ang="0">
                <a:pos x="9" y="54"/>
              </a:cxn>
              <a:cxn ang="0">
                <a:pos x="6" y="50"/>
              </a:cxn>
              <a:cxn ang="0">
                <a:pos x="6" y="33"/>
              </a:cxn>
              <a:cxn ang="0">
                <a:pos x="2" y="33"/>
              </a:cxn>
              <a:cxn ang="0">
                <a:pos x="0" y="32"/>
              </a:cxn>
              <a:cxn ang="0">
                <a:pos x="0" y="19"/>
              </a:cxn>
              <a:cxn ang="0">
                <a:pos x="2" y="18"/>
              </a:cxn>
              <a:cxn ang="0">
                <a:pos x="19" y="18"/>
              </a:cxn>
              <a:cxn ang="0">
                <a:pos x="10" y="9"/>
              </a:cxn>
              <a:cxn ang="0">
                <a:pos x="19" y="0"/>
              </a:cxn>
              <a:cxn ang="0">
                <a:pos x="26" y="3"/>
              </a:cxn>
              <a:cxn ang="0">
                <a:pos x="31" y="10"/>
              </a:cxn>
              <a:cxn ang="0">
                <a:pos x="36" y="3"/>
              </a:cxn>
              <a:cxn ang="0">
                <a:pos x="43" y="0"/>
              </a:cxn>
              <a:cxn ang="0">
                <a:pos x="52" y="9"/>
              </a:cxn>
              <a:cxn ang="0">
                <a:pos x="43" y="18"/>
              </a:cxn>
              <a:cxn ang="0">
                <a:pos x="61" y="18"/>
              </a:cxn>
              <a:cxn ang="0">
                <a:pos x="62" y="19"/>
              </a:cxn>
              <a:cxn ang="0">
                <a:pos x="62" y="32"/>
              </a:cxn>
              <a:cxn ang="0">
                <a:pos x="27" y="13"/>
              </a:cxn>
              <a:cxn ang="0">
                <a:pos x="22" y="6"/>
              </a:cxn>
              <a:cxn ang="0">
                <a:pos x="19" y="5"/>
              </a:cxn>
              <a:cxn ang="0">
                <a:pos x="16" y="9"/>
              </a:cxn>
              <a:cxn ang="0">
                <a:pos x="19" y="13"/>
              </a:cxn>
              <a:cxn ang="0">
                <a:pos x="27" y="13"/>
              </a:cxn>
              <a:cxn ang="0">
                <a:pos x="38" y="45"/>
              </a:cxn>
              <a:cxn ang="0">
                <a:pos x="38" y="26"/>
              </a:cxn>
              <a:cxn ang="0">
                <a:pos x="38" y="18"/>
              </a:cxn>
              <a:cxn ang="0">
                <a:pos x="25" y="18"/>
              </a:cxn>
              <a:cxn ang="0">
                <a:pos x="25" y="26"/>
              </a:cxn>
              <a:cxn ang="0">
                <a:pos x="25" y="45"/>
              </a:cxn>
              <a:cxn ang="0">
                <a:pos x="25" y="47"/>
              </a:cxn>
              <a:cxn ang="0">
                <a:pos x="27" y="49"/>
              </a:cxn>
              <a:cxn ang="0">
                <a:pos x="35" y="49"/>
              </a:cxn>
              <a:cxn ang="0">
                <a:pos x="38" y="47"/>
              </a:cxn>
              <a:cxn ang="0">
                <a:pos x="38" y="45"/>
              </a:cxn>
              <a:cxn ang="0">
                <a:pos x="43" y="5"/>
              </a:cxn>
              <a:cxn ang="0">
                <a:pos x="40" y="6"/>
              </a:cxn>
              <a:cxn ang="0">
                <a:pos x="35" y="13"/>
              </a:cxn>
              <a:cxn ang="0">
                <a:pos x="43" y="13"/>
              </a:cxn>
              <a:cxn ang="0">
                <a:pos x="47" y="9"/>
              </a:cxn>
              <a:cxn ang="0">
                <a:pos x="43" y="5"/>
              </a:cxn>
            </a:cxnLst>
            <a:rect l="0" t="0" r="r" b="b"/>
            <a:pathLst>
              <a:path w="62" h="54">
                <a:moveTo>
                  <a:pt x="62" y="32"/>
                </a:moveTo>
                <a:cubicBezTo>
                  <a:pt x="62" y="33"/>
                  <a:pt x="62" y="33"/>
                  <a:pt x="61" y="33"/>
                </a:cubicBezTo>
                <a:cubicBezTo>
                  <a:pt x="57" y="33"/>
                  <a:pt x="57" y="33"/>
                  <a:pt x="57" y="33"/>
                </a:cubicBezTo>
                <a:cubicBezTo>
                  <a:pt x="57" y="50"/>
                  <a:pt x="57" y="50"/>
                  <a:pt x="57" y="50"/>
                </a:cubicBezTo>
                <a:cubicBezTo>
                  <a:pt x="57" y="52"/>
                  <a:pt x="55" y="54"/>
                  <a:pt x="53" y="54"/>
                </a:cubicBezTo>
                <a:cubicBezTo>
                  <a:pt x="9" y="54"/>
                  <a:pt x="9" y="54"/>
                  <a:pt x="9" y="54"/>
                </a:cubicBezTo>
                <a:cubicBezTo>
                  <a:pt x="7" y="54"/>
                  <a:pt x="6" y="52"/>
                  <a:pt x="6" y="50"/>
                </a:cubicBezTo>
                <a:cubicBezTo>
                  <a:pt x="6" y="33"/>
                  <a:pt x="6" y="33"/>
                  <a:pt x="6" y="33"/>
                </a:cubicBezTo>
                <a:cubicBezTo>
                  <a:pt x="2" y="33"/>
                  <a:pt x="2" y="33"/>
                  <a:pt x="2" y="33"/>
                </a:cubicBezTo>
                <a:cubicBezTo>
                  <a:pt x="1" y="33"/>
                  <a:pt x="0" y="33"/>
                  <a:pt x="0" y="32"/>
                </a:cubicBezTo>
                <a:cubicBezTo>
                  <a:pt x="0" y="19"/>
                  <a:pt x="0" y="19"/>
                  <a:pt x="0" y="19"/>
                </a:cubicBezTo>
                <a:cubicBezTo>
                  <a:pt x="0" y="19"/>
                  <a:pt x="1" y="18"/>
                  <a:pt x="2" y="18"/>
                </a:cubicBezTo>
                <a:cubicBezTo>
                  <a:pt x="19" y="18"/>
                  <a:pt x="19" y="18"/>
                  <a:pt x="19" y="18"/>
                </a:cubicBezTo>
                <a:cubicBezTo>
                  <a:pt x="14" y="18"/>
                  <a:pt x="10" y="14"/>
                  <a:pt x="10" y="9"/>
                </a:cubicBezTo>
                <a:cubicBezTo>
                  <a:pt x="10" y="4"/>
                  <a:pt x="14" y="0"/>
                  <a:pt x="19" y="0"/>
                </a:cubicBezTo>
                <a:cubicBezTo>
                  <a:pt x="22" y="0"/>
                  <a:pt x="25" y="1"/>
                  <a:pt x="26" y="3"/>
                </a:cubicBezTo>
                <a:cubicBezTo>
                  <a:pt x="31" y="10"/>
                  <a:pt x="31" y="10"/>
                  <a:pt x="31" y="10"/>
                </a:cubicBezTo>
                <a:cubicBezTo>
                  <a:pt x="36" y="3"/>
                  <a:pt x="36" y="3"/>
                  <a:pt x="36" y="3"/>
                </a:cubicBezTo>
                <a:cubicBezTo>
                  <a:pt x="38" y="1"/>
                  <a:pt x="41" y="0"/>
                  <a:pt x="43" y="0"/>
                </a:cubicBezTo>
                <a:cubicBezTo>
                  <a:pt x="48" y="0"/>
                  <a:pt x="52" y="4"/>
                  <a:pt x="52" y="9"/>
                </a:cubicBezTo>
                <a:cubicBezTo>
                  <a:pt x="52" y="14"/>
                  <a:pt x="48" y="18"/>
                  <a:pt x="43" y="18"/>
                </a:cubicBezTo>
                <a:cubicBezTo>
                  <a:pt x="61" y="18"/>
                  <a:pt x="61" y="18"/>
                  <a:pt x="61" y="18"/>
                </a:cubicBezTo>
                <a:cubicBezTo>
                  <a:pt x="62" y="18"/>
                  <a:pt x="62" y="19"/>
                  <a:pt x="62" y="19"/>
                </a:cubicBezTo>
                <a:lnTo>
                  <a:pt x="62" y="32"/>
                </a:lnTo>
                <a:close/>
                <a:moveTo>
                  <a:pt x="27" y="13"/>
                </a:moveTo>
                <a:cubicBezTo>
                  <a:pt x="22" y="6"/>
                  <a:pt x="22" y="6"/>
                  <a:pt x="22" y="6"/>
                </a:cubicBezTo>
                <a:cubicBezTo>
                  <a:pt x="22" y="6"/>
                  <a:pt x="21" y="5"/>
                  <a:pt x="19" y="5"/>
                </a:cubicBezTo>
                <a:cubicBezTo>
                  <a:pt x="17" y="5"/>
                  <a:pt x="16" y="7"/>
                  <a:pt x="16" y="9"/>
                </a:cubicBezTo>
                <a:cubicBezTo>
                  <a:pt x="16" y="11"/>
                  <a:pt x="17" y="13"/>
                  <a:pt x="19" y="13"/>
                </a:cubicBezTo>
                <a:lnTo>
                  <a:pt x="27" y="13"/>
                </a:lnTo>
                <a:close/>
                <a:moveTo>
                  <a:pt x="38" y="45"/>
                </a:moveTo>
                <a:cubicBezTo>
                  <a:pt x="38" y="26"/>
                  <a:pt x="38" y="26"/>
                  <a:pt x="38" y="26"/>
                </a:cubicBezTo>
                <a:cubicBezTo>
                  <a:pt x="38" y="18"/>
                  <a:pt x="38" y="18"/>
                  <a:pt x="38" y="18"/>
                </a:cubicBezTo>
                <a:cubicBezTo>
                  <a:pt x="25" y="18"/>
                  <a:pt x="25" y="18"/>
                  <a:pt x="25" y="18"/>
                </a:cubicBezTo>
                <a:cubicBezTo>
                  <a:pt x="25" y="26"/>
                  <a:pt x="25" y="26"/>
                  <a:pt x="25" y="26"/>
                </a:cubicBezTo>
                <a:cubicBezTo>
                  <a:pt x="25" y="45"/>
                  <a:pt x="25" y="45"/>
                  <a:pt x="25" y="45"/>
                </a:cubicBezTo>
                <a:cubicBezTo>
                  <a:pt x="25" y="47"/>
                  <a:pt x="25" y="47"/>
                  <a:pt x="25" y="47"/>
                </a:cubicBezTo>
                <a:cubicBezTo>
                  <a:pt x="25" y="48"/>
                  <a:pt x="26" y="49"/>
                  <a:pt x="27" y="49"/>
                </a:cubicBezTo>
                <a:cubicBezTo>
                  <a:pt x="35" y="49"/>
                  <a:pt x="35" y="49"/>
                  <a:pt x="35" y="49"/>
                </a:cubicBezTo>
                <a:cubicBezTo>
                  <a:pt x="37" y="49"/>
                  <a:pt x="38" y="48"/>
                  <a:pt x="38" y="47"/>
                </a:cubicBezTo>
                <a:lnTo>
                  <a:pt x="38" y="45"/>
                </a:lnTo>
                <a:close/>
                <a:moveTo>
                  <a:pt x="43" y="5"/>
                </a:moveTo>
                <a:cubicBezTo>
                  <a:pt x="42" y="5"/>
                  <a:pt x="41" y="6"/>
                  <a:pt x="40" y="6"/>
                </a:cubicBezTo>
                <a:cubicBezTo>
                  <a:pt x="35" y="13"/>
                  <a:pt x="35" y="13"/>
                  <a:pt x="35" y="13"/>
                </a:cubicBezTo>
                <a:cubicBezTo>
                  <a:pt x="43" y="13"/>
                  <a:pt x="43" y="13"/>
                  <a:pt x="43" y="13"/>
                </a:cubicBezTo>
                <a:cubicBezTo>
                  <a:pt x="45" y="13"/>
                  <a:pt x="47" y="11"/>
                  <a:pt x="47" y="9"/>
                </a:cubicBezTo>
                <a:cubicBezTo>
                  <a:pt x="47" y="7"/>
                  <a:pt x="45" y="5"/>
                  <a:pt x="43" y="5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  <p:sp>
        <p:nvSpPr>
          <p:cNvPr id="13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13714011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St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Walmart Labs – Privileged and Confidential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reeform 112"/>
          <p:cNvSpPr>
            <a:spLocks noEditPoints="1"/>
          </p:cNvSpPr>
          <p:nvPr userDrawn="1"/>
        </p:nvSpPr>
        <p:spPr bwMode="auto">
          <a:xfrm rot="10800000">
            <a:off x="5503067" y="1397001"/>
            <a:ext cx="1185868" cy="1202225"/>
          </a:xfrm>
          <a:custGeom>
            <a:avLst/>
            <a:gdLst/>
            <a:ahLst/>
            <a:cxnLst>
              <a:cxn ang="0">
                <a:pos x="26" y="55"/>
              </a:cxn>
              <a:cxn ang="0">
                <a:pos x="14" y="67"/>
              </a:cxn>
              <a:cxn ang="0">
                <a:pos x="13" y="68"/>
              </a:cxn>
              <a:cxn ang="0">
                <a:pos x="12" y="67"/>
              </a:cxn>
              <a:cxn ang="0">
                <a:pos x="0" y="55"/>
              </a:cxn>
              <a:cxn ang="0">
                <a:pos x="0" y="54"/>
              </a:cxn>
              <a:cxn ang="0">
                <a:pos x="1" y="53"/>
              </a:cxn>
              <a:cxn ang="0">
                <a:pos x="8" y="53"/>
              </a:cxn>
              <a:cxn ang="0">
                <a:pos x="8" y="1"/>
              </a:cxn>
              <a:cxn ang="0">
                <a:pos x="10" y="0"/>
              </a:cxn>
              <a:cxn ang="0">
                <a:pos x="17" y="0"/>
              </a:cxn>
              <a:cxn ang="0">
                <a:pos x="18" y="1"/>
              </a:cxn>
              <a:cxn ang="0">
                <a:pos x="18" y="53"/>
              </a:cxn>
              <a:cxn ang="0">
                <a:pos x="25" y="53"/>
              </a:cxn>
              <a:cxn ang="0">
                <a:pos x="27" y="54"/>
              </a:cxn>
              <a:cxn ang="0">
                <a:pos x="26" y="55"/>
              </a:cxn>
              <a:cxn ang="0">
                <a:pos x="67" y="8"/>
              </a:cxn>
              <a:cxn ang="0">
                <a:pos x="66" y="9"/>
              </a:cxn>
              <a:cxn ang="0">
                <a:pos x="34" y="9"/>
              </a:cxn>
              <a:cxn ang="0">
                <a:pos x="33" y="8"/>
              </a:cxn>
              <a:cxn ang="0">
                <a:pos x="33" y="1"/>
              </a:cxn>
              <a:cxn ang="0">
                <a:pos x="34" y="0"/>
              </a:cxn>
              <a:cxn ang="0">
                <a:pos x="66" y="0"/>
              </a:cxn>
              <a:cxn ang="0">
                <a:pos x="67" y="1"/>
              </a:cxn>
              <a:cxn ang="0">
                <a:pos x="67" y="8"/>
              </a:cxn>
              <a:cxn ang="0">
                <a:pos x="60" y="28"/>
              </a:cxn>
              <a:cxn ang="0">
                <a:pos x="58" y="29"/>
              </a:cxn>
              <a:cxn ang="0">
                <a:pos x="34" y="29"/>
              </a:cxn>
              <a:cxn ang="0">
                <a:pos x="33" y="28"/>
              </a:cxn>
              <a:cxn ang="0">
                <a:pos x="33" y="20"/>
              </a:cxn>
              <a:cxn ang="0">
                <a:pos x="34" y="19"/>
              </a:cxn>
              <a:cxn ang="0">
                <a:pos x="58" y="19"/>
              </a:cxn>
              <a:cxn ang="0">
                <a:pos x="60" y="20"/>
              </a:cxn>
              <a:cxn ang="0">
                <a:pos x="60" y="28"/>
              </a:cxn>
              <a:cxn ang="0">
                <a:pos x="52" y="47"/>
              </a:cxn>
              <a:cxn ang="0">
                <a:pos x="51" y="48"/>
              </a:cxn>
              <a:cxn ang="0">
                <a:pos x="34" y="48"/>
              </a:cxn>
              <a:cxn ang="0">
                <a:pos x="33" y="47"/>
              </a:cxn>
              <a:cxn ang="0">
                <a:pos x="33" y="40"/>
              </a:cxn>
              <a:cxn ang="0">
                <a:pos x="34" y="39"/>
              </a:cxn>
              <a:cxn ang="0">
                <a:pos x="51" y="39"/>
              </a:cxn>
              <a:cxn ang="0">
                <a:pos x="52" y="40"/>
              </a:cxn>
              <a:cxn ang="0">
                <a:pos x="52" y="47"/>
              </a:cxn>
              <a:cxn ang="0">
                <a:pos x="45" y="67"/>
              </a:cxn>
              <a:cxn ang="0">
                <a:pos x="44" y="68"/>
              </a:cxn>
              <a:cxn ang="0">
                <a:pos x="34" y="68"/>
              </a:cxn>
              <a:cxn ang="0">
                <a:pos x="33" y="67"/>
              </a:cxn>
              <a:cxn ang="0">
                <a:pos x="33" y="59"/>
              </a:cxn>
              <a:cxn ang="0">
                <a:pos x="34" y="58"/>
              </a:cxn>
              <a:cxn ang="0">
                <a:pos x="44" y="58"/>
              </a:cxn>
              <a:cxn ang="0">
                <a:pos x="45" y="59"/>
              </a:cxn>
              <a:cxn ang="0">
                <a:pos x="45" y="67"/>
              </a:cxn>
            </a:cxnLst>
            <a:rect l="0" t="0" r="r" b="b"/>
            <a:pathLst>
              <a:path w="67" h="68">
                <a:moveTo>
                  <a:pt x="26" y="55"/>
                </a:moveTo>
                <a:cubicBezTo>
                  <a:pt x="14" y="67"/>
                  <a:pt x="14" y="67"/>
                  <a:pt x="14" y="67"/>
                </a:cubicBezTo>
                <a:cubicBezTo>
                  <a:pt x="14" y="68"/>
                  <a:pt x="14" y="68"/>
                  <a:pt x="13" y="68"/>
                </a:cubicBezTo>
                <a:cubicBezTo>
                  <a:pt x="13" y="68"/>
                  <a:pt x="13" y="68"/>
                  <a:pt x="12" y="67"/>
                </a:cubicBezTo>
                <a:cubicBezTo>
                  <a:pt x="0" y="55"/>
                  <a:pt x="0" y="55"/>
                  <a:pt x="0" y="55"/>
                </a:cubicBezTo>
                <a:cubicBezTo>
                  <a:pt x="0" y="55"/>
                  <a:pt x="0" y="54"/>
                  <a:pt x="0" y="54"/>
                </a:cubicBezTo>
                <a:cubicBezTo>
                  <a:pt x="0" y="53"/>
                  <a:pt x="1" y="53"/>
                  <a:pt x="1" y="53"/>
                </a:cubicBezTo>
                <a:cubicBezTo>
                  <a:pt x="8" y="53"/>
                  <a:pt x="8" y="53"/>
                  <a:pt x="8" y="53"/>
                </a:cubicBezTo>
                <a:cubicBezTo>
                  <a:pt x="8" y="1"/>
                  <a:pt x="8" y="1"/>
                  <a:pt x="8" y="1"/>
                </a:cubicBezTo>
                <a:cubicBezTo>
                  <a:pt x="8" y="0"/>
                  <a:pt x="9" y="0"/>
                  <a:pt x="10" y="0"/>
                </a:cubicBezTo>
                <a:cubicBezTo>
                  <a:pt x="17" y="0"/>
                  <a:pt x="17" y="0"/>
                  <a:pt x="17" y="0"/>
                </a:cubicBezTo>
                <a:cubicBezTo>
                  <a:pt x="18" y="0"/>
                  <a:pt x="18" y="0"/>
                  <a:pt x="18" y="1"/>
                </a:cubicBezTo>
                <a:cubicBezTo>
                  <a:pt x="18" y="53"/>
                  <a:pt x="18" y="53"/>
                  <a:pt x="18" y="53"/>
                </a:cubicBezTo>
                <a:cubicBezTo>
                  <a:pt x="25" y="53"/>
                  <a:pt x="25" y="53"/>
                  <a:pt x="25" y="53"/>
                </a:cubicBezTo>
                <a:cubicBezTo>
                  <a:pt x="26" y="53"/>
                  <a:pt x="27" y="54"/>
                  <a:pt x="27" y="54"/>
                </a:cubicBezTo>
                <a:cubicBezTo>
                  <a:pt x="27" y="55"/>
                  <a:pt x="27" y="55"/>
                  <a:pt x="26" y="55"/>
                </a:cubicBezTo>
                <a:close/>
                <a:moveTo>
                  <a:pt x="67" y="8"/>
                </a:moveTo>
                <a:cubicBezTo>
                  <a:pt x="67" y="9"/>
                  <a:pt x="66" y="9"/>
                  <a:pt x="66" y="9"/>
                </a:cubicBezTo>
                <a:cubicBezTo>
                  <a:pt x="34" y="9"/>
                  <a:pt x="34" y="9"/>
                  <a:pt x="34" y="9"/>
                </a:cubicBezTo>
                <a:cubicBezTo>
                  <a:pt x="33" y="9"/>
                  <a:pt x="33" y="9"/>
                  <a:pt x="33" y="8"/>
                </a:cubicBezTo>
                <a:cubicBezTo>
                  <a:pt x="33" y="1"/>
                  <a:pt x="33" y="1"/>
                  <a:pt x="33" y="1"/>
                </a:cubicBezTo>
                <a:cubicBezTo>
                  <a:pt x="33" y="0"/>
                  <a:pt x="33" y="0"/>
                  <a:pt x="34" y="0"/>
                </a:cubicBezTo>
                <a:cubicBezTo>
                  <a:pt x="66" y="0"/>
                  <a:pt x="66" y="0"/>
                  <a:pt x="66" y="0"/>
                </a:cubicBezTo>
                <a:cubicBezTo>
                  <a:pt x="66" y="0"/>
                  <a:pt x="67" y="0"/>
                  <a:pt x="67" y="1"/>
                </a:cubicBezTo>
                <a:lnTo>
                  <a:pt x="67" y="8"/>
                </a:lnTo>
                <a:close/>
                <a:moveTo>
                  <a:pt x="60" y="28"/>
                </a:moveTo>
                <a:cubicBezTo>
                  <a:pt x="60" y="28"/>
                  <a:pt x="59" y="29"/>
                  <a:pt x="58" y="29"/>
                </a:cubicBezTo>
                <a:cubicBezTo>
                  <a:pt x="34" y="29"/>
                  <a:pt x="34" y="29"/>
                  <a:pt x="34" y="29"/>
                </a:cubicBezTo>
                <a:cubicBezTo>
                  <a:pt x="33" y="29"/>
                  <a:pt x="33" y="28"/>
                  <a:pt x="33" y="28"/>
                </a:cubicBezTo>
                <a:cubicBezTo>
                  <a:pt x="33" y="20"/>
                  <a:pt x="33" y="20"/>
                  <a:pt x="33" y="20"/>
                </a:cubicBezTo>
                <a:cubicBezTo>
                  <a:pt x="33" y="20"/>
                  <a:pt x="33" y="19"/>
                  <a:pt x="34" y="19"/>
                </a:cubicBezTo>
                <a:cubicBezTo>
                  <a:pt x="58" y="19"/>
                  <a:pt x="58" y="19"/>
                  <a:pt x="58" y="19"/>
                </a:cubicBezTo>
                <a:cubicBezTo>
                  <a:pt x="59" y="19"/>
                  <a:pt x="60" y="20"/>
                  <a:pt x="60" y="20"/>
                </a:cubicBezTo>
                <a:lnTo>
                  <a:pt x="60" y="28"/>
                </a:lnTo>
                <a:close/>
                <a:moveTo>
                  <a:pt x="52" y="47"/>
                </a:moveTo>
                <a:cubicBezTo>
                  <a:pt x="52" y="48"/>
                  <a:pt x="52" y="48"/>
                  <a:pt x="51" y="48"/>
                </a:cubicBezTo>
                <a:cubicBezTo>
                  <a:pt x="34" y="48"/>
                  <a:pt x="34" y="48"/>
                  <a:pt x="34" y="48"/>
                </a:cubicBezTo>
                <a:cubicBezTo>
                  <a:pt x="33" y="48"/>
                  <a:pt x="33" y="48"/>
                  <a:pt x="33" y="47"/>
                </a:cubicBezTo>
                <a:cubicBezTo>
                  <a:pt x="33" y="40"/>
                  <a:pt x="33" y="40"/>
                  <a:pt x="33" y="40"/>
                </a:cubicBezTo>
                <a:cubicBezTo>
                  <a:pt x="33" y="39"/>
                  <a:pt x="33" y="39"/>
                  <a:pt x="34" y="39"/>
                </a:cubicBezTo>
                <a:cubicBezTo>
                  <a:pt x="51" y="39"/>
                  <a:pt x="51" y="39"/>
                  <a:pt x="51" y="39"/>
                </a:cubicBezTo>
                <a:cubicBezTo>
                  <a:pt x="52" y="39"/>
                  <a:pt x="52" y="39"/>
                  <a:pt x="52" y="40"/>
                </a:cubicBezTo>
                <a:lnTo>
                  <a:pt x="52" y="47"/>
                </a:lnTo>
                <a:close/>
                <a:moveTo>
                  <a:pt x="45" y="67"/>
                </a:moveTo>
                <a:cubicBezTo>
                  <a:pt x="45" y="67"/>
                  <a:pt x="44" y="68"/>
                  <a:pt x="44" y="68"/>
                </a:cubicBezTo>
                <a:cubicBezTo>
                  <a:pt x="34" y="68"/>
                  <a:pt x="34" y="68"/>
                  <a:pt x="34" y="68"/>
                </a:cubicBezTo>
                <a:cubicBezTo>
                  <a:pt x="33" y="68"/>
                  <a:pt x="33" y="67"/>
                  <a:pt x="33" y="67"/>
                </a:cubicBezTo>
                <a:cubicBezTo>
                  <a:pt x="33" y="59"/>
                  <a:pt x="33" y="59"/>
                  <a:pt x="33" y="59"/>
                </a:cubicBezTo>
                <a:cubicBezTo>
                  <a:pt x="33" y="59"/>
                  <a:pt x="33" y="58"/>
                  <a:pt x="34" y="58"/>
                </a:cubicBezTo>
                <a:cubicBezTo>
                  <a:pt x="44" y="58"/>
                  <a:pt x="44" y="58"/>
                  <a:pt x="44" y="58"/>
                </a:cubicBezTo>
                <a:cubicBezTo>
                  <a:pt x="44" y="58"/>
                  <a:pt x="45" y="59"/>
                  <a:pt x="45" y="59"/>
                </a:cubicBezTo>
                <a:lnTo>
                  <a:pt x="45" y="67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</p:spTree>
    <p:extLst>
      <p:ext uri="{BB962C8B-B14F-4D97-AF65-F5344CB8AC3E}">
        <p14:creationId xmlns:p14="http://schemas.microsoft.com/office/powerpoint/2010/main" val="26427794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Step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Walmart Labs – Privileged and Confidential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Freeform 219"/>
          <p:cNvSpPr>
            <a:spLocks noEditPoints="1"/>
          </p:cNvSpPr>
          <p:nvPr userDrawn="1"/>
        </p:nvSpPr>
        <p:spPr bwMode="auto">
          <a:xfrm>
            <a:off x="5503067" y="1701799"/>
            <a:ext cx="1185868" cy="919652"/>
          </a:xfrm>
          <a:custGeom>
            <a:avLst/>
            <a:gdLst/>
            <a:ahLst/>
            <a:cxnLst>
              <a:cxn ang="0">
                <a:pos x="8" y="15"/>
              </a:cxn>
              <a:cxn ang="0">
                <a:pos x="0" y="7"/>
              </a:cxn>
              <a:cxn ang="0">
                <a:pos x="8" y="0"/>
              </a:cxn>
              <a:cxn ang="0">
                <a:pos x="15" y="7"/>
              </a:cxn>
              <a:cxn ang="0">
                <a:pos x="8" y="15"/>
              </a:cxn>
              <a:cxn ang="0">
                <a:pos x="8" y="34"/>
              </a:cxn>
              <a:cxn ang="0">
                <a:pos x="0" y="27"/>
              </a:cxn>
              <a:cxn ang="0">
                <a:pos x="8" y="19"/>
              </a:cxn>
              <a:cxn ang="0">
                <a:pos x="15" y="27"/>
              </a:cxn>
              <a:cxn ang="0">
                <a:pos x="8" y="34"/>
              </a:cxn>
              <a:cxn ang="0">
                <a:pos x="8" y="53"/>
              </a:cxn>
              <a:cxn ang="0">
                <a:pos x="0" y="46"/>
              </a:cxn>
              <a:cxn ang="0">
                <a:pos x="8" y="39"/>
              </a:cxn>
              <a:cxn ang="0">
                <a:pos x="15" y="46"/>
              </a:cxn>
              <a:cxn ang="0">
                <a:pos x="8" y="53"/>
              </a:cxn>
              <a:cxn ang="0">
                <a:pos x="68" y="11"/>
              </a:cxn>
              <a:cxn ang="0">
                <a:pos x="67" y="12"/>
              </a:cxn>
              <a:cxn ang="0">
                <a:pos x="21" y="12"/>
              </a:cxn>
              <a:cxn ang="0">
                <a:pos x="20" y="11"/>
              </a:cxn>
              <a:cxn ang="0">
                <a:pos x="20" y="4"/>
              </a:cxn>
              <a:cxn ang="0">
                <a:pos x="21" y="2"/>
              </a:cxn>
              <a:cxn ang="0">
                <a:pos x="67" y="2"/>
              </a:cxn>
              <a:cxn ang="0">
                <a:pos x="68" y="4"/>
              </a:cxn>
              <a:cxn ang="0">
                <a:pos x="68" y="11"/>
              </a:cxn>
              <a:cxn ang="0">
                <a:pos x="68" y="30"/>
              </a:cxn>
              <a:cxn ang="0">
                <a:pos x="67" y="32"/>
              </a:cxn>
              <a:cxn ang="0">
                <a:pos x="21" y="32"/>
              </a:cxn>
              <a:cxn ang="0">
                <a:pos x="20" y="30"/>
              </a:cxn>
              <a:cxn ang="0">
                <a:pos x="20" y="23"/>
              </a:cxn>
              <a:cxn ang="0">
                <a:pos x="21" y="22"/>
              </a:cxn>
              <a:cxn ang="0">
                <a:pos x="67" y="22"/>
              </a:cxn>
              <a:cxn ang="0">
                <a:pos x="68" y="23"/>
              </a:cxn>
              <a:cxn ang="0">
                <a:pos x="68" y="30"/>
              </a:cxn>
              <a:cxn ang="0">
                <a:pos x="68" y="50"/>
              </a:cxn>
              <a:cxn ang="0">
                <a:pos x="67" y="51"/>
              </a:cxn>
              <a:cxn ang="0">
                <a:pos x="21" y="51"/>
              </a:cxn>
              <a:cxn ang="0">
                <a:pos x="20" y="50"/>
              </a:cxn>
              <a:cxn ang="0">
                <a:pos x="20" y="42"/>
              </a:cxn>
              <a:cxn ang="0">
                <a:pos x="21" y="41"/>
              </a:cxn>
              <a:cxn ang="0">
                <a:pos x="67" y="41"/>
              </a:cxn>
              <a:cxn ang="0">
                <a:pos x="68" y="42"/>
              </a:cxn>
              <a:cxn ang="0">
                <a:pos x="68" y="50"/>
              </a:cxn>
            </a:cxnLst>
            <a:rect l="0" t="0" r="r" b="b"/>
            <a:pathLst>
              <a:path w="68" h="53">
                <a:moveTo>
                  <a:pt x="8" y="15"/>
                </a:moveTo>
                <a:cubicBezTo>
                  <a:pt x="4" y="15"/>
                  <a:pt x="0" y="11"/>
                  <a:pt x="0" y="7"/>
                </a:cubicBezTo>
                <a:cubicBezTo>
                  <a:pt x="0" y="3"/>
                  <a:pt x="4" y="0"/>
                  <a:pt x="8" y="0"/>
                </a:cubicBezTo>
                <a:cubicBezTo>
                  <a:pt x="12" y="0"/>
                  <a:pt x="15" y="3"/>
                  <a:pt x="15" y="7"/>
                </a:cubicBezTo>
                <a:cubicBezTo>
                  <a:pt x="15" y="11"/>
                  <a:pt x="12" y="15"/>
                  <a:pt x="8" y="15"/>
                </a:cubicBezTo>
                <a:close/>
                <a:moveTo>
                  <a:pt x="8" y="34"/>
                </a:moveTo>
                <a:cubicBezTo>
                  <a:pt x="4" y="34"/>
                  <a:pt x="0" y="31"/>
                  <a:pt x="0" y="27"/>
                </a:cubicBezTo>
                <a:cubicBezTo>
                  <a:pt x="0" y="23"/>
                  <a:pt x="4" y="19"/>
                  <a:pt x="8" y="19"/>
                </a:cubicBezTo>
                <a:cubicBezTo>
                  <a:pt x="12" y="19"/>
                  <a:pt x="15" y="23"/>
                  <a:pt x="15" y="27"/>
                </a:cubicBezTo>
                <a:cubicBezTo>
                  <a:pt x="15" y="31"/>
                  <a:pt x="12" y="34"/>
                  <a:pt x="8" y="34"/>
                </a:cubicBezTo>
                <a:close/>
                <a:moveTo>
                  <a:pt x="8" y="53"/>
                </a:moveTo>
                <a:cubicBezTo>
                  <a:pt x="4" y="53"/>
                  <a:pt x="0" y="50"/>
                  <a:pt x="0" y="46"/>
                </a:cubicBezTo>
                <a:cubicBezTo>
                  <a:pt x="0" y="42"/>
                  <a:pt x="4" y="39"/>
                  <a:pt x="8" y="39"/>
                </a:cubicBezTo>
                <a:cubicBezTo>
                  <a:pt x="12" y="39"/>
                  <a:pt x="15" y="42"/>
                  <a:pt x="15" y="46"/>
                </a:cubicBezTo>
                <a:cubicBezTo>
                  <a:pt x="15" y="50"/>
                  <a:pt x="12" y="53"/>
                  <a:pt x="8" y="53"/>
                </a:cubicBezTo>
                <a:close/>
                <a:moveTo>
                  <a:pt x="68" y="11"/>
                </a:moveTo>
                <a:cubicBezTo>
                  <a:pt x="68" y="12"/>
                  <a:pt x="68" y="12"/>
                  <a:pt x="67" y="12"/>
                </a:cubicBezTo>
                <a:cubicBezTo>
                  <a:pt x="21" y="12"/>
                  <a:pt x="21" y="12"/>
                  <a:pt x="21" y="12"/>
                </a:cubicBezTo>
                <a:cubicBezTo>
                  <a:pt x="20" y="12"/>
                  <a:pt x="20" y="12"/>
                  <a:pt x="20" y="11"/>
                </a:cubicBezTo>
                <a:cubicBezTo>
                  <a:pt x="20" y="4"/>
                  <a:pt x="20" y="4"/>
                  <a:pt x="20" y="4"/>
                </a:cubicBezTo>
                <a:cubicBezTo>
                  <a:pt x="20" y="3"/>
                  <a:pt x="20" y="2"/>
                  <a:pt x="21" y="2"/>
                </a:cubicBezTo>
                <a:cubicBezTo>
                  <a:pt x="67" y="2"/>
                  <a:pt x="67" y="2"/>
                  <a:pt x="67" y="2"/>
                </a:cubicBezTo>
                <a:cubicBezTo>
                  <a:pt x="68" y="2"/>
                  <a:pt x="68" y="3"/>
                  <a:pt x="68" y="4"/>
                </a:cubicBezTo>
                <a:lnTo>
                  <a:pt x="68" y="11"/>
                </a:lnTo>
                <a:close/>
                <a:moveTo>
                  <a:pt x="68" y="30"/>
                </a:moveTo>
                <a:cubicBezTo>
                  <a:pt x="68" y="31"/>
                  <a:pt x="68" y="32"/>
                  <a:pt x="67" y="32"/>
                </a:cubicBezTo>
                <a:cubicBezTo>
                  <a:pt x="21" y="32"/>
                  <a:pt x="21" y="32"/>
                  <a:pt x="21" y="32"/>
                </a:cubicBezTo>
                <a:cubicBezTo>
                  <a:pt x="20" y="32"/>
                  <a:pt x="20" y="31"/>
                  <a:pt x="20" y="30"/>
                </a:cubicBezTo>
                <a:cubicBezTo>
                  <a:pt x="20" y="23"/>
                  <a:pt x="20" y="23"/>
                  <a:pt x="20" y="23"/>
                </a:cubicBezTo>
                <a:cubicBezTo>
                  <a:pt x="20" y="22"/>
                  <a:pt x="20" y="22"/>
                  <a:pt x="21" y="22"/>
                </a:cubicBezTo>
                <a:cubicBezTo>
                  <a:pt x="67" y="22"/>
                  <a:pt x="67" y="22"/>
                  <a:pt x="67" y="22"/>
                </a:cubicBezTo>
                <a:cubicBezTo>
                  <a:pt x="68" y="22"/>
                  <a:pt x="68" y="22"/>
                  <a:pt x="68" y="23"/>
                </a:cubicBezTo>
                <a:lnTo>
                  <a:pt x="68" y="30"/>
                </a:lnTo>
                <a:close/>
                <a:moveTo>
                  <a:pt x="68" y="50"/>
                </a:moveTo>
                <a:cubicBezTo>
                  <a:pt x="68" y="50"/>
                  <a:pt x="68" y="51"/>
                  <a:pt x="67" y="51"/>
                </a:cubicBezTo>
                <a:cubicBezTo>
                  <a:pt x="21" y="51"/>
                  <a:pt x="21" y="51"/>
                  <a:pt x="21" y="51"/>
                </a:cubicBezTo>
                <a:cubicBezTo>
                  <a:pt x="20" y="51"/>
                  <a:pt x="20" y="50"/>
                  <a:pt x="20" y="50"/>
                </a:cubicBezTo>
                <a:cubicBezTo>
                  <a:pt x="20" y="42"/>
                  <a:pt x="20" y="42"/>
                  <a:pt x="20" y="42"/>
                </a:cubicBezTo>
                <a:cubicBezTo>
                  <a:pt x="20" y="42"/>
                  <a:pt x="20" y="41"/>
                  <a:pt x="21" y="41"/>
                </a:cubicBezTo>
                <a:cubicBezTo>
                  <a:pt x="67" y="41"/>
                  <a:pt x="67" y="41"/>
                  <a:pt x="67" y="41"/>
                </a:cubicBezTo>
                <a:cubicBezTo>
                  <a:pt x="68" y="41"/>
                  <a:pt x="68" y="42"/>
                  <a:pt x="68" y="42"/>
                </a:cubicBezTo>
                <a:lnTo>
                  <a:pt x="68" y="50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</p:spTree>
    <p:extLst>
      <p:ext uri="{BB962C8B-B14F-4D97-AF65-F5344CB8AC3E}">
        <p14:creationId xmlns:p14="http://schemas.microsoft.com/office/powerpoint/2010/main" val="7224227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Ide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reeform 103"/>
          <p:cNvSpPr>
            <a:spLocks noEditPoints="1"/>
          </p:cNvSpPr>
          <p:nvPr userDrawn="1"/>
        </p:nvSpPr>
        <p:spPr bwMode="auto">
          <a:xfrm>
            <a:off x="5613303" y="1397832"/>
            <a:ext cx="965396" cy="1421568"/>
          </a:xfrm>
          <a:custGeom>
            <a:avLst/>
            <a:gdLst/>
            <a:ahLst/>
            <a:cxnLst>
              <a:cxn ang="0">
                <a:pos x="37" y="29"/>
              </a:cxn>
              <a:cxn ang="0">
                <a:pos x="31" y="41"/>
              </a:cxn>
              <a:cxn ang="0">
                <a:pos x="33" y="44"/>
              </a:cxn>
              <a:cxn ang="0">
                <a:pos x="32" y="47"/>
              </a:cxn>
              <a:cxn ang="0">
                <a:pos x="33" y="49"/>
              </a:cxn>
              <a:cxn ang="0">
                <a:pos x="31" y="53"/>
              </a:cxn>
              <a:cxn ang="0">
                <a:pos x="31" y="54"/>
              </a:cxn>
              <a:cxn ang="0">
                <a:pos x="27" y="58"/>
              </a:cxn>
              <a:cxn ang="0">
                <a:pos x="21" y="62"/>
              </a:cxn>
              <a:cxn ang="0">
                <a:pos x="15" y="58"/>
              </a:cxn>
              <a:cxn ang="0">
                <a:pos x="11" y="54"/>
              </a:cxn>
              <a:cxn ang="0">
                <a:pos x="11" y="53"/>
              </a:cxn>
              <a:cxn ang="0">
                <a:pos x="9" y="49"/>
              </a:cxn>
              <a:cxn ang="0">
                <a:pos x="10" y="47"/>
              </a:cxn>
              <a:cxn ang="0">
                <a:pos x="9" y="44"/>
              </a:cxn>
              <a:cxn ang="0">
                <a:pos x="11" y="41"/>
              </a:cxn>
              <a:cxn ang="0">
                <a:pos x="5" y="29"/>
              </a:cxn>
              <a:cxn ang="0">
                <a:pos x="0" y="18"/>
              </a:cxn>
              <a:cxn ang="0">
                <a:pos x="21" y="0"/>
              </a:cxn>
              <a:cxn ang="0">
                <a:pos x="42" y="18"/>
              </a:cxn>
              <a:cxn ang="0">
                <a:pos x="37" y="29"/>
              </a:cxn>
              <a:cxn ang="0">
                <a:pos x="21" y="6"/>
              </a:cxn>
              <a:cxn ang="0">
                <a:pos x="6" y="18"/>
              </a:cxn>
              <a:cxn ang="0">
                <a:pos x="8" y="26"/>
              </a:cxn>
              <a:cxn ang="0">
                <a:pos x="11" y="28"/>
              </a:cxn>
              <a:cxn ang="0">
                <a:pos x="16" y="40"/>
              </a:cxn>
              <a:cxn ang="0">
                <a:pos x="26" y="40"/>
              </a:cxn>
              <a:cxn ang="0">
                <a:pos x="31" y="28"/>
              </a:cxn>
              <a:cxn ang="0">
                <a:pos x="34" y="26"/>
              </a:cxn>
              <a:cxn ang="0">
                <a:pos x="36" y="18"/>
              </a:cxn>
              <a:cxn ang="0">
                <a:pos x="21" y="6"/>
              </a:cxn>
              <a:cxn ang="0">
                <a:pos x="29" y="20"/>
              </a:cxn>
              <a:cxn ang="0">
                <a:pos x="27" y="18"/>
              </a:cxn>
              <a:cxn ang="0">
                <a:pos x="21" y="15"/>
              </a:cxn>
              <a:cxn ang="0">
                <a:pos x="20" y="13"/>
              </a:cxn>
              <a:cxn ang="0">
                <a:pos x="21" y="12"/>
              </a:cxn>
              <a:cxn ang="0">
                <a:pos x="30" y="18"/>
              </a:cxn>
              <a:cxn ang="0">
                <a:pos x="29" y="20"/>
              </a:cxn>
            </a:cxnLst>
            <a:rect l="0" t="0" r="r" b="b"/>
            <a:pathLst>
              <a:path w="42" h="62">
                <a:moveTo>
                  <a:pt x="37" y="29"/>
                </a:moveTo>
                <a:cubicBezTo>
                  <a:pt x="35" y="32"/>
                  <a:pt x="31" y="37"/>
                  <a:pt x="31" y="41"/>
                </a:cubicBezTo>
                <a:cubicBezTo>
                  <a:pt x="32" y="42"/>
                  <a:pt x="33" y="43"/>
                  <a:pt x="33" y="44"/>
                </a:cubicBezTo>
                <a:cubicBezTo>
                  <a:pt x="33" y="45"/>
                  <a:pt x="32" y="46"/>
                  <a:pt x="32" y="47"/>
                </a:cubicBezTo>
                <a:cubicBezTo>
                  <a:pt x="32" y="47"/>
                  <a:pt x="33" y="48"/>
                  <a:pt x="33" y="49"/>
                </a:cubicBezTo>
                <a:cubicBezTo>
                  <a:pt x="33" y="51"/>
                  <a:pt x="32" y="52"/>
                  <a:pt x="31" y="53"/>
                </a:cubicBezTo>
                <a:cubicBezTo>
                  <a:pt x="31" y="53"/>
                  <a:pt x="31" y="54"/>
                  <a:pt x="31" y="54"/>
                </a:cubicBezTo>
                <a:cubicBezTo>
                  <a:pt x="31" y="57"/>
                  <a:pt x="29" y="58"/>
                  <a:pt x="27" y="58"/>
                </a:cubicBezTo>
                <a:cubicBezTo>
                  <a:pt x="26" y="61"/>
                  <a:pt x="24" y="62"/>
                  <a:pt x="21" y="62"/>
                </a:cubicBezTo>
                <a:cubicBezTo>
                  <a:pt x="19" y="62"/>
                  <a:pt x="16" y="61"/>
                  <a:pt x="15" y="58"/>
                </a:cubicBezTo>
                <a:cubicBezTo>
                  <a:pt x="13" y="58"/>
                  <a:pt x="11" y="57"/>
                  <a:pt x="11" y="54"/>
                </a:cubicBezTo>
                <a:cubicBezTo>
                  <a:pt x="11" y="54"/>
                  <a:pt x="11" y="53"/>
                  <a:pt x="11" y="53"/>
                </a:cubicBezTo>
                <a:cubicBezTo>
                  <a:pt x="10" y="52"/>
                  <a:pt x="9" y="51"/>
                  <a:pt x="9" y="49"/>
                </a:cubicBezTo>
                <a:cubicBezTo>
                  <a:pt x="9" y="48"/>
                  <a:pt x="10" y="47"/>
                  <a:pt x="10" y="47"/>
                </a:cubicBezTo>
                <a:cubicBezTo>
                  <a:pt x="10" y="46"/>
                  <a:pt x="9" y="45"/>
                  <a:pt x="9" y="44"/>
                </a:cubicBezTo>
                <a:cubicBezTo>
                  <a:pt x="9" y="43"/>
                  <a:pt x="10" y="42"/>
                  <a:pt x="11" y="41"/>
                </a:cubicBezTo>
                <a:cubicBezTo>
                  <a:pt x="11" y="37"/>
                  <a:pt x="7" y="32"/>
                  <a:pt x="5" y="29"/>
                </a:cubicBezTo>
                <a:cubicBezTo>
                  <a:pt x="2" y="26"/>
                  <a:pt x="0" y="23"/>
                  <a:pt x="0" y="18"/>
                </a:cubicBezTo>
                <a:cubicBezTo>
                  <a:pt x="0" y="8"/>
                  <a:pt x="11" y="0"/>
                  <a:pt x="21" y="0"/>
                </a:cubicBezTo>
                <a:cubicBezTo>
                  <a:pt x="31" y="0"/>
                  <a:pt x="42" y="8"/>
                  <a:pt x="42" y="18"/>
                </a:cubicBezTo>
                <a:cubicBezTo>
                  <a:pt x="42" y="23"/>
                  <a:pt x="40" y="26"/>
                  <a:pt x="37" y="29"/>
                </a:cubicBezTo>
                <a:close/>
                <a:moveTo>
                  <a:pt x="21" y="6"/>
                </a:moveTo>
                <a:cubicBezTo>
                  <a:pt x="14" y="6"/>
                  <a:pt x="6" y="10"/>
                  <a:pt x="6" y="18"/>
                </a:cubicBezTo>
                <a:cubicBezTo>
                  <a:pt x="6" y="21"/>
                  <a:pt x="7" y="24"/>
                  <a:pt x="8" y="26"/>
                </a:cubicBezTo>
                <a:cubicBezTo>
                  <a:pt x="9" y="27"/>
                  <a:pt x="10" y="27"/>
                  <a:pt x="11" y="28"/>
                </a:cubicBezTo>
                <a:cubicBezTo>
                  <a:pt x="14" y="32"/>
                  <a:pt x="16" y="36"/>
                  <a:pt x="16" y="40"/>
                </a:cubicBezTo>
                <a:cubicBezTo>
                  <a:pt x="26" y="40"/>
                  <a:pt x="26" y="40"/>
                  <a:pt x="26" y="40"/>
                </a:cubicBezTo>
                <a:cubicBezTo>
                  <a:pt x="26" y="36"/>
                  <a:pt x="28" y="32"/>
                  <a:pt x="31" y="28"/>
                </a:cubicBezTo>
                <a:cubicBezTo>
                  <a:pt x="32" y="27"/>
                  <a:pt x="33" y="27"/>
                  <a:pt x="34" y="26"/>
                </a:cubicBezTo>
                <a:cubicBezTo>
                  <a:pt x="35" y="24"/>
                  <a:pt x="36" y="21"/>
                  <a:pt x="36" y="18"/>
                </a:cubicBezTo>
                <a:cubicBezTo>
                  <a:pt x="36" y="10"/>
                  <a:pt x="28" y="6"/>
                  <a:pt x="21" y="6"/>
                </a:cubicBezTo>
                <a:close/>
                <a:moveTo>
                  <a:pt x="29" y="20"/>
                </a:moveTo>
                <a:cubicBezTo>
                  <a:pt x="28" y="20"/>
                  <a:pt x="27" y="19"/>
                  <a:pt x="27" y="18"/>
                </a:cubicBezTo>
                <a:cubicBezTo>
                  <a:pt x="27" y="16"/>
                  <a:pt x="23" y="15"/>
                  <a:pt x="21" y="15"/>
                </a:cubicBezTo>
                <a:cubicBezTo>
                  <a:pt x="20" y="15"/>
                  <a:pt x="20" y="14"/>
                  <a:pt x="20" y="13"/>
                </a:cubicBezTo>
                <a:cubicBezTo>
                  <a:pt x="20" y="13"/>
                  <a:pt x="20" y="12"/>
                  <a:pt x="21" y="12"/>
                </a:cubicBezTo>
                <a:cubicBezTo>
                  <a:pt x="25" y="12"/>
                  <a:pt x="30" y="14"/>
                  <a:pt x="30" y="18"/>
                </a:cubicBezTo>
                <a:cubicBezTo>
                  <a:pt x="30" y="19"/>
                  <a:pt x="29" y="20"/>
                  <a:pt x="29" y="20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  <p:sp>
        <p:nvSpPr>
          <p:cNvPr id="13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29318245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Structu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Freeform 56"/>
          <p:cNvSpPr>
            <a:spLocks noEditPoints="1"/>
          </p:cNvSpPr>
          <p:nvPr userDrawn="1"/>
        </p:nvSpPr>
        <p:spPr bwMode="auto">
          <a:xfrm>
            <a:off x="5470526" y="1498601"/>
            <a:ext cx="1250951" cy="1250951"/>
          </a:xfrm>
          <a:custGeom>
            <a:avLst/>
            <a:gdLst/>
            <a:ahLst/>
            <a:cxnLst>
              <a:cxn ang="0">
                <a:pos x="64" y="42"/>
              </a:cxn>
              <a:cxn ang="0">
                <a:pos x="63" y="44"/>
              </a:cxn>
              <a:cxn ang="0">
                <a:pos x="33" y="64"/>
              </a:cxn>
              <a:cxn ang="0">
                <a:pos x="32" y="64"/>
              </a:cxn>
              <a:cxn ang="0">
                <a:pos x="30" y="64"/>
              </a:cxn>
              <a:cxn ang="0">
                <a:pos x="1" y="44"/>
              </a:cxn>
              <a:cxn ang="0">
                <a:pos x="0" y="42"/>
              </a:cxn>
              <a:cxn ang="0">
                <a:pos x="0" y="23"/>
              </a:cxn>
              <a:cxn ang="0">
                <a:pos x="1" y="20"/>
              </a:cxn>
              <a:cxn ang="0">
                <a:pos x="30" y="1"/>
              </a:cxn>
              <a:cxn ang="0">
                <a:pos x="32" y="0"/>
              </a:cxn>
              <a:cxn ang="0">
                <a:pos x="33" y="1"/>
              </a:cxn>
              <a:cxn ang="0">
                <a:pos x="63" y="20"/>
              </a:cxn>
              <a:cxn ang="0">
                <a:pos x="64" y="23"/>
              </a:cxn>
              <a:cxn ang="0">
                <a:pos x="64" y="42"/>
              </a:cxn>
              <a:cxn ang="0">
                <a:pos x="12" y="32"/>
              </a:cxn>
              <a:cxn ang="0">
                <a:pos x="5" y="28"/>
              </a:cxn>
              <a:cxn ang="0">
                <a:pos x="5" y="37"/>
              </a:cxn>
              <a:cxn ang="0">
                <a:pos x="12" y="32"/>
              </a:cxn>
              <a:cxn ang="0">
                <a:pos x="29" y="21"/>
              </a:cxn>
              <a:cxn ang="0">
                <a:pos x="29" y="8"/>
              </a:cxn>
              <a:cxn ang="0">
                <a:pos x="7" y="23"/>
              </a:cxn>
              <a:cxn ang="0">
                <a:pos x="17" y="29"/>
              </a:cxn>
              <a:cxn ang="0">
                <a:pos x="29" y="21"/>
              </a:cxn>
              <a:cxn ang="0">
                <a:pos x="29" y="56"/>
              </a:cxn>
              <a:cxn ang="0">
                <a:pos x="29" y="44"/>
              </a:cxn>
              <a:cxn ang="0">
                <a:pos x="17" y="36"/>
              </a:cxn>
              <a:cxn ang="0">
                <a:pos x="7" y="42"/>
              </a:cxn>
              <a:cxn ang="0">
                <a:pos x="29" y="56"/>
              </a:cxn>
              <a:cxn ang="0">
                <a:pos x="41" y="32"/>
              </a:cxn>
              <a:cxn ang="0">
                <a:pos x="32" y="26"/>
              </a:cxn>
              <a:cxn ang="0">
                <a:pos x="22" y="32"/>
              </a:cxn>
              <a:cxn ang="0">
                <a:pos x="32" y="39"/>
              </a:cxn>
              <a:cxn ang="0">
                <a:pos x="41" y="32"/>
              </a:cxn>
              <a:cxn ang="0">
                <a:pos x="56" y="23"/>
              </a:cxn>
              <a:cxn ang="0">
                <a:pos x="35" y="8"/>
              </a:cxn>
              <a:cxn ang="0">
                <a:pos x="35" y="21"/>
              </a:cxn>
              <a:cxn ang="0">
                <a:pos x="46" y="29"/>
              </a:cxn>
              <a:cxn ang="0">
                <a:pos x="56" y="23"/>
              </a:cxn>
              <a:cxn ang="0">
                <a:pos x="56" y="42"/>
              </a:cxn>
              <a:cxn ang="0">
                <a:pos x="46" y="36"/>
              </a:cxn>
              <a:cxn ang="0">
                <a:pos x="35" y="44"/>
              </a:cxn>
              <a:cxn ang="0">
                <a:pos x="35" y="56"/>
              </a:cxn>
              <a:cxn ang="0">
                <a:pos x="56" y="42"/>
              </a:cxn>
              <a:cxn ang="0">
                <a:pos x="58" y="37"/>
              </a:cxn>
              <a:cxn ang="0">
                <a:pos x="58" y="28"/>
              </a:cxn>
              <a:cxn ang="0">
                <a:pos x="51" y="32"/>
              </a:cxn>
              <a:cxn ang="0">
                <a:pos x="58" y="37"/>
              </a:cxn>
            </a:cxnLst>
            <a:rect l="0" t="0" r="r" b="b"/>
            <a:pathLst>
              <a:path w="64" h="64">
                <a:moveTo>
                  <a:pt x="64" y="42"/>
                </a:moveTo>
                <a:cubicBezTo>
                  <a:pt x="64" y="43"/>
                  <a:pt x="63" y="44"/>
                  <a:pt x="63" y="44"/>
                </a:cubicBezTo>
                <a:cubicBezTo>
                  <a:pt x="33" y="64"/>
                  <a:pt x="33" y="64"/>
                  <a:pt x="33" y="64"/>
                </a:cubicBezTo>
                <a:cubicBezTo>
                  <a:pt x="33" y="64"/>
                  <a:pt x="32" y="64"/>
                  <a:pt x="32" y="64"/>
                </a:cubicBezTo>
                <a:cubicBezTo>
                  <a:pt x="31" y="64"/>
                  <a:pt x="31" y="64"/>
                  <a:pt x="30" y="64"/>
                </a:cubicBezTo>
                <a:cubicBezTo>
                  <a:pt x="1" y="44"/>
                  <a:pt x="1" y="44"/>
                  <a:pt x="1" y="44"/>
                </a:cubicBezTo>
                <a:cubicBezTo>
                  <a:pt x="0" y="44"/>
                  <a:pt x="0" y="43"/>
                  <a:pt x="0" y="42"/>
                </a:cubicBezTo>
                <a:cubicBezTo>
                  <a:pt x="0" y="23"/>
                  <a:pt x="0" y="23"/>
                  <a:pt x="0" y="23"/>
                </a:cubicBezTo>
                <a:cubicBezTo>
                  <a:pt x="0" y="22"/>
                  <a:pt x="0" y="21"/>
                  <a:pt x="1" y="20"/>
                </a:cubicBezTo>
                <a:cubicBezTo>
                  <a:pt x="30" y="1"/>
                  <a:pt x="30" y="1"/>
                  <a:pt x="30" y="1"/>
                </a:cubicBezTo>
                <a:cubicBezTo>
                  <a:pt x="31" y="1"/>
                  <a:pt x="31" y="0"/>
                  <a:pt x="32" y="0"/>
                </a:cubicBezTo>
                <a:cubicBezTo>
                  <a:pt x="32" y="0"/>
                  <a:pt x="33" y="1"/>
                  <a:pt x="33" y="1"/>
                </a:cubicBezTo>
                <a:cubicBezTo>
                  <a:pt x="63" y="20"/>
                  <a:pt x="63" y="20"/>
                  <a:pt x="63" y="20"/>
                </a:cubicBezTo>
                <a:cubicBezTo>
                  <a:pt x="63" y="21"/>
                  <a:pt x="64" y="22"/>
                  <a:pt x="64" y="23"/>
                </a:cubicBezTo>
                <a:lnTo>
                  <a:pt x="64" y="42"/>
                </a:lnTo>
                <a:close/>
                <a:moveTo>
                  <a:pt x="12" y="32"/>
                </a:moveTo>
                <a:cubicBezTo>
                  <a:pt x="5" y="28"/>
                  <a:pt x="5" y="28"/>
                  <a:pt x="5" y="28"/>
                </a:cubicBezTo>
                <a:cubicBezTo>
                  <a:pt x="5" y="37"/>
                  <a:pt x="5" y="37"/>
                  <a:pt x="5" y="37"/>
                </a:cubicBezTo>
                <a:lnTo>
                  <a:pt x="12" y="32"/>
                </a:lnTo>
                <a:close/>
                <a:moveTo>
                  <a:pt x="29" y="21"/>
                </a:moveTo>
                <a:cubicBezTo>
                  <a:pt x="29" y="8"/>
                  <a:pt x="29" y="8"/>
                  <a:pt x="29" y="8"/>
                </a:cubicBezTo>
                <a:cubicBezTo>
                  <a:pt x="7" y="23"/>
                  <a:pt x="7" y="23"/>
                  <a:pt x="7" y="23"/>
                </a:cubicBezTo>
                <a:cubicBezTo>
                  <a:pt x="17" y="29"/>
                  <a:pt x="17" y="29"/>
                  <a:pt x="17" y="29"/>
                </a:cubicBezTo>
                <a:lnTo>
                  <a:pt x="29" y="21"/>
                </a:lnTo>
                <a:close/>
                <a:moveTo>
                  <a:pt x="29" y="56"/>
                </a:moveTo>
                <a:cubicBezTo>
                  <a:pt x="29" y="44"/>
                  <a:pt x="29" y="44"/>
                  <a:pt x="29" y="44"/>
                </a:cubicBezTo>
                <a:cubicBezTo>
                  <a:pt x="17" y="36"/>
                  <a:pt x="17" y="36"/>
                  <a:pt x="17" y="36"/>
                </a:cubicBezTo>
                <a:cubicBezTo>
                  <a:pt x="7" y="42"/>
                  <a:pt x="7" y="42"/>
                  <a:pt x="7" y="42"/>
                </a:cubicBezTo>
                <a:lnTo>
                  <a:pt x="29" y="56"/>
                </a:lnTo>
                <a:close/>
                <a:moveTo>
                  <a:pt x="41" y="32"/>
                </a:moveTo>
                <a:cubicBezTo>
                  <a:pt x="32" y="26"/>
                  <a:pt x="32" y="26"/>
                  <a:pt x="32" y="26"/>
                </a:cubicBezTo>
                <a:cubicBezTo>
                  <a:pt x="22" y="32"/>
                  <a:pt x="22" y="32"/>
                  <a:pt x="22" y="32"/>
                </a:cubicBezTo>
                <a:cubicBezTo>
                  <a:pt x="32" y="39"/>
                  <a:pt x="32" y="39"/>
                  <a:pt x="32" y="39"/>
                </a:cubicBezTo>
                <a:lnTo>
                  <a:pt x="41" y="32"/>
                </a:lnTo>
                <a:close/>
                <a:moveTo>
                  <a:pt x="56" y="23"/>
                </a:moveTo>
                <a:cubicBezTo>
                  <a:pt x="35" y="8"/>
                  <a:pt x="35" y="8"/>
                  <a:pt x="35" y="8"/>
                </a:cubicBezTo>
                <a:cubicBezTo>
                  <a:pt x="35" y="21"/>
                  <a:pt x="35" y="21"/>
                  <a:pt x="35" y="21"/>
                </a:cubicBezTo>
                <a:cubicBezTo>
                  <a:pt x="46" y="29"/>
                  <a:pt x="46" y="29"/>
                  <a:pt x="46" y="29"/>
                </a:cubicBezTo>
                <a:lnTo>
                  <a:pt x="56" y="23"/>
                </a:lnTo>
                <a:close/>
                <a:moveTo>
                  <a:pt x="56" y="42"/>
                </a:moveTo>
                <a:cubicBezTo>
                  <a:pt x="46" y="36"/>
                  <a:pt x="46" y="36"/>
                  <a:pt x="46" y="36"/>
                </a:cubicBezTo>
                <a:cubicBezTo>
                  <a:pt x="35" y="44"/>
                  <a:pt x="35" y="44"/>
                  <a:pt x="35" y="44"/>
                </a:cubicBezTo>
                <a:cubicBezTo>
                  <a:pt x="35" y="56"/>
                  <a:pt x="35" y="56"/>
                  <a:pt x="35" y="56"/>
                </a:cubicBezTo>
                <a:lnTo>
                  <a:pt x="56" y="42"/>
                </a:lnTo>
                <a:close/>
                <a:moveTo>
                  <a:pt x="58" y="37"/>
                </a:moveTo>
                <a:cubicBezTo>
                  <a:pt x="58" y="28"/>
                  <a:pt x="58" y="28"/>
                  <a:pt x="58" y="28"/>
                </a:cubicBezTo>
                <a:cubicBezTo>
                  <a:pt x="51" y="32"/>
                  <a:pt x="51" y="32"/>
                  <a:pt x="51" y="32"/>
                </a:cubicBezTo>
                <a:lnTo>
                  <a:pt x="58" y="37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  <p:sp>
        <p:nvSpPr>
          <p:cNvPr id="13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32888960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Puzz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reeform 77"/>
          <p:cNvSpPr>
            <a:spLocks/>
          </p:cNvSpPr>
          <p:nvPr userDrawn="1"/>
        </p:nvSpPr>
        <p:spPr bwMode="auto">
          <a:xfrm rot="20133226">
            <a:off x="5329055" y="1240368"/>
            <a:ext cx="1533892" cy="1532467"/>
          </a:xfrm>
          <a:custGeom>
            <a:avLst/>
            <a:gdLst/>
            <a:ahLst/>
            <a:cxnLst>
              <a:cxn ang="0">
                <a:pos x="183" y="216"/>
              </a:cxn>
              <a:cxn ang="0">
                <a:pos x="256" y="180"/>
              </a:cxn>
              <a:cxn ang="0">
                <a:pos x="217" y="88"/>
              </a:cxn>
              <a:cxn ang="0">
                <a:pos x="385" y="88"/>
              </a:cxn>
              <a:cxn ang="0">
                <a:pos x="347" y="180"/>
              </a:cxn>
              <a:cxn ang="0">
                <a:pos x="420" y="216"/>
              </a:cxn>
              <a:cxn ang="0">
                <a:pos x="603" y="216"/>
              </a:cxn>
              <a:cxn ang="0">
                <a:pos x="603" y="399"/>
              </a:cxn>
              <a:cxn ang="0">
                <a:pos x="638" y="472"/>
              </a:cxn>
              <a:cxn ang="0">
                <a:pos x="731" y="433"/>
              </a:cxn>
              <a:cxn ang="0">
                <a:pos x="731" y="601"/>
              </a:cxn>
              <a:cxn ang="0">
                <a:pos x="638" y="563"/>
              </a:cxn>
              <a:cxn ang="0">
                <a:pos x="603" y="636"/>
              </a:cxn>
              <a:cxn ang="0">
                <a:pos x="603" y="819"/>
              </a:cxn>
              <a:cxn ang="0">
                <a:pos x="420" y="819"/>
              </a:cxn>
              <a:cxn ang="0">
                <a:pos x="347" y="784"/>
              </a:cxn>
              <a:cxn ang="0">
                <a:pos x="385" y="691"/>
              </a:cxn>
              <a:cxn ang="0">
                <a:pos x="217" y="691"/>
              </a:cxn>
              <a:cxn ang="0">
                <a:pos x="256" y="784"/>
              </a:cxn>
              <a:cxn ang="0">
                <a:pos x="183" y="819"/>
              </a:cxn>
              <a:cxn ang="0">
                <a:pos x="0" y="819"/>
              </a:cxn>
              <a:cxn ang="0">
                <a:pos x="0" y="636"/>
              </a:cxn>
              <a:cxn ang="0">
                <a:pos x="35" y="563"/>
              </a:cxn>
              <a:cxn ang="0">
                <a:pos x="128" y="601"/>
              </a:cxn>
              <a:cxn ang="0">
                <a:pos x="128" y="433"/>
              </a:cxn>
              <a:cxn ang="0">
                <a:pos x="35" y="472"/>
              </a:cxn>
              <a:cxn ang="0">
                <a:pos x="0" y="399"/>
              </a:cxn>
              <a:cxn ang="0">
                <a:pos x="0" y="216"/>
              </a:cxn>
              <a:cxn ang="0">
                <a:pos x="183" y="216"/>
              </a:cxn>
            </a:cxnLst>
            <a:rect l="0" t="0" r="r" b="b"/>
            <a:pathLst>
              <a:path w="819" h="819">
                <a:moveTo>
                  <a:pt x="183" y="216"/>
                </a:moveTo>
                <a:cubicBezTo>
                  <a:pt x="249" y="216"/>
                  <a:pt x="264" y="200"/>
                  <a:pt x="256" y="180"/>
                </a:cubicBezTo>
                <a:cubicBezTo>
                  <a:pt x="239" y="144"/>
                  <a:pt x="209" y="139"/>
                  <a:pt x="217" y="88"/>
                </a:cubicBezTo>
                <a:cubicBezTo>
                  <a:pt x="231" y="0"/>
                  <a:pt x="372" y="0"/>
                  <a:pt x="385" y="88"/>
                </a:cubicBezTo>
                <a:cubicBezTo>
                  <a:pt x="393" y="139"/>
                  <a:pt x="364" y="144"/>
                  <a:pt x="347" y="180"/>
                </a:cubicBezTo>
                <a:cubicBezTo>
                  <a:pt x="338" y="200"/>
                  <a:pt x="354" y="216"/>
                  <a:pt x="420" y="216"/>
                </a:cubicBezTo>
                <a:cubicBezTo>
                  <a:pt x="603" y="216"/>
                  <a:pt x="603" y="216"/>
                  <a:pt x="603" y="216"/>
                </a:cubicBezTo>
                <a:cubicBezTo>
                  <a:pt x="603" y="399"/>
                  <a:pt x="603" y="399"/>
                  <a:pt x="603" y="399"/>
                </a:cubicBezTo>
                <a:cubicBezTo>
                  <a:pt x="603" y="465"/>
                  <a:pt x="619" y="480"/>
                  <a:pt x="638" y="472"/>
                </a:cubicBezTo>
                <a:cubicBezTo>
                  <a:pt x="675" y="455"/>
                  <a:pt x="680" y="425"/>
                  <a:pt x="731" y="433"/>
                </a:cubicBezTo>
                <a:cubicBezTo>
                  <a:pt x="819" y="447"/>
                  <a:pt x="819" y="588"/>
                  <a:pt x="731" y="601"/>
                </a:cubicBezTo>
                <a:cubicBezTo>
                  <a:pt x="680" y="609"/>
                  <a:pt x="675" y="580"/>
                  <a:pt x="638" y="563"/>
                </a:cubicBezTo>
                <a:cubicBezTo>
                  <a:pt x="619" y="554"/>
                  <a:pt x="603" y="570"/>
                  <a:pt x="603" y="636"/>
                </a:cubicBezTo>
                <a:cubicBezTo>
                  <a:pt x="603" y="819"/>
                  <a:pt x="603" y="819"/>
                  <a:pt x="603" y="819"/>
                </a:cubicBezTo>
                <a:cubicBezTo>
                  <a:pt x="420" y="819"/>
                  <a:pt x="420" y="819"/>
                  <a:pt x="420" y="819"/>
                </a:cubicBezTo>
                <a:cubicBezTo>
                  <a:pt x="354" y="819"/>
                  <a:pt x="338" y="803"/>
                  <a:pt x="347" y="784"/>
                </a:cubicBezTo>
                <a:cubicBezTo>
                  <a:pt x="364" y="747"/>
                  <a:pt x="393" y="742"/>
                  <a:pt x="385" y="691"/>
                </a:cubicBezTo>
                <a:cubicBezTo>
                  <a:pt x="372" y="603"/>
                  <a:pt x="231" y="603"/>
                  <a:pt x="217" y="691"/>
                </a:cubicBezTo>
                <a:cubicBezTo>
                  <a:pt x="209" y="742"/>
                  <a:pt x="239" y="747"/>
                  <a:pt x="256" y="784"/>
                </a:cubicBezTo>
                <a:cubicBezTo>
                  <a:pt x="264" y="803"/>
                  <a:pt x="249" y="819"/>
                  <a:pt x="183" y="819"/>
                </a:cubicBezTo>
                <a:cubicBezTo>
                  <a:pt x="0" y="819"/>
                  <a:pt x="0" y="819"/>
                  <a:pt x="0" y="819"/>
                </a:cubicBezTo>
                <a:cubicBezTo>
                  <a:pt x="0" y="636"/>
                  <a:pt x="0" y="636"/>
                  <a:pt x="0" y="636"/>
                </a:cubicBezTo>
                <a:cubicBezTo>
                  <a:pt x="0" y="570"/>
                  <a:pt x="16" y="554"/>
                  <a:pt x="35" y="563"/>
                </a:cubicBezTo>
                <a:cubicBezTo>
                  <a:pt x="72" y="580"/>
                  <a:pt x="76" y="609"/>
                  <a:pt x="128" y="601"/>
                </a:cubicBezTo>
                <a:cubicBezTo>
                  <a:pt x="216" y="588"/>
                  <a:pt x="216" y="447"/>
                  <a:pt x="128" y="433"/>
                </a:cubicBezTo>
                <a:cubicBezTo>
                  <a:pt x="76" y="425"/>
                  <a:pt x="72" y="455"/>
                  <a:pt x="35" y="472"/>
                </a:cubicBezTo>
                <a:cubicBezTo>
                  <a:pt x="16" y="480"/>
                  <a:pt x="0" y="465"/>
                  <a:pt x="0" y="399"/>
                </a:cubicBezTo>
                <a:cubicBezTo>
                  <a:pt x="0" y="216"/>
                  <a:pt x="0" y="216"/>
                  <a:pt x="0" y="216"/>
                </a:cubicBezTo>
                <a:lnTo>
                  <a:pt x="183" y="216"/>
                </a:lnTo>
                <a:close/>
              </a:path>
            </a:pathLst>
          </a:custGeom>
          <a:solidFill>
            <a:schemeClr val="bg1"/>
          </a:solidFill>
          <a:ln w="19050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  <p:sp>
        <p:nvSpPr>
          <p:cNvPr id="13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10128915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Networ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Freeform 66"/>
          <p:cNvSpPr>
            <a:spLocks noEditPoints="1"/>
          </p:cNvSpPr>
          <p:nvPr userDrawn="1"/>
        </p:nvSpPr>
        <p:spPr bwMode="auto">
          <a:xfrm>
            <a:off x="5577490" y="1594470"/>
            <a:ext cx="1037021" cy="1211311"/>
          </a:xfrm>
          <a:custGeom>
            <a:avLst/>
            <a:gdLst/>
            <a:ahLst/>
            <a:cxnLst>
              <a:cxn ang="0">
                <a:pos x="55" y="9"/>
              </a:cxn>
              <a:cxn ang="0">
                <a:pos x="55" y="14"/>
              </a:cxn>
              <a:cxn ang="0">
                <a:pos x="27" y="23"/>
              </a:cxn>
              <a:cxn ang="0">
                <a:pos x="0" y="14"/>
              </a:cxn>
              <a:cxn ang="0">
                <a:pos x="0" y="9"/>
              </a:cxn>
              <a:cxn ang="0">
                <a:pos x="27" y="0"/>
              </a:cxn>
              <a:cxn ang="0">
                <a:pos x="55" y="9"/>
              </a:cxn>
              <a:cxn ang="0">
                <a:pos x="55" y="21"/>
              </a:cxn>
              <a:cxn ang="0">
                <a:pos x="55" y="27"/>
              </a:cxn>
              <a:cxn ang="0">
                <a:pos x="27" y="37"/>
              </a:cxn>
              <a:cxn ang="0">
                <a:pos x="0" y="27"/>
              </a:cxn>
              <a:cxn ang="0">
                <a:pos x="0" y="21"/>
              </a:cxn>
              <a:cxn ang="0">
                <a:pos x="27" y="27"/>
              </a:cxn>
              <a:cxn ang="0">
                <a:pos x="55" y="21"/>
              </a:cxn>
              <a:cxn ang="0">
                <a:pos x="55" y="35"/>
              </a:cxn>
              <a:cxn ang="0">
                <a:pos x="55" y="41"/>
              </a:cxn>
              <a:cxn ang="0">
                <a:pos x="27" y="50"/>
              </a:cxn>
              <a:cxn ang="0">
                <a:pos x="0" y="41"/>
              </a:cxn>
              <a:cxn ang="0">
                <a:pos x="0" y="35"/>
              </a:cxn>
              <a:cxn ang="0">
                <a:pos x="27" y="41"/>
              </a:cxn>
              <a:cxn ang="0">
                <a:pos x="55" y="35"/>
              </a:cxn>
              <a:cxn ang="0">
                <a:pos x="55" y="49"/>
              </a:cxn>
              <a:cxn ang="0">
                <a:pos x="55" y="55"/>
              </a:cxn>
              <a:cxn ang="0">
                <a:pos x="27" y="64"/>
              </a:cxn>
              <a:cxn ang="0">
                <a:pos x="0" y="55"/>
              </a:cxn>
              <a:cxn ang="0">
                <a:pos x="0" y="49"/>
              </a:cxn>
              <a:cxn ang="0">
                <a:pos x="27" y="55"/>
              </a:cxn>
              <a:cxn ang="0">
                <a:pos x="55" y="49"/>
              </a:cxn>
            </a:cxnLst>
            <a:rect l="0" t="0" r="r" b="b"/>
            <a:pathLst>
              <a:path w="55" h="64">
                <a:moveTo>
                  <a:pt x="55" y="9"/>
                </a:moveTo>
                <a:cubicBezTo>
                  <a:pt x="55" y="14"/>
                  <a:pt x="55" y="14"/>
                  <a:pt x="55" y="14"/>
                </a:cubicBezTo>
                <a:cubicBezTo>
                  <a:pt x="55" y="19"/>
                  <a:pt x="42" y="23"/>
                  <a:pt x="27" y="23"/>
                </a:cubicBezTo>
                <a:cubicBezTo>
                  <a:pt x="12" y="23"/>
                  <a:pt x="0" y="19"/>
                  <a:pt x="0" y="14"/>
                </a:cubicBezTo>
                <a:cubicBezTo>
                  <a:pt x="0" y="9"/>
                  <a:pt x="0" y="9"/>
                  <a:pt x="0" y="9"/>
                </a:cubicBezTo>
                <a:cubicBezTo>
                  <a:pt x="0" y="4"/>
                  <a:pt x="12" y="0"/>
                  <a:pt x="27" y="0"/>
                </a:cubicBezTo>
                <a:cubicBezTo>
                  <a:pt x="42" y="0"/>
                  <a:pt x="55" y="4"/>
                  <a:pt x="55" y="9"/>
                </a:cubicBezTo>
                <a:close/>
                <a:moveTo>
                  <a:pt x="55" y="21"/>
                </a:moveTo>
                <a:cubicBezTo>
                  <a:pt x="55" y="27"/>
                  <a:pt x="55" y="27"/>
                  <a:pt x="55" y="27"/>
                </a:cubicBezTo>
                <a:cubicBezTo>
                  <a:pt x="55" y="32"/>
                  <a:pt x="42" y="37"/>
                  <a:pt x="27" y="37"/>
                </a:cubicBezTo>
                <a:cubicBezTo>
                  <a:pt x="12" y="37"/>
                  <a:pt x="0" y="32"/>
                  <a:pt x="0" y="27"/>
                </a:cubicBezTo>
                <a:cubicBezTo>
                  <a:pt x="0" y="21"/>
                  <a:pt x="0" y="21"/>
                  <a:pt x="0" y="21"/>
                </a:cubicBezTo>
                <a:cubicBezTo>
                  <a:pt x="6" y="25"/>
                  <a:pt x="16" y="27"/>
                  <a:pt x="27" y="27"/>
                </a:cubicBezTo>
                <a:cubicBezTo>
                  <a:pt x="38" y="27"/>
                  <a:pt x="49" y="25"/>
                  <a:pt x="55" y="21"/>
                </a:cubicBezTo>
                <a:close/>
                <a:moveTo>
                  <a:pt x="55" y="35"/>
                </a:moveTo>
                <a:cubicBezTo>
                  <a:pt x="55" y="41"/>
                  <a:pt x="55" y="41"/>
                  <a:pt x="55" y="41"/>
                </a:cubicBezTo>
                <a:cubicBezTo>
                  <a:pt x="55" y="46"/>
                  <a:pt x="42" y="50"/>
                  <a:pt x="27" y="50"/>
                </a:cubicBezTo>
                <a:cubicBezTo>
                  <a:pt x="12" y="50"/>
                  <a:pt x="0" y="46"/>
                  <a:pt x="0" y="41"/>
                </a:cubicBezTo>
                <a:cubicBezTo>
                  <a:pt x="0" y="35"/>
                  <a:pt x="0" y="35"/>
                  <a:pt x="0" y="35"/>
                </a:cubicBezTo>
                <a:cubicBezTo>
                  <a:pt x="6" y="39"/>
                  <a:pt x="16" y="41"/>
                  <a:pt x="27" y="41"/>
                </a:cubicBezTo>
                <a:cubicBezTo>
                  <a:pt x="38" y="41"/>
                  <a:pt x="49" y="39"/>
                  <a:pt x="55" y="35"/>
                </a:cubicBezTo>
                <a:close/>
                <a:moveTo>
                  <a:pt x="55" y="49"/>
                </a:moveTo>
                <a:cubicBezTo>
                  <a:pt x="55" y="55"/>
                  <a:pt x="55" y="55"/>
                  <a:pt x="55" y="55"/>
                </a:cubicBezTo>
                <a:cubicBezTo>
                  <a:pt x="55" y="60"/>
                  <a:pt x="42" y="64"/>
                  <a:pt x="27" y="64"/>
                </a:cubicBezTo>
                <a:cubicBezTo>
                  <a:pt x="12" y="64"/>
                  <a:pt x="0" y="60"/>
                  <a:pt x="0" y="55"/>
                </a:cubicBezTo>
                <a:cubicBezTo>
                  <a:pt x="0" y="49"/>
                  <a:pt x="0" y="49"/>
                  <a:pt x="0" y="49"/>
                </a:cubicBezTo>
                <a:cubicBezTo>
                  <a:pt x="6" y="53"/>
                  <a:pt x="16" y="55"/>
                  <a:pt x="27" y="55"/>
                </a:cubicBezTo>
                <a:cubicBezTo>
                  <a:pt x="38" y="55"/>
                  <a:pt x="49" y="53"/>
                  <a:pt x="55" y="49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</p:spTree>
    <p:extLst>
      <p:ext uri="{BB962C8B-B14F-4D97-AF65-F5344CB8AC3E}">
        <p14:creationId xmlns:p14="http://schemas.microsoft.com/office/powerpoint/2010/main" val="4190915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I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reeform 101"/>
          <p:cNvSpPr>
            <a:spLocks noEditPoints="1"/>
          </p:cNvSpPr>
          <p:nvPr userDrawn="1"/>
        </p:nvSpPr>
        <p:spPr bwMode="auto">
          <a:xfrm>
            <a:off x="5339411" y="1667934"/>
            <a:ext cx="1513180" cy="1002709"/>
          </a:xfrm>
          <a:custGeom>
            <a:avLst/>
            <a:gdLst/>
            <a:ahLst/>
            <a:cxnLst>
              <a:cxn ang="0">
                <a:pos x="77" y="43"/>
              </a:cxn>
              <a:cxn ang="0">
                <a:pos x="77" y="47"/>
              </a:cxn>
              <a:cxn ang="0">
                <a:pos x="70" y="51"/>
              </a:cxn>
              <a:cxn ang="0">
                <a:pos x="6" y="51"/>
              </a:cxn>
              <a:cxn ang="0">
                <a:pos x="0" y="47"/>
              </a:cxn>
              <a:cxn ang="0">
                <a:pos x="0" y="43"/>
              </a:cxn>
              <a:cxn ang="0">
                <a:pos x="6" y="43"/>
              </a:cxn>
              <a:cxn ang="0">
                <a:pos x="70" y="43"/>
              </a:cxn>
              <a:cxn ang="0">
                <a:pos x="77" y="43"/>
              </a:cxn>
              <a:cxn ang="0">
                <a:pos x="10" y="34"/>
              </a:cxn>
              <a:cxn ang="0">
                <a:pos x="10" y="6"/>
              </a:cxn>
              <a:cxn ang="0">
                <a:pos x="16" y="0"/>
              </a:cxn>
              <a:cxn ang="0">
                <a:pos x="60" y="0"/>
              </a:cxn>
              <a:cxn ang="0">
                <a:pos x="67" y="6"/>
              </a:cxn>
              <a:cxn ang="0">
                <a:pos x="67" y="34"/>
              </a:cxn>
              <a:cxn ang="0">
                <a:pos x="60" y="41"/>
              </a:cxn>
              <a:cxn ang="0">
                <a:pos x="16" y="41"/>
              </a:cxn>
              <a:cxn ang="0">
                <a:pos x="10" y="34"/>
              </a:cxn>
              <a:cxn ang="0">
                <a:pos x="15" y="34"/>
              </a:cxn>
              <a:cxn ang="0">
                <a:pos x="16" y="36"/>
              </a:cxn>
              <a:cxn ang="0">
                <a:pos x="60" y="36"/>
              </a:cxn>
              <a:cxn ang="0">
                <a:pos x="61" y="34"/>
              </a:cxn>
              <a:cxn ang="0">
                <a:pos x="61" y="6"/>
              </a:cxn>
              <a:cxn ang="0">
                <a:pos x="60" y="5"/>
              </a:cxn>
              <a:cxn ang="0">
                <a:pos x="16" y="5"/>
              </a:cxn>
              <a:cxn ang="0">
                <a:pos x="15" y="6"/>
              </a:cxn>
              <a:cxn ang="0">
                <a:pos x="15" y="34"/>
              </a:cxn>
              <a:cxn ang="0">
                <a:pos x="42" y="47"/>
              </a:cxn>
              <a:cxn ang="0">
                <a:pos x="42" y="46"/>
              </a:cxn>
              <a:cxn ang="0">
                <a:pos x="35" y="46"/>
              </a:cxn>
              <a:cxn ang="0">
                <a:pos x="34" y="47"/>
              </a:cxn>
              <a:cxn ang="0">
                <a:pos x="35" y="47"/>
              </a:cxn>
              <a:cxn ang="0">
                <a:pos x="42" y="47"/>
              </a:cxn>
              <a:cxn ang="0">
                <a:pos x="42" y="47"/>
              </a:cxn>
            </a:cxnLst>
            <a:rect l="0" t="0" r="r" b="b"/>
            <a:pathLst>
              <a:path w="77" h="51">
                <a:moveTo>
                  <a:pt x="77" y="43"/>
                </a:moveTo>
                <a:cubicBezTo>
                  <a:pt x="77" y="47"/>
                  <a:pt x="77" y="47"/>
                  <a:pt x="77" y="47"/>
                </a:cubicBezTo>
                <a:cubicBezTo>
                  <a:pt x="77" y="49"/>
                  <a:pt x="74" y="51"/>
                  <a:pt x="70" y="51"/>
                </a:cubicBezTo>
                <a:cubicBezTo>
                  <a:pt x="6" y="51"/>
                  <a:pt x="6" y="51"/>
                  <a:pt x="6" y="51"/>
                </a:cubicBezTo>
                <a:cubicBezTo>
                  <a:pt x="3" y="51"/>
                  <a:pt x="0" y="49"/>
                  <a:pt x="0" y="47"/>
                </a:cubicBezTo>
                <a:cubicBezTo>
                  <a:pt x="0" y="43"/>
                  <a:pt x="0" y="43"/>
                  <a:pt x="0" y="43"/>
                </a:cubicBezTo>
                <a:cubicBezTo>
                  <a:pt x="6" y="43"/>
                  <a:pt x="6" y="43"/>
                  <a:pt x="6" y="43"/>
                </a:cubicBezTo>
                <a:cubicBezTo>
                  <a:pt x="70" y="43"/>
                  <a:pt x="70" y="43"/>
                  <a:pt x="70" y="43"/>
                </a:cubicBezTo>
                <a:lnTo>
                  <a:pt x="77" y="43"/>
                </a:lnTo>
                <a:close/>
                <a:moveTo>
                  <a:pt x="10" y="34"/>
                </a:moveTo>
                <a:cubicBezTo>
                  <a:pt x="10" y="6"/>
                  <a:pt x="10" y="6"/>
                  <a:pt x="10" y="6"/>
                </a:cubicBezTo>
                <a:cubicBezTo>
                  <a:pt x="10" y="2"/>
                  <a:pt x="13" y="0"/>
                  <a:pt x="16" y="0"/>
                </a:cubicBezTo>
                <a:cubicBezTo>
                  <a:pt x="60" y="0"/>
                  <a:pt x="60" y="0"/>
                  <a:pt x="60" y="0"/>
                </a:cubicBezTo>
                <a:cubicBezTo>
                  <a:pt x="64" y="0"/>
                  <a:pt x="67" y="2"/>
                  <a:pt x="67" y="6"/>
                </a:cubicBezTo>
                <a:cubicBezTo>
                  <a:pt x="67" y="34"/>
                  <a:pt x="67" y="34"/>
                  <a:pt x="67" y="34"/>
                </a:cubicBezTo>
                <a:cubicBezTo>
                  <a:pt x="67" y="38"/>
                  <a:pt x="64" y="41"/>
                  <a:pt x="60" y="41"/>
                </a:cubicBezTo>
                <a:cubicBezTo>
                  <a:pt x="16" y="41"/>
                  <a:pt x="16" y="41"/>
                  <a:pt x="16" y="41"/>
                </a:cubicBezTo>
                <a:cubicBezTo>
                  <a:pt x="13" y="41"/>
                  <a:pt x="10" y="38"/>
                  <a:pt x="10" y="34"/>
                </a:cubicBezTo>
                <a:close/>
                <a:moveTo>
                  <a:pt x="15" y="34"/>
                </a:moveTo>
                <a:cubicBezTo>
                  <a:pt x="15" y="35"/>
                  <a:pt x="16" y="36"/>
                  <a:pt x="16" y="36"/>
                </a:cubicBezTo>
                <a:cubicBezTo>
                  <a:pt x="60" y="36"/>
                  <a:pt x="60" y="36"/>
                  <a:pt x="60" y="36"/>
                </a:cubicBezTo>
                <a:cubicBezTo>
                  <a:pt x="61" y="36"/>
                  <a:pt x="61" y="35"/>
                  <a:pt x="61" y="34"/>
                </a:cubicBezTo>
                <a:cubicBezTo>
                  <a:pt x="61" y="6"/>
                  <a:pt x="61" y="6"/>
                  <a:pt x="61" y="6"/>
                </a:cubicBezTo>
                <a:cubicBezTo>
                  <a:pt x="61" y="5"/>
                  <a:pt x="61" y="5"/>
                  <a:pt x="60" y="5"/>
                </a:cubicBezTo>
                <a:cubicBezTo>
                  <a:pt x="16" y="5"/>
                  <a:pt x="16" y="5"/>
                  <a:pt x="16" y="5"/>
                </a:cubicBezTo>
                <a:cubicBezTo>
                  <a:pt x="16" y="5"/>
                  <a:pt x="15" y="5"/>
                  <a:pt x="15" y="6"/>
                </a:cubicBezTo>
                <a:lnTo>
                  <a:pt x="15" y="34"/>
                </a:lnTo>
                <a:close/>
                <a:moveTo>
                  <a:pt x="42" y="47"/>
                </a:moveTo>
                <a:cubicBezTo>
                  <a:pt x="42" y="46"/>
                  <a:pt x="42" y="46"/>
                  <a:pt x="42" y="46"/>
                </a:cubicBezTo>
                <a:cubicBezTo>
                  <a:pt x="35" y="46"/>
                  <a:pt x="35" y="46"/>
                  <a:pt x="35" y="46"/>
                </a:cubicBezTo>
                <a:cubicBezTo>
                  <a:pt x="35" y="46"/>
                  <a:pt x="34" y="46"/>
                  <a:pt x="34" y="47"/>
                </a:cubicBezTo>
                <a:cubicBezTo>
                  <a:pt x="34" y="47"/>
                  <a:pt x="35" y="47"/>
                  <a:pt x="35" y="47"/>
                </a:cubicBezTo>
                <a:cubicBezTo>
                  <a:pt x="42" y="47"/>
                  <a:pt x="42" y="47"/>
                  <a:pt x="42" y="47"/>
                </a:cubicBezTo>
                <a:cubicBezTo>
                  <a:pt x="42" y="47"/>
                  <a:pt x="42" y="47"/>
                  <a:pt x="42" y="47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  <p:sp>
        <p:nvSpPr>
          <p:cNvPr id="13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6822145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Dat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Freeform 7"/>
          <p:cNvSpPr>
            <a:spLocks noEditPoints="1"/>
          </p:cNvSpPr>
          <p:nvPr userDrawn="1"/>
        </p:nvSpPr>
        <p:spPr bwMode="auto">
          <a:xfrm rot="16200000">
            <a:off x="5457169" y="1600199"/>
            <a:ext cx="1277665" cy="992716"/>
          </a:xfrm>
          <a:custGeom>
            <a:avLst/>
            <a:gdLst/>
            <a:ahLst/>
            <a:cxnLst>
              <a:cxn ang="0">
                <a:pos x="45" y="7"/>
              </a:cxn>
              <a:cxn ang="0">
                <a:pos x="43" y="9"/>
              </a:cxn>
              <a:cxn ang="0">
                <a:pos x="2" y="9"/>
              </a:cxn>
              <a:cxn ang="0">
                <a:pos x="0" y="7"/>
              </a:cxn>
              <a:cxn ang="0">
                <a:pos x="0" y="2"/>
              </a:cxn>
              <a:cxn ang="0">
                <a:pos x="2" y="0"/>
              </a:cxn>
              <a:cxn ang="0">
                <a:pos x="43" y="0"/>
              </a:cxn>
              <a:cxn ang="0">
                <a:pos x="45" y="2"/>
              </a:cxn>
              <a:cxn ang="0">
                <a:pos x="45" y="7"/>
              </a:cxn>
              <a:cxn ang="0">
                <a:pos x="59" y="20"/>
              </a:cxn>
              <a:cxn ang="0">
                <a:pos x="57" y="23"/>
              </a:cxn>
              <a:cxn ang="0">
                <a:pos x="2" y="23"/>
              </a:cxn>
              <a:cxn ang="0">
                <a:pos x="0" y="20"/>
              </a:cxn>
              <a:cxn ang="0">
                <a:pos x="0" y="16"/>
              </a:cxn>
              <a:cxn ang="0">
                <a:pos x="2" y="13"/>
              </a:cxn>
              <a:cxn ang="0">
                <a:pos x="57" y="13"/>
              </a:cxn>
              <a:cxn ang="0">
                <a:pos x="59" y="16"/>
              </a:cxn>
              <a:cxn ang="0">
                <a:pos x="59" y="20"/>
              </a:cxn>
              <a:cxn ang="0">
                <a:pos x="50" y="34"/>
              </a:cxn>
              <a:cxn ang="0">
                <a:pos x="48" y="36"/>
              </a:cxn>
              <a:cxn ang="0">
                <a:pos x="2" y="36"/>
              </a:cxn>
              <a:cxn ang="0">
                <a:pos x="0" y="34"/>
              </a:cxn>
              <a:cxn ang="0">
                <a:pos x="0" y="29"/>
              </a:cxn>
              <a:cxn ang="0">
                <a:pos x="2" y="27"/>
              </a:cxn>
              <a:cxn ang="0">
                <a:pos x="48" y="27"/>
              </a:cxn>
              <a:cxn ang="0">
                <a:pos x="50" y="29"/>
              </a:cxn>
              <a:cxn ang="0">
                <a:pos x="50" y="34"/>
              </a:cxn>
              <a:cxn ang="0">
                <a:pos x="64" y="48"/>
              </a:cxn>
              <a:cxn ang="0">
                <a:pos x="61" y="50"/>
              </a:cxn>
              <a:cxn ang="0">
                <a:pos x="2" y="50"/>
              </a:cxn>
              <a:cxn ang="0">
                <a:pos x="0" y="48"/>
              </a:cxn>
              <a:cxn ang="0">
                <a:pos x="0" y="43"/>
              </a:cxn>
              <a:cxn ang="0">
                <a:pos x="2" y="41"/>
              </a:cxn>
              <a:cxn ang="0">
                <a:pos x="61" y="41"/>
              </a:cxn>
              <a:cxn ang="0">
                <a:pos x="64" y="43"/>
              </a:cxn>
              <a:cxn ang="0">
                <a:pos x="64" y="48"/>
              </a:cxn>
            </a:cxnLst>
            <a:rect l="0" t="0" r="r" b="b"/>
            <a:pathLst>
              <a:path w="64" h="50">
                <a:moveTo>
                  <a:pt x="45" y="7"/>
                </a:moveTo>
                <a:cubicBezTo>
                  <a:pt x="45" y="8"/>
                  <a:pt x="44" y="9"/>
                  <a:pt x="43" y="9"/>
                </a:cubicBezTo>
                <a:cubicBezTo>
                  <a:pt x="2" y="9"/>
                  <a:pt x="2" y="9"/>
                  <a:pt x="2" y="9"/>
                </a:cubicBezTo>
                <a:cubicBezTo>
                  <a:pt x="1" y="9"/>
                  <a:pt x="0" y="8"/>
                  <a:pt x="0" y="7"/>
                </a:cubicBezTo>
                <a:cubicBezTo>
                  <a:pt x="0" y="2"/>
                  <a:pt x="0" y="2"/>
                  <a:pt x="0" y="2"/>
                </a:cubicBezTo>
                <a:cubicBezTo>
                  <a:pt x="0" y="1"/>
                  <a:pt x="1" y="0"/>
                  <a:pt x="2" y="0"/>
                </a:cubicBezTo>
                <a:cubicBezTo>
                  <a:pt x="43" y="0"/>
                  <a:pt x="43" y="0"/>
                  <a:pt x="43" y="0"/>
                </a:cubicBezTo>
                <a:cubicBezTo>
                  <a:pt x="44" y="0"/>
                  <a:pt x="45" y="1"/>
                  <a:pt x="45" y="2"/>
                </a:cubicBezTo>
                <a:lnTo>
                  <a:pt x="45" y="7"/>
                </a:lnTo>
                <a:close/>
                <a:moveTo>
                  <a:pt x="59" y="20"/>
                </a:moveTo>
                <a:cubicBezTo>
                  <a:pt x="59" y="22"/>
                  <a:pt x="58" y="23"/>
                  <a:pt x="57" y="23"/>
                </a:cubicBezTo>
                <a:cubicBezTo>
                  <a:pt x="2" y="23"/>
                  <a:pt x="2" y="23"/>
                  <a:pt x="2" y="23"/>
                </a:cubicBezTo>
                <a:cubicBezTo>
                  <a:pt x="1" y="23"/>
                  <a:pt x="0" y="22"/>
                  <a:pt x="0" y="20"/>
                </a:cubicBezTo>
                <a:cubicBezTo>
                  <a:pt x="0" y="16"/>
                  <a:pt x="0" y="16"/>
                  <a:pt x="0" y="16"/>
                </a:cubicBezTo>
                <a:cubicBezTo>
                  <a:pt x="0" y="14"/>
                  <a:pt x="1" y="13"/>
                  <a:pt x="2" y="13"/>
                </a:cubicBezTo>
                <a:cubicBezTo>
                  <a:pt x="57" y="13"/>
                  <a:pt x="57" y="13"/>
                  <a:pt x="57" y="13"/>
                </a:cubicBezTo>
                <a:cubicBezTo>
                  <a:pt x="58" y="13"/>
                  <a:pt x="59" y="14"/>
                  <a:pt x="59" y="16"/>
                </a:cubicBezTo>
                <a:lnTo>
                  <a:pt x="59" y="20"/>
                </a:lnTo>
                <a:close/>
                <a:moveTo>
                  <a:pt x="50" y="34"/>
                </a:moveTo>
                <a:cubicBezTo>
                  <a:pt x="50" y="35"/>
                  <a:pt x="49" y="36"/>
                  <a:pt x="48" y="36"/>
                </a:cubicBezTo>
                <a:cubicBezTo>
                  <a:pt x="2" y="36"/>
                  <a:pt x="2" y="36"/>
                  <a:pt x="2" y="36"/>
                </a:cubicBezTo>
                <a:cubicBezTo>
                  <a:pt x="1" y="36"/>
                  <a:pt x="0" y="35"/>
                  <a:pt x="0" y="34"/>
                </a:cubicBezTo>
                <a:cubicBezTo>
                  <a:pt x="0" y="29"/>
                  <a:pt x="0" y="29"/>
                  <a:pt x="0" y="29"/>
                </a:cubicBezTo>
                <a:cubicBezTo>
                  <a:pt x="0" y="28"/>
                  <a:pt x="1" y="27"/>
                  <a:pt x="2" y="27"/>
                </a:cubicBezTo>
                <a:cubicBezTo>
                  <a:pt x="48" y="27"/>
                  <a:pt x="48" y="27"/>
                  <a:pt x="48" y="27"/>
                </a:cubicBezTo>
                <a:cubicBezTo>
                  <a:pt x="49" y="27"/>
                  <a:pt x="50" y="28"/>
                  <a:pt x="50" y="29"/>
                </a:cubicBezTo>
                <a:lnTo>
                  <a:pt x="50" y="34"/>
                </a:lnTo>
                <a:close/>
                <a:moveTo>
                  <a:pt x="64" y="48"/>
                </a:moveTo>
                <a:cubicBezTo>
                  <a:pt x="64" y="49"/>
                  <a:pt x="63" y="50"/>
                  <a:pt x="61" y="50"/>
                </a:cubicBezTo>
                <a:cubicBezTo>
                  <a:pt x="2" y="50"/>
                  <a:pt x="2" y="50"/>
                  <a:pt x="2" y="50"/>
                </a:cubicBezTo>
                <a:cubicBezTo>
                  <a:pt x="1" y="50"/>
                  <a:pt x="0" y="49"/>
                  <a:pt x="0" y="48"/>
                </a:cubicBezTo>
                <a:cubicBezTo>
                  <a:pt x="0" y="43"/>
                  <a:pt x="0" y="43"/>
                  <a:pt x="0" y="43"/>
                </a:cubicBezTo>
                <a:cubicBezTo>
                  <a:pt x="0" y="42"/>
                  <a:pt x="1" y="41"/>
                  <a:pt x="2" y="41"/>
                </a:cubicBezTo>
                <a:cubicBezTo>
                  <a:pt x="61" y="41"/>
                  <a:pt x="61" y="41"/>
                  <a:pt x="61" y="41"/>
                </a:cubicBezTo>
                <a:cubicBezTo>
                  <a:pt x="63" y="41"/>
                  <a:pt x="64" y="42"/>
                  <a:pt x="64" y="43"/>
                </a:cubicBezTo>
                <a:lnTo>
                  <a:pt x="64" y="48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  <p:sp>
        <p:nvSpPr>
          <p:cNvPr id="13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33900621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Map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reeform 83"/>
          <p:cNvSpPr>
            <a:spLocks noEditPoints="1"/>
          </p:cNvSpPr>
          <p:nvPr userDrawn="1"/>
        </p:nvSpPr>
        <p:spPr bwMode="auto">
          <a:xfrm>
            <a:off x="5569331" y="1498600"/>
            <a:ext cx="1053339" cy="1580008"/>
          </a:xfrm>
          <a:custGeom>
            <a:avLst/>
            <a:gdLst/>
            <a:ahLst/>
            <a:cxnLst>
              <a:cxn ang="0">
                <a:pos x="38" y="26"/>
              </a:cxn>
              <a:cxn ang="0">
                <a:pos x="24" y="55"/>
              </a:cxn>
              <a:cxn ang="0">
                <a:pos x="20" y="58"/>
              </a:cxn>
              <a:cxn ang="0">
                <a:pos x="16" y="55"/>
              </a:cxn>
              <a:cxn ang="0">
                <a:pos x="2" y="26"/>
              </a:cxn>
              <a:cxn ang="0">
                <a:pos x="0" y="19"/>
              </a:cxn>
              <a:cxn ang="0">
                <a:pos x="20" y="0"/>
              </a:cxn>
              <a:cxn ang="0">
                <a:pos x="39" y="19"/>
              </a:cxn>
              <a:cxn ang="0">
                <a:pos x="38" y="26"/>
              </a:cxn>
              <a:cxn ang="0">
                <a:pos x="20" y="9"/>
              </a:cxn>
              <a:cxn ang="0">
                <a:pos x="10" y="19"/>
              </a:cxn>
              <a:cxn ang="0">
                <a:pos x="20" y="29"/>
              </a:cxn>
              <a:cxn ang="0">
                <a:pos x="30" y="19"/>
              </a:cxn>
              <a:cxn ang="0">
                <a:pos x="20" y="9"/>
              </a:cxn>
            </a:cxnLst>
            <a:rect l="0" t="0" r="r" b="b"/>
            <a:pathLst>
              <a:path w="39" h="58">
                <a:moveTo>
                  <a:pt x="38" y="26"/>
                </a:moveTo>
                <a:cubicBezTo>
                  <a:pt x="24" y="55"/>
                  <a:pt x="24" y="55"/>
                  <a:pt x="24" y="55"/>
                </a:cubicBezTo>
                <a:cubicBezTo>
                  <a:pt x="23" y="57"/>
                  <a:pt x="22" y="58"/>
                  <a:pt x="20" y="58"/>
                </a:cubicBezTo>
                <a:cubicBezTo>
                  <a:pt x="18" y="58"/>
                  <a:pt x="16" y="57"/>
                  <a:pt x="16" y="55"/>
                </a:cubicBezTo>
                <a:cubicBezTo>
                  <a:pt x="2" y="26"/>
                  <a:pt x="2" y="26"/>
                  <a:pt x="2" y="26"/>
                </a:cubicBezTo>
                <a:cubicBezTo>
                  <a:pt x="1" y="24"/>
                  <a:pt x="0" y="21"/>
                  <a:pt x="0" y="19"/>
                </a:cubicBezTo>
                <a:cubicBezTo>
                  <a:pt x="0" y="8"/>
                  <a:pt x="9" y="0"/>
                  <a:pt x="20" y="0"/>
                </a:cubicBezTo>
                <a:cubicBezTo>
                  <a:pt x="31" y="0"/>
                  <a:pt x="39" y="8"/>
                  <a:pt x="39" y="19"/>
                </a:cubicBezTo>
                <a:cubicBezTo>
                  <a:pt x="39" y="21"/>
                  <a:pt x="39" y="24"/>
                  <a:pt x="38" y="26"/>
                </a:cubicBezTo>
                <a:close/>
                <a:moveTo>
                  <a:pt x="20" y="9"/>
                </a:moveTo>
                <a:cubicBezTo>
                  <a:pt x="15" y="9"/>
                  <a:pt x="10" y="14"/>
                  <a:pt x="10" y="19"/>
                </a:cubicBezTo>
                <a:cubicBezTo>
                  <a:pt x="10" y="24"/>
                  <a:pt x="15" y="29"/>
                  <a:pt x="20" y="29"/>
                </a:cubicBezTo>
                <a:cubicBezTo>
                  <a:pt x="25" y="29"/>
                  <a:pt x="30" y="24"/>
                  <a:pt x="30" y="19"/>
                </a:cubicBezTo>
                <a:cubicBezTo>
                  <a:pt x="30" y="14"/>
                  <a:pt x="25" y="9"/>
                  <a:pt x="20" y="9"/>
                </a:cubicBezTo>
                <a:close/>
              </a:path>
            </a:pathLst>
          </a:custGeom>
          <a:solidFill>
            <a:schemeClr val="bg1"/>
          </a:solidFill>
          <a:ln w="12700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  <p:sp>
        <p:nvSpPr>
          <p:cNvPr id="13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41430965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Contac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entagon 11"/>
          <p:cNvSpPr/>
          <p:nvPr userDrawn="1"/>
        </p:nvSpPr>
        <p:spPr bwMode="auto">
          <a:xfrm rot="5400000">
            <a:off x="4127499" y="444501"/>
            <a:ext cx="3937003" cy="3048000"/>
          </a:xfrm>
          <a:prstGeom prst="homePlate">
            <a:avLst/>
          </a:prstGeom>
          <a:solidFill>
            <a:schemeClr val="accent6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rtlCol="0" anchor="t" anchorCtr="0" compatLnSpc="1">
            <a:prstTxWarp prst="textNoShape">
              <a:avLst/>
            </a:prstTxWarp>
          </a:bodyPr>
          <a:lstStyle/>
          <a:p>
            <a:pPr algn="ctr"/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043834"/>
            <a:ext cx="10363200" cy="502766"/>
          </a:xfrm>
        </p:spPr>
        <p:txBody>
          <a:bodyPr/>
          <a:lstStyle>
            <a:lvl1pPr algn="ctr">
              <a:defRPr sz="2667" b="1" cap="all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4587240"/>
            <a:ext cx="10363200" cy="365760"/>
          </a:xfrm>
        </p:spPr>
        <p:txBody>
          <a:bodyPr anchor="ctr"/>
          <a:lstStyle>
            <a:lvl1pPr marL="0" indent="0" algn="ctr">
              <a:buNone/>
              <a:defRPr sz="1867">
                <a:solidFill>
                  <a:schemeClr val="accent6"/>
                </a:solidFill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2400"/>
            </a:lvl2pPr>
            <a:lvl3pPr marL="1219170" indent="0">
              <a:buNone/>
              <a:defRPr sz="2133"/>
            </a:lvl3pPr>
            <a:lvl4pPr marL="1828754" indent="0">
              <a:buNone/>
              <a:defRPr sz="1867"/>
            </a:lvl4pPr>
            <a:lvl5pPr marL="2438339" indent="0">
              <a:buNone/>
              <a:defRPr sz="1867"/>
            </a:lvl5pPr>
            <a:lvl6pPr marL="3047924" indent="0">
              <a:buNone/>
              <a:defRPr sz="1867"/>
            </a:lvl6pPr>
            <a:lvl7pPr marL="3657509" indent="0">
              <a:buNone/>
              <a:defRPr sz="1867"/>
            </a:lvl7pPr>
            <a:lvl8pPr marL="4267093" indent="0">
              <a:buNone/>
              <a:defRPr sz="1867"/>
            </a:lvl8pPr>
            <a:lvl9pPr marL="4876678" indent="0">
              <a:buNone/>
              <a:defRPr sz="18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reeform 89"/>
          <p:cNvSpPr>
            <a:spLocks noEditPoints="1"/>
          </p:cNvSpPr>
          <p:nvPr userDrawn="1"/>
        </p:nvSpPr>
        <p:spPr bwMode="auto">
          <a:xfrm>
            <a:off x="5360224" y="1246248"/>
            <a:ext cx="1471555" cy="1471552"/>
          </a:xfrm>
          <a:custGeom>
            <a:avLst/>
            <a:gdLst/>
            <a:ahLst/>
            <a:cxnLst>
              <a:cxn ang="0">
                <a:pos x="68" y="3"/>
              </a:cxn>
              <a:cxn ang="0">
                <a:pos x="58" y="61"/>
              </a:cxn>
              <a:cxn ang="0">
                <a:pos x="57" y="63"/>
              </a:cxn>
              <a:cxn ang="0">
                <a:pos x="56" y="63"/>
              </a:cxn>
              <a:cxn ang="0">
                <a:pos x="55" y="63"/>
              </a:cxn>
              <a:cxn ang="0">
                <a:pos x="35" y="55"/>
              </a:cxn>
              <a:cxn ang="0">
                <a:pos x="23" y="67"/>
              </a:cxn>
              <a:cxn ang="0">
                <a:pos x="22" y="68"/>
              </a:cxn>
              <a:cxn ang="0">
                <a:pos x="21" y="68"/>
              </a:cxn>
              <a:cxn ang="0">
                <a:pos x="19" y="65"/>
              </a:cxn>
              <a:cxn ang="0">
                <a:pos x="19" y="48"/>
              </a:cxn>
              <a:cxn ang="0">
                <a:pos x="1" y="41"/>
              </a:cxn>
              <a:cxn ang="0">
                <a:pos x="0" y="39"/>
              </a:cxn>
              <a:cxn ang="0">
                <a:pos x="1" y="36"/>
              </a:cxn>
              <a:cxn ang="0">
                <a:pos x="64" y="0"/>
              </a:cxn>
              <a:cxn ang="0">
                <a:pos x="67" y="0"/>
              </a:cxn>
              <a:cxn ang="0">
                <a:pos x="68" y="3"/>
              </a:cxn>
              <a:cxn ang="0">
                <a:pos x="62" y="7"/>
              </a:cxn>
              <a:cxn ang="0">
                <a:pos x="8" y="38"/>
              </a:cxn>
              <a:cxn ang="0">
                <a:pos x="20" y="43"/>
              </a:cxn>
              <a:cxn ang="0">
                <a:pos x="53" y="19"/>
              </a:cxn>
              <a:cxn ang="0">
                <a:pos x="35" y="49"/>
              </a:cxn>
              <a:cxn ang="0">
                <a:pos x="54" y="57"/>
              </a:cxn>
              <a:cxn ang="0">
                <a:pos x="62" y="7"/>
              </a:cxn>
            </a:cxnLst>
            <a:rect l="0" t="0" r="r" b="b"/>
            <a:pathLst>
              <a:path w="68" h="68">
                <a:moveTo>
                  <a:pt x="68" y="3"/>
                </a:moveTo>
                <a:cubicBezTo>
                  <a:pt x="58" y="61"/>
                  <a:pt x="58" y="61"/>
                  <a:pt x="58" y="61"/>
                </a:cubicBezTo>
                <a:cubicBezTo>
                  <a:pt x="58" y="62"/>
                  <a:pt x="57" y="62"/>
                  <a:pt x="57" y="63"/>
                </a:cubicBezTo>
                <a:cubicBezTo>
                  <a:pt x="56" y="63"/>
                  <a:pt x="56" y="63"/>
                  <a:pt x="56" y="63"/>
                </a:cubicBezTo>
                <a:cubicBezTo>
                  <a:pt x="55" y="63"/>
                  <a:pt x="55" y="63"/>
                  <a:pt x="55" y="63"/>
                </a:cubicBezTo>
                <a:cubicBezTo>
                  <a:pt x="35" y="55"/>
                  <a:pt x="35" y="55"/>
                  <a:pt x="35" y="55"/>
                </a:cubicBezTo>
                <a:cubicBezTo>
                  <a:pt x="23" y="67"/>
                  <a:pt x="23" y="67"/>
                  <a:pt x="23" y="67"/>
                </a:cubicBezTo>
                <a:cubicBezTo>
                  <a:pt x="23" y="67"/>
                  <a:pt x="22" y="68"/>
                  <a:pt x="22" y="68"/>
                </a:cubicBezTo>
                <a:cubicBezTo>
                  <a:pt x="21" y="68"/>
                  <a:pt x="21" y="68"/>
                  <a:pt x="21" y="68"/>
                </a:cubicBezTo>
                <a:cubicBezTo>
                  <a:pt x="20" y="67"/>
                  <a:pt x="19" y="66"/>
                  <a:pt x="19" y="65"/>
                </a:cubicBezTo>
                <a:cubicBezTo>
                  <a:pt x="19" y="48"/>
                  <a:pt x="19" y="48"/>
                  <a:pt x="19" y="48"/>
                </a:cubicBezTo>
                <a:cubicBezTo>
                  <a:pt x="1" y="41"/>
                  <a:pt x="1" y="41"/>
                  <a:pt x="1" y="41"/>
                </a:cubicBezTo>
                <a:cubicBezTo>
                  <a:pt x="0" y="40"/>
                  <a:pt x="0" y="40"/>
                  <a:pt x="0" y="39"/>
                </a:cubicBezTo>
                <a:cubicBezTo>
                  <a:pt x="0" y="38"/>
                  <a:pt x="0" y="37"/>
                  <a:pt x="1" y="36"/>
                </a:cubicBezTo>
                <a:cubicBezTo>
                  <a:pt x="64" y="0"/>
                  <a:pt x="64" y="0"/>
                  <a:pt x="64" y="0"/>
                </a:cubicBezTo>
                <a:cubicBezTo>
                  <a:pt x="65" y="0"/>
                  <a:pt x="66" y="0"/>
                  <a:pt x="67" y="0"/>
                </a:cubicBezTo>
                <a:cubicBezTo>
                  <a:pt x="68" y="1"/>
                  <a:pt x="68" y="2"/>
                  <a:pt x="68" y="3"/>
                </a:cubicBezTo>
                <a:close/>
                <a:moveTo>
                  <a:pt x="62" y="7"/>
                </a:moveTo>
                <a:cubicBezTo>
                  <a:pt x="8" y="38"/>
                  <a:pt x="8" y="38"/>
                  <a:pt x="8" y="38"/>
                </a:cubicBezTo>
                <a:cubicBezTo>
                  <a:pt x="20" y="43"/>
                  <a:pt x="20" y="43"/>
                  <a:pt x="20" y="43"/>
                </a:cubicBezTo>
                <a:cubicBezTo>
                  <a:pt x="53" y="19"/>
                  <a:pt x="53" y="19"/>
                  <a:pt x="53" y="19"/>
                </a:cubicBezTo>
                <a:cubicBezTo>
                  <a:pt x="35" y="49"/>
                  <a:pt x="35" y="49"/>
                  <a:pt x="35" y="49"/>
                </a:cubicBezTo>
                <a:cubicBezTo>
                  <a:pt x="54" y="57"/>
                  <a:pt x="54" y="57"/>
                  <a:pt x="54" y="57"/>
                </a:cubicBezTo>
                <a:lnTo>
                  <a:pt x="62" y="7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endParaRPr lang="en-US" sz="2400">
              <a:latin typeface="Bogle" charset="0"/>
              <a:ea typeface="Bogle" charset="0"/>
              <a:cs typeface="Bogle" charset="0"/>
            </a:endParaRPr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2438400" y="4953000"/>
            <a:ext cx="7315200" cy="1122843"/>
            <a:chOff x="3352800" y="5063780"/>
            <a:chExt cx="5486400" cy="842132"/>
          </a:xfrm>
        </p:grpSpPr>
        <p:grpSp>
          <p:nvGrpSpPr>
            <p:cNvPr id="16" name="Group 15"/>
            <p:cNvGrpSpPr/>
            <p:nvPr userDrawn="1"/>
          </p:nvGrpSpPr>
          <p:grpSpPr>
            <a:xfrm>
              <a:off x="3352800" y="5380710"/>
              <a:ext cx="5486400" cy="208273"/>
              <a:chOff x="3352800" y="5380710"/>
              <a:chExt cx="5486400" cy="208273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>
                <a:off x="3352800" y="5484847"/>
                <a:ext cx="5486400" cy="0"/>
              </a:xfrm>
              <a:prstGeom prst="line">
                <a:avLst/>
              </a:prstGeom>
              <a:ln>
                <a:solidFill>
                  <a:srgbClr val="2F295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Rectangle 24"/>
              <p:cNvSpPr/>
              <p:nvPr userDrawn="1"/>
            </p:nvSpPr>
            <p:spPr>
              <a:xfrm>
                <a:off x="5962919" y="5380710"/>
                <a:ext cx="261870" cy="20827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>
                  <a:solidFill>
                    <a:srgbClr val="2F2951"/>
                  </a:solidFill>
                  <a:latin typeface="Bogle" charset="0"/>
                  <a:ea typeface="Bogle" charset="0"/>
                  <a:cs typeface="Bogle" charset="0"/>
                </a:endParaRPr>
              </a:p>
            </p:txBody>
          </p:sp>
        </p:grpSp>
        <p:pic>
          <p:nvPicPr>
            <p:cNvPr id="23" name="Picture 22"/>
            <p:cNvPicPr>
              <a:picLocks noChangeAspect="1"/>
            </p:cNvPicPr>
            <p:nvPr userDrawn="1"/>
          </p:nvPicPr>
          <p:blipFill>
            <a:blip r:embed="rId2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837512" y="5063780"/>
              <a:ext cx="512683" cy="842132"/>
            </a:xfrm>
            <a:prstGeom prst="rect">
              <a:avLst/>
            </a:prstGeom>
            <a:noFill/>
          </p:spPr>
        </p:pic>
      </p:grpSp>
      <p:sp>
        <p:nvSpPr>
          <p:cNvPr id="13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3171482414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18827"/>
            <a:ext cx="5364480" cy="4511040"/>
          </a:xfrm>
        </p:spPr>
        <p:txBody>
          <a:bodyPr/>
          <a:lstStyle>
            <a:lvl1pPr>
              <a:defRPr sz="2400">
                <a:latin typeface="Bogle" charset="0"/>
                <a:ea typeface="Bogle" charset="0"/>
                <a:cs typeface="Bogle" charset="0"/>
              </a:defRPr>
            </a:lvl1pPr>
            <a:lvl2pPr>
              <a:defRPr sz="2400">
                <a:latin typeface="Bogle" charset="0"/>
                <a:ea typeface="Bogle" charset="0"/>
                <a:cs typeface="Bogle" charset="0"/>
              </a:defRPr>
            </a:lvl2pPr>
            <a:lvl3pPr>
              <a:defRPr sz="2133">
                <a:latin typeface="Bogle" charset="0"/>
                <a:ea typeface="Bogle" charset="0"/>
                <a:cs typeface="Bogle" charset="0"/>
              </a:defRPr>
            </a:lvl3pPr>
            <a:lvl4pPr>
              <a:defRPr sz="1867">
                <a:latin typeface="Bogle" charset="0"/>
                <a:ea typeface="Bogle" charset="0"/>
                <a:cs typeface="Bogle" charset="0"/>
              </a:defRPr>
            </a:lvl4pPr>
            <a:lvl5pPr>
              <a:defRPr sz="1867">
                <a:latin typeface="Bogle" charset="0"/>
                <a:ea typeface="Bogle" charset="0"/>
                <a:cs typeface="Bogle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18827"/>
            <a:ext cx="5364480" cy="4511040"/>
          </a:xfrm>
        </p:spPr>
        <p:txBody>
          <a:bodyPr/>
          <a:lstStyle>
            <a:lvl1pPr>
              <a:defRPr sz="2400">
                <a:latin typeface="Bogle" charset="0"/>
                <a:ea typeface="Bogle" charset="0"/>
                <a:cs typeface="Bogle" charset="0"/>
              </a:defRPr>
            </a:lvl1pPr>
            <a:lvl2pPr>
              <a:defRPr sz="2400">
                <a:latin typeface="Bogle" charset="0"/>
                <a:ea typeface="Bogle" charset="0"/>
                <a:cs typeface="Bogle" charset="0"/>
              </a:defRPr>
            </a:lvl2pPr>
            <a:lvl3pPr>
              <a:defRPr sz="2133">
                <a:latin typeface="Bogle" charset="0"/>
                <a:ea typeface="Bogle" charset="0"/>
                <a:cs typeface="Bogle" charset="0"/>
              </a:defRPr>
            </a:lvl3pPr>
            <a:lvl4pPr>
              <a:defRPr sz="1867">
                <a:latin typeface="Bogle" charset="0"/>
                <a:ea typeface="Bogle" charset="0"/>
                <a:cs typeface="Bogle" charset="0"/>
              </a:defRPr>
            </a:lvl4pPr>
            <a:lvl5pPr>
              <a:defRPr sz="1867">
                <a:latin typeface="Bogle" charset="0"/>
                <a:ea typeface="Bogle" charset="0"/>
                <a:cs typeface="Bogle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621453" y="1197864"/>
            <a:ext cx="5364480" cy="402336"/>
          </a:xfr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baseline="0">
                <a:solidFill>
                  <a:schemeClr val="bg1"/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pPr lvl="0"/>
            <a:r>
              <a:rPr lang="en-US"/>
              <a:t>Keyword here</a:t>
            </a:r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6209453" y="1197864"/>
            <a:ext cx="5364480" cy="402336"/>
          </a:xfrm>
          <a:solidFill>
            <a:schemeClr val="accent3"/>
          </a:solidFill>
        </p:spPr>
        <p:txBody>
          <a:bodyPr anchor="ctr"/>
          <a:lstStyle>
            <a:lvl1pPr marL="0" indent="0" algn="ctr">
              <a:buNone/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Bogle" charset="0"/>
                <a:ea typeface="Bogle" charset="0"/>
                <a:cs typeface="Bogle" charset="0"/>
              </a:defRPr>
            </a:lvl1pPr>
          </a:lstStyle>
          <a:p>
            <a:pPr lvl="0"/>
            <a:r>
              <a:rPr lang="en-US"/>
              <a:t>Keyword here</a:t>
            </a:r>
          </a:p>
        </p:txBody>
      </p:sp>
      <p:sp>
        <p:nvSpPr>
          <p:cNvPr id="10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1519181712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3594153496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2388129877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491252"/>
            <a:ext cx="4011084" cy="943848"/>
          </a:xfrm>
        </p:spPr>
        <p:txBody>
          <a:bodyPr anchor="ctr"/>
          <a:lstStyle>
            <a:lvl1pPr algn="l">
              <a:defRPr sz="2667" b="1"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482601"/>
            <a:ext cx="6815667" cy="5643564"/>
          </a:xfrm>
        </p:spPr>
        <p:txBody>
          <a:bodyPr/>
          <a:lstStyle>
            <a:lvl1pPr marL="0" indent="0">
              <a:buNone/>
              <a:defRPr sz="4267">
                <a:latin typeface="Bogle" charset="0"/>
                <a:ea typeface="Bogle" charset="0"/>
                <a:cs typeface="Bogle" charset="0"/>
              </a:defRPr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2"/>
            <a:ext cx="4011084" cy="4691063"/>
          </a:xfrm>
        </p:spPr>
        <p:txBody>
          <a:bodyPr/>
          <a:lstStyle>
            <a:lvl1pPr marL="0" indent="0">
              <a:buNone/>
              <a:defRPr sz="1867"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3078512691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64573"/>
            <a:ext cx="7315200" cy="502766"/>
          </a:xfrm>
        </p:spPr>
        <p:txBody>
          <a:bodyPr anchor="b"/>
          <a:lstStyle>
            <a:lvl1pPr algn="l">
              <a:defRPr sz="2667" b="1">
                <a:latin typeface="Bogle" charset="0"/>
                <a:ea typeface="Bogle" charset="0"/>
                <a:cs typeface="Bogle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04520"/>
            <a:ext cx="7315200" cy="4145280"/>
          </a:xfrm>
        </p:spPr>
        <p:txBody>
          <a:bodyPr/>
          <a:lstStyle>
            <a:lvl1pPr marL="0" indent="0">
              <a:buNone/>
              <a:defRPr sz="4267"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3"/>
          </a:xfrm>
        </p:spPr>
        <p:txBody>
          <a:bodyPr/>
          <a:lstStyle>
            <a:lvl1pPr marL="0" indent="0">
              <a:buNone/>
              <a:defRPr sz="1867">
                <a:latin typeface="Bogle" charset="0"/>
                <a:ea typeface="Bogle" charset="0"/>
                <a:cs typeface="Bogle" charset="0"/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Bogle" charset="0"/>
                <a:ea typeface="Bogle" charset="0"/>
                <a:cs typeface="Bogle" charset="0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</p:spTree>
    <p:extLst>
      <p:ext uri="{BB962C8B-B14F-4D97-AF65-F5344CB8AC3E}">
        <p14:creationId xmlns:p14="http://schemas.microsoft.com/office/powerpoint/2010/main" val="428896717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117162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image" Target="../media/image1.emf"/><Relationship Id="rId5" Type="http://schemas.openxmlformats.org/officeDocument/2006/relationships/slideLayout" Target="../slideLayouts/slideLayout6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/Relationships>
</file>

<file path=ppt/slideMasters/_rels/slideMaster3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23.xml"/><Relationship Id="rId18" Type="http://schemas.openxmlformats.org/officeDocument/2006/relationships/slideLayout" Target="../slideLayouts/slideLayout28.xml"/><Relationship Id="rId26" Type="http://schemas.openxmlformats.org/officeDocument/2006/relationships/slideLayout" Target="../slideLayouts/slideLayout36.xml"/><Relationship Id="rId3" Type="http://schemas.openxmlformats.org/officeDocument/2006/relationships/slideLayout" Target="../slideLayouts/slideLayout13.xml"/><Relationship Id="rId21" Type="http://schemas.openxmlformats.org/officeDocument/2006/relationships/slideLayout" Target="../slideLayouts/slideLayout31.xml"/><Relationship Id="rId7" Type="http://schemas.openxmlformats.org/officeDocument/2006/relationships/slideLayout" Target="../slideLayouts/slideLayout17.xml"/><Relationship Id="rId12" Type="http://schemas.openxmlformats.org/officeDocument/2006/relationships/slideLayout" Target="../slideLayouts/slideLayout22.xml"/><Relationship Id="rId17" Type="http://schemas.openxmlformats.org/officeDocument/2006/relationships/slideLayout" Target="../slideLayouts/slideLayout27.xml"/><Relationship Id="rId25" Type="http://schemas.openxmlformats.org/officeDocument/2006/relationships/slideLayout" Target="../slideLayouts/slideLayout35.xml"/><Relationship Id="rId33" Type="http://schemas.openxmlformats.org/officeDocument/2006/relationships/image" Target="../media/image4.png"/><Relationship Id="rId2" Type="http://schemas.openxmlformats.org/officeDocument/2006/relationships/slideLayout" Target="../slideLayouts/slideLayout12.xml"/><Relationship Id="rId16" Type="http://schemas.openxmlformats.org/officeDocument/2006/relationships/slideLayout" Target="../slideLayouts/slideLayout26.xml"/><Relationship Id="rId20" Type="http://schemas.openxmlformats.org/officeDocument/2006/relationships/slideLayout" Target="../slideLayouts/slideLayout30.xml"/><Relationship Id="rId29" Type="http://schemas.openxmlformats.org/officeDocument/2006/relationships/slideLayout" Target="../slideLayouts/slideLayout39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34.xml"/><Relationship Id="rId32" Type="http://schemas.openxmlformats.org/officeDocument/2006/relationships/image" Target="../media/image3.png"/><Relationship Id="rId5" Type="http://schemas.openxmlformats.org/officeDocument/2006/relationships/slideLayout" Target="../slideLayouts/slideLayout15.xml"/><Relationship Id="rId15" Type="http://schemas.openxmlformats.org/officeDocument/2006/relationships/slideLayout" Target="../slideLayouts/slideLayout25.xml"/><Relationship Id="rId23" Type="http://schemas.openxmlformats.org/officeDocument/2006/relationships/slideLayout" Target="../slideLayouts/slideLayout33.xml"/><Relationship Id="rId28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20.xml"/><Relationship Id="rId19" Type="http://schemas.openxmlformats.org/officeDocument/2006/relationships/slideLayout" Target="../slideLayouts/slideLayout29.xml"/><Relationship Id="rId31" Type="http://schemas.openxmlformats.org/officeDocument/2006/relationships/theme" Target="../theme/theme3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24.xml"/><Relationship Id="rId22" Type="http://schemas.openxmlformats.org/officeDocument/2006/relationships/slideLayout" Target="../slideLayouts/slideLayout32.xml"/><Relationship Id="rId27" Type="http://schemas.openxmlformats.org/officeDocument/2006/relationships/slideLayout" Target="../slideLayouts/slideLayout37.xml"/><Relationship Id="rId30" Type="http://schemas.openxmlformats.org/officeDocument/2006/relationships/slideLayout" Target="../slideLayouts/slideLayout40.xml"/><Relationship Id="rId8" Type="http://schemas.openxmlformats.org/officeDocument/2006/relationships/slideLayout" Target="../slideLayouts/slideLayout18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8.xml"/><Relationship Id="rId3" Type="http://schemas.openxmlformats.org/officeDocument/2006/relationships/slideLayout" Target="../slideLayouts/slideLayout43.xml"/><Relationship Id="rId7" Type="http://schemas.openxmlformats.org/officeDocument/2006/relationships/slideLayout" Target="../slideLayouts/slideLayout47.xml"/><Relationship Id="rId2" Type="http://schemas.openxmlformats.org/officeDocument/2006/relationships/slideLayout" Target="../slideLayouts/slideLayout42.xml"/><Relationship Id="rId1" Type="http://schemas.openxmlformats.org/officeDocument/2006/relationships/slideLayout" Target="../slideLayouts/slideLayout41.xml"/><Relationship Id="rId6" Type="http://schemas.openxmlformats.org/officeDocument/2006/relationships/slideLayout" Target="../slideLayouts/slideLayout46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45.xml"/><Relationship Id="rId10" Type="http://schemas.openxmlformats.org/officeDocument/2006/relationships/image" Target="../media/image1.emf"/><Relationship Id="rId4" Type="http://schemas.openxmlformats.org/officeDocument/2006/relationships/slideLayout" Target="../slideLayouts/slideLayout44.xml"/><Relationship Id="rId9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61.xml"/><Relationship Id="rId18" Type="http://schemas.openxmlformats.org/officeDocument/2006/relationships/slideLayout" Target="../slideLayouts/slideLayout66.xml"/><Relationship Id="rId26" Type="http://schemas.openxmlformats.org/officeDocument/2006/relationships/slideLayout" Target="../slideLayouts/slideLayout74.xml"/><Relationship Id="rId3" Type="http://schemas.openxmlformats.org/officeDocument/2006/relationships/slideLayout" Target="../slideLayouts/slideLayout51.xml"/><Relationship Id="rId21" Type="http://schemas.openxmlformats.org/officeDocument/2006/relationships/slideLayout" Target="../slideLayouts/slideLayout69.xml"/><Relationship Id="rId7" Type="http://schemas.openxmlformats.org/officeDocument/2006/relationships/slideLayout" Target="../slideLayouts/slideLayout55.xml"/><Relationship Id="rId12" Type="http://schemas.openxmlformats.org/officeDocument/2006/relationships/slideLayout" Target="../slideLayouts/slideLayout60.xml"/><Relationship Id="rId17" Type="http://schemas.openxmlformats.org/officeDocument/2006/relationships/slideLayout" Target="../slideLayouts/slideLayout65.xml"/><Relationship Id="rId25" Type="http://schemas.openxmlformats.org/officeDocument/2006/relationships/slideLayout" Target="../slideLayouts/slideLayout73.xml"/><Relationship Id="rId33" Type="http://schemas.openxmlformats.org/officeDocument/2006/relationships/image" Target="../media/image4.png"/><Relationship Id="rId2" Type="http://schemas.openxmlformats.org/officeDocument/2006/relationships/slideLayout" Target="../slideLayouts/slideLayout50.xml"/><Relationship Id="rId16" Type="http://schemas.openxmlformats.org/officeDocument/2006/relationships/slideLayout" Target="../slideLayouts/slideLayout64.xml"/><Relationship Id="rId20" Type="http://schemas.openxmlformats.org/officeDocument/2006/relationships/slideLayout" Target="../slideLayouts/slideLayout68.xml"/><Relationship Id="rId29" Type="http://schemas.openxmlformats.org/officeDocument/2006/relationships/slideLayout" Target="../slideLayouts/slideLayout77.xml"/><Relationship Id="rId1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4.xml"/><Relationship Id="rId11" Type="http://schemas.openxmlformats.org/officeDocument/2006/relationships/slideLayout" Target="../slideLayouts/slideLayout59.xml"/><Relationship Id="rId24" Type="http://schemas.openxmlformats.org/officeDocument/2006/relationships/slideLayout" Target="../slideLayouts/slideLayout72.xml"/><Relationship Id="rId32" Type="http://schemas.openxmlformats.org/officeDocument/2006/relationships/image" Target="../media/image3.png"/><Relationship Id="rId5" Type="http://schemas.openxmlformats.org/officeDocument/2006/relationships/slideLayout" Target="../slideLayouts/slideLayout53.xml"/><Relationship Id="rId15" Type="http://schemas.openxmlformats.org/officeDocument/2006/relationships/slideLayout" Target="../slideLayouts/slideLayout63.xml"/><Relationship Id="rId23" Type="http://schemas.openxmlformats.org/officeDocument/2006/relationships/slideLayout" Target="../slideLayouts/slideLayout71.xml"/><Relationship Id="rId28" Type="http://schemas.openxmlformats.org/officeDocument/2006/relationships/slideLayout" Target="../slideLayouts/slideLayout76.xml"/><Relationship Id="rId10" Type="http://schemas.openxmlformats.org/officeDocument/2006/relationships/slideLayout" Target="../slideLayouts/slideLayout58.xml"/><Relationship Id="rId19" Type="http://schemas.openxmlformats.org/officeDocument/2006/relationships/slideLayout" Target="../slideLayouts/slideLayout67.xml"/><Relationship Id="rId31" Type="http://schemas.openxmlformats.org/officeDocument/2006/relationships/theme" Target="../theme/theme5.xml"/><Relationship Id="rId4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7.xml"/><Relationship Id="rId14" Type="http://schemas.openxmlformats.org/officeDocument/2006/relationships/slideLayout" Target="../slideLayouts/slideLayout62.xml"/><Relationship Id="rId22" Type="http://schemas.openxmlformats.org/officeDocument/2006/relationships/slideLayout" Target="../slideLayouts/slideLayout70.xml"/><Relationship Id="rId27" Type="http://schemas.openxmlformats.org/officeDocument/2006/relationships/slideLayout" Target="../slideLayouts/slideLayout75.xml"/><Relationship Id="rId30" Type="http://schemas.openxmlformats.org/officeDocument/2006/relationships/slideLayout" Target="../slideLayouts/slideLayout78.xml"/><Relationship Id="rId8" Type="http://schemas.openxmlformats.org/officeDocument/2006/relationships/slideLayout" Target="../slideLayouts/slideLayout56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7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B002287-43AE-984A-B16C-545A738AB3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59E9FD-CE43-9546-8B5B-18B379FEBC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Holder 6">
            <a:extLst>
              <a:ext uri="{FF2B5EF4-FFF2-40B4-BE49-F238E27FC236}">
                <a16:creationId xmlns:a16="http://schemas.microsoft.com/office/drawing/2014/main" id="{D6C85FB1-F8FD-C741-A2DC-BBB4E52014C6}"/>
              </a:ext>
            </a:extLst>
          </p:cNvPr>
          <p:cNvSpPr txBox="1">
            <a:spLocks/>
          </p:cNvSpPr>
          <p:nvPr userDrawn="1"/>
        </p:nvSpPr>
        <p:spPr>
          <a:xfrm>
            <a:off x="11236050" y="6619391"/>
            <a:ext cx="277064" cy="1538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800" b="1" kern="1200">
                <a:solidFill>
                  <a:srgbClr val="78B9E7"/>
                </a:solidFill>
                <a:latin typeface="Bogle" panose="020B0503020203060203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z="1000">
                <a:solidFill>
                  <a:srgbClr val="0B1438"/>
                </a:solidFill>
              </a:rPr>
              <a:pPr/>
              <a:t>‹#›</a:t>
            </a:fld>
            <a:endParaRPr lang="en-US" sz="1000">
              <a:solidFill>
                <a:srgbClr val="0B1438"/>
              </a:solidFill>
            </a:endParaRPr>
          </a:p>
        </p:txBody>
      </p:sp>
      <p:sp>
        <p:nvSpPr>
          <p:cNvPr id="9" name="object 33">
            <a:extLst>
              <a:ext uri="{FF2B5EF4-FFF2-40B4-BE49-F238E27FC236}">
                <a16:creationId xmlns:a16="http://schemas.microsoft.com/office/drawing/2014/main" id="{64188B49-E268-6A49-BD04-4EA18EBAD2D0}"/>
              </a:ext>
            </a:extLst>
          </p:cNvPr>
          <p:cNvSpPr txBox="1">
            <a:spLocks/>
          </p:cNvSpPr>
          <p:nvPr userDrawn="1"/>
        </p:nvSpPr>
        <p:spPr>
          <a:xfrm>
            <a:off x="4160347" y="6645835"/>
            <a:ext cx="3871306" cy="1231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solidFill>
                  <a:srgbClr val="78B9E7"/>
                </a:solidFill>
                <a:latin typeface="Bogle" panose="020B0503020203060203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144" algn="ctr"/>
            <a:r>
              <a:rPr lang="en-US" sz="800" b="1"/>
              <a:t>© </a:t>
            </a:r>
            <a:r>
              <a:rPr lang="en-US" sz="800" b="1" spc="-23"/>
              <a:t>2</a:t>
            </a:r>
            <a:r>
              <a:rPr lang="en-US" sz="800" b="1" spc="-11"/>
              <a:t>0</a:t>
            </a:r>
            <a:r>
              <a:rPr lang="en-US" sz="800" b="1" spc="-23"/>
              <a:t>1</a:t>
            </a:r>
            <a:r>
              <a:rPr lang="en-US" sz="800" b="1"/>
              <a:t>8 </a:t>
            </a:r>
            <a:r>
              <a:rPr lang="en-US" sz="800" b="1" spc="-37"/>
              <a:t>W</a:t>
            </a:r>
            <a:r>
              <a:rPr lang="en-US" sz="800" b="1" spc="-23"/>
              <a:t>a</a:t>
            </a:r>
            <a:r>
              <a:rPr lang="en-US" sz="800" b="1" spc="-11"/>
              <a:t>lm</a:t>
            </a:r>
            <a:r>
              <a:rPr lang="en-US" sz="800" b="1" spc="-23"/>
              <a:t>a</a:t>
            </a:r>
            <a:r>
              <a:rPr lang="en-US" sz="800" b="1" spc="-11"/>
              <a:t>r</a:t>
            </a:r>
            <a:r>
              <a:rPr lang="en-US" sz="800" b="1" spc="-14"/>
              <a:t>t</a:t>
            </a:r>
            <a:r>
              <a:rPr lang="en-US" sz="800" b="1" spc="-6"/>
              <a:t>I</a:t>
            </a:r>
            <a:r>
              <a:rPr lang="en-US" sz="800" b="1" spc="-3"/>
              <a:t>n</a:t>
            </a:r>
            <a:r>
              <a:rPr lang="en-US" sz="800" b="1"/>
              <a:t>ternational  |  </a:t>
            </a:r>
            <a:r>
              <a:rPr lang="en-US" sz="800" b="1" spc="-6"/>
              <a:t>C</a:t>
            </a:r>
            <a:r>
              <a:rPr lang="en-US" sz="800" b="1"/>
              <a:t>o</a:t>
            </a:r>
            <a:r>
              <a:rPr lang="en-US" sz="800" b="1" spc="-6"/>
              <a:t>n</a:t>
            </a:r>
            <a:r>
              <a:rPr lang="en-US" sz="800" b="1"/>
              <a:t>fide</a:t>
            </a:r>
            <a:r>
              <a:rPr lang="en-US" sz="800" b="1" spc="-3"/>
              <a:t>n</a:t>
            </a:r>
            <a:r>
              <a:rPr lang="en-US" sz="800" b="1"/>
              <a:t>tial  |  </a:t>
            </a:r>
            <a:r>
              <a:rPr lang="en-US" sz="800" b="1" spc="-14"/>
              <a:t>F</a:t>
            </a:r>
            <a:r>
              <a:rPr lang="en-US" sz="800" b="1"/>
              <a:t>or</a:t>
            </a:r>
            <a:r>
              <a:rPr lang="en-US" sz="800" b="1" spc="-6"/>
              <a:t>I</a:t>
            </a:r>
            <a:r>
              <a:rPr lang="en-US" sz="800" b="1" spc="-3"/>
              <a:t>n</a:t>
            </a:r>
            <a:r>
              <a:rPr lang="en-US" sz="800" b="1"/>
              <a:t>ternal </a:t>
            </a:r>
            <a:r>
              <a:rPr lang="en-US" sz="800" b="1" spc="-11"/>
              <a:t>U</a:t>
            </a:r>
            <a:r>
              <a:rPr lang="en-US" sz="800" b="1"/>
              <a:t>se </a:t>
            </a:r>
            <a:r>
              <a:rPr lang="en-US" sz="800" b="1" spc="-6"/>
              <a:t>O</a:t>
            </a:r>
            <a:r>
              <a:rPr lang="en-US" sz="800" b="1"/>
              <a:t>nly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963B5214-62ED-F345-B6DE-317510A78A0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414125" y="9525"/>
            <a:ext cx="777875" cy="77787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E11680D-3CC3-2D4E-8062-3CF346BB92A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4991" y="6394083"/>
            <a:ext cx="3093547" cy="562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74679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404041"/>
          </a:solidFill>
          <a:latin typeface="Bogle" panose="020B0503020203060203" pitchFamily="34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1" kern="1200">
          <a:solidFill>
            <a:srgbClr val="404041"/>
          </a:solidFill>
          <a:latin typeface="Bogle" panose="020B0503020203060203" pitchFamily="34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404041"/>
          </a:solidFill>
          <a:latin typeface="Bogle" panose="020B0503020203060203" pitchFamily="34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404041"/>
          </a:solidFill>
          <a:latin typeface="Bogle" panose="020B0503020203060203" pitchFamily="34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404041"/>
          </a:solidFill>
          <a:latin typeface="Bogle" panose="020B0503020203060203" pitchFamily="34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404041"/>
          </a:solidFill>
          <a:latin typeface="Bogle" panose="020B0503020203060203" pitchFamily="34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B002287-43AE-984A-B16C-545A738AB3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32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59E9FD-CE43-9546-8B5B-18B379FEBC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Holder 6">
            <a:extLst>
              <a:ext uri="{FF2B5EF4-FFF2-40B4-BE49-F238E27FC236}">
                <a16:creationId xmlns:a16="http://schemas.microsoft.com/office/drawing/2014/main" id="{D6C85FB1-F8FD-C741-A2DC-BBB4E52014C6}"/>
              </a:ext>
            </a:extLst>
          </p:cNvPr>
          <p:cNvSpPr txBox="1">
            <a:spLocks/>
          </p:cNvSpPr>
          <p:nvPr/>
        </p:nvSpPr>
        <p:spPr>
          <a:xfrm>
            <a:off x="11236050" y="6619391"/>
            <a:ext cx="277064" cy="1538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800" b="1" kern="1200">
                <a:solidFill>
                  <a:srgbClr val="78B9E7"/>
                </a:solidFill>
                <a:latin typeface="Bogle" panose="020B0503020203060203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z="1000">
                <a:solidFill>
                  <a:srgbClr val="0B1438"/>
                </a:solidFill>
              </a:rPr>
              <a:pPr/>
              <a:t>‹#›</a:t>
            </a:fld>
            <a:endParaRPr lang="en-US" sz="1000">
              <a:solidFill>
                <a:srgbClr val="0B1438"/>
              </a:solidFill>
            </a:endParaRPr>
          </a:p>
        </p:txBody>
      </p:sp>
      <p:sp>
        <p:nvSpPr>
          <p:cNvPr id="9" name="object 33">
            <a:extLst>
              <a:ext uri="{FF2B5EF4-FFF2-40B4-BE49-F238E27FC236}">
                <a16:creationId xmlns:a16="http://schemas.microsoft.com/office/drawing/2014/main" id="{64188B49-E268-6A49-BD04-4EA18EBAD2D0}"/>
              </a:ext>
            </a:extLst>
          </p:cNvPr>
          <p:cNvSpPr txBox="1">
            <a:spLocks/>
          </p:cNvSpPr>
          <p:nvPr/>
        </p:nvSpPr>
        <p:spPr>
          <a:xfrm>
            <a:off x="4160347" y="6645835"/>
            <a:ext cx="3871306" cy="1231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solidFill>
                  <a:srgbClr val="78B9E7"/>
                </a:solidFill>
                <a:latin typeface="Bogle" panose="020B0503020203060203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144" algn="ctr"/>
            <a:r>
              <a:rPr lang="en-US" sz="800" b="1"/>
              <a:t>© </a:t>
            </a:r>
            <a:r>
              <a:rPr lang="en-US" sz="800" b="1" spc="-23"/>
              <a:t>2</a:t>
            </a:r>
            <a:r>
              <a:rPr lang="en-US" sz="800" b="1" spc="-11"/>
              <a:t>0</a:t>
            </a:r>
            <a:r>
              <a:rPr lang="en-US" sz="800" b="1" spc="-23"/>
              <a:t>1</a:t>
            </a:r>
            <a:r>
              <a:rPr lang="en-US" sz="800" b="1"/>
              <a:t>8 </a:t>
            </a:r>
            <a:r>
              <a:rPr lang="en-US" sz="800" b="1" spc="-37"/>
              <a:t>W</a:t>
            </a:r>
            <a:r>
              <a:rPr lang="en-US" sz="800" b="1" spc="-23"/>
              <a:t>a</a:t>
            </a:r>
            <a:r>
              <a:rPr lang="en-US" sz="800" b="1" spc="-11"/>
              <a:t>lm</a:t>
            </a:r>
            <a:r>
              <a:rPr lang="en-US" sz="800" b="1" spc="-23"/>
              <a:t>a</a:t>
            </a:r>
            <a:r>
              <a:rPr lang="en-US" sz="800" b="1" spc="-11"/>
              <a:t>r</a:t>
            </a:r>
            <a:r>
              <a:rPr lang="en-US" sz="800" b="1" spc="-14"/>
              <a:t>t</a:t>
            </a:r>
            <a:r>
              <a:rPr lang="en-US" sz="800" b="1"/>
              <a:t> </a:t>
            </a:r>
            <a:r>
              <a:rPr lang="en-US" sz="800" b="1" spc="-6"/>
              <a:t>I</a:t>
            </a:r>
            <a:r>
              <a:rPr lang="en-US" sz="800" b="1" spc="-3"/>
              <a:t>n</a:t>
            </a:r>
            <a:r>
              <a:rPr lang="en-US" sz="800" b="1"/>
              <a:t>ternational  |  </a:t>
            </a:r>
            <a:r>
              <a:rPr lang="en-US" sz="800" b="1" spc="-6"/>
              <a:t>C</a:t>
            </a:r>
            <a:r>
              <a:rPr lang="en-US" sz="800" b="1"/>
              <a:t>o</a:t>
            </a:r>
            <a:r>
              <a:rPr lang="en-US" sz="800" b="1" spc="-6"/>
              <a:t>n</a:t>
            </a:r>
            <a:r>
              <a:rPr lang="en-US" sz="800" b="1"/>
              <a:t>fide</a:t>
            </a:r>
            <a:r>
              <a:rPr lang="en-US" sz="800" b="1" spc="-3"/>
              <a:t>n</a:t>
            </a:r>
            <a:r>
              <a:rPr lang="en-US" sz="800" b="1"/>
              <a:t>tial  |  </a:t>
            </a:r>
            <a:r>
              <a:rPr lang="en-US" sz="800" b="1" spc="-14"/>
              <a:t>F</a:t>
            </a:r>
            <a:r>
              <a:rPr lang="en-US" sz="800" b="1"/>
              <a:t>or</a:t>
            </a:r>
            <a:r>
              <a:rPr lang="en-US" sz="800" b="1" spc="-11"/>
              <a:t> </a:t>
            </a:r>
            <a:r>
              <a:rPr lang="en-US" sz="800" b="1" spc="-6"/>
              <a:t>I</a:t>
            </a:r>
            <a:r>
              <a:rPr lang="en-US" sz="800" b="1" spc="-3"/>
              <a:t>n</a:t>
            </a:r>
            <a:r>
              <a:rPr lang="en-US" sz="800" b="1"/>
              <a:t>ternal </a:t>
            </a:r>
            <a:r>
              <a:rPr lang="en-US" sz="800" b="1" spc="-11"/>
              <a:t>U</a:t>
            </a:r>
            <a:r>
              <a:rPr lang="en-US" sz="800" b="1"/>
              <a:t>se </a:t>
            </a:r>
            <a:r>
              <a:rPr lang="en-US" sz="800" b="1" spc="-6"/>
              <a:t>O</a:t>
            </a:r>
            <a:r>
              <a:rPr lang="en-US" sz="800" b="1"/>
              <a:t>nly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963B5214-62ED-F345-B6DE-317510A78A0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414125" y="9525"/>
            <a:ext cx="777875" cy="77787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E11680D-3CC3-2D4E-8062-3CF346BB92AB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4991" y="6394083"/>
            <a:ext cx="3093547" cy="562463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EA47C7FB-56C9-452B-BA3E-212EF996FFFD}"/>
              </a:ext>
            </a:extLst>
          </p:cNvPr>
          <p:cNvGrpSpPr/>
          <p:nvPr/>
        </p:nvGrpSpPr>
        <p:grpSpPr>
          <a:xfrm>
            <a:off x="-2352501" y="449361"/>
            <a:ext cx="1971501" cy="3367772"/>
            <a:chOff x="-2352501" y="449361"/>
            <a:chExt cx="1971501" cy="3367772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5C283B5-7826-4A51-9B89-A7C41DE0D688}"/>
                </a:ext>
              </a:extLst>
            </p:cNvPr>
            <p:cNvSpPr/>
            <p:nvPr/>
          </p:nvSpPr>
          <p:spPr>
            <a:xfrm>
              <a:off x="-609600" y="2189339"/>
              <a:ext cx="228600" cy="228600"/>
            </a:xfrm>
            <a:prstGeom prst="rect">
              <a:avLst/>
            </a:prstGeom>
            <a:solidFill>
              <a:srgbClr val="FFC22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9AB1459-2B19-4BF9-AB56-9E824460C74B}"/>
                </a:ext>
              </a:extLst>
            </p:cNvPr>
            <p:cNvSpPr/>
            <p:nvPr/>
          </p:nvSpPr>
          <p:spPr>
            <a:xfrm>
              <a:off x="-609600" y="3206399"/>
              <a:ext cx="228600" cy="228600"/>
            </a:xfrm>
            <a:prstGeom prst="rect">
              <a:avLst/>
            </a:prstGeom>
            <a:solidFill>
              <a:srgbClr val="EE3B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C2620583-C671-42D6-8299-267BF1BCD21E}"/>
                </a:ext>
              </a:extLst>
            </p:cNvPr>
            <p:cNvGrpSpPr/>
            <p:nvPr/>
          </p:nvGrpSpPr>
          <p:grpSpPr>
            <a:xfrm>
              <a:off x="-2338086" y="449361"/>
              <a:ext cx="1957086" cy="307777"/>
              <a:chOff x="-2338086" y="449361"/>
              <a:chExt cx="1957086" cy="307777"/>
            </a:xfrm>
          </p:grpSpPr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591FC736-8583-45E2-AEA7-F2AB9823A4DD}"/>
                  </a:ext>
                </a:extLst>
              </p:cNvPr>
              <p:cNvSpPr/>
              <p:nvPr/>
            </p:nvSpPr>
            <p:spPr>
              <a:xfrm>
                <a:off x="-609600" y="488950"/>
                <a:ext cx="228600" cy="228600"/>
              </a:xfrm>
              <a:prstGeom prst="rect">
                <a:avLst/>
              </a:prstGeom>
              <a:solidFill>
                <a:srgbClr val="081F2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081F2C"/>
                  </a:solidFill>
                </a:endParaRPr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3CEB40F3-763A-456D-A08A-D35948D5EAB3}"/>
                  </a:ext>
                </a:extLst>
              </p:cNvPr>
              <p:cNvSpPr txBox="1"/>
              <p:nvPr/>
            </p:nvSpPr>
            <p:spPr>
              <a:xfrm>
                <a:off x="-2338086" y="449361"/>
                <a:ext cx="172848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>
                    <a:solidFill>
                      <a:srgbClr val="081F2C"/>
                    </a:solidFill>
                  </a:rPr>
                  <a:t>RGB: 8 / 31/ 44</a:t>
                </a:r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139092E9-DF4D-42EA-B27D-08B70BF3749B}"/>
                </a:ext>
              </a:extLst>
            </p:cNvPr>
            <p:cNvGrpSpPr/>
            <p:nvPr/>
          </p:nvGrpSpPr>
          <p:grpSpPr>
            <a:xfrm>
              <a:off x="-2352501" y="790144"/>
              <a:ext cx="1971501" cy="307777"/>
              <a:chOff x="-2352501" y="790144"/>
              <a:chExt cx="1971501" cy="307777"/>
            </a:xfrm>
          </p:grpSpPr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EC0D4BBE-3348-41E9-B715-ADEFA3839BC2}"/>
                  </a:ext>
                </a:extLst>
              </p:cNvPr>
              <p:cNvSpPr/>
              <p:nvPr/>
            </p:nvSpPr>
            <p:spPr>
              <a:xfrm>
                <a:off x="-609600" y="829733"/>
                <a:ext cx="228600" cy="228600"/>
              </a:xfrm>
              <a:prstGeom prst="rect">
                <a:avLst/>
              </a:prstGeom>
              <a:solidFill>
                <a:srgbClr val="78B9E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78B9E7"/>
                  </a:solidFill>
                </a:endParaRPr>
              </a:p>
            </p:txBody>
          </p: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06EB7307-A7A9-4299-BC58-BE30596658A1}"/>
                  </a:ext>
                </a:extLst>
              </p:cNvPr>
              <p:cNvSpPr txBox="1"/>
              <p:nvPr/>
            </p:nvSpPr>
            <p:spPr>
              <a:xfrm>
                <a:off x="-2352501" y="790144"/>
                <a:ext cx="172848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>
                    <a:solidFill>
                      <a:srgbClr val="081F2C"/>
                    </a:solidFill>
                  </a:rPr>
                  <a:t>RGB: 120 / 185 / 231</a:t>
                </a: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304766AC-AEF9-477A-AC81-00AE8FA76A96}"/>
                </a:ext>
              </a:extLst>
            </p:cNvPr>
            <p:cNvGrpSpPr/>
            <p:nvPr/>
          </p:nvGrpSpPr>
          <p:grpSpPr>
            <a:xfrm>
              <a:off x="-2352501" y="1471710"/>
              <a:ext cx="1971501" cy="307777"/>
              <a:chOff x="-2352501" y="1471710"/>
              <a:chExt cx="1971501" cy="307777"/>
            </a:xfrm>
          </p:grpSpPr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EDF837DA-A7AA-4FA9-B784-79A2E096E625}"/>
                  </a:ext>
                </a:extLst>
              </p:cNvPr>
              <p:cNvSpPr/>
              <p:nvPr/>
            </p:nvSpPr>
            <p:spPr>
              <a:xfrm>
                <a:off x="-609600" y="1511299"/>
                <a:ext cx="228600" cy="228600"/>
              </a:xfrm>
              <a:prstGeom prst="rect">
                <a:avLst/>
              </a:prstGeom>
              <a:solidFill>
                <a:srgbClr val="0070C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0071CE"/>
                  </a:solidFill>
                </a:endParaRPr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A04D9A2D-16B6-4003-A138-147D2A75FA93}"/>
                  </a:ext>
                </a:extLst>
              </p:cNvPr>
              <p:cNvSpPr txBox="1"/>
              <p:nvPr/>
            </p:nvSpPr>
            <p:spPr>
              <a:xfrm>
                <a:off x="-2352501" y="1471710"/>
                <a:ext cx="172848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>
                    <a:solidFill>
                      <a:srgbClr val="081F2C"/>
                    </a:solidFill>
                  </a:rPr>
                  <a:t>RGB: 0 / 112 / 206</a:t>
                </a:r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CFA03A35-7EA5-40A3-8A26-2F2ECABB54E3}"/>
                </a:ext>
              </a:extLst>
            </p:cNvPr>
            <p:cNvGrpSpPr/>
            <p:nvPr/>
          </p:nvGrpSpPr>
          <p:grpSpPr>
            <a:xfrm>
              <a:off x="-2352501" y="1810730"/>
              <a:ext cx="1971501" cy="307777"/>
              <a:chOff x="-2352501" y="1810730"/>
              <a:chExt cx="1971501" cy="307777"/>
            </a:xfrm>
          </p:grpSpPr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9EF2FB6D-2CCC-4415-99A7-33AEB5A96599}"/>
                  </a:ext>
                </a:extLst>
              </p:cNvPr>
              <p:cNvSpPr/>
              <p:nvPr/>
            </p:nvSpPr>
            <p:spPr>
              <a:xfrm>
                <a:off x="-609600" y="1850319"/>
                <a:ext cx="228600" cy="228600"/>
              </a:xfrm>
              <a:prstGeom prst="rect">
                <a:avLst/>
              </a:prstGeom>
              <a:solidFill>
                <a:srgbClr val="EB148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1AE297AF-DCAC-4D8E-B0FE-1F3A8C42342B}"/>
                  </a:ext>
                </a:extLst>
              </p:cNvPr>
              <p:cNvSpPr txBox="1"/>
              <p:nvPr/>
            </p:nvSpPr>
            <p:spPr>
              <a:xfrm>
                <a:off x="-2352501" y="1810730"/>
                <a:ext cx="172848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>
                    <a:solidFill>
                      <a:srgbClr val="081F2C"/>
                    </a:solidFill>
                  </a:rPr>
                  <a:t>RGB: 235 / 20 / 141</a:t>
                </a:r>
              </a:p>
            </p:txBody>
          </p:sp>
        </p:grp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0CD8E2D3-8159-4572-A1AF-9DBF1D63FC58}"/>
                </a:ext>
              </a:extLst>
            </p:cNvPr>
            <p:cNvSpPr txBox="1"/>
            <p:nvPr/>
          </p:nvSpPr>
          <p:spPr>
            <a:xfrm>
              <a:off x="-2338086" y="2149750"/>
              <a:ext cx="172848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>
                  <a:solidFill>
                    <a:srgbClr val="081F2C"/>
                  </a:solidFill>
                </a:rPr>
                <a:t>RGB: 255 / 194 / 32</a:t>
              </a:r>
            </a:p>
          </p:txBody>
        </p: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610ED7E1-CE4F-4690-9F78-3ED0C88CB9D4}"/>
                </a:ext>
              </a:extLst>
            </p:cNvPr>
            <p:cNvGrpSpPr/>
            <p:nvPr/>
          </p:nvGrpSpPr>
          <p:grpSpPr>
            <a:xfrm>
              <a:off x="-2338086" y="2487726"/>
              <a:ext cx="1957086" cy="307777"/>
              <a:chOff x="-2338086" y="2487726"/>
              <a:chExt cx="1957086" cy="307777"/>
            </a:xfrm>
          </p:grpSpPr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06B34E14-6436-4CC0-A4AE-12C013E12EF0}"/>
                  </a:ext>
                </a:extLst>
              </p:cNvPr>
              <p:cNvSpPr/>
              <p:nvPr/>
            </p:nvSpPr>
            <p:spPr>
              <a:xfrm>
                <a:off x="-609600" y="2528359"/>
                <a:ext cx="228600" cy="228600"/>
              </a:xfrm>
              <a:prstGeom prst="rect">
                <a:avLst/>
              </a:prstGeom>
              <a:solidFill>
                <a:srgbClr val="76C04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93BE7F54-6D3E-4E06-9552-E973C7BE142B}"/>
                  </a:ext>
                </a:extLst>
              </p:cNvPr>
              <p:cNvSpPr txBox="1"/>
              <p:nvPr/>
            </p:nvSpPr>
            <p:spPr>
              <a:xfrm>
                <a:off x="-2338086" y="2487726"/>
                <a:ext cx="172848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>
                    <a:solidFill>
                      <a:srgbClr val="081F2C"/>
                    </a:solidFill>
                  </a:rPr>
                  <a:t>RGB: 118 / 192 / 67</a:t>
                </a:r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F9735A56-A3A2-400E-8D24-18857B99577B}"/>
                </a:ext>
              </a:extLst>
            </p:cNvPr>
            <p:cNvGrpSpPr/>
            <p:nvPr/>
          </p:nvGrpSpPr>
          <p:grpSpPr>
            <a:xfrm>
              <a:off x="-2338086" y="2825702"/>
              <a:ext cx="1957086" cy="307777"/>
              <a:chOff x="-2338086" y="2825702"/>
              <a:chExt cx="1957086" cy="307777"/>
            </a:xfrm>
          </p:grpSpPr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F62C4DB5-52CD-4797-937E-38A31ED5D70D}"/>
                  </a:ext>
                </a:extLst>
              </p:cNvPr>
              <p:cNvSpPr/>
              <p:nvPr/>
            </p:nvSpPr>
            <p:spPr>
              <a:xfrm>
                <a:off x="-609600" y="2867379"/>
                <a:ext cx="228600" cy="228600"/>
              </a:xfrm>
              <a:prstGeom prst="rect">
                <a:avLst/>
              </a:prstGeom>
              <a:solidFill>
                <a:srgbClr val="F4752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FE42E933-8E73-4BAE-8F79-36B257118F7C}"/>
                  </a:ext>
                </a:extLst>
              </p:cNvPr>
              <p:cNvSpPr txBox="1"/>
              <p:nvPr/>
            </p:nvSpPr>
            <p:spPr>
              <a:xfrm>
                <a:off x="-2338086" y="2825702"/>
                <a:ext cx="172848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>
                    <a:solidFill>
                      <a:srgbClr val="081F2C"/>
                    </a:solidFill>
                  </a:rPr>
                  <a:t>RGB: 244 / 117 / 33</a:t>
                </a:r>
              </a:p>
            </p:txBody>
          </p:sp>
        </p:grp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323DDFED-7FD0-4300-8BFA-A2EE13683C58}"/>
                </a:ext>
              </a:extLst>
            </p:cNvPr>
            <p:cNvSpPr txBox="1"/>
            <p:nvPr/>
          </p:nvSpPr>
          <p:spPr>
            <a:xfrm>
              <a:off x="-2338086" y="3161651"/>
              <a:ext cx="172848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>
                  <a:solidFill>
                    <a:srgbClr val="081F2C"/>
                  </a:solidFill>
                </a:rPr>
                <a:t>RGB: 238 / 59 / 42</a:t>
              </a:r>
            </a:p>
          </p:txBody>
        </p: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6EA0E503-2376-447E-97CE-AD6CCFB64935}"/>
                </a:ext>
              </a:extLst>
            </p:cNvPr>
            <p:cNvGrpSpPr/>
            <p:nvPr/>
          </p:nvGrpSpPr>
          <p:grpSpPr>
            <a:xfrm>
              <a:off x="-2338086" y="3509356"/>
              <a:ext cx="1957086" cy="307777"/>
              <a:chOff x="-2338086" y="3509356"/>
              <a:chExt cx="1957086" cy="307777"/>
            </a:xfrm>
          </p:grpSpPr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20E6D90E-A361-4990-920A-3D3599798534}"/>
                  </a:ext>
                </a:extLst>
              </p:cNvPr>
              <p:cNvSpPr/>
              <p:nvPr/>
            </p:nvSpPr>
            <p:spPr>
              <a:xfrm>
                <a:off x="-609600" y="3545417"/>
                <a:ext cx="228600" cy="228600"/>
              </a:xfrm>
              <a:prstGeom prst="rect">
                <a:avLst/>
              </a:prstGeom>
              <a:solidFill>
                <a:srgbClr val="3F3F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CB349AB5-FC33-43FA-A03A-1E68C5107600}"/>
                  </a:ext>
                </a:extLst>
              </p:cNvPr>
              <p:cNvSpPr txBox="1"/>
              <p:nvPr/>
            </p:nvSpPr>
            <p:spPr>
              <a:xfrm>
                <a:off x="-2338086" y="3509356"/>
                <a:ext cx="172848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>
                    <a:solidFill>
                      <a:srgbClr val="081F2C"/>
                    </a:solidFill>
                  </a:rPr>
                  <a:t>RGB: 63 / 63 / 64</a:t>
                </a:r>
              </a:p>
            </p:txBody>
          </p:sp>
        </p:grpSp>
      </p:grpSp>
      <p:sp>
        <p:nvSpPr>
          <p:cNvPr id="38" name="Holder 6">
            <a:extLst>
              <a:ext uri="{FF2B5EF4-FFF2-40B4-BE49-F238E27FC236}">
                <a16:creationId xmlns:a16="http://schemas.microsoft.com/office/drawing/2014/main" id="{7FD24771-4007-4261-9A8D-94578239244E}"/>
              </a:ext>
            </a:extLst>
          </p:cNvPr>
          <p:cNvSpPr txBox="1">
            <a:spLocks/>
          </p:cNvSpPr>
          <p:nvPr userDrawn="1"/>
        </p:nvSpPr>
        <p:spPr>
          <a:xfrm>
            <a:off x="11236050" y="6619391"/>
            <a:ext cx="277064" cy="1538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800" b="1" kern="1200">
                <a:solidFill>
                  <a:srgbClr val="78B9E7"/>
                </a:solidFill>
                <a:latin typeface="Bogle" panose="020B0503020203060203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z="1000">
                <a:solidFill>
                  <a:srgbClr val="0B1438"/>
                </a:solidFill>
              </a:rPr>
              <a:pPr/>
              <a:t>‹#›</a:t>
            </a:fld>
            <a:endParaRPr lang="en-US" sz="1000">
              <a:solidFill>
                <a:srgbClr val="0B1438"/>
              </a:solidFill>
            </a:endParaRPr>
          </a:p>
        </p:txBody>
      </p:sp>
      <p:sp>
        <p:nvSpPr>
          <p:cNvPr id="39" name="object 33">
            <a:extLst>
              <a:ext uri="{FF2B5EF4-FFF2-40B4-BE49-F238E27FC236}">
                <a16:creationId xmlns:a16="http://schemas.microsoft.com/office/drawing/2014/main" id="{B3F92064-7C4B-447E-8850-3FCCECB6DAEB}"/>
              </a:ext>
            </a:extLst>
          </p:cNvPr>
          <p:cNvSpPr txBox="1">
            <a:spLocks/>
          </p:cNvSpPr>
          <p:nvPr userDrawn="1"/>
        </p:nvSpPr>
        <p:spPr>
          <a:xfrm>
            <a:off x="4160347" y="6645835"/>
            <a:ext cx="3871306" cy="1231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solidFill>
                  <a:srgbClr val="78B9E7"/>
                </a:solidFill>
                <a:latin typeface="Bogle" panose="020B0503020203060203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144" algn="ctr"/>
            <a:r>
              <a:rPr lang="en-US" sz="800" b="1"/>
              <a:t>© </a:t>
            </a:r>
            <a:r>
              <a:rPr lang="en-US" sz="800" b="1" spc="-23"/>
              <a:t>2</a:t>
            </a:r>
            <a:r>
              <a:rPr lang="en-US" sz="800" b="1" spc="-11"/>
              <a:t>0</a:t>
            </a:r>
            <a:r>
              <a:rPr lang="en-US" sz="800" b="1" spc="-23"/>
              <a:t>1</a:t>
            </a:r>
            <a:r>
              <a:rPr lang="en-US" sz="800" b="1"/>
              <a:t>8 </a:t>
            </a:r>
            <a:r>
              <a:rPr lang="en-US" sz="800" b="1" spc="-37"/>
              <a:t>W</a:t>
            </a:r>
            <a:r>
              <a:rPr lang="en-US" sz="800" b="1" spc="-23"/>
              <a:t>a</a:t>
            </a:r>
            <a:r>
              <a:rPr lang="en-US" sz="800" b="1" spc="-11"/>
              <a:t>lm</a:t>
            </a:r>
            <a:r>
              <a:rPr lang="en-US" sz="800" b="1" spc="-23"/>
              <a:t>a</a:t>
            </a:r>
            <a:r>
              <a:rPr lang="en-US" sz="800" b="1" spc="-11"/>
              <a:t>r</a:t>
            </a:r>
            <a:r>
              <a:rPr lang="en-US" sz="800" b="1" spc="-14"/>
              <a:t>t</a:t>
            </a:r>
            <a:r>
              <a:rPr lang="en-US" sz="800" b="1" spc="-6"/>
              <a:t>I</a:t>
            </a:r>
            <a:r>
              <a:rPr lang="en-US" sz="800" b="1" spc="-3"/>
              <a:t>n</a:t>
            </a:r>
            <a:r>
              <a:rPr lang="en-US" sz="800" b="1"/>
              <a:t>ternational  |  </a:t>
            </a:r>
            <a:r>
              <a:rPr lang="en-US" sz="800" b="1" spc="-6"/>
              <a:t>C</a:t>
            </a:r>
            <a:r>
              <a:rPr lang="en-US" sz="800" b="1"/>
              <a:t>o</a:t>
            </a:r>
            <a:r>
              <a:rPr lang="en-US" sz="800" b="1" spc="-6"/>
              <a:t>n</a:t>
            </a:r>
            <a:r>
              <a:rPr lang="en-US" sz="800" b="1"/>
              <a:t>fide</a:t>
            </a:r>
            <a:r>
              <a:rPr lang="en-US" sz="800" b="1" spc="-3"/>
              <a:t>n</a:t>
            </a:r>
            <a:r>
              <a:rPr lang="en-US" sz="800" b="1"/>
              <a:t>tial  |  </a:t>
            </a:r>
            <a:r>
              <a:rPr lang="en-US" sz="800" b="1" spc="-14"/>
              <a:t>F</a:t>
            </a:r>
            <a:r>
              <a:rPr lang="en-US" sz="800" b="1"/>
              <a:t>or</a:t>
            </a:r>
            <a:r>
              <a:rPr lang="en-US" sz="800" b="1" spc="-6"/>
              <a:t>I</a:t>
            </a:r>
            <a:r>
              <a:rPr lang="en-US" sz="800" b="1" spc="-3"/>
              <a:t>n</a:t>
            </a:r>
            <a:r>
              <a:rPr lang="en-US" sz="800" b="1"/>
              <a:t>ternal </a:t>
            </a:r>
            <a:r>
              <a:rPr lang="en-US" sz="800" b="1" spc="-11"/>
              <a:t>U</a:t>
            </a:r>
            <a:r>
              <a:rPr lang="en-US" sz="800" b="1"/>
              <a:t>se </a:t>
            </a:r>
            <a:r>
              <a:rPr lang="en-US" sz="800" b="1" spc="-6"/>
              <a:t>O</a:t>
            </a:r>
            <a:r>
              <a:rPr lang="en-US" sz="800" b="1"/>
              <a:t>nly</a:t>
            </a: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3016DC48-62D2-49CB-8041-958F0F388E18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11414125" y="9525"/>
            <a:ext cx="777875" cy="777875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5A6A46C6-0B23-4F64-831C-17478B95C484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84991" y="6394083"/>
            <a:ext cx="3093547" cy="562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01097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404041"/>
          </a:solidFill>
          <a:latin typeface="Bogle" panose="020B0503020203060203" pitchFamily="34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1" kern="1200">
          <a:solidFill>
            <a:srgbClr val="404041"/>
          </a:solidFill>
          <a:latin typeface="Bogle" panose="020B0503020203060203" pitchFamily="34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404041"/>
          </a:solidFill>
          <a:latin typeface="Bogle" panose="020B0503020203060203" pitchFamily="34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404041"/>
          </a:solidFill>
          <a:latin typeface="Bogle" panose="020B0503020203060203" pitchFamily="34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404041"/>
          </a:solidFill>
          <a:latin typeface="Bogle" panose="020B0503020203060203" pitchFamily="34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404041"/>
          </a:solidFill>
          <a:latin typeface="Bogle" panose="020B0503020203060203" pitchFamily="34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193800"/>
            <a:ext cx="10972800" cy="47529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431280"/>
            <a:ext cx="12192000" cy="426720"/>
          </a:xfrm>
          <a:prstGeom prst="rect">
            <a:avLst/>
          </a:prstGeom>
          <a:solidFill>
            <a:schemeClr val="accent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solidFill>
                <a:schemeClr val="bg1"/>
              </a:solidFill>
              <a:latin typeface="Lato Light" panose="020F0302020204030203" pitchFamily="34" charset="0"/>
            </a:endParaRP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308257"/>
            <a:ext cx="10972800" cy="6667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anchor="b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4"/>
          </p:nvPr>
        </p:nvSpPr>
        <p:spPr>
          <a:xfrm>
            <a:off x="711200" y="6431279"/>
            <a:ext cx="609600" cy="426720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/>
          <a:lstStyle>
            <a:lvl1pPr algn="ctr">
              <a:defRPr sz="1333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43" name="Group 42"/>
          <p:cNvGrpSpPr/>
          <p:nvPr/>
        </p:nvGrpSpPr>
        <p:grpSpPr>
          <a:xfrm>
            <a:off x="9956800" y="6495043"/>
            <a:ext cx="1625600" cy="332688"/>
            <a:chOff x="2826032" y="2866132"/>
            <a:chExt cx="6368767" cy="1303397"/>
          </a:xfrm>
        </p:grpSpPr>
        <p:pic>
          <p:nvPicPr>
            <p:cNvPr id="44" name="Picture 43"/>
            <p:cNvPicPr>
              <a:picLocks noChangeAspect="1"/>
            </p:cNvPicPr>
            <p:nvPr userDrawn="1"/>
          </p:nvPicPr>
          <p:blipFill rotWithShape="1">
            <a:blip r:embed="rId3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r="47060"/>
            <a:stretch/>
          </p:blipFill>
          <p:spPr>
            <a:xfrm>
              <a:off x="3865565" y="2866132"/>
              <a:ext cx="3400259" cy="1303397"/>
            </a:xfrm>
            <a:prstGeom prst="rect">
              <a:avLst/>
            </a:prstGeom>
          </p:spPr>
        </p:pic>
        <p:pic>
          <p:nvPicPr>
            <p:cNvPr id="45" name="Picture 44"/>
            <p:cNvPicPr>
              <a:picLocks noChangeAspect="1"/>
            </p:cNvPicPr>
            <p:nvPr userDrawn="1"/>
          </p:nvPicPr>
          <p:blipFill rotWithShape="1">
            <a:blip r:embed="rId3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71395"/>
            <a:stretch/>
          </p:blipFill>
          <p:spPr>
            <a:xfrm>
              <a:off x="7357533" y="2866132"/>
              <a:ext cx="1837266" cy="1303397"/>
            </a:xfrm>
            <a:prstGeom prst="rect">
              <a:avLst/>
            </a:prstGeom>
          </p:spPr>
        </p:pic>
        <p:pic>
          <p:nvPicPr>
            <p:cNvPr id="46" name="Picture 45"/>
            <p:cNvPicPr>
              <a:picLocks noChangeAspect="1"/>
            </p:cNvPicPr>
            <p:nvPr userDrawn="1"/>
          </p:nvPicPr>
          <p:blipFill rotWithShape="1">
            <a:blip r:embed="rId3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53863" r="30319"/>
            <a:stretch/>
          </p:blipFill>
          <p:spPr>
            <a:xfrm>
              <a:off x="2826032" y="2991271"/>
              <a:ext cx="895374" cy="114864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639598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  <p:sldLayoutId id="2147483686" r:id="rId4"/>
    <p:sldLayoutId id="2147483687" r:id="rId5"/>
    <p:sldLayoutId id="2147483688" r:id="rId6"/>
    <p:sldLayoutId id="2147483689" r:id="rId7"/>
    <p:sldLayoutId id="2147483690" r:id="rId8"/>
    <p:sldLayoutId id="2147483691" r:id="rId9"/>
    <p:sldLayoutId id="2147483692" r:id="rId10"/>
    <p:sldLayoutId id="2147483693" r:id="rId11"/>
    <p:sldLayoutId id="2147483694" r:id="rId12"/>
    <p:sldLayoutId id="2147483695" r:id="rId13"/>
    <p:sldLayoutId id="2147483696" r:id="rId14"/>
    <p:sldLayoutId id="2147483697" r:id="rId15"/>
    <p:sldLayoutId id="2147483698" r:id="rId16"/>
    <p:sldLayoutId id="2147483699" r:id="rId17"/>
    <p:sldLayoutId id="2147483700" r:id="rId18"/>
    <p:sldLayoutId id="2147483701" r:id="rId19"/>
    <p:sldLayoutId id="2147483702" r:id="rId20"/>
    <p:sldLayoutId id="2147483703" r:id="rId21"/>
    <p:sldLayoutId id="2147483704" r:id="rId22"/>
    <p:sldLayoutId id="2147483705" r:id="rId23"/>
    <p:sldLayoutId id="2147483706" r:id="rId24"/>
    <p:sldLayoutId id="2147483707" r:id="rId25"/>
    <p:sldLayoutId id="2147483708" r:id="rId26"/>
    <p:sldLayoutId id="2147483709" r:id="rId27"/>
    <p:sldLayoutId id="2147483710" r:id="rId28"/>
    <p:sldLayoutId id="2147483711" r:id="rId29"/>
    <p:sldLayoutId id="2147483712" r:id="rId30"/>
  </p:sldLayoutIdLst>
  <p:hf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3733" b="0">
          <a:solidFill>
            <a:schemeClr val="accent6"/>
          </a:solidFill>
          <a:latin typeface="Bogle" charset="0"/>
          <a:ea typeface="Bogle" charset="0"/>
          <a:cs typeface="Bogle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b="1">
          <a:solidFill>
            <a:schemeClr val="accent2"/>
          </a:solidFill>
          <a:latin typeface="Arial" charset="0"/>
          <a:ea typeface="ＭＳ Ｐゴシック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b="1">
          <a:solidFill>
            <a:schemeClr val="accent2"/>
          </a:solidFill>
          <a:latin typeface="Arial" charset="0"/>
          <a:ea typeface="ＭＳ Ｐゴシック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b="1">
          <a:solidFill>
            <a:schemeClr val="accent2"/>
          </a:solidFill>
          <a:latin typeface="Arial" charset="0"/>
          <a:ea typeface="ＭＳ Ｐゴシック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b="1">
          <a:solidFill>
            <a:schemeClr val="accent2"/>
          </a:solidFill>
          <a:latin typeface="Arial" charset="0"/>
          <a:ea typeface="ＭＳ Ｐゴシック" charset="-128"/>
        </a:defRPr>
      </a:lvl5pPr>
      <a:lvl6pPr marL="609585" algn="l" rtl="0" eaLnBrk="1" fontAlgn="base" hangingPunct="1">
        <a:spcBef>
          <a:spcPct val="0"/>
        </a:spcBef>
        <a:spcAft>
          <a:spcPct val="0"/>
        </a:spcAft>
        <a:defRPr b="1">
          <a:solidFill>
            <a:schemeClr val="accent2"/>
          </a:solidFill>
          <a:latin typeface="Arial" charset="0"/>
          <a:ea typeface="ＭＳ Ｐゴシック" charset="-128"/>
        </a:defRPr>
      </a:lvl6pPr>
      <a:lvl7pPr marL="1219170" algn="l" rtl="0" eaLnBrk="1" fontAlgn="base" hangingPunct="1">
        <a:spcBef>
          <a:spcPct val="0"/>
        </a:spcBef>
        <a:spcAft>
          <a:spcPct val="0"/>
        </a:spcAft>
        <a:defRPr b="1">
          <a:solidFill>
            <a:schemeClr val="accent2"/>
          </a:solidFill>
          <a:latin typeface="Arial" charset="0"/>
          <a:ea typeface="ＭＳ Ｐゴシック" charset="-128"/>
        </a:defRPr>
      </a:lvl7pPr>
      <a:lvl8pPr marL="1828754" algn="l" rtl="0" eaLnBrk="1" fontAlgn="base" hangingPunct="1">
        <a:spcBef>
          <a:spcPct val="0"/>
        </a:spcBef>
        <a:spcAft>
          <a:spcPct val="0"/>
        </a:spcAft>
        <a:defRPr b="1">
          <a:solidFill>
            <a:schemeClr val="accent2"/>
          </a:solidFill>
          <a:latin typeface="Arial" charset="0"/>
          <a:ea typeface="ＭＳ Ｐゴシック" charset="-128"/>
        </a:defRPr>
      </a:lvl8pPr>
      <a:lvl9pPr marL="2438339" algn="l" rtl="0" eaLnBrk="1" fontAlgn="base" hangingPunct="1">
        <a:spcBef>
          <a:spcPct val="0"/>
        </a:spcBef>
        <a:spcAft>
          <a:spcPct val="0"/>
        </a:spcAft>
        <a:defRPr b="1">
          <a:solidFill>
            <a:schemeClr val="accent2"/>
          </a:solidFill>
          <a:latin typeface="Arial" charset="0"/>
          <a:ea typeface="ＭＳ Ｐゴシック" charset="-128"/>
        </a:defRPr>
      </a:lvl9pPr>
    </p:titleStyle>
    <p:bodyStyle>
      <a:lvl1pPr marL="365751" indent="-365751" algn="l" rtl="0" eaLnBrk="1" fontAlgn="base" hangingPunct="1">
        <a:spcBef>
          <a:spcPct val="0"/>
        </a:spcBef>
        <a:spcAft>
          <a:spcPct val="0"/>
        </a:spcAft>
        <a:buClr>
          <a:schemeClr val="accent1"/>
        </a:buClr>
        <a:buSzPct val="120000"/>
        <a:buFont typeface="Times" pitchFamily="18" charset="0"/>
        <a:buChar char="•"/>
        <a:defRPr sz="2400">
          <a:solidFill>
            <a:schemeClr val="tx1">
              <a:lumMod val="75000"/>
              <a:lumOff val="25000"/>
            </a:schemeClr>
          </a:solidFill>
          <a:latin typeface="Bogle" charset="0"/>
          <a:ea typeface="Bogle" charset="0"/>
          <a:cs typeface="Bogle" charset="0"/>
        </a:defRPr>
      </a:lvl1pPr>
      <a:lvl2pPr marL="609585" indent="-365751" algn="l" rtl="0" eaLnBrk="1" fontAlgn="base" hangingPunct="1">
        <a:spcBef>
          <a:spcPct val="0"/>
        </a:spcBef>
        <a:spcAft>
          <a:spcPct val="0"/>
        </a:spcAft>
        <a:buClr>
          <a:schemeClr val="accent1"/>
        </a:buClr>
        <a:buChar char="–"/>
        <a:defRPr sz="2400">
          <a:solidFill>
            <a:schemeClr val="tx1">
              <a:lumMod val="75000"/>
              <a:lumOff val="25000"/>
            </a:schemeClr>
          </a:solidFill>
          <a:latin typeface="Bogle" charset="0"/>
          <a:ea typeface="Bogle" charset="0"/>
          <a:cs typeface="Bogle" charset="0"/>
        </a:defRPr>
      </a:lvl2pPr>
      <a:lvl3pPr marL="975336" indent="-365751" algn="l" rtl="0" eaLnBrk="1" fontAlgn="base" hangingPunct="1">
        <a:spcBef>
          <a:spcPct val="0"/>
        </a:spcBef>
        <a:spcAft>
          <a:spcPct val="0"/>
        </a:spcAft>
        <a:buClr>
          <a:schemeClr val="accent1"/>
        </a:buClr>
        <a:buFont typeface="Times" pitchFamily="18" charset="0"/>
        <a:buChar char="•"/>
        <a:defRPr sz="2133">
          <a:solidFill>
            <a:schemeClr val="tx1">
              <a:lumMod val="75000"/>
              <a:lumOff val="25000"/>
            </a:schemeClr>
          </a:solidFill>
          <a:latin typeface="Bogle" charset="0"/>
          <a:ea typeface="Bogle" charset="0"/>
          <a:cs typeface="Bogle" charset="0"/>
        </a:defRPr>
      </a:lvl3pPr>
      <a:lvl4pPr marL="1341086" indent="-365751" algn="l" rtl="0" eaLnBrk="1" fontAlgn="base" hangingPunct="1">
        <a:spcBef>
          <a:spcPct val="0"/>
        </a:spcBef>
        <a:spcAft>
          <a:spcPct val="0"/>
        </a:spcAft>
        <a:buClr>
          <a:schemeClr val="accent1"/>
        </a:buClr>
        <a:buFont typeface="Estrangelo Edessa" panose="03080600000000000000" pitchFamily="66" charset="0"/>
        <a:buChar char="›"/>
        <a:defRPr sz="1867">
          <a:solidFill>
            <a:schemeClr val="tx1">
              <a:lumMod val="75000"/>
              <a:lumOff val="25000"/>
            </a:schemeClr>
          </a:solidFill>
          <a:latin typeface="Bogle" charset="0"/>
          <a:ea typeface="Bogle" charset="0"/>
          <a:cs typeface="Bogle" charset="0"/>
        </a:defRPr>
      </a:lvl4pPr>
      <a:lvl5pPr marL="1706837" indent="-365751" algn="l" rtl="0" eaLnBrk="1" fontAlgn="base" hangingPunct="1">
        <a:spcBef>
          <a:spcPct val="0"/>
        </a:spcBef>
        <a:spcAft>
          <a:spcPct val="0"/>
        </a:spcAft>
        <a:buClr>
          <a:schemeClr val="accent1"/>
        </a:buClr>
        <a:buChar char="»"/>
        <a:defRPr sz="1867">
          <a:solidFill>
            <a:schemeClr val="tx1">
              <a:lumMod val="75000"/>
              <a:lumOff val="25000"/>
            </a:schemeClr>
          </a:solidFill>
          <a:latin typeface="Bogle" charset="0"/>
          <a:ea typeface="Bogle" charset="0"/>
          <a:cs typeface="Bogle" charset="0"/>
        </a:defRPr>
      </a:lvl5pPr>
      <a:lvl6pPr marL="2743131" indent="-298443" algn="l" rtl="0" eaLnBrk="1" fontAlgn="base" hangingPunct="1">
        <a:spcBef>
          <a:spcPct val="0"/>
        </a:spcBef>
        <a:spcAft>
          <a:spcPct val="0"/>
        </a:spcAft>
        <a:buChar char="»"/>
        <a:defRPr sz="2667">
          <a:solidFill>
            <a:schemeClr val="tx1"/>
          </a:solidFill>
          <a:latin typeface="+mn-lt"/>
        </a:defRPr>
      </a:lvl6pPr>
      <a:lvl7pPr marL="3352716" indent="-298443" algn="l" rtl="0" eaLnBrk="1" fontAlgn="base" hangingPunct="1">
        <a:spcBef>
          <a:spcPct val="0"/>
        </a:spcBef>
        <a:spcAft>
          <a:spcPct val="0"/>
        </a:spcAft>
        <a:buChar char="»"/>
        <a:defRPr sz="2667">
          <a:solidFill>
            <a:schemeClr val="tx1"/>
          </a:solidFill>
          <a:latin typeface="+mn-lt"/>
        </a:defRPr>
      </a:lvl7pPr>
      <a:lvl8pPr marL="3962301" indent="-298443" algn="l" rtl="0" eaLnBrk="1" fontAlgn="base" hangingPunct="1">
        <a:spcBef>
          <a:spcPct val="0"/>
        </a:spcBef>
        <a:spcAft>
          <a:spcPct val="0"/>
        </a:spcAft>
        <a:buChar char="»"/>
        <a:defRPr sz="2667">
          <a:solidFill>
            <a:schemeClr val="tx1"/>
          </a:solidFill>
          <a:latin typeface="+mn-lt"/>
        </a:defRPr>
      </a:lvl8pPr>
      <a:lvl9pPr marL="4571886" indent="-298443" algn="l" rtl="0" eaLnBrk="1" fontAlgn="base" hangingPunct="1">
        <a:spcBef>
          <a:spcPct val="0"/>
        </a:spcBef>
        <a:spcAft>
          <a:spcPct val="0"/>
        </a:spcAft>
        <a:buChar char="»"/>
        <a:defRPr sz="2667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B002287-43AE-984A-B16C-545A738AB3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32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59E9FD-CE43-9546-8B5B-18B379FEBC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Holder 6">
            <a:extLst>
              <a:ext uri="{FF2B5EF4-FFF2-40B4-BE49-F238E27FC236}">
                <a16:creationId xmlns:a16="http://schemas.microsoft.com/office/drawing/2014/main" id="{D6C85FB1-F8FD-C741-A2DC-BBB4E52014C6}"/>
              </a:ext>
            </a:extLst>
          </p:cNvPr>
          <p:cNvSpPr txBox="1">
            <a:spLocks/>
          </p:cNvSpPr>
          <p:nvPr/>
        </p:nvSpPr>
        <p:spPr>
          <a:xfrm>
            <a:off x="11236050" y="6619391"/>
            <a:ext cx="277064" cy="1538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800" b="1" kern="1200">
                <a:solidFill>
                  <a:srgbClr val="78B9E7"/>
                </a:solidFill>
                <a:latin typeface="Bogle" panose="020B0503020203060203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z="1000">
                <a:solidFill>
                  <a:srgbClr val="0B1438"/>
                </a:solidFill>
              </a:rPr>
              <a:pPr/>
              <a:t>‹#›</a:t>
            </a:fld>
            <a:endParaRPr lang="en-US" sz="1000">
              <a:solidFill>
                <a:srgbClr val="0B1438"/>
              </a:solidFill>
            </a:endParaRPr>
          </a:p>
        </p:txBody>
      </p:sp>
      <p:sp>
        <p:nvSpPr>
          <p:cNvPr id="9" name="object 33">
            <a:extLst>
              <a:ext uri="{FF2B5EF4-FFF2-40B4-BE49-F238E27FC236}">
                <a16:creationId xmlns:a16="http://schemas.microsoft.com/office/drawing/2014/main" id="{64188B49-E268-6A49-BD04-4EA18EBAD2D0}"/>
              </a:ext>
            </a:extLst>
          </p:cNvPr>
          <p:cNvSpPr txBox="1">
            <a:spLocks/>
          </p:cNvSpPr>
          <p:nvPr/>
        </p:nvSpPr>
        <p:spPr>
          <a:xfrm>
            <a:off x="4160347" y="6645835"/>
            <a:ext cx="3871306" cy="1231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solidFill>
                  <a:srgbClr val="78B9E7"/>
                </a:solidFill>
                <a:latin typeface="Bogle" panose="020B0503020203060203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144" algn="ctr"/>
            <a:r>
              <a:rPr lang="en-US" sz="800" b="1"/>
              <a:t>© </a:t>
            </a:r>
            <a:r>
              <a:rPr lang="en-US" sz="800" b="1" spc="-23"/>
              <a:t>2</a:t>
            </a:r>
            <a:r>
              <a:rPr lang="en-US" sz="800" b="1" spc="-11"/>
              <a:t>0</a:t>
            </a:r>
            <a:r>
              <a:rPr lang="en-US" sz="800" b="1" spc="-23"/>
              <a:t>1</a:t>
            </a:r>
            <a:r>
              <a:rPr lang="en-US" sz="800" b="1"/>
              <a:t>8 </a:t>
            </a:r>
            <a:r>
              <a:rPr lang="en-US" sz="800" b="1" spc="-37"/>
              <a:t>W</a:t>
            </a:r>
            <a:r>
              <a:rPr lang="en-US" sz="800" b="1" spc="-23"/>
              <a:t>a</a:t>
            </a:r>
            <a:r>
              <a:rPr lang="en-US" sz="800" b="1" spc="-11"/>
              <a:t>lm</a:t>
            </a:r>
            <a:r>
              <a:rPr lang="en-US" sz="800" b="1" spc="-23"/>
              <a:t>a</a:t>
            </a:r>
            <a:r>
              <a:rPr lang="en-US" sz="800" b="1" spc="-11"/>
              <a:t>r</a:t>
            </a:r>
            <a:r>
              <a:rPr lang="en-US" sz="800" b="1" spc="-14"/>
              <a:t>t</a:t>
            </a:r>
            <a:r>
              <a:rPr lang="en-US" sz="800" b="1"/>
              <a:t> </a:t>
            </a:r>
            <a:r>
              <a:rPr lang="en-US" sz="800" b="1" spc="-6"/>
              <a:t>I</a:t>
            </a:r>
            <a:r>
              <a:rPr lang="en-US" sz="800" b="1" spc="-3"/>
              <a:t>n</a:t>
            </a:r>
            <a:r>
              <a:rPr lang="en-US" sz="800" b="1"/>
              <a:t>ternational  |  </a:t>
            </a:r>
            <a:r>
              <a:rPr lang="en-US" sz="800" b="1" spc="-6"/>
              <a:t>C</a:t>
            </a:r>
            <a:r>
              <a:rPr lang="en-US" sz="800" b="1"/>
              <a:t>o</a:t>
            </a:r>
            <a:r>
              <a:rPr lang="en-US" sz="800" b="1" spc="-6"/>
              <a:t>n</a:t>
            </a:r>
            <a:r>
              <a:rPr lang="en-US" sz="800" b="1"/>
              <a:t>fide</a:t>
            </a:r>
            <a:r>
              <a:rPr lang="en-US" sz="800" b="1" spc="-3"/>
              <a:t>n</a:t>
            </a:r>
            <a:r>
              <a:rPr lang="en-US" sz="800" b="1"/>
              <a:t>tial  |  </a:t>
            </a:r>
            <a:r>
              <a:rPr lang="en-US" sz="800" b="1" spc="-14"/>
              <a:t>F</a:t>
            </a:r>
            <a:r>
              <a:rPr lang="en-US" sz="800" b="1"/>
              <a:t>or</a:t>
            </a:r>
            <a:r>
              <a:rPr lang="en-US" sz="800" b="1" spc="-11"/>
              <a:t> </a:t>
            </a:r>
            <a:r>
              <a:rPr lang="en-US" sz="800" b="1" spc="-6"/>
              <a:t>I</a:t>
            </a:r>
            <a:r>
              <a:rPr lang="en-US" sz="800" b="1" spc="-3"/>
              <a:t>n</a:t>
            </a:r>
            <a:r>
              <a:rPr lang="en-US" sz="800" b="1"/>
              <a:t>ternal </a:t>
            </a:r>
            <a:r>
              <a:rPr lang="en-US" sz="800" b="1" spc="-11"/>
              <a:t>U</a:t>
            </a:r>
            <a:r>
              <a:rPr lang="en-US" sz="800" b="1"/>
              <a:t>se </a:t>
            </a:r>
            <a:r>
              <a:rPr lang="en-US" sz="800" b="1" spc="-6"/>
              <a:t>O</a:t>
            </a:r>
            <a:r>
              <a:rPr lang="en-US" sz="800" b="1"/>
              <a:t>nly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963B5214-62ED-F345-B6DE-317510A78A0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414125" y="9525"/>
            <a:ext cx="777875" cy="77787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E11680D-3CC3-2D4E-8062-3CF346BB92A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991" y="6394083"/>
            <a:ext cx="3093547" cy="562463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EA47C7FB-56C9-452B-BA3E-212EF996FFFD}"/>
              </a:ext>
            </a:extLst>
          </p:cNvPr>
          <p:cNvGrpSpPr/>
          <p:nvPr/>
        </p:nvGrpSpPr>
        <p:grpSpPr>
          <a:xfrm>
            <a:off x="-2352501" y="449361"/>
            <a:ext cx="1971501" cy="3367772"/>
            <a:chOff x="-2352501" y="449361"/>
            <a:chExt cx="1971501" cy="3367772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5C283B5-7826-4A51-9B89-A7C41DE0D688}"/>
                </a:ext>
              </a:extLst>
            </p:cNvPr>
            <p:cNvSpPr/>
            <p:nvPr/>
          </p:nvSpPr>
          <p:spPr>
            <a:xfrm>
              <a:off x="-609600" y="2189339"/>
              <a:ext cx="228600" cy="228600"/>
            </a:xfrm>
            <a:prstGeom prst="rect">
              <a:avLst/>
            </a:prstGeom>
            <a:solidFill>
              <a:srgbClr val="FFC22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9AB1459-2B19-4BF9-AB56-9E824460C74B}"/>
                </a:ext>
              </a:extLst>
            </p:cNvPr>
            <p:cNvSpPr/>
            <p:nvPr/>
          </p:nvSpPr>
          <p:spPr>
            <a:xfrm>
              <a:off x="-609600" y="3206399"/>
              <a:ext cx="228600" cy="228600"/>
            </a:xfrm>
            <a:prstGeom prst="rect">
              <a:avLst/>
            </a:prstGeom>
            <a:solidFill>
              <a:srgbClr val="EE3B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C2620583-C671-42D6-8299-267BF1BCD21E}"/>
                </a:ext>
              </a:extLst>
            </p:cNvPr>
            <p:cNvGrpSpPr/>
            <p:nvPr/>
          </p:nvGrpSpPr>
          <p:grpSpPr>
            <a:xfrm>
              <a:off x="-2338086" y="449361"/>
              <a:ext cx="1957086" cy="307777"/>
              <a:chOff x="-2338086" y="449361"/>
              <a:chExt cx="1957086" cy="307777"/>
            </a:xfrm>
          </p:grpSpPr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591FC736-8583-45E2-AEA7-F2AB9823A4DD}"/>
                  </a:ext>
                </a:extLst>
              </p:cNvPr>
              <p:cNvSpPr/>
              <p:nvPr/>
            </p:nvSpPr>
            <p:spPr>
              <a:xfrm>
                <a:off x="-609600" y="488950"/>
                <a:ext cx="228600" cy="228600"/>
              </a:xfrm>
              <a:prstGeom prst="rect">
                <a:avLst/>
              </a:prstGeom>
              <a:solidFill>
                <a:srgbClr val="081F2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081F2C"/>
                  </a:solidFill>
                </a:endParaRPr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3CEB40F3-763A-456D-A08A-D35948D5EAB3}"/>
                  </a:ext>
                </a:extLst>
              </p:cNvPr>
              <p:cNvSpPr txBox="1"/>
              <p:nvPr/>
            </p:nvSpPr>
            <p:spPr>
              <a:xfrm>
                <a:off x="-2338086" y="449361"/>
                <a:ext cx="172848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>
                    <a:solidFill>
                      <a:srgbClr val="081F2C"/>
                    </a:solidFill>
                  </a:rPr>
                  <a:t>RGB: 8 / 31/ 44</a:t>
                </a:r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139092E9-DF4D-42EA-B27D-08B70BF3749B}"/>
                </a:ext>
              </a:extLst>
            </p:cNvPr>
            <p:cNvGrpSpPr/>
            <p:nvPr/>
          </p:nvGrpSpPr>
          <p:grpSpPr>
            <a:xfrm>
              <a:off x="-2352501" y="790144"/>
              <a:ext cx="1971501" cy="307777"/>
              <a:chOff x="-2352501" y="790144"/>
              <a:chExt cx="1971501" cy="307777"/>
            </a:xfrm>
          </p:grpSpPr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EC0D4BBE-3348-41E9-B715-ADEFA3839BC2}"/>
                  </a:ext>
                </a:extLst>
              </p:cNvPr>
              <p:cNvSpPr/>
              <p:nvPr/>
            </p:nvSpPr>
            <p:spPr>
              <a:xfrm>
                <a:off x="-609600" y="829733"/>
                <a:ext cx="228600" cy="228600"/>
              </a:xfrm>
              <a:prstGeom prst="rect">
                <a:avLst/>
              </a:prstGeom>
              <a:solidFill>
                <a:srgbClr val="78B9E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78B9E7"/>
                  </a:solidFill>
                </a:endParaRPr>
              </a:p>
            </p:txBody>
          </p: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06EB7307-A7A9-4299-BC58-BE30596658A1}"/>
                  </a:ext>
                </a:extLst>
              </p:cNvPr>
              <p:cNvSpPr txBox="1"/>
              <p:nvPr/>
            </p:nvSpPr>
            <p:spPr>
              <a:xfrm>
                <a:off x="-2352501" y="790144"/>
                <a:ext cx="172848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>
                    <a:solidFill>
                      <a:srgbClr val="081F2C"/>
                    </a:solidFill>
                  </a:rPr>
                  <a:t>RGB: 120 / 185 / 231</a:t>
                </a: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304766AC-AEF9-477A-AC81-00AE8FA76A96}"/>
                </a:ext>
              </a:extLst>
            </p:cNvPr>
            <p:cNvGrpSpPr/>
            <p:nvPr/>
          </p:nvGrpSpPr>
          <p:grpSpPr>
            <a:xfrm>
              <a:off x="-2352501" y="1471710"/>
              <a:ext cx="1971501" cy="307777"/>
              <a:chOff x="-2352501" y="1471710"/>
              <a:chExt cx="1971501" cy="307777"/>
            </a:xfrm>
          </p:grpSpPr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EDF837DA-A7AA-4FA9-B784-79A2E096E625}"/>
                  </a:ext>
                </a:extLst>
              </p:cNvPr>
              <p:cNvSpPr/>
              <p:nvPr/>
            </p:nvSpPr>
            <p:spPr>
              <a:xfrm>
                <a:off x="-609600" y="1511299"/>
                <a:ext cx="228600" cy="228600"/>
              </a:xfrm>
              <a:prstGeom prst="rect">
                <a:avLst/>
              </a:prstGeom>
              <a:solidFill>
                <a:srgbClr val="0070C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0071CE"/>
                  </a:solidFill>
                </a:endParaRPr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A04D9A2D-16B6-4003-A138-147D2A75FA93}"/>
                  </a:ext>
                </a:extLst>
              </p:cNvPr>
              <p:cNvSpPr txBox="1"/>
              <p:nvPr/>
            </p:nvSpPr>
            <p:spPr>
              <a:xfrm>
                <a:off x="-2352501" y="1471710"/>
                <a:ext cx="172848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>
                    <a:solidFill>
                      <a:srgbClr val="081F2C"/>
                    </a:solidFill>
                  </a:rPr>
                  <a:t>RGB: 0 / 112 / 206</a:t>
                </a:r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CFA03A35-7EA5-40A3-8A26-2F2ECABB54E3}"/>
                </a:ext>
              </a:extLst>
            </p:cNvPr>
            <p:cNvGrpSpPr/>
            <p:nvPr/>
          </p:nvGrpSpPr>
          <p:grpSpPr>
            <a:xfrm>
              <a:off x="-2352501" y="1810730"/>
              <a:ext cx="1971501" cy="307777"/>
              <a:chOff x="-2352501" y="1810730"/>
              <a:chExt cx="1971501" cy="307777"/>
            </a:xfrm>
          </p:grpSpPr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9EF2FB6D-2CCC-4415-99A7-33AEB5A96599}"/>
                  </a:ext>
                </a:extLst>
              </p:cNvPr>
              <p:cNvSpPr/>
              <p:nvPr/>
            </p:nvSpPr>
            <p:spPr>
              <a:xfrm>
                <a:off x="-609600" y="1850319"/>
                <a:ext cx="228600" cy="228600"/>
              </a:xfrm>
              <a:prstGeom prst="rect">
                <a:avLst/>
              </a:prstGeom>
              <a:solidFill>
                <a:srgbClr val="EB148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1AE297AF-DCAC-4D8E-B0FE-1F3A8C42342B}"/>
                  </a:ext>
                </a:extLst>
              </p:cNvPr>
              <p:cNvSpPr txBox="1"/>
              <p:nvPr/>
            </p:nvSpPr>
            <p:spPr>
              <a:xfrm>
                <a:off x="-2352501" y="1810730"/>
                <a:ext cx="172848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>
                    <a:solidFill>
                      <a:srgbClr val="081F2C"/>
                    </a:solidFill>
                  </a:rPr>
                  <a:t>RGB: 235 / 20 / 141</a:t>
                </a:r>
              </a:p>
            </p:txBody>
          </p:sp>
        </p:grp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0CD8E2D3-8159-4572-A1AF-9DBF1D63FC58}"/>
                </a:ext>
              </a:extLst>
            </p:cNvPr>
            <p:cNvSpPr txBox="1"/>
            <p:nvPr/>
          </p:nvSpPr>
          <p:spPr>
            <a:xfrm>
              <a:off x="-2338086" y="2149750"/>
              <a:ext cx="172848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>
                  <a:solidFill>
                    <a:srgbClr val="081F2C"/>
                  </a:solidFill>
                </a:rPr>
                <a:t>RGB: 255 / 194 / 32</a:t>
              </a:r>
            </a:p>
          </p:txBody>
        </p: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610ED7E1-CE4F-4690-9F78-3ED0C88CB9D4}"/>
                </a:ext>
              </a:extLst>
            </p:cNvPr>
            <p:cNvGrpSpPr/>
            <p:nvPr/>
          </p:nvGrpSpPr>
          <p:grpSpPr>
            <a:xfrm>
              <a:off x="-2338086" y="2487726"/>
              <a:ext cx="1957086" cy="307777"/>
              <a:chOff x="-2338086" y="2487726"/>
              <a:chExt cx="1957086" cy="307777"/>
            </a:xfrm>
          </p:grpSpPr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06B34E14-6436-4CC0-A4AE-12C013E12EF0}"/>
                  </a:ext>
                </a:extLst>
              </p:cNvPr>
              <p:cNvSpPr/>
              <p:nvPr/>
            </p:nvSpPr>
            <p:spPr>
              <a:xfrm>
                <a:off x="-609600" y="2528359"/>
                <a:ext cx="228600" cy="228600"/>
              </a:xfrm>
              <a:prstGeom prst="rect">
                <a:avLst/>
              </a:prstGeom>
              <a:solidFill>
                <a:srgbClr val="76C04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93BE7F54-6D3E-4E06-9552-E973C7BE142B}"/>
                  </a:ext>
                </a:extLst>
              </p:cNvPr>
              <p:cNvSpPr txBox="1"/>
              <p:nvPr/>
            </p:nvSpPr>
            <p:spPr>
              <a:xfrm>
                <a:off x="-2338086" y="2487726"/>
                <a:ext cx="172848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>
                    <a:solidFill>
                      <a:srgbClr val="081F2C"/>
                    </a:solidFill>
                  </a:rPr>
                  <a:t>RGB: 118 / 192 / 67</a:t>
                </a:r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F9735A56-A3A2-400E-8D24-18857B99577B}"/>
                </a:ext>
              </a:extLst>
            </p:cNvPr>
            <p:cNvGrpSpPr/>
            <p:nvPr/>
          </p:nvGrpSpPr>
          <p:grpSpPr>
            <a:xfrm>
              <a:off x="-2338086" y="2825702"/>
              <a:ext cx="1957086" cy="307777"/>
              <a:chOff x="-2338086" y="2825702"/>
              <a:chExt cx="1957086" cy="307777"/>
            </a:xfrm>
          </p:grpSpPr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F62C4DB5-52CD-4797-937E-38A31ED5D70D}"/>
                  </a:ext>
                </a:extLst>
              </p:cNvPr>
              <p:cNvSpPr/>
              <p:nvPr/>
            </p:nvSpPr>
            <p:spPr>
              <a:xfrm>
                <a:off x="-609600" y="2867379"/>
                <a:ext cx="228600" cy="228600"/>
              </a:xfrm>
              <a:prstGeom prst="rect">
                <a:avLst/>
              </a:prstGeom>
              <a:solidFill>
                <a:srgbClr val="F4752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FE42E933-8E73-4BAE-8F79-36B257118F7C}"/>
                  </a:ext>
                </a:extLst>
              </p:cNvPr>
              <p:cNvSpPr txBox="1"/>
              <p:nvPr/>
            </p:nvSpPr>
            <p:spPr>
              <a:xfrm>
                <a:off x="-2338086" y="2825702"/>
                <a:ext cx="172848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>
                    <a:solidFill>
                      <a:srgbClr val="081F2C"/>
                    </a:solidFill>
                  </a:rPr>
                  <a:t>RGB: 244 / 117 / 33</a:t>
                </a:r>
              </a:p>
            </p:txBody>
          </p:sp>
        </p:grp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323DDFED-7FD0-4300-8BFA-A2EE13683C58}"/>
                </a:ext>
              </a:extLst>
            </p:cNvPr>
            <p:cNvSpPr txBox="1"/>
            <p:nvPr/>
          </p:nvSpPr>
          <p:spPr>
            <a:xfrm>
              <a:off x="-2338086" y="3161651"/>
              <a:ext cx="172848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>
                  <a:solidFill>
                    <a:srgbClr val="081F2C"/>
                  </a:solidFill>
                </a:rPr>
                <a:t>RGB: 238 / 59 / 42</a:t>
              </a:r>
            </a:p>
          </p:txBody>
        </p: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6EA0E503-2376-447E-97CE-AD6CCFB64935}"/>
                </a:ext>
              </a:extLst>
            </p:cNvPr>
            <p:cNvGrpSpPr/>
            <p:nvPr/>
          </p:nvGrpSpPr>
          <p:grpSpPr>
            <a:xfrm>
              <a:off x="-2338086" y="3509356"/>
              <a:ext cx="1957086" cy="307777"/>
              <a:chOff x="-2338086" y="3509356"/>
              <a:chExt cx="1957086" cy="307777"/>
            </a:xfrm>
          </p:grpSpPr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20E6D90E-A361-4990-920A-3D3599798534}"/>
                  </a:ext>
                </a:extLst>
              </p:cNvPr>
              <p:cNvSpPr/>
              <p:nvPr/>
            </p:nvSpPr>
            <p:spPr>
              <a:xfrm>
                <a:off x="-609600" y="3545417"/>
                <a:ext cx="228600" cy="228600"/>
              </a:xfrm>
              <a:prstGeom prst="rect">
                <a:avLst/>
              </a:prstGeom>
              <a:solidFill>
                <a:srgbClr val="3F3F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CB349AB5-FC33-43FA-A03A-1E68C5107600}"/>
                  </a:ext>
                </a:extLst>
              </p:cNvPr>
              <p:cNvSpPr txBox="1"/>
              <p:nvPr/>
            </p:nvSpPr>
            <p:spPr>
              <a:xfrm>
                <a:off x="-2338086" y="3509356"/>
                <a:ext cx="172848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>
                    <a:solidFill>
                      <a:srgbClr val="081F2C"/>
                    </a:solidFill>
                  </a:rPr>
                  <a:t>RGB: 63 / 63 / 64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6097782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404041"/>
          </a:solidFill>
          <a:latin typeface="Bogle" panose="020B0503020203060203" pitchFamily="34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1" kern="1200">
          <a:solidFill>
            <a:srgbClr val="404041"/>
          </a:solidFill>
          <a:latin typeface="Bogle" panose="020B0503020203060203" pitchFamily="34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404041"/>
          </a:solidFill>
          <a:latin typeface="Bogle" panose="020B0503020203060203" pitchFamily="34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404041"/>
          </a:solidFill>
          <a:latin typeface="Bogle" panose="020B0503020203060203" pitchFamily="34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404041"/>
          </a:solidFill>
          <a:latin typeface="Bogle" panose="020B0503020203060203" pitchFamily="34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404041"/>
          </a:solidFill>
          <a:latin typeface="Bogle" panose="020B0503020203060203" pitchFamily="34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193800"/>
            <a:ext cx="10972800" cy="47529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431280"/>
            <a:ext cx="12192000" cy="426720"/>
          </a:xfrm>
          <a:prstGeom prst="rect">
            <a:avLst/>
          </a:prstGeom>
          <a:solidFill>
            <a:schemeClr val="accent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solidFill>
                <a:schemeClr val="bg1"/>
              </a:solidFill>
              <a:latin typeface="Lato Light" panose="020F0302020204030203" pitchFamily="34" charset="0"/>
            </a:endParaRP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308257"/>
            <a:ext cx="10972800" cy="6667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45720" rIns="0" bIns="45720" numCol="1" anchor="b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3"/>
          </p:nvPr>
        </p:nvSpPr>
        <p:spPr>
          <a:xfrm>
            <a:off x="1625600" y="6461549"/>
            <a:ext cx="7721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Walmart Labs– Sensitive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4"/>
          </p:nvPr>
        </p:nvSpPr>
        <p:spPr>
          <a:xfrm>
            <a:off x="711200" y="6431279"/>
            <a:ext cx="609600" cy="426720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/>
          <a:lstStyle>
            <a:lvl1pPr algn="ctr">
              <a:defRPr sz="1333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fld id="{65B3A5B5-D464-4D94-A6FF-B439700E06B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43" name="Group 42"/>
          <p:cNvGrpSpPr/>
          <p:nvPr/>
        </p:nvGrpSpPr>
        <p:grpSpPr>
          <a:xfrm>
            <a:off x="9956800" y="6495043"/>
            <a:ext cx="1625600" cy="332688"/>
            <a:chOff x="2826032" y="2866132"/>
            <a:chExt cx="6368767" cy="1303397"/>
          </a:xfrm>
        </p:grpSpPr>
        <p:pic>
          <p:nvPicPr>
            <p:cNvPr id="44" name="Picture 43"/>
            <p:cNvPicPr>
              <a:picLocks noChangeAspect="1"/>
            </p:cNvPicPr>
            <p:nvPr userDrawn="1"/>
          </p:nvPicPr>
          <p:blipFill rotWithShape="1">
            <a:blip r:embed="rId3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r="47060"/>
            <a:stretch/>
          </p:blipFill>
          <p:spPr>
            <a:xfrm>
              <a:off x="3865565" y="2866132"/>
              <a:ext cx="3400259" cy="1303397"/>
            </a:xfrm>
            <a:prstGeom prst="rect">
              <a:avLst/>
            </a:prstGeom>
          </p:spPr>
        </p:pic>
        <p:pic>
          <p:nvPicPr>
            <p:cNvPr id="45" name="Picture 44"/>
            <p:cNvPicPr>
              <a:picLocks noChangeAspect="1"/>
            </p:cNvPicPr>
            <p:nvPr userDrawn="1"/>
          </p:nvPicPr>
          <p:blipFill rotWithShape="1">
            <a:blip r:embed="rId3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71395"/>
            <a:stretch/>
          </p:blipFill>
          <p:spPr>
            <a:xfrm>
              <a:off x="7357533" y="2866132"/>
              <a:ext cx="1837266" cy="1303397"/>
            </a:xfrm>
            <a:prstGeom prst="rect">
              <a:avLst/>
            </a:prstGeom>
          </p:spPr>
        </p:pic>
        <p:pic>
          <p:nvPicPr>
            <p:cNvPr id="46" name="Picture 45"/>
            <p:cNvPicPr>
              <a:picLocks noChangeAspect="1"/>
            </p:cNvPicPr>
            <p:nvPr userDrawn="1"/>
          </p:nvPicPr>
          <p:blipFill rotWithShape="1">
            <a:blip r:embed="rId3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53863" r="30319"/>
            <a:stretch/>
          </p:blipFill>
          <p:spPr>
            <a:xfrm>
              <a:off x="2826032" y="2991271"/>
              <a:ext cx="895374" cy="114864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601870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3" r:id="rId1"/>
    <p:sldLayoutId id="2147483724" r:id="rId2"/>
    <p:sldLayoutId id="2147483725" r:id="rId3"/>
    <p:sldLayoutId id="2147483726" r:id="rId4"/>
    <p:sldLayoutId id="2147483727" r:id="rId5"/>
    <p:sldLayoutId id="2147483728" r:id="rId6"/>
    <p:sldLayoutId id="2147483729" r:id="rId7"/>
    <p:sldLayoutId id="2147483730" r:id="rId8"/>
    <p:sldLayoutId id="2147483731" r:id="rId9"/>
    <p:sldLayoutId id="2147483732" r:id="rId10"/>
    <p:sldLayoutId id="2147483733" r:id="rId11"/>
    <p:sldLayoutId id="2147483734" r:id="rId12"/>
    <p:sldLayoutId id="2147483735" r:id="rId13"/>
    <p:sldLayoutId id="2147483736" r:id="rId14"/>
    <p:sldLayoutId id="2147483737" r:id="rId15"/>
    <p:sldLayoutId id="2147483738" r:id="rId16"/>
    <p:sldLayoutId id="2147483739" r:id="rId17"/>
    <p:sldLayoutId id="2147483740" r:id="rId18"/>
    <p:sldLayoutId id="2147483741" r:id="rId19"/>
    <p:sldLayoutId id="2147483742" r:id="rId20"/>
    <p:sldLayoutId id="2147483743" r:id="rId21"/>
    <p:sldLayoutId id="2147483744" r:id="rId22"/>
    <p:sldLayoutId id="2147483745" r:id="rId23"/>
    <p:sldLayoutId id="2147483746" r:id="rId24"/>
    <p:sldLayoutId id="2147483747" r:id="rId25"/>
    <p:sldLayoutId id="2147483748" r:id="rId26"/>
    <p:sldLayoutId id="2147483749" r:id="rId27"/>
    <p:sldLayoutId id="2147483750" r:id="rId28"/>
    <p:sldLayoutId id="2147483751" r:id="rId29"/>
    <p:sldLayoutId id="2147483752" r:id="rId30"/>
  </p:sldLayoutIdLst>
  <p:hf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3733" b="0">
          <a:solidFill>
            <a:schemeClr val="accent6"/>
          </a:solidFill>
          <a:latin typeface="Bogle" charset="0"/>
          <a:ea typeface="Bogle" charset="0"/>
          <a:cs typeface="Bogle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b="1">
          <a:solidFill>
            <a:schemeClr val="accent2"/>
          </a:solidFill>
          <a:latin typeface="Arial" charset="0"/>
          <a:ea typeface="ＭＳ Ｐゴシック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b="1">
          <a:solidFill>
            <a:schemeClr val="accent2"/>
          </a:solidFill>
          <a:latin typeface="Arial" charset="0"/>
          <a:ea typeface="ＭＳ Ｐゴシック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b="1">
          <a:solidFill>
            <a:schemeClr val="accent2"/>
          </a:solidFill>
          <a:latin typeface="Arial" charset="0"/>
          <a:ea typeface="ＭＳ Ｐゴシック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b="1">
          <a:solidFill>
            <a:schemeClr val="accent2"/>
          </a:solidFill>
          <a:latin typeface="Arial" charset="0"/>
          <a:ea typeface="ＭＳ Ｐゴシック" charset="-128"/>
        </a:defRPr>
      </a:lvl5pPr>
      <a:lvl6pPr marL="609585" algn="l" rtl="0" eaLnBrk="1" fontAlgn="base" hangingPunct="1">
        <a:spcBef>
          <a:spcPct val="0"/>
        </a:spcBef>
        <a:spcAft>
          <a:spcPct val="0"/>
        </a:spcAft>
        <a:defRPr b="1">
          <a:solidFill>
            <a:schemeClr val="accent2"/>
          </a:solidFill>
          <a:latin typeface="Arial" charset="0"/>
          <a:ea typeface="ＭＳ Ｐゴシック" charset="-128"/>
        </a:defRPr>
      </a:lvl6pPr>
      <a:lvl7pPr marL="1219170" algn="l" rtl="0" eaLnBrk="1" fontAlgn="base" hangingPunct="1">
        <a:spcBef>
          <a:spcPct val="0"/>
        </a:spcBef>
        <a:spcAft>
          <a:spcPct val="0"/>
        </a:spcAft>
        <a:defRPr b="1">
          <a:solidFill>
            <a:schemeClr val="accent2"/>
          </a:solidFill>
          <a:latin typeface="Arial" charset="0"/>
          <a:ea typeface="ＭＳ Ｐゴシック" charset="-128"/>
        </a:defRPr>
      </a:lvl7pPr>
      <a:lvl8pPr marL="1828754" algn="l" rtl="0" eaLnBrk="1" fontAlgn="base" hangingPunct="1">
        <a:spcBef>
          <a:spcPct val="0"/>
        </a:spcBef>
        <a:spcAft>
          <a:spcPct val="0"/>
        </a:spcAft>
        <a:defRPr b="1">
          <a:solidFill>
            <a:schemeClr val="accent2"/>
          </a:solidFill>
          <a:latin typeface="Arial" charset="0"/>
          <a:ea typeface="ＭＳ Ｐゴシック" charset="-128"/>
        </a:defRPr>
      </a:lvl8pPr>
      <a:lvl9pPr marL="2438339" algn="l" rtl="0" eaLnBrk="1" fontAlgn="base" hangingPunct="1">
        <a:spcBef>
          <a:spcPct val="0"/>
        </a:spcBef>
        <a:spcAft>
          <a:spcPct val="0"/>
        </a:spcAft>
        <a:defRPr b="1">
          <a:solidFill>
            <a:schemeClr val="accent2"/>
          </a:solidFill>
          <a:latin typeface="Arial" charset="0"/>
          <a:ea typeface="ＭＳ Ｐゴシック" charset="-128"/>
        </a:defRPr>
      </a:lvl9pPr>
    </p:titleStyle>
    <p:bodyStyle>
      <a:lvl1pPr marL="365751" indent="-365751" algn="l" rtl="0" eaLnBrk="1" fontAlgn="base" hangingPunct="1">
        <a:spcBef>
          <a:spcPct val="0"/>
        </a:spcBef>
        <a:spcAft>
          <a:spcPct val="0"/>
        </a:spcAft>
        <a:buClr>
          <a:schemeClr val="accent1"/>
        </a:buClr>
        <a:buSzPct val="120000"/>
        <a:buFont typeface="Times" pitchFamily="18" charset="0"/>
        <a:buChar char="•"/>
        <a:defRPr sz="2400">
          <a:solidFill>
            <a:schemeClr val="tx1">
              <a:lumMod val="75000"/>
              <a:lumOff val="25000"/>
            </a:schemeClr>
          </a:solidFill>
          <a:latin typeface="Bogle" charset="0"/>
          <a:ea typeface="Bogle" charset="0"/>
          <a:cs typeface="Bogle" charset="0"/>
        </a:defRPr>
      </a:lvl1pPr>
      <a:lvl2pPr marL="609585" indent="-365751" algn="l" rtl="0" eaLnBrk="1" fontAlgn="base" hangingPunct="1">
        <a:spcBef>
          <a:spcPct val="0"/>
        </a:spcBef>
        <a:spcAft>
          <a:spcPct val="0"/>
        </a:spcAft>
        <a:buClr>
          <a:schemeClr val="accent1"/>
        </a:buClr>
        <a:buChar char="–"/>
        <a:defRPr sz="2400">
          <a:solidFill>
            <a:schemeClr val="tx1">
              <a:lumMod val="75000"/>
              <a:lumOff val="25000"/>
            </a:schemeClr>
          </a:solidFill>
          <a:latin typeface="Bogle" charset="0"/>
          <a:ea typeface="Bogle" charset="0"/>
          <a:cs typeface="Bogle" charset="0"/>
        </a:defRPr>
      </a:lvl2pPr>
      <a:lvl3pPr marL="975336" indent="-365751" algn="l" rtl="0" eaLnBrk="1" fontAlgn="base" hangingPunct="1">
        <a:spcBef>
          <a:spcPct val="0"/>
        </a:spcBef>
        <a:spcAft>
          <a:spcPct val="0"/>
        </a:spcAft>
        <a:buClr>
          <a:schemeClr val="accent1"/>
        </a:buClr>
        <a:buFont typeface="Times" pitchFamily="18" charset="0"/>
        <a:buChar char="•"/>
        <a:defRPr sz="2133">
          <a:solidFill>
            <a:schemeClr val="tx1">
              <a:lumMod val="75000"/>
              <a:lumOff val="25000"/>
            </a:schemeClr>
          </a:solidFill>
          <a:latin typeface="Bogle" charset="0"/>
          <a:ea typeface="Bogle" charset="0"/>
          <a:cs typeface="Bogle" charset="0"/>
        </a:defRPr>
      </a:lvl3pPr>
      <a:lvl4pPr marL="1341086" indent="-365751" algn="l" rtl="0" eaLnBrk="1" fontAlgn="base" hangingPunct="1">
        <a:spcBef>
          <a:spcPct val="0"/>
        </a:spcBef>
        <a:spcAft>
          <a:spcPct val="0"/>
        </a:spcAft>
        <a:buClr>
          <a:schemeClr val="accent1"/>
        </a:buClr>
        <a:buFont typeface="Estrangelo Edessa" panose="03080600000000000000" pitchFamily="66" charset="0"/>
        <a:buChar char="›"/>
        <a:defRPr sz="1867">
          <a:solidFill>
            <a:schemeClr val="tx1">
              <a:lumMod val="75000"/>
              <a:lumOff val="25000"/>
            </a:schemeClr>
          </a:solidFill>
          <a:latin typeface="Bogle" charset="0"/>
          <a:ea typeface="Bogle" charset="0"/>
          <a:cs typeface="Bogle" charset="0"/>
        </a:defRPr>
      </a:lvl4pPr>
      <a:lvl5pPr marL="1706837" indent="-365751" algn="l" rtl="0" eaLnBrk="1" fontAlgn="base" hangingPunct="1">
        <a:spcBef>
          <a:spcPct val="0"/>
        </a:spcBef>
        <a:spcAft>
          <a:spcPct val="0"/>
        </a:spcAft>
        <a:buClr>
          <a:schemeClr val="accent1"/>
        </a:buClr>
        <a:buChar char="»"/>
        <a:defRPr sz="1867">
          <a:solidFill>
            <a:schemeClr val="tx1">
              <a:lumMod val="75000"/>
              <a:lumOff val="25000"/>
            </a:schemeClr>
          </a:solidFill>
          <a:latin typeface="Bogle" charset="0"/>
          <a:ea typeface="Bogle" charset="0"/>
          <a:cs typeface="Bogle" charset="0"/>
        </a:defRPr>
      </a:lvl5pPr>
      <a:lvl6pPr marL="2743131" indent="-298443" algn="l" rtl="0" eaLnBrk="1" fontAlgn="base" hangingPunct="1">
        <a:spcBef>
          <a:spcPct val="0"/>
        </a:spcBef>
        <a:spcAft>
          <a:spcPct val="0"/>
        </a:spcAft>
        <a:buChar char="»"/>
        <a:defRPr sz="2667">
          <a:solidFill>
            <a:schemeClr val="tx1"/>
          </a:solidFill>
          <a:latin typeface="+mn-lt"/>
        </a:defRPr>
      </a:lvl6pPr>
      <a:lvl7pPr marL="3352716" indent="-298443" algn="l" rtl="0" eaLnBrk="1" fontAlgn="base" hangingPunct="1">
        <a:spcBef>
          <a:spcPct val="0"/>
        </a:spcBef>
        <a:spcAft>
          <a:spcPct val="0"/>
        </a:spcAft>
        <a:buChar char="»"/>
        <a:defRPr sz="2667">
          <a:solidFill>
            <a:schemeClr val="tx1"/>
          </a:solidFill>
          <a:latin typeface="+mn-lt"/>
        </a:defRPr>
      </a:lvl7pPr>
      <a:lvl8pPr marL="3962301" indent="-298443" algn="l" rtl="0" eaLnBrk="1" fontAlgn="base" hangingPunct="1">
        <a:spcBef>
          <a:spcPct val="0"/>
        </a:spcBef>
        <a:spcAft>
          <a:spcPct val="0"/>
        </a:spcAft>
        <a:buChar char="»"/>
        <a:defRPr sz="2667">
          <a:solidFill>
            <a:schemeClr val="tx1"/>
          </a:solidFill>
          <a:latin typeface="+mn-lt"/>
        </a:defRPr>
      </a:lvl8pPr>
      <a:lvl9pPr marL="4571886" indent="-298443" algn="l" rtl="0" eaLnBrk="1" fontAlgn="base" hangingPunct="1">
        <a:spcBef>
          <a:spcPct val="0"/>
        </a:spcBef>
        <a:spcAft>
          <a:spcPct val="0"/>
        </a:spcAft>
        <a:buChar char="»"/>
        <a:defRPr sz="2667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33">
            <a:extLst>
              <a:ext uri="{FF2B5EF4-FFF2-40B4-BE49-F238E27FC236}">
                <a16:creationId xmlns:a16="http://schemas.microsoft.com/office/drawing/2014/main" id="{EF288915-7E5B-9143-8B8C-0F0DC3D0980D}"/>
              </a:ext>
            </a:extLst>
          </p:cNvPr>
          <p:cNvSpPr txBox="1">
            <a:spLocks/>
          </p:cNvSpPr>
          <p:nvPr userDrawn="1"/>
        </p:nvSpPr>
        <p:spPr>
          <a:xfrm>
            <a:off x="4160347" y="6645835"/>
            <a:ext cx="3871306" cy="1231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800" kern="1200">
                <a:solidFill>
                  <a:srgbClr val="78B9E7"/>
                </a:solidFill>
                <a:latin typeface="Bogle" panose="020B0503020203060203" pitchFamily="34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144" algn="ctr"/>
            <a:r>
              <a:rPr lang="en-US" sz="800" b="1"/>
              <a:t>© </a:t>
            </a:r>
            <a:r>
              <a:rPr lang="en-US" sz="800" b="1" spc="-23"/>
              <a:t>2</a:t>
            </a:r>
            <a:r>
              <a:rPr lang="en-US" sz="800" b="1" spc="-11"/>
              <a:t>0</a:t>
            </a:r>
            <a:r>
              <a:rPr lang="en-US" sz="800" b="1" spc="-23"/>
              <a:t>1</a:t>
            </a:r>
            <a:r>
              <a:rPr lang="en-US" sz="800" b="1"/>
              <a:t>8 </a:t>
            </a:r>
            <a:r>
              <a:rPr lang="en-US" sz="800" b="1" spc="-37"/>
              <a:t>W</a:t>
            </a:r>
            <a:r>
              <a:rPr lang="en-US" sz="800" b="1" spc="-23"/>
              <a:t>a</a:t>
            </a:r>
            <a:r>
              <a:rPr lang="en-US" sz="800" b="1" spc="-11"/>
              <a:t>lm</a:t>
            </a:r>
            <a:r>
              <a:rPr lang="en-US" sz="800" b="1" spc="-23"/>
              <a:t>a</a:t>
            </a:r>
            <a:r>
              <a:rPr lang="en-US" sz="800" b="1" spc="-11"/>
              <a:t>r</a:t>
            </a:r>
            <a:r>
              <a:rPr lang="en-US" sz="800" b="1" spc="-14"/>
              <a:t>t</a:t>
            </a:r>
            <a:r>
              <a:rPr lang="en-US" sz="800" b="1" spc="-6"/>
              <a:t>I</a:t>
            </a:r>
            <a:r>
              <a:rPr lang="en-US" sz="800" b="1" spc="-3"/>
              <a:t>n</a:t>
            </a:r>
            <a:r>
              <a:rPr lang="en-US" sz="800" b="1"/>
              <a:t>ternational  |  </a:t>
            </a:r>
            <a:r>
              <a:rPr lang="en-US" sz="800" b="1" spc="-6"/>
              <a:t>C</a:t>
            </a:r>
            <a:r>
              <a:rPr lang="en-US" sz="800" b="1"/>
              <a:t>o</a:t>
            </a:r>
            <a:r>
              <a:rPr lang="en-US" sz="800" b="1" spc="-6"/>
              <a:t>n</a:t>
            </a:r>
            <a:r>
              <a:rPr lang="en-US" sz="800" b="1"/>
              <a:t>fide</a:t>
            </a:r>
            <a:r>
              <a:rPr lang="en-US" sz="800" b="1" spc="-3"/>
              <a:t>n</a:t>
            </a:r>
            <a:r>
              <a:rPr lang="en-US" sz="800" b="1"/>
              <a:t>tial  |  </a:t>
            </a:r>
            <a:r>
              <a:rPr lang="en-US" sz="800" b="1" spc="-14"/>
              <a:t>F</a:t>
            </a:r>
            <a:r>
              <a:rPr lang="en-US" sz="800" b="1"/>
              <a:t>or</a:t>
            </a:r>
            <a:r>
              <a:rPr lang="en-US" sz="800" b="1" spc="-6"/>
              <a:t>I</a:t>
            </a:r>
            <a:r>
              <a:rPr lang="en-US" sz="800" b="1" spc="-3"/>
              <a:t>n</a:t>
            </a:r>
            <a:r>
              <a:rPr lang="en-US" sz="800" b="1"/>
              <a:t>ternal </a:t>
            </a:r>
            <a:r>
              <a:rPr lang="en-US" sz="800" b="1" spc="-11"/>
              <a:t>U</a:t>
            </a:r>
            <a:r>
              <a:rPr lang="en-US" sz="800" b="1"/>
              <a:t>se </a:t>
            </a:r>
            <a:r>
              <a:rPr lang="en-US" sz="800" b="1" spc="-6"/>
              <a:t>O</a:t>
            </a:r>
            <a:r>
              <a:rPr lang="en-US" sz="800" b="1"/>
              <a:t>nly</a:t>
            </a:r>
          </a:p>
        </p:txBody>
      </p:sp>
    </p:spTree>
    <p:extLst>
      <p:ext uri="{BB962C8B-B14F-4D97-AF65-F5344CB8AC3E}">
        <p14:creationId xmlns:p14="http://schemas.microsoft.com/office/powerpoint/2010/main" val="41863385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4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8539304F-5588-4142-A91C-75DA24DEEA9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8251" t="14812" r="18640" b="22032"/>
          <a:stretch/>
        </p:blipFill>
        <p:spPr>
          <a:xfrm>
            <a:off x="3985437" y="744906"/>
            <a:ext cx="4221125" cy="3264197"/>
          </a:xfrm>
          <a:prstGeom prst="rect">
            <a:avLst/>
          </a:prstGeom>
        </p:spPr>
      </p:pic>
      <p:sp>
        <p:nvSpPr>
          <p:cNvPr id="13" name="object 10">
            <a:extLst>
              <a:ext uri="{FF2B5EF4-FFF2-40B4-BE49-F238E27FC236}">
                <a16:creationId xmlns:a16="http://schemas.microsoft.com/office/drawing/2014/main" id="{EA4DAB1C-F0D2-1F45-80F4-E09A620A6446}"/>
              </a:ext>
            </a:extLst>
          </p:cNvPr>
          <p:cNvSpPr txBox="1"/>
          <p:nvPr/>
        </p:nvSpPr>
        <p:spPr>
          <a:xfrm>
            <a:off x="241160" y="4327383"/>
            <a:ext cx="11705034" cy="19389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144" algn="ctr">
              <a:lnSpc>
                <a:spcPct val="100000"/>
              </a:lnSpc>
              <a:tabLst>
                <a:tab pos="3071455" algn="l"/>
              </a:tabLst>
            </a:pPr>
            <a:r>
              <a:rPr lang="en-US" sz="3200" dirty="0">
                <a:solidFill>
                  <a:srgbClr val="0D1D2B"/>
                </a:solidFill>
                <a:latin typeface="Bogle"/>
                <a:cs typeface="Bogle"/>
              </a:rPr>
              <a:t>Review Meet: Week 6</a:t>
            </a:r>
          </a:p>
          <a:p>
            <a:pPr marL="7144" algn="ctr">
              <a:lnSpc>
                <a:spcPct val="100000"/>
              </a:lnSpc>
              <a:tabLst>
                <a:tab pos="3071455" algn="l"/>
              </a:tabLst>
            </a:pPr>
            <a:r>
              <a:rPr lang="en-US" sz="3200" dirty="0">
                <a:solidFill>
                  <a:srgbClr val="0D1D2B"/>
                </a:solidFill>
                <a:latin typeface="Bogle"/>
                <a:cs typeface="Bogle"/>
              </a:rPr>
              <a:t>July 5</a:t>
            </a:r>
            <a:r>
              <a:rPr lang="en-US" sz="3200" baseline="30000" dirty="0">
                <a:solidFill>
                  <a:srgbClr val="0D1D2B"/>
                </a:solidFill>
                <a:latin typeface="Bogle"/>
                <a:cs typeface="Bogle"/>
              </a:rPr>
              <a:t>th</a:t>
            </a:r>
            <a:r>
              <a:rPr lang="en-US" sz="3200" dirty="0">
                <a:solidFill>
                  <a:srgbClr val="0D1D2B"/>
                </a:solidFill>
                <a:latin typeface="Bogle"/>
                <a:cs typeface="Bogle"/>
              </a:rPr>
              <a:t>, 2021</a:t>
            </a:r>
            <a:endParaRPr lang="en-US" sz="2800" dirty="0">
              <a:solidFill>
                <a:srgbClr val="0D1D2B"/>
              </a:solidFill>
              <a:latin typeface="Bogle"/>
              <a:cs typeface="Bogle"/>
            </a:endParaRPr>
          </a:p>
          <a:p>
            <a:pPr marL="7144" algn="ctr">
              <a:lnSpc>
                <a:spcPct val="100000"/>
              </a:lnSpc>
              <a:tabLst>
                <a:tab pos="3071455" algn="l"/>
              </a:tabLst>
            </a:pPr>
            <a:endParaRPr lang="en-US" sz="2000" dirty="0">
              <a:solidFill>
                <a:srgbClr val="0D1D2B"/>
              </a:solidFill>
              <a:latin typeface="Bogle"/>
              <a:cs typeface="Bogle"/>
            </a:endParaRPr>
          </a:p>
          <a:p>
            <a:pPr marL="7144" algn="ctr">
              <a:lnSpc>
                <a:spcPct val="100000"/>
              </a:lnSpc>
              <a:tabLst>
                <a:tab pos="3071455" algn="l"/>
              </a:tabLst>
            </a:pPr>
            <a:r>
              <a:rPr lang="en-US" sz="1400" dirty="0">
                <a:solidFill>
                  <a:srgbClr val="0D1D2B"/>
                </a:solidFill>
                <a:latin typeface="Bogle"/>
                <a:cs typeface="Bogle"/>
              </a:rPr>
              <a:t>Name: Rishabh Thapliyal</a:t>
            </a:r>
          </a:p>
          <a:p>
            <a:pPr marL="7144" algn="ctr">
              <a:lnSpc>
                <a:spcPct val="100000"/>
              </a:lnSpc>
              <a:tabLst>
                <a:tab pos="3071455" algn="l"/>
              </a:tabLst>
            </a:pPr>
            <a:r>
              <a:rPr lang="en-US" sz="1400" dirty="0">
                <a:solidFill>
                  <a:srgbClr val="0D1D2B"/>
                </a:solidFill>
                <a:latin typeface="Bogle"/>
                <a:cs typeface="Bogle"/>
              </a:rPr>
              <a:t>Mentor: Syed Faraz Ali &amp; Mallikharjuna MV</a:t>
            </a:r>
          </a:p>
          <a:p>
            <a:pPr marL="7144" algn="ctr">
              <a:lnSpc>
                <a:spcPct val="100000"/>
              </a:lnSpc>
              <a:tabLst>
                <a:tab pos="3071455" algn="l"/>
              </a:tabLst>
            </a:pPr>
            <a:r>
              <a:rPr lang="en-US" sz="1400" dirty="0">
                <a:solidFill>
                  <a:srgbClr val="0D1D2B"/>
                </a:solidFill>
                <a:latin typeface="Bogle"/>
                <a:cs typeface="Bogle"/>
              </a:rPr>
              <a:t>Manager: Subhasish Misra</a:t>
            </a:r>
          </a:p>
        </p:txBody>
      </p:sp>
    </p:spTree>
    <p:extLst>
      <p:ext uri="{BB962C8B-B14F-4D97-AF65-F5344CB8AC3E}">
        <p14:creationId xmlns:p14="http://schemas.microsoft.com/office/powerpoint/2010/main" val="26507992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91D3FC-09EA-421E-9DF8-3A48AE708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274321"/>
            <a:ext cx="10766809" cy="797734"/>
          </a:xfr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r>
              <a:rPr lang="en-US" dirty="0"/>
              <a:t>Agenda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CF1DA11-19E4-4712-ACB6-975862A4A3A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54592305"/>
              </p:ext>
            </p:extLst>
          </p:nvPr>
        </p:nvGraphicFramePr>
        <p:xfrm>
          <a:off x="712596" y="1497204"/>
          <a:ext cx="10766808" cy="46756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551858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09605D-A20F-449C-9146-C434375C72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320"/>
            <a:ext cx="10515600" cy="800853"/>
          </a:xfrm>
        </p:spPr>
        <p:txBody>
          <a:bodyPr>
            <a:normAutofit/>
          </a:bodyPr>
          <a:lstStyle/>
          <a:p>
            <a:r>
              <a:rPr lang="en-US" dirty="0"/>
              <a:t>Recap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1907C1B-AB9B-4289-9595-57D71E08C20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728607"/>
              </p:ext>
            </p:extLst>
          </p:nvPr>
        </p:nvGraphicFramePr>
        <p:xfrm>
          <a:off x="457199" y="1172481"/>
          <a:ext cx="10927583" cy="485652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789928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8DFB3B-E228-4578-9E2F-4226D99484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684" y="263429"/>
            <a:ext cx="10515600" cy="579789"/>
          </a:xfrm>
          <a:noFill/>
          <a:effectLst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tx1"/>
                </a:solidFill>
              </a:rPr>
              <a:t>FastText - I</a:t>
            </a:r>
          </a:p>
        </p:txBody>
      </p:sp>
      <p:pic>
        <p:nvPicPr>
          <p:cNvPr id="5" name="Picture 4" descr="Diagram, text&#10;&#10;Description automatically generated">
            <a:extLst>
              <a:ext uri="{FF2B5EF4-FFF2-40B4-BE49-F238E27FC236}">
                <a16:creationId xmlns:a16="http://schemas.microsoft.com/office/drawing/2014/main" id="{99E512B7-E1C3-4751-97F1-0C2EC8D3F6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684" y="2136676"/>
            <a:ext cx="5039428" cy="2584647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7" name="Picture 6" descr="Diagram, table&#10;&#10;Description automatically generated">
            <a:extLst>
              <a:ext uri="{FF2B5EF4-FFF2-40B4-BE49-F238E27FC236}">
                <a16:creationId xmlns:a16="http://schemas.microsoft.com/office/drawing/2014/main" id="{E8AC98B6-0A43-42A1-9B46-96DF4BBED5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0044" y="2151462"/>
            <a:ext cx="5010849" cy="2584647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D87D031-9A5A-4BF5-B226-AB8B9B2D5D7F}"/>
              </a:ext>
            </a:extLst>
          </p:cNvPr>
          <p:cNvSpPr txBox="1"/>
          <p:nvPr/>
        </p:nvSpPr>
        <p:spPr>
          <a:xfrm>
            <a:off x="557684" y="4978236"/>
            <a:ext cx="5039428" cy="646331"/>
          </a:xfrm>
          <a:prstGeom prst="rect">
            <a:avLst/>
          </a:prstGeom>
          <a:noFill/>
          <a:ln>
            <a:solidFill>
              <a:schemeClr val="tx1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wordNgrams = 1</a:t>
            </a:r>
          </a:p>
          <a:p>
            <a:pPr algn="ctr"/>
            <a:r>
              <a:rPr lang="en-US" dirty="0"/>
              <a:t>ws = 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5D4295D-280B-46CA-8B67-50A76EB848FC}"/>
              </a:ext>
            </a:extLst>
          </p:cNvPr>
          <p:cNvSpPr txBox="1"/>
          <p:nvPr/>
        </p:nvSpPr>
        <p:spPr>
          <a:xfrm>
            <a:off x="6181465" y="5048575"/>
            <a:ext cx="5039428" cy="646331"/>
          </a:xfrm>
          <a:prstGeom prst="rect">
            <a:avLst/>
          </a:prstGeom>
          <a:noFill/>
          <a:ln>
            <a:solidFill>
              <a:schemeClr val="tx1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wordNgrams = 2</a:t>
            </a:r>
          </a:p>
          <a:p>
            <a:pPr algn="ctr"/>
            <a:r>
              <a:rPr lang="en-US" dirty="0"/>
              <a:t>ws = 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8D83B14-A8CB-483E-85D1-1F691B70464D}"/>
              </a:ext>
            </a:extLst>
          </p:cNvPr>
          <p:cNvSpPr txBox="1"/>
          <p:nvPr/>
        </p:nvSpPr>
        <p:spPr>
          <a:xfrm>
            <a:off x="3969278" y="1079446"/>
            <a:ext cx="3848519" cy="584775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WordNGrams and ws</a:t>
            </a:r>
          </a:p>
        </p:txBody>
      </p:sp>
    </p:spTree>
    <p:extLst>
      <p:ext uri="{BB962C8B-B14F-4D97-AF65-F5344CB8AC3E}">
        <p14:creationId xmlns:p14="http://schemas.microsoft.com/office/powerpoint/2010/main" val="8090606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9914D4-A1E0-4D73-A528-A14948EEEF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6910" y="211393"/>
            <a:ext cx="10515600" cy="514300"/>
          </a:xfrm>
        </p:spPr>
        <p:txBody>
          <a:bodyPr>
            <a:normAutofit fontScale="90000"/>
          </a:bodyPr>
          <a:lstStyle/>
          <a:p>
            <a:r>
              <a:rPr lang="en-US" dirty="0"/>
              <a:t>FastText - II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D095AE-AC92-4A4A-AC42-8FF87496C6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2030" y="4537085"/>
            <a:ext cx="11073283" cy="1833570"/>
          </a:xfrm>
          <a:ln>
            <a:solidFill>
              <a:schemeClr val="tx1"/>
            </a:solidFill>
          </a:ln>
        </p:spPr>
        <p:txBody>
          <a:bodyPr>
            <a:normAutofit fontScale="62500" lnSpcReduction="20000"/>
          </a:bodyPr>
          <a:lstStyle/>
          <a:p>
            <a:pPr>
              <a:lnSpc>
                <a:spcPct val="120000"/>
              </a:lnSpc>
            </a:pPr>
            <a:r>
              <a:rPr lang="en-US" b="0" dirty="0"/>
              <a:t>For the word love, its </a:t>
            </a:r>
            <a:r>
              <a:rPr lang="en-US" b="0" dirty="0" err="1"/>
              <a:t>fasttext</a:t>
            </a:r>
            <a:r>
              <a:rPr lang="en-US" b="0" dirty="0"/>
              <a:t> embedding = (emb(love) (as a complete word) + emb(&lt;l)+emb(&lt;lo)+....) / n</a:t>
            </a:r>
          </a:p>
          <a:p>
            <a:pPr>
              <a:lnSpc>
                <a:spcPct val="120000"/>
              </a:lnSpc>
            </a:pPr>
            <a:r>
              <a:rPr lang="en-US" b="0" dirty="0"/>
              <a:t>The embedding of the sentence will be the average of the embeddings of individual tokens.</a:t>
            </a:r>
          </a:p>
          <a:p>
            <a:pPr>
              <a:lnSpc>
                <a:spcPct val="120000"/>
              </a:lnSpc>
            </a:pPr>
            <a:r>
              <a:rPr lang="en-US" dirty="0"/>
              <a:t>FastText word vectors are built from vectors of substrings of characters contained in it. This allows to build vectors even for misspelled words or concatenation of words.</a:t>
            </a:r>
            <a:br>
              <a:rPr lang="en-US" dirty="0"/>
            </a:br>
            <a:r>
              <a:rPr lang="en-US" b="0" dirty="0"/>
              <a:t>Example: ‘stupedofanctabulouslyfantastic’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ED650D7-FCAD-43DD-A39D-EA97C36EBB74}"/>
              </a:ext>
            </a:extLst>
          </p:cNvPr>
          <p:cNvSpPr/>
          <p:nvPr/>
        </p:nvSpPr>
        <p:spPr>
          <a:xfrm>
            <a:off x="2824814" y="806603"/>
            <a:ext cx="6211614" cy="590118"/>
          </a:xfrm>
          <a:prstGeom prst="round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/>
              <a:t>Minn and Maxn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7F96395-1CA2-4C7B-A0E0-4CD0575BAC6B}"/>
              </a:ext>
            </a:extLst>
          </p:cNvPr>
          <p:cNvSpPr/>
          <p:nvPr/>
        </p:nvSpPr>
        <p:spPr>
          <a:xfrm>
            <a:off x="1899139" y="1595050"/>
            <a:ext cx="2160395" cy="72348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Sentence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C17CF84-14E7-4D43-945E-05B38E62602F}"/>
              </a:ext>
            </a:extLst>
          </p:cNvPr>
          <p:cNvSpPr/>
          <p:nvPr/>
        </p:nvSpPr>
        <p:spPr>
          <a:xfrm>
            <a:off x="4330840" y="1574824"/>
            <a:ext cx="5426110" cy="72348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I love ML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A8E0932-E6F2-4492-984F-B50BEA58DE8F}"/>
              </a:ext>
            </a:extLst>
          </p:cNvPr>
          <p:cNvSpPr/>
          <p:nvPr/>
        </p:nvSpPr>
        <p:spPr>
          <a:xfrm>
            <a:off x="1899138" y="2514381"/>
            <a:ext cx="2160395" cy="723481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Parameters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CD62D2E-420B-4D6E-B0E7-3F4D4ADE24A9}"/>
              </a:ext>
            </a:extLst>
          </p:cNvPr>
          <p:cNvSpPr/>
          <p:nvPr/>
        </p:nvSpPr>
        <p:spPr>
          <a:xfrm>
            <a:off x="4330840" y="2489020"/>
            <a:ext cx="5426110" cy="723481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Minn = 2 and Maxn = 3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E30EA6E-1CF9-4E3A-899C-252F7340A773}"/>
              </a:ext>
            </a:extLst>
          </p:cNvPr>
          <p:cNvSpPr/>
          <p:nvPr/>
        </p:nvSpPr>
        <p:spPr>
          <a:xfrm>
            <a:off x="1899137" y="3444529"/>
            <a:ext cx="2160395" cy="723481"/>
          </a:xfrm>
          <a:prstGeom prst="round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Transformed to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C971E3D-83CC-471D-9EDD-E26DC537182C}"/>
              </a:ext>
            </a:extLst>
          </p:cNvPr>
          <p:cNvSpPr/>
          <p:nvPr/>
        </p:nvSpPr>
        <p:spPr>
          <a:xfrm>
            <a:off x="4330840" y="3423873"/>
            <a:ext cx="5426110" cy="72348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0" dirty="0"/>
              <a:t>[&lt;I, &lt;I&gt;, l&gt;], [&lt;l, &lt;lo, lo, </a:t>
            </a:r>
            <a:r>
              <a:rPr lang="en-US" b="0" dirty="0" err="1"/>
              <a:t>lov</a:t>
            </a:r>
            <a:r>
              <a:rPr lang="en-US" b="0" dirty="0"/>
              <a:t>, </a:t>
            </a:r>
            <a:r>
              <a:rPr lang="en-US" b="0" dirty="0" err="1"/>
              <a:t>ov</a:t>
            </a:r>
            <a:r>
              <a:rPr lang="en-US" b="0" dirty="0"/>
              <a:t>, </a:t>
            </a:r>
            <a:r>
              <a:rPr lang="en-US" b="0" dirty="0" err="1"/>
              <a:t>ove</a:t>
            </a:r>
            <a:r>
              <a:rPr lang="en-US" b="0" dirty="0"/>
              <a:t>, </a:t>
            </a:r>
            <a:r>
              <a:rPr lang="en-US" b="0" dirty="0" err="1"/>
              <a:t>ve</a:t>
            </a:r>
            <a:r>
              <a:rPr lang="en-US" b="0" dirty="0"/>
              <a:t>, </a:t>
            </a:r>
            <a:r>
              <a:rPr lang="en-US" b="0" dirty="0" err="1"/>
              <a:t>ve</a:t>
            </a:r>
            <a:r>
              <a:rPr lang="en-US" b="0" dirty="0"/>
              <a:t>&gt;, e&gt;],[&lt;M, ML, L&gt;]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58022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4C2CE5-157F-4D4C-ABB8-752F6BC08A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445" y="150604"/>
            <a:ext cx="10515600" cy="479306"/>
          </a:xfrm>
        </p:spPr>
        <p:txBody>
          <a:bodyPr>
            <a:normAutofit fontScale="90000"/>
          </a:bodyPr>
          <a:lstStyle/>
          <a:p>
            <a:r>
              <a:rPr lang="en-US" dirty="0"/>
              <a:t>FastText - III</a:t>
            </a:r>
          </a:p>
        </p:txBody>
      </p:sp>
      <p:graphicFrame>
        <p:nvGraphicFramePr>
          <p:cNvPr id="6" name="Table 4">
            <a:extLst>
              <a:ext uri="{FF2B5EF4-FFF2-40B4-BE49-F238E27FC236}">
                <a16:creationId xmlns:a16="http://schemas.microsoft.com/office/drawing/2014/main" id="{32C050B5-FD48-4A2B-A288-4AA06F6078F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93871277"/>
              </p:ext>
            </p:extLst>
          </p:nvPr>
        </p:nvGraphicFramePr>
        <p:xfrm>
          <a:off x="634718" y="1135777"/>
          <a:ext cx="10890743" cy="5139446"/>
        </p:xfrm>
        <a:graphic>
          <a:graphicData uri="http://schemas.openxmlformats.org/drawingml/2006/table">
            <a:tbl>
              <a:tblPr firstRow="1" firstCol="1" bandRow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138353">
                  <a:extLst>
                    <a:ext uri="{9D8B030D-6E8A-4147-A177-3AD203B41FA5}">
                      <a16:colId xmlns:a16="http://schemas.microsoft.com/office/drawing/2014/main" val="4063345073"/>
                    </a:ext>
                  </a:extLst>
                </a:gridCol>
                <a:gridCol w="845423">
                  <a:extLst>
                    <a:ext uri="{9D8B030D-6E8A-4147-A177-3AD203B41FA5}">
                      <a16:colId xmlns:a16="http://schemas.microsoft.com/office/drawing/2014/main" val="3803791866"/>
                    </a:ext>
                  </a:extLst>
                </a:gridCol>
                <a:gridCol w="1289743">
                  <a:extLst>
                    <a:ext uri="{9D8B030D-6E8A-4147-A177-3AD203B41FA5}">
                      <a16:colId xmlns:a16="http://schemas.microsoft.com/office/drawing/2014/main" val="235275921"/>
                    </a:ext>
                  </a:extLst>
                </a:gridCol>
                <a:gridCol w="1083948">
                  <a:extLst>
                    <a:ext uri="{9D8B030D-6E8A-4147-A177-3AD203B41FA5}">
                      <a16:colId xmlns:a16="http://schemas.microsoft.com/office/drawing/2014/main" val="4137612170"/>
                    </a:ext>
                  </a:extLst>
                </a:gridCol>
                <a:gridCol w="966187">
                  <a:extLst>
                    <a:ext uri="{9D8B030D-6E8A-4147-A177-3AD203B41FA5}">
                      <a16:colId xmlns:a16="http://schemas.microsoft.com/office/drawing/2014/main" val="3357353697"/>
                    </a:ext>
                  </a:extLst>
                </a:gridCol>
                <a:gridCol w="1495846">
                  <a:extLst>
                    <a:ext uri="{9D8B030D-6E8A-4147-A177-3AD203B41FA5}">
                      <a16:colId xmlns:a16="http://schemas.microsoft.com/office/drawing/2014/main" val="1532843143"/>
                    </a:ext>
                  </a:extLst>
                </a:gridCol>
                <a:gridCol w="1419970">
                  <a:extLst>
                    <a:ext uri="{9D8B030D-6E8A-4147-A177-3AD203B41FA5}">
                      <a16:colId xmlns:a16="http://schemas.microsoft.com/office/drawing/2014/main" val="602593552"/>
                    </a:ext>
                  </a:extLst>
                </a:gridCol>
                <a:gridCol w="1354933">
                  <a:extLst>
                    <a:ext uri="{9D8B030D-6E8A-4147-A177-3AD203B41FA5}">
                      <a16:colId xmlns:a16="http://schemas.microsoft.com/office/drawing/2014/main" val="4014875624"/>
                    </a:ext>
                  </a:extLst>
                </a:gridCol>
                <a:gridCol w="1296340">
                  <a:extLst>
                    <a:ext uri="{9D8B030D-6E8A-4147-A177-3AD203B41FA5}">
                      <a16:colId xmlns:a16="http://schemas.microsoft.com/office/drawing/2014/main" val="4284041291"/>
                    </a:ext>
                  </a:extLst>
                </a:gridCol>
              </a:tblGrid>
              <a:tr h="35890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Model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Loss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Dim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Ws/neg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WordNgram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Minn/maxn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TF category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TF variety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84846687"/>
                  </a:ext>
                </a:extLst>
              </a:tr>
              <a:tr h="35890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FastText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0.085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Softmax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0/0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66.82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69.79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54122234"/>
                  </a:ext>
                </a:extLst>
              </a:tr>
              <a:tr h="35890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FastText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0.085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Softmax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2/2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73.39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72.23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3136118"/>
                  </a:ext>
                </a:extLst>
              </a:tr>
              <a:tr h="35890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FastText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0.085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HS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2/2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65.16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48.1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74752363"/>
                  </a:ext>
                </a:extLst>
              </a:tr>
              <a:tr h="35890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FastText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0.084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Softmax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5/8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74.61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67.57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05633252"/>
                  </a:ext>
                </a:extLst>
              </a:tr>
              <a:tr h="38236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FastText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0.084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Softmax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1/8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50.22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42.88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07165612"/>
                  </a:ext>
                </a:extLst>
              </a:tr>
              <a:tr h="35890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FastText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Softmax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5/8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73.04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68.85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06551009"/>
                  </a:ext>
                </a:extLst>
              </a:tr>
              <a:tr h="35890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FastText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Softmax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5/8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74.67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67.03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02412632"/>
                  </a:ext>
                </a:extLst>
              </a:tr>
              <a:tr h="35890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FastText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Softmax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5/8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73.41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67.26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39354285"/>
                  </a:ext>
                </a:extLst>
              </a:tr>
              <a:tr h="36686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FastText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Softmax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5/8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73.26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63.86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69008536"/>
                  </a:ext>
                </a:extLst>
              </a:tr>
              <a:tr h="36686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FastText*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Softmax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5/10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68.15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68.39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34740621"/>
                  </a:ext>
                </a:extLst>
              </a:tr>
              <a:tr h="35890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FastText*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Softmax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2/6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65.11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55.08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07697500"/>
                  </a:ext>
                </a:extLst>
              </a:tr>
              <a:tr h="35890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FastText*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Softmax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5/8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68.66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66.48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37536047"/>
                  </a:ext>
                </a:extLst>
              </a:tr>
              <a:tr h="35890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FastText*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Softmax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0/0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72.48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70.59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0709293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E7C9CF26-496A-4850-BCF1-03543C989033}"/>
              </a:ext>
            </a:extLst>
          </p:cNvPr>
          <p:cNvSpPr txBox="1"/>
          <p:nvPr/>
        </p:nvSpPr>
        <p:spPr>
          <a:xfrm>
            <a:off x="634716" y="766444"/>
            <a:ext cx="85796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Preprocessing </a:t>
            </a:r>
            <a:r>
              <a:rPr lang="en-US" dirty="0">
                <a:sym typeface="Wingdings" panose="05000000000000000000" pitchFamily="2" charset="2"/>
              </a:rPr>
              <a:t> Data augmentation using sample Walmart synonyms list 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B674513-9F71-4E5D-A325-B57829C59081}"/>
              </a:ext>
            </a:extLst>
          </p:cNvPr>
          <p:cNvSpPr txBox="1"/>
          <p:nvPr/>
        </p:nvSpPr>
        <p:spPr>
          <a:xfrm>
            <a:off x="7798354" y="6285896"/>
            <a:ext cx="39582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/>
              <a:t>*represents oversampling; </a:t>
            </a:r>
            <a:r>
              <a:rPr lang="en-US" sz="1400" i="1" dirty="0" err="1"/>
              <a:t>minCount</a:t>
            </a:r>
            <a:r>
              <a:rPr lang="en-US" sz="1400" i="1" dirty="0"/>
              <a:t> = 1 for all</a:t>
            </a:r>
          </a:p>
        </p:txBody>
      </p:sp>
    </p:spTree>
    <p:extLst>
      <p:ext uri="{BB962C8B-B14F-4D97-AF65-F5344CB8AC3E}">
        <p14:creationId xmlns:p14="http://schemas.microsoft.com/office/powerpoint/2010/main" val="12320604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CD5EF9-7D09-4D38-B275-9DDA734CE6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321"/>
            <a:ext cx="10515600" cy="690322"/>
          </a:xfrm>
        </p:spPr>
        <p:txBody>
          <a:bodyPr>
            <a:normAutofit fontScale="90000"/>
          </a:bodyPr>
          <a:lstStyle/>
          <a:p>
            <a:r>
              <a:rPr lang="en-US" dirty="0"/>
              <a:t>Voting Hard ( RF + LR + SVM)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462AA791-4120-4390-8482-83E224A4F0A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79563294"/>
              </p:ext>
            </p:extLst>
          </p:nvPr>
        </p:nvGraphicFramePr>
        <p:xfrm>
          <a:off x="838199" y="3250893"/>
          <a:ext cx="10515600" cy="175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395026489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21728411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929386889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474253277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149759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SVM parameters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TF 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TF variety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93611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Voting hard (100)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Countvectorizer</a:t>
                      </a:r>
                      <a:r>
                        <a:rPr lang="en-US" dirty="0"/>
                        <a:t>; kernel = linear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72.42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73.56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95258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Voting hard (100)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Tfidf; kernel = linear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68.77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78.25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16842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Voting hard (100)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Tfidf; kernel = </a:t>
                      </a:r>
                      <a:r>
                        <a:rPr lang="en-US" dirty="0" err="1"/>
                        <a:t>rbf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66.42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77.10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3577575"/>
                  </a:ext>
                </a:extLst>
              </a:tr>
            </a:tbl>
          </a:graphicData>
        </a:graphic>
      </p:graphicFrame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1D48CD9-D93F-467C-B39B-613CB7539897}"/>
              </a:ext>
            </a:extLst>
          </p:cNvPr>
          <p:cNvSpPr txBox="1">
            <a:spLocks/>
          </p:cNvSpPr>
          <p:nvPr/>
        </p:nvSpPr>
        <p:spPr>
          <a:xfrm>
            <a:off x="559358" y="1190983"/>
            <a:ext cx="11073283" cy="183357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b="1" kern="1200">
                <a:solidFill>
                  <a:srgbClr val="404041"/>
                </a:solidFill>
                <a:latin typeface="Bogle" panose="020B0503020203060203" pitchFamily="34" charset="77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rgbClr val="404041"/>
                </a:solidFill>
                <a:latin typeface="Bogle" panose="020B0503020203060203" pitchFamily="34" charset="77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rgbClr val="404041"/>
                </a:solidFill>
                <a:latin typeface="Bogle" panose="020B0503020203060203" pitchFamily="34" charset="77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404041"/>
                </a:solidFill>
                <a:latin typeface="Bogle" panose="020B0503020203060203" pitchFamily="34" charset="77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404041"/>
                </a:solidFill>
                <a:latin typeface="Bogle" panose="020B0503020203060203" pitchFamily="34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b="0" dirty="0"/>
              <a:t>With even number of classifiers, it was selecting based on alphabetical order, hence I wanted to include one more classifier as well.</a:t>
            </a:r>
          </a:p>
          <a:p>
            <a:pPr>
              <a:lnSpc>
                <a:spcPct val="120000"/>
              </a:lnSpc>
            </a:pPr>
            <a:r>
              <a:rPr lang="en-US" b="0" dirty="0"/>
              <a:t>Below are the trust factors for hard voting classifier using my top 3 models ( Random Forest, Logistic Regression and SVM)</a:t>
            </a:r>
          </a:p>
        </p:txBody>
      </p:sp>
    </p:spTree>
    <p:extLst>
      <p:ext uri="{BB962C8B-B14F-4D97-AF65-F5344CB8AC3E}">
        <p14:creationId xmlns:p14="http://schemas.microsoft.com/office/powerpoint/2010/main" val="16844176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CFA61E-58D6-4125-86B8-C65B73361A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765" y="253882"/>
            <a:ext cx="10515600" cy="479305"/>
          </a:xfrm>
        </p:spPr>
        <p:txBody>
          <a:bodyPr>
            <a:normAutofit fontScale="90000"/>
          </a:bodyPr>
          <a:lstStyle/>
          <a:p>
            <a:r>
              <a:rPr lang="en-US" dirty="0"/>
              <a:t>ITEM1_DESC mapping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55812FC3-AD80-40BD-8EA8-1505C070905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2094425"/>
              </p:ext>
            </p:extLst>
          </p:nvPr>
        </p:nvGraphicFramePr>
        <p:xfrm>
          <a:off x="530051" y="1488831"/>
          <a:ext cx="5250264" cy="220927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{93296810-A885-4BE3-A3E7-6D5BEEA58F35}</a:tableStyleId>
              </a:tblPr>
              <a:tblGrid>
                <a:gridCol w="2625132">
                  <a:extLst>
                    <a:ext uri="{9D8B030D-6E8A-4147-A177-3AD203B41FA5}">
                      <a16:colId xmlns:a16="http://schemas.microsoft.com/office/drawing/2014/main" val="3074903026"/>
                    </a:ext>
                  </a:extLst>
                </a:gridCol>
                <a:gridCol w="2625132">
                  <a:extLst>
                    <a:ext uri="{9D8B030D-6E8A-4147-A177-3AD203B41FA5}">
                      <a16:colId xmlns:a16="http://schemas.microsoft.com/office/drawing/2014/main" val="2010026567"/>
                    </a:ext>
                  </a:extLst>
                </a:gridCol>
              </a:tblGrid>
              <a:tr h="44185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ITEM1_DESC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TARGET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5441972"/>
                  </a:ext>
                </a:extLst>
              </a:tr>
              <a:tr h="44185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'RASPBERRY 12OZ'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2396600"/>
                  </a:ext>
                </a:extLst>
              </a:tr>
              <a:tr h="44185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'RASPBERRY 12OZ'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0519330"/>
                  </a:ext>
                </a:extLst>
              </a:tr>
              <a:tr h="44185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 'APPLE KORU BULK'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5661098"/>
                  </a:ext>
                </a:extLst>
              </a:tr>
              <a:tr h="44185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 'APPLE KORU BULK'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Z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9416925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1163427-B8BF-4AAB-BAFC-2DCF8544FB1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35194868"/>
              </p:ext>
            </p:extLst>
          </p:nvPr>
        </p:nvGraphicFramePr>
        <p:xfrm>
          <a:off x="6286918" y="1488831"/>
          <a:ext cx="5250264" cy="220927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tableStyleId>{00A15C55-8517-42AA-B614-E9B94910E393}</a:tableStyleId>
              </a:tblPr>
              <a:tblGrid>
                <a:gridCol w="2625132">
                  <a:extLst>
                    <a:ext uri="{9D8B030D-6E8A-4147-A177-3AD203B41FA5}">
                      <a16:colId xmlns:a16="http://schemas.microsoft.com/office/drawing/2014/main" val="3074903026"/>
                    </a:ext>
                  </a:extLst>
                </a:gridCol>
                <a:gridCol w="2625132">
                  <a:extLst>
                    <a:ext uri="{9D8B030D-6E8A-4147-A177-3AD203B41FA5}">
                      <a16:colId xmlns:a16="http://schemas.microsoft.com/office/drawing/2014/main" val="2010026567"/>
                    </a:ext>
                  </a:extLst>
                </a:gridCol>
              </a:tblGrid>
              <a:tr h="44185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ITEM1_DESC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TARGET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5441972"/>
                  </a:ext>
                </a:extLst>
              </a:tr>
              <a:tr h="44185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'RASPBERRY 12OZ'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2396600"/>
                  </a:ext>
                </a:extLst>
              </a:tr>
              <a:tr h="44185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'RASPBERRY 12OZ'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5661098"/>
                  </a:ext>
                </a:extLst>
              </a:tr>
              <a:tr h="44185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'APPLE KORU BULK'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*by model prediction*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9187334"/>
                  </a:ext>
                </a:extLst>
              </a:tr>
              <a:tr h="44185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'APPLE KORU BULK'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*by model prediction*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0367993"/>
                  </a:ext>
                </a:extLst>
              </a:tr>
            </a:tbl>
          </a:graphicData>
        </a:graphic>
      </p:graphicFrame>
      <p:sp>
        <p:nvSpPr>
          <p:cNvPr id="6" name="Wave 5">
            <a:extLst>
              <a:ext uri="{FF2B5EF4-FFF2-40B4-BE49-F238E27FC236}">
                <a16:creationId xmlns:a16="http://schemas.microsoft.com/office/drawing/2014/main" id="{E1369CA5-F200-4465-B36B-834A6A49B5A9}"/>
              </a:ext>
            </a:extLst>
          </p:cNvPr>
          <p:cNvSpPr/>
          <p:nvPr/>
        </p:nvSpPr>
        <p:spPr>
          <a:xfrm>
            <a:off x="1175658" y="946221"/>
            <a:ext cx="3959051" cy="361740"/>
          </a:xfrm>
          <a:prstGeom prst="wave">
            <a:avLst/>
          </a:prstGeom>
          <a:ln>
            <a:solidFill>
              <a:schemeClr val="tx1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TRAIN DATA</a:t>
            </a:r>
          </a:p>
        </p:txBody>
      </p:sp>
      <p:sp>
        <p:nvSpPr>
          <p:cNvPr id="7" name="Wave 6">
            <a:extLst>
              <a:ext uri="{FF2B5EF4-FFF2-40B4-BE49-F238E27FC236}">
                <a16:creationId xmlns:a16="http://schemas.microsoft.com/office/drawing/2014/main" id="{63FF0B9E-1344-4865-8121-95F9E8F09557}"/>
              </a:ext>
            </a:extLst>
          </p:cNvPr>
          <p:cNvSpPr/>
          <p:nvPr/>
        </p:nvSpPr>
        <p:spPr>
          <a:xfrm>
            <a:off x="6932525" y="930139"/>
            <a:ext cx="3959051" cy="361740"/>
          </a:xfrm>
          <a:prstGeom prst="wave">
            <a:avLst/>
          </a:prstGeom>
          <a:ln>
            <a:solidFill>
              <a:schemeClr val="tx1"/>
            </a:solidFill>
          </a:ln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TEST DATA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19BCF62-62B5-40D0-ADA9-13B4D145E898}"/>
              </a:ext>
            </a:extLst>
          </p:cNvPr>
          <p:cNvSpPr txBox="1"/>
          <p:nvPr/>
        </p:nvSpPr>
        <p:spPr>
          <a:xfrm>
            <a:off x="530050" y="3934534"/>
            <a:ext cx="11007131" cy="6463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No. of unique ITEM1_DESC that are common between train and test: 136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Total no. of test data predicted using mapping: 1750 (0.7% of the complete data)</a:t>
            </a:r>
          </a:p>
        </p:txBody>
      </p:sp>
      <p:graphicFrame>
        <p:nvGraphicFramePr>
          <p:cNvPr id="10" name="Table 10">
            <a:extLst>
              <a:ext uri="{FF2B5EF4-FFF2-40B4-BE49-F238E27FC236}">
                <a16:creationId xmlns:a16="http://schemas.microsoft.com/office/drawing/2014/main" id="{37B3E753-737C-4403-8C80-E743C46152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847887"/>
              </p:ext>
            </p:extLst>
          </p:nvPr>
        </p:nvGraphicFramePr>
        <p:xfrm>
          <a:off x="530050" y="4738361"/>
          <a:ext cx="11007131" cy="137160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201426">
                  <a:extLst>
                    <a:ext uri="{9D8B030D-6E8A-4147-A177-3AD203B41FA5}">
                      <a16:colId xmlns:a16="http://schemas.microsoft.com/office/drawing/2014/main" val="3465245028"/>
                    </a:ext>
                  </a:extLst>
                </a:gridCol>
                <a:gridCol w="2201426">
                  <a:extLst>
                    <a:ext uri="{9D8B030D-6E8A-4147-A177-3AD203B41FA5}">
                      <a16:colId xmlns:a16="http://schemas.microsoft.com/office/drawing/2014/main" val="653141935"/>
                    </a:ext>
                  </a:extLst>
                </a:gridCol>
                <a:gridCol w="2490429">
                  <a:extLst>
                    <a:ext uri="{9D8B030D-6E8A-4147-A177-3AD203B41FA5}">
                      <a16:colId xmlns:a16="http://schemas.microsoft.com/office/drawing/2014/main" val="3569638740"/>
                    </a:ext>
                  </a:extLst>
                </a:gridCol>
                <a:gridCol w="1912424">
                  <a:extLst>
                    <a:ext uri="{9D8B030D-6E8A-4147-A177-3AD203B41FA5}">
                      <a16:colId xmlns:a16="http://schemas.microsoft.com/office/drawing/2014/main" val="2140313689"/>
                    </a:ext>
                  </a:extLst>
                </a:gridCol>
                <a:gridCol w="2201426">
                  <a:extLst>
                    <a:ext uri="{9D8B030D-6E8A-4147-A177-3AD203B41FA5}">
                      <a16:colId xmlns:a16="http://schemas.microsoft.com/office/drawing/2014/main" val="3586710173"/>
                    </a:ext>
                  </a:extLst>
                </a:gridCol>
              </a:tblGrid>
              <a:tr h="42584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Model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Preprocessing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Data augmentation (sample Walmart)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TF category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TF variety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89080663"/>
                  </a:ext>
                </a:extLst>
              </a:tr>
              <a:tr h="35378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Voting hard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a-DK" dirty="0"/>
                        <a:t>70.30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82.19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65399166"/>
                  </a:ext>
                </a:extLst>
              </a:tr>
              <a:tr h="35378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Voting hard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70.98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80.91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79032717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55BE3991-0110-4EF5-9D8E-AADB1D21EC08}"/>
              </a:ext>
            </a:extLst>
          </p:cNvPr>
          <p:cNvSpPr txBox="1"/>
          <p:nvPr/>
        </p:nvSpPr>
        <p:spPr>
          <a:xfrm>
            <a:off x="6652010" y="6109961"/>
            <a:ext cx="48851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Previous best with sample Walmart: 70.58, 80.7</a:t>
            </a:r>
          </a:p>
        </p:txBody>
      </p:sp>
    </p:spTree>
    <p:extLst>
      <p:ext uri="{BB962C8B-B14F-4D97-AF65-F5344CB8AC3E}">
        <p14:creationId xmlns:p14="http://schemas.microsoft.com/office/powerpoint/2010/main" val="5926358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A5CC06-BEC6-4602-B468-08C092E86C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320"/>
            <a:ext cx="10515600" cy="720467"/>
          </a:xfrm>
        </p:spPr>
        <p:txBody>
          <a:bodyPr/>
          <a:lstStyle/>
          <a:p>
            <a:r>
              <a:rPr lang="en-US" dirty="0"/>
              <a:t>Next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A3159C-1CB2-4504-94E4-0ACE636E08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dirty="0"/>
              <a:t>Fuzzy matching of FEAT1 of train and test data.</a:t>
            </a:r>
          </a:p>
          <a:p>
            <a:r>
              <a:rPr lang="en-US" b="0" dirty="0"/>
              <a:t>Data augmentation with complete synonyms list.</a:t>
            </a:r>
          </a:p>
          <a:p>
            <a:r>
              <a:rPr lang="en-US" b="0" dirty="0"/>
              <a:t>Try other models</a:t>
            </a:r>
          </a:p>
          <a:p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3511618636"/>
      </p:ext>
    </p:extLst>
  </p:cSld>
  <p:clrMapOvr>
    <a:masterClrMapping/>
  </p:clrMapOvr>
</p:sld>
</file>

<file path=ppt/theme/theme1.xml><?xml version="1.0" encoding="utf-8"?>
<a:theme xmlns:a="http://schemas.openxmlformats.org/drawingml/2006/main" name="3_Intl_Theme_Slide">
  <a:themeElements>
    <a:clrScheme name="WalmartIntl">
      <a:dk1>
        <a:srgbClr val="081F2C"/>
      </a:dk1>
      <a:lt1>
        <a:srgbClr val="FFFFFF"/>
      </a:lt1>
      <a:dk2>
        <a:srgbClr val="0070CE"/>
      </a:dk2>
      <a:lt2>
        <a:srgbClr val="FFFFFF"/>
      </a:lt2>
      <a:accent1>
        <a:srgbClr val="0070CE"/>
      </a:accent1>
      <a:accent2>
        <a:srgbClr val="78B9E7"/>
      </a:accent2>
      <a:accent3>
        <a:srgbClr val="EB148D"/>
      </a:accent3>
      <a:accent4>
        <a:srgbClr val="FFC220"/>
      </a:accent4>
      <a:accent5>
        <a:srgbClr val="76C043"/>
      </a:accent5>
      <a:accent6>
        <a:srgbClr val="F47521"/>
      </a:accent6>
      <a:hlink>
        <a:srgbClr val="F47521"/>
      </a:hlink>
      <a:folHlink>
        <a:srgbClr val="3F3F4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4_Intl_Theme_Slide">
  <a:themeElements>
    <a:clrScheme name="WalmartIntl">
      <a:dk1>
        <a:srgbClr val="081F2C"/>
      </a:dk1>
      <a:lt1>
        <a:srgbClr val="FFFFFF"/>
      </a:lt1>
      <a:dk2>
        <a:srgbClr val="0070CE"/>
      </a:dk2>
      <a:lt2>
        <a:srgbClr val="FFFFFF"/>
      </a:lt2>
      <a:accent1>
        <a:srgbClr val="0070CE"/>
      </a:accent1>
      <a:accent2>
        <a:srgbClr val="78B9E7"/>
      </a:accent2>
      <a:accent3>
        <a:srgbClr val="EB148D"/>
      </a:accent3>
      <a:accent4>
        <a:srgbClr val="FFC220"/>
      </a:accent4>
      <a:accent5>
        <a:srgbClr val="76C043"/>
      </a:accent5>
      <a:accent6>
        <a:srgbClr val="F47521"/>
      </a:accent6>
      <a:hlink>
        <a:srgbClr val="F47521"/>
      </a:hlink>
      <a:folHlink>
        <a:srgbClr val="3F3F4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RNSHIP_PROBLEM_ST" id="{8279EBB3-F219-4D6B-B1FE-9FC8070B3CDF}" vid="{E0080AE4-36E4-4291-AA28-B1FB49952848}"/>
    </a:ext>
  </a:extLst>
</a:theme>
</file>

<file path=ppt/theme/theme3.xml><?xml version="1.0" encoding="utf-8"?>
<a:theme xmlns:a="http://schemas.openxmlformats.org/drawingml/2006/main" name="1_Default Design">
  <a:themeElements>
    <a:clrScheme name="Labs">
      <a:dk1>
        <a:srgbClr val="000000"/>
      </a:dk1>
      <a:lt1>
        <a:srgbClr val="FFFFFF"/>
      </a:lt1>
      <a:dk2>
        <a:srgbClr val="004C91"/>
      </a:dk2>
      <a:lt2>
        <a:srgbClr val="EEECE1"/>
      </a:lt2>
      <a:accent1>
        <a:srgbClr val="32ADE4"/>
      </a:accent1>
      <a:accent2>
        <a:srgbClr val="FEC221"/>
      </a:accent2>
      <a:accent3>
        <a:srgbClr val="63BF78"/>
      </a:accent3>
      <a:accent4>
        <a:srgbClr val="D952D4"/>
      </a:accent4>
      <a:accent5>
        <a:srgbClr val="7D7F7D"/>
      </a:accent5>
      <a:accent6>
        <a:srgbClr val="2D2751"/>
      </a:accent6>
      <a:hlink>
        <a:srgbClr val="0000FF"/>
      </a:hlink>
      <a:folHlink>
        <a:srgbClr val="800080"/>
      </a:folHlink>
    </a:clrScheme>
    <a:fontScheme name="Custom 1">
      <a:majorFont>
        <a:latin typeface="Century Gothic"/>
        <a:ea typeface="Microsoft YaHei"/>
        <a:cs typeface=""/>
      </a:majorFont>
      <a:minorFont>
        <a:latin typeface="Calibri Light"/>
        <a:ea typeface="Microsoft YaHei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INTERNSHIP_PROBLEM_ST" id="{8279EBB3-F219-4D6B-B1FE-9FC8070B3CDF}" vid="{61ECD3CE-E5FD-4978-BD49-655725F41B92}"/>
    </a:ext>
  </a:extLst>
</a:theme>
</file>

<file path=ppt/theme/theme4.xml><?xml version="1.0" encoding="utf-8"?>
<a:theme xmlns:a="http://schemas.openxmlformats.org/drawingml/2006/main" name="5_Intl_Theme_Slide">
  <a:themeElements>
    <a:clrScheme name="WalmartIntl">
      <a:dk1>
        <a:srgbClr val="081F2C"/>
      </a:dk1>
      <a:lt1>
        <a:srgbClr val="FFFFFF"/>
      </a:lt1>
      <a:dk2>
        <a:srgbClr val="0070CE"/>
      </a:dk2>
      <a:lt2>
        <a:srgbClr val="FFFFFF"/>
      </a:lt2>
      <a:accent1>
        <a:srgbClr val="0070CE"/>
      </a:accent1>
      <a:accent2>
        <a:srgbClr val="78B9E7"/>
      </a:accent2>
      <a:accent3>
        <a:srgbClr val="EB148D"/>
      </a:accent3>
      <a:accent4>
        <a:srgbClr val="FFC220"/>
      </a:accent4>
      <a:accent5>
        <a:srgbClr val="76C043"/>
      </a:accent5>
      <a:accent6>
        <a:srgbClr val="F47521"/>
      </a:accent6>
      <a:hlink>
        <a:srgbClr val="F47521"/>
      </a:hlink>
      <a:folHlink>
        <a:srgbClr val="3F3F4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RNSHIP_PROBLEM_ST" id="{8279EBB3-F219-4D6B-B1FE-9FC8070B3CDF}" vid="{E0080AE4-36E4-4291-AA28-B1FB49952848}"/>
    </a:ext>
  </a:extLst>
</a:theme>
</file>

<file path=ppt/theme/theme5.xml><?xml version="1.0" encoding="utf-8"?>
<a:theme xmlns:a="http://schemas.openxmlformats.org/drawingml/2006/main" name="2_Default Design">
  <a:themeElements>
    <a:clrScheme name="Labs">
      <a:dk1>
        <a:srgbClr val="000000"/>
      </a:dk1>
      <a:lt1>
        <a:srgbClr val="FFFFFF"/>
      </a:lt1>
      <a:dk2>
        <a:srgbClr val="004C91"/>
      </a:dk2>
      <a:lt2>
        <a:srgbClr val="EEECE1"/>
      </a:lt2>
      <a:accent1>
        <a:srgbClr val="32ADE4"/>
      </a:accent1>
      <a:accent2>
        <a:srgbClr val="FEC221"/>
      </a:accent2>
      <a:accent3>
        <a:srgbClr val="63BF78"/>
      </a:accent3>
      <a:accent4>
        <a:srgbClr val="D952D4"/>
      </a:accent4>
      <a:accent5>
        <a:srgbClr val="7D7F7D"/>
      </a:accent5>
      <a:accent6>
        <a:srgbClr val="2D2751"/>
      </a:accent6>
      <a:hlink>
        <a:srgbClr val="0000FF"/>
      </a:hlink>
      <a:folHlink>
        <a:srgbClr val="800080"/>
      </a:folHlink>
    </a:clrScheme>
    <a:fontScheme name="Custom 1">
      <a:majorFont>
        <a:latin typeface="Century Gothic"/>
        <a:ea typeface="Microsoft YaHei"/>
        <a:cs typeface=""/>
      </a:majorFont>
      <a:minorFont>
        <a:latin typeface="Calibri Light"/>
        <a:ea typeface="Microsoft YaHei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INTERNSHIP_PROBLEM_ST" id="{8279EBB3-F219-4D6B-B1FE-9FC8070B3CDF}" vid="{61ECD3CE-E5FD-4978-BD49-655725F41B92}"/>
    </a:ext>
  </a:extLst>
</a:theme>
</file>

<file path=ppt/theme/theme6.xml><?xml version="1.0" encoding="utf-8"?>
<a:theme xmlns:a="http://schemas.openxmlformats.org/drawingml/2006/main" name="Cover_Slide">
  <a:themeElements>
    <a:clrScheme name="WalmartIntl">
      <a:dk1>
        <a:srgbClr val="081F2C"/>
      </a:dk1>
      <a:lt1>
        <a:srgbClr val="FFFFFF"/>
      </a:lt1>
      <a:dk2>
        <a:srgbClr val="0070CE"/>
      </a:dk2>
      <a:lt2>
        <a:srgbClr val="FFFFFF"/>
      </a:lt2>
      <a:accent1>
        <a:srgbClr val="0070CE"/>
      </a:accent1>
      <a:accent2>
        <a:srgbClr val="78B9E7"/>
      </a:accent2>
      <a:accent3>
        <a:srgbClr val="EB148D"/>
      </a:accent3>
      <a:accent4>
        <a:srgbClr val="FFC220"/>
      </a:accent4>
      <a:accent5>
        <a:srgbClr val="76C043"/>
      </a:accent5>
      <a:accent6>
        <a:srgbClr val="F47521"/>
      </a:accent6>
      <a:hlink>
        <a:srgbClr val="F47521"/>
      </a:hlink>
      <a:folHlink>
        <a:srgbClr val="3F3F4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54105</TotalTime>
  <Words>697</Words>
  <Application>Microsoft Office PowerPoint</Application>
  <PresentationFormat>Widescreen</PresentationFormat>
  <Paragraphs>239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6</vt:i4>
      </vt:variant>
      <vt:variant>
        <vt:lpstr>Slide Titles</vt:lpstr>
      </vt:variant>
      <vt:variant>
        <vt:i4>9</vt:i4>
      </vt:variant>
    </vt:vector>
  </HeadingPairs>
  <TitlesOfParts>
    <vt:vector size="23" baseType="lpstr">
      <vt:lpstr>Arial</vt:lpstr>
      <vt:lpstr>Bogle</vt:lpstr>
      <vt:lpstr>Calibri</vt:lpstr>
      <vt:lpstr>Calibri Light</vt:lpstr>
      <vt:lpstr>charter</vt:lpstr>
      <vt:lpstr>Estrangelo Edessa</vt:lpstr>
      <vt:lpstr>Lato Light</vt:lpstr>
      <vt:lpstr>Times</vt:lpstr>
      <vt:lpstr>3_Intl_Theme_Slide</vt:lpstr>
      <vt:lpstr>4_Intl_Theme_Slide</vt:lpstr>
      <vt:lpstr>1_Default Design</vt:lpstr>
      <vt:lpstr>5_Intl_Theme_Slide</vt:lpstr>
      <vt:lpstr>2_Default Design</vt:lpstr>
      <vt:lpstr>Cover_Slide</vt:lpstr>
      <vt:lpstr>PowerPoint Presentation</vt:lpstr>
      <vt:lpstr>Agenda</vt:lpstr>
      <vt:lpstr>Recap</vt:lpstr>
      <vt:lpstr>FastText - I</vt:lpstr>
      <vt:lpstr>FastText - II</vt:lpstr>
      <vt:lpstr>FastText - III</vt:lpstr>
      <vt:lpstr>Voting Hard ( RF + LR + SVM)</vt:lpstr>
      <vt:lpstr>ITEM1_DESC mapping</vt:lpstr>
      <vt:lpstr>Next steps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Rishabh Thapliyal</dc:creator>
  <cp:lastModifiedBy>Rishabh Thapliyal</cp:lastModifiedBy>
  <cp:revision>27</cp:revision>
  <dcterms:created xsi:type="dcterms:W3CDTF">2021-05-25T05:51:37Z</dcterms:created>
  <dcterms:modified xsi:type="dcterms:W3CDTF">2021-07-16T04:33:00Z</dcterms:modified>
</cp:coreProperties>
</file>