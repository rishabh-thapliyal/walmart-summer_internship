
<file path=[Content_Types].xml><?xml version="1.0" encoding="utf-8"?>
<Types xmlns="http://schemas.openxmlformats.org/package/2006/content-types">
  <Default Extension="emf" ContentType="image/x-emf"/>
  <Default Extension="glb" ContentType="model/gltf.binary"/>
  <Default Extension="png" ContentType="image/png"/>
  <Default Extension="rels" ContentType="application/vnd.openxmlformats-package.relationships+xml"/>
  <Default Extension="svg" ContentType="image/svg+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3.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4.xml" ContentType="application/vnd.openxmlformats-officedocument.theme+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theme/theme5.xml" ContentType="application/vnd.openxmlformats-officedocument.theme+xml"/>
  <Override PartName="/ppt/slideLayouts/slideLayout80.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2.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3.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notesSlides/notesSlide4.xml" ContentType="application/vnd.openxmlformats-officedocument.presentationml.notesSlide+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notesSlides/notesSlide5.xml" ContentType="application/vnd.openxmlformats-officedocument.presentationml.notesSlide+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ppt/diagrams/data31.xml" ContentType="application/vnd.openxmlformats-officedocument.drawingml.diagramData+xml"/>
  <Override PartName="/ppt/diagrams/layout31.xml" ContentType="application/vnd.openxmlformats-officedocument.drawingml.diagramLayout+xml"/>
  <Override PartName="/ppt/diagrams/quickStyle31.xml" ContentType="application/vnd.openxmlformats-officedocument.drawingml.diagramStyle+xml"/>
  <Override PartName="/ppt/diagrams/colors31.xml" ContentType="application/vnd.openxmlformats-officedocument.drawingml.diagramColors+xml"/>
  <Override PartName="/ppt/diagrams/drawing31.xml" ContentType="application/vnd.ms-office.drawingml.diagramDrawing+xml"/>
  <Override PartName="/ppt/diagrams/data32.xml" ContentType="application/vnd.openxmlformats-officedocument.drawingml.diagramData+xml"/>
  <Override PartName="/ppt/diagrams/layout32.xml" ContentType="application/vnd.openxmlformats-officedocument.drawingml.diagramLayout+xml"/>
  <Override PartName="/ppt/diagrams/quickStyle32.xml" ContentType="application/vnd.openxmlformats-officedocument.drawingml.diagramStyle+xml"/>
  <Override PartName="/ppt/diagrams/colors32.xml" ContentType="application/vnd.openxmlformats-officedocument.drawingml.diagramColors+xml"/>
  <Override PartName="/ppt/diagrams/drawing32.xml" ContentType="application/vnd.ms-office.drawingml.diagramDrawing+xml"/>
  <Override PartName="/ppt/diagrams/data33.xml" ContentType="application/vnd.openxmlformats-officedocument.drawingml.diagramData+xml"/>
  <Override PartName="/ppt/diagrams/layout33.xml" ContentType="application/vnd.openxmlformats-officedocument.drawingml.diagramLayout+xml"/>
  <Override PartName="/ppt/diagrams/quickStyle33.xml" ContentType="application/vnd.openxmlformats-officedocument.drawingml.diagramStyle+xml"/>
  <Override PartName="/ppt/diagrams/colors33.xml" ContentType="application/vnd.openxmlformats-officedocument.drawingml.diagramColors+xml"/>
  <Override PartName="/ppt/diagrams/drawing33.xml" ContentType="application/vnd.ms-office.drawingml.diagramDrawing+xml"/>
  <Override PartName="/ppt/diagrams/data34.xml" ContentType="application/vnd.openxmlformats-officedocument.drawingml.diagramData+xml"/>
  <Override PartName="/ppt/diagrams/layout34.xml" ContentType="application/vnd.openxmlformats-officedocument.drawingml.diagramLayout+xml"/>
  <Override PartName="/ppt/diagrams/quickStyle34.xml" ContentType="application/vnd.openxmlformats-officedocument.drawingml.diagramStyle+xml"/>
  <Override PartName="/ppt/diagrams/colors34.xml" ContentType="application/vnd.openxmlformats-officedocument.drawingml.diagramColors+xml"/>
  <Override PartName="/ppt/diagrams/drawing34.xml" ContentType="application/vnd.ms-office.drawingml.diagramDrawing+xml"/>
  <Override PartName="/ppt/diagrams/data35.xml" ContentType="application/vnd.openxmlformats-officedocument.drawingml.diagramData+xml"/>
  <Override PartName="/ppt/diagrams/layout35.xml" ContentType="application/vnd.openxmlformats-officedocument.drawingml.diagramLayout+xml"/>
  <Override PartName="/ppt/diagrams/quickStyle35.xml" ContentType="application/vnd.openxmlformats-officedocument.drawingml.diagramStyle+xml"/>
  <Override PartName="/ppt/diagrams/colors35.xml" ContentType="application/vnd.openxmlformats-officedocument.drawingml.diagramColors+xml"/>
  <Override PartName="/ppt/diagrams/drawing35.xml" ContentType="application/vnd.ms-office.drawingml.diagramDrawing+xml"/>
  <Override PartName="/ppt/notesSlides/notesSlide6.xml" ContentType="application/vnd.openxmlformats-officedocument.presentationml.notesSlide+xml"/>
  <Override PartName="/ppt/diagrams/data36.xml" ContentType="application/vnd.openxmlformats-officedocument.drawingml.diagramData+xml"/>
  <Override PartName="/ppt/diagrams/layout36.xml" ContentType="application/vnd.openxmlformats-officedocument.drawingml.diagramLayout+xml"/>
  <Override PartName="/ppt/diagrams/quickStyle36.xml" ContentType="application/vnd.openxmlformats-officedocument.drawingml.diagramStyle+xml"/>
  <Override PartName="/ppt/diagrams/colors36.xml" ContentType="application/vnd.openxmlformats-officedocument.drawingml.diagramColors+xml"/>
  <Override PartName="/ppt/diagrams/drawing36.xml" ContentType="application/vnd.ms-office.drawingml.diagramDrawing+xml"/>
  <Override PartName="/ppt/notesSlides/notesSlide7.xml" ContentType="application/vnd.openxmlformats-officedocument.presentationml.notesSlide+xml"/>
  <Override PartName="/ppt/diagrams/data37.xml" ContentType="application/vnd.openxmlformats-officedocument.drawingml.diagramData+xml"/>
  <Override PartName="/ppt/diagrams/layout37.xml" ContentType="application/vnd.openxmlformats-officedocument.drawingml.diagramLayout+xml"/>
  <Override PartName="/ppt/diagrams/quickStyle37.xml" ContentType="application/vnd.openxmlformats-officedocument.drawingml.diagramStyle+xml"/>
  <Override PartName="/ppt/diagrams/colors37.xml" ContentType="application/vnd.openxmlformats-officedocument.drawingml.diagramColors+xml"/>
  <Override PartName="/ppt/diagrams/drawing37.xml" ContentType="application/vnd.ms-office.drawingml.diagramDrawing+xml"/>
  <Override PartName="/ppt/diagrams/data38.xml" ContentType="application/vnd.openxmlformats-officedocument.drawingml.diagramData+xml"/>
  <Override PartName="/ppt/diagrams/layout38.xml" ContentType="application/vnd.openxmlformats-officedocument.drawingml.diagramLayout+xml"/>
  <Override PartName="/ppt/diagrams/quickStyle38.xml" ContentType="application/vnd.openxmlformats-officedocument.drawingml.diagramStyle+xml"/>
  <Override PartName="/ppt/diagrams/colors38.xml" ContentType="application/vnd.openxmlformats-officedocument.drawingml.diagramColors+xml"/>
  <Override PartName="/ppt/diagrams/drawing38.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39.xml" ContentType="application/vnd.openxmlformats-officedocument.drawingml.diagramData+xml"/>
  <Override PartName="/ppt/diagrams/layout39.xml" ContentType="application/vnd.openxmlformats-officedocument.drawingml.diagramLayout+xml"/>
  <Override PartName="/ppt/diagrams/quickStyle39.xml" ContentType="application/vnd.openxmlformats-officedocument.drawingml.diagramStyle+xml"/>
  <Override PartName="/ppt/diagrams/colors39.xml" ContentType="application/vnd.openxmlformats-officedocument.drawingml.diagramColors+xml"/>
  <Override PartName="/ppt/diagrams/drawing39.xml" ContentType="application/vnd.ms-office.drawingml.diagramDrawing+xml"/>
  <Override PartName="/ppt/diagrams/data40.xml" ContentType="application/vnd.openxmlformats-officedocument.drawingml.diagramData+xml"/>
  <Override PartName="/ppt/diagrams/layout40.xml" ContentType="application/vnd.openxmlformats-officedocument.drawingml.diagramLayout+xml"/>
  <Override PartName="/ppt/diagrams/quickStyle40.xml" ContentType="application/vnd.openxmlformats-officedocument.drawingml.diagramStyle+xml"/>
  <Override PartName="/ppt/diagrams/colors40.xml" ContentType="application/vnd.openxmlformats-officedocument.drawingml.diagramColors+xml"/>
  <Override PartName="/ppt/diagrams/drawing40.xml" ContentType="application/vnd.ms-office.drawingml.diagramDrawing+xml"/>
  <Override PartName="/ppt/notesSlides/notesSlide10.xml" ContentType="application/vnd.openxmlformats-officedocument.presentationml.notesSlide+xml"/>
  <Override PartName="/ppt/diagrams/data41.xml" ContentType="application/vnd.openxmlformats-officedocument.drawingml.diagramData+xml"/>
  <Override PartName="/ppt/diagrams/layout41.xml" ContentType="application/vnd.openxmlformats-officedocument.drawingml.diagramLayout+xml"/>
  <Override PartName="/ppt/diagrams/quickStyle41.xml" ContentType="application/vnd.openxmlformats-officedocument.drawingml.diagramStyle+xml"/>
  <Override PartName="/ppt/diagrams/colors41.xml" ContentType="application/vnd.openxmlformats-officedocument.drawingml.diagramColors+xml"/>
  <Override PartName="/ppt/diagrams/drawing41.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42.xml" ContentType="application/vnd.openxmlformats-officedocument.drawingml.diagramData+xml"/>
  <Override PartName="/ppt/diagrams/layout42.xml" ContentType="application/vnd.openxmlformats-officedocument.drawingml.diagramLayout+xml"/>
  <Override PartName="/ppt/diagrams/quickStyle42.xml" ContentType="application/vnd.openxmlformats-officedocument.drawingml.diagramStyle+xml"/>
  <Override PartName="/ppt/diagrams/colors42.xml" ContentType="application/vnd.openxmlformats-officedocument.drawingml.diagramColors+xml"/>
  <Override PartName="/ppt/diagrams/drawing42.xml" ContentType="application/vnd.ms-office.drawingml.diagramDrawing+xml"/>
  <Override PartName="/ppt/notesSlides/notesSlide13.xml" ContentType="application/vnd.openxmlformats-officedocument.presentationml.notesSlide+xml"/>
  <Override PartName="/ppt/diagrams/data43.xml" ContentType="application/vnd.openxmlformats-officedocument.drawingml.diagramData+xml"/>
  <Override PartName="/ppt/diagrams/layout43.xml" ContentType="application/vnd.openxmlformats-officedocument.drawingml.diagramLayout+xml"/>
  <Override PartName="/ppt/diagrams/quickStyle43.xml" ContentType="application/vnd.openxmlformats-officedocument.drawingml.diagramStyle+xml"/>
  <Override PartName="/ppt/diagrams/colors43.xml" ContentType="application/vnd.openxmlformats-officedocument.drawingml.diagramColors+xml"/>
  <Override PartName="/ppt/diagrams/drawing43.xml" ContentType="application/vnd.ms-office.drawingml.diagramDrawing+xml"/>
  <Override PartName="/ppt/notesSlides/notesSlide14.xml" ContentType="application/vnd.openxmlformats-officedocument.presentationml.notesSlide+xml"/>
  <Override PartName="/ppt/diagrams/data44.xml" ContentType="application/vnd.openxmlformats-officedocument.drawingml.diagramData+xml"/>
  <Override PartName="/ppt/diagrams/layout44.xml" ContentType="application/vnd.openxmlformats-officedocument.drawingml.diagramLayout+xml"/>
  <Override PartName="/ppt/diagrams/quickStyle44.xml" ContentType="application/vnd.openxmlformats-officedocument.drawingml.diagramStyle+xml"/>
  <Override PartName="/ppt/diagrams/colors44.xml" ContentType="application/vnd.openxmlformats-officedocument.drawingml.diagramColors+xml"/>
  <Override PartName="/ppt/diagrams/drawing44.xml" ContentType="application/vnd.ms-office.drawingml.diagramDrawing+xml"/>
  <Override PartName="/ppt/notesSlides/notesSlide15.xml" ContentType="application/vnd.openxmlformats-officedocument.presentationml.notesSlide+xml"/>
  <Override PartName="/ppt/diagrams/data45.xml" ContentType="application/vnd.openxmlformats-officedocument.drawingml.diagramData+xml"/>
  <Override PartName="/ppt/diagrams/layout45.xml" ContentType="application/vnd.openxmlformats-officedocument.drawingml.diagramLayout+xml"/>
  <Override PartName="/ppt/diagrams/quickStyle45.xml" ContentType="application/vnd.openxmlformats-officedocument.drawingml.diagramStyle+xml"/>
  <Override PartName="/ppt/diagrams/colors45.xml" ContentType="application/vnd.openxmlformats-officedocument.drawingml.diagramColors+xml"/>
  <Override PartName="/ppt/diagrams/drawing45.xml" ContentType="application/vnd.ms-office.drawingml.diagramDrawing+xml"/>
  <Override PartName="/ppt/notesSlides/notesSlide16.xml" ContentType="application/vnd.openxmlformats-officedocument.presentationml.notesSlide+xml"/>
  <Override PartName="/ppt/diagrams/data46.xml" ContentType="application/vnd.openxmlformats-officedocument.drawingml.diagramData+xml"/>
  <Override PartName="/ppt/diagrams/layout46.xml" ContentType="application/vnd.openxmlformats-officedocument.drawingml.diagramLayout+xml"/>
  <Override PartName="/ppt/diagrams/quickStyle46.xml" ContentType="application/vnd.openxmlformats-officedocument.drawingml.diagramStyle+xml"/>
  <Override PartName="/ppt/diagrams/colors46.xml" ContentType="application/vnd.openxmlformats-officedocument.drawingml.diagramColors+xml"/>
  <Override PartName="/ppt/diagrams/drawing46.xml" ContentType="application/vnd.ms-office.drawingml.diagramDrawing+xml"/>
  <Override PartName="/ppt/diagrams/data47.xml" ContentType="application/vnd.openxmlformats-officedocument.drawingml.diagramData+xml"/>
  <Override PartName="/ppt/diagrams/layout47.xml" ContentType="application/vnd.openxmlformats-officedocument.drawingml.diagramLayout+xml"/>
  <Override PartName="/ppt/diagrams/quickStyle47.xml" ContentType="application/vnd.openxmlformats-officedocument.drawingml.diagramStyle+xml"/>
  <Override PartName="/ppt/diagrams/colors47.xml" ContentType="application/vnd.openxmlformats-officedocument.drawingml.diagramColors+xml"/>
  <Override PartName="/ppt/diagrams/drawing47.xml" ContentType="application/vnd.ms-office.drawingml.diagramDrawing+xml"/>
  <Override PartName="/ppt/diagrams/data48.xml" ContentType="application/vnd.openxmlformats-officedocument.drawingml.diagramData+xml"/>
  <Override PartName="/ppt/diagrams/layout48.xml" ContentType="application/vnd.openxmlformats-officedocument.drawingml.diagramLayout+xml"/>
  <Override PartName="/ppt/diagrams/quickStyle48.xml" ContentType="application/vnd.openxmlformats-officedocument.drawingml.diagramStyle+xml"/>
  <Override PartName="/ppt/diagrams/colors48.xml" ContentType="application/vnd.openxmlformats-officedocument.drawingml.diagramColors+xml"/>
  <Override PartName="/ppt/diagrams/drawing48.xml" ContentType="application/vnd.ms-office.drawingml.diagramDrawing+xml"/>
  <Override PartName="/ppt/diagrams/data49.xml" ContentType="application/vnd.openxmlformats-officedocument.drawingml.diagramData+xml"/>
  <Override PartName="/ppt/diagrams/layout49.xml" ContentType="application/vnd.openxmlformats-officedocument.drawingml.diagramLayout+xml"/>
  <Override PartName="/ppt/diagrams/quickStyle49.xml" ContentType="application/vnd.openxmlformats-officedocument.drawingml.diagramStyle+xml"/>
  <Override PartName="/ppt/diagrams/colors49.xml" ContentType="application/vnd.openxmlformats-officedocument.drawingml.diagramColors+xml"/>
  <Override PartName="/ppt/diagrams/drawing49.xml" ContentType="application/vnd.ms-office.drawingml.diagramDrawing+xml"/>
  <Override PartName="/ppt/diagrams/data50.xml" ContentType="application/vnd.openxmlformats-officedocument.drawingml.diagramData+xml"/>
  <Override PartName="/ppt/diagrams/layout50.xml" ContentType="application/vnd.openxmlformats-officedocument.drawingml.diagramLayout+xml"/>
  <Override PartName="/ppt/diagrams/quickStyle50.xml" ContentType="application/vnd.openxmlformats-officedocument.drawingml.diagramStyle+xml"/>
  <Override PartName="/ppt/diagrams/colors50.xml" ContentType="application/vnd.openxmlformats-officedocument.drawingml.diagramColors+xml"/>
  <Override PartName="/ppt/diagrams/drawing50.xml" ContentType="application/vnd.ms-office.drawingml.diagramDrawing+xml"/>
  <Override PartName="/ppt/diagrams/data51.xml" ContentType="application/vnd.openxmlformats-officedocument.drawingml.diagramData+xml"/>
  <Override PartName="/ppt/diagrams/layout51.xml" ContentType="application/vnd.openxmlformats-officedocument.drawingml.diagramLayout+xml"/>
  <Override PartName="/ppt/diagrams/quickStyle51.xml" ContentType="application/vnd.openxmlformats-officedocument.drawingml.diagramStyle+xml"/>
  <Override PartName="/ppt/diagrams/colors51.xml" ContentType="application/vnd.openxmlformats-officedocument.drawingml.diagramColors+xml"/>
  <Override PartName="/ppt/diagrams/drawing51.xml" ContentType="application/vnd.ms-office.drawingml.diagramDrawing+xml"/>
  <Override PartName="/ppt/diagrams/data52.xml" ContentType="application/vnd.openxmlformats-officedocument.drawingml.diagramData+xml"/>
  <Override PartName="/ppt/diagrams/layout52.xml" ContentType="application/vnd.openxmlformats-officedocument.drawingml.diagramLayout+xml"/>
  <Override PartName="/ppt/diagrams/quickStyle52.xml" ContentType="application/vnd.openxmlformats-officedocument.drawingml.diagramStyle+xml"/>
  <Override PartName="/ppt/diagrams/colors52.xml" ContentType="application/vnd.openxmlformats-officedocument.drawingml.diagramColors+xml"/>
  <Override PartName="/ppt/diagrams/drawing52.xml" ContentType="application/vnd.ms-office.drawingml.diagramDrawing+xml"/>
  <Override PartName="/ppt/notesSlides/notesSlide17.xml" ContentType="application/vnd.openxmlformats-officedocument.presentationml.notesSlide+xml"/>
  <Override PartName="/ppt/diagrams/data53.xml" ContentType="application/vnd.openxmlformats-officedocument.drawingml.diagramData+xml"/>
  <Override PartName="/ppt/diagrams/layout53.xml" ContentType="application/vnd.openxmlformats-officedocument.drawingml.diagramLayout+xml"/>
  <Override PartName="/ppt/diagrams/quickStyle53.xml" ContentType="application/vnd.openxmlformats-officedocument.drawingml.diagramStyle+xml"/>
  <Override PartName="/ppt/diagrams/colors53.xml" ContentType="application/vnd.openxmlformats-officedocument.drawingml.diagramColors+xml"/>
  <Override PartName="/ppt/diagrams/drawing53.xml" ContentType="application/vnd.ms-office.drawingml.diagramDrawing+xml"/>
  <Override PartName="/ppt/notesSlides/notesSlide18.xml" ContentType="application/vnd.openxmlformats-officedocument.presentationml.notesSlide+xml"/>
  <Override PartName="/ppt/diagrams/data54.xml" ContentType="application/vnd.openxmlformats-officedocument.drawingml.diagramData+xml"/>
  <Override PartName="/ppt/diagrams/layout54.xml" ContentType="application/vnd.openxmlformats-officedocument.drawingml.diagramLayout+xml"/>
  <Override PartName="/ppt/diagrams/quickStyle54.xml" ContentType="application/vnd.openxmlformats-officedocument.drawingml.diagramStyle+xml"/>
  <Override PartName="/ppt/diagrams/colors54.xml" ContentType="application/vnd.openxmlformats-officedocument.drawingml.diagramColors+xml"/>
  <Override PartName="/ppt/diagrams/drawing54.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55.xml" ContentType="application/vnd.openxmlformats-officedocument.drawingml.diagramData+xml"/>
  <Override PartName="/ppt/diagrams/layout55.xml" ContentType="application/vnd.openxmlformats-officedocument.drawingml.diagramLayout+xml"/>
  <Override PartName="/ppt/diagrams/quickStyle55.xml" ContentType="application/vnd.openxmlformats-officedocument.drawingml.diagramStyle+xml"/>
  <Override PartName="/ppt/diagrams/colors55.xml" ContentType="application/vnd.openxmlformats-officedocument.drawingml.diagramColors+xml"/>
  <Override PartName="/ppt/diagrams/drawing55.xml" ContentType="application/vnd.ms-office.drawingml.diagramDrawing+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3" r:id="rId1"/>
    <p:sldMasterId id="2147483672" r:id="rId2"/>
    <p:sldMasterId id="2147483682" r:id="rId3"/>
    <p:sldMasterId id="2147483713" r:id="rId4"/>
    <p:sldMasterId id="2147483722" r:id="rId5"/>
    <p:sldMasterId id="2147483661" r:id="rId6"/>
  </p:sldMasterIdLst>
  <p:notesMasterIdLst>
    <p:notesMasterId r:id="rId248"/>
  </p:notesMasterIdLst>
  <p:sldIdLst>
    <p:sldId id="256" r:id="rId7"/>
    <p:sldId id="262" r:id="rId8"/>
    <p:sldId id="263" r:id="rId9"/>
    <p:sldId id="264" r:id="rId10"/>
    <p:sldId id="265" r:id="rId11"/>
    <p:sldId id="266" r:id="rId12"/>
    <p:sldId id="267" r:id="rId13"/>
    <p:sldId id="257" r:id="rId14"/>
    <p:sldId id="258" r:id="rId15"/>
    <p:sldId id="259" r:id="rId16"/>
    <p:sldId id="260" r:id="rId17"/>
    <p:sldId id="261" r:id="rId18"/>
    <p:sldId id="268" r:id="rId19"/>
    <p:sldId id="269" r:id="rId20"/>
    <p:sldId id="270" r:id="rId21"/>
    <p:sldId id="274" r:id="rId22"/>
    <p:sldId id="271" r:id="rId23"/>
    <p:sldId id="273" r:id="rId24"/>
    <p:sldId id="272" r:id="rId25"/>
    <p:sldId id="275" r:id="rId26"/>
    <p:sldId id="277" r:id="rId27"/>
    <p:sldId id="280" r:id="rId28"/>
    <p:sldId id="283" r:id="rId29"/>
    <p:sldId id="285" r:id="rId30"/>
    <p:sldId id="286" r:id="rId31"/>
    <p:sldId id="284" r:id="rId32"/>
    <p:sldId id="279" r:id="rId33"/>
    <p:sldId id="287" r:id="rId34"/>
    <p:sldId id="288" r:id="rId35"/>
    <p:sldId id="294" r:id="rId36"/>
    <p:sldId id="281" r:id="rId37"/>
    <p:sldId id="289" r:id="rId38"/>
    <p:sldId id="290" r:id="rId39"/>
    <p:sldId id="291" r:id="rId40"/>
    <p:sldId id="292" r:id="rId41"/>
    <p:sldId id="293" r:id="rId42"/>
    <p:sldId id="295" r:id="rId43"/>
    <p:sldId id="296" r:id="rId44"/>
    <p:sldId id="297" r:id="rId45"/>
    <p:sldId id="298" r:id="rId46"/>
    <p:sldId id="299" r:id="rId47"/>
    <p:sldId id="302" r:id="rId48"/>
    <p:sldId id="304" r:id="rId49"/>
    <p:sldId id="301" r:id="rId50"/>
    <p:sldId id="303" r:id="rId51"/>
    <p:sldId id="306" r:id="rId52"/>
    <p:sldId id="307" r:id="rId53"/>
    <p:sldId id="305" r:id="rId54"/>
    <p:sldId id="308" r:id="rId55"/>
    <p:sldId id="309" r:id="rId56"/>
    <p:sldId id="314" r:id="rId57"/>
    <p:sldId id="315" r:id="rId58"/>
    <p:sldId id="310" r:id="rId59"/>
    <p:sldId id="311" r:id="rId60"/>
    <p:sldId id="312" r:id="rId61"/>
    <p:sldId id="313" r:id="rId62"/>
    <p:sldId id="316" r:id="rId63"/>
    <p:sldId id="318" r:id="rId64"/>
    <p:sldId id="319" r:id="rId65"/>
    <p:sldId id="317" r:id="rId66"/>
    <p:sldId id="320" r:id="rId67"/>
    <p:sldId id="321" r:id="rId68"/>
    <p:sldId id="322" r:id="rId69"/>
    <p:sldId id="323" r:id="rId70"/>
    <p:sldId id="325" r:id="rId71"/>
    <p:sldId id="326" r:id="rId72"/>
    <p:sldId id="328" r:id="rId73"/>
    <p:sldId id="329" r:id="rId74"/>
    <p:sldId id="327" r:id="rId75"/>
    <p:sldId id="330" r:id="rId76"/>
    <p:sldId id="343" r:id="rId77"/>
    <p:sldId id="332" r:id="rId78"/>
    <p:sldId id="333" r:id="rId79"/>
    <p:sldId id="334" r:id="rId80"/>
    <p:sldId id="335" r:id="rId81"/>
    <p:sldId id="336" r:id="rId82"/>
    <p:sldId id="337" r:id="rId83"/>
    <p:sldId id="338" r:id="rId84"/>
    <p:sldId id="339" r:id="rId85"/>
    <p:sldId id="340" r:id="rId86"/>
    <p:sldId id="341" r:id="rId87"/>
    <p:sldId id="344" r:id="rId88"/>
    <p:sldId id="345" r:id="rId89"/>
    <p:sldId id="346" r:id="rId90"/>
    <p:sldId id="347" r:id="rId91"/>
    <p:sldId id="349" r:id="rId92"/>
    <p:sldId id="350" r:id="rId93"/>
    <p:sldId id="351" r:id="rId94"/>
    <p:sldId id="342" r:id="rId95"/>
    <p:sldId id="348" r:id="rId96"/>
    <p:sldId id="352" r:id="rId97"/>
    <p:sldId id="353" r:id="rId98"/>
    <p:sldId id="354" r:id="rId99"/>
    <p:sldId id="355" r:id="rId100"/>
    <p:sldId id="356" r:id="rId101"/>
    <p:sldId id="357" r:id="rId102"/>
    <p:sldId id="358" r:id="rId103"/>
    <p:sldId id="359" r:id="rId104"/>
    <p:sldId id="360" r:id="rId105"/>
    <p:sldId id="363" r:id="rId106"/>
    <p:sldId id="371" r:id="rId107"/>
    <p:sldId id="378" r:id="rId108"/>
    <p:sldId id="361" r:id="rId109"/>
    <p:sldId id="362" r:id="rId110"/>
    <p:sldId id="365" r:id="rId111"/>
    <p:sldId id="364" r:id="rId112"/>
    <p:sldId id="366" r:id="rId113"/>
    <p:sldId id="367" r:id="rId114"/>
    <p:sldId id="368" r:id="rId115"/>
    <p:sldId id="376" r:id="rId116"/>
    <p:sldId id="369" r:id="rId117"/>
    <p:sldId id="372" r:id="rId118"/>
    <p:sldId id="373" r:id="rId119"/>
    <p:sldId id="374" r:id="rId120"/>
    <p:sldId id="375" r:id="rId121"/>
    <p:sldId id="370" r:id="rId122"/>
    <p:sldId id="377" r:id="rId123"/>
    <p:sldId id="380" r:id="rId124"/>
    <p:sldId id="379" r:id="rId125"/>
    <p:sldId id="381" r:id="rId126"/>
    <p:sldId id="382" r:id="rId127"/>
    <p:sldId id="383" r:id="rId128"/>
    <p:sldId id="390" r:id="rId129"/>
    <p:sldId id="386" r:id="rId130"/>
    <p:sldId id="385" r:id="rId131"/>
    <p:sldId id="384" r:id="rId132"/>
    <p:sldId id="391" r:id="rId133"/>
    <p:sldId id="387" r:id="rId134"/>
    <p:sldId id="388" r:id="rId135"/>
    <p:sldId id="389" r:id="rId136"/>
    <p:sldId id="392" r:id="rId137"/>
    <p:sldId id="393" r:id="rId138"/>
    <p:sldId id="394" r:id="rId139"/>
    <p:sldId id="395" r:id="rId140"/>
    <p:sldId id="396" r:id="rId141"/>
    <p:sldId id="404" r:id="rId142"/>
    <p:sldId id="405" r:id="rId143"/>
    <p:sldId id="398" r:id="rId144"/>
    <p:sldId id="397" r:id="rId145"/>
    <p:sldId id="399" r:id="rId146"/>
    <p:sldId id="402" r:id="rId147"/>
    <p:sldId id="403" r:id="rId148"/>
    <p:sldId id="406" r:id="rId149"/>
    <p:sldId id="408" r:id="rId150"/>
    <p:sldId id="409" r:id="rId151"/>
    <p:sldId id="401" r:id="rId152"/>
    <p:sldId id="407" r:id="rId153"/>
    <p:sldId id="410" r:id="rId154"/>
    <p:sldId id="411" r:id="rId155"/>
    <p:sldId id="412" r:id="rId156"/>
    <p:sldId id="413" r:id="rId157"/>
    <p:sldId id="414" r:id="rId158"/>
    <p:sldId id="415" r:id="rId159"/>
    <p:sldId id="416" r:id="rId160"/>
    <p:sldId id="417" r:id="rId161"/>
    <p:sldId id="418" r:id="rId162"/>
    <p:sldId id="419" r:id="rId163"/>
    <p:sldId id="420" r:id="rId164"/>
    <p:sldId id="421" r:id="rId165"/>
    <p:sldId id="422" r:id="rId166"/>
    <p:sldId id="423" r:id="rId167"/>
    <p:sldId id="424" r:id="rId168"/>
    <p:sldId id="426" r:id="rId169"/>
    <p:sldId id="428" r:id="rId170"/>
    <p:sldId id="429" r:id="rId171"/>
    <p:sldId id="430" r:id="rId172"/>
    <p:sldId id="435" r:id="rId173"/>
    <p:sldId id="431" r:id="rId174"/>
    <p:sldId id="432" r:id="rId175"/>
    <p:sldId id="433" r:id="rId176"/>
    <p:sldId id="434" r:id="rId177"/>
    <p:sldId id="436" r:id="rId178"/>
    <p:sldId id="437" r:id="rId179"/>
    <p:sldId id="438" r:id="rId180"/>
    <p:sldId id="440" r:id="rId181"/>
    <p:sldId id="441" r:id="rId182"/>
    <p:sldId id="443" r:id="rId183"/>
    <p:sldId id="447" r:id="rId184"/>
    <p:sldId id="444" r:id="rId185"/>
    <p:sldId id="445" r:id="rId186"/>
    <p:sldId id="446" r:id="rId187"/>
    <p:sldId id="456" r:id="rId188"/>
    <p:sldId id="448" r:id="rId189"/>
    <p:sldId id="449" r:id="rId190"/>
    <p:sldId id="450" r:id="rId191"/>
    <p:sldId id="451" r:id="rId192"/>
    <p:sldId id="452" r:id="rId193"/>
    <p:sldId id="453" r:id="rId194"/>
    <p:sldId id="454" r:id="rId195"/>
    <p:sldId id="455" r:id="rId196"/>
    <p:sldId id="457" r:id="rId197"/>
    <p:sldId id="458" r:id="rId198"/>
    <p:sldId id="460" r:id="rId199"/>
    <p:sldId id="461" r:id="rId200"/>
    <p:sldId id="462" r:id="rId201"/>
    <p:sldId id="463" r:id="rId202"/>
    <p:sldId id="464" r:id="rId203"/>
    <p:sldId id="469" r:id="rId204"/>
    <p:sldId id="470" r:id="rId205"/>
    <p:sldId id="471" r:id="rId206"/>
    <p:sldId id="466" r:id="rId207"/>
    <p:sldId id="467" r:id="rId208"/>
    <p:sldId id="468" r:id="rId209"/>
    <p:sldId id="472" r:id="rId210"/>
    <p:sldId id="473" r:id="rId211"/>
    <p:sldId id="517" r:id="rId212"/>
    <p:sldId id="518" r:id="rId213"/>
    <p:sldId id="519" r:id="rId214"/>
    <p:sldId id="475" r:id="rId215"/>
    <p:sldId id="474" r:id="rId216"/>
    <p:sldId id="476" r:id="rId217"/>
    <p:sldId id="477" r:id="rId218"/>
    <p:sldId id="478" r:id="rId219"/>
    <p:sldId id="479" r:id="rId220"/>
    <p:sldId id="480" r:id="rId221"/>
    <p:sldId id="481" r:id="rId222"/>
    <p:sldId id="482" r:id="rId223"/>
    <p:sldId id="483" r:id="rId224"/>
    <p:sldId id="484" r:id="rId225"/>
    <p:sldId id="486" r:id="rId226"/>
    <p:sldId id="487" r:id="rId227"/>
    <p:sldId id="485" r:id="rId228"/>
    <p:sldId id="491" r:id="rId229"/>
    <p:sldId id="497" r:id="rId230"/>
    <p:sldId id="498" r:id="rId231"/>
    <p:sldId id="489" r:id="rId232"/>
    <p:sldId id="501" r:id="rId233"/>
    <p:sldId id="506" r:id="rId234"/>
    <p:sldId id="510" r:id="rId235"/>
    <p:sldId id="515" r:id="rId236"/>
    <p:sldId id="516" r:id="rId237"/>
    <p:sldId id="511" r:id="rId238"/>
    <p:sldId id="514" r:id="rId239"/>
    <p:sldId id="490" r:id="rId240"/>
    <p:sldId id="512" r:id="rId241"/>
    <p:sldId id="502" r:id="rId242"/>
    <p:sldId id="503" r:id="rId243"/>
    <p:sldId id="504" r:id="rId244"/>
    <p:sldId id="488" r:id="rId245"/>
    <p:sldId id="507" r:id="rId246"/>
    <p:sldId id="508" r:id="rId2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ek 1" id="{5B86A6F2-8B50-434E-803F-40BD01D3A6AE}">
          <p14:sldIdLst>
            <p14:sldId id="256"/>
            <p14:sldId id="262"/>
            <p14:sldId id="263"/>
            <p14:sldId id="264"/>
            <p14:sldId id="265"/>
            <p14:sldId id="266"/>
            <p14:sldId id="267"/>
          </p14:sldIdLst>
        </p14:section>
        <p14:section name="Week 2" id="{257D8541-2953-4AD9-9A85-D50986500111}">
          <p14:sldIdLst>
            <p14:sldId id="257"/>
            <p14:sldId id="258"/>
            <p14:sldId id="259"/>
            <p14:sldId id="260"/>
            <p14:sldId id="261"/>
            <p14:sldId id="268"/>
            <p14:sldId id="269"/>
            <p14:sldId id="270"/>
            <p14:sldId id="274"/>
            <p14:sldId id="271"/>
            <p14:sldId id="273"/>
            <p14:sldId id="272"/>
            <p14:sldId id="275"/>
            <p14:sldId id="277"/>
            <p14:sldId id="280"/>
            <p14:sldId id="283"/>
            <p14:sldId id="285"/>
            <p14:sldId id="286"/>
            <p14:sldId id="284"/>
            <p14:sldId id="279"/>
            <p14:sldId id="287"/>
            <p14:sldId id="288"/>
            <p14:sldId id="294"/>
            <p14:sldId id="281"/>
            <p14:sldId id="289"/>
            <p14:sldId id="290"/>
            <p14:sldId id="291"/>
            <p14:sldId id="292"/>
            <p14:sldId id="293"/>
            <p14:sldId id="295"/>
            <p14:sldId id="296"/>
            <p14:sldId id="297"/>
            <p14:sldId id="298"/>
            <p14:sldId id="299"/>
            <p14:sldId id="302"/>
          </p14:sldIdLst>
        </p14:section>
        <p14:section name="Week 3" id="{B9833AC1-521C-403B-94AE-8AB086EF7833}">
          <p14:sldIdLst>
            <p14:sldId id="304"/>
            <p14:sldId id="301"/>
            <p14:sldId id="303"/>
            <p14:sldId id="306"/>
            <p14:sldId id="307"/>
            <p14:sldId id="305"/>
            <p14:sldId id="308"/>
            <p14:sldId id="309"/>
            <p14:sldId id="314"/>
            <p14:sldId id="315"/>
            <p14:sldId id="310"/>
            <p14:sldId id="311"/>
            <p14:sldId id="312"/>
            <p14:sldId id="313"/>
            <p14:sldId id="316"/>
            <p14:sldId id="318"/>
            <p14:sldId id="319"/>
            <p14:sldId id="317"/>
            <p14:sldId id="320"/>
            <p14:sldId id="321"/>
            <p14:sldId id="322"/>
            <p14:sldId id="323"/>
            <p14:sldId id="325"/>
            <p14:sldId id="326"/>
            <p14:sldId id="328"/>
            <p14:sldId id="329"/>
            <p14:sldId id="327"/>
          </p14:sldIdLst>
        </p14:section>
        <p14:section name="Week 4" id="{2C874559-6C8D-43E7-819C-5E5BE01F6ED1}">
          <p14:sldIdLst>
            <p14:sldId id="330"/>
            <p14:sldId id="343"/>
            <p14:sldId id="332"/>
            <p14:sldId id="333"/>
            <p14:sldId id="334"/>
            <p14:sldId id="335"/>
            <p14:sldId id="336"/>
            <p14:sldId id="337"/>
            <p14:sldId id="338"/>
            <p14:sldId id="339"/>
            <p14:sldId id="340"/>
            <p14:sldId id="341"/>
            <p14:sldId id="344"/>
            <p14:sldId id="345"/>
            <p14:sldId id="346"/>
            <p14:sldId id="347"/>
            <p14:sldId id="349"/>
            <p14:sldId id="350"/>
            <p14:sldId id="351"/>
            <p14:sldId id="342"/>
            <p14:sldId id="348"/>
            <p14:sldId id="352"/>
            <p14:sldId id="353"/>
            <p14:sldId id="354"/>
            <p14:sldId id="355"/>
            <p14:sldId id="356"/>
            <p14:sldId id="357"/>
            <p14:sldId id="358"/>
            <p14:sldId id="359"/>
            <p14:sldId id="360"/>
            <p14:sldId id="363"/>
            <p14:sldId id="371"/>
            <p14:sldId id="378"/>
            <p14:sldId id="361"/>
            <p14:sldId id="362"/>
            <p14:sldId id="365"/>
            <p14:sldId id="364"/>
            <p14:sldId id="366"/>
            <p14:sldId id="367"/>
            <p14:sldId id="368"/>
            <p14:sldId id="376"/>
            <p14:sldId id="369"/>
            <p14:sldId id="372"/>
            <p14:sldId id="373"/>
            <p14:sldId id="374"/>
            <p14:sldId id="375"/>
            <p14:sldId id="370"/>
            <p14:sldId id="377"/>
            <p14:sldId id="380"/>
            <p14:sldId id="379"/>
            <p14:sldId id="381"/>
            <p14:sldId id="382"/>
            <p14:sldId id="383"/>
            <p14:sldId id="390"/>
            <p14:sldId id="386"/>
            <p14:sldId id="385"/>
            <p14:sldId id="384"/>
            <p14:sldId id="391"/>
            <p14:sldId id="387"/>
            <p14:sldId id="388"/>
            <p14:sldId id="389"/>
          </p14:sldIdLst>
        </p14:section>
        <p14:section name="Week 5" id="{2AB1F615-1575-4650-91B3-2FA72E0DC5D5}">
          <p14:sldIdLst>
            <p14:sldId id="392"/>
            <p14:sldId id="393"/>
            <p14:sldId id="394"/>
            <p14:sldId id="395"/>
            <p14:sldId id="396"/>
            <p14:sldId id="404"/>
            <p14:sldId id="405"/>
            <p14:sldId id="398"/>
            <p14:sldId id="397"/>
            <p14:sldId id="399"/>
            <p14:sldId id="402"/>
            <p14:sldId id="403"/>
            <p14:sldId id="406"/>
            <p14:sldId id="408"/>
            <p14:sldId id="409"/>
            <p14:sldId id="401"/>
            <p14:sldId id="407"/>
            <p14:sldId id="410"/>
          </p14:sldIdLst>
        </p14:section>
        <p14:section name="Week 6" id="{1D5F7D04-B9D0-485C-99DB-71FBB4541695}">
          <p14:sldIdLst>
            <p14:sldId id="411"/>
            <p14:sldId id="412"/>
            <p14:sldId id="413"/>
            <p14:sldId id="414"/>
            <p14:sldId id="415"/>
            <p14:sldId id="416"/>
            <p14:sldId id="417"/>
            <p14:sldId id="418"/>
            <p14:sldId id="419"/>
            <p14:sldId id="420"/>
            <p14:sldId id="421"/>
            <p14:sldId id="422"/>
            <p14:sldId id="423"/>
            <p14:sldId id="424"/>
            <p14:sldId id="426"/>
            <p14:sldId id="428"/>
          </p14:sldIdLst>
        </p14:section>
        <p14:section name="Week 7" id="{36B530FF-7456-4CE6-AA0E-D1567DE3CF77}">
          <p14:sldIdLst>
            <p14:sldId id="429"/>
            <p14:sldId id="430"/>
            <p14:sldId id="435"/>
            <p14:sldId id="431"/>
            <p14:sldId id="432"/>
            <p14:sldId id="433"/>
            <p14:sldId id="434"/>
            <p14:sldId id="436"/>
            <p14:sldId id="437"/>
            <p14:sldId id="438"/>
            <p14:sldId id="440"/>
            <p14:sldId id="441"/>
            <p14:sldId id="443"/>
            <p14:sldId id="447"/>
            <p14:sldId id="444"/>
            <p14:sldId id="445"/>
            <p14:sldId id="446"/>
            <p14:sldId id="456"/>
            <p14:sldId id="448"/>
            <p14:sldId id="449"/>
            <p14:sldId id="450"/>
            <p14:sldId id="451"/>
            <p14:sldId id="452"/>
            <p14:sldId id="453"/>
            <p14:sldId id="454"/>
            <p14:sldId id="455"/>
            <p14:sldId id="457"/>
            <p14:sldId id="458"/>
            <p14:sldId id="460"/>
            <p14:sldId id="461"/>
            <p14:sldId id="462"/>
            <p14:sldId id="463"/>
            <p14:sldId id="464"/>
            <p14:sldId id="469"/>
            <p14:sldId id="470"/>
            <p14:sldId id="471"/>
            <p14:sldId id="466"/>
            <p14:sldId id="467"/>
            <p14:sldId id="468"/>
            <p14:sldId id="472"/>
            <p14:sldId id="473"/>
            <p14:sldId id="517"/>
            <p14:sldId id="518"/>
            <p14:sldId id="519"/>
          </p14:sldIdLst>
        </p14:section>
        <p14:section name="Final Presentation" id="{BBB6BB45-E6D9-46F3-AFC4-2CFCF864D7F3}">
          <p14:sldIdLst>
            <p14:sldId id="475"/>
            <p14:sldId id="474"/>
            <p14:sldId id="476"/>
            <p14:sldId id="477"/>
            <p14:sldId id="478"/>
            <p14:sldId id="479"/>
            <p14:sldId id="480"/>
            <p14:sldId id="481"/>
            <p14:sldId id="482"/>
            <p14:sldId id="483"/>
            <p14:sldId id="484"/>
            <p14:sldId id="486"/>
            <p14:sldId id="487"/>
            <p14:sldId id="485"/>
            <p14:sldId id="491"/>
            <p14:sldId id="497"/>
            <p14:sldId id="498"/>
            <p14:sldId id="489"/>
            <p14:sldId id="501"/>
            <p14:sldId id="506"/>
            <p14:sldId id="510"/>
            <p14:sldId id="515"/>
            <p14:sldId id="516"/>
            <p14:sldId id="511"/>
            <p14:sldId id="514"/>
            <p14:sldId id="490"/>
            <p14:sldId id="512"/>
            <p14:sldId id="502"/>
            <p14:sldId id="503"/>
            <p14:sldId id="504"/>
            <p14:sldId id="488"/>
            <p14:sldId id="507"/>
            <p14:sldId id="50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8B9E7"/>
    <a:srgbClr val="F4752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D3E8F36-E436-4BF3-957C-1E3D1BCF9DAB}" v="19" dt="2021-07-19T06:36:53.47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97" autoAdjust="0"/>
    <p:restoredTop sz="88317" autoAdjust="0"/>
  </p:normalViewPr>
  <p:slideViewPr>
    <p:cSldViewPr snapToGrid="0">
      <p:cViewPr varScale="1">
        <p:scale>
          <a:sx n="83" d="100"/>
          <a:sy n="83" d="100"/>
        </p:scale>
        <p:origin x="1051"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1.xml"/><Relationship Id="rId21" Type="http://schemas.openxmlformats.org/officeDocument/2006/relationships/slide" Target="slides/slide15.xml"/><Relationship Id="rId42" Type="http://schemas.openxmlformats.org/officeDocument/2006/relationships/slide" Target="slides/slide36.xml"/><Relationship Id="rId63" Type="http://schemas.openxmlformats.org/officeDocument/2006/relationships/slide" Target="slides/slide57.xml"/><Relationship Id="rId84" Type="http://schemas.openxmlformats.org/officeDocument/2006/relationships/slide" Target="slides/slide78.xml"/><Relationship Id="rId138" Type="http://schemas.openxmlformats.org/officeDocument/2006/relationships/slide" Target="slides/slide132.xml"/><Relationship Id="rId159" Type="http://schemas.openxmlformats.org/officeDocument/2006/relationships/slide" Target="slides/slide153.xml"/><Relationship Id="rId170" Type="http://schemas.openxmlformats.org/officeDocument/2006/relationships/slide" Target="slides/slide164.xml"/><Relationship Id="rId191" Type="http://schemas.openxmlformats.org/officeDocument/2006/relationships/slide" Target="slides/slide185.xml"/><Relationship Id="rId205" Type="http://schemas.openxmlformats.org/officeDocument/2006/relationships/slide" Target="slides/slide199.xml"/><Relationship Id="rId226" Type="http://schemas.openxmlformats.org/officeDocument/2006/relationships/slide" Target="slides/slide220.xml"/><Relationship Id="rId247" Type="http://schemas.openxmlformats.org/officeDocument/2006/relationships/slide" Target="slides/slide241.xml"/><Relationship Id="rId107" Type="http://schemas.openxmlformats.org/officeDocument/2006/relationships/slide" Target="slides/slide101.xml"/><Relationship Id="rId11" Type="http://schemas.openxmlformats.org/officeDocument/2006/relationships/slide" Target="slides/slide5.xml"/><Relationship Id="rId32" Type="http://schemas.openxmlformats.org/officeDocument/2006/relationships/slide" Target="slides/slide26.xml"/><Relationship Id="rId53" Type="http://schemas.openxmlformats.org/officeDocument/2006/relationships/slide" Target="slides/slide47.xml"/><Relationship Id="rId74" Type="http://schemas.openxmlformats.org/officeDocument/2006/relationships/slide" Target="slides/slide68.xml"/><Relationship Id="rId128" Type="http://schemas.openxmlformats.org/officeDocument/2006/relationships/slide" Target="slides/slide122.xml"/><Relationship Id="rId149" Type="http://schemas.openxmlformats.org/officeDocument/2006/relationships/slide" Target="slides/slide143.xml"/><Relationship Id="rId5" Type="http://schemas.openxmlformats.org/officeDocument/2006/relationships/slideMaster" Target="slideMasters/slideMaster5.xml"/><Relationship Id="rId95" Type="http://schemas.openxmlformats.org/officeDocument/2006/relationships/slide" Target="slides/slide89.xml"/><Relationship Id="rId160" Type="http://schemas.openxmlformats.org/officeDocument/2006/relationships/slide" Target="slides/slide154.xml"/><Relationship Id="rId181" Type="http://schemas.openxmlformats.org/officeDocument/2006/relationships/slide" Target="slides/slide175.xml"/><Relationship Id="rId216" Type="http://schemas.openxmlformats.org/officeDocument/2006/relationships/slide" Target="slides/slide210.xml"/><Relationship Id="rId237" Type="http://schemas.openxmlformats.org/officeDocument/2006/relationships/slide" Target="slides/slide231.xml"/><Relationship Id="rId22" Type="http://schemas.openxmlformats.org/officeDocument/2006/relationships/slide" Target="slides/slide16.xml"/><Relationship Id="rId43" Type="http://schemas.openxmlformats.org/officeDocument/2006/relationships/slide" Target="slides/slide37.xml"/><Relationship Id="rId64" Type="http://schemas.openxmlformats.org/officeDocument/2006/relationships/slide" Target="slides/slide58.xml"/><Relationship Id="rId118" Type="http://schemas.openxmlformats.org/officeDocument/2006/relationships/slide" Target="slides/slide112.xml"/><Relationship Id="rId139" Type="http://schemas.openxmlformats.org/officeDocument/2006/relationships/slide" Target="slides/slide133.xml"/><Relationship Id="rId85" Type="http://schemas.openxmlformats.org/officeDocument/2006/relationships/slide" Target="slides/slide79.xml"/><Relationship Id="rId150" Type="http://schemas.openxmlformats.org/officeDocument/2006/relationships/slide" Target="slides/slide144.xml"/><Relationship Id="rId171" Type="http://schemas.openxmlformats.org/officeDocument/2006/relationships/slide" Target="slides/slide165.xml"/><Relationship Id="rId192" Type="http://schemas.openxmlformats.org/officeDocument/2006/relationships/slide" Target="slides/slide186.xml"/><Relationship Id="rId206" Type="http://schemas.openxmlformats.org/officeDocument/2006/relationships/slide" Target="slides/slide200.xml"/><Relationship Id="rId227" Type="http://schemas.openxmlformats.org/officeDocument/2006/relationships/slide" Target="slides/slide221.xml"/><Relationship Id="rId248" Type="http://schemas.openxmlformats.org/officeDocument/2006/relationships/notesMaster" Target="notesMasters/notesMaster1.xml"/><Relationship Id="rId12" Type="http://schemas.openxmlformats.org/officeDocument/2006/relationships/slide" Target="slides/slide6.xml"/><Relationship Id="rId33" Type="http://schemas.openxmlformats.org/officeDocument/2006/relationships/slide" Target="slides/slide27.xml"/><Relationship Id="rId108" Type="http://schemas.openxmlformats.org/officeDocument/2006/relationships/slide" Target="slides/slide102.xml"/><Relationship Id="rId129" Type="http://schemas.openxmlformats.org/officeDocument/2006/relationships/slide" Target="slides/slide123.xml"/><Relationship Id="rId54" Type="http://schemas.openxmlformats.org/officeDocument/2006/relationships/slide" Target="slides/slide48.xml"/><Relationship Id="rId75" Type="http://schemas.openxmlformats.org/officeDocument/2006/relationships/slide" Target="slides/slide69.xml"/><Relationship Id="rId96" Type="http://schemas.openxmlformats.org/officeDocument/2006/relationships/slide" Target="slides/slide90.xml"/><Relationship Id="rId140" Type="http://schemas.openxmlformats.org/officeDocument/2006/relationships/slide" Target="slides/slide134.xml"/><Relationship Id="rId161" Type="http://schemas.openxmlformats.org/officeDocument/2006/relationships/slide" Target="slides/slide155.xml"/><Relationship Id="rId182" Type="http://schemas.openxmlformats.org/officeDocument/2006/relationships/slide" Target="slides/slide176.xml"/><Relationship Id="rId217" Type="http://schemas.openxmlformats.org/officeDocument/2006/relationships/slide" Target="slides/slide211.xml"/><Relationship Id="rId6" Type="http://schemas.openxmlformats.org/officeDocument/2006/relationships/slideMaster" Target="slideMasters/slideMaster6.xml"/><Relationship Id="rId238" Type="http://schemas.openxmlformats.org/officeDocument/2006/relationships/slide" Target="slides/slide232.xml"/><Relationship Id="rId23" Type="http://schemas.openxmlformats.org/officeDocument/2006/relationships/slide" Target="slides/slide17.xml"/><Relationship Id="rId119" Type="http://schemas.openxmlformats.org/officeDocument/2006/relationships/slide" Target="slides/slide113.xml"/><Relationship Id="rId44" Type="http://schemas.openxmlformats.org/officeDocument/2006/relationships/slide" Target="slides/slide38.xml"/><Relationship Id="rId65" Type="http://schemas.openxmlformats.org/officeDocument/2006/relationships/slide" Target="slides/slide59.xml"/><Relationship Id="rId86" Type="http://schemas.openxmlformats.org/officeDocument/2006/relationships/slide" Target="slides/slide80.xml"/><Relationship Id="rId130" Type="http://schemas.openxmlformats.org/officeDocument/2006/relationships/slide" Target="slides/slide124.xml"/><Relationship Id="rId151" Type="http://schemas.openxmlformats.org/officeDocument/2006/relationships/slide" Target="slides/slide145.xml"/><Relationship Id="rId172" Type="http://schemas.openxmlformats.org/officeDocument/2006/relationships/slide" Target="slides/slide166.xml"/><Relationship Id="rId193" Type="http://schemas.openxmlformats.org/officeDocument/2006/relationships/slide" Target="slides/slide187.xml"/><Relationship Id="rId207" Type="http://schemas.openxmlformats.org/officeDocument/2006/relationships/slide" Target="slides/slide201.xml"/><Relationship Id="rId228" Type="http://schemas.openxmlformats.org/officeDocument/2006/relationships/slide" Target="slides/slide222.xml"/><Relationship Id="rId249" Type="http://schemas.openxmlformats.org/officeDocument/2006/relationships/presProps" Target="presProps.xml"/><Relationship Id="rId13" Type="http://schemas.openxmlformats.org/officeDocument/2006/relationships/slide" Target="slides/slide7.xml"/><Relationship Id="rId109" Type="http://schemas.openxmlformats.org/officeDocument/2006/relationships/slide" Target="slides/slide103.xml"/><Relationship Id="rId34" Type="http://schemas.openxmlformats.org/officeDocument/2006/relationships/slide" Target="slides/slide28.xml"/><Relationship Id="rId55" Type="http://schemas.openxmlformats.org/officeDocument/2006/relationships/slide" Target="slides/slide49.xml"/><Relationship Id="rId76" Type="http://schemas.openxmlformats.org/officeDocument/2006/relationships/slide" Target="slides/slide70.xml"/><Relationship Id="rId97" Type="http://schemas.openxmlformats.org/officeDocument/2006/relationships/slide" Target="slides/slide91.xml"/><Relationship Id="rId120" Type="http://schemas.openxmlformats.org/officeDocument/2006/relationships/slide" Target="slides/slide114.xml"/><Relationship Id="rId141" Type="http://schemas.openxmlformats.org/officeDocument/2006/relationships/slide" Target="slides/slide135.xml"/><Relationship Id="rId7" Type="http://schemas.openxmlformats.org/officeDocument/2006/relationships/slide" Target="slides/slide1.xml"/><Relationship Id="rId162" Type="http://schemas.openxmlformats.org/officeDocument/2006/relationships/slide" Target="slides/slide156.xml"/><Relationship Id="rId183" Type="http://schemas.openxmlformats.org/officeDocument/2006/relationships/slide" Target="slides/slide177.xml"/><Relationship Id="rId218" Type="http://schemas.openxmlformats.org/officeDocument/2006/relationships/slide" Target="slides/slide212.xml"/><Relationship Id="rId239" Type="http://schemas.openxmlformats.org/officeDocument/2006/relationships/slide" Target="slides/slide233.xml"/><Relationship Id="rId250" Type="http://schemas.openxmlformats.org/officeDocument/2006/relationships/viewProps" Target="viewProps.xml"/><Relationship Id="rId24" Type="http://schemas.openxmlformats.org/officeDocument/2006/relationships/slide" Target="slides/slide18.xml"/><Relationship Id="rId45" Type="http://schemas.openxmlformats.org/officeDocument/2006/relationships/slide" Target="slides/slide39.xml"/><Relationship Id="rId66" Type="http://schemas.openxmlformats.org/officeDocument/2006/relationships/slide" Target="slides/slide60.xml"/><Relationship Id="rId87" Type="http://schemas.openxmlformats.org/officeDocument/2006/relationships/slide" Target="slides/slide81.xml"/><Relationship Id="rId110" Type="http://schemas.openxmlformats.org/officeDocument/2006/relationships/slide" Target="slides/slide104.xml"/><Relationship Id="rId131" Type="http://schemas.openxmlformats.org/officeDocument/2006/relationships/slide" Target="slides/slide125.xml"/><Relationship Id="rId152" Type="http://schemas.openxmlformats.org/officeDocument/2006/relationships/slide" Target="slides/slide146.xml"/><Relationship Id="rId173" Type="http://schemas.openxmlformats.org/officeDocument/2006/relationships/slide" Target="slides/slide167.xml"/><Relationship Id="rId194" Type="http://schemas.openxmlformats.org/officeDocument/2006/relationships/slide" Target="slides/slide188.xml"/><Relationship Id="rId208" Type="http://schemas.openxmlformats.org/officeDocument/2006/relationships/slide" Target="slides/slide202.xml"/><Relationship Id="rId229" Type="http://schemas.openxmlformats.org/officeDocument/2006/relationships/slide" Target="slides/slide223.xml"/><Relationship Id="rId240" Type="http://schemas.openxmlformats.org/officeDocument/2006/relationships/slide" Target="slides/slide234.xml"/><Relationship Id="rId14" Type="http://schemas.openxmlformats.org/officeDocument/2006/relationships/slide" Target="slides/slide8.xml"/><Relationship Id="rId35" Type="http://schemas.openxmlformats.org/officeDocument/2006/relationships/slide" Target="slides/slide29.xml"/><Relationship Id="rId56" Type="http://schemas.openxmlformats.org/officeDocument/2006/relationships/slide" Target="slides/slide50.xml"/><Relationship Id="rId77" Type="http://schemas.openxmlformats.org/officeDocument/2006/relationships/slide" Target="slides/slide71.xml"/><Relationship Id="rId100" Type="http://schemas.openxmlformats.org/officeDocument/2006/relationships/slide" Target="slides/slide94.xml"/><Relationship Id="rId8" Type="http://schemas.openxmlformats.org/officeDocument/2006/relationships/slide" Target="slides/slide2.xml"/><Relationship Id="rId98" Type="http://schemas.openxmlformats.org/officeDocument/2006/relationships/slide" Target="slides/slide92.xml"/><Relationship Id="rId121" Type="http://schemas.openxmlformats.org/officeDocument/2006/relationships/slide" Target="slides/slide115.xml"/><Relationship Id="rId142" Type="http://schemas.openxmlformats.org/officeDocument/2006/relationships/slide" Target="slides/slide136.xml"/><Relationship Id="rId163" Type="http://schemas.openxmlformats.org/officeDocument/2006/relationships/slide" Target="slides/slide157.xml"/><Relationship Id="rId184" Type="http://schemas.openxmlformats.org/officeDocument/2006/relationships/slide" Target="slides/slide178.xml"/><Relationship Id="rId219" Type="http://schemas.openxmlformats.org/officeDocument/2006/relationships/slide" Target="slides/slide213.xml"/><Relationship Id="rId230" Type="http://schemas.openxmlformats.org/officeDocument/2006/relationships/slide" Target="slides/slide224.xml"/><Relationship Id="rId251" Type="http://schemas.openxmlformats.org/officeDocument/2006/relationships/theme" Target="theme/theme1.xml"/><Relationship Id="rId25" Type="http://schemas.openxmlformats.org/officeDocument/2006/relationships/slide" Target="slides/slide19.xml"/><Relationship Id="rId46" Type="http://schemas.openxmlformats.org/officeDocument/2006/relationships/slide" Target="slides/slide40.xml"/><Relationship Id="rId67" Type="http://schemas.openxmlformats.org/officeDocument/2006/relationships/slide" Target="slides/slide61.xml"/><Relationship Id="rId88" Type="http://schemas.openxmlformats.org/officeDocument/2006/relationships/slide" Target="slides/slide82.xml"/><Relationship Id="rId111" Type="http://schemas.openxmlformats.org/officeDocument/2006/relationships/slide" Target="slides/slide105.xml"/><Relationship Id="rId132" Type="http://schemas.openxmlformats.org/officeDocument/2006/relationships/slide" Target="slides/slide126.xml"/><Relationship Id="rId153" Type="http://schemas.openxmlformats.org/officeDocument/2006/relationships/slide" Target="slides/slide147.xml"/><Relationship Id="rId174" Type="http://schemas.openxmlformats.org/officeDocument/2006/relationships/slide" Target="slides/slide168.xml"/><Relationship Id="rId195" Type="http://schemas.openxmlformats.org/officeDocument/2006/relationships/slide" Target="slides/slide189.xml"/><Relationship Id="rId209" Type="http://schemas.openxmlformats.org/officeDocument/2006/relationships/slide" Target="slides/slide203.xml"/><Relationship Id="rId220" Type="http://schemas.openxmlformats.org/officeDocument/2006/relationships/slide" Target="slides/slide214.xml"/><Relationship Id="rId241" Type="http://schemas.openxmlformats.org/officeDocument/2006/relationships/slide" Target="slides/slide235.xml"/><Relationship Id="rId15" Type="http://schemas.openxmlformats.org/officeDocument/2006/relationships/slide" Target="slides/slide9.xml"/><Relationship Id="rId36" Type="http://schemas.openxmlformats.org/officeDocument/2006/relationships/slide" Target="slides/slide30.xml"/><Relationship Id="rId57" Type="http://schemas.openxmlformats.org/officeDocument/2006/relationships/slide" Target="slides/slide51.xml"/><Relationship Id="rId78" Type="http://schemas.openxmlformats.org/officeDocument/2006/relationships/slide" Target="slides/slide72.xml"/><Relationship Id="rId99" Type="http://schemas.openxmlformats.org/officeDocument/2006/relationships/slide" Target="slides/slide93.xml"/><Relationship Id="rId101" Type="http://schemas.openxmlformats.org/officeDocument/2006/relationships/slide" Target="slides/slide95.xml"/><Relationship Id="rId122" Type="http://schemas.openxmlformats.org/officeDocument/2006/relationships/slide" Target="slides/slide116.xml"/><Relationship Id="rId143" Type="http://schemas.openxmlformats.org/officeDocument/2006/relationships/slide" Target="slides/slide137.xml"/><Relationship Id="rId164" Type="http://schemas.openxmlformats.org/officeDocument/2006/relationships/slide" Target="slides/slide158.xml"/><Relationship Id="rId185" Type="http://schemas.openxmlformats.org/officeDocument/2006/relationships/slide" Target="slides/slide179.xml"/><Relationship Id="rId9" Type="http://schemas.openxmlformats.org/officeDocument/2006/relationships/slide" Target="slides/slide3.xml"/><Relationship Id="rId210" Type="http://schemas.openxmlformats.org/officeDocument/2006/relationships/slide" Target="slides/slide204.xml"/><Relationship Id="rId26" Type="http://schemas.openxmlformats.org/officeDocument/2006/relationships/slide" Target="slides/slide20.xml"/><Relationship Id="rId231" Type="http://schemas.openxmlformats.org/officeDocument/2006/relationships/slide" Target="slides/slide225.xml"/><Relationship Id="rId252" Type="http://schemas.openxmlformats.org/officeDocument/2006/relationships/tableStyles" Target="tableStyles.xml"/><Relationship Id="rId47" Type="http://schemas.openxmlformats.org/officeDocument/2006/relationships/slide" Target="slides/slide41.xml"/><Relationship Id="rId68" Type="http://schemas.openxmlformats.org/officeDocument/2006/relationships/slide" Target="slides/slide62.xml"/><Relationship Id="rId89" Type="http://schemas.openxmlformats.org/officeDocument/2006/relationships/slide" Target="slides/slide83.xml"/><Relationship Id="rId112" Type="http://schemas.openxmlformats.org/officeDocument/2006/relationships/slide" Target="slides/slide106.xml"/><Relationship Id="rId133" Type="http://schemas.openxmlformats.org/officeDocument/2006/relationships/slide" Target="slides/slide127.xml"/><Relationship Id="rId154" Type="http://schemas.openxmlformats.org/officeDocument/2006/relationships/slide" Target="slides/slide148.xml"/><Relationship Id="rId175" Type="http://schemas.openxmlformats.org/officeDocument/2006/relationships/slide" Target="slides/slide169.xml"/><Relationship Id="rId196" Type="http://schemas.openxmlformats.org/officeDocument/2006/relationships/slide" Target="slides/slide190.xml"/><Relationship Id="rId200" Type="http://schemas.openxmlformats.org/officeDocument/2006/relationships/slide" Target="slides/slide194.xml"/><Relationship Id="rId16" Type="http://schemas.openxmlformats.org/officeDocument/2006/relationships/slide" Target="slides/slide10.xml"/><Relationship Id="rId221" Type="http://schemas.openxmlformats.org/officeDocument/2006/relationships/slide" Target="slides/slide215.xml"/><Relationship Id="rId242" Type="http://schemas.openxmlformats.org/officeDocument/2006/relationships/slide" Target="slides/slide236.xml"/><Relationship Id="rId37" Type="http://schemas.openxmlformats.org/officeDocument/2006/relationships/slide" Target="slides/slide31.xml"/><Relationship Id="rId58" Type="http://schemas.openxmlformats.org/officeDocument/2006/relationships/slide" Target="slides/slide52.xml"/><Relationship Id="rId79" Type="http://schemas.openxmlformats.org/officeDocument/2006/relationships/slide" Target="slides/slide73.xml"/><Relationship Id="rId102" Type="http://schemas.openxmlformats.org/officeDocument/2006/relationships/slide" Target="slides/slide96.xml"/><Relationship Id="rId123" Type="http://schemas.openxmlformats.org/officeDocument/2006/relationships/slide" Target="slides/slide117.xml"/><Relationship Id="rId144" Type="http://schemas.openxmlformats.org/officeDocument/2006/relationships/slide" Target="slides/slide138.xml"/><Relationship Id="rId90" Type="http://schemas.openxmlformats.org/officeDocument/2006/relationships/slide" Target="slides/slide84.xml"/><Relationship Id="rId165" Type="http://schemas.openxmlformats.org/officeDocument/2006/relationships/slide" Target="slides/slide159.xml"/><Relationship Id="rId186" Type="http://schemas.openxmlformats.org/officeDocument/2006/relationships/slide" Target="slides/slide180.xml"/><Relationship Id="rId211" Type="http://schemas.openxmlformats.org/officeDocument/2006/relationships/slide" Target="slides/slide205.xml"/><Relationship Id="rId232" Type="http://schemas.openxmlformats.org/officeDocument/2006/relationships/slide" Target="slides/slide226.xml"/><Relationship Id="rId253" Type="http://schemas.microsoft.com/office/2016/11/relationships/changesInfo" Target="changesInfos/changesInfo1.xml"/><Relationship Id="rId27" Type="http://schemas.openxmlformats.org/officeDocument/2006/relationships/slide" Target="slides/slide21.xml"/><Relationship Id="rId48" Type="http://schemas.openxmlformats.org/officeDocument/2006/relationships/slide" Target="slides/slide42.xml"/><Relationship Id="rId69" Type="http://schemas.openxmlformats.org/officeDocument/2006/relationships/slide" Target="slides/slide63.xml"/><Relationship Id="rId113" Type="http://schemas.openxmlformats.org/officeDocument/2006/relationships/slide" Target="slides/slide107.xml"/><Relationship Id="rId134" Type="http://schemas.openxmlformats.org/officeDocument/2006/relationships/slide" Target="slides/slide128.xml"/><Relationship Id="rId80" Type="http://schemas.openxmlformats.org/officeDocument/2006/relationships/slide" Target="slides/slide74.xml"/><Relationship Id="rId155" Type="http://schemas.openxmlformats.org/officeDocument/2006/relationships/slide" Target="slides/slide149.xml"/><Relationship Id="rId176" Type="http://schemas.openxmlformats.org/officeDocument/2006/relationships/slide" Target="slides/slide170.xml"/><Relationship Id="rId197" Type="http://schemas.openxmlformats.org/officeDocument/2006/relationships/slide" Target="slides/slide191.xml"/><Relationship Id="rId201" Type="http://schemas.openxmlformats.org/officeDocument/2006/relationships/slide" Target="slides/slide195.xml"/><Relationship Id="rId222" Type="http://schemas.openxmlformats.org/officeDocument/2006/relationships/slide" Target="slides/slide216.xml"/><Relationship Id="rId243" Type="http://schemas.openxmlformats.org/officeDocument/2006/relationships/slide" Target="slides/slide237.xml"/><Relationship Id="rId17" Type="http://schemas.openxmlformats.org/officeDocument/2006/relationships/slide" Target="slides/slide11.xml"/><Relationship Id="rId38" Type="http://schemas.openxmlformats.org/officeDocument/2006/relationships/slide" Target="slides/slide32.xml"/><Relationship Id="rId59" Type="http://schemas.openxmlformats.org/officeDocument/2006/relationships/slide" Target="slides/slide53.xml"/><Relationship Id="rId103" Type="http://schemas.openxmlformats.org/officeDocument/2006/relationships/slide" Target="slides/slide97.xml"/><Relationship Id="rId124" Type="http://schemas.openxmlformats.org/officeDocument/2006/relationships/slide" Target="slides/slide118.xml"/><Relationship Id="rId70" Type="http://schemas.openxmlformats.org/officeDocument/2006/relationships/slide" Target="slides/slide64.xml"/><Relationship Id="rId91" Type="http://schemas.openxmlformats.org/officeDocument/2006/relationships/slide" Target="slides/slide85.xml"/><Relationship Id="rId145" Type="http://schemas.openxmlformats.org/officeDocument/2006/relationships/slide" Target="slides/slide139.xml"/><Relationship Id="rId166" Type="http://schemas.openxmlformats.org/officeDocument/2006/relationships/slide" Target="slides/slide160.xml"/><Relationship Id="rId187" Type="http://schemas.openxmlformats.org/officeDocument/2006/relationships/slide" Target="slides/slide181.xml"/><Relationship Id="rId1" Type="http://schemas.openxmlformats.org/officeDocument/2006/relationships/slideMaster" Target="slideMasters/slideMaster1.xml"/><Relationship Id="rId212" Type="http://schemas.openxmlformats.org/officeDocument/2006/relationships/slide" Target="slides/slide206.xml"/><Relationship Id="rId233" Type="http://schemas.openxmlformats.org/officeDocument/2006/relationships/slide" Target="slides/slide227.xml"/><Relationship Id="rId254" Type="http://schemas.microsoft.com/office/2015/10/relationships/revisionInfo" Target="revisionInfo.xml"/><Relationship Id="rId28" Type="http://schemas.openxmlformats.org/officeDocument/2006/relationships/slide" Target="slides/slide22.xml"/><Relationship Id="rId49" Type="http://schemas.openxmlformats.org/officeDocument/2006/relationships/slide" Target="slides/slide43.xml"/><Relationship Id="rId114" Type="http://schemas.openxmlformats.org/officeDocument/2006/relationships/slide" Target="slides/slide108.xml"/><Relationship Id="rId60" Type="http://schemas.openxmlformats.org/officeDocument/2006/relationships/slide" Target="slides/slide54.xml"/><Relationship Id="rId81" Type="http://schemas.openxmlformats.org/officeDocument/2006/relationships/slide" Target="slides/slide75.xml"/><Relationship Id="rId135" Type="http://schemas.openxmlformats.org/officeDocument/2006/relationships/slide" Target="slides/slide129.xml"/><Relationship Id="rId156" Type="http://schemas.openxmlformats.org/officeDocument/2006/relationships/slide" Target="slides/slide150.xml"/><Relationship Id="rId177" Type="http://schemas.openxmlformats.org/officeDocument/2006/relationships/slide" Target="slides/slide171.xml"/><Relationship Id="rId198" Type="http://schemas.openxmlformats.org/officeDocument/2006/relationships/slide" Target="slides/slide192.xml"/><Relationship Id="rId202" Type="http://schemas.openxmlformats.org/officeDocument/2006/relationships/slide" Target="slides/slide196.xml"/><Relationship Id="rId223" Type="http://schemas.openxmlformats.org/officeDocument/2006/relationships/slide" Target="slides/slide217.xml"/><Relationship Id="rId244" Type="http://schemas.openxmlformats.org/officeDocument/2006/relationships/slide" Target="slides/slide238.xml"/><Relationship Id="rId18" Type="http://schemas.openxmlformats.org/officeDocument/2006/relationships/slide" Target="slides/slide12.xml"/><Relationship Id="rId39" Type="http://schemas.openxmlformats.org/officeDocument/2006/relationships/slide" Target="slides/slide33.xml"/><Relationship Id="rId50" Type="http://schemas.openxmlformats.org/officeDocument/2006/relationships/slide" Target="slides/slide44.xml"/><Relationship Id="rId104" Type="http://schemas.openxmlformats.org/officeDocument/2006/relationships/slide" Target="slides/slide98.xml"/><Relationship Id="rId125" Type="http://schemas.openxmlformats.org/officeDocument/2006/relationships/slide" Target="slides/slide119.xml"/><Relationship Id="rId146" Type="http://schemas.openxmlformats.org/officeDocument/2006/relationships/slide" Target="slides/slide140.xml"/><Relationship Id="rId167" Type="http://schemas.openxmlformats.org/officeDocument/2006/relationships/slide" Target="slides/slide161.xml"/><Relationship Id="rId188" Type="http://schemas.openxmlformats.org/officeDocument/2006/relationships/slide" Target="slides/slide182.xml"/><Relationship Id="rId71" Type="http://schemas.openxmlformats.org/officeDocument/2006/relationships/slide" Target="slides/slide65.xml"/><Relationship Id="rId92" Type="http://schemas.openxmlformats.org/officeDocument/2006/relationships/slide" Target="slides/slide86.xml"/><Relationship Id="rId213" Type="http://schemas.openxmlformats.org/officeDocument/2006/relationships/slide" Target="slides/slide207.xml"/><Relationship Id="rId234" Type="http://schemas.openxmlformats.org/officeDocument/2006/relationships/slide" Target="slides/slide228.xml"/><Relationship Id="rId2" Type="http://schemas.openxmlformats.org/officeDocument/2006/relationships/slideMaster" Target="slideMasters/slideMaster2.xml"/><Relationship Id="rId29" Type="http://schemas.openxmlformats.org/officeDocument/2006/relationships/slide" Target="slides/slide23.xml"/><Relationship Id="rId40" Type="http://schemas.openxmlformats.org/officeDocument/2006/relationships/slide" Target="slides/slide34.xml"/><Relationship Id="rId115" Type="http://schemas.openxmlformats.org/officeDocument/2006/relationships/slide" Target="slides/slide109.xml"/><Relationship Id="rId136" Type="http://schemas.openxmlformats.org/officeDocument/2006/relationships/slide" Target="slides/slide130.xml"/><Relationship Id="rId157" Type="http://schemas.openxmlformats.org/officeDocument/2006/relationships/slide" Target="slides/slide151.xml"/><Relationship Id="rId178" Type="http://schemas.openxmlformats.org/officeDocument/2006/relationships/slide" Target="slides/slide172.xml"/><Relationship Id="rId61" Type="http://schemas.openxmlformats.org/officeDocument/2006/relationships/slide" Target="slides/slide55.xml"/><Relationship Id="rId82" Type="http://schemas.openxmlformats.org/officeDocument/2006/relationships/slide" Target="slides/slide76.xml"/><Relationship Id="rId199" Type="http://schemas.openxmlformats.org/officeDocument/2006/relationships/slide" Target="slides/slide193.xml"/><Relationship Id="rId203" Type="http://schemas.openxmlformats.org/officeDocument/2006/relationships/slide" Target="slides/slide197.xml"/><Relationship Id="rId19" Type="http://schemas.openxmlformats.org/officeDocument/2006/relationships/slide" Target="slides/slide13.xml"/><Relationship Id="rId224" Type="http://schemas.openxmlformats.org/officeDocument/2006/relationships/slide" Target="slides/slide218.xml"/><Relationship Id="rId245" Type="http://schemas.openxmlformats.org/officeDocument/2006/relationships/slide" Target="slides/slide239.xml"/><Relationship Id="rId30" Type="http://schemas.openxmlformats.org/officeDocument/2006/relationships/slide" Target="slides/slide24.xml"/><Relationship Id="rId105" Type="http://schemas.openxmlformats.org/officeDocument/2006/relationships/slide" Target="slides/slide99.xml"/><Relationship Id="rId126" Type="http://schemas.openxmlformats.org/officeDocument/2006/relationships/slide" Target="slides/slide120.xml"/><Relationship Id="rId147" Type="http://schemas.openxmlformats.org/officeDocument/2006/relationships/slide" Target="slides/slide141.xml"/><Relationship Id="rId168" Type="http://schemas.openxmlformats.org/officeDocument/2006/relationships/slide" Target="slides/slide162.xml"/><Relationship Id="rId51" Type="http://schemas.openxmlformats.org/officeDocument/2006/relationships/slide" Target="slides/slide45.xml"/><Relationship Id="rId72" Type="http://schemas.openxmlformats.org/officeDocument/2006/relationships/slide" Target="slides/slide66.xml"/><Relationship Id="rId93" Type="http://schemas.openxmlformats.org/officeDocument/2006/relationships/slide" Target="slides/slide87.xml"/><Relationship Id="rId189" Type="http://schemas.openxmlformats.org/officeDocument/2006/relationships/slide" Target="slides/slide183.xml"/><Relationship Id="rId3" Type="http://schemas.openxmlformats.org/officeDocument/2006/relationships/slideMaster" Target="slideMasters/slideMaster3.xml"/><Relationship Id="rId214" Type="http://schemas.openxmlformats.org/officeDocument/2006/relationships/slide" Target="slides/slide208.xml"/><Relationship Id="rId235" Type="http://schemas.openxmlformats.org/officeDocument/2006/relationships/slide" Target="slides/slide229.xml"/><Relationship Id="rId116" Type="http://schemas.openxmlformats.org/officeDocument/2006/relationships/slide" Target="slides/slide110.xml"/><Relationship Id="rId137" Type="http://schemas.openxmlformats.org/officeDocument/2006/relationships/slide" Target="slides/slide131.xml"/><Relationship Id="rId158" Type="http://schemas.openxmlformats.org/officeDocument/2006/relationships/slide" Target="slides/slide152.xml"/><Relationship Id="rId20" Type="http://schemas.openxmlformats.org/officeDocument/2006/relationships/slide" Target="slides/slide14.xml"/><Relationship Id="rId41" Type="http://schemas.openxmlformats.org/officeDocument/2006/relationships/slide" Target="slides/slide35.xml"/><Relationship Id="rId62" Type="http://schemas.openxmlformats.org/officeDocument/2006/relationships/slide" Target="slides/slide56.xml"/><Relationship Id="rId83" Type="http://schemas.openxmlformats.org/officeDocument/2006/relationships/slide" Target="slides/slide77.xml"/><Relationship Id="rId179" Type="http://schemas.openxmlformats.org/officeDocument/2006/relationships/slide" Target="slides/slide173.xml"/><Relationship Id="rId190" Type="http://schemas.openxmlformats.org/officeDocument/2006/relationships/slide" Target="slides/slide184.xml"/><Relationship Id="rId204" Type="http://schemas.openxmlformats.org/officeDocument/2006/relationships/slide" Target="slides/slide198.xml"/><Relationship Id="rId225" Type="http://schemas.openxmlformats.org/officeDocument/2006/relationships/slide" Target="slides/slide219.xml"/><Relationship Id="rId246" Type="http://schemas.openxmlformats.org/officeDocument/2006/relationships/slide" Target="slides/slide240.xml"/><Relationship Id="rId106" Type="http://schemas.openxmlformats.org/officeDocument/2006/relationships/slide" Target="slides/slide100.xml"/><Relationship Id="rId127" Type="http://schemas.openxmlformats.org/officeDocument/2006/relationships/slide" Target="slides/slide121.xml"/><Relationship Id="rId10" Type="http://schemas.openxmlformats.org/officeDocument/2006/relationships/slide" Target="slides/slide4.xml"/><Relationship Id="rId31" Type="http://schemas.openxmlformats.org/officeDocument/2006/relationships/slide" Target="slides/slide25.xml"/><Relationship Id="rId52" Type="http://schemas.openxmlformats.org/officeDocument/2006/relationships/slide" Target="slides/slide46.xml"/><Relationship Id="rId73" Type="http://schemas.openxmlformats.org/officeDocument/2006/relationships/slide" Target="slides/slide67.xml"/><Relationship Id="rId94" Type="http://schemas.openxmlformats.org/officeDocument/2006/relationships/slide" Target="slides/slide88.xml"/><Relationship Id="rId148" Type="http://schemas.openxmlformats.org/officeDocument/2006/relationships/slide" Target="slides/slide142.xml"/><Relationship Id="rId169" Type="http://schemas.openxmlformats.org/officeDocument/2006/relationships/slide" Target="slides/slide163.xml"/><Relationship Id="rId4" Type="http://schemas.openxmlformats.org/officeDocument/2006/relationships/slideMaster" Target="slideMasters/slideMaster4.xml"/><Relationship Id="rId180" Type="http://schemas.openxmlformats.org/officeDocument/2006/relationships/slide" Target="slides/slide174.xml"/><Relationship Id="rId215" Type="http://schemas.openxmlformats.org/officeDocument/2006/relationships/slide" Target="slides/slide209.xml"/><Relationship Id="rId236" Type="http://schemas.openxmlformats.org/officeDocument/2006/relationships/slide" Target="slides/slide23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shabh Thapliyal" userId="368b16fe-05c0-4215-83a5-b415b40e56f1" providerId="ADAL" clId="{CD3E8F36-E436-4BF3-957C-1E3D1BCF9DAB}"/>
    <pc:docChg chg="undo custSel addSld delSld modSld sldOrd modSection">
      <pc:chgData name="Rishabh Thapliyal" userId="368b16fe-05c0-4215-83a5-b415b40e56f1" providerId="ADAL" clId="{CD3E8F36-E436-4BF3-957C-1E3D1BCF9DAB}" dt="2021-07-19T14:43:08.489" v="1664" actId="2696"/>
      <pc:docMkLst>
        <pc:docMk/>
      </pc:docMkLst>
      <pc:sldChg chg="ord">
        <pc:chgData name="Rishabh Thapliyal" userId="368b16fe-05c0-4215-83a5-b415b40e56f1" providerId="ADAL" clId="{CD3E8F36-E436-4BF3-957C-1E3D1BCF9DAB}" dt="2021-07-18T18:07:11.344" v="875"/>
        <pc:sldMkLst>
          <pc:docMk/>
          <pc:sldMk cId="984738454" sldId="443"/>
        </pc:sldMkLst>
      </pc:sldChg>
      <pc:sldChg chg="ord">
        <pc:chgData name="Rishabh Thapliyal" userId="368b16fe-05c0-4215-83a5-b415b40e56f1" providerId="ADAL" clId="{CD3E8F36-E436-4BF3-957C-1E3D1BCF9DAB}" dt="2021-07-19T13:12:46.363" v="1587"/>
        <pc:sldMkLst>
          <pc:docMk/>
          <pc:sldMk cId="2483558910" sldId="457"/>
        </pc:sldMkLst>
      </pc:sldChg>
      <pc:sldChg chg="addSp delSp modSp mod">
        <pc:chgData name="Rishabh Thapliyal" userId="368b16fe-05c0-4215-83a5-b415b40e56f1" providerId="ADAL" clId="{CD3E8F36-E436-4BF3-957C-1E3D1BCF9DAB}" dt="2021-07-18T15:32:57.721" v="229" actId="478"/>
        <pc:sldMkLst>
          <pc:docMk/>
          <pc:sldMk cId="375316341" sldId="489"/>
        </pc:sldMkLst>
        <pc:spChg chg="mod">
          <ac:chgData name="Rishabh Thapliyal" userId="368b16fe-05c0-4215-83a5-b415b40e56f1" providerId="ADAL" clId="{CD3E8F36-E436-4BF3-957C-1E3D1BCF9DAB}" dt="2021-07-18T15:10:33.464" v="51" actId="1076"/>
          <ac:spMkLst>
            <pc:docMk/>
            <pc:sldMk cId="375316341" sldId="489"/>
            <ac:spMk id="2" creationId="{003578A7-1F25-416C-A03A-4009D267EF73}"/>
          </ac:spMkLst>
        </pc:spChg>
        <pc:spChg chg="add del mod">
          <ac:chgData name="Rishabh Thapliyal" userId="368b16fe-05c0-4215-83a5-b415b40e56f1" providerId="ADAL" clId="{CD3E8F36-E436-4BF3-957C-1E3D1BCF9DAB}" dt="2021-07-18T15:09:12.403" v="50" actId="478"/>
          <ac:spMkLst>
            <pc:docMk/>
            <pc:sldMk cId="375316341" sldId="489"/>
            <ac:spMk id="3" creationId="{2D56C229-EE3B-46CB-A802-5DD9EF17D8CC}"/>
          </ac:spMkLst>
        </pc:spChg>
        <pc:spChg chg="mod">
          <ac:chgData name="Rishabh Thapliyal" userId="368b16fe-05c0-4215-83a5-b415b40e56f1" providerId="ADAL" clId="{CD3E8F36-E436-4BF3-957C-1E3D1BCF9DAB}" dt="2021-07-18T15:12:05.712" v="58" actId="14100"/>
          <ac:spMkLst>
            <pc:docMk/>
            <pc:sldMk cId="375316341" sldId="489"/>
            <ac:spMk id="4" creationId="{80540770-814B-47E8-91D1-EA51C8C0EC30}"/>
          </ac:spMkLst>
        </pc:spChg>
        <pc:spChg chg="mod">
          <ac:chgData name="Rishabh Thapliyal" userId="368b16fe-05c0-4215-83a5-b415b40e56f1" providerId="ADAL" clId="{CD3E8F36-E436-4BF3-957C-1E3D1BCF9DAB}" dt="2021-07-18T15:11:29.929" v="54" actId="14100"/>
          <ac:spMkLst>
            <pc:docMk/>
            <pc:sldMk cId="375316341" sldId="489"/>
            <ac:spMk id="5" creationId="{DAA96190-2D68-4C14-B32B-A19DE7C48F16}"/>
          </ac:spMkLst>
        </pc:spChg>
        <pc:spChg chg="mod">
          <ac:chgData name="Rishabh Thapliyal" userId="368b16fe-05c0-4215-83a5-b415b40e56f1" providerId="ADAL" clId="{CD3E8F36-E436-4BF3-957C-1E3D1BCF9DAB}" dt="2021-07-18T15:14:38.190" v="79" actId="14100"/>
          <ac:spMkLst>
            <pc:docMk/>
            <pc:sldMk cId="375316341" sldId="489"/>
            <ac:spMk id="6" creationId="{23B00CF3-603D-41EB-97C5-D77C69C15893}"/>
          </ac:spMkLst>
        </pc:spChg>
        <pc:spChg chg="mod">
          <ac:chgData name="Rishabh Thapliyal" userId="368b16fe-05c0-4215-83a5-b415b40e56f1" providerId="ADAL" clId="{CD3E8F36-E436-4BF3-957C-1E3D1BCF9DAB}" dt="2021-07-18T15:13:17.901" v="66" actId="1076"/>
          <ac:spMkLst>
            <pc:docMk/>
            <pc:sldMk cId="375316341" sldId="489"/>
            <ac:spMk id="24" creationId="{0515F79E-6577-4459-8BED-54238A8383A5}"/>
          </ac:spMkLst>
        </pc:spChg>
        <pc:spChg chg="mod">
          <ac:chgData name="Rishabh Thapliyal" userId="368b16fe-05c0-4215-83a5-b415b40e56f1" providerId="ADAL" clId="{CD3E8F36-E436-4BF3-957C-1E3D1BCF9DAB}" dt="2021-07-18T15:13:40.864" v="70" actId="1076"/>
          <ac:spMkLst>
            <pc:docMk/>
            <pc:sldMk cId="375316341" sldId="489"/>
            <ac:spMk id="25" creationId="{61F34687-63C3-4F23-B226-C9C7C8AC7906}"/>
          </ac:spMkLst>
        </pc:spChg>
        <pc:spChg chg="mod">
          <ac:chgData name="Rishabh Thapliyal" userId="368b16fe-05c0-4215-83a5-b415b40e56f1" providerId="ADAL" clId="{CD3E8F36-E436-4BF3-957C-1E3D1BCF9DAB}" dt="2021-07-18T15:14:47.206" v="81" actId="1076"/>
          <ac:spMkLst>
            <pc:docMk/>
            <pc:sldMk cId="375316341" sldId="489"/>
            <ac:spMk id="36" creationId="{9D2BEF63-D322-4BBF-A9CF-2240647981D5}"/>
          </ac:spMkLst>
        </pc:spChg>
        <pc:spChg chg="mod">
          <ac:chgData name="Rishabh Thapliyal" userId="368b16fe-05c0-4215-83a5-b415b40e56f1" providerId="ADAL" clId="{CD3E8F36-E436-4BF3-957C-1E3D1BCF9DAB}" dt="2021-07-18T15:16:33.435" v="92" actId="14100"/>
          <ac:spMkLst>
            <pc:docMk/>
            <pc:sldMk cId="375316341" sldId="489"/>
            <ac:spMk id="37" creationId="{68FB6468-6C30-4D72-9182-26BC56F6747E}"/>
          </ac:spMkLst>
        </pc:spChg>
        <pc:spChg chg="mod">
          <ac:chgData name="Rishabh Thapliyal" userId="368b16fe-05c0-4215-83a5-b415b40e56f1" providerId="ADAL" clId="{CD3E8F36-E436-4BF3-957C-1E3D1BCF9DAB}" dt="2021-07-18T15:13:25.826" v="67" actId="1076"/>
          <ac:spMkLst>
            <pc:docMk/>
            <pc:sldMk cId="375316341" sldId="489"/>
            <ac:spMk id="39" creationId="{87C3063C-6F7B-4D8A-9195-BF0142761AF7}"/>
          </ac:spMkLst>
        </pc:spChg>
        <pc:spChg chg="mod">
          <ac:chgData name="Rishabh Thapliyal" userId="368b16fe-05c0-4215-83a5-b415b40e56f1" providerId="ADAL" clId="{CD3E8F36-E436-4BF3-957C-1E3D1BCF9DAB}" dt="2021-07-18T15:15:43.819" v="88" actId="1076"/>
          <ac:spMkLst>
            <pc:docMk/>
            <pc:sldMk cId="375316341" sldId="489"/>
            <ac:spMk id="40" creationId="{E06C6966-EB18-417C-A549-C6535BB81C8B}"/>
          </ac:spMkLst>
        </pc:spChg>
        <pc:spChg chg="mod">
          <ac:chgData name="Rishabh Thapliyal" userId="368b16fe-05c0-4215-83a5-b415b40e56f1" providerId="ADAL" clId="{CD3E8F36-E436-4BF3-957C-1E3D1BCF9DAB}" dt="2021-07-18T15:14:15.359" v="77" actId="1076"/>
          <ac:spMkLst>
            <pc:docMk/>
            <pc:sldMk cId="375316341" sldId="489"/>
            <ac:spMk id="47" creationId="{6DCDC866-3FEC-4568-9452-045002653196}"/>
          </ac:spMkLst>
        </pc:spChg>
        <pc:spChg chg="mod">
          <ac:chgData name="Rishabh Thapliyal" userId="368b16fe-05c0-4215-83a5-b415b40e56f1" providerId="ADAL" clId="{CD3E8F36-E436-4BF3-957C-1E3D1BCF9DAB}" dt="2021-07-18T15:15:35.387" v="87" actId="1076"/>
          <ac:spMkLst>
            <pc:docMk/>
            <pc:sldMk cId="375316341" sldId="489"/>
            <ac:spMk id="79" creationId="{40036675-76F2-4DEA-9229-27DCBA7E9E93}"/>
          </ac:spMkLst>
        </pc:spChg>
        <pc:spChg chg="mod">
          <ac:chgData name="Rishabh Thapliyal" userId="368b16fe-05c0-4215-83a5-b415b40e56f1" providerId="ADAL" clId="{CD3E8F36-E436-4BF3-957C-1E3D1BCF9DAB}" dt="2021-07-18T15:14:29.504" v="78" actId="1076"/>
          <ac:spMkLst>
            <pc:docMk/>
            <pc:sldMk cId="375316341" sldId="489"/>
            <ac:spMk id="80" creationId="{183D220E-3E31-4B6B-AB40-D503A1DA29D9}"/>
          </ac:spMkLst>
        </pc:spChg>
        <pc:spChg chg="mod">
          <ac:chgData name="Rishabh Thapliyal" userId="368b16fe-05c0-4215-83a5-b415b40e56f1" providerId="ADAL" clId="{CD3E8F36-E436-4BF3-957C-1E3D1BCF9DAB}" dt="2021-07-18T15:16:18.025" v="91" actId="14100"/>
          <ac:spMkLst>
            <pc:docMk/>
            <pc:sldMk cId="375316341" sldId="489"/>
            <ac:spMk id="81" creationId="{53984191-F6C9-47A7-8C7B-0EC6A0C2C10E}"/>
          </ac:spMkLst>
        </pc:spChg>
        <pc:spChg chg="mod">
          <ac:chgData name="Rishabh Thapliyal" userId="368b16fe-05c0-4215-83a5-b415b40e56f1" providerId="ADAL" clId="{CD3E8F36-E436-4BF3-957C-1E3D1BCF9DAB}" dt="2021-07-18T15:32:48.706" v="228" actId="20577"/>
          <ac:spMkLst>
            <pc:docMk/>
            <pc:sldMk cId="375316341" sldId="489"/>
            <ac:spMk id="120" creationId="{33673EFF-841E-4A74-804F-67B5B937A03F}"/>
          </ac:spMkLst>
        </pc:spChg>
        <pc:spChg chg="del mod">
          <ac:chgData name="Rishabh Thapliyal" userId="368b16fe-05c0-4215-83a5-b415b40e56f1" providerId="ADAL" clId="{CD3E8F36-E436-4BF3-957C-1E3D1BCF9DAB}" dt="2021-07-18T15:19:28.447" v="184" actId="478"/>
          <ac:spMkLst>
            <pc:docMk/>
            <pc:sldMk cId="375316341" sldId="489"/>
            <ac:spMk id="121" creationId="{07FE0E59-B34D-44DB-93A7-29BB7AD90FA3}"/>
          </ac:spMkLst>
        </pc:spChg>
        <pc:graphicFrameChg chg="add del">
          <ac:chgData name="Rishabh Thapliyal" userId="368b16fe-05c0-4215-83a5-b415b40e56f1" providerId="ADAL" clId="{CD3E8F36-E436-4BF3-957C-1E3D1BCF9DAB}" dt="2021-07-18T15:32:57.721" v="229" actId="478"/>
          <ac:graphicFrameMkLst>
            <pc:docMk/>
            <pc:sldMk cId="375316341" sldId="489"/>
            <ac:graphicFrameMk id="125" creationId="{8AB3AD43-44D0-47F2-AC5F-2FB74AA948C1}"/>
          </ac:graphicFrameMkLst>
        </pc:graphicFrameChg>
        <pc:cxnChg chg="mod">
          <ac:chgData name="Rishabh Thapliyal" userId="368b16fe-05c0-4215-83a5-b415b40e56f1" providerId="ADAL" clId="{CD3E8F36-E436-4BF3-957C-1E3D1BCF9DAB}" dt="2021-07-18T15:12:05.712" v="58" actId="14100"/>
          <ac:cxnSpMkLst>
            <pc:docMk/>
            <pc:sldMk cId="375316341" sldId="489"/>
            <ac:cxnSpMk id="8" creationId="{97E2A1D7-2C2A-4674-A1B5-4006F6C708F9}"/>
          </ac:cxnSpMkLst>
        </pc:cxnChg>
        <pc:cxnChg chg="mod">
          <ac:chgData name="Rishabh Thapliyal" userId="368b16fe-05c0-4215-83a5-b415b40e56f1" providerId="ADAL" clId="{CD3E8F36-E436-4BF3-957C-1E3D1BCF9DAB}" dt="2021-07-18T15:14:38.190" v="79" actId="14100"/>
          <ac:cxnSpMkLst>
            <pc:docMk/>
            <pc:sldMk cId="375316341" sldId="489"/>
            <ac:cxnSpMk id="9" creationId="{34827B40-5B14-4FFC-B0A6-96BA12A9970C}"/>
          </ac:cxnSpMkLst>
        </pc:cxnChg>
        <pc:cxnChg chg="mod">
          <ac:chgData name="Rishabh Thapliyal" userId="368b16fe-05c0-4215-83a5-b415b40e56f1" providerId="ADAL" clId="{CD3E8F36-E436-4BF3-957C-1E3D1BCF9DAB}" dt="2021-07-18T15:13:17.901" v="66" actId="1076"/>
          <ac:cxnSpMkLst>
            <pc:docMk/>
            <pc:sldMk cId="375316341" sldId="489"/>
            <ac:cxnSpMk id="26" creationId="{DF85B2DA-562C-41AC-8C45-7A531CD3A323}"/>
          </ac:cxnSpMkLst>
        </pc:cxnChg>
        <pc:cxnChg chg="mod">
          <ac:chgData name="Rishabh Thapliyal" userId="368b16fe-05c0-4215-83a5-b415b40e56f1" providerId="ADAL" clId="{CD3E8F36-E436-4BF3-957C-1E3D1BCF9DAB}" dt="2021-07-18T15:15:14.135" v="85" actId="1076"/>
          <ac:cxnSpMkLst>
            <pc:docMk/>
            <pc:sldMk cId="375316341" sldId="489"/>
            <ac:cxnSpMk id="27" creationId="{DB285636-FB63-400E-A24F-0DF7C1F04539}"/>
          </ac:cxnSpMkLst>
        </pc:cxnChg>
        <pc:cxnChg chg="mod">
          <ac:chgData name="Rishabh Thapliyal" userId="368b16fe-05c0-4215-83a5-b415b40e56f1" providerId="ADAL" clId="{CD3E8F36-E436-4BF3-957C-1E3D1BCF9DAB}" dt="2021-07-18T15:16:33.435" v="92" actId="14100"/>
          <ac:cxnSpMkLst>
            <pc:docMk/>
            <pc:sldMk cId="375316341" sldId="489"/>
            <ac:cxnSpMk id="38" creationId="{6C49B8B8-EBA3-49A8-8D6A-E35C966A7BAC}"/>
          </ac:cxnSpMkLst>
        </pc:cxnChg>
        <pc:cxnChg chg="mod">
          <ac:chgData name="Rishabh Thapliyal" userId="368b16fe-05c0-4215-83a5-b415b40e56f1" providerId="ADAL" clId="{CD3E8F36-E436-4BF3-957C-1E3D1BCF9DAB}" dt="2021-07-18T15:14:15.359" v="77" actId="1076"/>
          <ac:cxnSpMkLst>
            <pc:docMk/>
            <pc:sldMk cId="375316341" sldId="489"/>
            <ac:cxnSpMk id="41" creationId="{655EFA9D-2E71-44C1-98EF-0D5086C9088C}"/>
          </ac:cxnSpMkLst>
        </pc:cxnChg>
        <pc:cxnChg chg="mod">
          <ac:chgData name="Rishabh Thapliyal" userId="368b16fe-05c0-4215-83a5-b415b40e56f1" providerId="ADAL" clId="{CD3E8F36-E436-4BF3-957C-1E3D1BCF9DAB}" dt="2021-07-18T15:15:21.852" v="86" actId="1076"/>
          <ac:cxnSpMkLst>
            <pc:docMk/>
            <pc:sldMk cId="375316341" sldId="489"/>
            <ac:cxnSpMk id="43" creationId="{807B9B4C-98F5-4797-B889-73DE7DCCF65B}"/>
          </ac:cxnSpMkLst>
        </pc:cxnChg>
        <pc:cxnChg chg="mod">
          <ac:chgData name="Rishabh Thapliyal" userId="368b16fe-05c0-4215-83a5-b415b40e56f1" providerId="ADAL" clId="{CD3E8F36-E436-4BF3-957C-1E3D1BCF9DAB}" dt="2021-07-18T15:24:05.225" v="217" actId="1076"/>
          <ac:cxnSpMkLst>
            <pc:docMk/>
            <pc:sldMk cId="375316341" sldId="489"/>
            <ac:cxnSpMk id="44" creationId="{3DA189E1-2033-42AA-BF79-3ABEECDFA1EC}"/>
          </ac:cxnSpMkLst>
        </pc:cxnChg>
        <pc:cxnChg chg="mod">
          <ac:chgData name="Rishabh Thapliyal" userId="368b16fe-05c0-4215-83a5-b415b40e56f1" providerId="ADAL" clId="{CD3E8F36-E436-4BF3-957C-1E3D1BCF9DAB}" dt="2021-07-18T15:15:43.819" v="88" actId="1076"/>
          <ac:cxnSpMkLst>
            <pc:docMk/>
            <pc:sldMk cId="375316341" sldId="489"/>
            <ac:cxnSpMk id="48" creationId="{01B0927A-DEAC-402D-9031-69377F79BCD0}"/>
          </ac:cxnSpMkLst>
        </pc:cxnChg>
        <pc:cxnChg chg="mod">
          <ac:chgData name="Rishabh Thapliyal" userId="368b16fe-05c0-4215-83a5-b415b40e56f1" providerId="ADAL" clId="{CD3E8F36-E436-4BF3-957C-1E3D1BCF9DAB}" dt="2021-07-18T15:23:56.555" v="216" actId="14100"/>
          <ac:cxnSpMkLst>
            <pc:docMk/>
            <pc:sldMk cId="375316341" sldId="489"/>
            <ac:cxnSpMk id="51" creationId="{B8E1F0E1-BCE5-48BA-8C87-6AAF49557CBD}"/>
          </ac:cxnSpMkLst>
        </pc:cxnChg>
        <pc:cxnChg chg="mod">
          <ac:chgData name="Rishabh Thapliyal" userId="368b16fe-05c0-4215-83a5-b415b40e56f1" providerId="ADAL" clId="{CD3E8F36-E436-4BF3-957C-1E3D1BCF9DAB}" dt="2021-07-18T15:14:29.504" v="78" actId="1076"/>
          <ac:cxnSpMkLst>
            <pc:docMk/>
            <pc:sldMk cId="375316341" sldId="489"/>
            <ac:cxnSpMk id="83" creationId="{2BEC170E-EC91-4599-A7C5-3B9527B01572}"/>
          </ac:cxnSpMkLst>
        </pc:cxnChg>
        <pc:cxnChg chg="mod">
          <ac:chgData name="Rishabh Thapliyal" userId="368b16fe-05c0-4215-83a5-b415b40e56f1" providerId="ADAL" clId="{CD3E8F36-E436-4BF3-957C-1E3D1BCF9DAB}" dt="2021-07-18T15:14:15.359" v="77" actId="1076"/>
          <ac:cxnSpMkLst>
            <pc:docMk/>
            <pc:sldMk cId="375316341" sldId="489"/>
            <ac:cxnSpMk id="88" creationId="{9A5FEF8C-14CC-4EC7-A6FC-9CF0A8DBAE5F}"/>
          </ac:cxnSpMkLst>
        </pc:cxnChg>
        <pc:cxnChg chg="mod">
          <ac:chgData name="Rishabh Thapliyal" userId="368b16fe-05c0-4215-83a5-b415b40e56f1" providerId="ADAL" clId="{CD3E8F36-E436-4BF3-957C-1E3D1BCF9DAB}" dt="2021-07-18T15:15:35.387" v="87" actId="1076"/>
          <ac:cxnSpMkLst>
            <pc:docMk/>
            <pc:sldMk cId="375316341" sldId="489"/>
            <ac:cxnSpMk id="94" creationId="{A905285F-FA8C-4D94-B45F-5F3EEC0A8F4D}"/>
          </ac:cxnSpMkLst>
        </pc:cxnChg>
        <pc:cxnChg chg="mod">
          <ac:chgData name="Rishabh Thapliyal" userId="368b16fe-05c0-4215-83a5-b415b40e56f1" providerId="ADAL" clId="{CD3E8F36-E436-4BF3-957C-1E3D1BCF9DAB}" dt="2021-07-18T15:16:33.435" v="92" actId="14100"/>
          <ac:cxnSpMkLst>
            <pc:docMk/>
            <pc:sldMk cId="375316341" sldId="489"/>
            <ac:cxnSpMk id="98" creationId="{B1EAA62C-886A-4504-AD6E-FD751B868C10}"/>
          </ac:cxnSpMkLst>
        </pc:cxnChg>
        <pc:cxnChg chg="add mod">
          <ac:chgData name="Rishabh Thapliyal" userId="368b16fe-05c0-4215-83a5-b415b40e56f1" providerId="ADAL" clId="{CD3E8F36-E436-4BF3-957C-1E3D1BCF9DAB}" dt="2021-07-18T15:23:10.168" v="215" actId="14861"/>
          <ac:cxnSpMkLst>
            <pc:docMk/>
            <pc:sldMk cId="375316341" sldId="489"/>
            <ac:cxnSpMk id="117" creationId="{60CB5A04-EDC2-42E4-86DE-12D61D449808}"/>
          </ac:cxnSpMkLst>
        </pc:cxnChg>
      </pc:sldChg>
      <pc:sldChg chg="ord">
        <pc:chgData name="Rishabh Thapliyal" userId="368b16fe-05c0-4215-83a5-b415b40e56f1" providerId="ADAL" clId="{CD3E8F36-E436-4BF3-957C-1E3D1BCF9DAB}" dt="2021-07-18T18:10:15.086" v="888"/>
        <pc:sldMkLst>
          <pc:docMk/>
          <pc:sldMk cId="3945116686" sldId="490"/>
        </pc:sldMkLst>
      </pc:sldChg>
      <pc:sldChg chg="del">
        <pc:chgData name="Rishabh Thapliyal" userId="368b16fe-05c0-4215-83a5-b415b40e56f1" providerId="ADAL" clId="{CD3E8F36-E436-4BF3-957C-1E3D1BCF9DAB}" dt="2021-07-18T15:42:04.537" v="247" actId="47"/>
        <pc:sldMkLst>
          <pc:docMk/>
          <pc:sldMk cId="34587400" sldId="496"/>
        </pc:sldMkLst>
      </pc:sldChg>
      <pc:sldChg chg="del ord">
        <pc:chgData name="Rishabh Thapliyal" userId="368b16fe-05c0-4215-83a5-b415b40e56f1" providerId="ADAL" clId="{CD3E8F36-E436-4BF3-957C-1E3D1BCF9DAB}" dt="2021-07-18T17:54:59.202" v="550" actId="47"/>
        <pc:sldMkLst>
          <pc:docMk/>
          <pc:sldMk cId="486740883" sldId="499"/>
        </pc:sldMkLst>
      </pc:sldChg>
      <pc:sldChg chg="addSp modSp mod ord">
        <pc:chgData name="Rishabh Thapliyal" userId="368b16fe-05c0-4215-83a5-b415b40e56f1" providerId="ADAL" clId="{CD3E8F36-E436-4BF3-957C-1E3D1BCF9DAB}" dt="2021-07-18T15:41:43.902" v="246" actId="1076"/>
        <pc:sldMkLst>
          <pc:docMk/>
          <pc:sldMk cId="1081173701" sldId="501"/>
        </pc:sldMkLst>
        <pc:spChg chg="add mod">
          <ac:chgData name="Rishabh Thapliyal" userId="368b16fe-05c0-4215-83a5-b415b40e56f1" providerId="ADAL" clId="{CD3E8F36-E436-4BF3-957C-1E3D1BCF9DAB}" dt="2021-07-18T15:41:15.540" v="241" actId="693"/>
          <ac:spMkLst>
            <pc:docMk/>
            <pc:sldMk cId="1081173701" sldId="501"/>
            <ac:spMk id="3" creationId="{84A3CDA3-A2D0-489F-9449-CDF6D87EFA4C}"/>
          </ac:spMkLst>
        </pc:spChg>
        <pc:spChg chg="add mod">
          <ac:chgData name="Rishabh Thapliyal" userId="368b16fe-05c0-4215-83a5-b415b40e56f1" providerId="ADAL" clId="{CD3E8F36-E436-4BF3-957C-1E3D1BCF9DAB}" dt="2021-07-18T15:41:27.944" v="243" actId="1076"/>
          <ac:spMkLst>
            <pc:docMk/>
            <pc:sldMk cId="1081173701" sldId="501"/>
            <ac:spMk id="5" creationId="{2F196E39-0B72-498D-84D4-0148BD0AAA8B}"/>
          </ac:spMkLst>
        </pc:spChg>
        <pc:spChg chg="add mod">
          <ac:chgData name="Rishabh Thapliyal" userId="368b16fe-05c0-4215-83a5-b415b40e56f1" providerId="ADAL" clId="{CD3E8F36-E436-4BF3-957C-1E3D1BCF9DAB}" dt="2021-07-18T15:41:43.902" v="246" actId="1076"/>
          <ac:spMkLst>
            <pc:docMk/>
            <pc:sldMk cId="1081173701" sldId="501"/>
            <ac:spMk id="6" creationId="{C514F424-C243-4FC3-9C7B-3756A6A0E1A0}"/>
          </ac:spMkLst>
        </pc:spChg>
        <pc:graphicFrameChg chg="mod">
          <ac:chgData name="Rishabh Thapliyal" userId="368b16fe-05c0-4215-83a5-b415b40e56f1" providerId="ADAL" clId="{CD3E8F36-E436-4BF3-957C-1E3D1BCF9DAB}" dt="2021-07-18T15:40:06.691" v="239" actId="1076"/>
          <ac:graphicFrameMkLst>
            <pc:docMk/>
            <pc:sldMk cId="1081173701" sldId="501"/>
            <ac:graphicFrameMk id="4" creationId="{D2C8A3B1-BAB0-46ED-97E1-00D9D21C35E2}"/>
          </ac:graphicFrameMkLst>
        </pc:graphicFrameChg>
      </pc:sldChg>
      <pc:sldChg chg="modSp del mod ord">
        <pc:chgData name="Rishabh Thapliyal" userId="368b16fe-05c0-4215-83a5-b415b40e56f1" providerId="ADAL" clId="{CD3E8F36-E436-4BF3-957C-1E3D1BCF9DAB}" dt="2021-07-18T18:09:38.339" v="883" actId="2696"/>
        <pc:sldMkLst>
          <pc:docMk/>
          <pc:sldMk cId="1835298164" sldId="505"/>
        </pc:sldMkLst>
        <pc:spChg chg="mod">
          <ac:chgData name="Rishabh Thapliyal" userId="368b16fe-05c0-4215-83a5-b415b40e56f1" providerId="ADAL" clId="{CD3E8F36-E436-4BF3-957C-1E3D1BCF9DAB}" dt="2021-07-18T18:05:25.463" v="869" actId="13822"/>
          <ac:spMkLst>
            <pc:docMk/>
            <pc:sldMk cId="1835298164" sldId="505"/>
            <ac:spMk id="6" creationId="{E1369CA5-F200-4465-B36B-834A6A49B5A9}"/>
          </ac:spMkLst>
        </pc:spChg>
        <pc:spChg chg="mod">
          <ac:chgData name="Rishabh Thapliyal" userId="368b16fe-05c0-4215-83a5-b415b40e56f1" providerId="ADAL" clId="{CD3E8F36-E436-4BF3-957C-1E3D1BCF9DAB}" dt="2021-07-18T18:06:15.498" v="873" actId="20577"/>
          <ac:spMkLst>
            <pc:docMk/>
            <pc:sldMk cId="1835298164" sldId="505"/>
            <ac:spMk id="9" creationId="{E19BCF62-62B5-40D0-ADA9-13B4D145E898}"/>
          </ac:spMkLst>
        </pc:spChg>
        <pc:graphicFrameChg chg="mod modGraphic">
          <ac:chgData name="Rishabh Thapliyal" userId="368b16fe-05c0-4215-83a5-b415b40e56f1" providerId="ADAL" clId="{CD3E8F36-E436-4BF3-957C-1E3D1BCF9DAB}" dt="2021-07-18T18:06:05.456" v="871" actId="14861"/>
          <ac:graphicFrameMkLst>
            <pc:docMk/>
            <pc:sldMk cId="1835298164" sldId="505"/>
            <ac:graphicFrameMk id="4" creationId="{55812FC3-AD80-40BD-8EA8-1505C070905E}"/>
          </ac:graphicFrameMkLst>
        </pc:graphicFrameChg>
      </pc:sldChg>
      <pc:sldChg chg="ord">
        <pc:chgData name="Rishabh Thapliyal" userId="368b16fe-05c0-4215-83a5-b415b40e56f1" providerId="ADAL" clId="{CD3E8F36-E436-4BF3-957C-1E3D1BCF9DAB}" dt="2021-07-18T17:49:53.006" v="520"/>
        <pc:sldMkLst>
          <pc:docMk/>
          <pc:sldMk cId="3904960876" sldId="506"/>
        </pc:sldMkLst>
      </pc:sldChg>
      <pc:sldChg chg="ord">
        <pc:chgData name="Rishabh Thapliyal" userId="368b16fe-05c0-4215-83a5-b415b40e56f1" providerId="ADAL" clId="{CD3E8F36-E436-4BF3-957C-1E3D1BCF9DAB}" dt="2021-07-18T15:42:21.636" v="249"/>
        <pc:sldMkLst>
          <pc:docMk/>
          <pc:sldMk cId="2480312891" sldId="510"/>
        </pc:sldMkLst>
      </pc:sldChg>
      <pc:sldChg chg="modSp mod ord">
        <pc:chgData name="Rishabh Thapliyal" userId="368b16fe-05c0-4215-83a5-b415b40e56f1" providerId="ADAL" clId="{CD3E8F36-E436-4BF3-957C-1E3D1BCF9DAB}" dt="2021-07-18T18:09:51.284" v="884" actId="20577"/>
        <pc:sldMkLst>
          <pc:docMk/>
          <pc:sldMk cId="3461116903" sldId="511"/>
        </pc:sldMkLst>
        <pc:spChg chg="mod">
          <ac:chgData name="Rishabh Thapliyal" userId="368b16fe-05c0-4215-83a5-b415b40e56f1" providerId="ADAL" clId="{CD3E8F36-E436-4BF3-957C-1E3D1BCF9DAB}" dt="2021-07-18T18:09:51.284" v="884" actId="20577"/>
          <ac:spMkLst>
            <pc:docMk/>
            <pc:sldMk cId="3461116903" sldId="511"/>
            <ac:spMk id="6" creationId="{F66584D6-24C0-465A-8410-AD302388F18A}"/>
          </ac:spMkLst>
        </pc:spChg>
      </pc:sldChg>
      <pc:sldChg chg="modSp del mod">
        <pc:chgData name="Rishabh Thapliyal" userId="368b16fe-05c0-4215-83a5-b415b40e56f1" providerId="ADAL" clId="{CD3E8F36-E436-4BF3-957C-1E3D1BCF9DAB}" dt="2021-07-19T14:43:08.489" v="1664" actId="2696"/>
        <pc:sldMkLst>
          <pc:docMk/>
          <pc:sldMk cId="2247105947" sldId="513"/>
        </pc:sldMkLst>
        <pc:spChg chg="mod">
          <ac:chgData name="Rishabh Thapliyal" userId="368b16fe-05c0-4215-83a5-b415b40e56f1" providerId="ADAL" clId="{CD3E8F36-E436-4BF3-957C-1E3D1BCF9DAB}" dt="2021-07-19T14:01:35.230" v="1663" actId="13926"/>
          <ac:spMkLst>
            <pc:docMk/>
            <pc:sldMk cId="2247105947" sldId="513"/>
            <ac:spMk id="3" creationId="{5D37E6F9-CAB7-49C8-AF39-D6A30818D850}"/>
          </ac:spMkLst>
        </pc:spChg>
      </pc:sldChg>
      <pc:sldChg chg="modSp mod">
        <pc:chgData name="Rishabh Thapliyal" userId="368b16fe-05c0-4215-83a5-b415b40e56f1" providerId="ADAL" clId="{CD3E8F36-E436-4BF3-957C-1E3D1BCF9DAB}" dt="2021-07-18T16:29:54.636" v="262" actId="20577"/>
        <pc:sldMkLst>
          <pc:docMk/>
          <pc:sldMk cId="4063647149" sldId="514"/>
        </pc:sldMkLst>
        <pc:spChg chg="mod">
          <ac:chgData name="Rishabh Thapliyal" userId="368b16fe-05c0-4215-83a5-b415b40e56f1" providerId="ADAL" clId="{CD3E8F36-E436-4BF3-957C-1E3D1BCF9DAB}" dt="2021-07-18T16:29:54.636" v="262" actId="20577"/>
          <ac:spMkLst>
            <pc:docMk/>
            <pc:sldMk cId="4063647149" sldId="514"/>
            <ac:spMk id="2" creationId="{21BD7A0C-F3EB-4E7A-9B16-80F8D3C84FDA}"/>
          </ac:spMkLst>
        </pc:spChg>
      </pc:sldChg>
      <pc:sldChg chg="addSp delSp modSp new mod modClrScheme chgLayout">
        <pc:chgData name="Rishabh Thapliyal" userId="368b16fe-05c0-4215-83a5-b415b40e56f1" providerId="ADAL" clId="{CD3E8F36-E436-4BF3-957C-1E3D1BCF9DAB}" dt="2021-07-18T18:04:48.810" v="868" actId="13822"/>
        <pc:sldMkLst>
          <pc:docMk/>
          <pc:sldMk cId="3569684046" sldId="515"/>
        </pc:sldMkLst>
        <pc:spChg chg="mod ord">
          <ac:chgData name="Rishabh Thapliyal" userId="368b16fe-05c0-4215-83a5-b415b40e56f1" providerId="ADAL" clId="{CD3E8F36-E436-4BF3-957C-1E3D1BCF9DAB}" dt="2021-07-18T16:40:44.745" v="384" actId="1076"/>
          <ac:spMkLst>
            <pc:docMk/>
            <pc:sldMk cId="3569684046" sldId="515"/>
            <ac:spMk id="2" creationId="{3106DA8B-EBD1-4B02-85A5-B31D7928D272}"/>
          </ac:spMkLst>
        </pc:spChg>
        <pc:spChg chg="del mod ord">
          <ac:chgData name="Rishabh Thapliyal" userId="368b16fe-05c0-4215-83a5-b415b40e56f1" providerId="ADAL" clId="{CD3E8F36-E436-4BF3-957C-1E3D1BCF9DAB}" dt="2021-07-18T16:32:11.309" v="290" actId="700"/>
          <ac:spMkLst>
            <pc:docMk/>
            <pc:sldMk cId="3569684046" sldId="515"/>
            <ac:spMk id="3" creationId="{5CCBC33B-84CF-4B08-AD71-CDCC0802B8DC}"/>
          </ac:spMkLst>
        </pc:spChg>
        <pc:spChg chg="add mod ord">
          <ac:chgData name="Rishabh Thapliyal" userId="368b16fe-05c0-4215-83a5-b415b40e56f1" providerId="ADAL" clId="{CD3E8F36-E436-4BF3-957C-1E3D1BCF9DAB}" dt="2021-07-18T18:04:25.965" v="867" actId="13822"/>
          <ac:spMkLst>
            <pc:docMk/>
            <pc:sldMk cId="3569684046" sldId="515"/>
            <ac:spMk id="4" creationId="{B1F5DEAB-6BCB-4510-A52B-F1D9C6561494}"/>
          </ac:spMkLst>
        </pc:spChg>
        <pc:spChg chg="add mod ord">
          <ac:chgData name="Rishabh Thapliyal" userId="368b16fe-05c0-4215-83a5-b415b40e56f1" providerId="ADAL" clId="{CD3E8F36-E436-4BF3-957C-1E3D1BCF9DAB}" dt="2021-07-18T17:39:33.396" v="503" actId="14100"/>
          <ac:spMkLst>
            <pc:docMk/>
            <pc:sldMk cId="3569684046" sldId="515"/>
            <ac:spMk id="5" creationId="{298F1723-62C7-4244-B038-ABF43611CBD3}"/>
          </ac:spMkLst>
        </pc:spChg>
        <pc:spChg chg="add mod ord">
          <ac:chgData name="Rishabh Thapliyal" userId="368b16fe-05c0-4215-83a5-b415b40e56f1" providerId="ADAL" clId="{CD3E8F36-E436-4BF3-957C-1E3D1BCF9DAB}" dt="2021-07-18T18:04:48.810" v="868" actId="13822"/>
          <ac:spMkLst>
            <pc:docMk/>
            <pc:sldMk cId="3569684046" sldId="515"/>
            <ac:spMk id="6" creationId="{B2478EE5-F87C-4666-B3B0-FD10E5AF59FF}"/>
          </ac:spMkLst>
        </pc:spChg>
        <pc:spChg chg="add mod ord">
          <ac:chgData name="Rishabh Thapliyal" userId="368b16fe-05c0-4215-83a5-b415b40e56f1" providerId="ADAL" clId="{CD3E8F36-E436-4BF3-957C-1E3D1BCF9DAB}" dt="2021-07-18T18:03:57.295" v="866" actId="20577"/>
          <ac:spMkLst>
            <pc:docMk/>
            <pc:sldMk cId="3569684046" sldId="515"/>
            <ac:spMk id="7" creationId="{9A479DF3-ADD0-4B8D-B752-2F0E0A07B374}"/>
          </ac:spMkLst>
        </pc:spChg>
        <pc:graphicFrameChg chg="add mod modGraphic">
          <ac:chgData name="Rishabh Thapliyal" userId="368b16fe-05c0-4215-83a5-b415b40e56f1" providerId="ADAL" clId="{CD3E8F36-E436-4BF3-957C-1E3D1BCF9DAB}" dt="2021-07-18T17:55:32.184" v="554" actId="20577"/>
          <ac:graphicFrameMkLst>
            <pc:docMk/>
            <pc:sldMk cId="3569684046" sldId="515"/>
            <ac:graphicFrameMk id="8" creationId="{324834FF-0B48-4AC2-8A8C-9B199D7E7840}"/>
          </ac:graphicFrameMkLst>
        </pc:graphicFrameChg>
        <pc:graphicFrameChg chg="add del">
          <ac:chgData name="Rishabh Thapliyal" userId="368b16fe-05c0-4215-83a5-b415b40e56f1" providerId="ADAL" clId="{CD3E8F36-E436-4BF3-957C-1E3D1BCF9DAB}" dt="2021-07-18T17:48:42.051" v="518" actId="478"/>
          <ac:graphicFrameMkLst>
            <pc:docMk/>
            <pc:sldMk cId="3569684046" sldId="515"/>
            <ac:graphicFrameMk id="9" creationId="{692432DB-4F2D-49BE-80CC-12E8915CACB3}"/>
          </ac:graphicFrameMkLst>
        </pc:graphicFrameChg>
        <pc:graphicFrameChg chg="add mod modGraphic">
          <ac:chgData name="Rishabh Thapliyal" userId="368b16fe-05c0-4215-83a5-b415b40e56f1" providerId="ADAL" clId="{CD3E8F36-E436-4BF3-957C-1E3D1BCF9DAB}" dt="2021-07-18T18:02:13.557" v="664" actId="1076"/>
          <ac:graphicFrameMkLst>
            <pc:docMk/>
            <pc:sldMk cId="3569684046" sldId="515"/>
            <ac:graphicFrameMk id="10" creationId="{1CEC5BE1-6390-43AE-B43D-2FC9D01E14E4}"/>
          </ac:graphicFrameMkLst>
        </pc:graphicFrameChg>
      </pc:sldChg>
      <pc:sldChg chg="modSp add mod ord">
        <pc:chgData name="Rishabh Thapliyal" userId="368b16fe-05c0-4215-83a5-b415b40e56f1" providerId="ADAL" clId="{CD3E8F36-E436-4BF3-957C-1E3D1BCF9DAB}" dt="2021-07-18T18:08:54.578" v="882" actId="12385"/>
        <pc:sldMkLst>
          <pc:docMk/>
          <pc:sldMk cId="2705713869" sldId="516"/>
        </pc:sldMkLst>
        <pc:spChg chg="mod">
          <ac:chgData name="Rishabh Thapliyal" userId="368b16fe-05c0-4215-83a5-b415b40e56f1" providerId="ADAL" clId="{CD3E8F36-E436-4BF3-957C-1E3D1BCF9DAB}" dt="2021-07-18T18:08:51.045" v="881" actId="13822"/>
          <ac:spMkLst>
            <pc:docMk/>
            <pc:sldMk cId="2705713869" sldId="516"/>
            <ac:spMk id="6" creationId="{E1369CA5-F200-4465-B36B-834A6A49B5A9}"/>
          </ac:spMkLst>
        </pc:spChg>
        <pc:graphicFrameChg chg="modGraphic">
          <ac:chgData name="Rishabh Thapliyal" userId="368b16fe-05c0-4215-83a5-b415b40e56f1" providerId="ADAL" clId="{CD3E8F36-E436-4BF3-957C-1E3D1BCF9DAB}" dt="2021-07-18T18:08:54.578" v="882" actId="12385"/>
          <ac:graphicFrameMkLst>
            <pc:docMk/>
            <pc:sldMk cId="2705713869" sldId="516"/>
            <ac:graphicFrameMk id="4" creationId="{55812FC3-AD80-40BD-8EA8-1505C070905E}"/>
          </ac:graphicFrameMkLst>
        </pc:graphicFrameChg>
      </pc:sldChg>
      <pc:sldChg chg="modSp new mod">
        <pc:chgData name="Rishabh Thapliyal" userId="368b16fe-05c0-4215-83a5-b415b40e56f1" providerId="ADAL" clId="{CD3E8F36-E436-4BF3-957C-1E3D1BCF9DAB}" dt="2021-07-18T20:40:15.725" v="1449" actId="20577"/>
        <pc:sldMkLst>
          <pc:docMk/>
          <pc:sldMk cId="1604985086" sldId="517"/>
        </pc:sldMkLst>
        <pc:spChg chg="mod">
          <ac:chgData name="Rishabh Thapliyal" userId="368b16fe-05c0-4215-83a5-b415b40e56f1" providerId="ADAL" clId="{CD3E8F36-E436-4BF3-957C-1E3D1BCF9DAB}" dt="2021-07-18T19:05:46.087" v="931" actId="20577"/>
          <ac:spMkLst>
            <pc:docMk/>
            <pc:sldMk cId="1604985086" sldId="517"/>
            <ac:spMk id="2" creationId="{8BC0EE66-2B91-4BCF-9F8D-1DC0EF39FF7A}"/>
          </ac:spMkLst>
        </pc:spChg>
        <pc:spChg chg="mod">
          <ac:chgData name="Rishabh Thapliyal" userId="368b16fe-05c0-4215-83a5-b415b40e56f1" providerId="ADAL" clId="{CD3E8F36-E436-4BF3-957C-1E3D1BCF9DAB}" dt="2021-07-18T20:40:15.725" v="1449" actId="20577"/>
          <ac:spMkLst>
            <pc:docMk/>
            <pc:sldMk cId="1604985086" sldId="517"/>
            <ac:spMk id="3" creationId="{827FF9F2-6C28-4432-81CA-9D4E225EB54E}"/>
          </ac:spMkLst>
        </pc:spChg>
      </pc:sldChg>
      <pc:sldChg chg="modSp new mod">
        <pc:chgData name="Rishabh Thapliyal" userId="368b16fe-05c0-4215-83a5-b415b40e56f1" providerId="ADAL" clId="{CD3E8F36-E436-4BF3-957C-1E3D1BCF9DAB}" dt="2021-07-18T19:47:08.960" v="1364" actId="20577"/>
        <pc:sldMkLst>
          <pc:docMk/>
          <pc:sldMk cId="4066109110" sldId="518"/>
        </pc:sldMkLst>
        <pc:spChg chg="mod">
          <ac:chgData name="Rishabh Thapliyal" userId="368b16fe-05c0-4215-83a5-b415b40e56f1" providerId="ADAL" clId="{CD3E8F36-E436-4BF3-957C-1E3D1BCF9DAB}" dt="2021-07-18T19:27:38.298" v="1275" actId="20577"/>
          <ac:spMkLst>
            <pc:docMk/>
            <pc:sldMk cId="4066109110" sldId="518"/>
            <ac:spMk id="2" creationId="{EDD89234-73B9-4A2D-829C-F85F58FE0BA3}"/>
          </ac:spMkLst>
        </pc:spChg>
        <pc:spChg chg="mod">
          <ac:chgData name="Rishabh Thapliyal" userId="368b16fe-05c0-4215-83a5-b415b40e56f1" providerId="ADAL" clId="{CD3E8F36-E436-4BF3-957C-1E3D1BCF9DAB}" dt="2021-07-18T19:47:08.960" v="1364" actId="20577"/>
          <ac:spMkLst>
            <pc:docMk/>
            <pc:sldMk cId="4066109110" sldId="518"/>
            <ac:spMk id="3" creationId="{BB672CDC-169B-4B3F-AF65-E0A9BCDF5202}"/>
          </ac:spMkLst>
        </pc:spChg>
      </pc:sldChg>
      <pc:sldChg chg="addSp delSp modSp new mod">
        <pc:chgData name="Rishabh Thapliyal" userId="368b16fe-05c0-4215-83a5-b415b40e56f1" providerId="ADAL" clId="{CD3E8F36-E436-4BF3-957C-1E3D1BCF9DAB}" dt="2021-07-19T06:37:13.416" v="1585" actId="20577"/>
        <pc:sldMkLst>
          <pc:docMk/>
          <pc:sldMk cId="2099329864" sldId="519"/>
        </pc:sldMkLst>
        <pc:spChg chg="del">
          <ac:chgData name="Rishabh Thapliyal" userId="368b16fe-05c0-4215-83a5-b415b40e56f1" providerId="ADAL" clId="{CD3E8F36-E436-4BF3-957C-1E3D1BCF9DAB}" dt="2021-07-18T20:08:47.845" v="1366" actId="3680"/>
          <ac:spMkLst>
            <pc:docMk/>
            <pc:sldMk cId="2099329864" sldId="519"/>
            <ac:spMk id="3" creationId="{36E8D434-C803-4D26-9D8F-F26C1BE2B0E6}"/>
          </ac:spMkLst>
        </pc:spChg>
        <pc:graphicFrameChg chg="add mod ord modGraphic">
          <ac:chgData name="Rishabh Thapliyal" userId="368b16fe-05c0-4215-83a5-b415b40e56f1" providerId="ADAL" clId="{CD3E8F36-E436-4BF3-957C-1E3D1BCF9DAB}" dt="2021-07-19T06:37:13.416" v="1585" actId="20577"/>
          <ac:graphicFrameMkLst>
            <pc:docMk/>
            <pc:sldMk cId="2099329864" sldId="519"/>
            <ac:graphicFrameMk id="4" creationId="{C4048506-3CCF-42EB-91E9-2D33E6F16B4D}"/>
          </ac:graphicFrameMkLst>
        </pc:graphicFrameChg>
      </pc:sldChg>
    </pc:docChg>
  </pc:docChgLst>
</pc:chgInfo>
</file>

<file path=ppt/diagrams/_rels/data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_rels/data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svg"/><Relationship Id="rId1" Type="http://schemas.openxmlformats.org/officeDocument/2006/relationships/image" Target="../media/image28.png"/><Relationship Id="rId6" Type="http://schemas.openxmlformats.org/officeDocument/2006/relationships/image" Target="../media/image33.svg"/><Relationship Id="rId5" Type="http://schemas.openxmlformats.org/officeDocument/2006/relationships/image" Target="../media/image32.png"/><Relationship Id="rId4" Type="http://schemas.openxmlformats.org/officeDocument/2006/relationships/image" Target="../media/image31.svg"/></Relationships>
</file>

<file path=ppt/diagrams/_rels/data3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svg"/><Relationship Id="rId1" Type="http://schemas.openxmlformats.org/officeDocument/2006/relationships/image" Target="../media/image28.png"/><Relationship Id="rId6" Type="http://schemas.openxmlformats.org/officeDocument/2006/relationships/image" Target="../media/image33.svg"/><Relationship Id="rId5" Type="http://schemas.openxmlformats.org/officeDocument/2006/relationships/image" Target="../media/image32.png"/><Relationship Id="rId4" Type="http://schemas.openxmlformats.org/officeDocument/2006/relationships/image" Target="../media/image31.svg"/></Relationships>
</file>

<file path=ppt/diagrams/_rels/data3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svg"/><Relationship Id="rId1" Type="http://schemas.openxmlformats.org/officeDocument/2006/relationships/image" Target="../media/image28.png"/><Relationship Id="rId6" Type="http://schemas.openxmlformats.org/officeDocument/2006/relationships/image" Target="../media/image33.svg"/><Relationship Id="rId5" Type="http://schemas.openxmlformats.org/officeDocument/2006/relationships/image" Target="../media/image32.png"/><Relationship Id="rId4" Type="http://schemas.openxmlformats.org/officeDocument/2006/relationships/image" Target="../media/image31.svg"/></Relationships>
</file>

<file path=ppt/diagrams/_rels/data4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svg"/><Relationship Id="rId1" Type="http://schemas.openxmlformats.org/officeDocument/2006/relationships/image" Target="../media/image28.png"/><Relationship Id="rId6" Type="http://schemas.openxmlformats.org/officeDocument/2006/relationships/image" Target="../media/image33.svg"/><Relationship Id="rId5" Type="http://schemas.openxmlformats.org/officeDocument/2006/relationships/image" Target="../media/image32.png"/><Relationship Id="rId4" Type="http://schemas.openxmlformats.org/officeDocument/2006/relationships/image" Target="../media/image31.svg"/></Relationships>
</file>

<file path=ppt/diagrams/_rels/drawing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_rels/drawing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svg"/><Relationship Id="rId1" Type="http://schemas.openxmlformats.org/officeDocument/2006/relationships/image" Target="../media/image28.png"/><Relationship Id="rId6" Type="http://schemas.openxmlformats.org/officeDocument/2006/relationships/image" Target="../media/image33.svg"/><Relationship Id="rId5" Type="http://schemas.openxmlformats.org/officeDocument/2006/relationships/image" Target="../media/image32.png"/><Relationship Id="rId4" Type="http://schemas.openxmlformats.org/officeDocument/2006/relationships/image" Target="../media/image31.svg"/></Relationships>
</file>

<file path=ppt/diagrams/_rels/drawing3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svg"/><Relationship Id="rId1" Type="http://schemas.openxmlformats.org/officeDocument/2006/relationships/image" Target="../media/image28.png"/><Relationship Id="rId6" Type="http://schemas.openxmlformats.org/officeDocument/2006/relationships/image" Target="../media/image33.svg"/><Relationship Id="rId5" Type="http://schemas.openxmlformats.org/officeDocument/2006/relationships/image" Target="../media/image32.png"/><Relationship Id="rId4" Type="http://schemas.openxmlformats.org/officeDocument/2006/relationships/image" Target="../media/image31.svg"/></Relationships>
</file>

<file path=ppt/diagrams/_rels/drawing3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svg"/><Relationship Id="rId1" Type="http://schemas.openxmlformats.org/officeDocument/2006/relationships/image" Target="../media/image28.png"/><Relationship Id="rId6" Type="http://schemas.openxmlformats.org/officeDocument/2006/relationships/image" Target="../media/image33.svg"/><Relationship Id="rId5" Type="http://schemas.openxmlformats.org/officeDocument/2006/relationships/image" Target="../media/image32.png"/><Relationship Id="rId4" Type="http://schemas.openxmlformats.org/officeDocument/2006/relationships/image" Target="../media/image31.svg"/></Relationships>
</file>

<file path=ppt/diagrams/_rels/drawing4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svg"/><Relationship Id="rId1" Type="http://schemas.openxmlformats.org/officeDocument/2006/relationships/image" Target="../media/image28.png"/><Relationship Id="rId6" Type="http://schemas.openxmlformats.org/officeDocument/2006/relationships/image" Target="../media/image33.svg"/><Relationship Id="rId5" Type="http://schemas.openxmlformats.org/officeDocument/2006/relationships/image" Target="../media/image32.png"/><Relationship Id="rId4" Type="http://schemas.openxmlformats.org/officeDocument/2006/relationships/image" Target="../media/image31.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7.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9.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9.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0.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4EE617C-4C80-4BBD-9ED0-C33281214C7B}" type="doc">
      <dgm:prSet loTypeId="urn:microsoft.com/office/officeart/2011/layout/TabList" loCatId="list" qsTypeId="urn:microsoft.com/office/officeart/2005/8/quickstyle/simple1" qsCatId="simple" csTypeId="urn:microsoft.com/office/officeart/2005/8/colors/accent1_2" csCatId="accent1" phldr="1"/>
      <dgm:spPr/>
      <dgm:t>
        <a:bodyPr/>
        <a:lstStyle/>
        <a:p>
          <a:endParaRPr lang="en-US"/>
        </a:p>
      </dgm:t>
    </dgm:pt>
    <dgm:pt modelId="{53D33877-40B6-440A-AAFA-1FC6D6052C4F}">
      <dgm:prSet phldrT="[Text]">
        <dgm:style>
          <a:lnRef idx="0">
            <a:schemeClr val="accent1"/>
          </a:lnRef>
          <a:fillRef idx="3">
            <a:schemeClr val="accent1"/>
          </a:fillRef>
          <a:effectRef idx="3">
            <a:schemeClr val="accent1"/>
          </a:effectRef>
          <a:fontRef idx="minor">
            <a:schemeClr val="lt1"/>
          </a:fontRef>
        </dgm:style>
      </dgm:prSet>
      <dgm:spPr/>
      <dgm:t>
        <a:bodyPr/>
        <a:lstStyle/>
        <a:p>
          <a:r>
            <a:rPr lang="en-US" dirty="0"/>
            <a:t>About Walmart</a:t>
          </a:r>
        </a:p>
      </dgm:t>
    </dgm:pt>
    <dgm:pt modelId="{4FB060AA-DDD8-4EAB-AE49-EEBC6EC4C03B}" type="parTrans" cxnId="{51DA0BF5-954C-4A5F-8166-F2F8C380A712}">
      <dgm:prSet/>
      <dgm:spPr/>
      <dgm:t>
        <a:bodyPr/>
        <a:lstStyle/>
        <a:p>
          <a:endParaRPr lang="en-US"/>
        </a:p>
      </dgm:t>
    </dgm:pt>
    <dgm:pt modelId="{6F278791-72C2-419D-AE73-02A43CA2945B}" type="sibTrans" cxnId="{51DA0BF5-954C-4A5F-8166-F2F8C380A712}">
      <dgm:prSet/>
      <dgm:spPr/>
      <dgm:t>
        <a:bodyPr/>
        <a:lstStyle/>
        <a:p>
          <a:endParaRPr lang="en-US"/>
        </a:p>
      </dgm:t>
    </dgm:pt>
    <dgm:pt modelId="{50491C5B-0027-424C-A636-C12C151ED82A}">
      <dgm:prSet phldrT="[Text]"/>
      <dgm:spPr/>
      <dgm:t>
        <a:bodyPr anchor="ctr"/>
        <a:lstStyle/>
        <a:p>
          <a:r>
            <a:rPr lang="en-US" dirty="0"/>
            <a:t>Walmart is a global company and have millions of items across the markets.​ Within each market have its own item hierarchy.​</a:t>
          </a:r>
        </a:p>
      </dgm:t>
    </dgm:pt>
    <dgm:pt modelId="{F264742A-B898-451A-9D6C-4B88C08032C5}" type="parTrans" cxnId="{77E9570F-273C-4880-A9BD-CE18A4470AA9}">
      <dgm:prSet/>
      <dgm:spPr/>
      <dgm:t>
        <a:bodyPr/>
        <a:lstStyle/>
        <a:p>
          <a:endParaRPr lang="en-US"/>
        </a:p>
      </dgm:t>
    </dgm:pt>
    <dgm:pt modelId="{7D6335B2-105C-4074-AB6B-AE6A9940D746}" type="sibTrans" cxnId="{77E9570F-273C-4880-A9BD-CE18A4470AA9}">
      <dgm:prSet/>
      <dgm:spPr/>
      <dgm:t>
        <a:bodyPr/>
        <a:lstStyle/>
        <a:p>
          <a:endParaRPr lang="en-US"/>
        </a:p>
      </dgm:t>
    </dgm:pt>
    <dgm:pt modelId="{DE05258C-F881-4461-9A27-5B13929B4975}">
      <dgm:prSet phldrT="[Text]">
        <dgm:style>
          <a:lnRef idx="0">
            <a:schemeClr val="accent2"/>
          </a:lnRef>
          <a:fillRef idx="3">
            <a:schemeClr val="accent2"/>
          </a:fillRef>
          <a:effectRef idx="3">
            <a:schemeClr val="accent2"/>
          </a:effectRef>
          <a:fontRef idx="minor">
            <a:schemeClr val="lt1"/>
          </a:fontRef>
        </dgm:style>
      </dgm:prSet>
      <dgm:spPr/>
      <dgm:t>
        <a:bodyPr/>
        <a:lstStyle/>
        <a:p>
          <a:r>
            <a:rPr lang="en-US" dirty="0"/>
            <a:t>Business Objective</a:t>
          </a:r>
        </a:p>
      </dgm:t>
    </dgm:pt>
    <dgm:pt modelId="{808057A3-2BA6-40B3-9CEE-39034F394039}" type="parTrans" cxnId="{8E54AC64-F4F7-4E33-9AA7-873C00BA74B5}">
      <dgm:prSet/>
      <dgm:spPr/>
      <dgm:t>
        <a:bodyPr/>
        <a:lstStyle/>
        <a:p>
          <a:endParaRPr lang="en-US"/>
        </a:p>
      </dgm:t>
    </dgm:pt>
    <dgm:pt modelId="{0CE19ECF-B9A9-47D5-A397-3B24E8F040FB}" type="sibTrans" cxnId="{8E54AC64-F4F7-4E33-9AA7-873C00BA74B5}">
      <dgm:prSet/>
      <dgm:spPr/>
      <dgm:t>
        <a:bodyPr/>
        <a:lstStyle/>
        <a:p>
          <a:endParaRPr lang="en-US"/>
        </a:p>
      </dgm:t>
    </dgm:pt>
    <dgm:pt modelId="{04591322-D829-4B19-94F4-29F7A242B9DA}">
      <dgm:prSet phldrT="[Text]"/>
      <dgm:spPr/>
      <dgm:t>
        <a:bodyPr/>
        <a:lstStyle/>
        <a:p>
          <a:endParaRPr lang="en-US" dirty="0"/>
        </a:p>
      </dgm:t>
    </dgm:pt>
    <dgm:pt modelId="{CBA7641F-5A36-4E34-B3D9-9C4B3C0F7F61}" type="parTrans" cxnId="{59A79DB2-7C6E-4413-804E-A00016583E17}">
      <dgm:prSet/>
      <dgm:spPr/>
      <dgm:t>
        <a:bodyPr/>
        <a:lstStyle/>
        <a:p>
          <a:endParaRPr lang="en-US"/>
        </a:p>
      </dgm:t>
    </dgm:pt>
    <dgm:pt modelId="{A8C542A0-65B4-485C-9FB6-3CB8CA508C23}" type="sibTrans" cxnId="{59A79DB2-7C6E-4413-804E-A00016583E17}">
      <dgm:prSet/>
      <dgm:spPr/>
      <dgm:t>
        <a:bodyPr/>
        <a:lstStyle/>
        <a:p>
          <a:endParaRPr lang="en-US"/>
        </a:p>
      </dgm:t>
    </dgm:pt>
    <dgm:pt modelId="{85AE622C-90BD-4ADB-AA66-CFC3FB6E1F22}">
      <dgm:prSet phldrT="[Text]"/>
      <dgm:spPr/>
      <dgm:t>
        <a:bodyPr anchor="ctr"/>
        <a:lstStyle/>
        <a:p>
          <a:r>
            <a:rPr lang="en-US" dirty="0"/>
            <a:t>The business objective here is to aggregate each market's sourcing data into a Global Sourcing Perspective.</a:t>
          </a:r>
        </a:p>
      </dgm:t>
    </dgm:pt>
    <dgm:pt modelId="{B843E3E7-9114-4080-80EC-D5AA4D7AC583}" type="parTrans" cxnId="{FE2DC515-4290-4FE0-B502-CE97388BFCAB}">
      <dgm:prSet/>
      <dgm:spPr/>
      <dgm:t>
        <a:bodyPr/>
        <a:lstStyle/>
        <a:p>
          <a:endParaRPr lang="en-US"/>
        </a:p>
      </dgm:t>
    </dgm:pt>
    <dgm:pt modelId="{AD3BFF82-F272-4655-9D14-376A86266D51}" type="sibTrans" cxnId="{FE2DC515-4290-4FE0-B502-CE97388BFCAB}">
      <dgm:prSet/>
      <dgm:spPr/>
      <dgm:t>
        <a:bodyPr/>
        <a:lstStyle/>
        <a:p>
          <a:endParaRPr lang="en-US"/>
        </a:p>
      </dgm:t>
    </dgm:pt>
    <dgm:pt modelId="{4DEA3503-FD53-4237-BF87-F7FEF89897B7}">
      <dgm:prSet phldrT="[Text]">
        <dgm:style>
          <a:lnRef idx="0">
            <a:schemeClr val="accent6"/>
          </a:lnRef>
          <a:fillRef idx="3">
            <a:schemeClr val="accent6"/>
          </a:fillRef>
          <a:effectRef idx="3">
            <a:schemeClr val="accent6"/>
          </a:effectRef>
          <a:fontRef idx="minor">
            <a:schemeClr val="lt1"/>
          </a:fontRef>
        </dgm:style>
      </dgm:prSet>
      <dgm:spPr/>
      <dgm:t>
        <a:bodyPr/>
        <a:lstStyle/>
        <a:p>
          <a:r>
            <a:rPr lang="en-US" dirty="0"/>
            <a:t>Data  Objective</a:t>
          </a:r>
        </a:p>
      </dgm:t>
    </dgm:pt>
    <dgm:pt modelId="{7ABBB21A-407C-48C3-BA1B-29BD7926F320}" type="parTrans" cxnId="{4BD33533-EBAD-42E9-BBC4-ACFDBD65B8AB}">
      <dgm:prSet/>
      <dgm:spPr/>
      <dgm:t>
        <a:bodyPr/>
        <a:lstStyle/>
        <a:p>
          <a:endParaRPr lang="en-US"/>
        </a:p>
      </dgm:t>
    </dgm:pt>
    <dgm:pt modelId="{B8079176-E55B-4D0F-A8E2-A800DE653768}" type="sibTrans" cxnId="{4BD33533-EBAD-42E9-BBC4-ACFDBD65B8AB}">
      <dgm:prSet/>
      <dgm:spPr/>
      <dgm:t>
        <a:bodyPr/>
        <a:lstStyle/>
        <a:p>
          <a:endParaRPr lang="en-US"/>
        </a:p>
      </dgm:t>
    </dgm:pt>
    <dgm:pt modelId="{367F4349-6775-4FCA-8574-8802C014EDDC}">
      <dgm:prSet phldrT="[Text]"/>
      <dgm:spPr/>
      <dgm:t>
        <a:bodyPr/>
        <a:lstStyle/>
        <a:p>
          <a:endParaRPr lang="en-US" dirty="0"/>
        </a:p>
      </dgm:t>
    </dgm:pt>
    <dgm:pt modelId="{635D4B2C-6193-4669-89DD-083F1D016C5E}" type="parTrans" cxnId="{EB4CDDDB-BBBC-425B-B06E-6E1DE7F36EEF}">
      <dgm:prSet/>
      <dgm:spPr/>
      <dgm:t>
        <a:bodyPr/>
        <a:lstStyle/>
        <a:p>
          <a:endParaRPr lang="en-US"/>
        </a:p>
      </dgm:t>
    </dgm:pt>
    <dgm:pt modelId="{EDF8630B-699B-4866-A852-ACCCF4C12BD3}" type="sibTrans" cxnId="{EB4CDDDB-BBBC-425B-B06E-6E1DE7F36EEF}">
      <dgm:prSet/>
      <dgm:spPr/>
      <dgm:t>
        <a:bodyPr/>
        <a:lstStyle/>
        <a:p>
          <a:endParaRPr lang="en-US"/>
        </a:p>
      </dgm:t>
    </dgm:pt>
    <dgm:pt modelId="{21FF561C-03F8-4E36-94E5-8CFC29D35117}">
      <dgm:prSet phldrT="[Text]"/>
      <dgm:spPr/>
      <dgm:t>
        <a:bodyPr anchor="ctr"/>
        <a:lstStyle/>
        <a:p>
          <a:r>
            <a:rPr lang="en-US" dirty="0"/>
            <a:t>Formulate a machine learning algorithm to group the like items across the globe into similar cross category and cross subcategory. </a:t>
          </a:r>
        </a:p>
      </dgm:t>
    </dgm:pt>
    <dgm:pt modelId="{1EE355E6-BA85-4880-BBA4-EE6254C209B9}" type="parTrans" cxnId="{0BB8CE5C-4B07-4E13-B1DF-F4CB7F996C8D}">
      <dgm:prSet/>
      <dgm:spPr/>
      <dgm:t>
        <a:bodyPr/>
        <a:lstStyle/>
        <a:p>
          <a:endParaRPr lang="en-US"/>
        </a:p>
      </dgm:t>
    </dgm:pt>
    <dgm:pt modelId="{64F68843-4583-4F7C-806C-BE2F34A0FF45}" type="sibTrans" cxnId="{0BB8CE5C-4B07-4E13-B1DF-F4CB7F996C8D}">
      <dgm:prSet/>
      <dgm:spPr/>
      <dgm:t>
        <a:bodyPr/>
        <a:lstStyle/>
        <a:p>
          <a:endParaRPr lang="en-US"/>
        </a:p>
      </dgm:t>
    </dgm:pt>
    <dgm:pt modelId="{0504E971-E26B-44E7-BC1A-16B71EC53815}">
      <dgm:prSet phldrT="[Text]"/>
      <dgm:spPr/>
      <dgm:t>
        <a:bodyPr anchor="ctr"/>
        <a:lstStyle/>
        <a:p>
          <a:r>
            <a:rPr lang="en-US" dirty="0"/>
            <a:t>For Walmart to operate as a truly International Retailer, there is a need for a homogenous item hierarchy.​</a:t>
          </a:r>
        </a:p>
      </dgm:t>
    </dgm:pt>
    <dgm:pt modelId="{76B561BA-60B1-4342-AFA9-927D760D8836}" type="parTrans" cxnId="{D89D9E55-3A92-4F5C-B77C-CF795B157650}">
      <dgm:prSet/>
      <dgm:spPr/>
      <dgm:t>
        <a:bodyPr/>
        <a:lstStyle/>
        <a:p>
          <a:endParaRPr lang="en-US"/>
        </a:p>
      </dgm:t>
    </dgm:pt>
    <dgm:pt modelId="{76917E6D-C935-4E62-A6A4-DCFA8F47FE69}" type="sibTrans" cxnId="{D89D9E55-3A92-4F5C-B77C-CF795B157650}">
      <dgm:prSet/>
      <dgm:spPr/>
      <dgm:t>
        <a:bodyPr/>
        <a:lstStyle/>
        <a:p>
          <a:endParaRPr lang="en-US"/>
        </a:p>
      </dgm:t>
    </dgm:pt>
    <dgm:pt modelId="{01061B3A-0732-4EE3-BB57-83AFD8DF07BD}">
      <dgm:prSet phldrT="[Text]"/>
      <dgm:spPr/>
      <dgm:t>
        <a:bodyPr anchor="ctr"/>
        <a:lstStyle/>
        <a:p>
          <a:r>
            <a:rPr lang="en-US" dirty="0"/>
            <a:t>This can help the sourcing partners to understand the economies of scale that have in their global sourcing of products for sale in stores.​</a:t>
          </a:r>
        </a:p>
      </dgm:t>
    </dgm:pt>
    <dgm:pt modelId="{C24BD925-23EF-481F-8A7C-24BC67D8E38C}" type="parTrans" cxnId="{DE4FD5CC-B3E1-4E2A-B727-5FE4E198D133}">
      <dgm:prSet/>
      <dgm:spPr/>
      <dgm:t>
        <a:bodyPr/>
        <a:lstStyle/>
        <a:p>
          <a:endParaRPr lang="en-US"/>
        </a:p>
      </dgm:t>
    </dgm:pt>
    <dgm:pt modelId="{5270B2D4-E6E9-45C9-8380-63C05EEED330}" type="sibTrans" cxnId="{DE4FD5CC-B3E1-4E2A-B727-5FE4E198D133}">
      <dgm:prSet/>
      <dgm:spPr/>
      <dgm:t>
        <a:bodyPr/>
        <a:lstStyle/>
        <a:p>
          <a:endParaRPr lang="en-US"/>
        </a:p>
      </dgm:t>
    </dgm:pt>
    <dgm:pt modelId="{C44E89CA-0DFD-4F58-8F76-8824BA535FC1}">
      <dgm:prSet phldrT="[Text]"/>
      <dgm:spPr/>
      <dgm:t>
        <a:bodyPr anchor="ctr"/>
        <a:lstStyle/>
        <a:p>
          <a:r>
            <a:rPr lang="en-US" dirty="0"/>
            <a:t>The data given to me is of FOOD as SBU and cross department as PRODUCE &amp; FLOWERS.</a:t>
          </a:r>
        </a:p>
      </dgm:t>
    </dgm:pt>
    <dgm:pt modelId="{1A804E31-77D1-451A-81B2-CB8B9B3EB180}" type="parTrans" cxnId="{B3FD79A1-40AB-4B26-AEEB-655262CEA34D}">
      <dgm:prSet/>
      <dgm:spPr/>
      <dgm:t>
        <a:bodyPr/>
        <a:lstStyle/>
        <a:p>
          <a:endParaRPr lang="en-US"/>
        </a:p>
      </dgm:t>
    </dgm:pt>
    <dgm:pt modelId="{7AE06A95-9021-41EB-B776-2C5073E22593}" type="sibTrans" cxnId="{B3FD79A1-40AB-4B26-AEEB-655262CEA34D}">
      <dgm:prSet/>
      <dgm:spPr/>
      <dgm:t>
        <a:bodyPr/>
        <a:lstStyle/>
        <a:p>
          <a:endParaRPr lang="en-US"/>
        </a:p>
      </dgm:t>
    </dgm:pt>
    <dgm:pt modelId="{9892823F-E69A-462B-9D6B-563303D1A9DD}">
      <dgm:prSet phldrT="[Text]"/>
      <dgm:spPr/>
      <dgm:t>
        <a:bodyPr/>
        <a:lstStyle/>
        <a:p>
          <a:endParaRPr lang="en-US" dirty="0"/>
        </a:p>
      </dgm:t>
    </dgm:pt>
    <dgm:pt modelId="{222B3613-FDBE-4D3B-B2FE-08D734D3026E}" type="sibTrans" cxnId="{0C0C4632-5A24-45D2-B1F7-4B60863CACF3}">
      <dgm:prSet/>
      <dgm:spPr/>
      <dgm:t>
        <a:bodyPr/>
        <a:lstStyle/>
        <a:p>
          <a:endParaRPr lang="en-US"/>
        </a:p>
      </dgm:t>
    </dgm:pt>
    <dgm:pt modelId="{85011A1F-31FE-4D9B-AD3A-75E71101B899}" type="parTrans" cxnId="{0C0C4632-5A24-45D2-B1F7-4B60863CACF3}">
      <dgm:prSet/>
      <dgm:spPr/>
      <dgm:t>
        <a:bodyPr/>
        <a:lstStyle/>
        <a:p>
          <a:endParaRPr lang="en-US"/>
        </a:p>
      </dgm:t>
    </dgm:pt>
    <dgm:pt modelId="{866784B7-DA86-4D99-9B4D-66A45AF81216}" type="pres">
      <dgm:prSet presAssocID="{54EE617C-4C80-4BBD-9ED0-C33281214C7B}" presName="Name0" presStyleCnt="0">
        <dgm:presLayoutVars>
          <dgm:chMax/>
          <dgm:chPref val="3"/>
          <dgm:dir/>
          <dgm:animOne val="branch"/>
          <dgm:animLvl val="lvl"/>
        </dgm:presLayoutVars>
      </dgm:prSet>
      <dgm:spPr/>
    </dgm:pt>
    <dgm:pt modelId="{1D90C8CD-7D40-40F2-A74D-F24E76FE8B75}" type="pres">
      <dgm:prSet presAssocID="{53D33877-40B6-440A-AAFA-1FC6D6052C4F}" presName="composite" presStyleCnt="0"/>
      <dgm:spPr/>
    </dgm:pt>
    <dgm:pt modelId="{32998801-5525-413A-ACBF-21ED9223F412}" type="pres">
      <dgm:prSet presAssocID="{53D33877-40B6-440A-AAFA-1FC6D6052C4F}" presName="FirstChild" presStyleLbl="revTx" presStyleIdx="0" presStyleCnt="6" custScaleX="82616" custLinFactNeighborX="-8143" custLinFactNeighborY="365">
        <dgm:presLayoutVars>
          <dgm:chMax val="0"/>
          <dgm:chPref val="0"/>
          <dgm:bulletEnabled val="1"/>
        </dgm:presLayoutVars>
      </dgm:prSet>
      <dgm:spPr/>
    </dgm:pt>
    <dgm:pt modelId="{9E2D02C2-7B72-4DAD-B5F6-FD363EE95912}" type="pres">
      <dgm:prSet presAssocID="{53D33877-40B6-440A-AAFA-1FC6D6052C4F}" presName="Parent" presStyleLbl="alignNode1" presStyleIdx="0" presStyleCnt="3">
        <dgm:presLayoutVars>
          <dgm:chMax val="3"/>
          <dgm:chPref val="3"/>
          <dgm:bulletEnabled val="1"/>
        </dgm:presLayoutVars>
      </dgm:prSet>
      <dgm:spPr/>
    </dgm:pt>
    <dgm:pt modelId="{F2D12D75-6C40-403D-88C3-AB1B1E2E7413}" type="pres">
      <dgm:prSet presAssocID="{53D33877-40B6-440A-AAFA-1FC6D6052C4F}" presName="Accent" presStyleLbl="parChTrans1D1" presStyleIdx="0" presStyleCnt="3"/>
      <dgm:spPr/>
    </dgm:pt>
    <dgm:pt modelId="{0FF4487B-BFA8-4868-B8E9-2C17D037CEE6}" type="pres">
      <dgm:prSet presAssocID="{53D33877-40B6-440A-AAFA-1FC6D6052C4F}" presName="Child" presStyleLbl="revTx" presStyleIdx="1" presStyleCnt="6">
        <dgm:presLayoutVars>
          <dgm:chMax val="0"/>
          <dgm:chPref val="0"/>
          <dgm:bulletEnabled val="1"/>
        </dgm:presLayoutVars>
      </dgm:prSet>
      <dgm:spPr/>
    </dgm:pt>
    <dgm:pt modelId="{DF5E0619-3D4C-40AA-9010-6B346151CA79}" type="pres">
      <dgm:prSet presAssocID="{6F278791-72C2-419D-AE73-02A43CA2945B}" presName="sibTrans" presStyleCnt="0"/>
      <dgm:spPr/>
    </dgm:pt>
    <dgm:pt modelId="{FA4B8DD9-20E5-4A2F-A498-0F2FBA47B88A}" type="pres">
      <dgm:prSet presAssocID="{DE05258C-F881-4461-9A27-5B13929B4975}" presName="composite" presStyleCnt="0"/>
      <dgm:spPr/>
    </dgm:pt>
    <dgm:pt modelId="{3366ABCE-7AD8-410E-B3FF-587D84956F7A}" type="pres">
      <dgm:prSet presAssocID="{DE05258C-F881-4461-9A27-5B13929B4975}" presName="FirstChild" presStyleLbl="revTx" presStyleIdx="2" presStyleCnt="6">
        <dgm:presLayoutVars>
          <dgm:chMax val="0"/>
          <dgm:chPref val="0"/>
          <dgm:bulletEnabled val="1"/>
        </dgm:presLayoutVars>
      </dgm:prSet>
      <dgm:spPr/>
    </dgm:pt>
    <dgm:pt modelId="{9359C45C-CADB-47B6-BFF7-8289C0549585}" type="pres">
      <dgm:prSet presAssocID="{DE05258C-F881-4461-9A27-5B13929B4975}" presName="Parent" presStyleLbl="alignNode1" presStyleIdx="1" presStyleCnt="3">
        <dgm:presLayoutVars>
          <dgm:chMax val="3"/>
          <dgm:chPref val="3"/>
          <dgm:bulletEnabled val="1"/>
        </dgm:presLayoutVars>
      </dgm:prSet>
      <dgm:spPr/>
    </dgm:pt>
    <dgm:pt modelId="{0AEB22AB-3395-4009-B5FC-082F971B19B4}" type="pres">
      <dgm:prSet presAssocID="{DE05258C-F881-4461-9A27-5B13929B4975}" presName="Accent" presStyleLbl="parChTrans1D1" presStyleIdx="1" presStyleCnt="3"/>
      <dgm:spPr/>
    </dgm:pt>
    <dgm:pt modelId="{C1BE1126-84D7-41FB-83A3-80C045DF388A}" type="pres">
      <dgm:prSet presAssocID="{DE05258C-F881-4461-9A27-5B13929B4975}" presName="Child" presStyleLbl="revTx" presStyleIdx="3" presStyleCnt="6">
        <dgm:presLayoutVars>
          <dgm:chMax val="0"/>
          <dgm:chPref val="0"/>
          <dgm:bulletEnabled val="1"/>
        </dgm:presLayoutVars>
      </dgm:prSet>
      <dgm:spPr/>
    </dgm:pt>
    <dgm:pt modelId="{053276F2-050D-435C-BDF0-22B5847A5683}" type="pres">
      <dgm:prSet presAssocID="{0CE19ECF-B9A9-47D5-A397-3B24E8F040FB}" presName="sibTrans" presStyleCnt="0"/>
      <dgm:spPr/>
    </dgm:pt>
    <dgm:pt modelId="{4930ECBD-0529-4CD4-B078-22CCCE198292}" type="pres">
      <dgm:prSet presAssocID="{4DEA3503-FD53-4237-BF87-F7FEF89897B7}" presName="composite" presStyleCnt="0"/>
      <dgm:spPr/>
    </dgm:pt>
    <dgm:pt modelId="{AEF0BC25-DE7A-48E3-B40F-9E8E2E9F96E5}" type="pres">
      <dgm:prSet presAssocID="{4DEA3503-FD53-4237-BF87-F7FEF89897B7}" presName="FirstChild" presStyleLbl="revTx" presStyleIdx="4" presStyleCnt="6">
        <dgm:presLayoutVars>
          <dgm:chMax val="0"/>
          <dgm:chPref val="0"/>
          <dgm:bulletEnabled val="1"/>
        </dgm:presLayoutVars>
      </dgm:prSet>
      <dgm:spPr/>
    </dgm:pt>
    <dgm:pt modelId="{2AB3285F-1822-4F5F-A84E-D6B79CC83663}" type="pres">
      <dgm:prSet presAssocID="{4DEA3503-FD53-4237-BF87-F7FEF89897B7}" presName="Parent" presStyleLbl="alignNode1" presStyleIdx="2" presStyleCnt="3">
        <dgm:presLayoutVars>
          <dgm:chMax val="3"/>
          <dgm:chPref val="3"/>
          <dgm:bulletEnabled val="1"/>
        </dgm:presLayoutVars>
      </dgm:prSet>
      <dgm:spPr/>
    </dgm:pt>
    <dgm:pt modelId="{42A0F40A-AEEA-48B8-A09D-1ABE6B7DE6FB}" type="pres">
      <dgm:prSet presAssocID="{4DEA3503-FD53-4237-BF87-F7FEF89897B7}" presName="Accent" presStyleLbl="parChTrans1D1" presStyleIdx="2" presStyleCnt="3"/>
      <dgm:spPr/>
    </dgm:pt>
    <dgm:pt modelId="{9648CC17-53C6-426B-815A-D7ECD4FD3848}" type="pres">
      <dgm:prSet presAssocID="{4DEA3503-FD53-4237-BF87-F7FEF89897B7}" presName="Child" presStyleLbl="revTx" presStyleIdx="5" presStyleCnt="6">
        <dgm:presLayoutVars>
          <dgm:chMax val="0"/>
          <dgm:chPref val="0"/>
          <dgm:bulletEnabled val="1"/>
        </dgm:presLayoutVars>
      </dgm:prSet>
      <dgm:spPr/>
    </dgm:pt>
  </dgm:ptLst>
  <dgm:cxnLst>
    <dgm:cxn modelId="{EE4F1203-9CAF-4588-A442-62C1383242AB}" type="presOf" srcId="{0504E971-E26B-44E7-BC1A-16B71EC53815}" destId="{0FF4487B-BFA8-4868-B8E9-2C17D037CEE6}" srcOrd="0" destOrd="1" presId="urn:microsoft.com/office/officeart/2011/layout/TabList"/>
    <dgm:cxn modelId="{77E9570F-273C-4880-A9BD-CE18A4470AA9}" srcId="{53D33877-40B6-440A-AAFA-1FC6D6052C4F}" destId="{50491C5B-0027-424C-A636-C12C151ED82A}" srcOrd="1" destOrd="0" parTransId="{F264742A-B898-451A-9D6C-4B88C08032C5}" sibTransId="{7D6335B2-105C-4074-AB6B-AE6A9940D746}"/>
    <dgm:cxn modelId="{FE2DC515-4290-4FE0-B502-CE97388BFCAB}" srcId="{DE05258C-F881-4461-9A27-5B13929B4975}" destId="{85AE622C-90BD-4ADB-AA66-CFC3FB6E1F22}" srcOrd="1" destOrd="0" parTransId="{B843E3E7-9114-4080-80EC-D5AA4D7AC583}" sibTransId="{AD3BFF82-F272-4655-9D14-376A86266D51}"/>
    <dgm:cxn modelId="{0C0C4632-5A24-45D2-B1F7-4B60863CACF3}" srcId="{53D33877-40B6-440A-AAFA-1FC6D6052C4F}" destId="{9892823F-E69A-462B-9D6B-563303D1A9DD}" srcOrd="0" destOrd="0" parTransId="{85011A1F-31FE-4D9B-AD3A-75E71101B899}" sibTransId="{222B3613-FDBE-4D3B-B2FE-08D734D3026E}"/>
    <dgm:cxn modelId="{4BD33533-EBAD-42E9-BBC4-ACFDBD65B8AB}" srcId="{54EE617C-4C80-4BBD-9ED0-C33281214C7B}" destId="{4DEA3503-FD53-4237-BF87-F7FEF89897B7}" srcOrd="2" destOrd="0" parTransId="{7ABBB21A-407C-48C3-BA1B-29BD7926F320}" sibTransId="{B8079176-E55B-4D0F-A8E2-A800DE653768}"/>
    <dgm:cxn modelId="{0BB8CE5C-4B07-4E13-B1DF-F4CB7F996C8D}" srcId="{4DEA3503-FD53-4237-BF87-F7FEF89897B7}" destId="{21FF561C-03F8-4E36-94E5-8CFC29D35117}" srcOrd="1" destOrd="0" parTransId="{1EE355E6-BA85-4880-BBA4-EE6254C209B9}" sibTransId="{64F68843-4583-4F7C-806C-BE2F34A0FF45}"/>
    <dgm:cxn modelId="{8E54AC64-F4F7-4E33-9AA7-873C00BA74B5}" srcId="{54EE617C-4C80-4BBD-9ED0-C33281214C7B}" destId="{DE05258C-F881-4461-9A27-5B13929B4975}" srcOrd="1" destOrd="0" parTransId="{808057A3-2BA6-40B3-9CEE-39034F394039}" sibTransId="{0CE19ECF-B9A9-47D5-A397-3B24E8F040FB}"/>
    <dgm:cxn modelId="{D89D9E55-3A92-4F5C-B77C-CF795B157650}" srcId="{53D33877-40B6-440A-AAFA-1FC6D6052C4F}" destId="{0504E971-E26B-44E7-BC1A-16B71EC53815}" srcOrd="2" destOrd="0" parTransId="{76B561BA-60B1-4342-AFA9-927D760D8836}" sibTransId="{76917E6D-C935-4E62-A6A4-DCFA8F47FE69}"/>
    <dgm:cxn modelId="{1E1DC656-3F34-4B23-B264-30CCB40B99D0}" type="presOf" srcId="{54EE617C-4C80-4BBD-9ED0-C33281214C7B}" destId="{866784B7-DA86-4D99-9B4D-66A45AF81216}" srcOrd="0" destOrd="0" presId="urn:microsoft.com/office/officeart/2011/layout/TabList"/>
    <dgm:cxn modelId="{BD870F57-5A0F-418D-8336-71E89C98750B}" type="presOf" srcId="{01061B3A-0732-4EE3-BB57-83AFD8DF07BD}" destId="{C1BE1126-84D7-41FB-83A3-80C045DF388A}" srcOrd="0" destOrd="1" presId="urn:microsoft.com/office/officeart/2011/layout/TabList"/>
    <dgm:cxn modelId="{532A6359-54C8-4D3F-B3A0-D511B47D5EB3}" type="presOf" srcId="{21FF561C-03F8-4E36-94E5-8CFC29D35117}" destId="{9648CC17-53C6-426B-815A-D7ECD4FD3848}" srcOrd="0" destOrd="0" presId="urn:microsoft.com/office/officeart/2011/layout/TabList"/>
    <dgm:cxn modelId="{48B13E87-EEE4-47CB-83EF-8D65562C7F94}" type="presOf" srcId="{53D33877-40B6-440A-AAFA-1FC6D6052C4F}" destId="{9E2D02C2-7B72-4DAD-B5F6-FD363EE95912}" srcOrd="0" destOrd="0" presId="urn:microsoft.com/office/officeart/2011/layout/TabList"/>
    <dgm:cxn modelId="{67DF3099-FF31-49F5-B1BA-E38D2159F4A2}" type="presOf" srcId="{DE05258C-F881-4461-9A27-5B13929B4975}" destId="{9359C45C-CADB-47B6-BFF7-8289C0549585}" srcOrd="0" destOrd="0" presId="urn:microsoft.com/office/officeart/2011/layout/TabList"/>
    <dgm:cxn modelId="{B3FD79A1-40AB-4B26-AEEB-655262CEA34D}" srcId="{4DEA3503-FD53-4237-BF87-F7FEF89897B7}" destId="{C44E89CA-0DFD-4F58-8F76-8824BA535FC1}" srcOrd="2" destOrd="0" parTransId="{1A804E31-77D1-451A-81B2-CB8B9B3EB180}" sibTransId="{7AE06A95-9021-41EB-B776-2C5073E22593}"/>
    <dgm:cxn modelId="{59A79DB2-7C6E-4413-804E-A00016583E17}" srcId="{DE05258C-F881-4461-9A27-5B13929B4975}" destId="{04591322-D829-4B19-94F4-29F7A242B9DA}" srcOrd="0" destOrd="0" parTransId="{CBA7641F-5A36-4E34-B3D9-9C4B3C0F7F61}" sibTransId="{A8C542A0-65B4-485C-9FB6-3CB8CA508C23}"/>
    <dgm:cxn modelId="{8B03E8B4-ED5B-4758-9BC1-9096DEAC5C6A}" type="presOf" srcId="{50491C5B-0027-424C-A636-C12C151ED82A}" destId="{0FF4487B-BFA8-4868-B8E9-2C17D037CEE6}" srcOrd="0" destOrd="0" presId="urn:microsoft.com/office/officeart/2011/layout/TabList"/>
    <dgm:cxn modelId="{FC10FCC7-59D7-413B-8C75-5D886B5864BD}" type="presOf" srcId="{9892823F-E69A-462B-9D6B-563303D1A9DD}" destId="{32998801-5525-413A-ACBF-21ED9223F412}" srcOrd="0" destOrd="0" presId="urn:microsoft.com/office/officeart/2011/layout/TabList"/>
    <dgm:cxn modelId="{DE4FD5CC-B3E1-4E2A-B727-5FE4E198D133}" srcId="{DE05258C-F881-4461-9A27-5B13929B4975}" destId="{01061B3A-0732-4EE3-BB57-83AFD8DF07BD}" srcOrd="2" destOrd="0" parTransId="{C24BD925-23EF-481F-8A7C-24BC67D8E38C}" sibTransId="{5270B2D4-E6E9-45C9-8380-63C05EEED330}"/>
    <dgm:cxn modelId="{35944DD0-51A3-401A-88D5-3AAF27C37C52}" type="presOf" srcId="{4DEA3503-FD53-4237-BF87-F7FEF89897B7}" destId="{2AB3285F-1822-4F5F-A84E-D6B79CC83663}" srcOrd="0" destOrd="0" presId="urn:microsoft.com/office/officeart/2011/layout/TabList"/>
    <dgm:cxn modelId="{15024DD1-D758-4EF6-B4E2-BB1AF9B219DE}" type="presOf" srcId="{04591322-D829-4B19-94F4-29F7A242B9DA}" destId="{3366ABCE-7AD8-410E-B3FF-587D84956F7A}" srcOrd="0" destOrd="0" presId="urn:microsoft.com/office/officeart/2011/layout/TabList"/>
    <dgm:cxn modelId="{57974BDA-1D04-4718-9B84-8005606B58DE}" type="presOf" srcId="{85AE622C-90BD-4ADB-AA66-CFC3FB6E1F22}" destId="{C1BE1126-84D7-41FB-83A3-80C045DF388A}" srcOrd="0" destOrd="0" presId="urn:microsoft.com/office/officeart/2011/layout/TabList"/>
    <dgm:cxn modelId="{EB4CDDDB-BBBC-425B-B06E-6E1DE7F36EEF}" srcId="{4DEA3503-FD53-4237-BF87-F7FEF89897B7}" destId="{367F4349-6775-4FCA-8574-8802C014EDDC}" srcOrd="0" destOrd="0" parTransId="{635D4B2C-6193-4669-89DD-083F1D016C5E}" sibTransId="{EDF8630B-699B-4866-A852-ACCCF4C12BD3}"/>
    <dgm:cxn modelId="{917E33F0-DF86-40EF-AD7C-E96529546523}" type="presOf" srcId="{367F4349-6775-4FCA-8574-8802C014EDDC}" destId="{AEF0BC25-DE7A-48E3-B40F-9E8E2E9F96E5}" srcOrd="0" destOrd="0" presId="urn:microsoft.com/office/officeart/2011/layout/TabList"/>
    <dgm:cxn modelId="{51DA0BF5-954C-4A5F-8166-F2F8C380A712}" srcId="{54EE617C-4C80-4BBD-9ED0-C33281214C7B}" destId="{53D33877-40B6-440A-AAFA-1FC6D6052C4F}" srcOrd="0" destOrd="0" parTransId="{4FB060AA-DDD8-4EAB-AE49-EEBC6EC4C03B}" sibTransId="{6F278791-72C2-419D-AE73-02A43CA2945B}"/>
    <dgm:cxn modelId="{AE3230FE-8320-4AF3-ACF6-AB3617D7E63F}" type="presOf" srcId="{C44E89CA-0DFD-4F58-8F76-8824BA535FC1}" destId="{9648CC17-53C6-426B-815A-D7ECD4FD3848}" srcOrd="0" destOrd="1" presId="urn:microsoft.com/office/officeart/2011/layout/TabList"/>
    <dgm:cxn modelId="{C411DF8F-AC03-4D78-AAD6-410B638F8D4F}" type="presParOf" srcId="{866784B7-DA86-4D99-9B4D-66A45AF81216}" destId="{1D90C8CD-7D40-40F2-A74D-F24E76FE8B75}" srcOrd="0" destOrd="0" presId="urn:microsoft.com/office/officeart/2011/layout/TabList"/>
    <dgm:cxn modelId="{F8FBF6F7-536B-48C7-8248-2ED8F62031FF}" type="presParOf" srcId="{1D90C8CD-7D40-40F2-A74D-F24E76FE8B75}" destId="{32998801-5525-413A-ACBF-21ED9223F412}" srcOrd="0" destOrd="0" presId="urn:microsoft.com/office/officeart/2011/layout/TabList"/>
    <dgm:cxn modelId="{7F2BC25B-ECC8-4353-89D2-05A8A7837619}" type="presParOf" srcId="{1D90C8CD-7D40-40F2-A74D-F24E76FE8B75}" destId="{9E2D02C2-7B72-4DAD-B5F6-FD363EE95912}" srcOrd="1" destOrd="0" presId="urn:microsoft.com/office/officeart/2011/layout/TabList"/>
    <dgm:cxn modelId="{61106907-5E84-40F3-85BE-72D27F223A65}" type="presParOf" srcId="{1D90C8CD-7D40-40F2-A74D-F24E76FE8B75}" destId="{F2D12D75-6C40-403D-88C3-AB1B1E2E7413}" srcOrd="2" destOrd="0" presId="urn:microsoft.com/office/officeart/2011/layout/TabList"/>
    <dgm:cxn modelId="{A99591C4-BAB2-4AD7-81D3-BDF71E1CA81E}" type="presParOf" srcId="{866784B7-DA86-4D99-9B4D-66A45AF81216}" destId="{0FF4487B-BFA8-4868-B8E9-2C17D037CEE6}" srcOrd="1" destOrd="0" presId="urn:microsoft.com/office/officeart/2011/layout/TabList"/>
    <dgm:cxn modelId="{1E76A1D9-530F-46A6-908B-4F94A04AAF2A}" type="presParOf" srcId="{866784B7-DA86-4D99-9B4D-66A45AF81216}" destId="{DF5E0619-3D4C-40AA-9010-6B346151CA79}" srcOrd="2" destOrd="0" presId="urn:microsoft.com/office/officeart/2011/layout/TabList"/>
    <dgm:cxn modelId="{5AF9F473-4387-4CE3-960E-E7C0E2EC0A45}" type="presParOf" srcId="{866784B7-DA86-4D99-9B4D-66A45AF81216}" destId="{FA4B8DD9-20E5-4A2F-A498-0F2FBA47B88A}" srcOrd="3" destOrd="0" presId="urn:microsoft.com/office/officeart/2011/layout/TabList"/>
    <dgm:cxn modelId="{2165E388-05E5-4A99-AF87-098BD513F4FC}" type="presParOf" srcId="{FA4B8DD9-20E5-4A2F-A498-0F2FBA47B88A}" destId="{3366ABCE-7AD8-410E-B3FF-587D84956F7A}" srcOrd="0" destOrd="0" presId="urn:microsoft.com/office/officeart/2011/layout/TabList"/>
    <dgm:cxn modelId="{B5159781-1B61-4D95-AF64-06031C792860}" type="presParOf" srcId="{FA4B8DD9-20E5-4A2F-A498-0F2FBA47B88A}" destId="{9359C45C-CADB-47B6-BFF7-8289C0549585}" srcOrd="1" destOrd="0" presId="urn:microsoft.com/office/officeart/2011/layout/TabList"/>
    <dgm:cxn modelId="{B3B4ACE1-9744-40BE-8515-F682442E7D08}" type="presParOf" srcId="{FA4B8DD9-20E5-4A2F-A498-0F2FBA47B88A}" destId="{0AEB22AB-3395-4009-B5FC-082F971B19B4}" srcOrd="2" destOrd="0" presId="urn:microsoft.com/office/officeart/2011/layout/TabList"/>
    <dgm:cxn modelId="{895477F1-CB75-47E3-B793-F63ACB155644}" type="presParOf" srcId="{866784B7-DA86-4D99-9B4D-66A45AF81216}" destId="{C1BE1126-84D7-41FB-83A3-80C045DF388A}" srcOrd="4" destOrd="0" presId="urn:microsoft.com/office/officeart/2011/layout/TabList"/>
    <dgm:cxn modelId="{45FBEECF-2201-48A1-9320-8E09068D77C7}" type="presParOf" srcId="{866784B7-DA86-4D99-9B4D-66A45AF81216}" destId="{053276F2-050D-435C-BDF0-22B5847A5683}" srcOrd="5" destOrd="0" presId="urn:microsoft.com/office/officeart/2011/layout/TabList"/>
    <dgm:cxn modelId="{83AEE1B1-6C93-4F53-9C42-48757B959CDE}" type="presParOf" srcId="{866784B7-DA86-4D99-9B4D-66A45AF81216}" destId="{4930ECBD-0529-4CD4-B078-22CCCE198292}" srcOrd="6" destOrd="0" presId="urn:microsoft.com/office/officeart/2011/layout/TabList"/>
    <dgm:cxn modelId="{41AB0D21-6810-4B46-A8B9-5650F8E9E131}" type="presParOf" srcId="{4930ECBD-0529-4CD4-B078-22CCCE198292}" destId="{AEF0BC25-DE7A-48E3-B40F-9E8E2E9F96E5}" srcOrd="0" destOrd="0" presId="urn:microsoft.com/office/officeart/2011/layout/TabList"/>
    <dgm:cxn modelId="{2D4D6EF4-109F-4BD1-BF4E-01BD8B204FDA}" type="presParOf" srcId="{4930ECBD-0529-4CD4-B078-22CCCE198292}" destId="{2AB3285F-1822-4F5F-A84E-D6B79CC83663}" srcOrd="1" destOrd="0" presId="urn:microsoft.com/office/officeart/2011/layout/TabList"/>
    <dgm:cxn modelId="{D89B4EE8-A26F-432D-811E-9DC803C2F59A}" type="presParOf" srcId="{4930ECBD-0529-4CD4-B078-22CCCE198292}" destId="{42A0F40A-AEEA-48B8-A09D-1ABE6B7DE6FB}" srcOrd="2" destOrd="0" presId="urn:microsoft.com/office/officeart/2011/layout/TabList"/>
    <dgm:cxn modelId="{F8D5C928-06AE-44D7-AE00-E6AE3F3DE78A}" type="presParOf" srcId="{866784B7-DA86-4D99-9B4D-66A45AF81216}" destId="{9648CC17-53C6-426B-815A-D7ECD4FD3848}" srcOrd="7" destOrd="0" presId="urn:microsoft.com/office/officeart/2011/layout/Tab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0666C1C-E3CE-4B43-9C3F-2EEE55A977D3}"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en-US"/>
        </a:p>
      </dgm:t>
    </dgm:pt>
    <dgm:pt modelId="{4CC202A3-E3DF-4E17-9FD4-4D234ACDF92F}">
      <dgm:prSet phldrT="[Text]">
        <dgm:style>
          <a:lnRef idx="0">
            <a:schemeClr val="accent4"/>
          </a:lnRef>
          <a:fillRef idx="3">
            <a:schemeClr val="accent4"/>
          </a:fillRef>
          <a:effectRef idx="3">
            <a:schemeClr val="accent4"/>
          </a:effectRef>
          <a:fontRef idx="minor">
            <a:schemeClr val="lt1"/>
          </a:fontRef>
        </dgm:style>
      </dgm:prSet>
      <dgm:spPr/>
      <dgm:t>
        <a:bodyPr/>
        <a:lstStyle/>
        <a:p>
          <a:r>
            <a:rPr lang="en-US" dirty="0"/>
            <a:t>Setting up the data</a:t>
          </a:r>
        </a:p>
      </dgm:t>
    </dgm:pt>
    <dgm:pt modelId="{5F666E8E-C9CE-421D-AB65-E91A73999A7C}" type="parTrans" cxnId="{94B0DD8D-7646-445F-8643-C9DFB79EFCFE}">
      <dgm:prSet/>
      <dgm:spPr/>
      <dgm:t>
        <a:bodyPr/>
        <a:lstStyle/>
        <a:p>
          <a:endParaRPr lang="en-US"/>
        </a:p>
      </dgm:t>
    </dgm:pt>
    <dgm:pt modelId="{BCF4B317-676D-466D-9AF7-54ACE3CA111C}" type="sibTrans" cxnId="{94B0DD8D-7646-445F-8643-C9DFB79EFCFE}">
      <dgm:prSet/>
      <dgm:spPr/>
      <dgm:t>
        <a:bodyPr/>
        <a:lstStyle/>
        <a:p>
          <a:endParaRPr lang="en-US"/>
        </a:p>
      </dgm:t>
    </dgm:pt>
    <dgm:pt modelId="{D3E2C188-2674-4AEE-A6DE-04F1A4FB9915}">
      <dgm:prSet phldrT="[Text]"/>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r>
            <a:rPr lang="en-US" dirty="0"/>
            <a:t>Define a target column by concatenating revised category and revised variety.</a:t>
          </a:r>
        </a:p>
      </dgm:t>
    </dgm:pt>
    <dgm:pt modelId="{EDB0B9F6-4769-4F9D-B368-68520EC4721A}" type="parTrans" cxnId="{CEB9DA46-0B48-42A3-985E-29FE6839E80D}">
      <dgm:prSet/>
      <dgm:spPr/>
      <dgm:t>
        <a:bodyPr/>
        <a:lstStyle/>
        <a:p>
          <a:endParaRPr lang="en-US"/>
        </a:p>
      </dgm:t>
    </dgm:pt>
    <dgm:pt modelId="{20617153-9709-40CE-B721-2D2422B2B918}" type="sibTrans" cxnId="{CEB9DA46-0B48-42A3-985E-29FE6839E80D}">
      <dgm:prSet/>
      <dgm:spPr/>
      <dgm:t>
        <a:bodyPr/>
        <a:lstStyle/>
        <a:p>
          <a:endParaRPr lang="en-US"/>
        </a:p>
      </dgm:t>
    </dgm:pt>
    <dgm:pt modelId="{5C91D80F-7412-421B-B970-134E0505E05C}">
      <dgm:prSet phldrT="[Text]"/>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r>
            <a:rPr lang="en-US" dirty="0"/>
            <a:t>Divide the data into train and test. Test data will have Nan values in the target column.</a:t>
          </a:r>
        </a:p>
      </dgm:t>
    </dgm:pt>
    <dgm:pt modelId="{77746881-2385-4672-84DF-38F3F53AA3C4}" type="parTrans" cxnId="{FB53F3EB-1A40-40E1-8074-2D6F7FDDAC55}">
      <dgm:prSet/>
      <dgm:spPr/>
      <dgm:t>
        <a:bodyPr/>
        <a:lstStyle/>
        <a:p>
          <a:endParaRPr lang="en-US"/>
        </a:p>
      </dgm:t>
    </dgm:pt>
    <dgm:pt modelId="{13A20367-EE32-4140-A375-26BAF35F02CB}" type="sibTrans" cxnId="{FB53F3EB-1A40-40E1-8074-2D6F7FDDAC55}">
      <dgm:prSet/>
      <dgm:spPr/>
      <dgm:t>
        <a:bodyPr/>
        <a:lstStyle/>
        <a:p>
          <a:endParaRPr lang="en-US"/>
        </a:p>
      </dgm:t>
    </dgm:pt>
    <dgm:pt modelId="{5564D12F-7DD9-47E1-AC09-96B38F593EF8}">
      <dgm:prSet phldrT="[Text]">
        <dgm:style>
          <a:lnRef idx="0">
            <a:schemeClr val="accent1"/>
          </a:lnRef>
          <a:fillRef idx="3">
            <a:schemeClr val="accent1"/>
          </a:fillRef>
          <a:effectRef idx="3">
            <a:schemeClr val="accent1"/>
          </a:effectRef>
          <a:fontRef idx="minor">
            <a:schemeClr val="lt1"/>
          </a:fontRef>
        </dgm:style>
      </dgm:prSet>
      <dgm:spPr/>
      <dgm:t>
        <a:bodyPr/>
        <a:lstStyle/>
        <a:p>
          <a:r>
            <a:rPr lang="en-US" dirty="0"/>
            <a:t>Methodology</a:t>
          </a:r>
        </a:p>
      </dgm:t>
    </dgm:pt>
    <dgm:pt modelId="{7F40D2CB-E1ED-4A17-A517-34688B882AA3}" type="parTrans" cxnId="{D6E98530-2BD1-4CAF-862C-D174EF4D993D}">
      <dgm:prSet/>
      <dgm:spPr/>
      <dgm:t>
        <a:bodyPr/>
        <a:lstStyle/>
        <a:p>
          <a:endParaRPr lang="en-US"/>
        </a:p>
      </dgm:t>
    </dgm:pt>
    <dgm:pt modelId="{2D058B88-A1BB-407F-8919-8ADA30D1CCF8}" type="sibTrans" cxnId="{D6E98530-2BD1-4CAF-862C-D174EF4D993D}">
      <dgm:prSet/>
      <dgm:spPr/>
      <dgm:t>
        <a:bodyPr/>
        <a:lstStyle/>
        <a:p>
          <a:endParaRPr lang="en-US"/>
        </a:p>
      </dgm:t>
    </dgm:pt>
    <dgm:pt modelId="{2406EC8B-4A0C-4540-AD59-6BADB482D39A}">
      <dgm:prSet phldrT="[Text]"/>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r>
            <a:rPr lang="en-US" dirty="0"/>
            <a:t>Set up the pipeline and add vectorizer to convert text into numeric features.</a:t>
          </a:r>
        </a:p>
      </dgm:t>
    </dgm:pt>
    <dgm:pt modelId="{CBABDD34-44EF-4A3E-A81F-CCA182AD0E19}" type="parTrans" cxnId="{206261F4-C8F5-4BB1-8AAD-A6E13D48FB52}">
      <dgm:prSet/>
      <dgm:spPr/>
      <dgm:t>
        <a:bodyPr/>
        <a:lstStyle/>
        <a:p>
          <a:endParaRPr lang="en-US"/>
        </a:p>
      </dgm:t>
    </dgm:pt>
    <dgm:pt modelId="{739739DD-0271-4F17-96EC-8D1F44E82FC9}" type="sibTrans" cxnId="{206261F4-C8F5-4BB1-8AAD-A6E13D48FB52}">
      <dgm:prSet/>
      <dgm:spPr/>
      <dgm:t>
        <a:bodyPr/>
        <a:lstStyle/>
        <a:p>
          <a:endParaRPr lang="en-US"/>
        </a:p>
      </dgm:t>
    </dgm:pt>
    <dgm:pt modelId="{FB538C49-A804-4274-861F-0C93521591AC}">
      <dgm:prSet phldrT="[Text]"/>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r>
            <a:rPr lang="en-US" dirty="0"/>
            <a:t>Add classification models to the pipeline and calculate cross validation score.</a:t>
          </a:r>
        </a:p>
      </dgm:t>
    </dgm:pt>
    <dgm:pt modelId="{344B9E1A-F5A7-40DD-AC46-33B3AA37B719}" type="parTrans" cxnId="{E74FD311-D5A1-4A4B-B543-0AC356F56420}">
      <dgm:prSet/>
      <dgm:spPr/>
      <dgm:t>
        <a:bodyPr/>
        <a:lstStyle/>
        <a:p>
          <a:endParaRPr lang="en-US"/>
        </a:p>
      </dgm:t>
    </dgm:pt>
    <dgm:pt modelId="{761168FC-B001-4214-9F70-83FDC3C7BDBA}" type="sibTrans" cxnId="{E74FD311-D5A1-4A4B-B543-0AC356F56420}">
      <dgm:prSet/>
      <dgm:spPr/>
      <dgm:t>
        <a:bodyPr/>
        <a:lstStyle/>
        <a:p>
          <a:endParaRPr lang="en-US"/>
        </a:p>
      </dgm:t>
    </dgm:pt>
    <dgm:pt modelId="{67D8EF28-38FD-4FE0-92F4-166B2C683B27}">
      <dgm:prSet phldrT="[Text]">
        <dgm:style>
          <a:lnRef idx="0">
            <a:schemeClr val="accent6"/>
          </a:lnRef>
          <a:fillRef idx="3">
            <a:schemeClr val="accent6"/>
          </a:fillRef>
          <a:effectRef idx="3">
            <a:schemeClr val="accent6"/>
          </a:effectRef>
          <a:fontRef idx="minor">
            <a:schemeClr val="lt1"/>
          </a:fontRef>
        </dgm:style>
      </dgm:prSet>
      <dgm:spPr/>
      <dgm:t>
        <a:bodyPr/>
        <a:lstStyle/>
        <a:p>
          <a:r>
            <a:rPr lang="en-US" dirty="0"/>
            <a:t>Finalizing the model</a:t>
          </a:r>
        </a:p>
      </dgm:t>
    </dgm:pt>
    <dgm:pt modelId="{5B0F31C8-D764-4150-AF91-624D7D5267B9}" type="parTrans" cxnId="{5BE8BEAC-8374-4300-9C2A-493B7CDA4A7D}">
      <dgm:prSet/>
      <dgm:spPr/>
      <dgm:t>
        <a:bodyPr/>
        <a:lstStyle/>
        <a:p>
          <a:endParaRPr lang="en-US"/>
        </a:p>
      </dgm:t>
    </dgm:pt>
    <dgm:pt modelId="{40E27833-BF59-409F-9AE5-19878343E17B}" type="sibTrans" cxnId="{5BE8BEAC-8374-4300-9C2A-493B7CDA4A7D}">
      <dgm:prSet/>
      <dgm:spPr/>
      <dgm:t>
        <a:bodyPr/>
        <a:lstStyle/>
        <a:p>
          <a:endParaRPr lang="en-US"/>
        </a:p>
      </dgm:t>
    </dgm:pt>
    <dgm:pt modelId="{F2BCAEC5-7FD7-42CD-B632-19D9ECE2BA4A}">
      <dgm:prSet phldrT="[Text]"/>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r>
            <a:rPr lang="en-US" dirty="0"/>
            <a:t>Select the model with the best CV score and take it as the baseline.</a:t>
          </a:r>
        </a:p>
      </dgm:t>
    </dgm:pt>
    <dgm:pt modelId="{0A489CE0-8F33-4757-8DB7-1896B1D5CF91}" type="parTrans" cxnId="{0C150311-B65B-4A49-B12A-49F76A637036}">
      <dgm:prSet/>
      <dgm:spPr/>
      <dgm:t>
        <a:bodyPr/>
        <a:lstStyle/>
        <a:p>
          <a:endParaRPr lang="en-US"/>
        </a:p>
      </dgm:t>
    </dgm:pt>
    <dgm:pt modelId="{CC3D92C5-8F40-48E4-8A8C-7646694CA816}" type="sibTrans" cxnId="{0C150311-B65B-4A49-B12A-49F76A637036}">
      <dgm:prSet/>
      <dgm:spPr/>
      <dgm:t>
        <a:bodyPr/>
        <a:lstStyle/>
        <a:p>
          <a:endParaRPr lang="en-US"/>
        </a:p>
      </dgm:t>
    </dgm:pt>
    <dgm:pt modelId="{3FEBBCAA-A7D7-463A-8F8C-BA6CF302EC0F}">
      <dgm:prSet phldrT="[Text]"/>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r>
            <a:rPr lang="en-US" dirty="0"/>
            <a:t>Perform hyperparameter tuning using grid search to improve the score.</a:t>
          </a:r>
        </a:p>
      </dgm:t>
    </dgm:pt>
    <dgm:pt modelId="{C25CC27C-BD3A-4F70-BCE5-6C1BFDA119C4}" type="parTrans" cxnId="{64F4486B-B7AF-4BE7-B0D7-4ED46C9A0990}">
      <dgm:prSet/>
      <dgm:spPr/>
      <dgm:t>
        <a:bodyPr/>
        <a:lstStyle/>
        <a:p>
          <a:endParaRPr lang="en-US"/>
        </a:p>
      </dgm:t>
    </dgm:pt>
    <dgm:pt modelId="{2DF3ABFF-0658-4D7E-9212-C9BDD626F886}" type="sibTrans" cxnId="{64F4486B-B7AF-4BE7-B0D7-4ED46C9A0990}">
      <dgm:prSet/>
      <dgm:spPr/>
      <dgm:t>
        <a:bodyPr/>
        <a:lstStyle/>
        <a:p>
          <a:endParaRPr lang="en-US"/>
        </a:p>
      </dgm:t>
    </dgm:pt>
    <dgm:pt modelId="{29B2B49A-982A-4C15-83F5-B6FCB1C9B6F2}" type="pres">
      <dgm:prSet presAssocID="{E0666C1C-E3CE-4B43-9C3F-2EEE55A977D3}" presName="linearFlow" presStyleCnt="0">
        <dgm:presLayoutVars>
          <dgm:dir/>
          <dgm:animLvl val="lvl"/>
          <dgm:resizeHandles val="exact"/>
        </dgm:presLayoutVars>
      </dgm:prSet>
      <dgm:spPr/>
    </dgm:pt>
    <dgm:pt modelId="{09FCEE73-9970-462F-B2CC-BFC3FE461DC6}" type="pres">
      <dgm:prSet presAssocID="{4CC202A3-E3DF-4E17-9FD4-4D234ACDF92F}" presName="composite" presStyleCnt="0"/>
      <dgm:spPr/>
    </dgm:pt>
    <dgm:pt modelId="{7F3E3DCA-8244-4FAE-8D86-7BF3FA572736}" type="pres">
      <dgm:prSet presAssocID="{4CC202A3-E3DF-4E17-9FD4-4D234ACDF92F}" presName="parentText" presStyleLbl="alignNode1" presStyleIdx="0" presStyleCnt="3">
        <dgm:presLayoutVars>
          <dgm:chMax val="1"/>
          <dgm:bulletEnabled val="1"/>
        </dgm:presLayoutVars>
      </dgm:prSet>
      <dgm:spPr/>
    </dgm:pt>
    <dgm:pt modelId="{55FEE6F3-8A8B-488D-BBE5-9303B833789C}" type="pres">
      <dgm:prSet presAssocID="{4CC202A3-E3DF-4E17-9FD4-4D234ACDF92F}" presName="descendantText" presStyleLbl="alignAcc1" presStyleIdx="0" presStyleCnt="3">
        <dgm:presLayoutVars>
          <dgm:bulletEnabled val="1"/>
        </dgm:presLayoutVars>
      </dgm:prSet>
      <dgm:spPr/>
    </dgm:pt>
    <dgm:pt modelId="{5CFEA8E1-58CB-4D0A-BC8B-4C60C1FA7956}" type="pres">
      <dgm:prSet presAssocID="{BCF4B317-676D-466D-9AF7-54ACE3CA111C}" presName="sp" presStyleCnt="0"/>
      <dgm:spPr/>
    </dgm:pt>
    <dgm:pt modelId="{1236E9E5-3E0F-4073-8ED8-16578AD1AACA}" type="pres">
      <dgm:prSet presAssocID="{5564D12F-7DD9-47E1-AC09-96B38F593EF8}" presName="composite" presStyleCnt="0"/>
      <dgm:spPr/>
    </dgm:pt>
    <dgm:pt modelId="{5063A1F0-A087-41B9-A121-7D3E4FA40120}" type="pres">
      <dgm:prSet presAssocID="{5564D12F-7DD9-47E1-AC09-96B38F593EF8}" presName="parentText" presStyleLbl="alignNode1" presStyleIdx="1" presStyleCnt="3">
        <dgm:presLayoutVars>
          <dgm:chMax val="1"/>
          <dgm:bulletEnabled val="1"/>
        </dgm:presLayoutVars>
      </dgm:prSet>
      <dgm:spPr/>
    </dgm:pt>
    <dgm:pt modelId="{9EFBADBD-8E0F-41DF-A231-73976EB2ADE2}" type="pres">
      <dgm:prSet presAssocID="{5564D12F-7DD9-47E1-AC09-96B38F593EF8}" presName="descendantText" presStyleLbl="alignAcc1" presStyleIdx="1" presStyleCnt="3">
        <dgm:presLayoutVars>
          <dgm:bulletEnabled val="1"/>
        </dgm:presLayoutVars>
      </dgm:prSet>
      <dgm:spPr/>
    </dgm:pt>
    <dgm:pt modelId="{2901CA6F-7CBB-4453-BBA1-7E40DAF85A56}" type="pres">
      <dgm:prSet presAssocID="{2D058B88-A1BB-407F-8919-8ADA30D1CCF8}" presName="sp" presStyleCnt="0"/>
      <dgm:spPr/>
    </dgm:pt>
    <dgm:pt modelId="{16BE9564-26A9-498E-AACB-BA1E2AB54B79}" type="pres">
      <dgm:prSet presAssocID="{67D8EF28-38FD-4FE0-92F4-166B2C683B27}" presName="composite" presStyleCnt="0"/>
      <dgm:spPr/>
    </dgm:pt>
    <dgm:pt modelId="{F2D4DE04-6E38-4C56-9F4F-66917121D0EE}" type="pres">
      <dgm:prSet presAssocID="{67D8EF28-38FD-4FE0-92F4-166B2C683B27}" presName="parentText" presStyleLbl="alignNode1" presStyleIdx="2" presStyleCnt="3">
        <dgm:presLayoutVars>
          <dgm:chMax val="1"/>
          <dgm:bulletEnabled val="1"/>
        </dgm:presLayoutVars>
      </dgm:prSet>
      <dgm:spPr/>
    </dgm:pt>
    <dgm:pt modelId="{298611BE-B892-4EC1-AEFB-2FCAB3EECD04}" type="pres">
      <dgm:prSet presAssocID="{67D8EF28-38FD-4FE0-92F4-166B2C683B27}" presName="descendantText" presStyleLbl="alignAcc1" presStyleIdx="2" presStyleCnt="3">
        <dgm:presLayoutVars>
          <dgm:bulletEnabled val="1"/>
        </dgm:presLayoutVars>
      </dgm:prSet>
      <dgm:spPr/>
    </dgm:pt>
  </dgm:ptLst>
  <dgm:cxnLst>
    <dgm:cxn modelId="{0C150311-B65B-4A49-B12A-49F76A637036}" srcId="{67D8EF28-38FD-4FE0-92F4-166B2C683B27}" destId="{F2BCAEC5-7FD7-42CD-B632-19D9ECE2BA4A}" srcOrd="0" destOrd="0" parTransId="{0A489CE0-8F33-4757-8DB7-1896B1D5CF91}" sibTransId="{CC3D92C5-8F40-48E4-8A8C-7646694CA816}"/>
    <dgm:cxn modelId="{E74FD311-D5A1-4A4B-B543-0AC356F56420}" srcId="{5564D12F-7DD9-47E1-AC09-96B38F593EF8}" destId="{FB538C49-A804-4274-861F-0C93521591AC}" srcOrd="1" destOrd="0" parTransId="{344B9E1A-F5A7-40DD-AC46-33B3AA37B719}" sibTransId="{761168FC-B001-4214-9F70-83FDC3C7BDBA}"/>
    <dgm:cxn modelId="{1C679B15-9A16-44A8-BFB4-A308A2D01A94}" type="presOf" srcId="{5C91D80F-7412-421B-B970-134E0505E05C}" destId="{55FEE6F3-8A8B-488D-BBE5-9303B833789C}" srcOrd="0" destOrd="1" presId="urn:microsoft.com/office/officeart/2005/8/layout/chevron2"/>
    <dgm:cxn modelId="{D6E98530-2BD1-4CAF-862C-D174EF4D993D}" srcId="{E0666C1C-E3CE-4B43-9C3F-2EEE55A977D3}" destId="{5564D12F-7DD9-47E1-AC09-96B38F593EF8}" srcOrd="1" destOrd="0" parTransId="{7F40D2CB-E1ED-4A17-A517-34688B882AA3}" sibTransId="{2D058B88-A1BB-407F-8919-8ADA30D1CCF8}"/>
    <dgm:cxn modelId="{97A72A41-61E5-4D22-ACB4-453F4D34CDE7}" type="presOf" srcId="{D3E2C188-2674-4AEE-A6DE-04F1A4FB9915}" destId="{55FEE6F3-8A8B-488D-BBE5-9303B833789C}" srcOrd="0" destOrd="0" presId="urn:microsoft.com/office/officeart/2005/8/layout/chevron2"/>
    <dgm:cxn modelId="{CEB9DA46-0B48-42A3-985E-29FE6839E80D}" srcId="{4CC202A3-E3DF-4E17-9FD4-4D234ACDF92F}" destId="{D3E2C188-2674-4AEE-A6DE-04F1A4FB9915}" srcOrd="0" destOrd="0" parTransId="{EDB0B9F6-4769-4F9D-B368-68520EC4721A}" sibTransId="{20617153-9709-40CE-B721-2D2422B2B918}"/>
    <dgm:cxn modelId="{64F4486B-B7AF-4BE7-B0D7-4ED46C9A0990}" srcId="{67D8EF28-38FD-4FE0-92F4-166B2C683B27}" destId="{3FEBBCAA-A7D7-463A-8F8C-BA6CF302EC0F}" srcOrd="1" destOrd="0" parTransId="{C25CC27C-BD3A-4F70-BCE5-6C1BFDA119C4}" sibTransId="{2DF3ABFF-0658-4D7E-9212-C9BDD626F886}"/>
    <dgm:cxn modelId="{0708294C-8F02-41D1-9A58-F98578B86907}" type="presOf" srcId="{3FEBBCAA-A7D7-463A-8F8C-BA6CF302EC0F}" destId="{298611BE-B892-4EC1-AEFB-2FCAB3EECD04}" srcOrd="0" destOrd="1" presId="urn:microsoft.com/office/officeart/2005/8/layout/chevron2"/>
    <dgm:cxn modelId="{79B3A855-7151-4D35-817C-9BB8B779ABC3}" type="presOf" srcId="{F2BCAEC5-7FD7-42CD-B632-19D9ECE2BA4A}" destId="{298611BE-B892-4EC1-AEFB-2FCAB3EECD04}" srcOrd="0" destOrd="0" presId="urn:microsoft.com/office/officeart/2005/8/layout/chevron2"/>
    <dgm:cxn modelId="{99289482-49E3-4C54-AD56-036DF4DDB5BD}" type="presOf" srcId="{5564D12F-7DD9-47E1-AC09-96B38F593EF8}" destId="{5063A1F0-A087-41B9-A121-7D3E4FA40120}" srcOrd="0" destOrd="0" presId="urn:microsoft.com/office/officeart/2005/8/layout/chevron2"/>
    <dgm:cxn modelId="{94B0DD8D-7646-445F-8643-C9DFB79EFCFE}" srcId="{E0666C1C-E3CE-4B43-9C3F-2EEE55A977D3}" destId="{4CC202A3-E3DF-4E17-9FD4-4D234ACDF92F}" srcOrd="0" destOrd="0" parTransId="{5F666E8E-C9CE-421D-AB65-E91A73999A7C}" sibTransId="{BCF4B317-676D-466D-9AF7-54ACE3CA111C}"/>
    <dgm:cxn modelId="{3177D694-0B57-40FA-B637-98FE7E87AB31}" type="presOf" srcId="{4CC202A3-E3DF-4E17-9FD4-4D234ACDF92F}" destId="{7F3E3DCA-8244-4FAE-8D86-7BF3FA572736}" srcOrd="0" destOrd="0" presId="urn:microsoft.com/office/officeart/2005/8/layout/chevron2"/>
    <dgm:cxn modelId="{5BE8BEAC-8374-4300-9C2A-493B7CDA4A7D}" srcId="{E0666C1C-E3CE-4B43-9C3F-2EEE55A977D3}" destId="{67D8EF28-38FD-4FE0-92F4-166B2C683B27}" srcOrd="2" destOrd="0" parTransId="{5B0F31C8-D764-4150-AF91-624D7D5267B9}" sibTransId="{40E27833-BF59-409F-9AE5-19878343E17B}"/>
    <dgm:cxn modelId="{10D75FC0-E0E0-4335-9AF0-67ADD4D73599}" type="presOf" srcId="{67D8EF28-38FD-4FE0-92F4-166B2C683B27}" destId="{F2D4DE04-6E38-4C56-9F4F-66917121D0EE}" srcOrd="0" destOrd="0" presId="urn:microsoft.com/office/officeart/2005/8/layout/chevron2"/>
    <dgm:cxn modelId="{19F3B2C2-A783-44E9-BAF0-6AACBC99BF15}" type="presOf" srcId="{E0666C1C-E3CE-4B43-9C3F-2EEE55A977D3}" destId="{29B2B49A-982A-4C15-83F5-B6FCB1C9B6F2}" srcOrd="0" destOrd="0" presId="urn:microsoft.com/office/officeart/2005/8/layout/chevron2"/>
    <dgm:cxn modelId="{13A1BDD4-7774-4A90-86AF-7D6A8DED1BC9}" type="presOf" srcId="{FB538C49-A804-4274-861F-0C93521591AC}" destId="{9EFBADBD-8E0F-41DF-A231-73976EB2ADE2}" srcOrd="0" destOrd="1" presId="urn:microsoft.com/office/officeart/2005/8/layout/chevron2"/>
    <dgm:cxn modelId="{7E5C60E3-D35C-4D29-B659-EB6F8486EA97}" type="presOf" srcId="{2406EC8B-4A0C-4540-AD59-6BADB482D39A}" destId="{9EFBADBD-8E0F-41DF-A231-73976EB2ADE2}" srcOrd="0" destOrd="0" presId="urn:microsoft.com/office/officeart/2005/8/layout/chevron2"/>
    <dgm:cxn modelId="{FB53F3EB-1A40-40E1-8074-2D6F7FDDAC55}" srcId="{4CC202A3-E3DF-4E17-9FD4-4D234ACDF92F}" destId="{5C91D80F-7412-421B-B970-134E0505E05C}" srcOrd="1" destOrd="0" parTransId="{77746881-2385-4672-84DF-38F3F53AA3C4}" sibTransId="{13A20367-EE32-4140-A375-26BAF35F02CB}"/>
    <dgm:cxn modelId="{206261F4-C8F5-4BB1-8AAD-A6E13D48FB52}" srcId="{5564D12F-7DD9-47E1-AC09-96B38F593EF8}" destId="{2406EC8B-4A0C-4540-AD59-6BADB482D39A}" srcOrd="0" destOrd="0" parTransId="{CBABDD34-44EF-4A3E-A81F-CCA182AD0E19}" sibTransId="{739739DD-0271-4F17-96EC-8D1F44E82FC9}"/>
    <dgm:cxn modelId="{05BA5A6F-2BF2-4DE3-85A1-8850EC1B1503}" type="presParOf" srcId="{29B2B49A-982A-4C15-83F5-B6FCB1C9B6F2}" destId="{09FCEE73-9970-462F-B2CC-BFC3FE461DC6}" srcOrd="0" destOrd="0" presId="urn:microsoft.com/office/officeart/2005/8/layout/chevron2"/>
    <dgm:cxn modelId="{53E6FD62-8273-4AB2-AED3-FA6A65B0E9DE}" type="presParOf" srcId="{09FCEE73-9970-462F-B2CC-BFC3FE461DC6}" destId="{7F3E3DCA-8244-4FAE-8D86-7BF3FA572736}" srcOrd="0" destOrd="0" presId="urn:microsoft.com/office/officeart/2005/8/layout/chevron2"/>
    <dgm:cxn modelId="{F5FCD854-0E2B-433D-B4B2-BBD919052EEF}" type="presParOf" srcId="{09FCEE73-9970-462F-B2CC-BFC3FE461DC6}" destId="{55FEE6F3-8A8B-488D-BBE5-9303B833789C}" srcOrd="1" destOrd="0" presId="urn:microsoft.com/office/officeart/2005/8/layout/chevron2"/>
    <dgm:cxn modelId="{755FE85B-7B01-4938-A55B-D2A5ACAD1C73}" type="presParOf" srcId="{29B2B49A-982A-4C15-83F5-B6FCB1C9B6F2}" destId="{5CFEA8E1-58CB-4D0A-BC8B-4C60C1FA7956}" srcOrd="1" destOrd="0" presId="urn:microsoft.com/office/officeart/2005/8/layout/chevron2"/>
    <dgm:cxn modelId="{E97A5CCA-94F7-4773-A4CD-0A94C63A17E6}" type="presParOf" srcId="{29B2B49A-982A-4C15-83F5-B6FCB1C9B6F2}" destId="{1236E9E5-3E0F-4073-8ED8-16578AD1AACA}" srcOrd="2" destOrd="0" presId="urn:microsoft.com/office/officeart/2005/8/layout/chevron2"/>
    <dgm:cxn modelId="{D03F6FB0-DBCF-453D-834E-13025CA4034D}" type="presParOf" srcId="{1236E9E5-3E0F-4073-8ED8-16578AD1AACA}" destId="{5063A1F0-A087-41B9-A121-7D3E4FA40120}" srcOrd="0" destOrd="0" presId="urn:microsoft.com/office/officeart/2005/8/layout/chevron2"/>
    <dgm:cxn modelId="{F764BDB3-0925-4B52-A5ED-A853F2C0F382}" type="presParOf" srcId="{1236E9E5-3E0F-4073-8ED8-16578AD1AACA}" destId="{9EFBADBD-8E0F-41DF-A231-73976EB2ADE2}" srcOrd="1" destOrd="0" presId="urn:microsoft.com/office/officeart/2005/8/layout/chevron2"/>
    <dgm:cxn modelId="{58CF1459-5DB5-458B-A9F9-3103768A06A4}" type="presParOf" srcId="{29B2B49A-982A-4C15-83F5-B6FCB1C9B6F2}" destId="{2901CA6F-7CBB-4453-BBA1-7E40DAF85A56}" srcOrd="3" destOrd="0" presId="urn:microsoft.com/office/officeart/2005/8/layout/chevron2"/>
    <dgm:cxn modelId="{94F9BE00-BB8A-4E09-B21B-D193DB8E2874}" type="presParOf" srcId="{29B2B49A-982A-4C15-83F5-B6FCB1C9B6F2}" destId="{16BE9564-26A9-498E-AACB-BA1E2AB54B79}" srcOrd="4" destOrd="0" presId="urn:microsoft.com/office/officeart/2005/8/layout/chevron2"/>
    <dgm:cxn modelId="{9D37EAB0-8972-44BD-83E8-BB46EDED8966}" type="presParOf" srcId="{16BE9564-26A9-498E-AACB-BA1E2AB54B79}" destId="{F2D4DE04-6E38-4C56-9F4F-66917121D0EE}" srcOrd="0" destOrd="0" presId="urn:microsoft.com/office/officeart/2005/8/layout/chevron2"/>
    <dgm:cxn modelId="{0D1807B4-5DC3-495D-866F-8673FE56BACC}" type="presParOf" srcId="{16BE9564-26A9-498E-AACB-BA1E2AB54B79}" destId="{298611BE-B892-4EC1-AEFB-2FCAB3EECD04}"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8DE2317-9D4E-4C71-B2BE-913F8BAC5EEF}" type="doc">
      <dgm:prSet loTypeId="urn:microsoft.com/office/officeart/2005/8/layout/hList1" loCatId="list" qsTypeId="urn:microsoft.com/office/officeart/2005/8/quickstyle/simple1" qsCatId="simple" csTypeId="urn:microsoft.com/office/officeart/2005/8/colors/accent0_2" csCatId="mainScheme" phldr="1"/>
      <dgm:spPr/>
      <dgm:t>
        <a:bodyPr/>
        <a:lstStyle/>
        <a:p>
          <a:endParaRPr lang="en-US"/>
        </a:p>
      </dgm:t>
    </dgm:pt>
    <dgm:pt modelId="{19ADCEAA-83B6-482A-91A4-0D4122711344}">
      <dgm:prSet phldrT="[Text]" custT="1"/>
      <dgm:spPr/>
      <dgm:t>
        <a:bodyPr/>
        <a:lstStyle/>
        <a:p>
          <a:r>
            <a:rPr lang="en-US" sz="1600" dirty="0"/>
            <a:t>I have removed the classes with count &lt; 5. Hence, there are total </a:t>
          </a:r>
          <a:r>
            <a:rPr lang="en-US" sz="1600" b="1" dirty="0"/>
            <a:t>486</a:t>
          </a:r>
          <a:r>
            <a:rPr lang="en-US" sz="1600" dirty="0"/>
            <a:t> classes now.</a:t>
          </a:r>
        </a:p>
      </dgm:t>
    </dgm:pt>
    <dgm:pt modelId="{8A056DCD-F96A-4BA8-AE26-92A093AECC02}" type="parTrans" cxnId="{ECEB6F5C-65A4-4110-B6B2-F3DB0690F1E2}">
      <dgm:prSet/>
      <dgm:spPr/>
      <dgm:t>
        <a:bodyPr/>
        <a:lstStyle/>
        <a:p>
          <a:endParaRPr lang="en-US"/>
        </a:p>
      </dgm:t>
    </dgm:pt>
    <dgm:pt modelId="{19E8DBB8-A22B-4222-AF92-8A438BC45D78}" type="sibTrans" cxnId="{ECEB6F5C-65A4-4110-B6B2-F3DB0690F1E2}">
      <dgm:prSet/>
      <dgm:spPr/>
      <dgm:t>
        <a:bodyPr/>
        <a:lstStyle/>
        <a:p>
          <a:endParaRPr lang="en-US"/>
        </a:p>
      </dgm:t>
    </dgm:pt>
    <dgm:pt modelId="{6FAB2026-2EB2-4F33-B7A9-3CC70D97831E}">
      <dgm:prSet phldrT="[Text]" custT="1">
        <dgm:style>
          <a:lnRef idx="0">
            <a:schemeClr val="accent4"/>
          </a:lnRef>
          <a:fillRef idx="3">
            <a:schemeClr val="accent4"/>
          </a:fillRef>
          <a:effectRef idx="3">
            <a:schemeClr val="accent4"/>
          </a:effectRef>
          <a:fontRef idx="minor">
            <a:schemeClr val="lt1"/>
          </a:fontRef>
        </dgm:style>
      </dgm:prSet>
      <dgm:spPr/>
      <dgm:t>
        <a:bodyPr/>
        <a:lstStyle/>
        <a:p>
          <a:r>
            <a:rPr lang="en-US" sz="2000" b="1" dirty="0"/>
            <a:t>Best model</a:t>
          </a:r>
        </a:p>
      </dgm:t>
    </dgm:pt>
    <dgm:pt modelId="{EA7D3A8D-5498-4693-8F79-40901F3F4E74}" type="parTrans" cxnId="{01D8D6ED-5218-434A-A702-B33BC8D6F6EF}">
      <dgm:prSet/>
      <dgm:spPr/>
      <dgm:t>
        <a:bodyPr/>
        <a:lstStyle/>
        <a:p>
          <a:endParaRPr lang="en-US"/>
        </a:p>
      </dgm:t>
    </dgm:pt>
    <dgm:pt modelId="{2ADA9845-B867-4EC8-A8BD-B2A6A4B9B9DD}" type="sibTrans" cxnId="{01D8D6ED-5218-434A-A702-B33BC8D6F6EF}">
      <dgm:prSet/>
      <dgm:spPr/>
      <dgm:t>
        <a:bodyPr/>
        <a:lstStyle/>
        <a:p>
          <a:endParaRPr lang="en-US"/>
        </a:p>
      </dgm:t>
    </dgm:pt>
    <dgm:pt modelId="{C0EE859A-22D6-4948-9411-303DD8689700}">
      <dgm:prSet phldrT="[Text]" custT="1"/>
      <dgm:spPr/>
      <dgm:t>
        <a:bodyPr/>
        <a:lstStyle/>
        <a:p>
          <a:r>
            <a:rPr lang="en-US" sz="1800" b="1" dirty="0"/>
            <a:t>RandomForestClassifier()</a:t>
          </a:r>
        </a:p>
      </dgm:t>
    </dgm:pt>
    <dgm:pt modelId="{05576D62-23EA-4868-96DA-EDE06811266E}" type="parTrans" cxnId="{988562F8-C8D0-4D1D-A004-8FE01D396636}">
      <dgm:prSet/>
      <dgm:spPr/>
      <dgm:t>
        <a:bodyPr/>
        <a:lstStyle/>
        <a:p>
          <a:endParaRPr lang="en-US"/>
        </a:p>
      </dgm:t>
    </dgm:pt>
    <dgm:pt modelId="{822BF9D9-6424-42D9-8A7C-D0E1C08D6BFD}" type="sibTrans" cxnId="{988562F8-C8D0-4D1D-A004-8FE01D396636}">
      <dgm:prSet/>
      <dgm:spPr/>
      <dgm:t>
        <a:bodyPr/>
        <a:lstStyle/>
        <a:p>
          <a:endParaRPr lang="en-US"/>
        </a:p>
      </dgm:t>
    </dgm:pt>
    <dgm:pt modelId="{A5AD1B05-0295-40F6-9083-E49EC716F23E}">
      <dgm:prSet phldrT="[Text]" custT="1"/>
      <dgm:spPr/>
      <dgm:t>
        <a:bodyPr/>
        <a:lstStyle/>
        <a:p>
          <a:r>
            <a:rPr lang="en-US" sz="1600" dirty="0"/>
            <a:t>In GridSearchCV(), 5-fold cross validation is performed with scoring as accuracy.</a:t>
          </a:r>
        </a:p>
      </dgm:t>
    </dgm:pt>
    <dgm:pt modelId="{BE442938-FE08-48F1-88CB-55B8F73C5AEA}" type="parTrans" cxnId="{3CC10DA4-1E6B-430E-92A5-0899A6664062}">
      <dgm:prSet/>
      <dgm:spPr/>
      <dgm:t>
        <a:bodyPr/>
        <a:lstStyle/>
        <a:p>
          <a:endParaRPr lang="en-US"/>
        </a:p>
      </dgm:t>
    </dgm:pt>
    <dgm:pt modelId="{9C1D7DE7-BFCA-4EF6-A68D-C49DDC412523}" type="sibTrans" cxnId="{3CC10DA4-1E6B-430E-92A5-0899A6664062}">
      <dgm:prSet/>
      <dgm:spPr/>
      <dgm:t>
        <a:bodyPr/>
        <a:lstStyle/>
        <a:p>
          <a:endParaRPr lang="en-US"/>
        </a:p>
      </dgm:t>
    </dgm:pt>
    <dgm:pt modelId="{9721F7E2-1359-4C36-82BD-28FF747F04F2}">
      <dgm:prSet phldrT="[Text]" custT="1"/>
      <dgm:spPr/>
      <dgm:t>
        <a:bodyPr/>
        <a:lstStyle/>
        <a:p>
          <a:r>
            <a:rPr lang="en-US" sz="1800" b="1" dirty="0"/>
            <a:t>CountVectorizer()</a:t>
          </a:r>
        </a:p>
      </dgm:t>
    </dgm:pt>
    <dgm:pt modelId="{9D4C676C-7FCB-487D-9B92-9974824E0A9F}" type="parTrans" cxnId="{CEA0B707-998E-4990-ABA0-9279C1B5211C}">
      <dgm:prSet/>
      <dgm:spPr/>
      <dgm:t>
        <a:bodyPr/>
        <a:lstStyle/>
        <a:p>
          <a:endParaRPr lang="en-US"/>
        </a:p>
      </dgm:t>
    </dgm:pt>
    <dgm:pt modelId="{6CB3FFAA-5C02-4262-B7E5-1571065FE587}" type="sibTrans" cxnId="{CEA0B707-998E-4990-ABA0-9279C1B5211C}">
      <dgm:prSet/>
      <dgm:spPr/>
      <dgm:t>
        <a:bodyPr/>
        <a:lstStyle/>
        <a:p>
          <a:endParaRPr lang="en-US"/>
        </a:p>
      </dgm:t>
    </dgm:pt>
    <dgm:pt modelId="{7091C1E6-5203-403B-AEC7-99AE26BC8846}">
      <dgm:prSet phldrT="[Text]" custT="1"/>
      <dgm:spPr/>
      <dgm:t>
        <a:bodyPr/>
        <a:lstStyle/>
        <a:p>
          <a:r>
            <a:rPr lang="en-US" sz="1800" dirty="0"/>
            <a:t>n_estimators = 150</a:t>
          </a:r>
        </a:p>
      </dgm:t>
    </dgm:pt>
    <dgm:pt modelId="{14611EFD-2DBF-4D77-8E6A-C7D570A3E752}" type="parTrans" cxnId="{4027B605-2CF6-4997-B7FE-9ACC895EF320}">
      <dgm:prSet/>
      <dgm:spPr/>
      <dgm:t>
        <a:bodyPr/>
        <a:lstStyle/>
        <a:p>
          <a:endParaRPr lang="en-US"/>
        </a:p>
      </dgm:t>
    </dgm:pt>
    <dgm:pt modelId="{0AF47319-EB6C-43D0-A296-C7960DB0226D}" type="sibTrans" cxnId="{4027B605-2CF6-4997-B7FE-9ACC895EF320}">
      <dgm:prSet/>
      <dgm:spPr/>
      <dgm:t>
        <a:bodyPr/>
        <a:lstStyle/>
        <a:p>
          <a:endParaRPr lang="en-US"/>
        </a:p>
      </dgm:t>
    </dgm:pt>
    <dgm:pt modelId="{1677F4EE-60A5-4CDE-B7D9-8B1399AD0BE5}">
      <dgm:prSet phldrT="[Text]" custT="1"/>
      <dgm:spPr/>
      <dgm:t>
        <a:bodyPr/>
        <a:lstStyle/>
        <a:p>
          <a:r>
            <a:rPr lang="en-US" sz="1800" dirty="0"/>
            <a:t>class_weight = balanced</a:t>
          </a:r>
        </a:p>
      </dgm:t>
    </dgm:pt>
    <dgm:pt modelId="{EA97B4D0-1576-4503-8BE2-BDC144BFC374}" type="parTrans" cxnId="{74D29035-622D-4857-82CE-87997FBED311}">
      <dgm:prSet/>
      <dgm:spPr/>
      <dgm:t>
        <a:bodyPr/>
        <a:lstStyle/>
        <a:p>
          <a:endParaRPr lang="en-US"/>
        </a:p>
      </dgm:t>
    </dgm:pt>
    <dgm:pt modelId="{D78EDFE6-3377-47B3-AFFA-0234C1196AC4}" type="sibTrans" cxnId="{74D29035-622D-4857-82CE-87997FBED311}">
      <dgm:prSet/>
      <dgm:spPr/>
      <dgm:t>
        <a:bodyPr/>
        <a:lstStyle/>
        <a:p>
          <a:endParaRPr lang="en-US"/>
        </a:p>
      </dgm:t>
    </dgm:pt>
    <dgm:pt modelId="{E810F42F-7C51-471F-95C5-38DD6BAFF5C5}">
      <dgm:prSet phldrT="[Text]" custT="1"/>
      <dgm:spPr/>
      <dgm:t>
        <a:bodyPr/>
        <a:lstStyle/>
        <a:p>
          <a:r>
            <a:rPr lang="en-US" sz="1800" dirty="0"/>
            <a:t>min_df = 10</a:t>
          </a:r>
        </a:p>
      </dgm:t>
    </dgm:pt>
    <dgm:pt modelId="{5B219136-30CA-40C6-8735-0A3A3C1382C4}" type="parTrans" cxnId="{3C9CF1D7-E4F2-4E09-B12B-C6CAAF4C2E1B}">
      <dgm:prSet/>
      <dgm:spPr/>
      <dgm:t>
        <a:bodyPr/>
        <a:lstStyle/>
        <a:p>
          <a:endParaRPr lang="en-US"/>
        </a:p>
      </dgm:t>
    </dgm:pt>
    <dgm:pt modelId="{AFB64C37-E448-44C0-BC17-7EC1F5166B6B}" type="sibTrans" cxnId="{3C9CF1D7-E4F2-4E09-B12B-C6CAAF4C2E1B}">
      <dgm:prSet/>
      <dgm:spPr/>
      <dgm:t>
        <a:bodyPr/>
        <a:lstStyle/>
        <a:p>
          <a:endParaRPr lang="en-US"/>
        </a:p>
      </dgm:t>
    </dgm:pt>
    <dgm:pt modelId="{63380C09-221D-4EB1-8E6E-83EFED1D611D}">
      <dgm:prSet phldrT="[Text]" custT="1"/>
      <dgm:spPr/>
      <dgm:t>
        <a:bodyPr/>
        <a:lstStyle/>
        <a:p>
          <a:r>
            <a:rPr lang="en-US" sz="1800" dirty="0"/>
            <a:t>Best score = </a:t>
          </a:r>
          <a:r>
            <a:rPr lang="en-US" sz="1800" b="1" dirty="0">
              <a:solidFill>
                <a:srgbClr val="FF0000"/>
              </a:solidFill>
            </a:rPr>
            <a:t>0.9899</a:t>
          </a:r>
        </a:p>
      </dgm:t>
    </dgm:pt>
    <dgm:pt modelId="{7503FC31-C36C-4E77-84CD-BAAD7347CA1B}" type="parTrans" cxnId="{EC58A729-A6ED-4D23-84DF-985E61D5F6B0}">
      <dgm:prSet/>
      <dgm:spPr/>
      <dgm:t>
        <a:bodyPr/>
        <a:lstStyle/>
        <a:p>
          <a:endParaRPr lang="en-US"/>
        </a:p>
      </dgm:t>
    </dgm:pt>
    <dgm:pt modelId="{BD27BCCB-1CBA-4706-A581-97A5F74DE0A0}" type="sibTrans" cxnId="{EC58A729-A6ED-4D23-84DF-985E61D5F6B0}">
      <dgm:prSet/>
      <dgm:spPr/>
      <dgm:t>
        <a:bodyPr/>
        <a:lstStyle/>
        <a:p>
          <a:endParaRPr lang="en-US"/>
        </a:p>
      </dgm:t>
    </dgm:pt>
    <dgm:pt modelId="{971C40F0-B4AF-4D65-B986-9298D10CD072}">
      <dgm:prSet phldrT="[Text]" custT="1"/>
      <dgm:spPr/>
      <dgm:t>
        <a:bodyPr/>
        <a:lstStyle/>
        <a:p>
          <a:r>
            <a:rPr lang="en-US" sz="1600" dirty="0"/>
            <a:t>SVM is the slowest and hence avoided for the time being.</a:t>
          </a:r>
        </a:p>
      </dgm:t>
    </dgm:pt>
    <dgm:pt modelId="{3E232090-BFA4-4720-8AA2-6FE20D73A3E9}" type="parTrans" cxnId="{5B6057E0-4DF8-42EA-9FB3-FF3197418CC6}">
      <dgm:prSet/>
      <dgm:spPr/>
      <dgm:t>
        <a:bodyPr/>
        <a:lstStyle/>
        <a:p>
          <a:endParaRPr lang="en-US"/>
        </a:p>
      </dgm:t>
    </dgm:pt>
    <dgm:pt modelId="{98387FC1-F13D-4A15-99CC-4A66EE862221}" type="sibTrans" cxnId="{5B6057E0-4DF8-42EA-9FB3-FF3197418CC6}">
      <dgm:prSet/>
      <dgm:spPr/>
      <dgm:t>
        <a:bodyPr/>
        <a:lstStyle/>
        <a:p>
          <a:endParaRPr lang="en-US"/>
        </a:p>
      </dgm:t>
    </dgm:pt>
    <dgm:pt modelId="{6B76CF57-F947-4694-8424-AF42C0CE71EF}">
      <dgm:prSet phldrT="[Text]" custT="1">
        <dgm:style>
          <a:lnRef idx="0">
            <a:schemeClr val="accent2"/>
          </a:lnRef>
          <a:fillRef idx="3">
            <a:schemeClr val="accent2"/>
          </a:fillRef>
          <a:effectRef idx="3">
            <a:schemeClr val="accent2"/>
          </a:effectRef>
          <a:fontRef idx="minor">
            <a:schemeClr val="lt1"/>
          </a:fontRef>
        </dgm:style>
      </dgm:prSet>
      <dgm:spPr/>
      <dgm:t>
        <a:bodyPr/>
        <a:lstStyle/>
        <a:p>
          <a:r>
            <a:rPr lang="en-US" sz="2000" b="1" dirty="0"/>
            <a:t>Conditions</a:t>
          </a:r>
        </a:p>
      </dgm:t>
    </dgm:pt>
    <dgm:pt modelId="{34C45BD6-07AB-4494-A060-B1E99BEA18F1}" type="sibTrans" cxnId="{61C891CD-F1EB-46D0-A7C5-A5B29054D4D0}">
      <dgm:prSet/>
      <dgm:spPr/>
      <dgm:t>
        <a:bodyPr/>
        <a:lstStyle/>
        <a:p>
          <a:endParaRPr lang="en-US"/>
        </a:p>
      </dgm:t>
    </dgm:pt>
    <dgm:pt modelId="{DD41CC11-A842-4D7B-80CA-7F53F9538D2C}" type="parTrans" cxnId="{61C891CD-F1EB-46D0-A7C5-A5B29054D4D0}">
      <dgm:prSet/>
      <dgm:spPr/>
      <dgm:t>
        <a:bodyPr/>
        <a:lstStyle/>
        <a:p>
          <a:endParaRPr lang="en-US"/>
        </a:p>
      </dgm:t>
    </dgm:pt>
    <dgm:pt modelId="{7BC57E6D-3751-468C-9630-EFFCE4C17564}">
      <dgm:prSet phldrT="[Text]" custT="1"/>
      <dgm:spPr/>
      <dgm:t>
        <a:bodyPr/>
        <a:lstStyle/>
        <a:p>
          <a:endParaRPr lang="en-US" sz="1600" dirty="0"/>
        </a:p>
      </dgm:t>
    </dgm:pt>
    <dgm:pt modelId="{9C9102B2-B0D5-445D-A71F-A378E583E18B}" type="sibTrans" cxnId="{649048AE-0394-47B6-B5A8-5023AABC09A5}">
      <dgm:prSet/>
      <dgm:spPr/>
      <dgm:t>
        <a:bodyPr/>
        <a:lstStyle/>
        <a:p>
          <a:endParaRPr lang="en-US"/>
        </a:p>
      </dgm:t>
    </dgm:pt>
    <dgm:pt modelId="{89024558-544F-4582-96BF-20F4E323F848}" type="parTrans" cxnId="{649048AE-0394-47B6-B5A8-5023AABC09A5}">
      <dgm:prSet/>
      <dgm:spPr/>
      <dgm:t>
        <a:bodyPr/>
        <a:lstStyle/>
        <a:p>
          <a:endParaRPr lang="en-US"/>
        </a:p>
      </dgm:t>
    </dgm:pt>
    <dgm:pt modelId="{13C70572-A19A-448B-B722-9BD3D87A2FCB}">
      <dgm:prSet phldrT="[Text]" custT="1"/>
      <dgm:spPr/>
      <dgm:t>
        <a:bodyPr/>
        <a:lstStyle/>
        <a:p>
          <a:r>
            <a:rPr lang="en-US" sz="1600" dirty="0"/>
            <a:t>Hyperparameter tuning is performed for Random Forest and vectorizer.</a:t>
          </a:r>
        </a:p>
      </dgm:t>
    </dgm:pt>
    <dgm:pt modelId="{4ED7BC3C-B26C-4690-A6CB-CE43EC13A0AE}" type="parTrans" cxnId="{99002D3A-849D-44D8-90BC-BFF7A8F12D7B}">
      <dgm:prSet/>
      <dgm:spPr/>
    </dgm:pt>
    <dgm:pt modelId="{CE9364D2-BF91-42B2-8AEB-22B6A1B6506C}" type="sibTrans" cxnId="{99002D3A-849D-44D8-90BC-BFF7A8F12D7B}">
      <dgm:prSet/>
      <dgm:spPr/>
    </dgm:pt>
    <dgm:pt modelId="{47F69542-4AA6-4F16-A02C-8C981386D1DE}" type="pres">
      <dgm:prSet presAssocID="{28DE2317-9D4E-4C71-B2BE-913F8BAC5EEF}" presName="Name0" presStyleCnt="0">
        <dgm:presLayoutVars>
          <dgm:dir/>
          <dgm:animLvl val="lvl"/>
          <dgm:resizeHandles val="exact"/>
        </dgm:presLayoutVars>
      </dgm:prSet>
      <dgm:spPr/>
    </dgm:pt>
    <dgm:pt modelId="{0DBD6D21-2142-4848-9322-6A98DE3B3DF1}" type="pres">
      <dgm:prSet presAssocID="{6B76CF57-F947-4694-8424-AF42C0CE71EF}" presName="composite" presStyleCnt="0"/>
      <dgm:spPr/>
    </dgm:pt>
    <dgm:pt modelId="{1198394C-C664-4477-9602-18D68296F379}" type="pres">
      <dgm:prSet presAssocID="{6B76CF57-F947-4694-8424-AF42C0CE71EF}" presName="parTx" presStyleLbl="alignNode1" presStyleIdx="0" presStyleCnt="2">
        <dgm:presLayoutVars>
          <dgm:chMax val="0"/>
          <dgm:chPref val="0"/>
          <dgm:bulletEnabled val="1"/>
        </dgm:presLayoutVars>
      </dgm:prSet>
      <dgm:spPr/>
    </dgm:pt>
    <dgm:pt modelId="{DB9F071A-B375-44CF-BA3F-C9F597382EAB}" type="pres">
      <dgm:prSet presAssocID="{6B76CF57-F947-4694-8424-AF42C0CE71EF}" presName="desTx" presStyleLbl="alignAccFollowNode1" presStyleIdx="0" presStyleCnt="2">
        <dgm:presLayoutVars>
          <dgm:bulletEnabled val="1"/>
        </dgm:presLayoutVars>
      </dgm:prSet>
      <dgm:spPr/>
    </dgm:pt>
    <dgm:pt modelId="{763D0261-6280-42E9-B85F-AD32DC69733B}" type="pres">
      <dgm:prSet presAssocID="{34C45BD6-07AB-4494-A060-B1E99BEA18F1}" presName="space" presStyleCnt="0"/>
      <dgm:spPr/>
    </dgm:pt>
    <dgm:pt modelId="{5F78A874-51AA-4068-A1D1-EE7964D4FEA4}" type="pres">
      <dgm:prSet presAssocID="{6FAB2026-2EB2-4F33-B7A9-3CC70D97831E}" presName="composite" presStyleCnt="0"/>
      <dgm:spPr/>
    </dgm:pt>
    <dgm:pt modelId="{A57C2DD4-5AFE-4682-A5BD-F38B3D2204DA}" type="pres">
      <dgm:prSet presAssocID="{6FAB2026-2EB2-4F33-B7A9-3CC70D97831E}" presName="parTx" presStyleLbl="alignNode1" presStyleIdx="1" presStyleCnt="2">
        <dgm:presLayoutVars>
          <dgm:chMax val="0"/>
          <dgm:chPref val="0"/>
          <dgm:bulletEnabled val="1"/>
        </dgm:presLayoutVars>
      </dgm:prSet>
      <dgm:spPr/>
    </dgm:pt>
    <dgm:pt modelId="{EFE88264-75F3-4339-859D-769E64CE18ED}" type="pres">
      <dgm:prSet presAssocID="{6FAB2026-2EB2-4F33-B7A9-3CC70D97831E}" presName="desTx" presStyleLbl="alignAccFollowNode1" presStyleIdx="1" presStyleCnt="2">
        <dgm:presLayoutVars>
          <dgm:bulletEnabled val="1"/>
        </dgm:presLayoutVars>
      </dgm:prSet>
      <dgm:spPr/>
    </dgm:pt>
  </dgm:ptLst>
  <dgm:cxnLst>
    <dgm:cxn modelId="{4027B605-2CF6-4997-B7FE-9ACC895EF320}" srcId="{C0EE859A-22D6-4948-9411-303DD8689700}" destId="{7091C1E6-5203-403B-AEC7-99AE26BC8846}" srcOrd="0" destOrd="0" parTransId="{14611EFD-2DBF-4D77-8E6A-C7D570A3E752}" sibTransId="{0AF47319-EB6C-43D0-A296-C7960DB0226D}"/>
    <dgm:cxn modelId="{CEA0B707-998E-4990-ABA0-9279C1B5211C}" srcId="{6FAB2026-2EB2-4F33-B7A9-3CC70D97831E}" destId="{9721F7E2-1359-4C36-82BD-28FF747F04F2}" srcOrd="1" destOrd="0" parTransId="{9D4C676C-7FCB-487D-9B92-9974824E0A9F}" sibTransId="{6CB3FFAA-5C02-4262-B7E5-1571065FE587}"/>
    <dgm:cxn modelId="{8129A511-D68D-421A-AE9E-79D753BD3F00}" type="presOf" srcId="{E810F42F-7C51-471F-95C5-38DD6BAFF5C5}" destId="{EFE88264-75F3-4339-859D-769E64CE18ED}" srcOrd="0" destOrd="4" presId="urn:microsoft.com/office/officeart/2005/8/layout/hList1"/>
    <dgm:cxn modelId="{968DD912-80D4-4603-A1A6-C0A176F0F125}" type="presOf" srcId="{7091C1E6-5203-403B-AEC7-99AE26BC8846}" destId="{EFE88264-75F3-4339-859D-769E64CE18ED}" srcOrd="0" destOrd="1" presId="urn:microsoft.com/office/officeart/2005/8/layout/hList1"/>
    <dgm:cxn modelId="{A7B64917-ACBB-44E9-8F11-753DF429A79E}" type="presOf" srcId="{6FAB2026-2EB2-4F33-B7A9-3CC70D97831E}" destId="{A57C2DD4-5AFE-4682-A5BD-F38B3D2204DA}" srcOrd="0" destOrd="0" presId="urn:microsoft.com/office/officeart/2005/8/layout/hList1"/>
    <dgm:cxn modelId="{1179EA18-D818-4F72-8DDE-3A37144D3E65}" type="presOf" srcId="{7BC57E6D-3751-468C-9630-EFFCE4C17564}" destId="{DB9F071A-B375-44CF-BA3F-C9F597382EAB}" srcOrd="0" destOrd="4" presId="urn:microsoft.com/office/officeart/2005/8/layout/hList1"/>
    <dgm:cxn modelId="{C86AD619-5B3B-4874-9FCC-D7CFD7D663D6}" type="presOf" srcId="{6B76CF57-F947-4694-8424-AF42C0CE71EF}" destId="{1198394C-C664-4477-9602-18D68296F379}" srcOrd="0" destOrd="0" presId="urn:microsoft.com/office/officeart/2005/8/layout/hList1"/>
    <dgm:cxn modelId="{4C7DC61C-75D5-4266-B8F4-B99EDB89A702}" type="presOf" srcId="{13C70572-A19A-448B-B722-9BD3D87A2FCB}" destId="{DB9F071A-B375-44CF-BA3F-C9F597382EAB}" srcOrd="0" destOrd="2" presId="urn:microsoft.com/office/officeart/2005/8/layout/hList1"/>
    <dgm:cxn modelId="{A0F91C20-80A5-45F2-B6A7-ECE13FA6DD7F}" type="presOf" srcId="{19ADCEAA-83B6-482A-91A4-0D4122711344}" destId="{DB9F071A-B375-44CF-BA3F-C9F597382EAB}" srcOrd="0" destOrd="0" presId="urn:microsoft.com/office/officeart/2005/8/layout/hList1"/>
    <dgm:cxn modelId="{EC58A729-A6ED-4D23-84DF-985E61D5F6B0}" srcId="{6FAB2026-2EB2-4F33-B7A9-3CC70D97831E}" destId="{63380C09-221D-4EB1-8E6E-83EFED1D611D}" srcOrd="2" destOrd="0" parTransId="{7503FC31-C36C-4E77-84CD-BAAD7347CA1B}" sibTransId="{BD27BCCB-1CBA-4706-A581-97A5F74DE0A0}"/>
    <dgm:cxn modelId="{74D29035-622D-4857-82CE-87997FBED311}" srcId="{C0EE859A-22D6-4948-9411-303DD8689700}" destId="{1677F4EE-60A5-4CDE-B7D9-8B1399AD0BE5}" srcOrd="1" destOrd="0" parTransId="{EA97B4D0-1576-4503-8BE2-BDC144BFC374}" sibTransId="{D78EDFE6-3377-47B3-AFFA-0234C1196AC4}"/>
    <dgm:cxn modelId="{99002D3A-849D-44D8-90BC-BFF7A8F12D7B}" srcId="{6B76CF57-F947-4694-8424-AF42C0CE71EF}" destId="{13C70572-A19A-448B-B722-9BD3D87A2FCB}" srcOrd="2" destOrd="0" parTransId="{4ED7BC3C-B26C-4690-A6CB-CE43EC13A0AE}" sibTransId="{CE9364D2-BF91-42B2-8AEB-22B6A1B6506C}"/>
    <dgm:cxn modelId="{ADA4A85B-6352-4B2D-99A7-B06A4BD3A976}" type="presOf" srcId="{1677F4EE-60A5-4CDE-B7D9-8B1399AD0BE5}" destId="{EFE88264-75F3-4339-859D-769E64CE18ED}" srcOrd="0" destOrd="2" presId="urn:microsoft.com/office/officeart/2005/8/layout/hList1"/>
    <dgm:cxn modelId="{ECEB6F5C-65A4-4110-B6B2-F3DB0690F1E2}" srcId="{6B76CF57-F947-4694-8424-AF42C0CE71EF}" destId="{19ADCEAA-83B6-482A-91A4-0D4122711344}" srcOrd="0" destOrd="0" parTransId="{8A056DCD-F96A-4BA8-AE26-92A093AECC02}" sibTransId="{19E8DBB8-A22B-4222-AF92-8A438BC45D78}"/>
    <dgm:cxn modelId="{5D51C492-4285-401A-BEA0-100D4FA8943D}" type="presOf" srcId="{971C40F0-B4AF-4D65-B986-9298D10CD072}" destId="{DB9F071A-B375-44CF-BA3F-C9F597382EAB}" srcOrd="0" destOrd="1" presId="urn:microsoft.com/office/officeart/2005/8/layout/hList1"/>
    <dgm:cxn modelId="{3CC10DA4-1E6B-430E-92A5-0899A6664062}" srcId="{6B76CF57-F947-4694-8424-AF42C0CE71EF}" destId="{A5AD1B05-0295-40F6-9083-E49EC716F23E}" srcOrd="3" destOrd="0" parTransId="{BE442938-FE08-48F1-88CB-55B8F73C5AEA}" sibTransId="{9C1D7DE7-BFCA-4EF6-A68D-C49DDC412523}"/>
    <dgm:cxn modelId="{649048AE-0394-47B6-B5A8-5023AABC09A5}" srcId="{6B76CF57-F947-4694-8424-AF42C0CE71EF}" destId="{7BC57E6D-3751-468C-9630-EFFCE4C17564}" srcOrd="4" destOrd="0" parTransId="{89024558-544F-4582-96BF-20F4E323F848}" sibTransId="{9C9102B2-B0D5-445D-A71F-A378E583E18B}"/>
    <dgm:cxn modelId="{104DDCB3-941D-4D14-857D-ED1F8C0D033E}" type="presOf" srcId="{63380C09-221D-4EB1-8E6E-83EFED1D611D}" destId="{EFE88264-75F3-4339-859D-769E64CE18ED}" srcOrd="0" destOrd="5" presId="urn:microsoft.com/office/officeart/2005/8/layout/hList1"/>
    <dgm:cxn modelId="{F6EFFEC2-9C45-4AFF-A28F-18448620E251}" type="presOf" srcId="{A5AD1B05-0295-40F6-9083-E49EC716F23E}" destId="{DB9F071A-B375-44CF-BA3F-C9F597382EAB}" srcOrd="0" destOrd="3" presId="urn:microsoft.com/office/officeart/2005/8/layout/hList1"/>
    <dgm:cxn modelId="{F5D557C3-A4E5-4FCC-8290-74290E70599C}" type="presOf" srcId="{9721F7E2-1359-4C36-82BD-28FF747F04F2}" destId="{EFE88264-75F3-4339-859D-769E64CE18ED}" srcOrd="0" destOrd="3" presId="urn:microsoft.com/office/officeart/2005/8/layout/hList1"/>
    <dgm:cxn modelId="{A6D552C7-87D2-451E-8B17-D8FEC3B64CF1}" type="presOf" srcId="{28DE2317-9D4E-4C71-B2BE-913F8BAC5EEF}" destId="{47F69542-4AA6-4F16-A02C-8C981386D1DE}" srcOrd="0" destOrd="0" presId="urn:microsoft.com/office/officeart/2005/8/layout/hList1"/>
    <dgm:cxn modelId="{61C891CD-F1EB-46D0-A7C5-A5B29054D4D0}" srcId="{28DE2317-9D4E-4C71-B2BE-913F8BAC5EEF}" destId="{6B76CF57-F947-4694-8424-AF42C0CE71EF}" srcOrd="0" destOrd="0" parTransId="{DD41CC11-A842-4D7B-80CA-7F53F9538D2C}" sibTransId="{34C45BD6-07AB-4494-A060-B1E99BEA18F1}"/>
    <dgm:cxn modelId="{B9EE48D2-B0D8-486E-B81C-ACFB2E7506F9}" type="presOf" srcId="{C0EE859A-22D6-4948-9411-303DD8689700}" destId="{EFE88264-75F3-4339-859D-769E64CE18ED}" srcOrd="0" destOrd="0" presId="urn:microsoft.com/office/officeart/2005/8/layout/hList1"/>
    <dgm:cxn modelId="{3C9CF1D7-E4F2-4E09-B12B-C6CAAF4C2E1B}" srcId="{9721F7E2-1359-4C36-82BD-28FF747F04F2}" destId="{E810F42F-7C51-471F-95C5-38DD6BAFF5C5}" srcOrd="0" destOrd="0" parTransId="{5B219136-30CA-40C6-8735-0A3A3C1382C4}" sibTransId="{AFB64C37-E448-44C0-BC17-7EC1F5166B6B}"/>
    <dgm:cxn modelId="{5B6057E0-4DF8-42EA-9FB3-FF3197418CC6}" srcId="{6B76CF57-F947-4694-8424-AF42C0CE71EF}" destId="{971C40F0-B4AF-4D65-B986-9298D10CD072}" srcOrd="1" destOrd="0" parTransId="{3E232090-BFA4-4720-8AA2-6FE20D73A3E9}" sibTransId="{98387FC1-F13D-4A15-99CC-4A66EE862221}"/>
    <dgm:cxn modelId="{01D8D6ED-5218-434A-A702-B33BC8D6F6EF}" srcId="{28DE2317-9D4E-4C71-B2BE-913F8BAC5EEF}" destId="{6FAB2026-2EB2-4F33-B7A9-3CC70D97831E}" srcOrd="1" destOrd="0" parTransId="{EA7D3A8D-5498-4693-8F79-40901F3F4E74}" sibTransId="{2ADA9845-B867-4EC8-A8BD-B2A6A4B9B9DD}"/>
    <dgm:cxn modelId="{988562F8-C8D0-4D1D-A004-8FE01D396636}" srcId="{6FAB2026-2EB2-4F33-B7A9-3CC70D97831E}" destId="{C0EE859A-22D6-4948-9411-303DD8689700}" srcOrd="0" destOrd="0" parTransId="{05576D62-23EA-4868-96DA-EDE06811266E}" sibTransId="{822BF9D9-6424-42D9-8A7C-D0E1C08D6BFD}"/>
    <dgm:cxn modelId="{F3946113-47F5-457E-BDB8-647F1C9ABC1B}" type="presParOf" srcId="{47F69542-4AA6-4F16-A02C-8C981386D1DE}" destId="{0DBD6D21-2142-4848-9322-6A98DE3B3DF1}" srcOrd="0" destOrd="0" presId="urn:microsoft.com/office/officeart/2005/8/layout/hList1"/>
    <dgm:cxn modelId="{0E094103-6454-458E-808E-7CBCB6E119F6}" type="presParOf" srcId="{0DBD6D21-2142-4848-9322-6A98DE3B3DF1}" destId="{1198394C-C664-4477-9602-18D68296F379}" srcOrd="0" destOrd="0" presId="urn:microsoft.com/office/officeart/2005/8/layout/hList1"/>
    <dgm:cxn modelId="{4C6598D9-2A67-4A40-BB63-C39705720C7C}" type="presParOf" srcId="{0DBD6D21-2142-4848-9322-6A98DE3B3DF1}" destId="{DB9F071A-B375-44CF-BA3F-C9F597382EAB}" srcOrd="1" destOrd="0" presId="urn:microsoft.com/office/officeart/2005/8/layout/hList1"/>
    <dgm:cxn modelId="{39357CC1-88EF-4B76-B30F-69835D1E61CA}" type="presParOf" srcId="{47F69542-4AA6-4F16-A02C-8C981386D1DE}" destId="{763D0261-6280-42E9-B85F-AD32DC69733B}" srcOrd="1" destOrd="0" presId="urn:microsoft.com/office/officeart/2005/8/layout/hList1"/>
    <dgm:cxn modelId="{C6357706-3639-48B8-B881-C1BEC05A9E1E}" type="presParOf" srcId="{47F69542-4AA6-4F16-A02C-8C981386D1DE}" destId="{5F78A874-51AA-4068-A1D1-EE7964D4FEA4}" srcOrd="2" destOrd="0" presId="urn:microsoft.com/office/officeart/2005/8/layout/hList1"/>
    <dgm:cxn modelId="{8BA64B1A-D07E-4767-B89C-EB87700BE19C}" type="presParOf" srcId="{5F78A874-51AA-4068-A1D1-EE7964D4FEA4}" destId="{A57C2DD4-5AFE-4682-A5BD-F38B3D2204DA}" srcOrd="0" destOrd="0" presId="urn:microsoft.com/office/officeart/2005/8/layout/hList1"/>
    <dgm:cxn modelId="{A37F1454-CF28-4AF8-97C0-F485C2F6B3E9}" type="presParOf" srcId="{5F78A874-51AA-4068-A1D1-EE7964D4FEA4}" destId="{EFE88264-75F3-4339-859D-769E64CE18ED}"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4009D33-D26C-49AB-8087-65464524FA4B}" type="doc">
      <dgm:prSet loTypeId="urn:microsoft.com/office/officeart/2005/8/layout/default" loCatId="list" qsTypeId="urn:microsoft.com/office/officeart/2005/8/quickstyle/simple1" qsCatId="simple" csTypeId="urn:microsoft.com/office/officeart/2005/8/colors/colorful5" csCatId="colorful" phldr="1"/>
      <dgm:spPr/>
      <dgm:t>
        <a:bodyPr/>
        <a:lstStyle/>
        <a:p>
          <a:endParaRPr lang="en-US"/>
        </a:p>
      </dgm:t>
    </dgm:pt>
    <dgm:pt modelId="{8E2DFB4F-B50B-4EBC-B707-5B42A6FD493E}">
      <dgm:prSet/>
      <dgm:spPr/>
      <dgm:t>
        <a:bodyPr/>
        <a:lstStyle/>
        <a:p>
          <a:r>
            <a:rPr lang="en-US"/>
            <a:t>EDA performed.</a:t>
          </a:r>
        </a:p>
      </dgm:t>
    </dgm:pt>
    <dgm:pt modelId="{E9706054-B335-4E7A-9E7D-4B71C4666802}" type="parTrans" cxnId="{3820A14B-F785-4459-A09F-99FC4C87C950}">
      <dgm:prSet/>
      <dgm:spPr/>
      <dgm:t>
        <a:bodyPr/>
        <a:lstStyle/>
        <a:p>
          <a:endParaRPr lang="en-US"/>
        </a:p>
      </dgm:t>
    </dgm:pt>
    <dgm:pt modelId="{612CFABC-1E3C-403A-B8D6-83DDBCF381CF}" type="sibTrans" cxnId="{3820A14B-F785-4459-A09F-99FC4C87C950}">
      <dgm:prSet/>
      <dgm:spPr/>
      <dgm:t>
        <a:bodyPr/>
        <a:lstStyle/>
        <a:p>
          <a:endParaRPr lang="en-US"/>
        </a:p>
      </dgm:t>
    </dgm:pt>
    <dgm:pt modelId="{4A8457B4-D53E-41AE-8600-46D698BF97E6}">
      <dgm:prSet/>
      <dgm:spPr/>
      <dgm:t>
        <a:bodyPr/>
        <a:lstStyle/>
        <a:p>
          <a:r>
            <a:rPr lang="en-US" dirty="0"/>
            <a:t>Stopwords and lemmatization done.</a:t>
          </a:r>
        </a:p>
      </dgm:t>
    </dgm:pt>
    <dgm:pt modelId="{6BE628D6-5A7C-433A-9502-4A30F4B7DA4D}" type="parTrans" cxnId="{0AA5BCDD-CA24-4CD5-B753-79C5A48F7EE1}">
      <dgm:prSet/>
      <dgm:spPr/>
      <dgm:t>
        <a:bodyPr/>
        <a:lstStyle/>
        <a:p>
          <a:endParaRPr lang="en-US"/>
        </a:p>
      </dgm:t>
    </dgm:pt>
    <dgm:pt modelId="{35C1CCE8-2C21-4545-B445-CB3CB15107FF}" type="sibTrans" cxnId="{0AA5BCDD-CA24-4CD5-B753-79C5A48F7EE1}">
      <dgm:prSet/>
      <dgm:spPr/>
      <dgm:t>
        <a:bodyPr/>
        <a:lstStyle/>
        <a:p>
          <a:endParaRPr lang="en-US"/>
        </a:p>
      </dgm:t>
    </dgm:pt>
    <dgm:pt modelId="{8066459B-97D0-49A2-9AE1-48DAE43E018C}">
      <dgm:prSet/>
      <dgm:spPr/>
      <dgm:t>
        <a:bodyPr/>
        <a:lstStyle/>
        <a:p>
          <a:r>
            <a:rPr lang="en-US"/>
            <a:t>Multiple metrics added.</a:t>
          </a:r>
        </a:p>
      </dgm:t>
    </dgm:pt>
    <dgm:pt modelId="{7A00BD4B-FC7C-4743-BED2-073524FC6B0F}" type="parTrans" cxnId="{92A0B93B-4287-4328-95C6-52A365A74B07}">
      <dgm:prSet/>
      <dgm:spPr/>
      <dgm:t>
        <a:bodyPr/>
        <a:lstStyle/>
        <a:p>
          <a:endParaRPr lang="en-US"/>
        </a:p>
      </dgm:t>
    </dgm:pt>
    <dgm:pt modelId="{482597D6-4CBC-4515-8BC1-92A9DECC6B39}" type="sibTrans" cxnId="{92A0B93B-4287-4328-95C6-52A365A74B07}">
      <dgm:prSet/>
      <dgm:spPr/>
      <dgm:t>
        <a:bodyPr/>
        <a:lstStyle/>
        <a:p>
          <a:endParaRPr lang="en-US"/>
        </a:p>
      </dgm:t>
    </dgm:pt>
    <dgm:pt modelId="{158C5258-2037-42BC-A406-08D82C9109C8}">
      <dgm:prSet/>
      <dgm:spPr/>
      <dgm:t>
        <a:bodyPr/>
        <a:lstStyle/>
        <a:p>
          <a:r>
            <a:rPr lang="en-US"/>
            <a:t>Parameter tuning for logistic regression.</a:t>
          </a:r>
        </a:p>
      </dgm:t>
    </dgm:pt>
    <dgm:pt modelId="{D4522A1D-F061-4A43-B8B5-50C2918FF9F3}" type="parTrans" cxnId="{2683FF04-3548-49B9-BF33-BE4AF9F13FC9}">
      <dgm:prSet/>
      <dgm:spPr/>
      <dgm:t>
        <a:bodyPr/>
        <a:lstStyle/>
        <a:p>
          <a:endParaRPr lang="en-US"/>
        </a:p>
      </dgm:t>
    </dgm:pt>
    <dgm:pt modelId="{D3FB8219-4FB5-4AE1-91D9-A4A56275EAF3}" type="sibTrans" cxnId="{2683FF04-3548-49B9-BF33-BE4AF9F13FC9}">
      <dgm:prSet/>
      <dgm:spPr/>
      <dgm:t>
        <a:bodyPr/>
        <a:lstStyle/>
        <a:p>
          <a:endParaRPr lang="en-US"/>
        </a:p>
      </dgm:t>
    </dgm:pt>
    <dgm:pt modelId="{3C6A86F0-E4CC-4732-8597-13DD1D6C4BEE}">
      <dgm:prSet/>
      <dgm:spPr/>
      <dgm:t>
        <a:bodyPr/>
        <a:lstStyle/>
        <a:p>
          <a:r>
            <a:rPr lang="en-US" dirty="0"/>
            <a:t>eLearning</a:t>
          </a:r>
        </a:p>
      </dgm:t>
    </dgm:pt>
    <dgm:pt modelId="{41519400-38A9-4768-92CC-8A26CC2003F1}" type="parTrans" cxnId="{96E923F7-5B95-4AF6-97AD-6DD0D8988117}">
      <dgm:prSet/>
      <dgm:spPr/>
      <dgm:t>
        <a:bodyPr/>
        <a:lstStyle/>
        <a:p>
          <a:endParaRPr lang="en-US"/>
        </a:p>
      </dgm:t>
    </dgm:pt>
    <dgm:pt modelId="{D1D5A649-2CBC-4AF3-AFBE-D049D93BFBE3}" type="sibTrans" cxnId="{96E923F7-5B95-4AF6-97AD-6DD0D8988117}">
      <dgm:prSet/>
      <dgm:spPr/>
      <dgm:t>
        <a:bodyPr/>
        <a:lstStyle/>
        <a:p>
          <a:endParaRPr lang="en-US"/>
        </a:p>
      </dgm:t>
    </dgm:pt>
    <dgm:pt modelId="{BBF049D9-01B3-4CD5-AE3E-F284BB8FB8BA}">
      <dgm:prSet/>
      <dgm:spPr/>
      <dgm:t>
        <a:bodyPr/>
        <a:lstStyle/>
        <a:p>
          <a:r>
            <a:rPr lang="en-US" dirty="0"/>
            <a:t>Feature importance for random forest</a:t>
          </a:r>
        </a:p>
      </dgm:t>
    </dgm:pt>
    <dgm:pt modelId="{1BC7DC81-FB7D-48EC-A9B5-0B43AFA7C485}" type="parTrans" cxnId="{A9D36AF6-28D3-41AC-9932-1DAA56FA2188}">
      <dgm:prSet/>
      <dgm:spPr/>
    </dgm:pt>
    <dgm:pt modelId="{2CF9C36A-0CBC-41B6-849A-32F3FA3BF798}" type="sibTrans" cxnId="{A9D36AF6-28D3-41AC-9932-1DAA56FA2188}">
      <dgm:prSet/>
      <dgm:spPr/>
    </dgm:pt>
    <dgm:pt modelId="{A187F5CC-20E2-495B-A3C2-F50C19D99203}">
      <dgm:prSet/>
      <dgm:spPr/>
      <dgm:t>
        <a:bodyPr/>
        <a:lstStyle/>
        <a:p>
          <a:endParaRPr lang="en-US" dirty="0"/>
        </a:p>
      </dgm:t>
    </dgm:pt>
    <dgm:pt modelId="{C530D36C-C0EA-44CA-9D90-1CB8ED7C31FE}" type="parTrans" cxnId="{B84DC606-3B99-48AE-8219-63AEE272C1A6}">
      <dgm:prSet/>
      <dgm:spPr/>
    </dgm:pt>
    <dgm:pt modelId="{066F4641-CC2F-4908-BDA2-90EF86EF84F1}" type="sibTrans" cxnId="{B84DC606-3B99-48AE-8219-63AEE272C1A6}">
      <dgm:prSet/>
      <dgm:spPr/>
    </dgm:pt>
    <dgm:pt modelId="{5DF6C245-DC6A-4FAB-AB0C-9096B24458CB}" type="pres">
      <dgm:prSet presAssocID="{A4009D33-D26C-49AB-8087-65464524FA4B}" presName="diagram" presStyleCnt="0">
        <dgm:presLayoutVars>
          <dgm:dir/>
          <dgm:resizeHandles val="exact"/>
        </dgm:presLayoutVars>
      </dgm:prSet>
      <dgm:spPr/>
    </dgm:pt>
    <dgm:pt modelId="{DE6942B1-7551-4346-8DD9-C8A010D3F5E0}" type="pres">
      <dgm:prSet presAssocID="{8E2DFB4F-B50B-4EBC-B707-5B42A6FD493E}" presName="node" presStyleLbl="node1" presStyleIdx="0" presStyleCnt="7">
        <dgm:presLayoutVars>
          <dgm:bulletEnabled val="1"/>
        </dgm:presLayoutVars>
      </dgm:prSet>
      <dgm:spPr/>
    </dgm:pt>
    <dgm:pt modelId="{4CC52528-1BE7-450D-BE33-46A9B9FEFAE7}" type="pres">
      <dgm:prSet presAssocID="{612CFABC-1E3C-403A-B8D6-83DDBCF381CF}" presName="sibTrans" presStyleCnt="0"/>
      <dgm:spPr/>
    </dgm:pt>
    <dgm:pt modelId="{9D76A54E-27F0-484F-8F65-02BA67FCF7FE}" type="pres">
      <dgm:prSet presAssocID="{4A8457B4-D53E-41AE-8600-46D698BF97E6}" presName="node" presStyleLbl="node1" presStyleIdx="1" presStyleCnt="7">
        <dgm:presLayoutVars>
          <dgm:bulletEnabled val="1"/>
        </dgm:presLayoutVars>
      </dgm:prSet>
      <dgm:spPr/>
    </dgm:pt>
    <dgm:pt modelId="{A6D9926E-8BF7-42AD-A9E4-634C9F1B7E92}" type="pres">
      <dgm:prSet presAssocID="{35C1CCE8-2C21-4545-B445-CB3CB15107FF}" presName="sibTrans" presStyleCnt="0"/>
      <dgm:spPr/>
    </dgm:pt>
    <dgm:pt modelId="{84BB3265-2C2E-46C6-A5E0-7AE2FBBECC6F}" type="pres">
      <dgm:prSet presAssocID="{8066459B-97D0-49A2-9AE1-48DAE43E018C}" presName="node" presStyleLbl="node1" presStyleIdx="2" presStyleCnt="7">
        <dgm:presLayoutVars>
          <dgm:bulletEnabled val="1"/>
        </dgm:presLayoutVars>
      </dgm:prSet>
      <dgm:spPr/>
    </dgm:pt>
    <dgm:pt modelId="{9DD14231-F317-4045-977B-8DA793615234}" type="pres">
      <dgm:prSet presAssocID="{482597D6-4CBC-4515-8BC1-92A9DECC6B39}" presName="sibTrans" presStyleCnt="0"/>
      <dgm:spPr/>
    </dgm:pt>
    <dgm:pt modelId="{8DDE463C-FBC7-40E8-8B6A-284DE40293C0}" type="pres">
      <dgm:prSet presAssocID="{158C5258-2037-42BC-A406-08D82C9109C8}" presName="node" presStyleLbl="node1" presStyleIdx="3" presStyleCnt="7">
        <dgm:presLayoutVars>
          <dgm:bulletEnabled val="1"/>
        </dgm:presLayoutVars>
      </dgm:prSet>
      <dgm:spPr/>
    </dgm:pt>
    <dgm:pt modelId="{E0822917-1996-4D9E-B2E9-4CF4D89B546A}" type="pres">
      <dgm:prSet presAssocID="{D3FB8219-4FB5-4AE1-91D9-A4A56275EAF3}" presName="sibTrans" presStyleCnt="0"/>
      <dgm:spPr/>
    </dgm:pt>
    <dgm:pt modelId="{90499EEB-A72D-4A87-8B2F-E1C6D89C37D0}" type="pres">
      <dgm:prSet presAssocID="{3C6A86F0-E4CC-4732-8597-13DD1D6C4BEE}" presName="node" presStyleLbl="node1" presStyleIdx="4" presStyleCnt="7">
        <dgm:presLayoutVars>
          <dgm:bulletEnabled val="1"/>
        </dgm:presLayoutVars>
      </dgm:prSet>
      <dgm:spPr/>
    </dgm:pt>
    <dgm:pt modelId="{C6A994FC-92E9-486C-9B8F-A5A7F5949149}" type="pres">
      <dgm:prSet presAssocID="{D1D5A649-2CBC-4AF3-AFBE-D049D93BFBE3}" presName="sibTrans" presStyleCnt="0"/>
      <dgm:spPr/>
    </dgm:pt>
    <dgm:pt modelId="{9BD0B3BA-CC9E-4953-B10E-26E67E093C5D}" type="pres">
      <dgm:prSet presAssocID="{BBF049D9-01B3-4CD5-AE3E-F284BB8FB8BA}" presName="node" presStyleLbl="node1" presStyleIdx="5" presStyleCnt="7">
        <dgm:presLayoutVars>
          <dgm:bulletEnabled val="1"/>
        </dgm:presLayoutVars>
      </dgm:prSet>
      <dgm:spPr/>
    </dgm:pt>
    <dgm:pt modelId="{DF80D478-1825-499F-8B08-11281BB2AFE4}" type="pres">
      <dgm:prSet presAssocID="{2CF9C36A-0CBC-41B6-849A-32F3FA3BF798}" presName="sibTrans" presStyleCnt="0"/>
      <dgm:spPr/>
    </dgm:pt>
    <dgm:pt modelId="{CA144D15-82FE-48CC-B343-FD2D25967BB3}" type="pres">
      <dgm:prSet presAssocID="{A187F5CC-20E2-495B-A3C2-F50C19D99203}" presName="node" presStyleLbl="node1" presStyleIdx="6" presStyleCnt="7">
        <dgm:presLayoutVars>
          <dgm:bulletEnabled val="1"/>
        </dgm:presLayoutVars>
      </dgm:prSet>
      <dgm:spPr/>
    </dgm:pt>
  </dgm:ptLst>
  <dgm:cxnLst>
    <dgm:cxn modelId="{2683FF04-3548-49B9-BF33-BE4AF9F13FC9}" srcId="{A4009D33-D26C-49AB-8087-65464524FA4B}" destId="{158C5258-2037-42BC-A406-08D82C9109C8}" srcOrd="3" destOrd="0" parTransId="{D4522A1D-F061-4A43-B8B5-50C2918FF9F3}" sibTransId="{D3FB8219-4FB5-4AE1-91D9-A4A56275EAF3}"/>
    <dgm:cxn modelId="{B84DC606-3B99-48AE-8219-63AEE272C1A6}" srcId="{A4009D33-D26C-49AB-8087-65464524FA4B}" destId="{A187F5CC-20E2-495B-A3C2-F50C19D99203}" srcOrd="6" destOrd="0" parTransId="{C530D36C-C0EA-44CA-9D90-1CB8ED7C31FE}" sibTransId="{066F4641-CC2F-4908-BDA2-90EF86EF84F1}"/>
    <dgm:cxn modelId="{8477912B-CFEB-4E4B-8D82-41FEB1CE7DCC}" type="presOf" srcId="{158C5258-2037-42BC-A406-08D82C9109C8}" destId="{8DDE463C-FBC7-40E8-8B6A-284DE40293C0}" srcOrd="0" destOrd="0" presId="urn:microsoft.com/office/officeart/2005/8/layout/default"/>
    <dgm:cxn modelId="{92A0B93B-4287-4328-95C6-52A365A74B07}" srcId="{A4009D33-D26C-49AB-8087-65464524FA4B}" destId="{8066459B-97D0-49A2-9AE1-48DAE43E018C}" srcOrd="2" destOrd="0" parTransId="{7A00BD4B-FC7C-4743-BED2-073524FC6B0F}" sibTransId="{482597D6-4CBC-4515-8BC1-92A9DECC6B39}"/>
    <dgm:cxn modelId="{1489806A-02ED-44CF-8011-674A0080E3B3}" type="presOf" srcId="{8E2DFB4F-B50B-4EBC-B707-5B42A6FD493E}" destId="{DE6942B1-7551-4346-8DD9-C8A010D3F5E0}" srcOrd="0" destOrd="0" presId="urn:microsoft.com/office/officeart/2005/8/layout/default"/>
    <dgm:cxn modelId="{3820A14B-F785-4459-A09F-99FC4C87C950}" srcId="{A4009D33-D26C-49AB-8087-65464524FA4B}" destId="{8E2DFB4F-B50B-4EBC-B707-5B42A6FD493E}" srcOrd="0" destOrd="0" parTransId="{E9706054-B335-4E7A-9E7D-4B71C4666802}" sibTransId="{612CFABC-1E3C-403A-B8D6-83DDBCF381CF}"/>
    <dgm:cxn modelId="{D18FAA58-2E35-4ED2-89D9-649F47F717F4}" type="presOf" srcId="{BBF049D9-01B3-4CD5-AE3E-F284BB8FB8BA}" destId="{9BD0B3BA-CC9E-4953-B10E-26E67E093C5D}" srcOrd="0" destOrd="0" presId="urn:microsoft.com/office/officeart/2005/8/layout/default"/>
    <dgm:cxn modelId="{DA273C79-F356-4EB5-963E-FF1A78351E58}" type="presOf" srcId="{A187F5CC-20E2-495B-A3C2-F50C19D99203}" destId="{CA144D15-82FE-48CC-B343-FD2D25967BB3}" srcOrd="0" destOrd="0" presId="urn:microsoft.com/office/officeart/2005/8/layout/default"/>
    <dgm:cxn modelId="{62EE3082-A48E-4B10-8AC1-3B7D91D11E5E}" type="presOf" srcId="{A4009D33-D26C-49AB-8087-65464524FA4B}" destId="{5DF6C245-DC6A-4FAB-AB0C-9096B24458CB}" srcOrd="0" destOrd="0" presId="urn:microsoft.com/office/officeart/2005/8/layout/default"/>
    <dgm:cxn modelId="{65C8EABB-3945-42D7-903A-624FC4E86769}" type="presOf" srcId="{3C6A86F0-E4CC-4732-8597-13DD1D6C4BEE}" destId="{90499EEB-A72D-4A87-8B2F-E1C6D89C37D0}" srcOrd="0" destOrd="0" presId="urn:microsoft.com/office/officeart/2005/8/layout/default"/>
    <dgm:cxn modelId="{98CC5AC7-B19C-42BA-A5F1-374E6EAA4362}" type="presOf" srcId="{8066459B-97D0-49A2-9AE1-48DAE43E018C}" destId="{84BB3265-2C2E-46C6-A5E0-7AE2FBBECC6F}" srcOrd="0" destOrd="0" presId="urn:microsoft.com/office/officeart/2005/8/layout/default"/>
    <dgm:cxn modelId="{511E5ED4-CC3E-4E28-A86B-F5E3EEFF15B8}" type="presOf" srcId="{4A8457B4-D53E-41AE-8600-46D698BF97E6}" destId="{9D76A54E-27F0-484F-8F65-02BA67FCF7FE}" srcOrd="0" destOrd="0" presId="urn:microsoft.com/office/officeart/2005/8/layout/default"/>
    <dgm:cxn modelId="{0AA5BCDD-CA24-4CD5-B753-79C5A48F7EE1}" srcId="{A4009D33-D26C-49AB-8087-65464524FA4B}" destId="{4A8457B4-D53E-41AE-8600-46D698BF97E6}" srcOrd="1" destOrd="0" parTransId="{6BE628D6-5A7C-433A-9502-4A30F4B7DA4D}" sibTransId="{35C1CCE8-2C21-4545-B445-CB3CB15107FF}"/>
    <dgm:cxn modelId="{A9D36AF6-28D3-41AC-9932-1DAA56FA2188}" srcId="{A4009D33-D26C-49AB-8087-65464524FA4B}" destId="{BBF049D9-01B3-4CD5-AE3E-F284BB8FB8BA}" srcOrd="5" destOrd="0" parTransId="{1BC7DC81-FB7D-48EC-A9B5-0B43AFA7C485}" sibTransId="{2CF9C36A-0CBC-41B6-849A-32F3FA3BF798}"/>
    <dgm:cxn modelId="{96E923F7-5B95-4AF6-97AD-6DD0D8988117}" srcId="{A4009D33-D26C-49AB-8087-65464524FA4B}" destId="{3C6A86F0-E4CC-4732-8597-13DD1D6C4BEE}" srcOrd="4" destOrd="0" parTransId="{41519400-38A9-4768-92CC-8A26CC2003F1}" sibTransId="{D1D5A649-2CBC-4AF3-AFBE-D049D93BFBE3}"/>
    <dgm:cxn modelId="{832A5D57-4222-4E02-A1A0-86EBD88FEC3F}" type="presParOf" srcId="{5DF6C245-DC6A-4FAB-AB0C-9096B24458CB}" destId="{DE6942B1-7551-4346-8DD9-C8A010D3F5E0}" srcOrd="0" destOrd="0" presId="urn:microsoft.com/office/officeart/2005/8/layout/default"/>
    <dgm:cxn modelId="{E7D9901A-D9D3-4E0D-9B64-DD4CBCE02BA3}" type="presParOf" srcId="{5DF6C245-DC6A-4FAB-AB0C-9096B24458CB}" destId="{4CC52528-1BE7-450D-BE33-46A9B9FEFAE7}" srcOrd="1" destOrd="0" presId="urn:microsoft.com/office/officeart/2005/8/layout/default"/>
    <dgm:cxn modelId="{E284AEE0-574B-428B-837F-D874AF16D3E6}" type="presParOf" srcId="{5DF6C245-DC6A-4FAB-AB0C-9096B24458CB}" destId="{9D76A54E-27F0-484F-8F65-02BA67FCF7FE}" srcOrd="2" destOrd="0" presId="urn:microsoft.com/office/officeart/2005/8/layout/default"/>
    <dgm:cxn modelId="{BD152656-E307-49D2-AD04-18063586C5BA}" type="presParOf" srcId="{5DF6C245-DC6A-4FAB-AB0C-9096B24458CB}" destId="{A6D9926E-8BF7-42AD-A9E4-634C9F1B7E92}" srcOrd="3" destOrd="0" presId="urn:microsoft.com/office/officeart/2005/8/layout/default"/>
    <dgm:cxn modelId="{CA6D57A4-75A4-4F16-A724-60435B82DEBB}" type="presParOf" srcId="{5DF6C245-DC6A-4FAB-AB0C-9096B24458CB}" destId="{84BB3265-2C2E-46C6-A5E0-7AE2FBBECC6F}" srcOrd="4" destOrd="0" presId="urn:microsoft.com/office/officeart/2005/8/layout/default"/>
    <dgm:cxn modelId="{803D49E2-E896-4332-B6AF-3704032B50CD}" type="presParOf" srcId="{5DF6C245-DC6A-4FAB-AB0C-9096B24458CB}" destId="{9DD14231-F317-4045-977B-8DA793615234}" srcOrd="5" destOrd="0" presId="urn:microsoft.com/office/officeart/2005/8/layout/default"/>
    <dgm:cxn modelId="{5993B266-079D-45B3-B8A2-9DDA61C766A7}" type="presParOf" srcId="{5DF6C245-DC6A-4FAB-AB0C-9096B24458CB}" destId="{8DDE463C-FBC7-40E8-8B6A-284DE40293C0}" srcOrd="6" destOrd="0" presId="urn:microsoft.com/office/officeart/2005/8/layout/default"/>
    <dgm:cxn modelId="{CEB59253-9B6A-4D58-8DC4-719421EF92F1}" type="presParOf" srcId="{5DF6C245-DC6A-4FAB-AB0C-9096B24458CB}" destId="{E0822917-1996-4D9E-B2E9-4CF4D89B546A}" srcOrd="7" destOrd="0" presId="urn:microsoft.com/office/officeart/2005/8/layout/default"/>
    <dgm:cxn modelId="{CC52E6BA-919F-4F04-82EC-E4930B79670B}" type="presParOf" srcId="{5DF6C245-DC6A-4FAB-AB0C-9096B24458CB}" destId="{90499EEB-A72D-4A87-8B2F-E1C6D89C37D0}" srcOrd="8" destOrd="0" presId="urn:microsoft.com/office/officeart/2005/8/layout/default"/>
    <dgm:cxn modelId="{F7EB9BAE-C361-4BD2-8196-5BEB2CE43DC2}" type="presParOf" srcId="{5DF6C245-DC6A-4FAB-AB0C-9096B24458CB}" destId="{C6A994FC-92E9-486C-9B8F-A5A7F5949149}" srcOrd="9" destOrd="0" presId="urn:microsoft.com/office/officeart/2005/8/layout/default"/>
    <dgm:cxn modelId="{8022D69F-B952-41FA-836D-CE3D2DF81888}" type="presParOf" srcId="{5DF6C245-DC6A-4FAB-AB0C-9096B24458CB}" destId="{9BD0B3BA-CC9E-4953-B10E-26E67E093C5D}" srcOrd="10" destOrd="0" presId="urn:microsoft.com/office/officeart/2005/8/layout/default"/>
    <dgm:cxn modelId="{86BD5ED8-8754-4CEF-9ED0-6D21B150745D}" type="presParOf" srcId="{5DF6C245-DC6A-4FAB-AB0C-9096B24458CB}" destId="{DF80D478-1825-499F-8B08-11281BB2AFE4}" srcOrd="11" destOrd="0" presId="urn:microsoft.com/office/officeart/2005/8/layout/default"/>
    <dgm:cxn modelId="{535BE8C2-1D41-43BF-A7B0-4C89A69158C4}" type="presParOf" srcId="{5DF6C245-DC6A-4FAB-AB0C-9096B24458CB}" destId="{CA144D15-82FE-48CC-B343-FD2D25967BB3}" srcOrd="12"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CCB922E-2E42-4586-A543-D509CB99BF94}"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585DECBB-DAA3-4A42-83BC-4C985372627A}">
      <dgm:prSet/>
      <dgm:spPr/>
      <dgm:t>
        <a:bodyPr/>
        <a:lstStyle/>
        <a:p>
          <a:r>
            <a:rPr lang="en-US"/>
            <a:t>Brief of previous meet</a:t>
          </a:r>
        </a:p>
      </dgm:t>
    </dgm:pt>
    <dgm:pt modelId="{0D329793-866B-4E78-A722-3C165BAF5F5E}" type="parTrans" cxnId="{573ACCEF-0C30-4C6B-A505-C89720F0F802}">
      <dgm:prSet/>
      <dgm:spPr/>
      <dgm:t>
        <a:bodyPr/>
        <a:lstStyle/>
        <a:p>
          <a:endParaRPr lang="en-US"/>
        </a:p>
      </dgm:t>
    </dgm:pt>
    <dgm:pt modelId="{03FC3114-6892-47D1-930A-EDBB4C233EBC}" type="sibTrans" cxnId="{573ACCEF-0C30-4C6B-A505-C89720F0F802}">
      <dgm:prSet/>
      <dgm:spPr/>
      <dgm:t>
        <a:bodyPr/>
        <a:lstStyle/>
        <a:p>
          <a:endParaRPr lang="en-US"/>
        </a:p>
      </dgm:t>
    </dgm:pt>
    <dgm:pt modelId="{62A3BA2A-B299-485A-91B1-B4755735576C}">
      <dgm:prSet/>
      <dgm:spPr/>
      <dgm:t>
        <a:bodyPr/>
        <a:lstStyle/>
        <a:p>
          <a:r>
            <a:rPr lang="en-US"/>
            <a:t>This week’s progress</a:t>
          </a:r>
        </a:p>
      </dgm:t>
    </dgm:pt>
    <dgm:pt modelId="{414B3474-5FA2-46BE-A7F9-78BF86873F18}" type="parTrans" cxnId="{53719F9C-AB19-4837-A5BF-1A9DBDE05F1F}">
      <dgm:prSet/>
      <dgm:spPr/>
      <dgm:t>
        <a:bodyPr/>
        <a:lstStyle/>
        <a:p>
          <a:endParaRPr lang="en-US"/>
        </a:p>
      </dgm:t>
    </dgm:pt>
    <dgm:pt modelId="{B9CC2D7F-F431-432D-85BA-8AAF793E7BC4}" type="sibTrans" cxnId="{53719F9C-AB19-4837-A5BF-1A9DBDE05F1F}">
      <dgm:prSet/>
      <dgm:spPr/>
      <dgm:t>
        <a:bodyPr/>
        <a:lstStyle/>
        <a:p>
          <a:endParaRPr lang="en-US"/>
        </a:p>
      </dgm:t>
    </dgm:pt>
    <dgm:pt modelId="{239EC440-8EB2-4FAE-947A-C43291706261}">
      <dgm:prSet/>
      <dgm:spPr/>
      <dgm:t>
        <a:bodyPr/>
        <a:lstStyle/>
        <a:p>
          <a:r>
            <a:rPr lang="en-US"/>
            <a:t>Way forward</a:t>
          </a:r>
        </a:p>
      </dgm:t>
    </dgm:pt>
    <dgm:pt modelId="{82A16665-E968-485D-B087-9C8F1FBDC50D}" type="parTrans" cxnId="{4480C75B-B69E-4574-8359-36D470E78CA3}">
      <dgm:prSet/>
      <dgm:spPr/>
      <dgm:t>
        <a:bodyPr/>
        <a:lstStyle/>
        <a:p>
          <a:endParaRPr lang="en-US"/>
        </a:p>
      </dgm:t>
    </dgm:pt>
    <dgm:pt modelId="{7C75FD5E-C33C-4781-8CAE-0CA2DC6846B7}" type="sibTrans" cxnId="{4480C75B-B69E-4574-8359-36D470E78CA3}">
      <dgm:prSet/>
      <dgm:spPr/>
      <dgm:t>
        <a:bodyPr/>
        <a:lstStyle/>
        <a:p>
          <a:endParaRPr lang="en-US"/>
        </a:p>
      </dgm:t>
    </dgm:pt>
    <dgm:pt modelId="{9AF373CE-925E-402B-8724-D01D2A8928BB}" type="pres">
      <dgm:prSet presAssocID="{4CCB922E-2E42-4586-A543-D509CB99BF94}" presName="root" presStyleCnt="0">
        <dgm:presLayoutVars>
          <dgm:dir/>
          <dgm:resizeHandles val="exact"/>
        </dgm:presLayoutVars>
      </dgm:prSet>
      <dgm:spPr/>
    </dgm:pt>
    <dgm:pt modelId="{016892A7-7C93-42B8-B694-CEDF9A32E227}" type="pres">
      <dgm:prSet presAssocID="{585DECBB-DAA3-4A42-83BC-4C985372627A}" presName="compNode" presStyleCnt="0"/>
      <dgm:spPr/>
    </dgm:pt>
    <dgm:pt modelId="{5C8DFE5D-AEA7-432D-A36B-DB3A71538E61}" type="pres">
      <dgm:prSet presAssocID="{585DECBB-DAA3-4A42-83BC-4C985372627A}" presName="bgRect" presStyleLbl="bgShp" presStyleIdx="0" presStyleCnt="3"/>
      <dgm:spPr/>
    </dgm:pt>
    <dgm:pt modelId="{C43616F3-5DDC-490F-87AE-53AE5C09038E}" type="pres">
      <dgm:prSet presAssocID="{585DECBB-DAA3-4A42-83BC-4C985372627A}"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FC4A210E-2319-423C-B0D9-EF0243AB2D4C}" type="pres">
      <dgm:prSet presAssocID="{585DECBB-DAA3-4A42-83BC-4C985372627A}" presName="spaceRect" presStyleCnt="0"/>
      <dgm:spPr/>
    </dgm:pt>
    <dgm:pt modelId="{8295C86C-5066-4D6C-88B3-A753AB2E81BB}" type="pres">
      <dgm:prSet presAssocID="{585DECBB-DAA3-4A42-83BC-4C985372627A}" presName="parTx" presStyleLbl="revTx" presStyleIdx="0" presStyleCnt="3">
        <dgm:presLayoutVars>
          <dgm:chMax val="0"/>
          <dgm:chPref val="0"/>
        </dgm:presLayoutVars>
      </dgm:prSet>
      <dgm:spPr/>
    </dgm:pt>
    <dgm:pt modelId="{F0CE1817-12EA-4F4F-B06D-324CB25F8AE9}" type="pres">
      <dgm:prSet presAssocID="{03FC3114-6892-47D1-930A-EDBB4C233EBC}" presName="sibTrans" presStyleCnt="0"/>
      <dgm:spPr/>
    </dgm:pt>
    <dgm:pt modelId="{1A46FB44-5B30-420C-A5EA-A03E514D6CFA}" type="pres">
      <dgm:prSet presAssocID="{62A3BA2A-B299-485A-91B1-B4755735576C}" presName="compNode" presStyleCnt="0"/>
      <dgm:spPr/>
    </dgm:pt>
    <dgm:pt modelId="{A4F7A9A4-F2BA-4E01-85E3-100DD4CAB63E}" type="pres">
      <dgm:prSet presAssocID="{62A3BA2A-B299-485A-91B1-B4755735576C}" presName="bgRect" presStyleLbl="bgShp" presStyleIdx="1" presStyleCnt="3"/>
      <dgm:spPr/>
    </dgm:pt>
    <dgm:pt modelId="{A146BDAD-671B-4CDA-9389-B5BAD9558AAE}" type="pres">
      <dgm:prSet presAssocID="{62A3BA2A-B299-485A-91B1-B4755735576C}"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humbs Up Sign"/>
        </a:ext>
      </dgm:extLst>
    </dgm:pt>
    <dgm:pt modelId="{12F8BC4A-C1A9-4D43-8A2C-9FC8F1E477A1}" type="pres">
      <dgm:prSet presAssocID="{62A3BA2A-B299-485A-91B1-B4755735576C}" presName="spaceRect" presStyleCnt="0"/>
      <dgm:spPr/>
    </dgm:pt>
    <dgm:pt modelId="{20B6A812-A529-48F6-8B69-758A98C34BAB}" type="pres">
      <dgm:prSet presAssocID="{62A3BA2A-B299-485A-91B1-B4755735576C}" presName="parTx" presStyleLbl="revTx" presStyleIdx="1" presStyleCnt="3">
        <dgm:presLayoutVars>
          <dgm:chMax val="0"/>
          <dgm:chPref val="0"/>
        </dgm:presLayoutVars>
      </dgm:prSet>
      <dgm:spPr/>
    </dgm:pt>
    <dgm:pt modelId="{C6A73E07-643E-4A53-8235-9FE2818E974A}" type="pres">
      <dgm:prSet presAssocID="{B9CC2D7F-F431-432D-85BA-8AAF793E7BC4}" presName="sibTrans" presStyleCnt="0"/>
      <dgm:spPr/>
    </dgm:pt>
    <dgm:pt modelId="{1CCEB906-35A8-4AA0-A74C-E4C8C1158144}" type="pres">
      <dgm:prSet presAssocID="{239EC440-8EB2-4FAE-947A-C43291706261}" presName="compNode" presStyleCnt="0"/>
      <dgm:spPr/>
    </dgm:pt>
    <dgm:pt modelId="{7B5A0233-F267-4B79-9799-E6797E86BF09}" type="pres">
      <dgm:prSet presAssocID="{239EC440-8EB2-4FAE-947A-C43291706261}" presName="bgRect" presStyleLbl="bgShp" presStyleIdx="2" presStyleCnt="3"/>
      <dgm:spPr/>
    </dgm:pt>
    <dgm:pt modelId="{5AA1CBCD-B5A6-417C-B98C-B7A6F5139220}" type="pres">
      <dgm:prSet presAssocID="{239EC440-8EB2-4FAE-947A-C43291706261}"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andshake"/>
        </a:ext>
      </dgm:extLst>
    </dgm:pt>
    <dgm:pt modelId="{20A1DF4D-5ABC-4443-9D4F-E8F8B4B39DE0}" type="pres">
      <dgm:prSet presAssocID="{239EC440-8EB2-4FAE-947A-C43291706261}" presName="spaceRect" presStyleCnt="0"/>
      <dgm:spPr/>
    </dgm:pt>
    <dgm:pt modelId="{776F2302-7145-450C-BDFD-6C60348EF71B}" type="pres">
      <dgm:prSet presAssocID="{239EC440-8EB2-4FAE-947A-C43291706261}" presName="parTx" presStyleLbl="revTx" presStyleIdx="2" presStyleCnt="3">
        <dgm:presLayoutVars>
          <dgm:chMax val="0"/>
          <dgm:chPref val="0"/>
        </dgm:presLayoutVars>
      </dgm:prSet>
      <dgm:spPr/>
    </dgm:pt>
  </dgm:ptLst>
  <dgm:cxnLst>
    <dgm:cxn modelId="{4480C75B-B69E-4574-8359-36D470E78CA3}" srcId="{4CCB922E-2E42-4586-A543-D509CB99BF94}" destId="{239EC440-8EB2-4FAE-947A-C43291706261}" srcOrd="2" destOrd="0" parTransId="{82A16665-E968-485D-B087-9C8F1FBDC50D}" sibTransId="{7C75FD5E-C33C-4781-8CAE-0CA2DC6846B7}"/>
    <dgm:cxn modelId="{37C51C5E-BD11-4825-9C7E-41DB19F0FB63}" type="presOf" srcId="{62A3BA2A-B299-485A-91B1-B4755735576C}" destId="{20B6A812-A529-48F6-8B69-758A98C34BAB}" srcOrd="0" destOrd="0" presId="urn:microsoft.com/office/officeart/2018/2/layout/IconVerticalSolidList"/>
    <dgm:cxn modelId="{6F5C2563-E46B-4DFE-B2BB-9548D14E2422}" type="presOf" srcId="{239EC440-8EB2-4FAE-947A-C43291706261}" destId="{776F2302-7145-450C-BDFD-6C60348EF71B}" srcOrd="0" destOrd="0" presId="urn:microsoft.com/office/officeart/2018/2/layout/IconVerticalSolidList"/>
    <dgm:cxn modelId="{BB772170-1AF8-4733-9AC2-1DF18C5B5132}" type="presOf" srcId="{585DECBB-DAA3-4A42-83BC-4C985372627A}" destId="{8295C86C-5066-4D6C-88B3-A753AB2E81BB}" srcOrd="0" destOrd="0" presId="urn:microsoft.com/office/officeart/2018/2/layout/IconVerticalSolidList"/>
    <dgm:cxn modelId="{53719F9C-AB19-4837-A5BF-1A9DBDE05F1F}" srcId="{4CCB922E-2E42-4586-A543-D509CB99BF94}" destId="{62A3BA2A-B299-485A-91B1-B4755735576C}" srcOrd="1" destOrd="0" parTransId="{414B3474-5FA2-46BE-A7F9-78BF86873F18}" sibTransId="{B9CC2D7F-F431-432D-85BA-8AAF793E7BC4}"/>
    <dgm:cxn modelId="{342270AE-0CDE-4FF2-9C0D-EDE6B2B790EE}" type="presOf" srcId="{4CCB922E-2E42-4586-A543-D509CB99BF94}" destId="{9AF373CE-925E-402B-8724-D01D2A8928BB}" srcOrd="0" destOrd="0" presId="urn:microsoft.com/office/officeart/2018/2/layout/IconVerticalSolidList"/>
    <dgm:cxn modelId="{573ACCEF-0C30-4C6B-A505-C89720F0F802}" srcId="{4CCB922E-2E42-4586-A543-D509CB99BF94}" destId="{585DECBB-DAA3-4A42-83BC-4C985372627A}" srcOrd="0" destOrd="0" parTransId="{0D329793-866B-4E78-A722-3C165BAF5F5E}" sibTransId="{03FC3114-6892-47D1-930A-EDBB4C233EBC}"/>
    <dgm:cxn modelId="{B0D16A63-55A8-4861-8C45-3CD68B8C8A76}" type="presParOf" srcId="{9AF373CE-925E-402B-8724-D01D2A8928BB}" destId="{016892A7-7C93-42B8-B694-CEDF9A32E227}" srcOrd="0" destOrd="0" presId="urn:microsoft.com/office/officeart/2018/2/layout/IconVerticalSolidList"/>
    <dgm:cxn modelId="{50951DAA-5A1B-4B32-81B0-4E727C9D3F30}" type="presParOf" srcId="{016892A7-7C93-42B8-B694-CEDF9A32E227}" destId="{5C8DFE5D-AEA7-432D-A36B-DB3A71538E61}" srcOrd="0" destOrd="0" presId="urn:microsoft.com/office/officeart/2018/2/layout/IconVerticalSolidList"/>
    <dgm:cxn modelId="{4C1DE040-27AE-4DD6-B381-0E7A2C140CFA}" type="presParOf" srcId="{016892A7-7C93-42B8-B694-CEDF9A32E227}" destId="{C43616F3-5DDC-490F-87AE-53AE5C09038E}" srcOrd="1" destOrd="0" presId="urn:microsoft.com/office/officeart/2018/2/layout/IconVerticalSolidList"/>
    <dgm:cxn modelId="{BFEDB853-48F1-4BE6-99BA-2EC059D52EB8}" type="presParOf" srcId="{016892A7-7C93-42B8-B694-CEDF9A32E227}" destId="{FC4A210E-2319-423C-B0D9-EF0243AB2D4C}" srcOrd="2" destOrd="0" presId="urn:microsoft.com/office/officeart/2018/2/layout/IconVerticalSolidList"/>
    <dgm:cxn modelId="{52012755-93AF-4AB9-A210-5B4BC1EEB636}" type="presParOf" srcId="{016892A7-7C93-42B8-B694-CEDF9A32E227}" destId="{8295C86C-5066-4D6C-88B3-A753AB2E81BB}" srcOrd="3" destOrd="0" presId="urn:microsoft.com/office/officeart/2018/2/layout/IconVerticalSolidList"/>
    <dgm:cxn modelId="{CDEF75E1-2434-4C47-8F91-CA07C1113FBB}" type="presParOf" srcId="{9AF373CE-925E-402B-8724-D01D2A8928BB}" destId="{F0CE1817-12EA-4F4F-B06D-324CB25F8AE9}" srcOrd="1" destOrd="0" presId="urn:microsoft.com/office/officeart/2018/2/layout/IconVerticalSolidList"/>
    <dgm:cxn modelId="{13A1FCA3-AD6B-43F0-8BA1-E3D9DA0AC368}" type="presParOf" srcId="{9AF373CE-925E-402B-8724-D01D2A8928BB}" destId="{1A46FB44-5B30-420C-A5EA-A03E514D6CFA}" srcOrd="2" destOrd="0" presId="urn:microsoft.com/office/officeart/2018/2/layout/IconVerticalSolidList"/>
    <dgm:cxn modelId="{8DA6F8D2-2FA9-4179-900D-AD31C0A80C92}" type="presParOf" srcId="{1A46FB44-5B30-420C-A5EA-A03E514D6CFA}" destId="{A4F7A9A4-F2BA-4E01-85E3-100DD4CAB63E}" srcOrd="0" destOrd="0" presId="urn:microsoft.com/office/officeart/2018/2/layout/IconVerticalSolidList"/>
    <dgm:cxn modelId="{1666A98B-DFAD-4B6E-8956-F34976614285}" type="presParOf" srcId="{1A46FB44-5B30-420C-A5EA-A03E514D6CFA}" destId="{A146BDAD-671B-4CDA-9389-B5BAD9558AAE}" srcOrd="1" destOrd="0" presId="urn:microsoft.com/office/officeart/2018/2/layout/IconVerticalSolidList"/>
    <dgm:cxn modelId="{6D9D4545-14B5-498C-9CA2-7AF47C6EABEB}" type="presParOf" srcId="{1A46FB44-5B30-420C-A5EA-A03E514D6CFA}" destId="{12F8BC4A-C1A9-4D43-8A2C-9FC8F1E477A1}" srcOrd="2" destOrd="0" presId="urn:microsoft.com/office/officeart/2018/2/layout/IconVerticalSolidList"/>
    <dgm:cxn modelId="{08C14F80-741B-4D78-AF27-B0AB7304D62B}" type="presParOf" srcId="{1A46FB44-5B30-420C-A5EA-A03E514D6CFA}" destId="{20B6A812-A529-48F6-8B69-758A98C34BAB}" srcOrd="3" destOrd="0" presId="urn:microsoft.com/office/officeart/2018/2/layout/IconVerticalSolidList"/>
    <dgm:cxn modelId="{9AA63CB7-7F4B-4080-A97B-D8C3CDD5200D}" type="presParOf" srcId="{9AF373CE-925E-402B-8724-D01D2A8928BB}" destId="{C6A73E07-643E-4A53-8235-9FE2818E974A}" srcOrd="3" destOrd="0" presId="urn:microsoft.com/office/officeart/2018/2/layout/IconVerticalSolidList"/>
    <dgm:cxn modelId="{C6F81A85-E4DE-4A7F-AF3F-300D75B61FA4}" type="presParOf" srcId="{9AF373CE-925E-402B-8724-D01D2A8928BB}" destId="{1CCEB906-35A8-4AA0-A74C-E4C8C1158144}" srcOrd="4" destOrd="0" presId="urn:microsoft.com/office/officeart/2018/2/layout/IconVerticalSolidList"/>
    <dgm:cxn modelId="{06D57DA9-0084-4267-A284-DF05EDD24520}" type="presParOf" srcId="{1CCEB906-35A8-4AA0-A74C-E4C8C1158144}" destId="{7B5A0233-F267-4B79-9799-E6797E86BF09}" srcOrd="0" destOrd="0" presId="urn:microsoft.com/office/officeart/2018/2/layout/IconVerticalSolidList"/>
    <dgm:cxn modelId="{E1B55FF1-E132-488D-A551-690DD3876E8B}" type="presParOf" srcId="{1CCEB906-35A8-4AA0-A74C-E4C8C1158144}" destId="{5AA1CBCD-B5A6-417C-B98C-B7A6F5139220}" srcOrd="1" destOrd="0" presId="urn:microsoft.com/office/officeart/2018/2/layout/IconVerticalSolidList"/>
    <dgm:cxn modelId="{6D9CC2B3-FD97-49D4-998B-0118C9A24095}" type="presParOf" srcId="{1CCEB906-35A8-4AA0-A74C-E4C8C1158144}" destId="{20A1DF4D-5ABC-4443-9D4F-E8F8B4B39DE0}" srcOrd="2" destOrd="0" presId="urn:microsoft.com/office/officeart/2018/2/layout/IconVerticalSolidList"/>
    <dgm:cxn modelId="{4CE76FFC-2BE7-4438-88A9-4D9F26151A80}" type="presParOf" srcId="{1CCEB906-35A8-4AA0-A74C-E4C8C1158144}" destId="{776F2302-7145-450C-BDFD-6C60348EF71B}"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A93F63F-D6FD-4008-8C85-A28991863E47}" type="doc">
      <dgm:prSet loTypeId="urn:microsoft.com/office/officeart/2005/8/layout/lProcess2" loCatId="list" qsTypeId="urn:microsoft.com/office/officeart/2005/8/quickstyle/simple1" qsCatId="simple" csTypeId="urn:microsoft.com/office/officeart/2005/8/colors/accent1_2" csCatId="accent1" phldr="1"/>
      <dgm:spPr/>
      <dgm:t>
        <a:bodyPr/>
        <a:lstStyle/>
        <a:p>
          <a:endParaRPr lang="en-US"/>
        </a:p>
      </dgm:t>
    </dgm:pt>
    <dgm:pt modelId="{A6BBA102-856E-4C52-B5B3-DFE330C7FBF8}">
      <dgm:prSet/>
      <dgm:spPr/>
      <dgm:t>
        <a:bodyPr/>
        <a:lstStyle/>
        <a:p>
          <a:r>
            <a:rPr lang="en-US"/>
            <a:t>Initial EDA</a:t>
          </a:r>
        </a:p>
      </dgm:t>
    </dgm:pt>
    <dgm:pt modelId="{18B475EA-2513-4030-ABD1-6B725DF0CA67}" type="parTrans" cxnId="{8097528A-1989-4EDD-8B0D-04EDC9E1548B}">
      <dgm:prSet/>
      <dgm:spPr/>
      <dgm:t>
        <a:bodyPr/>
        <a:lstStyle/>
        <a:p>
          <a:endParaRPr lang="en-US"/>
        </a:p>
      </dgm:t>
    </dgm:pt>
    <dgm:pt modelId="{09CC2FFD-A579-4629-B60C-E507F368210E}" type="sibTrans" cxnId="{8097528A-1989-4EDD-8B0D-04EDC9E1548B}">
      <dgm:prSet/>
      <dgm:spPr/>
      <dgm:t>
        <a:bodyPr/>
        <a:lstStyle/>
        <a:p>
          <a:endParaRPr lang="en-US"/>
        </a:p>
      </dgm:t>
    </dgm:pt>
    <dgm:pt modelId="{ABA1D4B3-FD5E-4EE8-8577-54C78D873690}">
      <dgm:prSet/>
      <dgm:spPr/>
      <dgm:t>
        <a:bodyPr/>
        <a:lstStyle/>
        <a:p>
          <a:r>
            <a:rPr lang="en-US"/>
            <a:t>Train/Test ratio</a:t>
          </a:r>
        </a:p>
      </dgm:t>
    </dgm:pt>
    <dgm:pt modelId="{8FB49646-7057-497F-91F1-05BC034A2A92}" type="parTrans" cxnId="{1CB3D715-6545-4A6E-9092-69D8F39B20DA}">
      <dgm:prSet/>
      <dgm:spPr/>
      <dgm:t>
        <a:bodyPr/>
        <a:lstStyle/>
        <a:p>
          <a:endParaRPr lang="en-US"/>
        </a:p>
      </dgm:t>
    </dgm:pt>
    <dgm:pt modelId="{7296BFEB-7437-4BF1-8B61-CA3F69B9AA6F}" type="sibTrans" cxnId="{1CB3D715-6545-4A6E-9092-69D8F39B20DA}">
      <dgm:prSet/>
      <dgm:spPr/>
      <dgm:t>
        <a:bodyPr/>
        <a:lstStyle/>
        <a:p>
          <a:endParaRPr lang="en-US"/>
        </a:p>
      </dgm:t>
    </dgm:pt>
    <dgm:pt modelId="{9187E205-2CC3-4DA4-BD01-70233CA86CC1}">
      <dgm:prSet/>
      <dgm:spPr/>
      <dgm:t>
        <a:bodyPr/>
        <a:lstStyle/>
        <a:p>
          <a:r>
            <a:rPr lang="en-US"/>
            <a:t>Max FEAT1 length</a:t>
          </a:r>
        </a:p>
      </dgm:t>
    </dgm:pt>
    <dgm:pt modelId="{B2AF7DA4-190F-47F5-B6C4-BBB62CB5B2E9}" type="parTrans" cxnId="{06F2DC3F-03C1-41D8-B251-869E0C4A2BA9}">
      <dgm:prSet/>
      <dgm:spPr/>
      <dgm:t>
        <a:bodyPr/>
        <a:lstStyle/>
        <a:p>
          <a:endParaRPr lang="en-US"/>
        </a:p>
      </dgm:t>
    </dgm:pt>
    <dgm:pt modelId="{0251E890-069C-432E-B9D2-2AEB41DEA631}" type="sibTrans" cxnId="{06F2DC3F-03C1-41D8-B251-869E0C4A2BA9}">
      <dgm:prSet/>
      <dgm:spPr/>
      <dgm:t>
        <a:bodyPr/>
        <a:lstStyle/>
        <a:p>
          <a:endParaRPr lang="en-US"/>
        </a:p>
      </dgm:t>
    </dgm:pt>
    <dgm:pt modelId="{1E5873F7-58B9-46F5-B88B-76A35F3E9A01}">
      <dgm:prSet/>
      <dgm:spPr/>
      <dgm:t>
        <a:bodyPr/>
        <a:lstStyle/>
        <a:p>
          <a:r>
            <a:rPr lang="en-US" dirty="0"/>
            <a:t>Data pre-processing</a:t>
          </a:r>
        </a:p>
      </dgm:t>
    </dgm:pt>
    <dgm:pt modelId="{796D5A82-4527-408D-9340-7D69DE6BA539}" type="parTrans" cxnId="{1B7EB8F5-CC87-4699-9E94-CE0BD4A4289A}">
      <dgm:prSet/>
      <dgm:spPr/>
      <dgm:t>
        <a:bodyPr/>
        <a:lstStyle/>
        <a:p>
          <a:endParaRPr lang="en-US"/>
        </a:p>
      </dgm:t>
    </dgm:pt>
    <dgm:pt modelId="{46C2B71A-22E6-474B-B16A-F4BC89A163CF}" type="sibTrans" cxnId="{1B7EB8F5-CC87-4699-9E94-CE0BD4A4289A}">
      <dgm:prSet/>
      <dgm:spPr/>
      <dgm:t>
        <a:bodyPr/>
        <a:lstStyle/>
        <a:p>
          <a:endParaRPr lang="en-US"/>
        </a:p>
      </dgm:t>
    </dgm:pt>
    <dgm:pt modelId="{CDB9C20E-C609-4989-8601-C69F00EE3FBF}">
      <dgm:prSet/>
      <dgm:spPr/>
      <dgm:t>
        <a:bodyPr/>
        <a:lstStyle/>
        <a:p>
          <a:r>
            <a:rPr lang="en-US" dirty="0"/>
            <a:t>Creating Target column</a:t>
          </a:r>
        </a:p>
      </dgm:t>
    </dgm:pt>
    <dgm:pt modelId="{F4BFE18C-94E4-46D9-B25C-52155D1C838D}" type="parTrans" cxnId="{7D1CA553-FF08-4326-B708-7AB072B5CB74}">
      <dgm:prSet/>
      <dgm:spPr/>
      <dgm:t>
        <a:bodyPr/>
        <a:lstStyle/>
        <a:p>
          <a:endParaRPr lang="en-US"/>
        </a:p>
      </dgm:t>
    </dgm:pt>
    <dgm:pt modelId="{38D2BAD4-7013-4AC0-8A1C-79866D685C08}" type="sibTrans" cxnId="{7D1CA553-FF08-4326-B708-7AB072B5CB74}">
      <dgm:prSet/>
      <dgm:spPr/>
      <dgm:t>
        <a:bodyPr/>
        <a:lstStyle/>
        <a:p>
          <a:endParaRPr lang="en-US"/>
        </a:p>
      </dgm:t>
    </dgm:pt>
    <dgm:pt modelId="{CB75038E-BDF5-49C5-9FCB-7A6A307DC3FA}">
      <dgm:prSet/>
      <dgm:spPr/>
      <dgm:t>
        <a:bodyPr/>
        <a:lstStyle/>
        <a:p>
          <a:r>
            <a:rPr lang="en-US"/>
            <a:t>Train/Test split</a:t>
          </a:r>
        </a:p>
      </dgm:t>
    </dgm:pt>
    <dgm:pt modelId="{A22ED4B8-DA11-4FCB-88D2-179BD53503A9}" type="parTrans" cxnId="{CA3828F1-B70E-4269-B375-AA17B224A3FB}">
      <dgm:prSet/>
      <dgm:spPr/>
      <dgm:t>
        <a:bodyPr/>
        <a:lstStyle/>
        <a:p>
          <a:endParaRPr lang="en-US"/>
        </a:p>
      </dgm:t>
    </dgm:pt>
    <dgm:pt modelId="{4871CE01-7207-4AC3-8BF2-B629429926C0}" type="sibTrans" cxnId="{CA3828F1-B70E-4269-B375-AA17B224A3FB}">
      <dgm:prSet/>
      <dgm:spPr/>
      <dgm:t>
        <a:bodyPr/>
        <a:lstStyle/>
        <a:p>
          <a:endParaRPr lang="en-US"/>
        </a:p>
      </dgm:t>
    </dgm:pt>
    <dgm:pt modelId="{60694E36-8E13-4D30-AA97-7811312D64B4}">
      <dgm:prSet/>
      <dgm:spPr/>
      <dgm:t>
        <a:bodyPr/>
        <a:lstStyle/>
        <a:p>
          <a:r>
            <a:rPr lang="en-US" dirty="0"/>
            <a:t>Removed classes with count &lt; 5</a:t>
          </a:r>
        </a:p>
      </dgm:t>
    </dgm:pt>
    <dgm:pt modelId="{8F8418AA-F1F8-46DA-8F3F-B335315C74CF}" type="parTrans" cxnId="{706F9ADC-ECFA-4F75-9FB7-BEC6C13B3043}">
      <dgm:prSet/>
      <dgm:spPr/>
      <dgm:t>
        <a:bodyPr/>
        <a:lstStyle/>
        <a:p>
          <a:endParaRPr lang="en-US"/>
        </a:p>
      </dgm:t>
    </dgm:pt>
    <dgm:pt modelId="{848FB213-61E7-4E45-9C06-8B34CEEB1E83}" type="sibTrans" cxnId="{706F9ADC-ECFA-4F75-9FB7-BEC6C13B3043}">
      <dgm:prSet/>
      <dgm:spPr/>
      <dgm:t>
        <a:bodyPr/>
        <a:lstStyle/>
        <a:p>
          <a:endParaRPr lang="en-US"/>
        </a:p>
      </dgm:t>
    </dgm:pt>
    <dgm:pt modelId="{98D701A0-B0C6-4B0D-AC68-BAF2E589B8B9}">
      <dgm:prSet/>
      <dgm:spPr/>
      <dgm:t>
        <a:bodyPr/>
        <a:lstStyle/>
        <a:p>
          <a:r>
            <a:rPr lang="en-US"/>
            <a:t>Fitting ML models</a:t>
          </a:r>
        </a:p>
      </dgm:t>
    </dgm:pt>
    <dgm:pt modelId="{E204AF05-925D-4F2B-BCBA-90D17CF98853}" type="parTrans" cxnId="{635638AE-5C28-4237-81F6-F770192BCAEF}">
      <dgm:prSet/>
      <dgm:spPr/>
      <dgm:t>
        <a:bodyPr/>
        <a:lstStyle/>
        <a:p>
          <a:endParaRPr lang="en-US"/>
        </a:p>
      </dgm:t>
    </dgm:pt>
    <dgm:pt modelId="{EA1C3C72-3592-4292-AC78-239158EF860C}" type="sibTrans" cxnId="{635638AE-5C28-4237-81F6-F770192BCAEF}">
      <dgm:prSet/>
      <dgm:spPr/>
      <dgm:t>
        <a:bodyPr/>
        <a:lstStyle/>
        <a:p>
          <a:endParaRPr lang="en-US"/>
        </a:p>
      </dgm:t>
    </dgm:pt>
    <dgm:pt modelId="{2A10613D-5B6E-4C7E-B354-268607869383}">
      <dgm:prSet/>
      <dgm:spPr/>
      <dgm:t>
        <a:bodyPr/>
        <a:lstStyle/>
        <a:p>
          <a:r>
            <a:rPr lang="en-US" dirty="0"/>
            <a:t>Multinomial NB</a:t>
          </a:r>
        </a:p>
      </dgm:t>
    </dgm:pt>
    <dgm:pt modelId="{25B09194-B47D-4234-B9D2-FC6F4AB022B9}" type="parTrans" cxnId="{E8873EC8-15BD-4C38-BCA8-5470B4441693}">
      <dgm:prSet/>
      <dgm:spPr/>
      <dgm:t>
        <a:bodyPr/>
        <a:lstStyle/>
        <a:p>
          <a:endParaRPr lang="en-US"/>
        </a:p>
      </dgm:t>
    </dgm:pt>
    <dgm:pt modelId="{DF2CE68B-8EAB-4B90-872E-F537CD34F70C}" type="sibTrans" cxnId="{E8873EC8-15BD-4C38-BCA8-5470B4441693}">
      <dgm:prSet/>
      <dgm:spPr/>
      <dgm:t>
        <a:bodyPr/>
        <a:lstStyle/>
        <a:p>
          <a:endParaRPr lang="en-US"/>
        </a:p>
      </dgm:t>
    </dgm:pt>
    <dgm:pt modelId="{992C1CC8-45E3-46EB-94C2-873DD623D92F}">
      <dgm:prSet/>
      <dgm:spPr/>
      <dgm:t>
        <a:bodyPr/>
        <a:lstStyle/>
        <a:p>
          <a:r>
            <a:rPr lang="en-US" dirty="0"/>
            <a:t>Random forest</a:t>
          </a:r>
        </a:p>
      </dgm:t>
    </dgm:pt>
    <dgm:pt modelId="{A74B81B9-CB37-43E3-94D2-D4E0DC5D6FD4}" type="parTrans" cxnId="{7BB08004-22DE-4D58-A0DB-512C9269C3CE}">
      <dgm:prSet/>
      <dgm:spPr/>
      <dgm:t>
        <a:bodyPr/>
        <a:lstStyle/>
        <a:p>
          <a:endParaRPr lang="en-US"/>
        </a:p>
      </dgm:t>
    </dgm:pt>
    <dgm:pt modelId="{1107B874-D5B5-467B-AE76-CD8DCCB7CACD}" type="sibTrans" cxnId="{7BB08004-22DE-4D58-A0DB-512C9269C3CE}">
      <dgm:prSet/>
      <dgm:spPr/>
      <dgm:t>
        <a:bodyPr/>
        <a:lstStyle/>
        <a:p>
          <a:endParaRPr lang="en-US"/>
        </a:p>
      </dgm:t>
    </dgm:pt>
    <dgm:pt modelId="{3D9C1AA3-9269-4123-A3A6-202D7A12D061}">
      <dgm:prSet/>
      <dgm:spPr/>
      <dgm:t>
        <a:bodyPr/>
        <a:lstStyle/>
        <a:p>
          <a:r>
            <a:rPr lang="en-US" dirty="0"/>
            <a:t>Logistic Regression</a:t>
          </a:r>
        </a:p>
      </dgm:t>
    </dgm:pt>
    <dgm:pt modelId="{97701449-8FE1-4DAB-8ED5-30DBF20770A6}" type="parTrans" cxnId="{A1CCF8B8-39F8-4A2D-BC07-07DC52EF1B62}">
      <dgm:prSet/>
      <dgm:spPr/>
      <dgm:t>
        <a:bodyPr/>
        <a:lstStyle/>
        <a:p>
          <a:endParaRPr lang="en-US"/>
        </a:p>
      </dgm:t>
    </dgm:pt>
    <dgm:pt modelId="{5BF7518C-928F-4B6D-9C60-9CA5DA808931}" type="sibTrans" cxnId="{A1CCF8B8-39F8-4A2D-BC07-07DC52EF1B62}">
      <dgm:prSet/>
      <dgm:spPr/>
      <dgm:t>
        <a:bodyPr/>
        <a:lstStyle/>
        <a:p>
          <a:endParaRPr lang="en-US"/>
        </a:p>
      </dgm:t>
    </dgm:pt>
    <dgm:pt modelId="{EF1685A8-4E49-4A95-BB96-16558D9E23E1}">
      <dgm:prSet/>
      <dgm:spPr/>
      <dgm:t>
        <a:bodyPr/>
        <a:lstStyle/>
        <a:p>
          <a:r>
            <a:rPr lang="en-US" dirty="0"/>
            <a:t>KNN</a:t>
          </a:r>
        </a:p>
      </dgm:t>
    </dgm:pt>
    <dgm:pt modelId="{C9246415-D1FF-4960-83F8-91E4AFE786B2}" type="parTrans" cxnId="{A6A0D89E-9E44-478F-B3CF-A25299F61052}">
      <dgm:prSet/>
      <dgm:spPr/>
      <dgm:t>
        <a:bodyPr/>
        <a:lstStyle/>
        <a:p>
          <a:endParaRPr lang="en-US"/>
        </a:p>
      </dgm:t>
    </dgm:pt>
    <dgm:pt modelId="{6BD84A31-E72A-4D04-8FD0-BAF56B1BA6F4}" type="sibTrans" cxnId="{A6A0D89E-9E44-478F-B3CF-A25299F61052}">
      <dgm:prSet/>
      <dgm:spPr/>
      <dgm:t>
        <a:bodyPr/>
        <a:lstStyle/>
        <a:p>
          <a:endParaRPr lang="en-US"/>
        </a:p>
      </dgm:t>
    </dgm:pt>
    <dgm:pt modelId="{3BFC2310-F05D-4DDB-9AC3-C5DA6F082E0F}">
      <dgm:prSet/>
      <dgm:spPr/>
      <dgm:t>
        <a:bodyPr/>
        <a:lstStyle/>
        <a:p>
          <a:r>
            <a:rPr lang="en-US" dirty="0"/>
            <a:t>Hyperparameter tuning for RF</a:t>
          </a:r>
        </a:p>
      </dgm:t>
    </dgm:pt>
    <dgm:pt modelId="{EDCDFEDF-5EFB-4663-9C63-FFD1E0629DB1}" type="parTrans" cxnId="{889C5273-2547-409B-8A4B-ED2853ECFAA2}">
      <dgm:prSet/>
      <dgm:spPr/>
      <dgm:t>
        <a:bodyPr/>
        <a:lstStyle/>
        <a:p>
          <a:endParaRPr lang="en-US"/>
        </a:p>
      </dgm:t>
    </dgm:pt>
    <dgm:pt modelId="{E1121714-9525-44CB-A591-6EDA32E2CB74}" type="sibTrans" cxnId="{889C5273-2547-409B-8A4B-ED2853ECFAA2}">
      <dgm:prSet/>
      <dgm:spPr/>
      <dgm:t>
        <a:bodyPr/>
        <a:lstStyle/>
        <a:p>
          <a:endParaRPr lang="en-US"/>
        </a:p>
      </dgm:t>
    </dgm:pt>
    <dgm:pt modelId="{AFB0A406-D0C2-414C-A46A-7231FDE6CBA8}">
      <dgm:prSet/>
      <dgm:spPr/>
      <dgm:t>
        <a:bodyPr/>
        <a:lstStyle/>
        <a:p>
          <a:r>
            <a:rPr lang="en-US" dirty="0" err="1"/>
            <a:t>N_estimators</a:t>
          </a:r>
          <a:r>
            <a:rPr lang="en-US" dirty="0"/>
            <a:t>= 150</a:t>
          </a:r>
        </a:p>
      </dgm:t>
    </dgm:pt>
    <dgm:pt modelId="{1DB5A82A-805B-49C7-9D83-0E57F9F3554E}" type="parTrans" cxnId="{B6BC19D2-4D01-471B-B059-D42C33DE9E96}">
      <dgm:prSet/>
      <dgm:spPr/>
      <dgm:t>
        <a:bodyPr/>
        <a:lstStyle/>
        <a:p>
          <a:endParaRPr lang="en-US"/>
        </a:p>
      </dgm:t>
    </dgm:pt>
    <dgm:pt modelId="{B28619FA-8A14-456B-B827-AC04AF624E56}" type="sibTrans" cxnId="{B6BC19D2-4D01-471B-B059-D42C33DE9E96}">
      <dgm:prSet/>
      <dgm:spPr/>
      <dgm:t>
        <a:bodyPr/>
        <a:lstStyle/>
        <a:p>
          <a:endParaRPr lang="en-US"/>
        </a:p>
      </dgm:t>
    </dgm:pt>
    <dgm:pt modelId="{9C32B80B-9A4C-4841-B2A0-1EFC7F2BB6B8}">
      <dgm:prSet/>
      <dgm:spPr/>
      <dgm:t>
        <a:bodyPr/>
        <a:lstStyle/>
        <a:p>
          <a:r>
            <a:rPr lang="en-US" dirty="0" err="1"/>
            <a:t>Class_weight</a:t>
          </a:r>
          <a:r>
            <a:rPr lang="en-US" dirty="0"/>
            <a:t> = balanced</a:t>
          </a:r>
        </a:p>
      </dgm:t>
    </dgm:pt>
    <dgm:pt modelId="{9BD5A376-07EF-40A4-955C-6F20EC6C4010}" type="parTrans" cxnId="{071EFD04-5168-4FB9-AFF6-8B4C9841FF80}">
      <dgm:prSet/>
      <dgm:spPr/>
      <dgm:t>
        <a:bodyPr/>
        <a:lstStyle/>
        <a:p>
          <a:endParaRPr lang="en-US"/>
        </a:p>
      </dgm:t>
    </dgm:pt>
    <dgm:pt modelId="{D1D71BCD-BA85-45F1-9846-8E49D1F85300}" type="sibTrans" cxnId="{071EFD04-5168-4FB9-AFF6-8B4C9841FF80}">
      <dgm:prSet/>
      <dgm:spPr/>
      <dgm:t>
        <a:bodyPr/>
        <a:lstStyle/>
        <a:p>
          <a:endParaRPr lang="en-US"/>
        </a:p>
      </dgm:t>
    </dgm:pt>
    <dgm:pt modelId="{FB2DA4B6-9BE8-43FA-8792-54E9210E2A0A}">
      <dgm:prSet/>
      <dgm:spPr/>
      <dgm:t>
        <a:bodyPr/>
        <a:lstStyle/>
        <a:p>
          <a:r>
            <a:rPr lang="en-US" dirty="0"/>
            <a:t>Vectorizer = </a:t>
          </a:r>
          <a:r>
            <a:rPr lang="en-US" dirty="0" err="1"/>
            <a:t>CountVectorizer</a:t>
          </a:r>
          <a:endParaRPr lang="en-US" dirty="0"/>
        </a:p>
      </dgm:t>
    </dgm:pt>
    <dgm:pt modelId="{5D18028C-50FA-4B25-8A44-AF0024BB29C6}" type="parTrans" cxnId="{28DF9AE7-3B5E-43FB-BFCE-BC8289A8EA9B}">
      <dgm:prSet/>
      <dgm:spPr/>
      <dgm:t>
        <a:bodyPr/>
        <a:lstStyle/>
        <a:p>
          <a:endParaRPr lang="en-US"/>
        </a:p>
      </dgm:t>
    </dgm:pt>
    <dgm:pt modelId="{194D927C-90DD-4E1B-8898-06D949E261E0}" type="sibTrans" cxnId="{28DF9AE7-3B5E-43FB-BFCE-BC8289A8EA9B}">
      <dgm:prSet/>
      <dgm:spPr/>
      <dgm:t>
        <a:bodyPr/>
        <a:lstStyle/>
        <a:p>
          <a:endParaRPr lang="en-US"/>
        </a:p>
      </dgm:t>
    </dgm:pt>
    <dgm:pt modelId="{2953B11E-CD3E-4AD8-A287-28DBFD344168}">
      <dgm:prSet/>
      <dgm:spPr/>
      <dgm:t>
        <a:bodyPr/>
        <a:lstStyle/>
        <a:p>
          <a:r>
            <a:rPr lang="en-US" dirty="0" err="1"/>
            <a:t>Min_df</a:t>
          </a:r>
          <a:r>
            <a:rPr lang="en-US" dirty="0"/>
            <a:t> = 10</a:t>
          </a:r>
        </a:p>
      </dgm:t>
    </dgm:pt>
    <dgm:pt modelId="{02552B11-1B74-4C77-B390-5C5BA965D084}" type="parTrans" cxnId="{125D4D77-ED96-426B-BDF8-30A3708861F4}">
      <dgm:prSet/>
      <dgm:spPr/>
      <dgm:t>
        <a:bodyPr/>
        <a:lstStyle/>
        <a:p>
          <a:endParaRPr lang="en-US"/>
        </a:p>
      </dgm:t>
    </dgm:pt>
    <dgm:pt modelId="{824CA7C7-1410-493C-9477-270C34DB825C}" type="sibTrans" cxnId="{125D4D77-ED96-426B-BDF8-30A3708861F4}">
      <dgm:prSet/>
      <dgm:spPr/>
      <dgm:t>
        <a:bodyPr/>
        <a:lstStyle/>
        <a:p>
          <a:endParaRPr lang="en-US"/>
        </a:p>
      </dgm:t>
    </dgm:pt>
    <dgm:pt modelId="{D0CF871F-51C7-4886-957D-1570ECB86CA6}">
      <dgm:prSet/>
      <dgm:spPr>
        <a:solidFill>
          <a:srgbClr val="00B050"/>
        </a:solidFill>
      </dgm:spPr>
      <dgm:t>
        <a:bodyPr/>
        <a:lstStyle/>
        <a:p>
          <a:r>
            <a:rPr lang="en-US" dirty="0"/>
            <a:t>Accuracy = 0.9899</a:t>
          </a:r>
        </a:p>
      </dgm:t>
    </dgm:pt>
    <dgm:pt modelId="{AE3E0B05-A1E5-4C0B-BE12-371FA6EE9A85}" type="parTrans" cxnId="{BBF5951F-EB4B-4461-8378-69457B0C1B21}">
      <dgm:prSet/>
      <dgm:spPr/>
      <dgm:t>
        <a:bodyPr/>
        <a:lstStyle/>
        <a:p>
          <a:endParaRPr lang="en-US"/>
        </a:p>
      </dgm:t>
    </dgm:pt>
    <dgm:pt modelId="{F1DFC365-4999-4A38-83F9-35D2BB15E9A8}" type="sibTrans" cxnId="{BBF5951F-EB4B-4461-8378-69457B0C1B21}">
      <dgm:prSet/>
      <dgm:spPr/>
      <dgm:t>
        <a:bodyPr/>
        <a:lstStyle/>
        <a:p>
          <a:endParaRPr lang="en-US"/>
        </a:p>
      </dgm:t>
    </dgm:pt>
    <dgm:pt modelId="{C6EBA1A4-0882-437D-BB6C-27F402D81136}">
      <dgm:prSet/>
      <dgm:spPr/>
      <dgm:t>
        <a:bodyPr/>
        <a:lstStyle/>
        <a:p>
          <a:r>
            <a:rPr lang="en-US" dirty="0"/>
            <a:t>SVM</a:t>
          </a:r>
        </a:p>
      </dgm:t>
    </dgm:pt>
    <dgm:pt modelId="{EC9E7E72-2B4C-4A77-B4D0-C4619EF28BE2}" type="sibTrans" cxnId="{E2A56E86-F7A3-4D52-A44B-A7FB85030677}">
      <dgm:prSet/>
      <dgm:spPr/>
      <dgm:t>
        <a:bodyPr/>
        <a:lstStyle/>
        <a:p>
          <a:endParaRPr lang="en-US"/>
        </a:p>
      </dgm:t>
    </dgm:pt>
    <dgm:pt modelId="{6327765B-F37F-4951-9ABF-B474243DEEFA}" type="parTrans" cxnId="{E2A56E86-F7A3-4D52-A44B-A7FB85030677}">
      <dgm:prSet/>
      <dgm:spPr/>
      <dgm:t>
        <a:bodyPr/>
        <a:lstStyle/>
        <a:p>
          <a:endParaRPr lang="en-US"/>
        </a:p>
      </dgm:t>
    </dgm:pt>
    <dgm:pt modelId="{F99BB1E8-509D-4E14-B523-C54EAA143830}" type="pres">
      <dgm:prSet presAssocID="{AA93F63F-D6FD-4008-8C85-A28991863E47}" presName="theList" presStyleCnt="0">
        <dgm:presLayoutVars>
          <dgm:dir/>
          <dgm:animLvl val="lvl"/>
          <dgm:resizeHandles val="exact"/>
        </dgm:presLayoutVars>
      </dgm:prSet>
      <dgm:spPr/>
    </dgm:pt>
    <dgm:pt modelId="{858CB03B-E424-476F-8813-67B881CAFDAD}" type="pres">
      <dgm:prSet presAssocID="{A6BBA102-856E-4C52-B5B3-DFE330C7FBF8}" presName="compNode" presStyleCnt="0"/>
      <dgm:spPr/>
    </dgm:pt>
    <dgm:pt modelId="{8AB094C2-4C59-4747-9BFD-05377291A09E}" type="pres">
      <dgm:prSet presAssocID="{A6BBA102-856E-4C52-B5B3-DFE330C7FBF8}" presName="aNode" presStyleLbl="bgShp" presStyleIdx="0" presStyleCnt="4"/>
      <dgm:spPr/>
    </dgm:pt>
    <dgm:pt modelId="{D6BFA7A7-3612-4E3E-A428-FDA5A0843439}" type="pres">
      <dgm:prSet presAssocID="{A6BBA102-856E-4C52-B5B3-DFE330C7FBF8}" presName="textNode" presStyleLbl="bgShp" presStyleIdx="0" presStyleCnt="4"/>
      <dgm:spPr/>
    </dgm:pt>
    <dgm:pt modelId="{FFAACE3F-A99F-4AC7-9058-CC2EE39DCD46}" type="pres">
      <dgm:prSet presAssocID="{A6BBA102-856E-4C52-B5B3-DFE330C7FBF8}" presName="compChildNode" presStyleCnt="0"/>
      <dgm:spPr/>
    </dgm:pt>
    <dgm:pt modelId="{009FA181-8562-465E-A1BA-F22E317C54F9}" type="pres">
      <dgm:prSet presAssocID="{A6BBA102-856E-4C52-B5B3-DFE330C7FBF8}" presName="theInnerList" presStyleCnt="0"/>
      <dgm:spPr/>
    </dgm:pt>
    <dgm:pt modelId="{21B599BD-8068-4390-A854-F8562B2E5F10}" type="pres">
      <dgm:prSet presAssocID="{ABA1D4B3-FD5E-4EE8-8577-54C78D873690}" presName="childNode" presStyleLbl="node1" presStyleIdx="0" presStyleCnt="15">
        <dgm:presLayoutVars>
          <dgm:bulletEnabled val="1"/>
        </dgm:presLayoutVars>
      </dgm:prSet>
      <dgm:spPr/>
    </dgm:pt>
    <dgm:pt modelId="{8B60AF61-9693-47C1-98FF-CD65E738ECAB}" type="pres">
      <dgm:prSet presAssocID="{ABA1D4B3-FD5E-4EE8-8577-54C78D873690}" presName="aSpace2" presStyleCnt="0"/>
      <dgm:spPr/>
    </dgm:pt>
    <dgm:pt modelId="{5F49CB84-433E-4EB9-8E77-32C575B8E5EA}" type="pres">
      <dgm:prSet presAssocID="{9187E205-2CC3-4DA4-BD01-70233CA86CC1}" presName="childNode" presStyleLbl="node1" presStyleIdx="1" presStyleCnt="15">
        <dgm:presLayoutVars>
          <dgm:bulletEnabled val="1"/>
        </dgm:presLayoutVars>
      </dgm:prSet>
      <dgm:spPr/>
    </dgm:pt>
    <dgm:pt modelId="{975EB04F-AC71-413D-9041-DEC6A8F369F7}" type="pres">
      <dgm:prSet presAssocID="{A6BBA102-856E-4C52-B5B3-DFE330C7FBF8}" presName="aSpace" presStyleCnt="0"/>
      <dgm:spPr/>
    </dgm:pt>
    <dgm:pt modelId="{0FB6E06B-BE0E-4D74-860A-39D7478A52CB}" type="pres">
      <dgm:prSet presAssocID="{1E5873F7-58B9-46F5-B88B-76A35F3E9A01}" presName="compNode" presStyleCnt="0"/>
      <dgm:spPr/>
    </dgm:pt>
    <dgm:pt modelId="{51F2A8B5-B338-433E-AAAC-6AB2660D0F2F}" type="pres">
      <dgm:prSet presAssocID="{1E5873F7-58B9-46F5-B88B-76A35F3E9A01}" presName="aNode" presStyleLbl="bgShp" presStyleIdx="1" presStyleCnt="4"/>
      <dgm:spPr/>
    </dgm:pt>
    <dgm:pt modelId="{968F44AF-3A0B-4FEE-B050-DF56CEC8D00D}" type="pres">
      <dgm:prSet presAssocID="{1E5873F7-58B9-46F5-B88B-76A35F3E9A01}" presName="textNode" presStyleLbl="bgShp" presStyleIdx="1" presStyleCnt="4"/>
      <dgm:spPr/>
    </dgm:pt>
    <dgm:pt modelId="{70F2B089-B330-481E-8D86-F6703E2CC8E8}" type="pres">
      <dgm:prSet presAssocID="{1E5873F7-58B9-46F5-B88B-76A35F3E9A01}" presName="compChildNode" presStyleCnt="0"/>
      <dgm:spPr/>
    </dgm:pt>
    <dgm:pt modelId="{7AD1D3A7-03E4-47D6-8BFC-2DE80DEFDA78}" type="pres">
      <dgm:prSet presAssocID="{1E5873F7-58B9-46F5-B88B-76A35F3E9A01}" presName="theInnerList" presStyleCnt="0"/>
      <dgm:spPr/>
    </dgm:pt>
    <dgm:pt modelId="{F9A4C0A2-1CD8-4374-B43A-FCEF5B5A4A5C}" type="pres">
      <dgm:prSet presAssocID="{CDB9C20E-C609-4989-8601-C69F00EE3FBF}" presName="childNode" presStyleLbl="node1" presStyleIdx="2" presStyleCnt="15">
        <dgm:presLayoutVars>
          <dgm:bulletEnabled val="1"/>
        </dgm:presLayoutVars>
      </dgm:prSet>
      <dgm:spPr/>
    </dgm:pt>
    <dgm:pt modelId="{41FA6459-0985-49F0-986B-86A38C9E2B3F}" type="pres">
      <dgm:prSet presAssocID="{CDB9C20E-C609-4989-8601-C69F00EE3FBF}" presName="aSpace2" presStyleCnt="0"/>
      <dgm:spPr/>
    </dgm:pt>
    <dgm:pt modelId="{FA6E0A15-B24B-4DD9-BB6B-1CC2BD5B680D}" type="pres">
      <dgm:prSet presAssocID="{CB75038E-BDF5-49C5-9FCB-7A6A307DC3FA}" presName="childNode" presStyleLbl="node1" presStyleIdx="3" presStyleCnt="15">
        <dgm:presLayoutVars>
          <dgm:bulletEnabled val="1"/>
        </dgm:presLayoutVars>
      </dgm:prSet>
      <dgm:spPr/>
    </dgm:pt>
    <dgm:pt modelId="{469BAAF2-78A4-4855-A6CF-95F943432456}" type="pres">
      <dgm:prSet presAssocID="{CB75038E-BDF5-49C5-9FCB-7A6A307DC3FA}" presName="aSpace2" presStyleCnt="0"/>
      <dgm:spPr/>
    </dgm:pt>
    <dgm:pt modelId="{59B63E67-4F5A-4050-A2DA-637D0C1EB1C0}" type="pres">
      <dgm:prSet presAssocID="{60694E36-8E13-4D30-AA97-7811312D64B4}" presName="childNode" presStyleLbl="node1" presStyleIdx="4" presStyleCnt="15">
        <dgm:presLayoutVars>
          <dgm:bulletEnabled val="1"/>
        </dgm:presLayoutVars>
      </dgm:prSet>
      <dgm:spPr/>
    </dgm:pt>
    <dgm:pt modelId="{0C7BEC07-277E-4D7C-9047-3D9B19A11F3B}" type="pres">
      <dgm:prSet presAssocID="{1E5873F7-58B9-46F5-B88B-76A35F3E9A01}" presName="aSpace" presStyleCnt="0"/>
      <dgm:spPr/>
    </dgm:pt>
    <dgm:pt modelId="{2B493ED3-706D-482F-8AEE-0AA68161F7BF}" type="pres">
      <dgm:prSet presAssocID="{98D701A0-B0C6-4B0D-AC68-BAF2E589B8B9}" presName="compNode" presStyleCnt="0"/>
      <dgm:spPr/>
    </dgm:pt>
    <dgm:pt modelId="{1C93AE6F-46DB-4E4E-8034-BDBAB0AFD626}" type="pres">
      <dgm:prSet presAssocID="{98D701A0-B0C6-4B0D-AC68-BAF2E589B8B9}" presName="aNode" presStyleLbl="bgShp" presStyleIdx="2" presStyleCnt="4"/>
      <dgm:spPr/>
    </dgm:pt>
    <dgm:pt modelId="{11352939-BF78-4DE9-872F-97C7F2EF0A0E}" type="pres">
      <dgm:prSet presAssocID="{98D701A0-B0C6-4B0D-AC68-BAF2E589B8B9}" presName="textNode" presStyleLbl="bgShp" presStyleIdx="2" presStyleCnt="4"/>
      <dgm:spPr/>
    </dgm:pt>
    <dgm:pt modelId="{4F10ED2A-D04F-4A45-B50F-3B8C828A0271}" type="pres">
      <dgm:prSet presAssocID="{98D701A0-B0C6-4B0D-AC68-BAF2E589B8B9}" presName="compChildNode" presStyleCnt="0"/>
      <dgm:spPr/>
    </dgm:pt>
    <dgm:pt modelId="{DB591D34-3F8A-46EA-A24E-8943706C411D}" type="pres">
      <dgm:prSet presAssocID="{98D701A0-B0C6-4B0D-AC68-BAF2E589B8B9}" presName="theInnerList" presStyleCnt="0"/>
      <dgm:spPr/>
    </dgm:pt>
    <dgm:pt modelId="{8FB7C03C-7F81-434B-995F-BC6E40DE3D89}" type="pres">
      <dgm:prSet presAssocID="{2A10613D-5B6E-4C7E-B354-268607869383}" presName="childNode" presStyleLbl="node1" presStyleIdx="5" presStyleCnt="15">
        <dgm:presLayoutVars>
          <dgm:bulletEnabled val="1"/>
        </dgm:presLayoutVars>
      </dgm:prSet>
      <dgm:spPr/>
    </dgm:pt>
    <dgm:pt modelId="{20820AD5-133E-4F86-8DDF-AD5BC9544897}" type="pres">
      <dgm:prSet presAssocID="{2A10613D-5B6E-4C7E-B354-268607869383}" presName="aSpace2" presStyleCnt="0"/>
      <dgm:spPr/>
    </dgm:pt>
    <dgm:pt modelId="{98263B84-2449-4C56-9FB7-5C60FE3A437E}" type="pres">
      <dgm:prSet presAssocID="{992C1CC8-45E3-46EB-94C2-873DD623D92F}" presName="childNode" presStyleLbl="node1" presStyleIdx="6" presStyleCnt="15">
        <dgm:presLayoutVars>
          <dgm:bulletEnabled val="1"/>
        </dgm:presLayoutVars>
      </dgm:prSet>
      <dgm:spPr/>
    </dgm:pt>
    <dgm:pt modelId="{27A13F77-EA19-4CC7-B08D-49887804F09D}" type="pres">
      <dgm:prSet presAssocID="{992C1CC8-45E3-46EB-94C2-873DD623D92F}" presName="aSpace2" presStyleCnt="0"/>
      <dgm:spPr/>
    </dgm:pt>
    <dgm:pt modelId="{5046C787-99E9-4150-9227-3EC21E33CE51}" type="pres">
      <dgm:prSet presAssocID="{C6EBA1A4-0882-437D-BB6C-27F402D81136}" presName="childNode" presStyleLbl="node1" presStyleIdx="7" presStyleCnt="15">
        <dgm:presLayoutVars>
          <dgm:bulletEnabled val="1"/>
        </dgm:presLayoutVars>
      </dgm:prSet>
      <dgm:spPr/>
    </dgm:pt>
    <dgm:pt modelId="{DAA6A701-09EA-438F-BA20-6EB10A427C82}" type="pres">
      <dgm:prSet presAssocID="{C6EBA1A4-0882-437D-BB6C-27F402D81136}" presName="aSpace2" presStyleCnt="0"/>
      <dgm:spPr/>
    </dgm:pt>
    <dgm:pt modelId="{CD78EF53-1343-4259-9E30-87FE24791973}" type="pres">
      <dgm:prSet presAssocID="{3D9C1AA3-9269-4123-A3A6-202D7A12D061}" presName="childNode" presStyleLbl="node1" presStyleIdx="8" presStyleCnt="15">
        <dgm:presLayoutVars>
          <dgm:bulletEnabled val="1"/>
        </dgm:presLayoutVars>
      </dgm:prSet>
      <dgm:spPr/>
    </dgm:pt>
    <dgm:pt modelId="{BA83210E-BD8C-4655-8F68-EE9C804DEA64}" type="pres">
      <dgm:prSet presAssocID="{3D9C1AA3-9269-4123-A3A6-202D7A12D061}" presName="aSpace2" presStyleCnt="0"/>
      <dgm:spPr/>
    </dgm:pt>
    <dgm:pt modelId="{DBF1F7E2-D283-451B-BCB3-6D58F525D6A8}" type="pres">
      <dgm:prSet presAssocID="{EF1685A8-4E49-4A95-BB96-16558D9E23E1}" presName="childNode" presStyleLbl="node1" presStyleIdx="9" presStyleCnt="15">
        <dgm:presLayoutVars>
          <dgm:bulletEnabled val="1"/>
        </dgm:presLayoutVars>
      </dgm:prSet>
      <dgm:spPr/>
    </dgm:pt>
    <dgm:pt modelId="{39495A56-4B43-47E4-BB32-2649C8363DD6}" type="pres">
      <dgm:prSet presAssocID="{98D701A0-B0C6-4B0D-AC68-BAF2E589B8B9}" presName="aSpace" presStyleCnt="0"/>
      <dgm:spPr/>
    </dgm:pt>
    <dgm:pt modelId="{20DEB924-8468-45C1-A0B5-ABEE815F74D3}" type="pres">
      <dgm:prSet presAssocID="{3BFC2310-F05D-4DDB-9AC3-C5DA6F082E0F}" presName="compNode" presStyleCnt="0"/>
      <dgm:spPr/>
    </dgm:pt>
    <dgm:pt modelId="{4D6AFA64-20C6-4F5E-BB31-38ACA42B885B}" type="pres">
      <dgm:prSet presAssocID="{3BFC2310-F05D-4DDB-9AC3-C5DA6F082E0F}" presName="aNode" presStyleLbl="bgShp" presStyleIdx="3" presStyleCnt="4"/>
      <dgm:spPr/>
    </dgm:pt>
    <dgm:pt modelId="{9B56C014-7482-4989-85CA-7B2FD3589434}" type="pres">
      <dgm:prSet presAssocID="{3BFC2310-F05D-4DDB-9AC3-C5DA6F082E0F}" presName="textNode" presStyleLbl="bgShp" presStyleIdx="3" presStyleCnt="4"/>
      <dgm:spPr/>
    </dgm:pt>
    <dgm:pt modelId="{BD2E3F44-0BF4-4C3D-9576-BC9C703F288E}" type="pres">
      <dgm:prSet presAssocID="{3BFC2310-F05D-4DDB-9AC3-C5DA6F082E0F}" presName="compChildNode" presStyleCnt="0"/>
      <dgm:spPr/>
    </dgm:pt>
    <dgm:pt modelId="{D0E4CF4E-6ED3-428A-95A4-EF53A502C747}" type="pres">
      <dgm:prSet presAssocID="{3BFC2310-F05D-4DDB-9AC3-C5DA6F082E0F}" presName="theInnerList" presStyleCnt="0"/>
      <dgm:spPr/>
    </dgm:pt>
    <dgm:pt modelId="{7BD0DB11-5892-4A8E-B956-42375BA2C923}" type="pres">
      <dgm:prSet presAssocID="{AFB0A406-D0C2-414C-A46A-7231FDE6CBA8}" presName="childNode" presStyleLbl="node1" presStyleIdx="10" presStyleCnt="15">
        <dgm:presLayoutVars>
          <dgm:bulletEnabled val="1"/>
        </dgm:presLayoutVars>
      </dgm:prSet>
      <dgm:spPr/>
    </dgm:pt>
    <dgm:pt modelId="{9F89117B-5793-40D8-80D8-DE6753147B32}" type="pres">
      <dgm:prSet presAssocID="{AFB0A406-D0C2-414C-A46A-7231FDE6CBA8}" presName="aSpace2" presStyleCnt="0"/>
      <dgm:spPr/>
    </dgm:pt>
    <dgm:pt modelId="{4A941B94-CDCF-4C03-82D2-5966978E8999}" type="pres">
      <dgm:prSet presAssocID="{9C32B80B-9A4C-4841-B2A0-1EFC7F2BB6B8}" presName="childNode" presStyleLbl="node1" presStyleIdx="11" presStyleCnt="15">
        <dgm:presLayoutVars>
          <dgm:bulletEnabled val="1"/>
        </dgm:presLayoutVars>
      </dgm:prSet>
      <dgm:spPr/>
    </dgm:pt>
    <dgm:pt modelId="{5D13A868-CBC4-483A-B81B-7C3A61B3FF91}" type="pres">
      <dgm:prSet presAssocID="{9C32B80B-9A4C-4841-B2A0-1EFC7F2BB6B8}" presName="aSpace2" presStyleCnt="0"/>
      <dgm:spPr/>
    </dgm:pt>
    <dgm:pt modelId="{B34AF998-F572-4E9C-A05B-E6EA8DB5A3F8}" type="pres">
      <dgm:prSet presAssocID="{FB2DA4B6-9BE8-43FA-8792-54E9210E2A0A}" presName="childNode" presStyleLbl="node1" presStyleIdx="12" presStyleCnt="15">
        <dgm:presLayoutVars>
          <dgm:bulletEnabled val="1"/>
        </dgm:presLayoutVars>
      </dgm:prSet>
      <dgm:spPr/>
    </dgm:pt>
    <dgm:pt modelId="{ECC2D976-9056-4331-8E36-9B1EED7173D1}" type="pres">
      <dgm:prSet presAssocID="{FB2DA4B6-9BE8-43FA-8792-54E9210E2A0A}" presName="aSpace2" presStyleCnt="0"/>
      <dgm:spPr/>
    </dgm:pt>
    <dgm:pt modelId="{928072A9-8268-4978-B74C-D6850B96A7DF}" type="pres">
      <dgm:prSet presAssocID="{2953B11E-CD3E-4AD8-A287-28DBFD344168}" presName="childNode" presStyleLbl="node1" presStyleIdx="13" presStyleCnt="15">
        <dgm:presLayoutVars>
          <dgm:bulletEnabled val="1"/>
        </dgm:presLayoutVars>
      </dgm:prSet>
      <dgm:spPr/>
    </dgm:pt>
    <dgm:pt modelId="{08CE25CC-06A8-4DFD-A129-223F2415265F}" type="pres">
      <dgm:prSet presAssocID="{2953B11E-CD3E-4AD8-A287-28DBFD344168}" presName="aSpace2" presStyleCnt="0"/>
      <dgm:spPr/>
    </dgm:pt>
    <dgm:pt modelId="{0C0E2BC0-B018-40DC-A4A4-C5A4A56363ED}" type="pres">
      <dgm:prSet presAssocID="{D0CF871F-51C7-4886-957D-1570ECB86CA6}" presName="childNode" presStyleLbl="node1" presStyleIdx="14" presStyleCnt="15">
        <dgm:presLayoutVars>
          <dgm:bulletEnabled val="1"/>
        </dgm:presLayoutVars>
      </dgm:prSet>
      <dgm:spPr/>
    </dgm:pt>
  </dgm:ptLst>
  <dgm:cxnLst>
    <dgm:cxn modelId="{A3ABDB01-9820-42E0-85E1-7BE442D948D9}" type="presOf" srcId="{3BFC2310-F05D-4DDB-9AC3-C5DA6F082E0F}" destId="{9B56C014-7482-4989-85CA-7B2FD3589434}" srcOrd="1" destOrd="0" presId="urn:microsoft.com/office/officeart/2005/8/layout/lProcess2"/>
    <dgm:cxn modelId="{7BB08004-22DE-4D58-A0DB-512C9269C3CE}" srcId="{98D701A0-B0C6-4B0D-AC68-BAF2E589B8B9}" destId="{992C1CC8-45E3-46EB-94C2-873DD623D92F}" srcOrd="1" destOrd="0" parTransId="{A74B81B9-CB37-43E3-94D2-D4E0DC5D6FD4}" sibTransId="{1107B874-D5B5-467B-AE76-CD8DCCB7CACD}"/>
    <dgm:cxn modelId="{071EFD04-5168-4FB9-AFF6-8B4C9841FF80}" srcId="{3BFC2310-F05D-4DDB-9AC3-C5DA6F082E0F}" destId="{9C32B80B-9A4C-4841-B2A0-1EFC7F2BB6B8}" srcOrd="1" destOrd="0" parTransId="{9BD5A376-07EF-40A4-955C-6F20EC6C4010}" sibTransId="{D1D71BCD-BA85-45F1-9846-8E49D1F85300}"/>
    <dgm:cxn modelId="{183BEC05-C749-4102-8CAE-CA5C9DF39E64}" type="presOf" srcId="{1E5873F7-58B9-46F5-B88B-76A35F3E9A01}" destId="{51F2A8B5-B338-433E-AAAC-6AB2660D0F2F}" srcOrd="0" destOrd="0" presId="urn:microsoft.com/office/officeart/2005/8/layout/lProcess2"/>
    <dgm:cxn modelId="{1CB3D715-6545-4A6E-9092-69D8F39B20DA}" srcId="{A6BBA102-856E-4C52-B5B3-DFE330C7FBF8}" destId="{ABA1D4B3-FD5E-4EE8-8577-54C78D873690}" srcOrd="0" destOrd="0" parTransId="{8FB49646-7057-497F-91F1-05BC034A2A92}" sibTransId="{7296BFEB-7437-4BF1-8B61-CA3F69B9AA6F}"/>
    <dgm:cxn modelId="{87AAA51C-2121-4CA0-9E09-0E4024ED47D6}" type="presOf" srcId="{FB2DA4B6-9BE8-43FA-8792-54E9210E2A0A}" destId="{B34AF998-F572-4E9C-A05B-E6EA8DB5A3F8}" srcOrd="0" destOrd="0" presId="urn:microsoft.com/office/officeart/2005/8/layout/lProcess2"/>
    <dgm:cxn modelId="{7350C51C-D8E9-4C0C-A40A-C5729DA19525}" type="presOf" srcId="{A6BBA102-856E-4C52-B5B3-DFE330C7FBF8}" destId="{8AB094C2-4C59-4747-9BFD-05377291A09E}" srcOrd="0" destOrd="0" presId="urn:microsoft.com/office/officeart/2005/8/layout/lProcess2"/>
    <dgm:cxn modelId="{BBF5951F-EB4B-4461-8378-69457B0C1B21}" srcId="{3BFC2310-F05D-4DDB-9AC3-C5DA6F082E0F}" destId="{D0CF871F-51C7-4886-957D-1570ECB86CA6}" srcOrd="4" destOrd="0" parTransId="{AE3E0B05-A1E5-4C0B-BE12-371FA6EE9A85}" sibTransId="{F1DFC365-4999-4A38-83F9-35D2BB15E9A8}"/>
    <dgm:cxn modelId="{E855BB21-55E6-4022-B332-B33CABD5A3A8}" type="presOf" srcId="{C6EBA1A4-0882-437D-BB6C-27F402D81136}" destId="{5046C787-99E9-4150-9227-3EC21E33CE51}" srcOrd="0" destOrd="0" presId="urn:microsoft.com/office/officeart/2005/8/layout/lProcess2"/>
    <dgm:cxn modelId="{78FCFE3B-B3D7-497A-8AFA-565114422110}" type="presOf" srcId="{ABA1D4B3-FD5E-4EE8-8577-54C78D873690}" destId="{21B599BD-8068-4390-A854-F8562B2E5F10}" srcOrd="0" destOrd="0" presId="urn:microsoft.com/office/officeart/2005/8/layout/lProcess2"/>
    <dgm:cxn modelId="{06F2DC3F-03C1-41D8-B251-869E0C4A2BA9}" srcId="{A6BBA102-856E-4C52-B5B3-DFE330C7FBF8}" destId="{9187E205-2CC3-4DA4-BD01-70233CA86CC1}" srcOrd="1" destOrd="0" parTransId="{B2AF7DA4-190F-47F5-B6C4-BBB62CB5B2E9}" sibTransId="{0251E890-069C-432E-B9D2-2AEB41DEA631}"/>
    <dgm:cxn modelId="{FA8F0162-B830-42E7-B1B0-3D84FB685CBE}" type="presOf" srcId="{9C32B80B-9A4C-4841-B2A0-1EFC7F2BB6B8}" destId="{4A941B94-CDCF-4C03-82D2-5966978E8999}" srcOrd="0" destOrd="0" presId="urn:microsoft.com/office/officeart/2005/8/layout/lProcess2"/>
    <dgm:cxn modelId="{D88B3064-7CF5-4075-A1A1-BF0C70CC53C2}" type="presOf" srcId="{3BFC2310-F05D-4DDB-9AC3-C5DA6F082E0F}" destId="{4D6AFA64-20C6-4F5E-BB31-38ACA42B885B}" srcOrd="0" destOrd="0" presId="urn:microsoft.com/office/officeart/2005/8/layout/lProcess2"/>
    <dgm:cxn modelId="{9A666B64-1B6C-4658-B160-9D7C34487455}" type="presOf" srcId="{98D701A0-B0C6-4B0D-AC68-BAF2E589B8B9}" destId="{11352939-BF78-4DE9-872F-97C7F2EF0A0E}" srcOrd="1" destOrd="0" presId="urn:microsoft.com/office/officeart/2005/8/layout/lProcess2"/>
    <dgm:cxn modelId="{311E1E65-878E-4CC5-B922-C55ECAB4D261}" type="presOf" srcId="{EF1685A8-4E49-4A95-BB96-16558D9E23E1}" destId="{DBF1F7E2-D283-451B-BCB3-6D58F525D6A8}" srcOrd="0" destOrd="0" presId="urn:microsoft.com/office/officeart/2005/8/layout/lProcess2"/>
    <dgm:cxn modelId="{1320EA65-6FEA-4C71-8F46-B9B35C00C5A9}" type="presOf" srcId="{AFB0A406-D0C2-414C-A46A-7231FDE6CBA8}" destId="{7BD0DB11-5892-4A8E-B956-42375BA2C923}" srcOrd="0" destOrd="0" presId="urn:microsoft.com/office/officeart/2005/8/layout/lProcess2"/>
    <dgm:cxn modelId="{46B5AC46-B041-4C31-9381-4AA3D29724E8}" type="presOf" srcId="{2953B11E-CD3E-4AD8-A287-28DBFD344168}" destId="{928072A9-8268-4978-B74C-D6850B96A7DF}" srcOrd="0" destOrd="0" presId="urn:microsoft.com/office/officeart/2005/8/layout/lProcess2"/>
    <dgm:cxn modelId="{CD9A2047-45C9-4859-8F7B-E297F21611C6}" type="presOf" srcId="{A6BBA102-856E-4C52-B5B3-DFE330C7FBF8}" destId="{D6BFA7A7-3612-4E3E-A428-FDA5A0843439}" srcOrd="1" destOrd="0" presId="urn:microsoft.com/office/officeart/2005/8/layout/lProcess2"/>
    <dgm:cxn modelId="{889C5273-2547-409B-8A4B-ED2853ECFAA2}" srcId="{AA93F63F-D6FD-4008-8C85-A28991863E47}" destId="{3BFC2310-F05D-4DDB-9AC3-C5DA6F082E0F}" srcOrd="3" destOrd="0" parTransId="{EDCDFEDF-5EFB-4663-9C63-FFD1E0629DB1}" sibTransId="{E1121714-9525-44CB-A591-6EDA32E2CB74}"/>
    <dgm:cxn modelId="{7D1CA553-FF08-4326-B708-7AB072B5CB74}" srcId="{1E5873F7-58B9-46F5-B88B-76A35F3E9A01}" destId="{CDB9C20E-C609-4989-8601-C69F00EE3FBF}" srcOrd="0" destOrd="0" parTransId="{F4BFE18C-94E4-46D9-B25C-52155D1C838D}" sibTransId="{38D2BAD4-7013-4AC0-8A1C-79866D685C08}"/>
    <dgm:cxn modelId="{4D943557-31D2-4881-9D7B-0C2C93368737}" type="presOf" srcId="{2A10613D-5B6E-4C7E-B354-268607869383}" destId="{8FB7C03C-7F81-434B-995F-BC6E40DE3D89}" srcOrd="0" destOrd="0" presId="urn:microsoft.com/office/officeart/2005/8/layout/lProcess2"/>
    <dgm:cxn modelId="{125D4D77-ED96-426B-BDF8-30A3708861F4}" srcId="{3BFC2310-F05D-4DDB-9AC3-C5DA6F082E0F}" destId="{2953B11E-CD3E-4AD8-A287-28DBFD344168}" srcOrd="3" destOrd="0" parTransId="{02552B11-1B74-4C77-B390-5C5BA965D084}" sibTransId="{824CA7C7-1410-493C-9477-270C34DB825C}"/>
    <dgm:cxn modelId="{B4E60382-8293-46ED-B277-96AEB8255C7D}" type="presOf" srcId="{98D701A0-B0C6-4B0D-AC68-BAF2E589B8B9}" destId="{1C93AE6F-46DB-4E4E-8034-BDBAB0AFD626}" srcOrd="0" destOrd="0" presId="urn:microsoft.com/office/officeart/2005/8/layout/lProcess2"/>
    <dgm:cxn modelId="{E2A56E86-F7A3-4D52-A44B-A7FB85030677}" srcId="{98D701A0-B0C6-4B0D-AC68-BAF2E589B8B9}" destId="{C6EBA1A4-0882-437D-BB6C-27F402D81136}" srcOrd="2" destOrd="0" parTransId="{6327765B-F37F-4951-9ABF-B474243DEEFA}" sibTransId="{EC9E7E72-2B4C-4A77-B4D0-C4619EF28BE2}"/>
    <dgm:cxn modelId="{8097528A-1989-4EDD-8B0D-04EDC9E1548B}" srcId="{AA93F63F-D6FD-4008-8C85-A28991863E47}" destId="{A6BBA102-856E-4C52-B5B3-DFE330C7FBF8}" srcOrd="0" destOrd="0" parTransId="{18B475EA-2513-4030-ABD1-6B725DF0CA67}" sibTransId="{09CC2FFD-A579-4629-B60C-E507F368210E}"/>
    <dgm:cxn modelId="{12DA1D93-F0A2-4706-B8AD-5A997BECBC71}" type="presOf" srcId="{CB75038E-BDF5-49C5-9FCB-7A6A307DC3FA}" destId="{FA6E0A15-B24B-4DD9-BB6B-1CC2BD5B680D}" srcOrd="0" destOrd="0" presId="urn:microsoft.com/office/officeart/2005/8/layout/lProcess2"/>
    <dgm:cxn modelId="{45D9A693-6EC4-4ACB-8026-969E82E55C85}" type="presOf" srcId="{992C1CC8-45E3-46EB-94C2-873DD623D92F}" destId="{98263B84-2449-4C56-9FB7-5C60FE3A437E}" srcOrd="0" destOrd="0" presId="urn:microsoft.com/office/officeart/2005/8/layout/lProcess2"/>
    <dgm:cxn modelId="{F94EDB9B-A168-445A-B2D0-F6DF881C1EDB}" type="presOf" srcId="{D0CF871F-51C7-4886-957D-1570ECB86CA6}" destId="{0C0E2BC0-B018-40DC-A4A4-C5A4A56363ED}" srcOrd="0" destOrd="0" presId="urn:microsoft.com/office/officeart/2005/8/layout/lProcess2"/>
    <dgm:cxn modelId="{1E20499D-A272-4DC2-A4C4-50D46781C54A}" type="presOf" srcId="{60694E36-8E13-4D30-AA97-7811312D64B4}" destId="{59B63E67-4F5A-4050-A2DA-637D0C1EB1C0}" srcOrd="0" destOrd="0" presId="urn:microsoft.com/office/officeart/2005/8/layout/lProcess2"/>
    <dgm:cxn modelId="{A6A0D89E-9E44-478F-B3CF-A25299F61052}" srcId="{98D701A0-B0C6-4B0D-AC68-BAF2E589B8B9}" destId="{EF1685A8-4E49-4A95-BB96-16558D9E23E1}" srcOrd="4" destOrd="0" parTransId="{C9246415-D1FF-4960-83F8-91E4AFE786B2}" sibTransId="{6BD84A31-E72A-4D04-8FD0-BAF56B1BA6F4}"/>
    <dgm:cxn modelId="{84034DAC-32F2-443E-8517-9D65D0CABFF0}" type="presOf" srcId="{CDB9C20E-C609-4989-8601-C69F00EE3FBF}" destId="{F9A4C0A2-1CD8-4374-B43A-FCEF5B5A4A5C}" srcOrd="0" destOrd="0" presId="urn:microsoft.com/office/officeart/2005/8/layout/lProcess2"/>
    <dgm:cxn modelId="{635638AE-5C28-4237-81F6-F770192BCAEF}" srcId="{AA93F63F-D6FD-4008-8C85-A28991863E47}" destId="{98D701A0-B0C6-4B0D-AC68-BAF2E589B8B9}" srcOrd="2" destOrd="0" parTransId="{E204AF05-925D-4F2B-BCBA-90D17CF98853}" sibTransId="{EA1C3C72-3592-4292-AC78-239158EF860C}"/>
    <dgm:cxn modelId="{A1CCF8B8-39F8-4A2D-BC07-07DC52EF1B62}" srcId="{98D701A0-B0C6-4B0D-AC68-BAF2E589B8B9}" destId="{3D9C1AA3-9269-4123-A3A6-202D7A12D061}" srcOrd="3" destOrd="0" parTransId="{97701449-8FE1-4DAB-8ED5-30DBF20770A6}" sibTransId="{5BF7518C-928F-4B6D-9C60-9CA5DA808931}"/>
    <dgm:cxn modelId="{1A9899C6-05CA-4FDF-AFEB-1ADFD7E099FB}" type="presOf" srcId="{3D9C1AA3-9269-4123-A3A6-202D7A12D061}" destId="{CD78EF53-1343-4259-9E30-87FE24791973}" srcOrd="0" destOrd="0" presId="urn:microsoft.com/office/officeart/2005/8/layout/lProcess2"/>
    <dgm:cxn modelId="{E8873EC8-15BD-4C38-BCA8-5470B4441693}" srcId="{98D701A0-B0C6-4B0D-AC68-BAF2E589B8B9}" destId="{2A10613D-5B6E-4C7E-B354-268607869383}" srcOrd="0" destOrd="0" parTransId="{25B09194-B47D-4234-B9D2-FC6F4AB022B9}" sibTransId="{DF2CE68B-8EAB-4B90-872E-F537CD34F70C}"/>
    <dgm:cxn modelId="{351521CC-DA61-41CA-B417-CA7A142668E5}" type="presOf" srcId="{1E5873F7-58B9-46F5-B88B-76A35F3E9A01}" destId="{968F44AF-3A0B-4FEE-B050-DF56CEC8D00D}" srcOrd="1" destOrd="0" presId="urn:microsoft.com/office/officeart/2005/8/layout/lProcess2"/>
    <dgm:cxn modelId="{B6BC19D2-4D01-471B-B059-D42C33DE9E96}" srcId="{3BFC2310-F05D-4DDB-9AC3-C5DA6F082E0F}" destId="{AFB0A406-D0C2-414C-A46A-7231FDE6CBA8}" srcOrd="0" destOrd="0" parTransId="{1DB5A82A-805B-49C7-9D83-0E57F9F3554E}" sibTransId="{B28619FA-8A14-456B-B827-AC04AF624E56}"/>
    <dgm:cxn modelId="{F6CBA4D6-25D4-4314-A728-8B21C0ADF3C6}" type="presOf" srcId="{AA93F63F-D6FD-4008-8C85-A28991863E47}" destId="{F99BB1E8-509D-4E14-B523-C54EAA143830}" srcOrd="0" destOrd="0" presId="urn:microsoft.com/office/officeart/2005/8/layout/lProcess2"/>
    <dgm:cxn modelId="{706F9ADC-ECFA-4F75-9FB7-BEC6C13B3043}" srcId="{1E5873F7-58B9-46F5-B88B-76A35F3E9A01}" destId="{60694E36-8E13-4D30-AA97-7811312D64B4}" srcOrd="2" destOrd="0" parTransId="{8F8418AA-F1F8-46DA-8F3F-B335315C74CF}" sibTransId="{848FB213-61E7-4E45-9C06-8B34CEEB1E83}"/>
    <dgm:cxn modelId="{995458E4-D1C4-44D1-8506-BDA99D797338}" type="presOf" srcId="{9187E205-2CC3-4DA4-BD01-70233CA86CC1}" destId="{5F49CB84-433E-4EB9-8E77-32C575B8E5EA}" srcOrd="0" destOrd="0" presId="urn:microsoft.com/office/officeart/2005/8/layout/lProcess2"/>
    <dgm:cxn modelId="{28DF9AE7-3B5E-43FB-BFCE-BC8289A8EA9B}" srcId="{3BFC2310-F05D-4DDB-9AC3-C5DA6F082E0F}" destId="{FB2DA4B6-9BE8-43FA-8792-54E9210E2A0A}" srcOrd="2" destOrd="0" parTransId="{5D18028C-50FA-4B25-8A44-AF0024BB29C6}" sibTransId="{194D927C-90DD-4E1B-8898-06D949E261E0}"/>
    <dgm:cxn modelId="{CA3828F1-B70E-4269-B375-AA17B224A3FB}" srcId="{1E5873F7-58B9-46F5-B88B-76A35F3E9A01}" destId="{CB75038E-BDF5-49C5-9FCB-7A6A307DC3FA}" srcOrd="1" destOrd="0" parTransId="{A22ED4B8-DA11-4FCB-88D2-179BD53503A9}" sibTransId="{4871CE01-7207-4AC3-8BF2-B629429926C0}"/>
    <dgm:cxn modelId="{1B7EB8F5-CC87-4699-9E94-CE0BD4A4289A}" srcId="{AA93F63F-D6FD-4008-8C85-A28991863E47}" destId="{1E5873F7-58B9-46F5-B88B-76A35F3E9A01}" srcOrd="1" destOrd="0" parTransId="{796D5A82-4527-408D-9340-7D69DE6BA539}" sibTransId="{46C2B71A-22E6-474B-B16A-F4BC89A163CF}"/>
    <dgm:cxn modelId="{BC3099DF-71E9-4CD2-9847-386A55DFAB60}" type="presParOf" srcId="{F99BB1E8-509D-4E14-B523-C54EAA143830}" destId="{858CB03B-E424-476F-8813-67B881CAFDAD}" srcOrd="0" destOrd="0" presId="urn:microsoft.com/office/officeart/2005/8/layout/lProcess2"/>
    <dgm:cxn modelId="{52370034-D267-4377-820D-1B5A974303EE}" type="presParOf" srcId="{858CB03B-E424-476F-8813-67B881CAFDAD}" destId="{8AB094C2-4C59-4747-9BFD-05377291A09E}" srcOrd="0" destOrd="0" presId="urn:microsoft.com/office/officeart/2005/8/layout/lProcess2"/>
    <dgm:cxn modelId="{AA71F2B6-CC58-4521-B210-A51D50A7E5D5}" type="presParOf" srcId="{858CB03B-E424-476F-8813-67B881CAFDAD}" destId="{D6BFA7A7-3612-4E3E-A428-FDA5A0843439}" srcOrd="1" destOrd="0" presId="urn:microsoft.com/office/officeart/2005/8/layout/lProcess2"/>
    <dgm:cxn modelId="{12410F9C-90BC-4855-B16B-1CC440A8E610}" type="presParOf" srcId="{858CB03B-E424-476F-8813-67B881CAFDAD}" destId="{FFAACE3F-A99F-4AC7-9058-CC2EE39DCD46}" srcOrd="2" destOrd="0" presId="urn:microsoft.com/office/officeart/2005/8/layout/lProcess2"/>
    <dgm:cxn modelId="{D587E528-CDD8-408E-95F9-7987C003DAFE}" type="presParOf" srcId="{FFAACE3F-A99F-4AC7-9058-CC2EE39DCD46}" destId="{009FA181-8562-465E-A1BA-F22E317C54F9}" srcOrd="0" destOrd="0" presId="urn:microsoft.com/office/officeart/2005/8/layout/lProcess2"/>
    <dgm:cxn modelId="{66F43065-1476-450B-BB69-1035B3A205ED}" type="presParOf" srcId="{009FA181-8562-465E-A1BA-F22E317C54F9}" destId="{21B599BD-8068-4390-A854-F8562B2E5F10}" srcOrd="0" destOrd="0" presId="urn:microsoft.com/office/officeart/2005/8/layout/lProcess2"/>
    <dgm:cxn modelId="{CC21F512-0159-4C09-9AEA-9E9EAFF6414F}" type="presParOf" srcId="{009FA181-8562-465E-A1BA-F22E317C54F9}" destId="{8B60AF61-9693-47C1-98FF-CD65E738ECAB}" srcOrd="1" destOrd="0" presId="urn:microsoft.com/office/officeart/2005/8/layout/lProcess2"/>
    <dgm:cxn modelId="{F3A1AF84-484C-4865-A114-99A0E745A4BD}" type="presParOf" srcId="{009FA181-8562-465E-A1BA-F22E317C54F9}" destId="{5F49CB84-433E-4EB9-8E77-32C575B8E5EA}" srcOrd="2" destOrd="0" presId="urn:microsoft.com/office/officeart/2005/8/layout/lProcess2"/>
    <dgm:cxn modelId="{7B8ED517-D0F7-45C4-A8CF-65AD361CD6F9}" type="presParOf" srcId="{F99BB1E8-509D-4E14-B523-C54EAA143830}" destId="{975EB04F-AC71-413D-9041-DEC6A8F369F7}" srcOrd="1" destOrd="0" presId="urn:microsoft.com/office/officeart/2005/8/layout/lProcess2"/>
    <dgm:cxn modelId="{74D5B6B4-C94C-4CF3-A1FF-6D19C085F44A}" type="presParOf" srcId="{F99BB1E8-509D-4E14-B523-C54EAA143830}" destId="{0FB6E06B-BE0E-4D74-860A-39D7478A52CB}" srcOrd="2" destOrd="0" presId="urn:microsoft.com/office/officeart/2005/8/layout/lProcess2"/>
    <dgm:cxn modelId="{39E67FE9-0B10-4B49-A358-913177027CB1}" type="presParOf" srcId="{0FB6E06B-BE0E-4D74-860A-39D7478A52CB}" destId="{51F2A8B5-B338-433E-AAAC-6AB2660D0F2F}" srcOrd="0" destOrd="0" presId="urn:microsoft.com/office/officeart/2005/8/layout/lProcess2"/>
    <dgm:cxn modelId="{E9A1F242-87C0-45DF-B151-48670CEBE0C4}" type="presParOf" srcId="{0FB6E06B-BE0E-4D74-860A-39D7478A52CB}" destId="{968F44AF-3A0B-4FEE-B050-DF56CEC8D00D}" srcOrd="1" destOrd="0" presId="urn:microsoft.com/office/officeart/2005/8/layout/lProcess2"/>
    <dgm:cxn modelId="{140AA506-1E05-44D9-A66D-D9E10542F168}" type="presParOf" srcId="{0FB6E06B-BE0E-4D74-860A-39D7478A52CB}" destId="{70F2B089-B330-481E-8D86-F6703E2CC8E8}" srcOrd="2" destOrd="0" presId="urn:microsoft.com/office/officeart/2005/8/layout/lProcess2"/>
    <dgm:cxn modelId="{0C66C405-E085-48F0-9A8D-C99D1160D78A}" type="presParOf" srcId="{70F2B089-B330-481E-8D86-F6703E2CC8E8}" destId="{7AD1D3A7-03E4-47D6-8BFC-2DE80DEFDA78}" srcOrd="0" destOrd="0" presId="urn:microsoft.com/office/officeart/2005/8/layout/lProcess2"/>
    <dgm:cxn modelId="{B747071C-000D-4D97-90C5-B62EC2D0BA35}" type="presParOf" srcId="{7AD1D3A7-03E4-47D6-8BFC-2DE80DEFDA78}" destId="{F9A4C0A2-1CD8-4374-B43A-FCEF5B5A4A5C}" srcOrd="0" destOrd="0" presId="urn:microsoft.com/office/officeart/2005/8/layout/lProcess2"/>
    <dgm:cxn modelId="{731B1B21-EE2C-4210-B441-58EAD3E13B11}" type="presParOf" srcId="{7AD1D3A7-03E4-47D6-8BFC-2DE80DEFDA78}" destId="{41FA6459-0985-49F0-986B-86A38C9E2B3F}" srcOrd="1" destOrd="0" presId="urn:microsoft.com/office/officeart/2005/8/layout/lProcess2"/>
    <dgm:cxn modelId="{FF2F62FC-F9EB-4A4E-B68C-9521CD54C9E1}" type="presParOf" srcId="{7AD1D3A7-03E4-47D6-8BFC-2DE80DEFDA78}" destId="{FA6E0A15-B24B-4DD9-BB6B-1CC2BD5B680D}" srcOrd="2" destOrd="0" presId="urn:microsoft.com/office/officeart/2005/8/layout/lProcess2"/>
    <dgm:cxn modelId="{E6A0B7B4-83CA-4DC8-9F14-723FC7AD0550}" type="presParOf" srcId="{7AD1D3A7-03E4-47D6-8BFC-2DE80DEFDA78}" destId="{469BAAF2-78A4-4855-A6CF-95F943432456}" srcOrd="3" destOrd="0" presId="urn:microsoft.com/office/officeart/2005/8/layout/lProcess2"/>
    <dgm:cxn modelId="{D39FB4A4-EE41-4D11-9B30-428CB069C619}" type="presParOf" srcId="{7AD1D3A7-03E4-47D6-8BFC-2DE80DEFDA78}" destId="{59B63E67-4F5A-4050-A2DA-637D0C1EB1C0}" srcOrd="4" destOrd="0" presId="urn:microsoft.com/office/officeart/2005/8/layout/lProcess2"/>
    <dgm:cxn modelId="{073DC617-7CC8-4DFF-B07E-E552B9DB63FC}" type="presParOf" srcId="{F99BB1E8-509D-4E14-B523-C54EAA143830}" destId="{0C7BEC07-277E-4D7C-9047-3D9B19A11F3B}" srcOrd="3" destOrd="0" presId="urn:microsoft.com/office/officeart/2005/8/layout/lProcess2"/>
    <dgm:cxn modelId="{E5ACFD76-4A5A-4C85-9282-5F9018C597BF}" type="presParOf" srcId="{F99BB1E8-509D-4E14-B523-C54EAA143830}" destId="{2B493ED3-706D-482F-8AEE-0AA68161F7BF}" srcOrd="4" destOrd="0" presId="urn:microsoft.com/office/officeart/2005/8/layout/lProcess2"/>
    <dgm:cxn modelId="{3468876A-059A-4C0E-A940-FCDA16DCC3F2}" type="presParOf" srcId="{2B493ED3-706D-482F-8AEE-0AA68161F7BF}" destId="{1C93AE6F-46DB-4E4E-8034-BDBAB0AFD626}" srcOrd="0" destOrd="0" presId="urn:microsoft.com/office/officeart/2005/8/layout/lProcess2"/>
    <dgm:cxn modelId="{BC5FC789-D1DB-4FB4-9567-F29343CEFFBE}" type="presParOf" srcId="{2B493ED3-706D-482F-8AEE-0AA68161F7BF}" destId="{11352939-BF78-4DE9-872F-97C7F2EF0A0E}" srcOrd="1" destOrd="0" presId="urn:microsoft.com/office/officeart/2005/8/layout/lProcess2"/>
    <dgm:cxn modelId="{A19025AA-9AFA-4460-AC44-7CD5986C5634}" type="presParOf" srcId="{2B493ED3-706D-482F-8AEE-0AA68161F7BF}" destId="{4F10ED2A-D04F-4A45-B50F-3B8C828A0271}" srcOrd="2" destOrd="0" presId="urn:microsoft.com/office/officeart/2005/8/layout/lProcess2"/>
    <dgm:cxn modelId="{3D520E21-0137-4CA8-B84E-F66E166D1B13}" type="presParOf" srcId="{4F10ED2A-D04F-4A45-B50F-3B8C828A0271}" destId="{DB591D34-3F8A-46EA-A24E-8943706C411D}" srcOrd="0" destOrd="0" presId="urn:microsoft.com/office/officeart/2005/8/layout/lProcess2"/>
    <dgm:cxn modelId="{56FF6B41-D341-43B0-9ED1-0B73CBBFE353}" type="presParOf" srcId="{DB591D34-3F8A-46EA-A24E-8943706C411D}" destId="{8FB7C03C-7F81-434B-995F-BC6E40DE3D89}" srcOrd="0" destOrd="0" presId="urn:microsoft.com/office/officeart/2005/8/layout/lProcess2"/>
    <dgm:cxn modelId="{2ADCDA0F-08CD-4840-A60D-86C521C733C6}" type="presParOf" srcId="{DB591D34-3F8A-46EA-A24E-8943706C411D}" destId="{20820AD5-133E-4F86-8DDF-AD5BC9544897}" srcOrd="1" destOrd="0" presId="urn:microsoft.com/office/officeart/2005/8/layout/lProcess2"/>
    <dgm:cxn modelId="{77BA0FD2-7891-4387-B5B7-CDECB775B215}" type="presParOf" srcId="{DB591D34-3F8A-46EA-A24E-8943706C411D}" destId="{98263B84-2449-4C56-9FB7-5C60FE3A437E}" srcOrd="2" destOrd="0" presId="urn:microsoft.com/office/officeart/2005/8/layout/lProcess2"/>
    <dgm:cxn modelId="{B3AC4D84-9966-46F0-8B25-377B2B37E679}" type="presParOf" srcId="{DB591D34-3F8A-46EA-A24E-8943706C411D}" destId="{27A13F77-EA19-4CC7-B08D-49887804F09D}" srcOrd="3" destOrd="0" presId="urn:microsoft.com/office/officeart/2005/8/layout/lProcess2"/>
    <dgm:cxn modelId="{4962E45D-1B8C-43DB-BB77-D2B6ED7D0AB4}" type="presParOf" srcId="{DB591D34-3F8A-46EA-A24E-8943706C411D}" destId="{5046C787-99E9-4150-9227-3EC21E33CE51}" srcOrd="4" destOrd="0" presId="urn:microsoft.com/office/officeart/2005/8/layout/lProcess2"/>
    <dgm:cxn modelId="{5FAA3463-82F6-4FF1-8A8F-C6067B7BBA81}" type="presParOf" srcId="{DB591D34-3F8A-46EA-A24E-8943706C411D}" destId="{DAA6A701-09EA-438F-BA20-6EB10A427C82}" srcOrd="5" destOrd="0" presId="urn:microsoft.com/office/officeart/2005/8/layout/lProcess2"/>
    <dgm:cxn modelId="{82B489E3-D107-48B4-B66A-B2346FE27491}" type="presParOf" srcId="{DB591D34-3F8A-46EA-A24E-8943706C411D}" destId="{CD78EF53-1343-4259-9E30-87FE24791973}" srcOrd="6" destOrd="0" presId="urn:microsoft.com/office/officeart/2005/8/layout/lProcess2"/>
    <dgm:cxn modelId="{C5A94D99-ABC7-49F8-9B23-8B0F97D7511D}" type="presParOf" srcId="{DB591D34-3F8A-46EA-A24E-8943706C411D}" destId="{BA83210E-BD8C-4655-8F68-EE9C804DEA64}" srcOrd="7" destOrd="0" presId="urn:microsoft.com/office/officeart/2005/8/layout/lProcess2"/>
    <dgm:cxn modelId="{6B39CD84-3959-4EF8-B430-28D37B3BE977}" type="presParOf" srcId="{DB591D34-3F8A-46EA-A24E-8943706C411D}" destId="{DBF1F7E2-D283-451B-BCB3-6D58F525D6A8}" srcOrd="8" destOrd="0" presId="urn:microsoft.com/office/officeart/2005/8/layout/lProcess2"/>
    <dgm:cxn modelId="{243A0355-BEC0-4301-AFBD-6EA323EB6E37}" type="presParOf" srcId="{F99BB1E8-509D-4E14-B523-C54EAA143830}" destId="{39495A56-4B43-47E4-BB32-2649C8363DD6}" srcOrd="5" destOrd="0" presId="urn:microsoft.com/office/officeart/2005/8/layout/lProcess2"/>
    <dgm:cxn modelId="{32625561-E72D-49E6-B711-755D55C2116A}" type="presParOf" srcId="{F99BB1E8-509D-4E14-B523-C54EAA143830}" destId="{20DEB924-8468-45C1-A0B5-ABEE815F74D3}" srcOrd="6" destOrd="0" presId="urn:microsoft.com/office/officeart/2005/8/layout/lProcess2"/>
    <dgm:cxn modelId="{A212E6A2-B08D-4344-9795-8CDE09E6A8F5}" type="presParOf" srcId="{20DEB924-8468-45C1-A0B5-ABEE815F74D3}" destId="{4D6AFA64-20C6-4F5E-BB31-38ACA42B885B}" srcOrd="0" destOrd="0" presId="urn:microsoft.com/office/officeart/2005/8/layout/lProcess2"/>
    <dgm:cxn modelId="{F3CB47A5-FDB8-497B-B8E1-D260608C98EE}" type="presParOf" srcId="{20DEB924-8468-45C1-A0B5-ABEE815F74D3}" destId="{9B56C014-7482-4989-85CA-7B2FD3589434}" srcOrd="1" destOrd="0" presId="urn:microsoft.com/office/officeart/2005/8/layout/lProcess2"/>
    <dgm:cxn modelId="{4D276C87-49E6-430C-B262-E69C88BE0164}" type="presParOf" srcId="{20DEB924-8468-45C1-A0B5-ABEE815F74D3}" destId="{BD2E3F44-0BF4-4C3D-9576-BC9C703F288E}" srcOrd="2" destOrd="0" presId="urn:microsoft.com/office/officeart/2005/8/layout/lProcess2"/>
    <dgm:cxn modelId="{899C9770-B04B-4390-9F70-CBAE4D9240FF}" type="presParOf" srcId="{BD2E3F44-0BF4-4C3D-9576-BC9C703F288E}" destId="{D0E4CF4E-6ED3-428A-95A4-EF53A502C747}" srcOrd="0" destOrd="0" presId="urn:microsoft.com/office/officeart/2005/8/layout/lProcess2"/>
    <dgm:cxn modelId="{FEA840AF-C066-47A8-A58E-76192EA24F58}" type="presParOf" srcId="{D0E4CF4E-6ED3-428A-95A4-EF53A502C747}" destId="{7BD0DB11-5892-4A8E-B956-42375BA2C923}" srcOrd="0" destOrd="0" presId="urn:microsoft.com/office/officeart/2005/8/layout/lProcess2"/>
    <dgm:cxn modelId="{961BFC51-8CC8-4E3E-8B26-7A0E5949547D}" type="presParOf" srcId="{D0E4CF4E-6ED3-428A-95A4-EF53A502C747}" destId="{9F89117B-5793-40D8-80D8-DE6753147B32}" srcOrd="1" destOrd="0" presId="urn:microsoft.com/office/officeart/2005/8/layout/lProcess2"/>
    <dgm:cxn modelId="{8607E62D-E99C-4F2D-B22B-E27FA0BDE347}" type="presParOf" srcId="{D0E4CF4E-6ED3-428A-95A4-EF53A502C747}" destId="{4A941B94-CDCF-4C03-82D2-5966978E8999}" srcOrd="2" destOrd="0" presId="urn:microsoft.com/office/officeart/2005/8/layout/lProcess2"/>
    <dgm:cxn modelId="{CD927077-ED41-4B13-B5B4-95EBE71B7400}" type="presParOf" srcId="{D0E4CF4E-6ED3-428A-95A4-EF53A502C747}" destId="{5D13A868-CBC4-483A-B81B-7C3A61B3FF91}" srcOrd="3" destOrd="0" presId="urn:microsoft.com/office/officeart/2005/8/layout/lProcess2"/>
    <dgm:cxn modelId="{454EB534-F967-4FB5-9D7A-7ECACCF622EF}" type="presParOf" srcId="{D0E4CF4E-6ED3-428A-95A4-EF53A502C747}" destId="{B34AF998-F572-4E9C-A05B-E6EA8DB5A3F8}" srcOrd="4" destOrd="0" presId="urn:microsoft.com/office/officeart/2005/8/layout/lProcess2"/>
    <dgm:cxn modelId="{4C6232AF-4C2F-40F0-8665-3920C341C506}" type="presParOf" srcId="{D0E4CF4E-6ED3-428A-95A4-EF53A502C747}" destId="{ECC2D976-9056-4331-8E36-9B1EED7173D1}" srcOrd="5" destOrd="0" presId="urn:microsoft.com/office/officeart/2005/8/layout/lProcess2"/>
    <dgm:cxn modelId="{DFFE75CA-EFA0-401D-B55D-FDC4614A6D58}" type="presParOf" srcId="{D0E4CF4E-6ED3-428A-95A4-EF53A502C747}" destId="{928072A9-8268-4978-B74C-D6850B96A7DF}" srcOrd="6" destOrd="0" presId="urn:microsoft.com/office/officeart/2005/8/layout/lProcess2"/>
    <dgm:cxn modelId="{16A5A074-16D1-4940-885A-3B66A198B5B1}" type="presParOf" srcId="{D0E4CF4E-6ED3-428A-95A4-EF53A502C747}" destId="{08CE25CC-06A8-4DFD-A129-223F2415265F}" srcOrd="7" destOrd="0" presId="urn:microsoft.com/office/officeart/2005/8/layout/lProcess2"/>
    <dgm:cxn modelId="{ADC4459F-E03D-4B6B-A9FB-8FA5A8910D7D}" type="presParOf" srcId="{D0E4CF4E-6ED3-428A-95A4-EF53A502C747}" destId="{0C0E2BC0-B018-40DC-A4A4-C5A4A56363ED}" srcOrd="8" destOrd="0" presId="urn:microsoft.com/office/officeart/2005/8/layout/l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2FEA9D9-CBC5-4221-95CD-794B7E08E907}"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BA8D2D97-C874-412F-9403-10531B2A545C}">
      <dgm:prSet/>
      <dgm:spPr/>
      <dgm:t>
        <a:bodyPr/>
        <a:lstStyle/>
        <a:p>
          <a:r>
            <a:rPr lang="en-US" dirty="0"/>
            <a:t>Tried to perform an exhaustive EDA</a:t>
          </a:r>
        </a:p>
      </dgm:t>
    </dgm:pt>
    <dgm:pt modelId="{2B331B57-A80B-4DB4-9BB3-D72EA205B6D8}" type="parTrans" cxnId="{B96B3790-8DEB-457F-AB9D-05027E18A965}">
      <dgm:prSet/>
      <dgm:spPr/>
      <dgm:t>
        <a:bodyPr/>
        <a:lstStyle/>
        <a:p>
          <a:endParaRPr lang="en-US"/>
        </a:p>
      </dgm:t>
    </dgm:pt>
    <dgm:pt modelId="{8179894F-B146-438C-8A55-BD1DE5DD8D9E}" type="sibTrans" cxnId="{B96B3790-8DEB-457F-AB9D-05027E18A965}">
      <dgm:prSet/>
      <dgm:spPr/>
      <dgm:t>
        <a:bodyPr/>
        <a:lstStyle/>
        <a:p>
          <a:endParaRPr lang="en-US"/>
        </a:p>
      </dgm:t>
    </dgm:pt>
    <dgm:pt modelId="{A5C5D43F-9D5D-4D61-BD8E-2C73CD56C38C}">
      <dgm:prSet/>
      <dgm:spPr/>
      <dgm:t>
        <a:bodyPr/>
        <a:lstStyle/>
        <a:p>
          <a:r>
            <a:rPr lang="en-US"/>
            <a:t>Comparison of Text and Train data</a:t>
          </a:r>
        </a:p>
      </dgm:t>
    </dgm:pt>
    <dgm:pt modelId="{45A5A2B2-5E22-4EEF-8E03-88FC577CEA9C}" type="parTrans" cxnId="{60BD2779-61C3-415F-B828-5C6B7E8BF4B4}">
      <dgm:prSet/>
      <dgm:spPr/>
      <dgm:t>
        <a:bodyPr/>
        <a:lstStyle/>
        <a:p>
          <a:endParaRPr lang="en-US"/>
        </a:p>
      </dgm:t>
    </dgm:pt>
    <dgm:pt modelId="{D946850D-8D02-4E75-9F8F-2A4BEFE0AF82}" type="sibTrans" cxnId="{60BD2779-61C3-415F-B828-5C6B7E8BF4B4}">
      <dgm:prSet/>
      <dgm:spPr/>
      <dgm:t>
        <a:bodyPr/>
        <a:lstStyle/>
        <a:p>
          <a:endParaRPr lang="en-US"/>
        </a:p>
      </dgm:t>
    </dgm:pt>
    <dgm:pt modelId="{92F46A12-AA26-4661-8C02-DBEE3A3C4EC0}">
      <dgm:prSet/>
      <dgm:spPr/>
      <dgm:t>
        <a:bodyPr/>
        <a:lstStyle/>
        <a:p>
          <a:r>
            <a:rPr lang="en-US"/>
            <a:t>Data cleaning</a:t>
          </a:r>
        </a:p>
      </dgm:t>
    </dgm:pt>
    <dgm:pt modelId="{87D31C07-78C8-4832-9E34-550785AB2868}" type="parTrans" cxnId="{2BCCC232-C93B-4D9D-81AD-1C5AC10D338B}">
      <dgm:prSet/>
      <dgm:spPr/>
      <dgm:t>
        <a:bodyPr/>
        <a:lstStyle/>
        <a:p>
          <a:endParaRPr lang="en-US"/>
        </a:p>
      </dgm:t>
    </dgm:pt>
    <dgm:pt modelId="{95FF745D-2D41-4836-8466-1D262F0A8959}" type="sibTrans" cxnId="{2BCCC232-C93B-4D9D-81AD-1C5AC10D338B}">
      <dgm:prSet/>
      <dgm:spPr/>
      <dgm:t>
        <a:bodyPr/>
        <a:lstStyle/>
        <a:p>
          <a:endParaRPr lang="en-US"/>
        </a:p>
      </dgm:t>
    </dgm:pt>
    <dgm:pt modelId="{828BC14E-2A41-4D85-82C9-31964B5DB594}">
      <dgm:prSet/>
      <dgm:spPr/>
      <dgm:t>
        <a:bodyPr/>
        <a:lstStyle/>
        <a:p>
          <a:r>
            <a:rPr lang="en-US" dirty="0"/>
            <a:t>Modelling using multiple metrics</a:t>
          </a:r>
        </a:p>
      </dgm:t>
    </dgm:pt>
    <dgm:pt modelId="{24FB4C3B-C5CF-4F33-96C5-475E70F477B7}" type="parTrans" cxnId="{23208F43-0DDB-4163-BC5D-B7E24C0A212C}">
      <dgm:prSet/>
      <dgm:spPr/>
      <dgm:t>
        <a:bodyPr/>
        <a:lstStyle/>
        <a:p>
          <a:endParaRPr lang="en-US"/>
        </a:p>
      </dgm:t>
    </dgm:pt>
    <dgm:pt modelId="{2AC1E477-F481-424F-B339-4BBF134F2447}" type="sibTrans" cxnId="{23208F43-0DDB-4163-BC5D-B7E24C0A212C}">
      <dgm:prSet/>
      <dgm:spPr/>
      <dgm:t>
        <a:bodyPr/>
        <a:lstStyle/>
        <a:p>
          <a:endParaRPr lang="en-US"/>
        </a:p>
      </dgm:t>
    </dgm:pt>
    <dgm:pt modelId="{68142376-B682-4E57-B444-291A7755518F}">
      <dgm:prSet/>
      <dgm:spPr/>
      <dgm:t>
        <a:bodyPr/>
        <a:lstStyle/>
        <a:p>
          <a:r>
            <a:rPr lang="en-US"/>
            <a:t>Feature importance for Random forest</a:t>
          </a:r>
        </a:p>
      </dgm:t>
    </dgm:pt>
    <dgm:pt modelId="{3ED99762-3A99-45B6-8226-FF2015E6EF3A}" type="parTrans" cxnId="{6DF35676-A08C-4E13-9464-FA9F6D55AA92}">
      <dgm:prSet/>
      <dgm:spPr/>
      <dgm:t>
        <a:bodyPr/>
        <a:lstStyle/>
        <a:p>
          <a:endParaRPr lang="en-US"/>
        </a:p>
      </dgm:t>
    </dgm:pt>
    <dgm:pt modelId="{A6679DA1-018F-43AC-B86E-5FFA47DE3DA5}" type="sibTrans" cxnId="{6DF35676-A08C-4E13-9464-FA9F6D55AA92}">
      <dgm:prSet/>
      <dgm:spPr/>
      <dgm:t>
        <a:bodyPr/>
        <a:lstStyle/>
        <a:p>
          <a:endParaRPr lang="en-US"/>
        </a:p>
      </dgm:t>
    </dgm:pt>
    <dgm:pt modelId="{EE01B027-6D67-42E2-B3C3-DCD2B7F7B524}">
      <dgm:prSet/>
      <dgm:spPr/>
      <dgm:t>
        <a:bodyPr/>
        <a:lstStyle/>
        <a:p>
          <a:r>
            <a:rPr lang="en-US"/>
            <a:t>Coefficients for Logistic Regression</a:t>
          </a:r>
        </a:p>
      </dgm:t>
    </dgm:pt>
    <dgm:pt modelId="{032A8925-196B-4BCF-94B9-E9009284EF66}" type="parTrans" cxnId="{3390FE75-BB3D-462D-9538-5ADBA78D8D49}">
      <dgm:prSet/>
      <dgm:spPr/>
      <dgm:t>
        <a:bodyPr/>
        <a:lstStyle/>
        <a:p>
          <a:endParaRPr lang="en-US"/>
        </a:p>
      </dgm:t>
    </dgm:pt>
    <dgm:pt modelId="{639EA2AA-C9CC-4633-A156-44B8CE0954D6}" type="sibTrans" cxnId="{3390FE75-BB3D-462D-9538-5ADBA78D8D49}">
      <dgm:prSet/>
      <dgm:spPr/>
      <dgm:t>
        <a:bodyPr/>
        <a:lstStyle/>
        <a:p>
          <a:endParaRPr lang="en-US"/>
        </a:p>
      </dgm:t>
    </dgm:pt>
    <dgm:pt modelId="{AF5B3271-0D35-493F-90DC-518BC92FA9E6}">
      <dgm:prSet/>
      <dgm:spPr/>
      <dgm:t>
        <a:bodyPr/>
        <a:lstStyle/>
        <a:p>
          <a:r>
            <a:rPr lang="en-US"/>
            <a:t>Hyperparameter tuning</a:t>
          </a:r>
        </a:p>
      </dgm:t>
    </dgm:pt>
    <dgm:pt modelId="{6A9F4FED-92B4-46D8-AA6E-1791AEBCA14E}" type="parTrans" cxnId="{E63E4AE4-1448-484A-A21F-D9F38B2784CA}">
      <dgm:prSet/>
      <dgm:spPr/>
      <dgm:t>
        <a:bodyPr/>
        <a:lstStyle/>
        <a:p>
          <a:endParaRPr lang="en-US"/>
        </a:p>
      </dgm:t>
    </dgm:pt>
    <dgm:pt modelId="{D4DB4F5C-4326-4CD2-81C4-83F16D5A7603}" type="sibTrans" cxnId="{E63E4AE4-1448-484A-A21F-D9F38B2784CA}">
      <dgm:prSet/>
      <dgm:spPr/>
      <dgm:t>
        <a:bodyPr/>
        <a:lstStyle/>
        <a:p>
          <a:endParaRPr lang="en-US"/>
        </a:p>
      </dgm:t>
    </dgm:pt>
    <dgm:pt modelId="{CEF6BF81-EC8C-43AA-9E9C-41FD0F8559D7}" type="pres">
      <dgm:prSet presAssocID="{32FEA9D9-CBC5-4221-95CD-794B7E08E907}" presName="vert0" presStyleCnt="0">
        <dgm:presLayoutVars>
          <dgm:dir/>
          <dgm:animOne val="branch"/>
          <dgm:animLvl val="lvl"/>
        </dgm:presLayoutVars>
      </dgm:prSet>
      <dgm:spPr/>
    </dgm:pt>
    <dgm:pt modelId="{FCF55865-40CE-451C-8FA6-F56DC1F1D72F}" type="pres">
      <dgm:prSet presAssocID="{BA8D2D97-C874-412F-9403-10531B2A545C}" presName="thickLine" presStyleLbl="alignNode1" presStyleIdx="0" presStyleCnt="7"/>
      <dgm:spPr/>
    </dgm:pt>
    <dgm:pt modelId="{ECBDDAB8-F650-4BCD-9BA7-BB8ABA7B3BF8}" type="pres">
      <dgm:prSet presAssocID="{BA8D2D97-C874-412F-9403-10531B2A545C}" presName="horz1" presStyleCnt="0"/>
      <dgm:spPr/>
    </dgm:pt>
    <dgm:pt modelId="{042D0558-38B3-4750-9AD4-EC1311F7433E}" type="pres">
      <dgm:prSet presAssocID="{BA8D2D97-C874-412F-9403-10531B2A545C}" presName="tx1" presStyleLbl="revTx" presStyleIdx="0" presStyleCnt="7"/>
      <dgm:spPr/>
    </dgm:pt>
    <dgm:pt modelId="{8B2224DF-B6F3-4B61-9B41-30EB4F6DF828}" type="pres">
      <dgm:prSet presAssocID="{BA8D2D97-C874-412F-9403-10531B2A545C}" presName="vert1" presStyleCnt="0"/>
      <dgm:spPr/>
    </dgm:pt>
    <dgm:pt modelId="{879E2EDD-2324-4F38-ADDB-9884DDEC86BB}" type="pres">
      <dgm:prSet presAssocID="{A5C5D43F-9D5D-4D61-BD8E-2C73CD56C38C}" presName="thickLine" presStyleLbl="alignNode1" presStyleIdx="1" presStyleCnt="7"/>
      <dgm:spPr/>
    </dgm:pt>
    <dgm:pt modelId="{94DA113D-60B7-4A57-88A4-8232780DC1FA}" type="pres">
      <dgm:prSet presAssocID="{A5C5D43F-9D5D-4D61-BD8E-2C73CD56C38C}" presName="horz1" presStyleCnt="0"/>
      <dgm:spPr/>
    </dgm:pt>
    <dgm:pt modelId="{84A868C3-D9FF-4459-A0C4-E6A60EAFFE25}" type="pres">
      <dgm:prSet presAssocID="{A5C5D43F-9D5D-4D61-BD8E-2C73CD56C38C}" presName="tx1" presStyleLbl="revTx" presStyleIdx="1" presStyleCnt="7"/>
      <dgm:spPr/>
    </dgm:pt>
    <dgm:pt modelId="{DEAA2A6A-8688-45E4-856A-99B67003CF37}" type="pres">
      <dgm:prSet presAssocID="{A5C5D43F-9D5D-4D61-BD8E-2C73CD56C38C}" presName="vert1" presStyleCnt="0"/>
      <dgm:spPr/>
    </dgm:pt>
    <dgm:pt modelId="{4447B584-FB27-497B-9DFB-C30325E0BD35}" type="pres">
      <dgm:prSet presAssocID="{92F46A12-AA26-4661-8C02-DBEE3A3C4EC0}" presName="thickLine" presStyleLbl="alignNode1" presStyleIdx="2" presStyleCnt="7"/>
      <dgm:spPr/>
    </dgm:pt>
    <dgm:pt modelId="{5C4AF0D6-7DBE-48F1-BB04-5BE0974D698F}" type="pres">
      <dgm:prSet presAssocID="{92F46A12-AA26-4661-8C02-DBEE3A3C4EC0}" presName="horz1" presStyleCnt="0"/>
      <dgm:spPr/>
    </dgm:pt>
    <dgm:pt modelId="{5B313F9B-8DEE-4D1D-8034-F131C9CD602E}" type="pres">
      <dgm:prSet presAssocID="{92F46A12-AA26-4661-8C02-DBEE3A3C4EC0}" presName="tx1" presStyleLbl="revTx" presStyleIdx="2" presStyleCnt="7"/>
      <dgm:spPr/>
    </dgm:pt>
    <dgm:pt modelId="{386DF4A9-0754-4258-9EAD-5A196ABBA628}" type="pres">
      <dgm:prSet presAssocID="{92F46A12-AA26-4661-8C02-DBEE3A3C4EC0}" presName="vert1" presStyleCnt="0"/>
      <dgm:spPr/>
    </dgm:pt>
    <dgm:pt modelId="{7A6A3A77-16F2-486B-9070-8EFC4CAE7A86}" type="pres">
      <dgm:prSet presAssocID="{828BC14E-2A41-4D85-82C9-31964B5DB594}" presName="thickLine" presStyleLbl="alignNode1" presStyleIdx="3" presStyleCnt="7"/>
      <dgm:spPr/>
    </dgm:pt>
    <dgm:pt modelId="{D8013617-F2B8-46BA-A266-5C7F114A9356}" type="pres">
      <dgm:prSet presAssocID="{828BC14E-2A41-4D85-82C9-31964B5DB594}" presName="horz1" presStyleCnt="0"/>
      <dgm:spPr/>
    </dgm:pt>
    <dgm:pt modelId="{60CF1875-D767-49B0-804B-2B5656B51472}" type="pres">
      <dgm:prSet presAssocID="{828BC14E-2A41-4D85-82C9-31964B5DB594}" presName="tx1" presStyleLbl="revTx" presStyleIdx="3" presStyleCnt="7"/>
      <dgm:spPr/>
    </dgm:pt>
    <dgm:pt modelId="{911B6F23-6B25-45BD-BC09-311EA49C491C}" type="pres">
      <dgm:prSet presAssocID="{828BC14E-2A41-4D85-82C9-31964B5DB594}" presName="vert1" presStyleCnt="0"/>
      <dgm:spPr/>
    </dgm:pt>
    <dgm:pt modelId="{6613A85A-36CE-435E-A761-E1B03165D29F}" type="pres">
      <dgm:prSet presAssocID="{68142376-B682-4E57-B444-291A7755518F}" presName="thickLine" presStyleLbl="alignNode1" presStyleIdx="4" presStyleCnt="7"/>
      <dgm:spPr/>
    </dgm:pt>
    <dgm:pt modelId="{370ABBE9-0B95-4BE3-9A61-DD62172925F6}" type="pres">
      <dgm:prSet presAssocID="{68142376-B682-4E57-B444-291A7755518F}" presName="horz1" presStyleCnt="0"/>
      <dgm:spPr/>
    </dgm:pt>
    <dgm:pt modelId="{3B6F2186-3CB0-467C-9318-4F8025751762}" type="pres">
      <dgm:prSet presAssocID="{68142376-B682-4E57-B444-291A7755518F}" presName="tx1" presStyleLbl="revTx" presStyleIdx="4" presStyleCnt="7"/>
      <dgm:spPr/>
    </dgm:pt>
    <dgm:pt modelId="{59F1E228-7523-4583-907C-D8E9F1C43C1B}" type="pres">
      <dgm:prSet presAssocID="{68142376-B682-4E57-B444-291A7755518F}" presName="vert1" presStyleCnt="0"/>
      <dgm:spPr/>
    </dgm:pt>
    <dgm:pt modelId="{975E3A1B-A201-4B4B-9F8E-90FF1C8CD34B}" type="pres">
      <dgm:prSet presAssocID="{EE01B027-6D67-42E2-B3C3-DCD2B7F7B524}" presName="thickLine" presStyleLbl="alignNode1" presStyleIdx="5" presStyleCnt="7"/>
      <dgm:spPr/>
    </dgm:pt>
    <dgm:pt modelId="{C72C8C2D-E6AE-450C-A555-EE0F527C92EF}" type="pres">
      <dgm:prSet presAssocID="{EE01B027-6D67-42E2-B3C3-DCD2B7F7B524}" presName="horz1" presStyleCnt="0"/>
      <dgm:spPr/>
    </dgm:pt>
    <dgm:pt modelId="{DBC3892F-FCD4-4F93-A9EC-55C453375F9B}" type="pres">
      <dgm:prSet presAssocID="{EE01B027-6D67-42E2-B3C3-DCD2B7F7B524}" presName="tx1" presStyleLbl="revTx" presStyleIdx="5" presStyleCnt="7"/>
      <dgm:spPr/>
    </dgm:pt>
    <dgm:pt modelId="{B5960CE3-A932-4C81-A296-70E076FE5EBC}" type="pres">
      <dgm:prSet presAssocID="{EE01B027-6D67-42E2-B3C3-DCD2B7F7B524}" presName="vert1" presStyleCnt="0"/>
      <dgm:spPr/>
    </dgm:pt>
    <dgm:pt modelId="{82B4D6B1-9391-4E08-AF1C-5B4851EE8713}" type="pres">
      <dgm:prSet presAssocID="{AF5B3271-0D35-493F-90DC-518BC92FA9E6}" presName="thickLine" presStyleLbl="alignNode1" presStyleIdx="6" presStyleCnt="7"/>
      <dgm:spPr/>
    </dgm:pt>
    <dgm:pt modelId="{44C2AA2B-4BA9-4CA9-A24C-390C2E7474F0}" type="pres">
      <dgm:prSet presAssocID="{AF5B3271-0D35-493F-90DC-518BC92FA9E6}" presName="horz1" presStyleCnt="0"/>
      <dgm:spPr/>
    </dgm:pt>
    <dgm:pt modelId="{566CCD46-E5B0-4545-920A-1341CF20E85A}" type="pres">
      <dgm:prSet presAssocID="{AF5B3271-0D35-493F-90DC-518BC92FA9E6}" presName="tx1" presStyleLbl="revTx" presStyleIdx="6" presStyleCnt="7"/>
      <dgm:spPr/>
    </dgm:pt>
    <dgm:pt modelId="{0B55C357-89D4-4B77-9633-A8E7EEB45CE3}" type="pres">
      <dgm:prSet presAssocID="{AF5B3271-0D35-493F-90DC-518BC92FA9E6}" presName="vert1" presStyleCnt="0"/>
      <dgm:spPr/>
    </dgm:pt>
  </dgm:ptLst>
  <dgm:cxnLst>
    <dgm:cxn modelId="{AE820E19-AA79-42D4-9D81-E0E0EC6DBBDB}" type="presOf" srcId="{92F46A12-AA26-4661-8C02-DBEE3A3C4EC0}" destId="{5B313F9B-8DEE-4D1D-8034-F131C9CD602E}" srcOrd="0" destOrd="0" presId="urn:microsoft.com/office/officeart/2008/layout/LinedList"/>
    <dgm:cxn modelId="{66C48928-5106-48B7-8E53-29E7F02A1065}" type="presOf" srcId="{828BC14E-2A41-4D85-82C9-31964B5DB594}" destId="{60CF1875-D767-49B0-804B-2B5656B51472}" srcOrd="0" destOrd="0" presId="urn:microsoft.com/office/officeart/2008/layout/LinedList"/>
    <dgm:cxn modelId="{2BCCC232-C93B-4D9D-81AD-1C5AC10D338B}" srcId="{32FEA9D9-CBC5-4221-95CD-794B7E08E907}" destId="{92F46A12-AA26-4661-8C02-DBEE3A3C4EC0}" srcOrd="2" destOrd="0" parTransId="{87D31C07-78C8-4832-9E34-550785AB2868}" sibTransId="{95FF745D-2D41-4836-8466-1D262F0A8959}"/>
    <dgm:cxn modelId="{75C54A3E-3566-4AC5-87F8-805F45E17DA1}" type="presOf" srcId="{EE01B027-6D67-42E2-B3C3-DCD2B7F7B524}" destId="{DBC3892F-FCD4-4F93-A9EC-55C453375F9B}" srcOrd="0" destOrd="0" presId="urn:microsoft.com/office/officeart/2008/layout/LinedList"/>
    <dgm:cxn modelId="{23208F43-0DDB-4163-BC5D-B7E24C0A212C}" srcId="{32FEA9D9-CBC5-4221-95CD-794B7E08E907}" destId="{828BC14E-2A41-4D85-82C9-31964B5DB594}" srcOrd="3" destOrd="0" parTransId="{24FB4C3B-C5CF-4F33-96C5-475E70F477B7}" sibTransId="{2AC1E477-F481-424F-B339-4BBF134F2447}"/>
    <dgm:cxn modelId="{3390FE75-BB3D-462D-9538-5ADBA78D8D49}" srcId="{32FEA9D9-CBC5-4221-95CD-794B7E08E907}" destId="{EE01B027-6D67-42E2-B3C3-DCD2B7F7B524}" srcOrd="5" destOrd="0" parTransId="{032A8925-196B-4BCF-94B9-E9009284EF66}" sibTransId="{639EA2AA-C9CC-4633-A156-44B8CE0954D6}"/>
    <dgm:cxn modelId="{6DF35676-A08C-4E13-9464-FA9F6D55AA92}" srcId="{32FEA9D9-CBC5-4221-95CD-794B7E08E907}" destId="{68142376-B682-4E57-B444-291A7755518F}" srcOrd="4" destOrd="0" parTransId="{3ED99762-3A99-45B6-8226-FF2015E6EF3A}" sibTransId="{A6679DA1-018F-43AC-B86E-5FFA47DE3DA5}"/>
    <dgm:cxn modelId="{60BD2779-61C3-415F-B828-5C6B7E8BF4B4}" srcId="{32FEA9D9-CBC5-4221-95CD-794B7E08E907}" destId="{A5C5D43F-9D5D-4D61-BD8E-2C73CD56C38C}" srcOrd="1" destOrd="0" parTransId="{45A5A2B2-5E22-4EEF-8E03-88FC577CEA9C}" sibTransId="{D946850D-8D02-4E75-9F8F-2A4BEFE0AF82}"/>
    <dgm:cxn modelId="{B96B3790-8DEB-457F-AB9D-05027E18A965}" srcId="{32FEA9D9-CBC5-4221-95CD-794B7E08E907}" destId="{BA8D2D97-C874-412F-9403-10531B2A545C}" srcOrd="0" destOrd="0" parTransId="{2B331B57-A80B-4DB4-9BB3-D72EA205B6D8}" sibTransId="{8179894F-B146-438C-8A55-BD1DE5DD8D9E}"/>
    <dgm:cxn modelId="{4A3087A7-8A5A-45FE-9959-9965BBCD8B5A}" type="presOf" srcId="{68142376-B682-4E57-B444-291A7755518F}" destId="{3B6F2186-3CB0-467C-9318-4F8025751762}" srcOrd="0" destOrd="0" presId="urn:microsoft.com/office/officeart/2008/layout/LinedList"/>
    <dgm:cxn modelId="{ED6684C1-D31B-45D8-B950-673C3C48D1B4}" type="presOf" srcId="{BA8D2D97-C874-412F-9403-10531B2A545C}" destId="{042D0558-38B3-4750-9AD4-EC1311F7433E}" srcOrd="0" destOrd="0" presId="urn:microsoft.com/office/officeart/2008/layout/LinedList"/>
    <dgm:cxn modelId="{3E4E38C4-B8A5-4010-8711-59723E8FBADC}" type="presOf" srcId="{AF5B3271-0D35-493F-90DC-518BC92FA9E6}" destId="{566CCD46-E5B0-4545-920A-1341CF20E85A}" srcOrd="0" destOrd="0" presId="urn:microsoft.com/office/officeart/2008/layout/LinedList"/>
    <dgm:cxn modelId="{E63E4AE4-1448-484A-A21F-D9F38B2784CA}" srcId="{32FEA9D9-CBC5-4221-95CD-794B7E08E907}" destId="{AF5B3271-0D35-493F-90DC-518BC92FA9E6}" srcOrd="6" destOrd="0" parTransId="{6A9F4FED-92B4-46D8-AA6E-1791AEBCA14E}" sibTransId="{D4DB4F5C-4326-4CD2-81C4-83F16D5A7603}"/>
    <dgm:cxn modelId="{FCD501F3-8C3F-43EC-9CAC-59644B4703E7}" type="presOf" srcId="{A5C5D43F-9D5D-4D61-BD8E-2C73CD56C38C}" destId="{84A868C3-D9FF-4459-A0C4-E6A60EAFFE25}" srcOrd="0" destOrd="0" presId="urn:microsoft.com/office/officeart/2008/layout/LinedList"/>
    <dgm:cxn modelId="{975F31F4-9C9A-463C-B8FE-849514EE36B9}" type="presOf" srcId="{32FEA9D9-CBC5-4221-95CD-794B7E08E907}" destId="{CEF6BF81-EC8C-43AA-9E9C-41FD0F8559D7}" srcOrd="0" destOrd="0" presId="urn:microsoft.com/office/officeart/2008/layout/LinedList"/>
    <dgm:cxn modelId="{F8C57BD2-063A-4BD0-B37A-93E1C380852C}" type="presParOf" srcId="{CEF6BF81-EC8C-43AA-9E9C-41FD0F8559D7}" destId="{FCF55865-40CE-451C-8FA6-F56DC1F1D72F}" srcOrd="0" destOrd="0" presId="urn:microsoft.com/office/officeart/2008/layout/LinedList"/>
    <dgm:cxn modelId="{E1898F17-C0C0-489B-8307-C108B7888C3D}" type="presParOf" srcId="{CEF6BF81-EC8C-43AA-9E9C-41FD0F8559D7}" destId="{ECBDDAB8-F650-4BCD-9BA7-BB8ABA7B3BF8}" srcOrd="1" destOrd="0" presId="urn:microsoft.com/office/officeart/2008/layout/LinedList"/>
    <dgm:cxn modelId="{AD57D568-5D9D-4A20-BEB8-3C042B591600}" type="presParOf" srcId="{ECBDDAB8-F650-4BCD-9BA7-BB8ABA7B3BF8}" destId="{042D0558-38B3-4750-9AD4-EC1311F7433E}" srcOrd="0" destOrd="0" presId="urn:microsoft.com/office/officeart/2008/layout/LinedList"/>
    <dgm:cxn modelId="{4E03E27D-6084-4C72-9E07-2E7C51A94C79}" type="presParOf" srcId="{ECBDDAB8-F650-4BCD-9BA7-BB8ABA7B3BF8}" destId="{8B2224DF-B6F3-4B61-9B41-30EB4F6DF828}" srcOrd="1" destOrd="0" presId="urn:microsoft.com/office/officeart/2008/layout/LinedList"/>
    <dgm:cxn modelId="{EFFDC33F-58FF-4831-9FD8-C734917C0BC8}" type="presParOf" srcId="{CEF6BF81-EC8C-43AA-9E9C-41FD0F8559D7}" destId="{879E2EDD-2324-4F38-ADDB-9884DDEC86BB}" srcOrd="2" destOrd="0" presId="urn:microsoft.com/office/officeart/2008/layout/LinedList"/>
    <dgm:cxn modelId="{C0C640B7-D7F6-41BE-AE36-CD45A11A9166}" type="presParOf" srcId="{CEF6BF81-EC8C-43AA-9E9C-41FD0F8559D7}" destId="{94DA113D-60B7-4A57-88A4-8232780DC1FA}" srcOrd="3" destOrd="0" presId="urn:microsoft.com/office/officeart/2008/layout/LinedList"/>
    <dgm:cxn modelId="{33F12912-F086-495B-A02B-360CCC05AB84}" type="presParOf" srcId="{94DA113D-60B7-4A57-88A4-8232780DC1FA}" destId="{84A868C3-D9FF-4459-A0C4-E6A60EAFFE25}" srcOrd="0" destOrd="0" presId="urn:microsoft.com/office/officeart/2008/layout/LinedList"/>
    <dgm:cxn modelId="{E95118AE-93DF-4BE4-A9B4-22FEF39988F8}" type="presParOf" srcId="{94DA113D-60B7-4A57-88A4-8232780DC1FA}" destId="{DEAA2A6A-8688-45E4-856A-99B67003CF37}" srcOrd="1" destOrd="0" presId="urn:microsoft.com/office/officeart/2008/layout/LinedList"/>
    <dgm:cxn modelId="{A455D0CE-5B7A-4CAE-9880-1FB1F84C0118}" type="presParOf" srcId="{CEF6BF81-EC8C-43AA-9E9C-41FD0F8559D7}" destId="{4447B584-FB27-497B-9DFB-C30325E0BD35}" srcOrd="4" destOrd="0" presId="urn:microsoft.com/office/officeart/2008/layout/LinedList"/>
    <dgm:cxn modelId="{258CB617-FBC8-415B-BCB0-815EEAD08600}" type="presParOf" srcId="{CEF6BF81-EC8C-43AA-9E9C-41FD0F8559D7}" destId="{5C4AF0D6-7DBE-48F1-BB04-5BE0974D698F}" srcOrd="5" destOrd="0" presId="urn:microsoft.com/office/officeart/2008/layout/LinedList"/>
    <dgm:cxn modelId="{6D52AE03-C35F-405E-9D11-12FE1ADBB15B}" type="presParOf" srcId="{5C4AF0D6-7DBE-48F1-BB04-5BE0974D698F}" destId="{5B313F9B-8DEE-4D1D-8034-F131C9CD602E}" srcOrd="0" destOrd="0" presId="urn:microsoft.com/office/officeart/2008/layout/LinedList"/>
    <dgm:cxn modelId="{DE948D76-8273-431E-A81C-5E2C5ED88186}" type="presParOf" srcId="{5C4AF0D6-7DBE-48F1-BB04-5BE0974D698F}" destId="{386DF4A9-0754-4258-9EAD-5A196ABBA628}" srcOrd="1" destOrd="0" presId="urn:microsoft.com/office/officeart/2008/layout/LinedList"/>
    <dgm:cxn modelId="{20CA03E6-0B7B-48A1-B0E5-C4B88EE051B2}" type="presParOf" srcId="{CEF6BF81-EC8C-43AA-9E9C-41FD0F8559D7}" destId="{7A6A3A77-16F2-486B-9070-8EFC4CAE7A86}" srcOrd="6" destOrd="0" presId="urn:microsoft.com/office/officeart/2008/layout/LinedList"/>
    <dgm:cxn modelId="{A2E77C3F-EF33-4154-A197-483CCE267349}" type="presParOf" srcId="{CEF6BF81-EC8C-43AA-9E9C-41FD0F8559D7}" destId="{D8013617-F2B8-46BA-A266-5C7F114A9356}" srcOrd="7" destOrd="0" presId="urn:microsoft.com/office/officeart/2008/layout/LinedList"/>
    <dgm:cxn modelId="{5E073BB1-0B18-4372-88EC-BA141EA73C55}" type="presParOf" srcId="{D8013617-F2B8-46BA-A266-5C7F114A9356}" destId="{60CF1875-D767-49B0-804B-2B5656B51472}" srcOrd="0" destOrd="0" presId="urn:microsoft.com/office/officeart/2008/layout/LinedList"/>
    <dgm:cxn modelId="{CD8342FF-F07E-47FC-ABDB-EB6E06EA4145}" type="presParOf" srcId="{D8013617-F2B8-46BA-A266-5C7F114A9356}" destId="{911B6F23-6B25-45BD-BC09-311EA49C491C}" srcOrd="1" destOrd="0" presId="urn:microsoft.com/office/officeart/2008/layout/LinedList"/>
    <dgm:cxn modelId="{D3134546-F629-406D-B840-EE9291312077}" type="presParOf" srcId="{CEF6BF81-EC8C-43AA-9E9C-41FD0F8559D7}" destId="{6613A85A-36CE-435E-A761-E1B03165D29F}" srcOrd="8" destOrd="0" presId="urn:microsoft.com/office/officeart/2008/layout/LinedList"/>
    <dgm:cxn modelId="{0D48F0AD-3B91-42BA-ABBE-A510F1D7A7FE}" type="presParOf" srcId="{CEF6BF81-EC8C-43AA-9E9C-41FD0F8559D7}" destId="{370ABBE9-0B95-4BE3-9A61-DD62172925F6}" srcOrd="9" destOrd="0" presId="urn:microsoft.com/office/officeart/2008/layout/LinedList"/>
    <dgm:cxn modelId="{AAE7B4CB-9A5C-4F9D-AA05-9590F9554557}" type="presParOf" srcId="{370ABBE9-0B95-4BE3-9A61-DD62172925F6}" destId="{3B6F2186-3CB0-467C-9318-4F8025751762}" srcOrd="0" destOrd="0" presId="urn:microsoft.com/office/officeart/2008/layout/LinedList"/>
    <dgm:cxn modelId="{ADB1155B-C481-4F35-B37C-51F3F0C46409}" type="presParOf" srcId="{370ABBE9-0B95-4BE3-9A61-DD62172925F6}" destId="{59F1E228-7523-4583-907C-D8E9F1C43C1B}" srcOrd="1" destOrd="0" presId="urn:microsoft.com/office/officeart/2008/layout/LinedList"/>
    <dgm:cxn modelId="{FC1BD387-74BE-45F8-911E-E8FB7819312F}" type="presParOf" srcId="{CEF6BF81-EC8C-43AA-9E9C-41FD0F8559D7}" destId="{975E3A1B-A201-4B4B-9F8E-90FF1C8CD34B}" srcOrd="10" destOrd="0" presId="urn:microsoft.com/office/officeart/2008/layout/LinedList"/>
    <dgm:cxn modelId="{E2BB38C9-7132-45DA-BA0B-68C6BCF61D21}" type="presParOf" srcId="{CEF6BF81-EC8C-43AA-9E9C-41FD0F8559D7}" destId="{C72C8C2D-E6AE-450C-A555-EE0F527C92EF}" srcOrd="11" destOrd="0" presId="urn:microsoft.com/office/officeart/2008/layout/LinedList"/>
    <dgm:cxn modelId="{C86BCFB7-BE3A-47D1-B0B2-C72F4F8D0506}" type="presParOf" srcId="{C72C8C2D-E6AE-450C-A555-EE0F527C92EF}" destId="{DBC3892F-FCD4-4F93-A9EC-55C453375F9B}" srcOrd="0" destOrd="0" presId="urn:microsoft.com/office/officeart/2008/layout/LinedList"/>
    <dgm:cxn modelId="{606AE4A0-7492-4279-A378-5EBF623BE0EE}" type="presParOf" srcId="{C72C8C2D-E6AE-450C-A555-EE0F527C92EF}" destId="{B5960CE3-A932-4C81-A296-70E076FE5EBC}" srcOrd="1" destOrd="0" presId="urn:microsoft.com/office/officeart/2008/layout/LinedList"/>
    <dgm:cxn modelId="{73A637C3-C40D-467E-936D-6EBA3A1A43F6}" type="presParOf" srcId="{CEF6BF81-EC8C-43AA-9E9C-41FD0F8559D7}" destId="{82B4D6B1-9391-4E08-AF1C-5B4851EE8713}" srcOrd="12" destOrd="0" presId="urn:microsoft.com/office/officeart/2008/layout/LinedList"/>
    <dgm:cxn modelId="{9C30BF00-81C8-47C5-ACB4-96D672673772}" type="presParOf" srcId="{CEF6BF81-EC8C-43AA-9E9C-41FD0F8559D7}" destId="{44C2AA2B-4BA9-4CA9-A24C-390C2E7474F0}" srcOrd="13" destOrd="0" presId="urn:microsoft.com/office/officeart/2008/layout/LinedList"/>
    <dgm:cxn modelId="{5DE7177B-8822-45C1-8AE9-9C7B074B509A}" type="presParOf" srcId="{44C2AA2B-4BA9-4CA9-A24C-390C2E7474F0}" destId="{566CCD46-E5B0-4545-920A-1341CF20E85A}" srcOrd="0" destOrd="0" presId="urn:microsoft.com/office/officeart/2008/layout/LinedList"/>
    <dgm:cxn modelId="{ABE38AB3-828C-45E1-8161-F6AFAF167764}" type="presParOf" srcId="{44C2AA2B-4BA9-4CA9-A24C-390C2E7474F0}" destId="{0B55C357-89D4-4B77-9633-A8E7EEB45CE3}"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CE426DBE-9ACE-4B14-ABFD-44F6133BFBEF}" type="doc">
      <dgm:prSet loTypeId="urn:microsoft.com/office/officeart/2005/8/layout/hList1" loCatId="list" qsTypeId="urn:microsoft.com/office/officeart/2005/8/quickstyle/simple1" qsCatId="simple" csTypeId="urn:microsoft.com/office/officeart/2005/8/colors/colorful1" csCatId="colorful" phldr="1"/>
      <dgm:spPr/>
      <dgm:t>
        <a:bodyPr/>
        <a:lstStyle/>
        <a:p>
          <a:endParaRPr lang="en-US"/>
        </a:p>
      </dgm:t>
    </dgm:pt>
    <dgm:pt modelId="{CB663FB3-3D34-4DEC-9FE8-B80606D80A8B}">
      <dgm:prSet>
        <dgm:style>
          <a:lnRef idx="0">
            <a:schemeClr val="accent2"/>
          </a:lnRef>
          <a:fillRef idx="3">
            <a:schemeClr val="accent2"/>
          </a:fillRef>
          <a:effectRef idx="3">
            <a:schemeClr val="accent2"/>
          </a:effectRef>
          <a:fontRef idx="minor">
            <a:schemeClr val="lt1"/>
          </a:fontRef>
        </dgm:style>
      </dgm:prSet>
      <dgm:spPr>
        <a:effectLst>
          <a:softEdge rad="31750"/>
        </a:effectLst>
      </dgm:spPr>
      <dgm:t>
        <a:bodyPr/>
        <a:lstStyle/>
        <a:p>
          <a:r>
            <a:rPr lang="en-US" dirty="0"/>
            <a:t>Train data</a:t>
          </a:r>
        </a:p>
      </dgm:t>
    </dgm:pt>
    <dgm:pt modelId="{66F36D73-4046-480C-8C0A-56639BCA2FAA}" type="parTrans" cxnId="{AB36F998-7275-4479-9890-6286B58527C5}">
      <dgm:prSet/>
      <dgm:spPr/>
      <dgm:t>
        <a:bodyPr/>
        <a:lstStyle/>
        <a:p>
          <a:endParaRPr lang="en-US"/>
        </a:p>
      </dgm:t>
    </dgm:pt>
    <dgm:pt modelId="{35ECC5D1-E9E6-4110-988D-80206CFB75B6}" type="sibTrans" cxnId="{AB36F998-7275-4479-9890-6286B58527C5}">
      <dgm:prSet/>
      <dgm:spPr/>
      <dgm:t>
        <a:bodyPr/>
        <a:lstStyle/>
        <a:p>
          <a:endParaRPr lang="en-US"/>
        </a:p>
      </dgm:t>
    </dgm:pt>
    <dgm:pt modelId="{6B8A58F0-67FE-40BF-A57D-32481A11E923}">
      <dgm:prSet>
        <dgm:style>
          <a:lnRef idx="0">
            <a:schemeClr val="accent2"/>
          </a:lnRef>
          <a:fillRef idx="3">
            <a:schemeClr val="accent2"/>
          </a:fillRef>
          <a:effectRef idx="3">
            <a:schemeClr val="accent2"/>
          </a:effectRef>
          <a:fontRef idx="minor">
            <a:schemeClr val="lt1"/>
          </a:fontRef>
        </dgm:style>
      </dgm:prSet>
      <dgm:spPr>
        <a:effectLst>
          <a:softEdge rad="31750"/>
        </a:effectLst>
      </dgm:spPr>
      <dgm:t>
        <a:bodyPr/>
        <a:lstStyle/>
        <a:p>
          <a:r>
            <a:rPr lang="en-US" dirty="0"/>
            <a:t>Train data</a:t>
          </a:r>
        </a:p>
      </dgm:t>
    </dgm:pt>
    <dgm:pt modelId="{F6680E7D-940E-4999-81BF-63B26CA24964}" type="parTrans" cxnId="{75FAB16B-1E16-43B2-B19A-295890581600}">
      <dgm:prSet/>
      <dgm:spPr/>
      <dgm:t>
        <a:bodyPr/>
        <a:lstStyle/>
        <a:p>
          <a:endParaRPr lang="en-US"/>
        </a:p>
      </dgm:t>
    </dgm:pt>
    <dgm:pt modelId="{FE6AD84F-124A-4871-90AC-ECB8BD49A093}" type="sibTrans" cxnId="{75FAB16B-1E16-43B2-B19A-295890581600}">
      <dgm:prSet/>
      <dgm:spPr/>
      <dgm:t>
        <a:bodyPr/>
        <a:lstStyle/>
        <a:p>
          <a:endParaRPr lang="en-US"/>
        </a:p>
      </dgm:t>
    </dgm:pt>
    <dgm:pt modelId="{315680D1-D8CE-4DDF-8C7F-D20110AF136D}">
      <dgm:prSet/>
      <dgm:spPr>
        <a:solidFill>
          <a:schemeClr val="accent2">
            <a:lumMod val="20000"/>
            <a:lumOff val="80000"/>
            <a:alpha val="90000"/>
          </a:schemeClr>
        </a:solidFill>
        <a:effectLst>
          <a:innerShdw blurRad="63500" dist="50800" dir="13500000">
            <a:prstClr val="black">
              <a:alpha val="50000"/>
            </a:prstClr>
          </a:innerShdw>
        </a:effectLst>
      </dgm:spPr>
      <dgm:t>
        <a:bodyPr/>
        <a:lstStyle/>
        <a:p>
          <a:r>
            <a:rPr lang="en-US" dirty="0"/>
            <a:t>Mean word count is </a:t>
          </a:r>
          <a:r>
            <a:rPr lang="en-US" dirty="0">
              <a:highlight>
                <a:srgbClr val="FFFF00"/>
              </a:highlight>
            </a:rPr>
            <a:t>16.7</a:t>
          </a:r>
        </a:p>
      </dgm:t>
    </dgm:pt>
    <dgm:pt modelId="{9D1A837C-AE04-4C20-A11F-F784B983791F}" type="parTrans" cxnId="{43720291-A1FE-49F1-950A-976FAB5F8478}">
      <dgm:prSet/>
      <dgm:spPr/>
      <dgm:t>
        <a:bodyPr/>
        <a:lstStyle/>
        <a:p>
          <a:endParaRPr lang="en-US"/>
        </a:p>
      </dgm:t>
    </dgm:pt>
    <dgm:pt modelId="{1AE14F92-5871-43B3-A476-A964A55A5EBF}" type="sibTrans" cxnId="{43720291-A1FE-49F1-950A-976FAB5F8478}">
      <dgm:prSet/>
      <dgm:spPr/>
      <dgm:t>
        <a:bodyPr/>
        <a:lstStyle/>
        <a:p>
          <a:endParaRPr lang="en-US"/>
        </a:p>
      </dgm:t>
    </dgm:pt>
    <dgm:pt modelId="{136BC23A-586F-4F1C-9EA7-BD71ACB58B90}">
      <dgm:prSet/>
      <dgm:spPr>
        <a:solidFill>
          <a:schemeClr val="accent2">
            <a:lumMod val="20000"/>
            <a:lumOff val="80000"/>
            <a:alpha val="90000"/>
          </a:schemeClr>
        </a:solidFill>
        <a:effectLst>
          <a:innerShdw blurRad="63500" dist="50800" dir="13500000">
            <a:prstClr val="black">
              <a:alpha val="50000"/>
            </a:prstClr>
          </a:innerShdw>
        </a:effectLst>
      </dgm:spPr>
      <dgm:t>
        <a:bodyPr/>
        <a:lstStyle/>
        <a:p>
          <a:r>
            <a:rPr lang="en-US" dirty="0"/>
            <a:t>Mean character count is </a:t>
          </a:r>
          <a:r>
            <a:rPr lang="en-US" dirty="0">
              <a:highlight>
                <a:srgbClr val="FFFF00"/>
              </a:highlight>
            </a:rPr>
            <a:t>80.6</a:t>
          </a:r>
        </a:p>
      </dgm:t>
    </dgm:pt>
    <dgm:pt modelId="{73B96BA8-E92B-4FA6-B3ED-68C2E83BB383}" type="parTrans" cxnId="{9E5AB322-0A88-4A50-9782-6B3C0EB8B0DE}">
      <dgm:prSet/>
      <dgm:spPr/>
      <dgm:t>
        <a:bodyPr/>
        <a:lstStyle/>
        <a:p>
          <a:endParaRPr lang="en-US"/>
        </a:p>
      </dgm:t>
    </dgm:pt>
    <dgm:pt modelId="{9A863DCF-3F91-466D-AAD1-D8726D78D7E6}" type="sibTrans" cxnId="{9E5AB322-0A88-4A50-9782-6B3C0EB8B0DE}">
      <dgm:prSet/>
      <dgm:spPr/>
      <dgm:t>
        <a:bodyPr/>
        <a:lstStyle/>
        <a:p>
          <a:endParaRPr lang="en-US"/>
        </a:p>
      </dgm:t>
    </dgm:pt>
    <dgm:pt modelId="{7A791D53-7855-4E90-AD1C-42B51D0B6B96}">
      <dgm:prSet/>
      <dgm:spPr>
        <a:solidFill>
          <a:schemeClr val="accent2">
            <a:lumMod val="20000"/>
            <a:lumOff val="80000"/>
            <a:alpha val="90000"/>
          </a:schemeClr>
        </a:solidFill>
        <a:effectLst>
          <a:innerShdw blurRad="63500" dist="50800" dir="13500000">
            <a:prstClr val="black">
              <a:alpha val="50000"/>
            </a:prstClr>
          </a:innerShdw>
        </a:effectLst>
      </dgm:spPr>
      <dgm:t>
        <a:bodyPr/>
        <a:lstStyle/>
        <a:p>
          <a:r>
            <a:rPr lang="en-US" dirty="0"/>
            <a:t>Mean avg word length is 4.92</a:t>
          </a:r>
        </a:p>
      </dgm:t>
    </dgm:pt>
    <dgm:pt modelId="{B7D7F343-D14F-40C4-8E85-AD37BDBE47D3}" type="parTrans" cxnId="{BA7AF14C-4A67-4373-93AC-5099DFEF8923}">
      <dgm:prSet/>
      <dgm:spPr/>
      <dgm:t>
        <a:bodyPr/>
        <a:lstStyle/>
        <a:p>
          <a:endParaRPr lang="en-US"/>
        </a:p>
      </dgm:t>
    </dgm:pt>
    <dgm:pt modelId="{59BCE79B-3D33-42CF-B3C5-07485308A29D}" type="sibTrans" cxnId="{BA7AF14C-4A67-4373-93AC-5099DFEF8923}">
      <dgm:prSet/>
      <dgm:spPr/>
      <dgm:t>
        <a:bodyPr/>
        <a:lstStyle/>
        <a:p>
          <a:endParaRPr lang="en-US"/>
        </a:p>
      </dgm:t>
    </dgm:pt>
    <dgm:pt modelId="{E245EBD3-A4B3-43A6-A351-B19754C84190}">
      <dgm:prSet/>
      <dgm:spPr>
        <a:solidFill>
          <a:schemeClr val="accent2">
            <a:lumMod val="20000"/>
            <a:lumOff val="80000"/>
            <a:alpha val="90000"/>
          </a:schemeClr>
        </a:solidFill>
        <a:effectLst>
          <a:innerShdw blurRad="63500" dist="50800" dir="13500000">
            <a:prstClr val="black">
              <a:alpha val="50000"/>
            </a:prstClr>
          </a:innerShdw>
        </a:effectLst>
      </dgm:spPr>
      <dgm:t>
        <a:bodyPr/>
        <a:lstStyle/>
        <a:p>
          <a:r>
            <a:rPr lang="en-US"/>
            <a:t>Correlation b/w word count and char count is 0.54</a:t>
          </a:r>
        </a:p>
      </dgm:t>
    </dgm:pt>
    <dgm:pt modelId="{84EE2369-9C87-4967-A608-D307DE2BAB8A}" type="parTrans" cxnId="{EE27D3C1-B22D-45DB-AD0C-7F696A8E5B11}">
      <dgm:prSet/>
      <dgm:spPr/>
      <dgm:t>
        <a:bodyPr/>
        <a:lstStyle/>
        <a:p>
          <a:endParaRPr lang="en-US"/>
        </a:p>
      </dgm:t>
    </dgm:pt>
    <dgm:pt modelId="{7688C03F-9C11-461F-9A62-602C1CEF3F0D}" type="sibTrans" cxnId="{EE27D3C1-B22D-45DB-AD0C-7F696A8E5B11}">
      <dgm:prSet/>
      <dgm:spPr/>
      <dgm:t>
        <a:bodyPr/>
        <a:lstStyle/>
        <a:p>
          <a:endParaRPr lang="en-US"/>
        </a:p>
      </dgm:t>
    </dgm:pt>
    <dgm:pt modelId="{11A84EA9-87AC-4130-B7F9-7ED3F12DD0DF}">
      <dgm:prSet>
        <dgm:style>
          <a:lnRef idx="0">
            <a:schemeClr val="accent1"/>
          </a:lnRef>
          <a:fillRef idx="3">
            <a:schemeClr val="accent1"/>
          </a:fillRef>
          <a:effectRef idx="3">
            <a:schemeClr val="accent1"/>
          </a:effectRef>
          <a:fontRef idx="minor">
            <a:schemeClr val="lt1"/>
          </a:fontRef>
        </dgm:style>
      </dgm:prSet>
      <dgm:spPr>
        <a:effectLst>
          <a:softEdge rad="31750"/>
        </a:effectLst>
      </dgm:spPr>
      <dgm:t>
        <a:bodyPr/>
        <a:lstStyle/>
        <a:p>
          <a:r>
            <a:rPr lang="en-US" dirty="0"/>
            <a:t>Test data</a:t>
          </a:r>
        </a:p>
      </dgm:t>
    </dgm:pt>
    <dgm:pt modelId="{B4D9D4A6-20B7-4FB7-8AC8-6CFD558ECBF5}" type="parTrans" cxnId="{469A3846-FBCE-4E2C-8234-69808126C9CE}">
      <dgm:prSet/>
      <dgm:spPr/>
      <dgm:t>
        <a:bodyPr/>
        <a:lstStyle/>
        <a:p>
          <a:endParaRPr lang="en-US"/>
        </a:p>
      </dgm:t>
    </dgm:pt>
    <dgm:pt modelId="{9C42AAF0-D30C-497A-B114-2A56ED89607C}" type="sibTrans" cxnId="{469A3846-FBCE-4E2C-8234-69808126C9CE}">
      <dgm:prSet/>
      <dgm:spPr/>
      <dgm:t>
        <a:bodyPr/>
        <a:lstStyle/>
        <a:p>
          <a:endParaRPr lang="en-US"/>
        </a:p>
      </dgm:t>
    </dgm:pt>
    <dgm:pt modelId="{16AAA86E-9C7C-4845-A167-1A0A147A2D2A}">
      <dgm:prSet/>
      <dgm:spPr>
        <a:solidFill>
          <a:schemeClr val="accent5">
            <a:lumMod val="20000"/>
            <a:lumOff val="80000"/>
            <a:alpha val="90000"/>
          </a:schemeClr>
        </a:solidFill>
        <a:effectLst>
          <a:innerShdw blurRad="63500" dist="50800" dir="13500000">
            <a:prstClr val="black">
              <a:alpha val="50000"/>
            </a:prstClr>
          </a:innerShdw>
        </a:effectLst>
      </dgm:spPr>
      <dgm:t>
        <a:bodyPr/>
        <a:lstStyle/>
        <a:p>
          <a:r>
            <a:rPr lang="en-US" dirty="0"/>
            <a:t>Mean word count is </a:t>
          </a:r>
          <a:r>
            <a:rPr lang="en-US" dirty="0">
              <a:highlight>
                <a:srgbClr val="FFFF00"/>
              </a:highlight>
            </a:rPr>
            <a:t>17.3</a:t>
          </a:r>
        </a:p>
      </dgm:t>
    </dgm:pt>
    <dgm:pt modelId="{271D2BDE-7F17-471F-93E7-6E8CF32911BA}" type="parTrans" cxnId="{EDDFA392-E33E-4655-B7AD-0F92D66ECA7C}">
      <dgm:prSet/>
      <dgm:spPr/>
      <dgm:t>
        <a:bodyPr/>
        <a:lstStyle/>
        <a:p>
          <a:endParaRPr lang="en-US"/>
        </a:p>
      </dgm:t>
    </dgm:pt>
    <dgm:pt modelId="{ACDA7F7A-41D3-44B9-9E78-78FB01797951}" type="sibTrans" cxnId="{EDDFA392-E33E-4655-B7AD-0F92D66ECA7C}">
      <dgm:prSet/>
      <dgm:spPr/>
      <dgm:t>
        <a:bodyPr/>
        <a:lstStyle/>
        <a:p>
          <a:endParaRPr lang="en-US"/>
        </a:p>
      </dgm:t>
    </dgm:pt>
    <dgm:pt modelId="{9DC9E44A-55BB-4049-A8E2-DDDAAFAF9CF1}">
      <dgm:prSet/>
      <dgm:spPr>
        <a:solidFill>
          <a:schemeClr val="accent5">
            <a:lumMod val="20000"/>
            <a:lumOff val="80000"/>
            <a:alpha val="90000"/>
          </a:schemeClr>
        </a:solidFill>
        <a:effectLst>
          <a:innerShdw blurRad="63500" dist="50800" dir="13500000">
            <a:prstClr val="black">
              <a:alpha val="50000"/>
            </a:prstClr>
          </a:innerShdw>
        </a:effectLst>
      </dgm:spPr>
      <dgm:t>
        <a:bodyPr/>
        <a:lstStyle/>
        <a:p>
          <a:r>
            <a:rPr lang="en-US" dirty="0"/>
            <a:t>Mean character count is </a:t>
          </a:r>
          <a:r>
            <a:rPr lang="en-US" dirty="0">
              <a:highlight>
                <a:srgbClr val="FFFF00"/>
              </a:highlight>
            </a:rPr>
            <a:t>90.8</a:t>
          </a:r>
        </a:p>
      </dgm:t>
    </dgm:pt>
    <dgm:pt modelId="{827600A9-E02A-4452-936B-E673CCE11DE8}" type="parTrans" cxnId="{67AA0FD4-A85A-4BE7-A646-D294F80C351E}">
      <dgm:prSet/>
      <dgm:spPr/>
      <dgm:t>
        <a:bodyPr/>
        <a:lstStyle/>
        <a:p>
          <a:endParaRPr lang="en-US"/>
        </a:p>
      </dgm:t>
    </dgm:pt>
    <dgm:pt modelId="{8648D19C-17FB-4C3D-8E28-55657A1CC7FB}" type="sibTrans" cxnId="{67AA0FD4-A85A-4BE7-A646-D294F80C351E}">
      <dgm:prSet/>
      <dgm:spPr/>
      <dgm:t>
        <a:bodyPr/>
        <a:lstStyle/>
        <a:p>
          <a:endParaRPr lang="en-US"/>
        </a:p>
      </dgm:t>
    </dgm:pt>
    <dgm:pt modelId="{868528FF-98D6-4F8D-BA07-8371F65EBD46}">
      <dgm:prSet/>
      <dgm:spPr>
        <a:solidFill>
          <a:schemeClr val="accent5">
            <a:lumMod val="20000"/>
            <a:lumOff val="80000"/>
            <a:alpha val="90000"/>
          </a:schemeClr>
        </a:solidFill>
        <a:effectLst>
          <a:innerShdw blurRad="63500" dist="50800" dir="13500000">
            <a:prstClr val="black">
              <a:alpha val="50000"/>
            </a:prstClr>
          </a:innerShdw>
        </a:effectLst>
      </dgm:spPr>
      <dgm:t>
        <a:bodyPr/>
        <a:lstStyle/>
        <a:p>
          <a:r>
            <a:rPr lang="en-US"/>
            <a:t>Mean avg word length is 5.26</a:t>
          </a:r>
        </a:p>
      </dgm:t>
    </dgm:pt>
    <dgm:pt modelId="{0E136F84-C5EC-45CF-8F9A-B6941E1754E1}" type="parTrans" cxnId="{53995A56-1040-4D4F-A90A-F859139E4911}">
      <dgm:prSet/>
      <dgm:spPr/>
      <dgm:t>
        <a:bodyPr/>
        <a:lstStyle/>
        <a:p>
          <a:endParaRPr lang="en-US"/>
        </a:p>
      </dgm:t>
    </dgm:pt>
    <dgm:pt modelId="{0419E27D-B559-41D6-92E4-CB7EF8D3381B}" type="sibTrans" cxnId="{53995A56-1040-4D4F-A90A-F859139E4911}">
      <dgm:prSet/>
      <dgm:spPr/>
      <dgm:t>
        <a:bodyPr/>
        <a:lstStyle/>
        <a:p>
          <a:endParaRPr lang="en-US"/>
        </a:p>
      </dgm:t>
    </dgm:pt>
    <dgm:pt modelId="{A9E981DB-05BE-45D5-A600-B4C1FACD493F}">
      <dgm:prSet/>
      <dgm:spPr>
        <a:solidFill>
          <a:schemeClr val="accent5">
            <a:lumMod val="20000"/>
            <a:lumOff val="80000"/>
            <a:alpha val="90000"/>
          </a:schemeClr>
        </a:solidFill>
        <a:effectLst>
          <a:innerShdw blurRad="63500" dist="50800" dir="13500000">
            <a:prstClr val="black">
              <a:alpha val="50000"/>
            </a:prstClr>
          </a:innerShdw>
        </a:effectLst>
      </dgm:spPr>
      <dgm:t>
        <a:bodyPr/>
        <a:lstStyle/>
        <a:p>
          <a:r>
            <a:rPr lang="en-US" dirty="0"/>
            <a:t>Correlation b/w word count and char count is 0.84</a:t>
          </a:r>
        </a:p>
      </dgm:t>
    </dgm:pt>
    <dgm:pt modelId="{62996B1B-4E00-46C3-88AB-98B3045D1E72}" type="parTrans" cxnId="{3B92E09F-D829-4017-8786-26B215BE89CF}">
      <dgm:prSet/>
      <dgm:spPr/>
      <dgm:t>
        <a:bodyPr/>
        <a:lstStyle/>
        <a:p>
          <a:endParaRPr lang="en-US"/>
        </a:p>
      </dgm:t>
    </dgm:pt>
    <dgm:pt modelId="{0ABAF361-46F3-4E1B-BFC6-0683C01C45E7}" type="sibTrans" cxnId="{3B92E09F-D829-4017-8786-26B215BE89CF}">
      <dgm:prSet/>
      <dgm:spPr/>
      <dgm:t>
        <a:bodyPr/>
        <a:lstStyle/>
        <a:p>
          <a:endParaRPr lang="en-US"/>
        </a:p>
      </dgm:t>
    </dgm:pt>
    <dgm:pt modelId="{40381800-D7E3-497F-A6CB-8FBA34E01A29}">
      <dgm:prSet>
        <dgm:style>
          <a:lnRef idx="0">
            <a:schemeClr val="accent1"/>
          </a:lnRef>
          <a:fillRef idx="3">
            <a:schemeClr val="accent1"/>
          </a:fillRef>
          <a:effectRef idx="3">
            <a:schemeClr val="accent1"/>
          </a:effectRef>
          <a:fontRef idx="minor">
            <a:schemeClr val="lt1"/>
          </a:fontRef>
        </dgm:style>
      </dgm:prSet>
      <dgm:spPr>
        <a:effectLst>
          <a:softEdge rad="31750"/>
        </a:effectLst>
      </dgm:spPr>
      <dgm:t>
        <a:bodyPr/>
        <a:lstStyle/>
        <a:p>
          <a:r>
            <a:rPr lang="en-US" dirty="0"/>
            <a:t>Test data</a:t>
          </a:r>
        </a:p>
      </dgm:t>
    </dgm:pt>
    <dgm:pt modelId="{62EAD828-5EE2-4CBA-B209-16D494BBE7F7}" type="parTrans" cxnId="{D63D8740-E077-4C3D-922C-54BBE39C50CA}">
      <dgm:prSet/>
      <dgm:spPr/>
      <dgm:t>
        <a:bodyPr/>
        <a:lstStyle/>
        <a:p>
          <a:endParaRPr lang="en-US"/>
        </a:p>
      </dgm:t>
    </dgm:pt>
    <dgm:pt modelId="{B50915DC-D257-456D-AF20-F82425B6714E}" type="sibTrans" cxnId="{D63D8740-E077-4C3D-922C-54BBE39C50CA}">
      <dgm:prSet/>
      <dgm:spPr/>
      <dgm:t>
        <a:bodyPr/>
        <a:lstStyle/>
        <a:p>
          <a:endParaRPr lang="en-US"/>
        </a:p>
      </dgm:t>
    </dgm:pt>
    <dgm:pt modelId="{820D6A02-3326-4F25-B4BE-60084BEB6B43}">
      <dgm:prSet/>
      <dgm:spPr>
        <a:solidFill>
          <a:schemeClr val="accent5">
            <a:lumMod val="20000"/>
            <a:lumOff val="80000"/>
            <a:alpha val="90000"/>
          </a:schemeClr>
        </a:solidFill>
        <a:effectLst>
          <a:innerShdw blurRad="63500" dist="50800" dir="13500000">
            <a:prstClr val="black">
              <a:alpha val="50000"/>
            </a:prstClr>
          </a:innerShdw>
        </a:effectLst>
      </dgm:spPr>
      <dgm:t>
        <a:bodyPr/>
        <a:lstStyle/>
        <a:p>
          <a:r>
            <a:rPr lang="en-US" dirty="0">
              <a:highlight>
                <a:srgbClr val="FFFF00"/>
              </a:highlight>
            </a:rPr>
            <a:t>65%</a:t>
          </a:r>
          <a:r>
            <a:rPr lang="en-US" dirty="0"/>
            <a:t> of the test data is from CN, 10% from CA, 6% from JP.</a:t>
          </a:r>
        </a:p>
      </dgm:t>
    </dgm:pt>
    <dgm:pt modelId="{6E00BE58-2712-4D02-A822-D1BD516435A0}" type="parTrans" cxnId="{8314C5A1-5B11-47B2-AA12-F028708F6B3D}">
      <dgm:prSet/>
      <dgm:spPr/>
      <dgm:t>
        <a:bodyPr/>
        <a:lstStyle/>
        <a:p>
          <a:endParaRPr lang="en-US"/>
        </a:p>
      </dgm:t>
    </dgm:pt>
    <dgm:pt modelId="{14CF5630-D447-48FE-B660-42583B4E0978}" type="sibTrans" cxnId="{8314C5A1-5B11-47B2-AA12-F028708F6B3D}">
      <dgm:prSet/>
      <dgm:spPr/>
      <dgm:t>
        <a:bodyPr/>
        <a:lstStyle/>
        <a:p>
          <a:endParaRPr lang="en-US"/>
        </a:p>
      </dgm:t>
    </dgm:pt>
    <dgm:pt modelId="{AF1A7A2D-6606-4810-BC1D-2CD014F7B1C8}">
      <dgm:prSet/>
      <dgm:spPr>
        <a:effectLst>
          <a:innerShdw blurRad="63500" dist="50800" dir="13500000">
            <a:prstClr val="black">
              <a:alpha val="50000"/>
            </a:prstClr>
          </a:innerShdw>
        </a:effectLst>
      </dgm:spPr>
      <dgm:t>
        <a:bodyPr/>
        <a:lstStyle/>
        <a:p>
          <a:r>
            <a:rPr lang="en-US" dirty="0">
              <a:highlight>
                <a:srgbClr val="FFFF00"/>
              </a:highlight>
            </a:rPr>
            <a:t>99.8%</a:t>
          </a:r>
          <a:r>
            <a:rPr lang="en-US" dirty="0"/>
            <a:t> of the training data is from US.</a:t>
          </a:r>
        </a:p>
      </dgm:t>
    </dgm:pt>
    <dgm:pt modelId="{CFBA8A25-8A6E-422D-9445-FE9C8D51B993}" type="parTrans" cxnId="{448C6F0D-0F7B-4042-AE52-A400D78D014A}">
      <dgm:prSet/>
      <dgm:spPr/>
      <dgm:t>
        <a:bodyPr/>
        <a:lstStyle/>
        <a:p>
          <a:endParaRPr lang="en-US"/>
        </a:p>
      </dgm:t>
    </dgm:pt>
    <dgm:pt modelId="{73682C7F-53D4-4EEC-9E84-7256C4399697}" type="sibTrans" cxnId="{448C6F0D-0F7B-4042-AE52-A400D78D014A}">
      <dgm:prSet/>
      <dgm:spPr/>
      <dgm:t>
        <a:bodyPr/>
        <a:lstStyle/>
        <a:p>
          <a:endParaRPr lang="en-US"/>
        </a:p>
      </dgm:t>
    </dgm:pt>
    <dgm:pt modelId="{D565369F-A014-4A61-BA7C-540692BB6834}" type="pres">
      <dgm:prSet presAssocID="{CE426DBE-9ACE-4B14-ABFD-44F6133BFBEF}" presName="Name0" presStyleCnt="0">
        <dgm:presLayoutVars>
          <dgm:dir/>
          <dgm:animLvl val="lvl"/>
          <dgm:resizeHandles val="exact"/>
        </dgm:presLayoutVars>
      </dgm:prSet>
      <dgm:spPr/>
    </dgm:pt>
    <dgm:pt modelId="{478524C6-210D-4314-9FE7-213E74211C36}" type="pres">
      <dgm:prSet presAssocID="{CB663FB3-3D34-4DEC-9FE8-B80606D80A8B}" presName="composite" presStyleCnt="0"/>
      <dgm:spPr/>
    </dgm:pt>
    <dgm:pt modelId="{34F4FED3-3669-4D1E-8283-23184F2D97DC}" type="pres">
      <dgm:prSet presAssocID="{CB663FB3-3D34-4DEC-9FE8-B80606D80A8B}" presName="parTx" presStyleLbl="alignNode1" presStyleIdx="0" presStyleCnt="4">
        <dgm:presLayoutVars>
          <dgm:chMax val="0"/>
          <dgm:chPref val="0"/>
          <dgm:bulletEnabled val="1"/>
        </dgm:presLayoutVars>
      </dgm:prSet>
      <dgm:spPr/>
    </dgm:pt>
    <dgm:pt modelId="{C7FC9189-681F-4DDE-A59A-16D1A6A91B66}" type="pres">
      <dgm:prSet presAssocID="{CB663FB3-3D34-4DEC-9FE8-B80606D80A8B}" presName="desTx" presStyleLbl="alignAccFollowNode1" presStyleIdx="0" presStyleCnt="4">
        <dgm:presLayoutVars>
          <dgm:bulletEnabled val="1"/>
        </dgm:presLayoutVars>
      </dgm:prSet>
      <dgm:spPr/>
    </dgm:pt>
    <dgm:pt modelId="{1F2DA59F-B078-46DE-82FC-9ED4E58816CB}" type="pres">
      <dgm:prSet presAssocID="{35ECC5D1-E9E6-4110-988D-80206CFB75B6}" presName="space" presStyleCnt="0"/>
      <dgm:spPr/>
    </dgm:pt>
    <dgm:pt modelId="{9A038147-36F8-480C-835E-5E2D5977836A}" type="pres">
      <dgm:prSet presAssocID="{40381800-D7E3-497F-A6CB-8FBA34E01A29}" presName="composite" presStyleCnt="0"/>
      <dgm:spPr/>
    </dgm:pt>
    <dgm:pt modelId="{C598859F-D00C-416A-A981-4C4065E07C27}" type="pres">
      <dgm:prSet presAssocID="{40381800-D7E3-497F-A6CB-8FBA34E01A29}" presName="parTx" presStyleLbl="alignNode1" presStyleIdx="1" presStyleCnt="4">
        <dgm:presLayoutVars>
          <dgm:chMax val="0"/>
          <dgm:chPref val="0"/>
          <dgm:bulletEnabled val="1"/>
        </dgm:presLayoutVars>
      </dgm:prSet>
      <dgm:spPr/>
    </dgm:pt>
    <dgm:pt modelId="{538C5411-C13B-426F-B57E-51862A8C4061}" type="pres">
      <dgm:prSet presAssocID="{40381800-D7E3-497F-A6CB-8FBA34E01A29}" presName="desTx" presStyleLbl="alignAccFollowNode1" presStyleIdx="1" presStyleCnt="4">
        <dgm:presLayoutVars>
          <dgm:bulletEnabled val="1"/>
        </dgm:presLayoutVars>
      </dgm:prSet>
      <dgm:spPr/>
    </dgm:pt>
    <dgm:pt modelId="{CCDD21A7-9788-42D9-A363-5DC9473A03E4}" type="pres">
      <dgm:prSet presAssocID="{B50915DC-D257-456D-AF20-F82425B6714E}" presName="space" presStyleCnt="0"/>
      <dgm:spPr/>
    </dgm:pt>
    <dgm:pt modelId="{658C9A19-2E94-4BFB-A47D-6D9F5C1B77DA}" type="pres">
      <dgm:prSet presAssocID="{6B8A58F0-67FE-40BF-A57D-32481A11E923}" presName="composite" presStyleCnt="0"/>
      <dgm:spPr/>
    </dgm:pt>
    <dgm:pt modelId="{BAFD207F-7552-40EA-8796-48BCC6EADDE6}" type="pres">
      <dgm:prSet presAssocID="{6B8A58F0-67FE-40BF-A57D-32481A11E923}" presName="parTx" presStyleLbl="alignNode1" presStyleIdx="2" presStyleCnt="4">
        <dgm:presLayoutVars>
          <dgm:chMax val="0"/>
          <dgm:chPref val="0"/>
          <dgm:bulletEnabled val="1"/>
        </dgm:presLayoutVars>
      </dgm:prSet>
      <dgm:spPr/>
    </dgm:pt>
    <dgm:pt modelId="{FECF0440-F05E-4056-BCC4-1EBE21B2B592}" type="pres">
      <dgm:prSet presAssocID="{6B8A58F0-67FE-40BF-A57D-32481A11E923}" presName="desTx" presStyleLbl="alignAccFollowNode1" presStyleIdx="2" presStyleCnt="4">
        <dgm:presLayoutVars>
          <dgm:bulletEnabled val="1"/>
        </dgm:presLayoutVars>
      </dgm:prSet>
      <dgm:spPr/>
    </dgm:pt>
    <dgm:pt modelId="{AC5A9E8F-83E0-4E20-802D-A3B1E5845556}" type="pres">
      <dgm:prSet presAssocID="{FE6AD84F-124A-4871-90AC-ECB8BD49A093}" presName="space" presStyleCnt="0"/>
      <dgm:spPr/>
    </dgm:pt>
    <dgm:pt modelId="{61424262-7301-4024-B7DE-6D5BA75720A6}" type="pres">
      <dgm:prSet presAssocID="{11A84EA9-87AC-4130-B7F9-7ED3F12DD0DF}" presName="composite" presStyleCnt="0"/>
      <dgm:spPr/>
    </dgm:pt>
    <dgm:pt modelId="{41C78F44-7EA4-423A-B345-38AB1287A7FA}" type="pres">
      <dgm:prSet presAssocID="{11A84EA9-87AC-4130-B7F9-7ED3F12DD0DF}" presName="parTx" presStyleLbl="alignNode1" presStyleIdx="3" presStyleCnt="4">
        <dgm:presLayoutVars>
          <dgm:chMax val="0"/>
          <dgm:chPref val="0"/>
          <dgm:bulletEnabled val="1"/>
        </dgm:presLayoutVars>
      </dgm:prSet>
      <dgm:spPr/>
    </dgm:pt>
    <dgm:pt modelId="{294ABE75-098A-49DC-89F0-C9765CA169AD}" type="pres">
      <dgm:prSet presAssocID="{11A84EA9-87AC-4130-B7F9-7ED3F12DD0DF}" presName="desTx" presStyleLbl="alignAccFollowNode1" presStyleIdx="3" presStyleCnt="4">
        <dgm:presLayoutVars>
          <dgm:bulletEnabled val="1"/>
        </dgm:presLayoutVars>
      </dgm:prSet>
      <dgm:spPr/>
    </dgm:pt>
  </dgm:ptLst>
  <dgm:cxnLst>
    <dgm:cxn modelId="{448C6F0D-0F7B-4042-AE52-A400D78D014A}" srcId="{CB663FB3-3D34-4DEC-9FE8-B80606D80A8B}" destId="{AF1A7A2D-6606-4810-BC1D-2CD014F7B1C8}" srcOrd="0" destOrd="0" parTransId="{CFBA8A25-8A6E-422D-9445-FE9C8D51B993}" sibTransId="{73682C7F-53D4-4EEC-9E84-7256C4399697}"/>
    <dgm:cxn modelId="{FD45370F-2796-4C5D-86BE-462D2F971A64}" type="presOf" srcId="{315680D1-D8CE-4DDF-8C7F-D20110AF136D}" destId="{FECF0440-F05E-4056-BCC4-1EBE21B2B592}" srcOrd="0" destOrd="0" presId="urn:microsoft.com/office/officeart/2005/8/layout/hList1"/>
    <dgm:cxn modelId="{00266012-66E6-4D56-90FF-2C7B6F3B2FAC}" type="presOf" srcId="{CE426DBE-9ACE-4B14-ABFD-44F6133BFBEF}" destId="{D565369F-A014-4A61-BA7C-540692BB6834}" srcOrd="0" destOrd="0" presId="urn:microsoft.com/office/officeart/2005/8/layout/hList1"/>
    <dgm:cxn modelId="{9E5AB322-0A88-4A50-9782-6B3C0EB8B0DE}" srcId="{6B8A58F0-67FE-40BF-A57D-32481A11E923}" destId="{136BC23A-586F-4F1C-9EA7-BD71ACB58B90}" srcOrd="1" destOrd="0" parTransId="{73B96BA8-E92B-4FA6-B3ED-68C2E83BB383}" sibTransId="{9A863DCF-3F91-466D-AAD1-D8726D78D7E6}"/>
    <dgm:cxn modelId="{CF31DE31-A592-4AC2-862D-FB28AB34DA4C}" type="presOf" srcId="{40381800-D7E3-497F-A6CB-8FBA34E01A29}" destId="{C598859F-D00C-416A-A981-4C4065E07C27}" srcOrd="0" destOrd="0" presId="urn:microsoft.com/office/officeart/2005/8/layout/hList1"/>
    <dgm:cxn modelId="{D63D8740-E077-4C3D-922C-54BBE39C50CA}" srcId="{CE426DBE-9ACE-4B14-ABFD-44F6133BFBEF}" destId="{40381800-D7E3-497F-A6CB-8FBA34E01A29}" srcOrd="1" destOrd="0" parTransId="{62EAD828-5EE2-4CBA-B209-16D494BBE7F7}" sibTransId="{B50915DC-D257-456D-AF20-F82425B6714E}"/>
    <dgm:cxn modelId="{136B7443-8851-4F3E-83FD-5DF719BF45A4}" type="presOf" srcId="{820D6A02-3326-4F25-B4BE-60084BEB6B43}" destId="{538C5411-C13B-426F-B57E-51862A8C4061}" srcOrd="0" destOrd="0" presId="urn:microsoft.com/office/officeart/2005/8/layout/hList1"/>
    <dgm:cxn modelId="{A6653565-C6B9-43BC-B02C-12E722E2CABF}" type="presOf" srcId="{E245EBD3-A4B3-43A6-A351-B19754C84190}" destId="{FECF0440-F05E-4056-BCC4-1EBE21B2B592}" srcOrd="0" destOrd="3" presId="urn:microsoft.com/office/officeart/2005/8/layout/hList1"/>
    <dgm:cxn modelId="{8CE3ED45-E509-49D1-8ECC-F47B18C75B3F}" type="presOf" srcId="{11A84EA9-87AC-4130-B7F9-7ED3F12DD0DF}" destId="{41C78F44-7EA4-423A-B345-38AB1287A7FA}" srcOrd="0" destOrd="0" presId="urn:microsoft.com/office/officeart/2005/8/layout/hList1"/>
    <dgm:cxn modelId="{469A3846-FBCE-4E2C-8234-69808126C9CE}" srcId="{CE426DBE-9ACE-4B14-ABFD-44F6133BFBEF}" destId="{11A84EA9-87AC-4130-B7F9-7ED3F12DD0DF}" srcOrd="3" destOrd="0" parTransId="{B4D9D4A6-20B7-4FB7-8AC8-6CFD558ECBF5}" sibTransId="{9C42AAF0-D30C-497A-B114-2A56ED89607C}"/>
    <dgm:cxn modelId="{87C1C447-D0D2-4742-8AE7-AA4620C03CB2}" type="presOf" srcId="{6B8A58F0-67FE-40BF-A57D-32481A11E923}" destId="{BAFD207F-7552-40EA-8796-48BCC6EADDE6}" srcOrd="0" destOrd="0" presId="urn:microsoft.com/office/officeart/2005/8/layout/hList1"/>
    <dgm:cxn modelId="{75FAB16B-1E16-43B2-B19A-295890581600}" srcId="{CE426DBE-9ACE-4B14-ABFD-44F6133BFBEF}" destId="{6B8A58F0-67FE-40BF-A57D-32481A11E923}" srcOrd="2" destOrd="0" parTransId="{F6680E7D-940E-4999-81BF-63B26CA24964}" sibTransId="{FE6AD84F-124A-4871-90AC-ECB8BD49A093}"/>
    <dgm:cxn modelId="{BA7AF14C-4A67-4373-93AC-5099DFEF8923}" srcId="{6B8A58F0-67FE-40BF-A57D-32481A11E923}" destId="{7A791D53-7855-4E90-AD1C-42B51D0B6B96}" srcOrd="2" destOrd="0" parTransId="{B7D7F343-D14F-40C4-8E85-AD37BDBE47D3}" sibTransId="{59BCE79B-3D33-42CF-B3C5-07485308A29D}"/>
    <dgm:cxn modelId="{53995A56-1040-4D4F-A90A-F859139E4911}" srcId="{11A84EA9-87AC-4130-B7F9-7ED3F12DD0DF}" destId="{868528FF-98D6-4F8D-BA07-8371F65EBD46}" srcOrd="2" destOrd="0" parTransId="{0E136F84-C5EC-45CF-8F9A-B6941E1754E1}" sibTransId="{0419E27D-B559-41D6-92E4-CB7EF8D3381B}"/>
    <dgm:cxn modelId="{62EFAF5A-D7DF-4AF3-A8DB-77AB18D02314}" type="presOf" srcId="{AF1A7A2D-6606-4810-BC1D-2CD014F7B1C8}" destId="{C7FC9189-681F-4DDE-A59A-16D1A6A91B66}" srcOrd="0" destOrd="0" presId="urn:microsoft.com/office/officeart/2005/8/layout/hList1"/>
    <dgm:cxn modelId="{AB6E1483-5A5A-41E3-AD52-782AB7AA4A01}" type="presOf" srcId="{9DC9E44A-55BB-4049-A8E2-DDDAAFAF9CF1}" destId="{294ABE75-098A-49DC-89F0-C9765CA169AD}" srcOrd="0" destOrd="1" presId="urn:microsoft.com/office/officeart/2005/8/layout/hList1"/>
    <dgm:cxn modelId="{1D075E84-DE02-4522-A026-205DB0E26983}" type="presOf" srcId="{CB663FB3-3D34-4DEC-9FE8-B80606D80A8B}" destId="{34F4FED3-3669-4D1E-8283-23184F2D97DC}" srcOrd="0" destOrd="0" presId="urn:microsoft.com/office/officeart/2005/8/layout/hList1"/>
    <dgm:cxn modelId="{43720291-A1FE-49F1-950A-976FAB5F8478}" srcId="{6B8A58F0-67FE-40BF-A57D-32481A11E923}" destId="{315680D1-D8CE-4DDF-8C7F-D20110AF136D}" srcOrd="0" destOrd="0" parTransId="{9D1A837C-AE04-4C20-A11F-F784B983791F}" sibTransId="{1AE14F92-5871-43B3-A476-A964A55A5EBF}"/>
    <dgm:cxn modelId="{EDDFA392-E33E-4655-B7AD-0F92D66ECA7C}" srcId="{11A84EA9-87AC-4130-B7F9-7ED3F12DD0DF}" destId="{16AAA86E-9C7C-4845-A167-1A0A147A2D2A}" srcOrd="0" destOrd="0" parTransId="{271D2BDE-7F17-471F-93E7-6E8CF32911BA}" sibTransId="{ACDA7F7A-41D3-44B9-9E78-78FB01797951}"/>
    <dgm:cxn modelId="{AB36F998-7275-4479-9890-6286B58527C5}" srcId="{CE426DBE-9ACE-4B14-ABFD-44F6133BFBEF}" destId="{CB663FB3-3D34-4DEC-9FE8-B80606D80A8B}" srcOrd="0" destOrd="0" parTransId="{66F36D73-4046-480C-8C0A-56639BCA2FAA}" sibTransId="{35ECC5D1-E9E6-4110-988D-80206CFB75B6}"/>
    <dgm:cxn modelId="{3EA4CB9E-01CF-45D3-968E-B2FC6712A93E}" type="presOf" srcId="{A9E981DB-05BE-45D5-A600-B4C1FACD493F}" destId="{294ABE75-098A-49DC-89F0-C9765CA169AD}" srcOrd="0" destOrd="3" presId="urn:microsoft.com/office/officeart/2005/8/layout/hList1"/>
    <dgm:cxn modelId="{3B92E09F-D829-4017-8786-26B215BE89CF}" srcId="{11A84EA9-87AC-4130-B7F9-7ED3F12DD0DF}" destId="{A9E981DB-05BE-45D5-A600-B4C1FACD493F}" srcOrd="3" destOrd="0" parTransId="{62996B1B-4E00-46C3-88AB-98B3045D1E72}" sibTransId="{0ABAF361-46F3-4E1B-BFC6-0683C01C45E7}"/>
    <dgm:cxn modelId="{8314C5A1-5B11-47B2-AA12-F028708F6B3D}" srcId="{40381800-D7E3-497F-A6CB-8FBA34E01A29}" destId="{820D6A02-3326-4F25-B4BE-60084BEB6B43}" srcOrd="0" destOrd="0" parTransId="{6E00BE58-2712-4D02-A822-D1BD516435A0}" sibTransId="{14CF5630-D447-48FE-B660-42583B4E0978}"/>
    <dgm:cxn modelId="{EE27D3C1-B22D-45DB-AD0C-7F696A8E5B11}" srcId="{6B8A58F0-67FE-40BF-A57D-32481A11E923}" destId="{E245EBD3-A4B3-43A6-A351-B19754C84190}" srcOrd="3" destOrd="0" parTransId="{84EE2369-9C87-4967-A608-D307DE2BAB8A}" sibTransId="{7688C03F-9C11-461F-9A62-602C1CEF3F0D}"/>
    <dgm:cxn modelId="{127F7ECA-BD3E-43E5-B4AC-F8CF0279C629}" type="presOf" srcId="{16AAA86E-9C7C-4845-A167-1A0A147A2D2A}" destId="{294ABE75-098A-49DC-89F0-C9765CA169AD}" srcOrd="0" destOrd="0" presId="urn:microsoft.com/office/officeart/2005/8/layout/hList1"/>
    <dgm:cxn modelId="{900944CD-9092-4B9C-9A4E-B67B445D9D1C}" type="presOf" srcId="{868528FF-98D6-4F8D-BA07-8371F65EBD46}" destId="{294ABE75-098A-49DC-89F0-C9765CA169AD}" srcOrd="0" destOrd="2" presId="urn:microsoft.com/office/officeart/2005/8/layout/hList1"/>
    <dgm:cxn modelId="{67AA0FD4-A85A-4BE7-A646-D294F80C351E}" srcId="{11A84EA9-87AC-4130-B7F9-7ED3F12DD0DF}" destId="{9DC9E44A-55BB-4049-A8E2-DDDAAFAF9CF1}" srcOrd="1" destOrd="0" parTransId="{827600A9-E02A-4452-936B-E673CCE11DE8}" sibTransId="{8648D19C-17FB-4C3D-8E28-55657A1CC7FB}"/>
    <dgm:cxn modelId="{E7EBB6D8-52CF-4FFA-95E7-746D0E2367F7}" type="presOf" srcId="{136BC23A-586F-4F1C-9EA7-BD71ACB58B90}" destId="{FECF0440-F05E-4056-BCC4-1EBE21B2B592}" srcOrd="0" destOrd="1" presId="urn:microsoft.com/office/officeart/2005/8/layout/hList1"/>
    <dgm:cxn modelId="{009D58E2-3F51-416A-9019-F27160833CF2}" type="presOf" srcId="{7A791D53-7855-4E90-AD1C-42B51D0B6B96}" destId="{FECF0440-F05E-4056-BCC4-1EBE21B2B592}" srcOrd="0" destOrd="2" presId="urn:microsoft.com/office/officeart/2005/8/layout/hList1"/>
    <dgm:cxn modelId="{549CCA92-E04E-43C7-B97A-1342B0AA34BA}" type="presParOf" srcId="{D565369F-A014-4A61-BA7C-540692BB6834}" destId="{478524C6-210D-4314-9FE7-213E74211C36}" srcOrd="0" destOrd="0" presId="urn:microsoft.com/office/officeart/2005/8/layout/hList1"/>
    <dgm:cxn modelId="{170DC54F-54D0-4980-AE34-FC993FA692E4}" type="presParOf" srcId="{478524C6-210D-4314-9FE7-213E74211C36}" destId="{34F4FED3-3669-4D1E-8283-23184F2D97DC}" srcOrd="0" destOrd="0" presId="urn:microsoft.com/office/officeart/2005/8/layout/hList1"/>
    <dgm:cxn modelId="{D3EEAB44-9BD3-4B89-8211-DBD3AAA55ACC}" type="presParOf" srcId="{478524C6-210D-4314-9FE7-213E74211C36}" destId="{C7FC9189-681F-4DDE-A59A-16D1A6A91B66}" srcOrd="1" destOrd="0" presId="urn:microsoft.com/office/officeart/2005/8/layout/hList1"/>
    <dgm:cxn modelId="{BAEA3B7D-74C9-4C91-B435-8391E820DDDF}" type="presParOf" srcId="{D565369F-A014-4A61-BA7C-540692BB6834}" destId="{1F2DA59F-B078-46DE-82FC-9ED4E58816CB}" srcOrd="1" destOrd="0" presId="urn:microsoft.com/office/officeart/2005/8/layout/hList1"/>
    <dgm:cxn modelId="{C3AEE20A-0667-4CA4-A8C1-AF824937BCF5}" type="presParOf" srcId="{D565369F-A014-4A61-BA7C-540692BB6834}" destId="{9A038147-36F8-480C-835E-5E2D5977836A}" srcOrd="2" destOrd="0" presId="urn:microsoft.com/office/officeart/2005/8/layout/hList1"/>
    <dgm:cxn modelId="{F118EDE9-FF73-4CC7-8058-FA8E44A4C875}" type="presParOf" srcId="{9A038147-36F8-480C-835E-5E2D5977836A}" destId="{C598859F-D00C-416A-A981-4C4065E07C27}" srcOrd="0" destOrd="0" presId="urn:microsoft.com/office/officeart/2005/8/layout/hList1"/>
    <dgm:cxn modelId="{00F83EFD-8989-4CF6-9FDC-47FA66D6E3BA}" type="presParOf" srcId="{9A038147-36F8-480C-835E-5E2D5977836A}" destId="{538C5411-C13B-426F-B57E-51862A8C4061}" srcOrd="1" destOrd="0" presId="urn:microsoft.com/office/officeart/2005/8/layout/hList1"/>
    <dgm:cxn modelId="{FBA7200A-62F9-4EE1-84C1-D3CC4ADE9C1F}" type="presParOf" srcId="{D565369F-A014-4A61-BA7C-540692BB6834}" destId="{CCDD21A7-9788-42D9-A363-5DC9473A03E4}" srcOrd="3" destOrd="0" presId="urn:microsoft.com/office/officeart/2005/8/layout/hList1"/>
    <dgm:cxn modelId="{882A3375-02CB-417A-8902-3E59392A8060}" type="presParOf" srcId="{D565369F-A014-4A61-BA7C-540692BB6834}" destId="{658C9A19-2E94-4BFB-A47D-6D9F5C1B77DA}" srcOrd="4" destOrd="0" presId="urn:microsoft.com/office/officeart/2005/8/layout/hList1"/>
    <dgm:cxn modelId="{F6C88477-EE11-4A5F-B6CF-CA7C7949E052}" type="presParOf" srcId="{658C9A19-2E94-4BFB-A47D-6D9F5C1B77DA}" destId="{BAFD207F-7552-40EA-8796-48BCC6EADDE6}" srcOrd="0" destOrd="0" presId="urn:microsoft.com/office/officeart/2005/8/layout/hList1"/>
    <dgm:cxn modelId="{A407D8CA-B1B7-40CD-9125-AC6112E400D0}" type="presParOf" srcId="{658C9A19-2E94-4BFB-A47D-6D9F5C1B77DA}" destId="{FECF0440-F05E-4056-BCC4-1EBE21B2B592}" srcOrd="1" destOrd="0" presId="urn:microsoft.com/office/officeart/2005/8/layout/hList1"/>
    <dgm:cxn modelId="{7F01664E-E27B-4C2D-9AC1-9535FED33535}" type="presParOf" srcId="{D565369F-A014-4A61-BA7C-540692BB6834}" destId="{AC5A9E8F-83E0-4E20-802D-A3B1E5845556}" srcOrd="5" destOrd="0" presId="urn:microsoft.com/office/officeart/2005/8/layout/hList1"/>
    <dgm:cxn modelId="{F3C0F088-6AC2-4EB8-89D6-B6BC9D383F56}" type="presParOf" srcId="{D565369F-A014-4A61-BA7C-540692BB6834}" destId="{61424262-7301-4024-B7DE-6D5BA75720A6}" srcOrd="6" destOrd="0" presId="urn:microsoft.com/office/officeart/2005/8/layout/hList1"/>
    <dgm:cxn modelId="{AAD82925-4E44-4EF7-9BEB-D119003A5B5E}" type="presParOf" srcId="{61424262-7301-4024-B7DE-6D5BA75720A6}" destId="{41C78F44-7EA4-423A-B345-38AB1287A7FA}" srcOrd="0" destOrd="0" presId="urn:microsoft.com/office/officeart/2005/8/layout/hList1"/>
    <dgm:cxn modelId="{834B34CC-C752-4AFE-AF67-6B7FEE3E74F2}" type="presParOf" srcId="{61424262-7301-4024-B7DE-6D5BA75720A6}" destId="{294ABE75-098A-49DC-89F0-C9765CA169AD}"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F7B0FB56-8D5E-4B9F-B224-D58E6F9CE8AE}" type="doc">
      <dgm:prSet loTypeId="urn:microsoft.com/office/officeart/2005/8/layout/default" loCatId="list" qsTypeId="urn:microsoft.com/office/officeart/2005/8/quickstyle/simple1" qsCatId="simple" csTypeId="urn:microsoft.com/office/officeart/2005/8/colors/accent2_2" csCatId="accent2" phldr="1"/>
      <dgm:spPr/>
      <dgm:t>
        <a:bodyPr/>
        <a:lstStyle/>
        <a:p>
          <a:endParaRPr lang="en-US"/>
        </a:p>
      </dgm:t>
    </dgm:pt>
    <dgm:pt modelId="{A11030F4-BE2F-45E3-8232-714FDDC5E269}">
      <dgm:prSet>
        <dgm:style>
          <a:lnRef idx="1">
            <a:schemeClr val="accent5"/>
          </a:lnRef>
          <a:fillRef idx="2">
            <a:schemeClr val="accent5"/>
          </a:fillRef>
          <a:effectRef idx="1">
            <a:schemeClr val="accent5"/>
          </a:effectRef>
          <a:fontRef idx="minor">
            <a:schemeClr val="dk1"/>
          </a:fontRef>
        </dgm:style>
      </dgm:prSet>
      <dgm:spPr>
        <a:effectLst>
          <a:outerShdw blurRad="50800" dist="38100" dir="18900000" algn="bl" rotWithShape="0">
            <a:prstClr val="black">
              <a:alpha val="40000"/>
            </a:prstClr>
          </a:outerShdw>
        </a:effectLst>
      </dgm:spPr>
      <dgm:t>
        <a:bodyPr/>
        <a:lstStyle/>
        <a:p>
          <a:r>
            <a:rPr lang="en-US" dirty="0"/>
            <a:t>Jaccard similarity: 11.57%</a:t>
          </a:r>
        </a:p>
      </dgm:t>
    </dgm:pt>
    <dgm:pt modelId="{DF928185-E590-4743-807B-FBE3D3EAB7E5}" type="parTrans" cxnId="{9777485A-A8B7-4712-A0BD-1B009E4020F4}">
      <dgm:prSet/>
      <dgm:spPr/>
      <dgm:t>
        <a:bodyPr/>
        <a:lstStyle/>
        <a:p>
          <a:endParaRPr lang="en-US"/>
        </a:p>
      </dgm:t>
    </dgm:pt>
    <dgm:pt modelId="{92A4F994-0433-45A5-B05B-6160A59804BB}" type="sibTrans" cxnId="{9777485A-A8B7-4712-A0BD-1B009E4020F4}">
      <dgm:prSet/>
      <dgm:spPr/>
      <dgm:t>
        <a:bodyPr/>
        <a:lstStyle/>
        <a:p>
          <a:endParaRPr lang="en-US"/>
        </a:p>
      </dgm:t>
    </dgm:pt>
    <dgm:pt modelId="{7713D484-A45C-4107-AF1F-96B3E98C5BE4}">
      <dgm:prSet>
        <dgm:style>
          <a:lnRef idx="1">
            <a:schemeClr val="accent5"/>
          </a:lnRef>
          <a:fillRef idx="2">
            <a:schemeClr val="accent5"/>
          </a:fillRef>
          <a:effectRef idx="1">
            <a:schemeClr val="accent5"/>
          </a:effectRef>
          <a:fontRef idx="minor">
            <a:schemeClr val="dk1"/>
          </a:fontRef>
        </dgm:style>
      </dgm:prSet>
      <dgm:spPr>
        <a:effectLst>
          <a:outerShdw blurRad="50800" dist="38100" dir="18900000" algn="bl" rotWithShape="0">
            <a:prstClr val="black">
              <a:alpha val="40000"/>
            </a:prstClr>
          </a:outerShdw>
        </a:effectLst>
      </dgm:spPr>
      <dgm:t>
        <a:bodyPr/>
        <a:lstStyle/>
        <a:p>
          <a:r>
            <a:rPr lang="en-US"/>
            <a:t>Cosine similarity: 33.73%</a:t>
          </a:r>
        </a:p>
      </dgm:t>
    </dgm:pt>
    <dgm:pt modelId="{92EFC6C6-D72D-43B2-BDE6-E020BC9EB532}" type="parTrans" cxnId="{699BDA9B-0C0F-4552-BCFF-32C49FFADE7D}">
      <dgm:prSet/>
      <dgm:spPr/>
      <dgm:t>
        <a:bodyPr/>
        <a:lstStyle/>
        <a:p>
          <a:endParaRPr lang="en-US"/>
        </a:p>
      </dgm:t>
    </dgm:pt>
    <dgm:pt modelId="{5D5EBE52-BB59-43D6-8B99-4C2CAAC8228E}" type="sibTrans" cxnId="{699BDA9B-0C0F-4552-BCFF-32C49FFADE7D}">
      <dgm:prSet/>
      <dgm:spPr/>
      <dgm:t>
        <a:bodyPr/>
        <a:lstStyle/>
        <a:p>
          <a:endParaRPr lang="en-US"/>
        </a:p>
      </dgm:t>
    </dgm:pt>
    <dgm:pt modelId="{D522AD3C-5D0E-4720-8D30-2ABD3FD2E6C9}">
      <dgm:prSet>
        <dgm:style>
          <a:lnRef idx="1">
            <a:schemeClr val="accent5"/>
          </a:lnRef>
          <a:fillRef idx="2">
            <a:schemeClr val="accent5"/>
          </a:fillRef>
          <a:effectRef idx="1">
            <a:schemeClr val="accent5"/>
          </a:effectRef>
          <a:fontRef idx="minor">
            <a:schemeClr val="dk1"/>
          </a:fontRef>
        </dgm:style>
      </dgm:prSet>
      <dgm:spPr>
        <a:effectLst>
          <a:outerShdw blurRad="50800" dist="38100" dir="18900000" algn="bl" rotWithShape="0">
            <a:prstClr val="black">
              <a:alpha val="40000"/>
            </a:prstClr>
          </a:outerShdw>
        </a:effectLst>
      </dgm:spPr>
      <dgm:t>
        <a:bodyPr/>
        <a:lstStyle/>
        <a:p>
          <a:r>
            <a:rPr lang="en-US"/>
            <a:t>No. of common words: 3221</a:t>
          </a:r>
        </a:p>
      </dgm:t>
    </dgm:pt>
    <dgm:pt modelId="{58F6C8D3-1642-4C1D-B6BE-ECE50192D69D}" type="parTrans" cxnId="{50A671DC-E86D-4AD7-937C-DB84540E1B1F}">
      <dgm:prSet/>
      <dgm:spPr/>
      <dgm:t>
        <a:bodyPr/>
        <a:lstStyle/>
        <a:p>
          <a:endParaRPr lang="en-US"/>
        </a:p>
      </dgm:t>
    </dgm:pt>
    <dgm:pt modelId="{0F4D7211-0C7A-4F2A-B782-0EC585C18F76}" type="sibTrans" cxnId="{50A671DC-E86D-4AD7-937C-DB84540E1B1F}">
      <dgm:prSet/>
      <dgm:spPr/>
      <dgm:t>
        <a:bodyPr/>
        <a:lstStyle/>
        <a:p>
          <a:endParaRPr lang="en-US"/>
        </a:p>
      </dgm:t>
    </dgm:pt>
    <dgm:pt modelId="{B7591CB3-49EA-4A61-9EEF-B847809048A0}">
      <dgm:prSet>
        <dgm:style>
          <a:lnRef idx="1">
            <a:schemeClr val="accent5"/>
          </a:lnRef>
          <a:fillRef idx="2">
            <a:schemeClr val="accent5"/>
          </a:fillRef>
          <a:effectRef idx="1">
            <a:schemeClr val="accent5"/>
          </a:effectRef>
          <a:fontRef idx="minor">
            <a:schemeClr val="dk1"/>
          </a:fontRef>
        </dgm:style>
      </dgm:prSet>
      <dgm:spPr>
        <a:effectLst>
          <a:outerShdw blurRad="50800" dist="38100" dir="18900000" algn="bl" rotWithShape="0">
            <a:prstClr val="black">
              <a:alpha val="40000"/>
            </a:prstClr>
          </a:outerShdw>
        </a:effectLst>
      </dgm:spPr>
      <dgm:t>
        <a:bodyPr/>
        <a:lstStyle/>
        <a:p>
          <a:r>
            <a:rPr lang="en-US"/>
            <a:t>No. of words in the union: 27834</a:t>
          </a:r>
        </a:p>
      </dgm:t>
    </dgm:pt>
    <dgm:pt modelId="{C9221F0A-D1A7-4366-B6D8-377E1BF90E9D}" type="parTrans" cxnId="{345C2151-BF8B-4573-A003-F801E152A628}">
      <dgm:prSet/>
      <dgm:spPr/>
      <dgm:t>
        <a:bodyPr/>
        <a:lstStyle/>
        <a:p>
          <a:endParaRPr lang="en-US"/>
        </a:p>
      </dgm:t>
    </dgm:pt>
    <dgm:pt modelId="{58226FF9-0453-4769-A07E-FC7C25AB1015}" type="sibTrans" cxnId="{345C2151-BF8B-4573-A003-F801E152A628}">
      <dgm:prSet/>
      <dgm:spPr/>
      <dgm:t>
        <a:bodyPr/>
        <a:lstStyle/>
        <a:p>
          <a:endParaRPr lang="en-US"/>
        </a:p>
      </dgm:t>
    </dgm:pt>
    <dgm:pt modelId="{C0D23495-DEA2-401F-8759-3F871B9ECB69}">
      <dgm:prSet>
        <dgm:style>
          <a:lnRef idx="1">
            <a:schemeClr val="accent5"/>
          </a:lnRef>
          <a:fillRef idx="2">
            <a:schemeClr val="accent5"/>
          </a:fillRef>
          <a:effectRef idx="1">
            <a:schemeClr val="accent5"/>
          </a:effectRef>
          <a:fontRef idx="minor">
            <a:schemeClr val="dk1"/>
          </a:fontRef>
        </dgm:style>
      </dgm:prSet>
      <dgm:spPr>
        <a:effectLst>
          <a:outerShdw blurRad="50800" dist="38100" dir="18900000" algn="bl" rotWithShape="0">
            <a:prstClr val="black">
              <a:alpha val="40000"/>
            </a:prstClr>
          </a:outerShdw>
        </a:effectLst>
      </dgm:spPr>
      <dgm:t>
        <a:bodyPr/>
        <a:lstStyle/>
        <a:p>
          <a:r>
            <a:rPr lang="en-US"/>
            <a:t>No. of words NOT in TRAIN set but in TEST set: 2659</a:t>
          </a:r>
        </a:p>
      </dgm:t>
    </dgm:pt>
    <dgm:pt modelId="{19018E3F-AECE-4CCE-BAE8-8AAFEAB3373E}" type="parTrans" cxnId="{C0F3347A-8F96-4AB3-A07F-9A0C51199428}">
      <dgm:prSet/>
      <dgm:spPr/>
      <dgm:t>
        <a:bodyPr/>
        <a:lstStyle/>
        <a:p>
          <a:endParaRPr lang="en-US"/>
        </a:p>
      </dgm:t>
    </dgm:pt>
    <dgm:pt modelId="{2A5856E2-614A-4E9B-8673-3388D1101BA6}" type="sibTrans" cxnId="{C0F3347A-8F96-4AB3-A07F-9A0C51199428}">
      <dgm:prSet/>
      <dgm:spPr/>
      <dgm:t>
        <a:bodyPr/>
        <a:lstStyle/>
        <a:p>
          <a:endParaRPr lang="en-US"/>
        </a:p>
      </dgm:t>
    </dgm:pt>
    <dgm:pt modelId="{3C35A7AE-EADA-41F2-9AEB-05563F1D9B9E}">
      <dgm:prSet>
        <dgm:style>
          <a:lnRef idx="1">
            <a:schemeClr val="accent5"/>
          </a:lnRef>
          <a:fillRef idx="2">
            <a:schemeClr val="accent5"/>
          </a:fillRef>
          <a:effectRef idx="1">
            <a:schemeClr val="accent5"/>
          </a:effectRef>
          <a:fontRef idx="minor">
            <a:schemeClr val="dk1"/>
          </a:fontRef>
        </dgm:style>
      </dgm:prSet>
      <dgm:spPr>
        <a:effectLst>
          <a:outerShdw blurRad="50800" dist="38100" dir="18900000" algn="bl" rotWithShape="0">
            <a:prstClr val="black">
              <a:alpha val="40000"/>
            </a:prstClr>
          </a:outerShdw>
        </a:effectLst>
      </dgm:spPr>
      <dgm:t>
        <a:bodyPr/>
        <a:lstStyle/>
        <a:p>
          <a:r>
            <a:rPr lang="en-US"/>
            <a:t>No. of words NOT in TEST set but in TRAIN set: 21954</a:t>
          </a:r>
        </a:p>
      </dgm:t>
    </dgm:pt>
    <dgm:pt modelId="{D2361747-C713-4C92-983E-3A9C44E44AD5}" type="parTrans" cxnId="{53970F39-79FD-4100-8A52-AABAACDC69D6}">
      <dgm:prSet/>
      <dgm:spPr/>
      <dgm:t>
        <a:bodyPr/>
        <a:lstStyle/>
        <a:p>
          <a:endParaRPr lang="en-US"/>
        </a:p>
      </dgm:t>
    </dgm:pt>
    <dgm:pt modelId="{79046BBB-D34B-46CD-8AEE-38EF4F6891B3}" type="sibTrans" cxnId="{53970F39-79FD-4100-8A52-AABAACDC69D6}">
      <dgm:prSet/>
      <dgm:spPr/>
      <dgm:t>
        <a:bodyPr/>
        <a:lstStyle/>
        <a:p>
          <a:endParaRPr lang="en-US"/>
        </a:p>
      </dgm:t>
    </dgm:pt>
    <dgm:pt modelId="{568CCA0B-A498-4E06-89DD-4C50FCCE383A}" type="pres">
      <dgm:prSet presAssocID="{F7B0FB56-8D5E-4B9F-B224-D58E6F9CE8AE}" presName="diagram" presStyleCnt="0">
        <dgm:presLayoutVars>
          <dgm:dir/>
          <dgm:resizeHandles val="exact"/>
        </dgm:presLayoutVars>
      </dgm:prSet>
      <dgm:spPr/>
    </dgm:pt>
    <dgm:pt modelId="{2BBDA8B1-B001-432C-93C1-AB4D21E672A4}" type="pres">
      <dgm:prSet presAssocID="{A11030F4-BE2F-45E3-8232-714FDDC5E269}" presName="node" presStyleLbl="node1" presStyleIdx="0" presStyleCnt="6">
        <dgm:presLayoutVars>
          <dgm:bulletEnabled val="1"/>
        </dgm:presLayoutVars>
      </dgm:prSet>
      <dgm:spPr/>
    </dgm:pt>
    <dgm:pt modelId="{49CB02E6-BB2C-4D65-8DFF-86CC6A596FD6}" type="pres">
      <dgm:prSet presAssocID="{92A4F994-0433-45A5-B05B-6160A59804BB}" presName="sibTrans" presStyleCnt="0"/>
      <dgm:spPr/>
    </dgm:pt>
    <dgm:pt modelId="{CE16FE8C-562C-43DB-BC99-8784C0C82674}" type="pres">
      <dgm:prSet presAssocID="{7713D484-A45C-4107-AF1F-96B3E98C5BE4}" presName="node" presStyleLbl="node1" presStyleIdx="1" presStyleCnt="6">
        <dgm:presLayoutVars>
          <dgm:bulletEnabled val="1"/>
        </dgm:presLayoutVars>
      </dgm:prSet>
      <dgm:spPr/>
    </dgm:pt>
    <dgm:pt modelId="{1B48D13B-5CCF-4072-A917-2D4DACA01622}" type="pres">
      <dgm:prSet presAssocID="{5D5EBE52-BB59-43D6-8B99-4C2CAAC8228E}" presName="sibTrans" presStyleCnt="0"/>
      <dgm:spPr/>
    </dgm:pt>
    <dgm:pt modelId="{432096C8-A92C-4625-BAD9-CAD0CD82BDAC}" type="pres">
      <dgm:prSet presAssocID="{D522AD3C-5D0E-4720-8D30-2ABD3FD2E6C9}" presName="node" presStyleLbl="node1" presStyleIdx="2" presStyleCnt="6">
        <dgm:presLayoutVars>
          <dgm:bulletEnabled val="1"/>
        </dgm:presLayoutVars>
      </dgm:prSet>
      <dgm:spPr/>
    </dgm:pt>
    <dgm:pt modelId="{8886E214-2B00-464E-B674-44CC970F9B0F}" type="pres">
      <dgm:prSet presAssocID="{0F4D7211-0C7A-4F2A-B782-0EC585C18F76}" presName="sibTrans" presStyleCnt="0"/>
      <dgm:spPr/>
    </dgm:pt>
    <dgm:pt modelId="{49D4FA71-9BB1-4667-9086-6D3CBCDE249A}" type="pres">
      <dgm:prSet presAssocID="{B7591CB3-49EA-4A61-9EEF-B847809048A0}" presName="node" presStyleLbl="node1" presStyleIdx="3" presStyleCnt="6">
        <dgm:presLayoutVars>
          <dgm:bulletEnabled val="1"/>
        </dgm:presLayoutVars>
      </dgm:prSet>
      <dgm:spPr/>
    </dgm:pt>
    <dgm:pt modelId="{AA1027FD-308F-425B-BDF4-091C59DC9701}" type="pres">
      <dgm:prSet presAssocID="{58226FF9-0453-4769-A07E-FC7C25AB1015}" presName="sibTrans" presStyleCnt="0"/>
      <dgm:spPr/>
    </dgm:pt>
    <dgm:pt modelId="{673D6359-3A4D-41EC-B947-9FC71D4C0915}" type="pres">
      <dgm:prSet presAssocID="{C0D23495-DEA2-401F-8759-3F871B9ECB69}" presName="node" presStyleLbl="node1" presStyleIdx="4" presStyleCnt="6">
        <dgm:presLayoutVars>
          <dgm:bulletEnabled val="1"/>
        </dgm:presLayoutVars>
      </dgm:prSet>
      <dgm:spPr/>
    </dgm:pt>
    <dgm:pt modelId="{EC5724F5-F164-4F38-BB4C-32739AE7A2F8}" type="pres">
      <dgm:prSet presAssocID="{2A5856E2-614A-4E9B-8673-3388D1101BA6}" presName="sibTrans" presStyleCnt="0"/>
      <dgm:spPr/>
    </dgm:pt>
    <dgm:pt modelId="{A61022D5-A0E4-4B68-AD03-E4E9A2BF84B3}" type="pres">
      <dgm:prSet presAssocID="{3C35A7AE-EADA-41F2-9AEB-05563F1D9B9E}" presName="node" presStyleLbl="node1" presStyleIdx="5" presStyleCnt="6">
        <dgm:presLayoutVars>
          <dgm:bulletEnabled val="1"/>
        </dgm:presLayoutVars>
      </dgm:prSet>
      <dgm:spPr/>
    </dgm:pt>
  </dgm:ptLst>
  <dgm:cxnLst>
    <dgm:cxn modelId="{4383360D-9708-4077-9022-815ABDE98A4B}" type="presOf" srcId="{C0D23495-DEA2-401F-8759-3F871B9ECB69}" destId="{673D6359-3A4D-41EC-B947-9FC71D4C0915}" srcOrd="0" destOrd="0" presId="urn:microsoft.com/office/officeart/2005/8/layout/default"/>
    <dgm:cxn modelId="{30DB0922-26D2-4CBC-A67D-B06F2CB7A36E}" type="presOf" srcId="{B7591CB3-49EA-4A61-9EEF-B847809048A0}" destId="{49D4FA71-9BB1-4667-9086-6D3CBCDE249A}" srcOrd="0" destOrd="0" presId="urn:microsoft.com/office/officeart/2005/8/layout/default"/>
    <dgm:cxn modelId="{53970F39-79FD-4100-8A52-AABAACDC69D6}" srcId="{F7B0FB56-8D5E-4B9F-B224-D58E6F9CE8AE}" destId="{3C35A7AE-EADA-41F2-9AEB-05563F1D9B9E}" srcOrd="5" destOrd="0" parTransId="{D2361747-C713-4C92-983E-3A9C44E44AD5}" sibTransId="{79046BBB-D34B-46CD-8AEE-38EF4F6891B3}"/>
    <dgm:cxn modelId="{345C2151-BF8B-4573-A003-F801E152A628}" srcId="{F7B0FB56-8D5E-4B9F-B224-D58E6F9CE8AE}" destId="{B7591CB3-49EA-4A61-9EEF-B847809048A0}" srcOrd="3" destOrd="0" parTransId="{C9221F0A-D1A7-4366-B6D8-377E1BF90E9D}" sibTransId="{58226FF9-0453-4769-A07E-FC7C25AB1015}"/>
    <dgm:cxn modelId="{99D19E72-82FF-4260-B1FA-EEAE0D8F9B58}" type="presOf" srcId="{7713D484-A45C-4107-AF1F-96B3E98C5BE4}" destId="{CE16FE8C-562C-43DB-BC99-8784C0C82674}" srcOrd="0" destOrd="0" presId="urn:microsoft.com/office/officeart/2005/8/layout/default"/>
    <dgm:cxn modelId="{90CB6B59-FA2B-4457-9310-4E5BEFCAA19A}" type="presOf" srcId="{A11030F4-BE2F-45E3-8232-714FDDC5E269}" destId="{2BBDA8B1-B001-432C-93C1-AB4D21E672A4}" srcOrd="0" destOrd="0" presId="urn:microsoft.com/office/officeart/2005/8/layout/default"/>
    <dgm:cxn modelId="{C0F3347A-8F96-4AB3-A07F-9A0C51199428}" srcId="{F7B0FB56-8D5E-4B9F-B224-D58E6F9CE8AE}" destId="{C0D23495-DEA2-401F-8759-3F871B9ECB69}" srcOrd="4" destOrd="0" parTransId="{19018E3F-AECE-4CCE-BAE8-8AAFEAB3373E}" sibTransId="{2A5856E2-614A-4E9B-8673-3388D1101BA6}"/>
    <dgm:cxn modelId="{9777485A-A8B7-4712-A0BD-1B009E4020F4}" srcId="{F7B0FB56-8D5E-4B9F-B224-D58E6F9CE8AE}" destId="{A11030F4-BE2F-45E3-8232-714FDDC5E269}" srcOrd="0" destOrd="0" parTransId="{DF928185-E590-4743-807B-FBE3D3EAB7E5}" sibTransId="{92A4F994-0433-45A5-B05B-6160A59804BB}"/>
    <dgm:cxn modelId="{865DC183-EFFC-490A-991E-15356C106547}" type="presOf" srcId="{F7B0FB56-8D5E-4B9F-B224-D58E6F9CE8AE}" destId="{568CCA0B-A498-4E06-89DD-4C50FCCE383A}" srcOrd="0" destOrd="0" presId="urn:microsoft.com/office/officeart/2005/8/layout/default"/>
    <dgm:cxn modelId="{699BDA9B-0C0F-4552-BCFF-32C49FFADE7D}" srcId="{F7B0FB56-8D5E-4B9F-B224-D58E6F9CE8AE}" destId="{7713D484-A45C-4107-AF1F-96B3E98C5BE4}" srcOrd="1" destOrd="0" parTransId="{92EFC6C6-D72D-43B2-BDE6-E020BC9EB532}" sibTransId="{5D5EBE52-BB59-43D6-8B99-4C2CAAC8228E}"/>
    <dgm:cxn modelId="{6E337AD8-8A20-4B24-B62C-78CDF0286A09}" type="presOf" srcId="{3C35A7AE-EADA-41F2-9AEB-05563F1D9B9E}" destId="{A61022D5-A0E4-4B68-AD03-E4E9A2BF84B3}" srcOrd="0" destOrd="0" presId="urn:microsoft.com/office/officeart/2005/8/layout/default"/>
    <dgm:cxn modelId="{50A671DC-E86D-4AD7-937C-DB84540E1B1F}" srcId="{F7B0FB56-8D5E-4B9F-B224-D58E6F9CE8AE}" destId="{D522AD3C-5D0E-4720-8D30-2ABD3FD2E6C9}" srcOrd="2" destOrd="0" parTransId="{58F6C8D3-1642-4C1D-B6BE-ECE50192D69D}" sibTransId="{0F4D7211-0C7A-4F2A-B782-0EC585C18F76}"/>
    <dgm:cxn modelId="{45B3DDF8-226E-4421-9138-635A80292DBA}" type="presOf" srcId="{D522AD3C-5D0E-4720-8D30-2ABD3FD2E6C9}" destId="{432096C8-A92C-4625-BAD9-CAD0CD82BDAC}" srcOrd="0" destOrd="0" presId="urn:microsoft.com/office/officeart/2005/8/layout/default"/>
    <dgm:cxn modelId="{5B8E9A76-8C84-44B6-91C0-3526C7127214}" type="presParOf" srcId="{568CCA0B-A498-4E06-89DD-4C50FCCE383A}" destId="{2BBDA8B1-B001-432C-93C1-AB4D21E672A4}" srcOrd="0" destOrd="0" presId="urn:microsoft.com/office/officeart/2005/8/layout/default"/>
    <dgm:cxn modelId="{9030EEC1-59D9-4C98-AB23-A6872BA01784}" type="presParOf" srcId="{568CCA0B-A498-4E06-89DD-4C50FCCE383A}" destId="{49CB02E6-BB2C-4D65-8DFF-86CC6A596FD6}" srcOrd="1" destOrd="0" presId="urn:microsoft.com/office/officeart/2005/8/layout/default"/>
    <dgm:cxn modelId="{64E2842D-9925-45C4-9C0B-F6A44D508C88}" type="presParOf" srcId="{568CCA0B-A498-4E06-89DD-4C50FCCE383A}" destId="{CE16FE8C-562C-43DB-BC99-8784C0C82674}" srcOrd="2" destOrd="0" presId="urn:microsoft.com/office/officeart/2005/8/layout/default"/>
    <dgm:cxn modelId="{3C9F5B54-EA69-4069-88CF-CAE2FA08489B}" type="presParOf" srcId="{568CCA0B-A498-4E06-89DD-4C50FCCE383A}" destId="{1B48D13B-5CCF-4072-A917-2D4DACA01622}" srcOrd="3" destOrd="0" presId="urn:microsoft.com/office/officeart/2005/8/layout/default"/>
    <dgm:cxn modelId="{2624C3C3-F1EC-4E4B-904D-4AC84FB542AC}" type="presParOf" srcId="{568CCA0B-A498-4E06-89DD-4C50FCCE383A}" destId="{432096C8-A92C-4625-BAD9-CAD0CD82BDAC}" srcOrd="4" destOrd="0" presId="urn:microsoft.com/office/officeart/2005/8/layout/default"/>
    <dgm:cxn modelId="{58E6588B-8699-4A07-A831-C5066E26132F}" type="presParOf" srcId="{568CCA0B-A498-4E06-89DD-4C50FCCE383A}" destId="{8886E214-2B00-464E-B674-44CC970F9B0F}" srcOrd="5" destOrd="0" presId="urn:microsoft.com/office/officeart/2005/8/layout/default"/>
    <dgm:cxn modelId="{300F310C-4564-4928-AD83-328A4EF07F6D}" type="presParOf" srcId="{568CCA0B-A498-4E06-89DD-4C50FCCE383A}" destId="{49D4FA71-9BB1-4667-9086-6D3CBCDE249A}" srcOrd="6" destOrd="0" presId="urn:microsoft.com/office/officeart/2005/8/layout/default"/>
    <dgm:cxn modelId="{3F6BBE1F-43F1-4AF5-BB59-CDF6CFA99A0C}" type="presParOf" srcId="{568CCA0B-A498-4E06-89DD-4C50FCCE383A}" destId="{AA1027FD-308F-425B-BDF4-091C59DC9701}" srcOrd="7" destOrd="0" presId="urn:microsoft.com/office/officeart/2005/8/layout/default"/>
    <dgm:cxn modelId="{6A2BF667-7AD4-4BB4-BC7B-A66E005FE577}" type="presParOf" srcId="{568CCA0B-A498-4E06-89DD-4C50FCCE383A}" destId="{673D6359-3A4D-41EC-B947-9FC71D4C0915}" srcOrd="8" destOrd="0" presId="urn:microsoft.com/office/officeart/2005/8/layout/default"/>
    <dgm:cxn modelId="{7FF30CB3-EA3C-440E-B280-FA9DA803CFA2}" type="presParOf" srcId="{568CCA0B-A498-4E06-89DD-4C50FCCE383A}" destId="{EC5724F5-F164-4F38-BB4C-32739AE7A2F8}" srcOrd="9" destOrd="0" presId="urn:microsoft.com/office/officeart/2005/8/layout/default"/>
    <dgm:cxn modelId="{71ECC008-CCC7-415C-9AFB-056BC173AA6D}" type="presParOf" srcId="{568CCA0B-A498-4E06-89DD-4C50FCCE383A}" destId="{A61022D5-A0E4-4B68-AD03-E4E9A2BF84B3}" srcOrd="1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D569B576-4023-4E89-9842-448286F3EBC6}" type="doc">
      <dgm:prSet loTypeId="urn:microsoft.com/office/officeart/2005/8/layout/vList2" loCatId="list" qsTypeId="urn:microsoft.com/office/officeart/2005/8/quickstyle/3d2" qsCatId="3D" csTypeId="urn:microsoft.com/office/officeart/2005/8/colors/accent1_2" csCatId="accent1" phldr="1"/>
      <dgm:spPr/>
      <dgm:t>
        <a:bodyPr/>
        <a:lstStyle/>
        <a:p>
          <a:endParaRPr lang="en-US"/>
        </a:p>
      </dgm:t>
    </dgm:pt>
    <dgm:pt modelId="{B513FFE5-B1A4-4D24-A641-28AA47158C57}">
      <dgm:prSet phldrT="[Text]"/>
      <dgm:spPr/>
      <dgm:t>
        <a:bodyPr/>
        <a:lstStyle/>
        <a:p>
          <a:r>
            <a:rPr lang="en-US" dirty="0"/>
            <a:t>Stop words</a:t>
          </a:r>
        </a:p>
      </dgm:t>
    </dgm:pt>
    <dgm:pt modelId="{EEA3721B-E431-4A5E-A9E7-E9C17DE92538}" type="parTrans" cxnId="{A1AFD7F4-20C0-4DA5-8465-C2CEF01EEAE6}">
      <dgm:prSet/>
      <dgm:spPr/>
      <dgm:t>
        <a:bodyPr/>
        <a:lstStyle/>
        <a:p>
          <a:endParaRPr lang="en-US"/>
        </a:p>
      </dgm:t>
    </dgm:pt>
    <dgm:pt modelId="{C60A85EE-1D7C-4864-BBA5-E387D6E1E358}" type="sibTrans" cxnId="{A1AFD7F4-20C0-4DA5-8465-C2CEF01EEAE6}">
      <dgm:prSet/>
      <dgm:spPr/>
      <dgm:t>
        <a:bodyPr/>
        <a:lstStyle/>
        <a:p>
          <a:endParaRPr lang="en-US"/>
        </a:p>
      </dgm:t>
    </dgm:pt>
    <dgm:pt modelId="{F892011C-CF17-4510-A51B-C81BA4BDFB3B}">
      <dgm:prSet phldrT="[Text]"/>
      <dgm:spPr>
        <a:solidFill>
          <a:schemeClr val="accent6">
            <a:lumMod val="75000"/>
          </a:schemeClr>
        </a:solidFill>
      </dgm:spPr>
      <dgm:t>
        <a:bodyPr/>
        <a:lstStyle/>
        <a:p>
          <a:r>
            <a:rPr lang="en-US" dirty="0"/>
            <a:t>Lemmatization</a:t>
          </a:r>
        </a:p>
      </dgm:t>
    </dgm:pt>
    <dgm:pt modelId="{EFA0B42E-0BF8-4B88-A0B1-8E125B8567E5}" type="parTrans" cxnId="{0AD86493-5473-40E7-8FEE-DCF014AD6CD4}">
      <dgm:prSet/>
      <dgm:spPr/>
      <dgm:t>
        <a:bodyPr/>
        <a:lstStyle/>
        <a:p>
          <a:endParaRPr lang="en-US"/>
        </a:p>
      </dgm:t>
    </dgm:pt>
    <dgm:pt modelId="{5C333261-579D-4141-A14F-C72B438A54AE}" type="sibTrans" cxnId="{0AD86493-5473-40E7-8FEE-DCF014AD6CD4}">
      <dgm:prSet/>
      <dgm:spPr/>
      <dgm:t>
        <a:bodyPr/>
        <a:lstStyle/>
        <a:p>
          <a:endParaRPr lang="en-US"/>
        </a:p>
      </dgm:t>
    </dgm:pt>
    <dgm:pt modelId="{61989CAD-9173-4499-BEC5-01A6823583D7}">
      <dgm:prSet phldrT="[Text]"/>
      <dgm:spPr>
        <a:solidFill>
          <a:schemeClr val="accent2"/>
        </a:solidFill>
      </dgm:spPr>
      <dgm:t>
        <a:bodyPr/>
        <a:lstStyle/>
        <a:p>
          <a:r>
            <a:rPr lang="en-US" dirty="0"/>
            <a:t>Single character words</a:t>
          </a:r>
        </a:p>
      </dgm:t>
    </dgm:pt>
    <dgm:pt modelId="{7CEFE2D1-43ED-485A-9633-B0EDC683D3B6}" type="parTrans" cxnId="{909868A9-5189-4A61-ABD7-87F9996B5D13}">
      <dgm:prSet/>
      <dgm:spPr/>
      <dgm:t>
        <a:bodyPr/>
        <a:lstStyle/>
        <a:p>
          <a:endParaRPr lang="en-US"/>
        </a:p>
      </dgm:t>
    </dgm:pt>
    <dgm:pt modelId="{79B96A7D-8600-4070-B5FB-E38A841B60DC}" type="sibTrans" cxnId="{909868A9-5189-4A61-ABD7-87F9996B5D13}">
      <dgm:prSet/>
      <dgm:spPr/>
      <dgm:t>
        <a:bodyPr/>
        <a:lstStyle/>
        <a:p>
          <a:endParaRPr lang="en-US"/>
        </a:p>
      </dgm:t>
    </dgm:pt>
    <dgm:pt modelId="{108D9DEF-83EE-426A-B3E3-8A6543C89F5F}">
      <dgm:prSet phldrT="[Text]"/>
      <dgm:spPr/>
      <dgm:t>
        <a:bodyPr/>
        <a:lstStyle/>
        <a:p>
          <a:r>
            <a:rPr lang="en-US" dirty="0"/>
            <a:t>There are around 2000 stop words, which accounts to 0.2% of the total words in the train data.</a:t>
          </a:r>
        </a:p>
      </dgm:t>
    </dgm:pt>
    <dgm:pt modelId="{6073D1CD-C06D-4C1D-B103-8AAF10930C51}" type="parTrans" cxnId="{4F965623-4B4E-46E9-B668-6630FC8D79AA}">
      <dgm:prSet/>
      <dgm:spPr/>
      <dgm:t>
        <a:bodyPr/>
        <a:lstStyle/>
        <a:p>
          <a:endParaRPr lang="en-US"/>
        </a:p>
      </dgm:t>
    </dgm:pt>
    <dgm:pt modelId="{1FBCAC9F-FD71-4DA5-B254-F545E5E6A769}" type="sibTrans" cxnId="{4F965623-4B4E-46E9-B668-6630FC8D79AA}">
      <dgm:prSet/>
      <dgm:spPr/>
      <dgm:t>
        <a:bodyPr/>
        <a:lstStyle/>
        <a:p>
          <a:endParaRPr lang="en-US"/>
        </a:p>
      </dgm:t>
    </dgm:pt>
    <dgm:pt modelId="{583CA598-20F4-4215-BB33-6BDD7DAE6F43}">
      <dgm:prSet/>
      <dgm:spPr/>
      <dgm:t>
        <a:bodyPr/>
        <a:lstStyle/>
        <a:p>
          <a:r>
            <a:rPr lang="en-US" dirty="0"/>
            <a:t>No. of features on vectorizing the training data after removing stop words and performing lemmatization were reduced by 31.</a:t>
          </a:r>
        </a:p>
      </dgm:t>
    </dgm:pt>
    <dgm:pt modelId="{98DD933B-D78D-4CB1-A56E-5A1A563B8CDB}" type="parTrans" cxnId="{C3B92FD2-D430-41F8-B87A-843E98C68AA9}">
      <dgm:prSet/>
      <dgm:spPr/>
      <dgm:t>
        <a:bodyPr/>
        <a:lstStyle/>
        <a:p>
          <a:endParaRPr lang="en-US"/>
        </a:p>
      </dgm:t>
    </dgm:pt>
    <dgm:pt modelId="{26BCA00C-222E-450B-9EB8-3D9541EE7156}" type="sibTrans" cxnId="{C3B92FD2-D430-41F8-B87A-843E98C68AA9}">
      <dgm:prSet/>
      <dgm:spPr/>
      <dgm:t>
        <a:bodyPr/>
        <a:lstStyle/>
        <a:p>
          <a:endParaRPr lang="en-US"/>
        </a:p>
      </dgm:t>
    </dgm:pt>
    <dgm:pt modelId="{CD330635-FB3D-4F73-90D9-79767E654FD1}">
      <dgm:prSet/>
      <dgm:spPr/>
      <dgm:t>
        <a:bodyPr/>
        <a:lstStyle/>
        <a:p>
          <a:r>
            <a:rPr lang="en-US"/>
            <a:t>Around 3000 single character words (like C, N, K, etc) were removed.</a:t>
          </a:r>
          <a:endParaRPr lang="en-US" dirty="0"/>
        </a:p>
      </dgm:t>
    </dgm:pt>
    <dgm:pt modelId="{9E3AF5E8-1F0B-49F8-910E-A1BAEB6FC85D}" type="parTrans" cxnId="{C451C84F-B518-410C-8A65-DEB0A7F8B116}">
      <dgm:prSet/>
      <dgm:spPr/>
      <dgm:t>
        <a:bodyPr/>
        <a:lstStyle/>
        <a:p>
          <a:endParaRPr lang="en-US"/>
        </a:p>
      </dgm:t>
    </dgm:pt>
    <dgm:pt modelId="{A15B3FB6-635B-493B-96DD-D291BD45B3A7}" type="sibTrans" cxnId="{C451C84F-B518-410C-8A65-DEB0A7F8B116}">
      <dgm:prSet/>
      <dgm:spPr/>
      <dgm:t>
        <a:bodyPr/>
        <a:lstStyle/>
        <a:p>
          <a:endParaRPr lang="en-US"/>
        </a:p>
      </dgm:t>
    </dgm:pt>
    <dgm:pt modelId="{E3371E0E-310B-4008-B6B3-90DF60E7EC18}" type="pres">
      <dgm:prSet presAssocID="{D569B576-4023-4E89-9842-448286F3EBC6}" presName="linear" presStyleCnt="0">
        <dgm:presLayoutVars>
          <dgm:animLvl val="lvl"/>
          <dgm:resizeHandles val="exact"/>
        </dgm:presLayoutVars>
      </dgm:prSet>
      <dgm:spPr/>
    </dgm:pt>
    <dgm:pt modelId="{AA46EBE6-770C-4AC6-A0B8-B0230D6C137E}" type="pres">
      <dgm:prSet presAssocID="{B513FFE5-B1A4-4D24-A641-28AA47158C57}" presName="parentText" presStyleLbl="node1" presStyleIdx="0" presStyleCnt="3" custScaleX="56955" custScaleY="95730" custLinFactNeighborX="-37775" custLinFactNeighborY="-7488">
        <dgm:presLayoutVars>
          <dgm:chMax val="0"/>
          <dgm:bulletEnabled val="1"/>
        </dgm:presLayoutVars>
      </dgm:prSet>
      <dgm:spPr/>
    </dgm:pt>
    <dgm:pt modelId="{70414F3F-CC08-4918-BD49-37A7A0D5BF11}" type="pres">
      <dgm:prSet presAssocID="{B513FFE5-B1A4-4D24-A641-28AA47158C57}" presName="childText" presStyleLbl="revTx" presStyleIdx="0" presStyleCnt="3">
        <dgm:presLayoutVars>
          <dgm:bulletEnabled val="1"/>
        </dgm:presLayoutVars>
      </dgm:prSet>
      <dgm:spPr/>
    </dgm:pt>
    <dgm:pt modelId="{06A6196E-E0EF-4A23-8C4D-CA46CD117E96}" type="pres">
      <dgm:prSet presAssocID="{F892011C-CF17-4510-A51B-C81BA4BDFB3B}" presName="parentText" presStyleLbl="node1" presStyleIdx="1" presStyleCnt="3" custScaleX="57130" custLinFactNeighborX="-23104" custLinFactNeighborY="-3209">
        <dgm:presLayoutVars>
          <dgm:chMax val="0"/>
          <dgm:bulletEnabled val="1"/>
        </dgm:presLayoutVars>
      </dgm:prSet>
      <dgm:spPr/>
    </dgm:pt>
    <dgm:pt modelId="{66753BF0-95E5-44F5-9754-91BDD719FD2E}" type="pres">
      <dgm:prSet presAssocID="{F892011C-CF17-4510-A51B-C81BA4BDFB3B}" presName="childText" presStyleLbl="revTx" presStyleIdx="1" presStyleCnt="3">
        <dgm:presLayoutVars>
          <dgm:bulletEnabled val="1"/>
        </dgm:presLayoutVars>
      </dgm:prSet>
      <dgm:spPr/>
    </dgm:pt>
    <dgm:pt modelId="{C5A83F03-E4C6-4221-9915-CBDC25C7C3DD}" type="pres">
      <dgm:prSet presAssocID="{61989CAD-9173-4499-BEC5-01A6823583D7}" presName="parentText" presStyleLbl="node1" presStyleIdx="2" presStyleCnt="3" custScaleX="57130" custLinFactNeighborX="-21523" custLinFactNeighborY="1">
        <dgm:presLayoutVars>
          <dgm:chMax val="0"/>
          <dgm:bulletEnabled val="1"/>
        </dgm:presLayoutVars>
      </dgm:prSet>
      <dgm:spPr/>
    </dgm:pt>
    <dgm:pt modelId="{E51BFB5B-0A47-4384-AD61-AA483AF85A64}" type="pres">
      <dgm:prSet presAssocID="{61989CAD-9173-4499-BEC5-01A6823583D7}" presName="childText" presStyleLbl="revTx" presStyleIdx="2" presStyleCnt="3">
        <dgm:presLayoutVars>
          <dgm:bulletEnabled val="1"/>
        </dgm:presLayoutVars>
      </dgm:prSet>
      <dgm:spPr/>
    </dgm:pt>
  </dgm:ptLst>
  <dgm:cxnLst>
    <dgm:cxn modelId="{4F965623-4B4E-46E9-B668-6630FC8D79AA}" srcId="{B513FFE5-B1A4-4D24-A641-28AA47158C57}" destId="{108D9DEF-83EE-426A-B3E3-8A6543C89F5F}" srcOrd="0" destOrd="0" parTransId="{6073D1CD-C06D-4C1D-B103-8AAF10930C51}" sibTransId="{1FBCAC9F-FD71-4DA5-B254-F545E5E6A769}"/>
    <dgm:cxn modelId="{D6032324-26F8-4581-B523-7B08F0167B38}" type="presOf" srcId="{61989CAD-9173-4499-BEC5-01A6823583D7}" destId="{C5A83F03-E4C6-4221-9915-CBDC25C7C3DD}" srcOrd="0" destOrd="0" presId="urn:microsoft.com/office/officeart/2005/8/layout/vList2"/>
    <dgm:cxn modelId="{D3F98F3E-6022-4940-9115-1592F807858E}" type="presOf" srcId="{D569B576-4023-4E89-9842-448286F3EBC6}" destId="{E3371E0E-310B-4008-B6B3-90DF60E7EC18}" srcOrd="0" destOrd="0" presId="urn:microsoft.com/office/officeart/2005/8/layout/vList2"/>
    <dgm:cxn modelId="{C451C84F-B518-410C-8A65-DEB0A7F8B116}" srcId="{61989CAD-9173-4499-BEC5-01A6823583D7}" destId="{CD330635-FB3D-4F73-90D9-79767E654FD1}" srcOrd="0" destOrd="0" parTransId="{9E3AF5E8-1F0B-49F8-910E-A1BAEB6FC85D}" sibTransId="{A15B3FB6-635B-493B-96DD-D291BD45B3A7}"/>
    <dgm:cxn modelId="{EA75AA56-39A2-4760-8571-0EE29903CF66}" type="presOf" srcId="{F892011C-CF17-4510-A51B-C81BA4BDFB3B}" destId="{06A6196E-E0EF-4A23-8C4D-CA46CD117E96}" srcOrd="0" destOrd="0" presId="urn:microsoft.com/office/officeart/2005/8/layout/vList2"/>
    <dgm:cxn modelId="{060EE383-97A9-4C52-A4D6-8E8056EC5CB4}" type="presOf" srcId="{B513FFE5-B1A4-4D24-A641-28AA47158C57}" destId="{AA46EBE6-770C-4AC6-A0B8-B0230D6C137E}" srcOrd="0" destOrd="0" presId="urn:microsoft.com/office/officeart/2005/8/layout/vList2"/>
    <dgm:cxn modelId="{0AD86493-5473-40E7-8FEE-DCF014AD6CD4}" srcId="{D569B576-4023-4E89-9842-448286F3EBC6}" destId="{F892011C-CF17-4510-A51B-C81BA4BDFB3B}" srcOrd="1" destOrd="0" parTransId="{EFA0B42E-0BF8-4B88-A0B1-8E125B8567E5}" sibTransId="{5C333261-579D-4141-A14F-C72B438A54AE}"/>
    <dgm:cxn modelId="{909868A9-5189-4A61-ABD7-87F9996B5D13}" srcId="{D569B576-4023-4E89-9842-448286F3EBC6}" destId="{61989CAD-9173-4499-BEC5-01A6823583D7}" srcOrd="2" destOrd="0" parTransId="{7CEFE2D1-43ED-485A-9633-B0EDC683D3B6}" sibTransId="{79B96A7D-8600-4070-B5FB-E38A841B60DC}"/>
    <dgm:cxn modelId="{A69B4FBD-6ABE-4641-B16F-9DE10848374A}" type="presOf" srcId="{108D9DEF-83EE-426A-B3E3-8A6543C89F5F}" destId="{70414F3F-CC08-4918-BD49-37A7A0D5BF11}" srcOrd="0" destOrd="0" presId="urn:microsoft.com/office/officeart/2005/8/layout/vList2"/>
    <dgm:cxn modelId="{C3B92FD2-D430-41F8-B87A-843E98C68AA9}" srcId="{F892011C-CF17-4510-A51B-C81BA4BDFB3B}" destId="{583CA598-20F4-4215-BB33-6BDD7DAE6F43}" srcOrd="0" destOrd="0" parTransId="{98DD933B-D78D-4CB1-A56E-5A1A563B8CDB}" sibTransId="{26BCA00C-222E-450B-9EB8-3D9541EE7156}"/>
    <dgm:cxn modelId="{A7C4FED5-F18D-4945-877C-7063DE023A29}" type="presOf" srcId="{CD330635-FB3D-4F73-90D9-79767E654FD1}" destId="{E51BFB5B-0A47-4384-AD61-AA483AF85A64}" srcOrd="0" destOrd="0" presId="urn:microsoft.com/office/officeart/2005/8/layout/vList2"/>
    <dgm:cxn modelId="{08C1EFE8-7CC4-46C0-8794-82256E0220CC}" type="presOf" srcId="{583CA598-20F4-4215-BB33-6BDD7DAE6F43}" destId="{66753BF0-95E5-44F5-9754-91BDD719FD2E}" srcOrd="0" destOrd="0" presId="urn:microsoft.com/office/officeart/2005/8/layout/vList2"/>
    <dgm:cxn modelId="{A1AFD7F4-20C0-4DA5-8465-C2CEF01EEAE6}" srcId="{D569B576-4023-4E89-9842-448286F3EBC6}" destId="{B513FFE5-B1A4-4D24-A641-28AA47158C57}" srcOrd="0" destOrd="0" parTransId="{EEA3721B-E431-4A5E-A9E7-E9C17DE92538}" sibTransId="{C60A85EE-1D7C-4864-BBA5-E387D6E1E358}"/>
    <dgm:cxn modelId="{39AA8D36-82DC-49BE-AA6E-D9607B73D95E}" type="presParOf" srcId="{E3371E0E-310B-4008-B6B3-90DF60E7EC18}" destId="{AA46EBE6-770C-4AC6-A0B8-B0230D6C137E}" srcOrd="0" destOrd="0" presId="urn:microsoft.com/office/officeart/2005/8/layout/vList2"/>
    <dgm:cxn modelId="{8037094B-B851-4C5F-8E38-05C46046FCAF}" type="presParOf" srcId="{E3371E0E-310B-4008-B6B3-90DF60E7EC18}" destId="{70414F3F-CC08-4918-BD49-37A7A0D5BF11}" srcOrd="1" destOrd="0" presId="urn:microsoft.com/office/officeart/2005/8/layout/vList2"/>
    <dgm:cxn modelId="{C15DECF3-D17B-4291-92A3-4A3C71B24BD1}" type="presParOf" srcId="{E3371E0E-310B-4008-B6B3-90DF60E7EC18}" destId="{06A6196E-E0EF-4A23-8C4D-CA46CD117E96}" srcOrd="2" destOrd="0" presId="urn:microsoft.com/office/officeart/2005/8/layout/vList2"/>
    <dgm:cxn modelId="{B3EB3CF8-2790-4560-97EF-9329258B3DE9}" type="presParOf" srcId="{E3371E0E-310B-4008-B6B3-90DF60E7EC18}" destId="{66753BF0-95E5-44F5-9754-91BDD719FD2E}" srcOrd="3" destOrd="0" presId="urn:microsoft.com/office/officeart/2005/8/layout/vList2"/>
    <dgm:cxn modelId="{3BB70F8F-E723-4FC8-BDD3-6763F008E12D}" type="presParOf" srcId="{E3371E0E-310B-4008-B6B3-90DF60E7EC18}" destId="{C5A83F03-E4C6-4221-9915-CBDC25C7C3DD}" srcOrd="4" destOrd="0" presId="urn:microsoft.com/office/officeart/2005/8/layout/vList2"/>
    <dgm:cxn modelId="{AE65FB8B-C578-4FA2-BE6E-A2E065E63C5C}" type="presParOf" srcId="{E3371E0E-310B-4008-B6B3-90DF60E7EC18}" destId="{E51BFB5B-0A47-4384-AD61-AA483AF85A64}"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686556E6-A645-4A6B-84A3-49B9F42B9E35}"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en-US"/>
        </a:p>
      </dgm:t>
    </dgm:pt>
    <dgm:pt modelId="{5D306D15-B369-4748-86E3-13F3F072C472}">
      <dgm:prSet/>
      <dgm:spPr/>
      <dgm:t>
        <a:bodyPr/>
        <a:lstStyle/>
        <a:p>
          <a:r>
            <a:rPr lang="en-US" dirty="0"/>
            <a:t>Modularize the </a:t>
          </a:r>
          <a:r>
            <a:rPr lang="en-US" dirty="0" err="1"/>
            <a:t>jupyter</a:t>
          </a:r>
          <a:r>
            <a:rPr lang="en-US" dirty="0"/>
            <a:t> notebook.</a:t>
          </a:r>
        </a:p>
      </dgm:t>
    </dgm:pt>
    <dgm:pt modelId="{71B79FC3-EAF8-4E81-92A7-331056BB2A63}" type="parTrans" cxnId="{CB5F85A9-7BFC-4F47-A92B-E3E670EE3267}">
      <dgm:prSet/>
      <dgm:spPr/>
      <dgm:t>
        <a:bodyPr/>
        <a:lstStyle/>
        <a:p>
          <a:endParaRPr lang="en-US"/>
        </a:p>
      </dgm:t>
    </dgm:pt>
    <dgm:pt modelId="{BDAD1F14-A402-43E5-A3AC-40755BC1F43F}" type="sibTrans" cxnId="{CB5F85A9-7BFC-4F47-A92B-E3E670EE3267}">
      <dgm:prSet/>
      <dgm:spPr/>
      <dgm:t>
        <a:bodyPr/>
        <a:lstStyle/>
        <a:p>
          <a:endParaRPr lang="en-US"/>
        </a:p>
      </dgm:t>
    </dgm:pt>
    <dgm:pt modelId="{3D8FF62C-904D-4430-AF8D-685D5055D352}">
      <dgm:prSet/>
      <dgm:spPr/>
      <dgm:t>
        <a:bodyPr/>
        <a:lstStyle/>
        <a:p>
          <a:r>
            <a:rPr lang="en-US"/>
            <a:t>Clean the test data as well.</a:t>
          </a:r>
        </a:p>
      </dgm:t>
    </dgm:pt>
    <dgm:pt modelId="{D384D4D5-0ABD-456C-8FF3-30FD0ADFC2A4}" type="parTrans" cxnId="{D401CC42-D023-4492-996A-54DE70BF6C84}">
      <dgm:prSet/>
      <dgm:spPr/>
      <dgm:t>
        <a:bodyPr/>
        <a:lstStyle/>
        <a:p>
          <a:endParaRPr lang="en-US"/>
        </a:p>
      </dgm:t>
    </dgm:pt>
    <dgm:pt modelId="{9DF5E648-ACA8-48BA-ACA2-EE9674D1A385}" type="sibTrans" cxnId="{D401CC42-D023-4492-996A-54DE70BF6C84}">
      <dgm:prSet/>
      <dgm:spPr/>
      <dgm:t>
        <a:bodyPr/>
        <a:lstStyle/>
        <a:p>
          <a:endParaRPr lang="en-US"/>
        </a:p>
      </dgm:t>
    </dgm:pt>
    <dgm:pt modelId="{E97E11B0-DE49-48D8-A0D3-192CF1969208}">
      <dgm:prSet/>
      <dgm:spPr/>
      <dgm:t>
        <a:bodyPr/>
        <a:lstStyle/>
        <a:p>
          <a:r>
            <a:rPr lang="en-US" dirty="0"/>
            <a:t>Try to implement the logistic regression.</a:t>
          </a:r>
        </a:p>
      </dgm:t>
    </dgm:pt>
    <dgm:pt modelId="{E59776DF-8A45-4D64-B729-5AD8D863896B}" type="parTrans" cxnId="{CFB6382E-5CE7-4B53-8C01-C0F05164BBFA}">
      <dgm:prSet/>
      <dgm:spPr/>
      <dgm:t>
        <a:bodyPr/>
        <a:lstStyle/>
        <a:p>
          <a:endParaRPr lang="en-US"/>
        </a:p>
      </dgm:t>
    </dgm:pt>
    <dgm:pt modelId="{D1290A3D-53D1-4C3E-812E-BE626CC832CC}" type="sibTrans" cxnId="{CFB6382E-5CE7-4B53-8C01-C0F05164BBFA}">
      <dgm:prSet/>
      <dgm:spPr/>
      <dgm:t>
        <a:bodyPr/>
        <a:lstStyle/>
        <a:p>
          <a:endParaRPr lang="en-US"/>
        </a:p>
      </dgm:t>
    </dgm:pt>
    <dgm:pt modelId="{5A0994EF-60FF-4ACD-9525-512C4F5D5C48}">
      <dgm:prSet/>
      <dgm:spPr/>
      <dgm:t>
        <a:bodyPr/>
        <a:lstStyle/>
        <a:p>
          <a:r>
            <a:rPr lang="en-US" dirty="0"/>
            <a:t>Formulate the function for Trust factor.</a:t>
          </a:r>
        </a:p>
      </dgm:t>
    </dgm:pt>
    <dgm:pt modelId="{D68C1755-506A-44DD-9143-F066C159D7D1}" type="parTrans" cxnId="{4A867E36-D110-4DBA-9B56-6E75462137EB}">
      <dgm:prSet/>
      <dgm:spPr/>
      <dgm:t>
        <a:bodyPr/>
        <a:lstStyle/>
        <a:p>
          <a:endParaRPr lang="en-US"/>
        </a:p>
      </dgm:t>
    </dgm:pt>
    <dgm:pt modelId="{F66B05E5-1C64-4B5D-980B-713DB8F312AB}" type="sibTrans" cxnId="{4A867E36-D110-4DBA-9B56-6E75462137EB}">
      <dgm:prSet/>
      <dgm:spPr/>
      <dgm:t>
        <a:bodyPr/>
        <a:lstStyle/>
        <a:p>
          <a:endParaRPr lang="en-US"/>
        </a:p>
      </dgm:t>
    </dgm:pt>
    <dgm:pt modelId="{109C6332-E386-4AE4-AD93-20D268A3A2E6}">
      <dgm:prSet/>
      <dgm:spPr/>
      <dgm:t>
        <a:bodyPr/>
        <a:lstStyle/>
        <a:p>
          <a:r>
            <a:rPr lang="en-US" dirty="0"/>
            <a:t>Test the performance on the test data.</a:t>
          </a:r>
        </a:p>
      </dgm:t>
    </dgm:pt>
    <dgm:pt modelId="{22B250CE-1EA5-4B52-A7BC-7C2324CA92D0}" type="parTrans" cxnId="{64CA0154-7F3B-4F66-B6F6-C3DD1B8F1C6E}">
      <dgm:prSet/>
      <dgm:spPr/>
      <dgm:t>
        <a:bodyPr/>
        <a:lstStyle/>
        <a:p>
          <a:endParaRPr lang="en-US"/>
        </a:p>
      </dgm:t>
    </dgm:pt>
    <dgm:pt modelId="{77A5028E-F1F9-4AA7-B662-3674DB560397}" type="sibTrans" cxnId="{64CA0154-7F3B-4F66-B6F6-C3DD1B8F1C6E}">
      <dgm:prSet/>
      <dgm:spPr/>
      <dgm:t>
        <a:bodyPr/>
        <a:lstStyle/>
        <a:p>
          <a:endParaRPr lang="en-US"/>
        </a:p>
      </dgm:t>
    </dgm:pt>
    <dgm:pt modelId="{AC0D7CDC-B181-488E-8064-CDA76807985A}">
      <dgm:prSet/>
      <dgm:spPr/>
      <dgm:t>
        <a:bodyPr/>
        <a:lstStyle/>
        <a:p>
          <a:r>
            <a:rPr lang="en-US" dirty="0"/>
            <a:t>Fuzzy score</a:t>
          </a:r>
        </a:p>
      </dgm:t>
    </dgm:pt>
    <dgm:pt modelId="{BEAF1897-7A1D-4E6C-9461-CDB494C0277D}" type="parTrans" cxnId="{D2FDB788-205C-4DCB-83E2-808413568AE3}">
      <dgm:prSet/>
      <dgm:spPr/>
      <dgm:t>
        <a:bodyPr/>
        <a:lstStyle/>
        <a:p>
          <a:endParaRPr lang="en-US"/>
        </a:p>
      </dgm:t>
    </dgm:pt>
    <dgm:pt modelId="{0232E427-BF8F-4B62-9537-81118CF930EF}" type="sibTrans" cxnId="{D2FDB788-205C-4DCB-83E2-808413568AE3}">
      <dgm:prSet/>
      <dgm:spPr/>
      <dgm:t>
        <a:bodyPr/>
        <a:lstStyle/>
        <a:p>
          <a:endParaRPr lang="en-US"/>
        </a:p>
      </dgm:t>
    </dgm:pt>
    <dgm:pt modelId="{5D60F618-3EC9-4B9A-914E-7DCB6B9D7D49}">
      <dgm:prSet/>
      <dgm:spPr/>
      <dgm:t>
        <a:bodyPr/>
        <a:lstStyle/>
        <a:p>
          <a:r>
            <a:rPr lang="en-US" dirty="0"/>
            <a:t>Try n-grams in vectorizer</a:t>
          </a:r>
        </a:p>
      </dgm:t>
    </dgm:pt>
    <dgm:pt modelId="{1EF16B89-AC9B-4891-834C-857DB0DB2B5F}" type="parTrans" cxnId="{F845CACF-5E93-47E0-A03D-9CF218AC4E36}">
      <dgm:prSet/>
      <dgm:spPr/>
      <dgm:t>
        <a:bodyPr/>
        <a:lstStyle/>
        <a:p>
          <a:endParaRPr lang="en-US"/>
        </a:p>
      </dgm:t>
    </dgm:pt>
    <dgm:pt modelId="{DD3BEAB7-A5E2-4232-8B0E-F253620513AD}" type="sibTrans" cxnId="{F845CACF-5E93-47E0-A03D-9CF218AC4E36}">
      <dgm:prSet/>
      <dgm:spPr/>
      <dgm:t>
        <a:bodyPr/>
        <a:lstStyle/>
        <a:p>
          <a:endParaRPr lang="en-US"/>
        </a:p>
      </dgm:t>
    </dgm:pt>
    <dgm:pt modelId="{C1AF78BD-9203-4CC8-B62C-B6EE4F2F4905}" type="pres">
      <dgm:prSet presAssocID="{686556E6-A645-4A6B-84A3-49B9F42B9E35}" presName="Name0" presStyleCnt="0">
        <dgm:presLayoutVars>
          <dgm:dir/>
          <dgm:resizeHandles val="exact"/>
        </dgm:presLayoutVars>
      </dgm:prSet>
      <dgm:spPr/>
    </dgm:pt>
    <dgm:pt modelId="{C216B8B7-1839-46D7-BBD0-8DE73CE1AD4A}" type="pres">
      <dgm:prSet presAssocID="{5D306D15-B369-4748-86E3-13F3F072C472}" presName="node" presStyleLbl="node1" presStyleIdx="0" presStyleCnt="6">
        <dgm:presLayoutVars>
          <dgm:bulletEnabled val="1"/>
        </dgm:presLayoutVars>
      </dgm:prSet>
      <dgm:spPr/>
    </dgm:pt>
    <dgm:pt modelId="{B0F95D3A-D6D5-4A8A-94D2-95EA5E14EBB5}" type="pres">
      <dgm:prSet presAssocID="{BDAD1F14-A402-43E5-A3AC-40755BC1F43F}" presName="sibTrans" presStyleLbl="sibTrans2D1" presStyleIdx="0" presStyleCnt="5"/>
      <dgm:spPr/>
    </dgm:pt>
    <dgm:pt modelId="{54EAD32F-9993-49D1-BD76-19849924431F}" type="pres">
      <dgm:prSet presAssocID="{BDAD1F14-A402-43E5-A3AC-40755BC1F43F}" presName="connectorText" presStyleLbl="sibTrans2D1" presStyleIdx="0" presStyleCnt="5"/>
      <dgm:spPr/>
    </dgm:pt>
    <dgm:pt modelId="{493D2EA2-EC33-4BEF-BC7B-6B61B6D4776B}" type="pres">
      <dgm:prSet presAssocID="{3D8FF62C-904D-4430-AF8D-685D5055D352}" presName="node" presStyleLbl="node1" presStyleIdx="1" presStyleCnt="6">
        <dgm:presLayoutVars>
          <dgm:bulletEnabled val="1"/>
        </dgm:presLayoutVars>
      </dgm:prSet>
      <dgm:spPr/>
    </dgm:pt>
    <dgm:pt modelId="{C9B935C8-2DE4-4E3C-B007-F691DFFDEA3C}" type="pres">
      <dgm:prSet presAssocID="{9DF5E648-ACA8-48BA-ACA2-EE9674D1A385}" presName="sibTrans" presStyleLbl="sibTrans2D1" presStyleIdx="1" presStyleCnt="5"/>
      <dgm:spPr/>
    </dgm:pt>
    <dgm:pt modelId="{9AC947CF-3985-427B-827D-F36E1B46325B}" type="pres">
      <dgm:prSet presAssocID="{9DF5E648-ACA8-48BA-ACA2-EE9674D1A385}" presName="connectorText" presStyleLbl="sibTrans2D1" presStyleIdx="1" presStyleCnt="5"/>
      <dgm:spPr/>
    </dgm:pt>
    <dgm:pt modelId="{DFA8AF77-8194-4DDD-915A-3AA861140DD7}" type="pres">
      <dgm:prSet presAssocID="{E97E11B0-DE49-48D8-A0D3-192CF1969208}" presName="node" presStyleLbl="node1" presStyleIdx="2" presStyleCnt="6">
        <dgm:presLayoutVars>
          <dgm:bulletEnabled val="1"/>
        </dgm:presLayoutVars>
      </dgm:prSet>
      <dgm:spPr/>
    </dgm:pt>
    <dgm:pt modelId="{B551D6FD-5822-4E5C-8D8B-CE4D28178578}" type="pres">
      <dgm:prSet presAssocID="{D1290A3D-53D1-4C3E-812E-BE626CC832CC}" presName="sibTrans" presStyleLbl="sibTrans2D1" presStyleIdx="2" presStyleCnt="5"/>
      <dgm:spPr/>
    </dgm:pt>
    <dgm:pt modelId="{E97B1E2C-57BE-45B2-9C8C-FBB72FA075BF}" type="pres">
      <dgm:prSet presAssocID="{D1290A3D-53D1-4C3E-812E-BE626CC832CC}" presName="connectorText" presStyleLbl="sibTrans2D1" presStyleIdx="2" presStyleCnt="5"/>
      <dgm:spPr/>
    </dgm:pt>
    <dgm:pt modelId="{4FE508EF-EB9B-42AE-B3E7-F4F4A29A574E}" type="pres">
      <dgm:prSet presAssocID="{5D60F618-3EC9-4B9A-914E-7DCB6B9D7D49}" presName="node" presStyleLbl="node1" presStyleIdx="3" presStyleCnt="6">
        <dgm:presLayoutVars>
          <dgm:bulletEnabled val="1"/>
        </dgm:presLayoutVars>
      </dgm:prSet>
      <dgm:spPr/>
    </dgm:pt>
    <dgm:pt modelId="{E83414C5-96A3-48FC-A8CF-116C99056606}" type="pres">
      <dgm:prSet presAssocID="{DD3BEAB7-A5E2-4232-8B0E-F253620513AD}" presName="sibTrans" presStyleLbl="sibTrans2D1" presStyleIdx="3" presStyleCnt="5"/>
      <dgm:spPr/>
    </dgm:pt>
    <dgm:pt modelId="{DF7AD57E-1FF3-4803-97A9-7E4F91B65C2A}" type="pres">
      <dgm:prSet presAssocID="{DD3BEAB7-A5E2-4232-8B0E-F253620513AD}" presName="connectorText" presStyleLbl="sibTrans2D1" presStyleIdx="3" presStyleCnt="5"/>
      <dgm:spPr/>
    </dgm:pt>
    <dgm:pt modelId="{D376DA88-047C-44F0-BD0E-A47516D201FD}" type="pres">
      <dgm:prSet presAssocID="{5A0994EF-60FF-4ACD-9525-512C4F5D5C48}" presName="node" presStyleLbl="node1" presStyleIdx="4" presStyleCnt="6">
        <dgm:presLayoutVars>
          <dgm:bulletEnabled val="1"/>
        </dgm:presLayoutVars>
      </dgm:prSet>
      <dgm:spPr/>
    </dgm:pt>
    <dgm:pt modelId="{C6D63944-AD0C-4968-B3A1-507F7949FDCA}" type="pres">
      <dgm:prSet presAssocID="{F66B05E5-1C64-4B5D-980B-713DB8F312AB}" presName="sibTrans" presStyleLbl="sibTrans2D1" presStyleIdx="4" presStyleCnt="5"/>
      <dgm:spPr/>
    </dgm:pt>
    <dgm:pt modelId="{0067FF86-6090-48C1-A792-FCF8B52D3FD3}" type="pres">
      <dgm:prSet presAssocID="{F66B05E5-1C64-4B5D-980B-713DB8F312AB}" presName="connectorText" presStyleLbl="sibTrans2D1" presStyleIdx="4" presStyleCnt="5"/>
      <dgm:spPr/>
    </dgm:pt>
    <dgm:pt modelId="{8A473AA0-E395-4EEB-A774-01DBD415B1DE}" type="pres">
      <dgm:prSet presAssocID="{109C6332-E386-4AE4-AD93-20D268A3A2E6}" presName="node" presStyleLbl="node1" presStyleIdx="5" presStyleCnt="6">
        <dgm:presLayoutVars>
          <dgm:bulletEnabled val="1"/>
        </dgm:presLayoutVars>
      </dgm:prSet>
      <dgm:spPr/>
    </dgm:pt>
  </dgm:ptLst>
  <dgm:cxnLst>
    <dgm:cxn modelId="{D41A1E23-151B-46CE-96FD-E32A87366976}" type="presOf" srcId="{F66B05E5-1C64-4B5D-980B-713DB8F312AB}" destId="{0067FF86-6090-48C1-A792-FCF8B52D3FD3}" srcOrd="1" destOrd="0" presId="urn:microsoft.com/office/officeart/2005/8/layout/process1"/>
    <dgm:cxn modelId="{6D02D625-AD54-4133-A706-92447DD7CB54}" type="presOf" srcId="{AC0D7CDC-B181-488E-8064-CDA76807985A}" destId="{D376DA88-047C-44F0-BD0E-A47516D201FD}" srcOrd="0" destOrd="1" presId="urn:microsoft.com/office/officeart/2005/8/layout/process1"/>
    <dgm:cxn modelId="{CFB6382E-5CE7-4B53-8C01-C0F05164BBFA}" srcId="{686556E6-A645-4A6B-84A3-49B9F42B9E35}" destId="{E97E11B0-DE49-48D8-A0D3-192CF1969208}" srcOrd="2" destOrd="0" parTransId="{E59776DF-8A45-4D64-B729-5AD8D863896B}" sibTransId="{D1290A3D-53D1-4C3E-812E-BE626CC832CC}"/>
    <dgm:cxn modelId="{4A867E36-D110-4DBA-9B56-6E75462137EB}" srcId="{686556E6-A645-4A6B-84A3-49B9F42B9E35}" destId="{5A0994EF-60FF-4ACD-9525-512C4F5D5C48}" srcOrd="4" destOrd="0" parTransId="{D68C1755-506A-44DD-9143-F066C159D7D1}" sibTransId="{F66B05E5-1C64-4B5D-980B-713DB8F312AB}"/>
    <dgm:cxn modelId="{15C6E85B-C098-493D-9058-C59D6C38EFC3}" type="presOf" srcId="{D1290A3D-53D1-4C3E-812E-BE626CC832CC}" destId="{E97B1E2C-57BE-45B2-9C8C-FBB72FA075BF}" srcOrd="1" destOrd="0" presId="urn:microsoft.com/office/officeart/2005/8/layout/process1"/>
    <dgm:cxn modelId="{D401CC42-D023-4492-996A-54DE70BF6C84}" srcId="{686556E6-A645-4A6B-84A3-49B9F42B9E35}" destId="{3D8FF62C-904D-4430-AF8D-685D5055D352}" srcOrd="1" destOrd="0" parTransId="{D384D4D5-0ABD-456C-8FF3-30FD0ADFC2A4}" sibTransId="{9DF5E648-ACA8-48BA-ACA2-EE9674D1A385}"/>
    <dgm:cxn modelId="{C128B266-8752-4AA6-B925-3EC9E007525A}" type="presOf" srcId="{D1290A3D-53D1-4C3E-812E-BE626CC832CC}" destId="{B551D6FD-5822-4E5C-8D8B-CE4D28178578}" srcOrd="0" destOrd="0" presId="urn:microsoft.com/office/officeart/2005/8/layout/process1"/>
    <dgm:cxn modelId="{D0CD0272-1F52-440B-B742-46501462A7AB}" type="presOf" srcId="{BDAD1F14-A402-43E5-A3AC-40755BC1F43F}" destId="{B0F95D3A-D6D5-4A8A-94D2-95EA5E14EBB5}" srcOrd="0" destOrd="0" presId="urn:microsoft.com/office/officeart/2005/8/layout/process1"/>
    <dgm:cxn modelId="{64CA0154-7F3B-4F66-B6F6-C3DD1B8F1C6E}" srcId="{686556E6-A645-4A6B-84A3-49B9F42B9E35}" destId="{109C6332-E386-4AE4-AD93-20D268A3A2E6}" srcOrd="5" destOrd="0" parTransId="{22B250CE-1EA5-4B52-A7BC-7C2324CA92D0}" sibTransId="{77A5028E-F1F9-4AA7-B662-3674DB560397}"/>
    <dgm:cxn modelId="{00EE1155-9F5C-4710-B2D6-B911FABEDB9B}" type="presOf" srcId="{BDAD1F14-A402-43E5-A3AC-40755BC1F43F}" destId="{54EAD32F-9993-49D1-BD76-19849924431F}" srcOrd="1" destOrd="0" presId="urn:microsoft.com/office/officeart/2005/8/layout/process1"/>
    <dgm:cxn modelId="{D2FDB788-205C-4DCB-83E2-808413568AE3}" srcId="{5A0994EF-60FF-4ACD-9525-512C4F5D5C48}" destId="{AC0D7CDC-B181-488E-8064-CDA76807985A}" srcOrd="0" destOrd="0" parTransId="{BEAF1897-7A1D-4E6C-9461-CDB494C0277D}" sibTransId="{0232E427-BF8F-4B62-9537-81118CF930EF}"/>
    <dgm:cxn modelId="{0B93B888-17C9-4E9A-AB93-1315D767D8BD}" type="presOf" srcId="{686556E6-A645-4A6B-84A3-49B9F42B9E35}" destId="{C1AF78BD-9203-4CC8-B62C-B6EE4F2F4905}" srcOrd="0" destOrd="0" presId="urn:microsoft.com/office/officeart/2005/8/layout/process1"/>
    <dgm:cxn modelId="{B50C0E92-F05D-4E46-8C89-B57A4A7C4F85}" type="presOf" srcId="{5D60F618-3EC9-4B9A-914E-7DCB6B9D7D49}" destId="{4FE508EF-EB9B-42AE-B3E7-F4F4A29A574E}" srcOrd="0" destOrd="0" presId="urn:microsoft.com/office/officeart/2005/8/layout/process1"/>
    <dgm:cxn modelId="{4D936897-D741-4ADD-8037-7986D02497C3}" type="presOf" srcId="{F66B05E5-1C64-4B5D-980B-713DB8F312AB}" destId="{C6D63944-AD0C-4968-B3A1-507F7949FDCA}" srcOrd="0" destOrd="0" presId="urn:microsoft.com/office/officeart/2005/8/layout/process1"/>
    <dgm:cxn modelId="{C0995598-7D09-417C-B43C-F8A8E2CF5F05}" type="presOf" srcId="{5D306D15-B369-4748-86E3-13F3F072C472}" destId="{C216B8B7-1839-46D7-BBD0-8DE73CE1AD4A}" srcOrd="0" destOrd="0" presId="urn:microsoft.com/office/officeart/2005/8/layout/process1"/>
    <dgm:cxn modelId="{7940119A-5404-485F-8459-45BFA77A0F1C}" type="presOf" srcId="{5A0994EF-60FF-4ACD-9525-512C4F5D5C48}" destId="{D376DA88-047C-44F0-BD0E-A47516D201FD}" srcOrd="0" destOrd="0" presId="urn:microsoft.com/office/officeart/2005/8/layout/process1"/>
    <dgm:cxn modelId="{2536659A-FC51-4329-BA37-EFBE65C6528D}" type="presOf" srcId="{3D8FF62C-904D-4430-AF8D-685D5055D352}" destId="{493D2EA2-EC33-4BEF-BC7B-6B61B6D4776B}" srcOrd="0" destOrd="0" presId="urn:microsoft.com/office/officeart/2005/8/layout/process1"/>
    <dgm:cxn modelId="{82B43D9C-45F4-44A4-8D3F-FDBEB832FFC8}" type="presOf" srcId="{9DF5E648-ACA8-48BA-ACA2-EE9674D1A385}" destId="{9AC947CF-3985-427B-827D-F36E1B46325B}" srcOrd="1" destOrd="0" presId="urn:microsoft.com/office/officeart/2005/8/layout/process1"/>
    <dgm:cxn modelId="{C389E89C-6C13-4B46-B494-CC0BEA43CAF2}" type="presOf" srcId="{9DF5E648-ACA8-48BA-ACA2-EE9674D1A385}" destId="{C9B935C8-2DE4-4E3C-B007-F691DFFDEA3C}" srcOrd="0" destOrd="0" presId="urn:microsoft.com/office/officeart/2005/8/layout/process1"/>
    <dgm:cxn modelId="{CB5F85A9-7BFC-4F47-A92B-E3E670EE3267}" srcId="{686556E6-A645-4A6B-84A3-49B9F42B9E35}" destId="{5D306D15-B369-4748-86E3-13F3F072C472}" srcOrd="0" destOrd="0" parTransId="{71B79FC3-EAF8-4E81-92A7-331056BB2A63}" sibTransId="{BDAD1F14-A402-43E5-A3AC-40755BC1F43F}"/>
    <dgm:cxn modelId="{99AB07B2-76CB-4AC7-82DE-A4A83C1AB31E}" type="presOf" srcId="{DD3BEAB7-A5E2-4232-8B0E-F253620513AD}" destId="{DF7AD57E-1FF3-4803-97A9-7E4F91B65C2A}" srcOrd="1" destOrd="0" presId="urn:microsoft.com/office/officeart/2005/8/layout/process1"/>
    <dgm:cxn modelId="{36D0D8CB-F829-49B6-8152-1CDAEF444D72}" type="presOf" srcId="{109C6332-E386-4AE4-AD93-20D268A3A2E6}" destId="{8A473AA0-E395-4EEB-A774-01DBD415B1DE}" srcOrd="0" destOrd="0" presId="urn:microsoft.com/office/officeart/2005/8/layout/process1"/>
    <dgm:cxn modelId="{F845CACF-5E93-47E0-A03D-9CF218AC4E36}" srcId="{686556E6-A645-4A6B-84A3-49B9F42B9E35}" destId="{5D60F618-3EC9-4B9A-914E-7DCB6B9D7D49}" srcOrd="3" destOrd="0" parTransId="{1EF16B89-AC9B-4891-834C-857DB0DB2B5F}" sibTransId="{DD3BEAB7-A5E2-4232-8B0E-F253620513AD}"/>
    <dgm:cxn modelId="{C74484D0-650F-4068-9B9D-27285C38C036}" type="presOf" srcId="{E97E11B0-DE49-48D8-A0D3-192CF1969208}" destId="{DFA8AF77-8194-4DDD-915A-3AA861140DD7}" srcOrd="0" destOrd="0" presId="urn:microsoft.com/office/officeart/2005/8/layout/process1"/>
    <dgm:cxn modelId="{409A04D5-2D6A-4A59-B629-2F4344751404}" type="presOf" srcId="{DD3BEAB7-A5E2-4232-8B0E-F253620513AD}" destId="{E83414C5-96A3-48FC-A8CF-116C99056606}" srcOrd="0" destOrd="0" presId="urn:microsoft.com/office/officeart/2005/8/layout/process1"/>
    <dgm:cxn modelId="{E8A8FE91-E54E-45DA-9BEF-887376285345}" type="presParOf" srcId="{C1AF78BD-9203-4CC8-B62C-B6EE4F2F4905}" destId="{C216B8B7-1839-46D7-BBD0-8DE73CE1AD4A}" srcOrd="0" destOrd="0" presId="urn:microsoft.com/office/officeart/2005/8/layout/process1"/>
    <dgm:cxn modelId="{261171C6-88C6-4686-987C-B5968730270E}" type="presParOf" srcId="{C1AF78BD-9203-4CC8-B62C-B6EE4F2F4905}" destId="{B0F95D3A-D6D5-4A8A-94D2-95EA5E14EBB5}" srcOrd="1" destOrd="0" presId="urn:microsoft.com/office/officeart/2005/8/layout/process1"/>
    <dgm:cxn modelId="{18054A75-B357-4B7A-9B91-6D8BC12DE243}" type="presParOf" srcId="{B0F95D3A-D6D5-4A8A-94D2-95EA5E14EBB5}" destId="{54EAD32F-9993-49D1-BD76-19849924431F}" srcOrd="0" destOrd="0" presId="urn:microsoft.com/office/officeart/2005/8/layout/process1"/>
    <dgm:cxn modelId="{8E90B08D-500B-4541-B9F4-5F04ADD60655}" type="presParOf" srcId="{C1AF78BD-9203-4CC8-B62C-B6EE4F2F4905}" destId="{493D2EA2-EC33-4BEF-BC7B-6B61B6D4776B}" srcOrd="2" destOrd="0" presId="urn:microsoft.com/office/officeart/2005/8/layout/process1"/>
    <dgm:cxn modelId="{A3ADA269-0929-4753-99DA-DE2E8BE47FD1}" type="presParOf" srcId="{C1AF78BD-9203-4CC8-B62C-B6EE4F2F4905}" destId="{C9B935C8-2DE4-4E3C-B007-F691DFFDEA3C}" srcOrd="3" destOrd="0" presId="urn:microsoft.com/office/officeart/2005/8/layout/process1"/>
    <dgm:cxn modelId="{A473E756-7DCD-43A5-98EB-CD7FD6481604}" type="presParOf" srcId="{C9B935C8-2DE4-4E3C-B007-F691DFFDEA3C}" destId="{9AC947CF-3985-427B-827D-F36E1B46325B}" srcOrd="0" destOrd="0" presId="urn:microsoft.com/office/officeart/2005/8/layout/process1"/>
    <dgm:cxn modelId="{47E52926-B83A-49AF-A240-36CAA77D9F0C}" type="presParOf" srcId="{C1AF78BD-9203-4CC8-B62C-B6EE4F2F4905}" destId="{DFA8AF77-8194-4DDD-915A-3AA861140DD7}" srcOrd="4" destOrd="0" presId="urn:microsoft.com/office/officeart/2005/8/layout/process1"/>
    <dgm:cxn modelId="{AA48C7BA-693A-40B7-B5A6-6A1AB7BF2EC6}" type="presParOf" srcId="{C1AF78BD-9203-4CC8-B62C-B6EE4F2F4905}" destId="{B551D6FD-5822-4E5C-8D8B-CE4D28178578}" srcOrd="5" destOrd="0" presId="urn:microsoft.com/office/officeart/2005/8/layout/process1"/>
    <dgm:cxn modelId="{85F1B537-E3A9-4E3F-9C01-48EA0EE62E27}" type="presParOf" srcId="{B551D6FD-5822-4E5C-8D8B-CE4D28178578}" destId="{E97B1E2C-57BE-45B2-9C8C-FBB72FA075BF}" srcOrd="0" destOrd="0" presId="urn:microsoft.com/office/officeart/2005/8/layout/process1"/>
    <dgm:cxn modelId="{C3667982-8F85-45BF-9A08-18C47BD87B9D}" type="presParOf" srcId="{C1AF78BD-9203-4CC8-B62C-B6EE4F2F4905}" destId="{4FE508EF-EB9B-42AE-B3E7-F4F4A29A574E}" srcOrd="6" destOrd="0" presId="urn:microsoft.com/office/officeart/2005/8/layout/process1"/>
    <dgm:cxn modelId="{86517A15-6C6D-4903-9552-95F362155F08}" type="presParOf" srcId="{C1AF78BD-9203-4CC8-B62C-B6EE4F2F4905}" destId="{E83414C5-96A3-48FC-A8CF-116C99056606}" srcOrd="7" destOrd="0" presId="urn:microsoft.com/office/officeart/2005/8/layout/process1"/>
    <dgm:cxn modelId="{B79643CB-02DB-489E-A6E4-C83EB5AA5FC8}" type="presParOf" srcId="{E83414C5-96A3-48FC-A8CF-116C99056606}" destId="{DF7AD57E-1FF3-4803-97A9-7E4F91B65C2A}" srcOrd="0" destOrd="0" presId="urn:microsoft.com/office/officeart/2005/8/layout/process1"/>
    <dgm:cxn modelId="{AAE20D3D-85A8-4D43-A3F7-61E49CAB6F1E}" type="presParOf" srcId="{C1AF78BD-9203-4CC8-B62C-B6EE4F2F4905}" destId="{D376DA88-047C-44F0-BD0E-A47516D201FD}" srcOrd="8" destOrd="0" presId="urn:microsoft.com/office/officeart/2005/8/layout/process1"/>
    <dgm:cxn modelId="{ABB299FA-3F5D-48D5-BD92-81157412B01D}" type="presParOf" srcId="{C1AF78BD-9203-4CC8-B62C-B6EE4F2F4905}" destId="{C6D63944-AD0C-4968-B3A1-507F7949FDCA}" srcOrd="9" destOrd="0" presId="urn:microsoft.com/office/officeart/2005/8/layout/process1"/>
    <dgm:cxn modelId="{BA528B8B-06BE-4F7E-9A1D-7D5F682439E8}" type="presParOf" srcId="{C6D63944-AD0C-4968-B3A1-507F7949FDCA}" destId="{0067FF86-6090-48C1-A792-FCF8B52D3FD3}" srcOrd="0" destOrd="0" presId="urn:microsoft.com/office/officeart/2005/8/layout/process1"/>
    <dgm:cxn modelId="{490AE2B5-E826-450C-BB2A-A4012C2C9AE4}" type="presParOf" srcId="{C1AF78BD-9203-4CC8-B62C-B6EE4F2F4905}" destId="{8A473AA0-E395-4EEB-A774-01DBD415B1DE}" srcOrd="10"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CCCBBECC-E854-48CF-BB9F-32BD0C5D2CD7}"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n-US"/>
        </a:p>
      </dgm:t>
    </dgm:pt>
    <dgm:pt modelId="{C9DC2DA5-E90E-4622-B009-5DB1126671CD}">
      <dgm:prSet phldrT="[Text]">
        <dgm:style>
          <a:lnRef idx="0">
            <a:schemeClr val="accent3"/>
          </a:lnRef>
          <a:fillRef idx="3">
            <a:schemeClr val="accent3"/>
          </a:fillRef>
          <a:effectRef idx="3">
            <a:schemeClr val="accent3"/>
          </a:effectRef>
          <a:fontRef idx="minor">
            <a:schemeClr val="lt1"/>
          </a:fontRef>
        </dgm:style>
      </dgm:prSet>
      <dgm:spPr/>
      <dgm:t>
        <a:bodyPr/>
        <a:lstStyle/>
        <a:p>
          <a:r>
            <a:rPr lang="en-US" dirty="0"/>
            <a:t>EDA</a:t>
          </a:r>
        </a:p>
      </dgm:t>
    </dgm:pt>
    <dgm:pt modelId="{435F3F00-B5F4-41FF-8C63-89D3408234D3}" type="parTrans" cxnId="{BEFEB340-A8CC-48CD-AADB-8EFAB52974D7}">
      <dgm:prSet/>
      <dgm:spPr/>
      <dgm:t>
        <a:bodyPr/>
        <a:lstStyle/>
        <a:p>
          <a:endParaRPr lang="en-US"/>
        </a:p>
      </dgm:t>
    </dgm:pt>
    <dgm:pt modelId="{C0392B97-E4A8-4E9C-9C91-E3D23E678377}" type="sibTrans" cxnId="{BEFEB340-A8CC-48CD-AADB-8EFAB52974D7}">
      <dgm:prSet/>
      <dgm:spPr/>
      <dgm:t>
        <a:bodyPr/>
        <a:lstStyle/>
        <a:p>
          <a:endParaRPr lang="en-US"/>
        </a:p>
      </dgm:t>
    </dgm:pt>
    <dgm:pt modelId="{28D5209D-DC49-46CE-AFDD-21E8F355C573}">
      <dgm:prSet phldrT="[Text]"/>
      <dgm:spPr/>
      <dgm:t>
        <a:bodyPr/>
        <a:lstStyle/>
        <a:p>
          <a:r>
            <a:rPr lang="en-US" dirty="0"/>
            <a:t>Jaccard similarity</a:t>
          </a:r>
        </a:p>
      </dgm:t>
    </dgm:pt>
    <dgm:pt modelId="{29F0E32A-5DC9-47D4-BBF3-38C03ADAB596}" type="parTrans" cxnId="{BF81C4F2-44BE-431B-85CB-EDEE19639E16}">
      <dgm:prSet/>
      <dgm:spPr/>
      <dgm:t>
        <a:bodyPr/>
        <a:lstStyle/>
        <a:p>
          <a:endParaRPr lang="en-US"/>
        </a:p>
      </dgm:t>
    </dgm:pt>
    <dgm:pt modelId="{F206AB19-7050-4B2E-B8D9-5122F6BFA319}" type="sibTrans" cxnId="{BF81C4F2-44BE-431B-85CB-EDEE19639E16}">
      <dgm:prSet/>
      <dgm:spPr/>
      <dgm:t>
        <a:bodyPr/>
        <a:lstStyle/>
        <a:p>
          <a:endParaRPr lang="en-US"/>
        </a:p>
      </dgm:t>
    </dgm:pt>
    <dgm:pt modelId="{42323CDC-09AA-4014-B801-AA2F2B8F4D3F}">
      <dgm:prSet phldrT="[Text]"/>
      <dgm:spPr/>
      <dgm:t>
        <a:bodyPr/>
        <a:lstStyle/>
        <a:p>
          <a:r>
            <a:rPr lang="en-US" dirty="0"/>
            <a:t>Cosine similarity</a:t>
          </a:r>
        </a:p>
      </dgm:t>
    </dgm:pt>
    <dgm:pt modelId="{404D0C81-50F6-46D4-9D4F-4FA8C3333CF6}" type="parTrans" cxnId="{179EA83B-9314-4B13-81D7-6CB0C9FD362F}">
      <dgm:prSet/>
      <dgm:spPr/>
      <dgm:t>
        <a:bodyPr/>
        <a:lstStyle/>
        <a:p>
          <a:endParaRPr lang="en-US"/>
        </a:p>
      </dgm:t>
    </dgm:pt>
    <dgm:pt modelId="{D8637937-56B4-430A-96A5-1805564045F5}" type="sibTrans" cxnId="{179EA83B-9314-4B13-81D7-6CB0C9FD362F}">
      <dgm:prSet/>
      <dgm:spPr/>
      <dgm:t>
        <a:bodyPr/>
        <a:lstStyle/>
        <a:p>
          <a:endParaRPr lang="en-US"/>
        </a:p>
      </dgm:t>
    </dgm:pt>
    <dgm:pt modelId="{9822BEF7-4DAC-408A-A227-F1B31D6B50BD}">
      <dgm:prSet phldrT="[Text]"/>
      <dgm:spPr/>
      <dgm:t>
        <a:bodyPr/>
        <a:lstStyle/>
        <a:p>
          <a:r>
            <a:rPr lang="en-US" dirty="0"/>
            <a:t>Multiple metric</a:t>
          </a:r>
        </a:p>
      </dgm:t>
    </dgm:pt>
    <dgm:pt modelId="{8B826118-B5EA-4AB4-93A8-9ADEBF6EBD52}" type="parTrans" cxnId="{B3F8390B-F87E-4840-BC1B-6E6AC721F56A}">
      <dgm:prSet/>
      <dgm:spPr/>
      <dgm:t>
        <a:bodyPr/>
        <a:lstStyle/>
        <a:p>
          <a:endParaRPr lang="en-US"/>
        </a:p>
      </dgm:t>
    </dgm:pt>
    <dgm:pt modelId="{E9786552-0044-4232-B7CD-062EAF216EC4}" type="sibTrans" cxnId="{B3F8390B-F87E-4840-BC1B-6E6AC721F56A}">
      <dgm:prSet/>
      <dgm:spPr/>
      <dgm:t>
        <a:bodyPr/>
        <a:lstStyle/>
        <a:p>
          <a:endParaRPr lang="en-US"/>
        </a:p>
      </dgm:t>
    </dgm:pt>
    <dgm:pt modelId="{26208461-2B4E-4893-91A2-4CF1E085E5E7}">
      <dgm:prSet phldrT="[Text]"/>
      <dgm:spPr/>
      <dgm:t>
        <a:bodyPr/>
        <a:lstStyle/>
        <a:p>
          <a:r>
            <a:rPr lang="en-US" dirty="0"/>
            <a:t>Random forest</a:t>
          </a:r>
        </a:p>
      </dgm:t>
    </dgm:pt>
    <dgm:pt modelId="{BBD32BA1-630B-4DC8-8AA6-F47FCB487197}" type="parTrans" cxnId="{FB47FD26-622D-47B4-9FFA-40A22564297E}">
      <dgm:prSet/>
      <dgm:spPr/>
      <dgm:t>
        <a:bodyPr/>
        <a:lstStyle/>
        <a:p>
          <a:endParaRPr lang="en-US"/>
        </a:p>
      </dgm:t>
    </dgm:pt>
    <dgm:pt modelId="{827A0B47-D459-4795-9F72-ECCF829492BD}" type="sibTrans" cxnId="{FB47FD26-622D-47B4-9FFA-40A22564297E}">
      <dgm:prSet/>
      <dgm:spPr/>
      <dgm:t>
        <a:bodyPr/>
        <a:lstStyle/>
        <a:p>
          <a:endParaRPr lang="en-US"/>
        </a:p>
      </dgm:t>
    </dgm:pt>
    <dgm:pt modelId="{5CBDEFF5-C36C-40F5-A1F2-6959A63304AC}">
      <dgm:prSet phldrT="[Text]"/>
      <dgm:spPr/>
      <dgm:t>
        <a:bodyPr/>
        <a:lstStyle/>
        <a:p>
          <a:r>
            <a:rPr lang="en-US" dirty="0"/>
            <a:t>Common words</a:t>
          </a:r>
        </a:p>
      </dgm:t>
    </dgm:pt>
    <dgm:pt modelId="{A88947A6-AA4D-49BC-B854-0A0810E0410F}" type="parTrans" cxnId="{69631EA6-1692-4237-B877-A0D4C5FEFDAA}">
      <dgm:prSet/>
      <dgm:spPr/>
      <dgm:t>
        <a:bodyPr/>
        <a:lstStyle/>
        <a:p>
          <a:endParaRPr lang="en-US"/>
        </a:p>
      </dgm:t>
    </dgm:pt>
    <dgm:pt modelId="{35A16800-6EB7-4503-9D19-5A3E96FD297A}" type="sibTrans" cxnId="{69631EA6-1692-4237-B877-A0D4C5FEFDAA}">
      <dgm:prSet/>
      <dgm:spPr/>
      <dgm:t>
        <a:bodyPr/>
        <a:lstStyle/>
        <a:p>
          <a:endParaRPr lang="en-US"/>
        </a:p>
      </dgm:t>
    </dgm:pt>
    <dgm:pt modelId="{9E612DE2-5F68-4B95-A5E3-380CBBE2F4A0}">
      <dgm:prSet phldrT="[Text]"/>
      <dgm:spPr/>
      <dgm:t>
        <a:bodyPr/>
        <a:lstStyle/>
        <a:p>
          <a:r>
            <a:rPr lang="en-US" dirty="0"/>
            <a:t>Frequency of words</a:t>
          </a:r>
        </a:p>
      </dgm:t>
    </dgm:pt>
    <dgm:pt modelId="{C00E1AFE-44CE-409B-B14B-62B5EC106CA7}" type="parTrans" cxnId="{1ECD2DBA-8CB9-48EB-B755-CBA5D254D0FC}">
      <dgm:prSet/>
      <dgm:spPr/>
      <dgm:t>
        <a:bodyPr/>
        <a:lstStyle/>
        <a:p>
          <a:endParaRPr lang="en-US"/>
        </a:p>
      </dgm:t>
    </dgm:pt>
    <dgm:pt modelId="{61569B8B-6B30-439C-9863-0DB8176052E0}" type="sibTrans" cxnId="{1ECD2DBA-8CB9-48EB-B755-CBA5D254D0FC}">
      <dgm:prSet/>
      <dgm:spPr/>
      <dgm:t>
        <a:bodyPr/>
        <a:lstStyle/>
        <a:p>
          <a:endParaRPr lang="en-US"/>
        </a:p>
      </dgm:t>
    </dgm:pt>
    <dgm:pt modelId="{C75EBD14-7FCD-4E5B-9163-2C95E15B0087}">
      <dgm:prSet phldrT="[Text]"/>
      <dgm:spPr/>
      <dgm:t>
        <a:bodyPr/>
        <a:lstStyle/>
        <a:p>
          <a:r>
            <a:rPr lang="en-US" dirty="0"/>
            <a:t>Model fitting</a:t>
          </a:r>
        </a:p>
      </dgm:t>
    </dgm:pt>
    <dgm:pt modelId="{AFB84EC7-3207-4FD5-ABB3-52F026FDD348}" type="sibTrans" cxnId="{92424E72-4C65-4761-949B-66A40412CA69}">
      <dgm:prSet/>
      <dgm:spPr/>
      <dgm:t>
        <a:bodyPr/>
        <a:lstStyle/>
        <a:p>
          <a:endParaRPr lang="en-US"/>
        </a:p>
      </dgm:t>
    </dgm:pt>
    <dgm:pt modelId="{41870E1F-6570-4770-90A1-FB9718BF1F46}" type="parTrans" cxnId="{92424E72-4C65-4761-949B-66A40412CA69}">
      <dgm:prSet/>
      <dgm:spPr/>
      <dgm:t>
        <a:bodyPr/>
        <a:lstStyle/>
        <a:p>
          <a:endParaRPr lang="en-US"/>
        </a:p>
      </dgm:t>
    </dgm:pt>
    <dgm:pt modelId="{F7A6AE41-B3CE-406C-A971-E2707231C2A6}">
      <dgm:prSet phldrT="[Text]"/>
      <dgm:spPr/>
      <dgm:t>
        <a:bodyPr/>
        <a:lstStyle/>
        <a:p>
          <a:r>
            <a:rPr lang="en-US" dirty="0"/>
            <a:t>Logistic regression</a:t>
          </a:r>
        </a:p>
      </dgm:t>
    </dgm:pt>
    <dgm:pt modelId="{54C188FA-BD3C-4F63-A4EC-4723A7EDAE2A}" type="parTrans" cxnId="{56D34495-32AB-410B-9D09-EDC83C43F9ED}">
      <dgm:prSet/>
      <dgm:spPr/>
      <dgm:t>
        <a:bodyPr/>
        <a:lstStyle/>
        <a:p>
          <a:endParaRPr lang="en-US"/>
        </a:p>
      </dgm:t>
    </dgm:pt>
    <dgm:pt modelId="{55D5C283-5E1B-4668-843A-ACDB4C8950E4}" type="sibTrans" cxnId="{56D34495-32AB-410B-9D09-EDC83C43F9ED}">
      <dgm:prSet/>
      <dgm:spPr/>
      <dgm:t>
        <a:bodyPr/>
        <a:lstStyle/>
        <a:p>
          <a:endParaRPr lang="en-US"/>
        </a:p>
      </dgm:t>
    </dgm:pt>
    <dgm:pt modelId="{35F3E58D-73F0-4D74-940F-59B765109E3E}">
      <dgm:prSet phldrT="[Text]">
        <dgm:style>
          <a:lnRef idx="0">
            <a:schemeClr val="accent5"/>
          </a:lnRef>
          <a:fillRef idx="3">
            <a:schemeClr val="accent5"/>
          </a:fillRef>
          <a:effectRef idx="3">
            <a:schemeClr val="accent5"/>
          </a:effectRef>
          <a:fontRef idx="minor">
            <a:schemeClr val="lt1"/>
          </a:fontRef>
        </dgm:style>
      </dgm:prSet>
      <dgm:spPr/>
      <dgm:t>
        <a:bodyPr/>
        <a:lstStyle/>
        <a:p>
          <a:r>
            <a:rPr lang="en-US" dirty="0"/>
            <a:t>Hyperparameter tuning</a:t>
          </a:r>
        </a:p>
      </dgm:t>
    </dgm:pt>
    <dgm:pt modelId="{72BA1517-BB3C-433C-84B6-157296E39832}" type="parTrans" cxnId="{087BB069-1E98-45B1-A855-D77821B782F9}">
      <dgm:prSet/>
      <dgm:spPr/>
      <dgm:t>
        <a:bodyPr/>
        <a:lstStyle/>
        <a:p>
          <a:endParaRPr lang="en-US"/>
        </a:p>
      </dgm:t>
    </dgm:pt>
    <dgm:pt modelId="{C58AF811-F807-4BCB-B798-2C3AAD2B849D}" type="sibTrans" cxnId="{087BB069-1E98-45B1-A855-D77821B782F9}">
      <dgm:prSet/>
      <dgm:spPr/>
      <dgm:t>
        <a:bodyPr/>
        <a:lstStyle/>
        <a:p>
          <a:endParaRPr lang="en-US"/>
        </a:p>
      </dgm:t>
    </dgm:pt>
    <dgm:pt modelId="{C3A826C7-0C4D-48FC-846D-D1CC10E2C14C}">
      <dgm:prSet phldrT="[Text]"/>
      <dgm:spPr/>
      <dgm:t>
        <a:bodyPr/>
        <a:lstStyle/>
        <a:p>
          <a:r>
            <a:rPr lang="en-US" dirty="0"/>
            <a:t>Random forest</a:t>
          </a:r>
        </a:p>
      </dgm:t>
    </dgm:pt>
    <dgm:pt modelId="{7B27324A-37E5-4BAA-9503-97885A4DD042}" type="parTrans" cxnId="{04A17175-C2E0-4B79-9E2D-26742B067613}">
      <dgm:prSet/>
      <dgm:spPr/>
      <dgm:t>
        <a:bodyPr/>
        <a:lstStyle/>
        <a:p>
          <a:endParaRPr lang="en-US"/>
        </a:p>
      </dgm:t>
    </dgm:pt>
    <dgm:pt modelId="{4C30CED5-6778-45FF-A414-4419B64C5F13}" type="sibTrans" cxnId="{04A17175-C2E0-4B79-9E2D-26742B067613}">
      <dgm:prSet/>
      <dgm:spPr/>
      <dgm:t>
        <a:bodyPr/>
        <a:lstStyle/>
        <a:p>
          <a:endParaRPr lang="en-US"/>
        </a:p>
      </dgm:t>
    </dgm:pt>
    <dgm:pt modelId="{A485235A-3097-4BE3-B0BF-11048C6D3304}">
      <dgm:prSet phldrT="[Text]"/>
      <dgm:spPr/>
      <dgm:t>
        <a:bodyPr/>
        <a:lstStyle/>
        <a:p>
          <a:r>
            <a:rPr lang="en-US" dirty="0"/>
            <a:t>Logistic regression</a:t>
          </a:r>
        </a:p>
      </dgm:t>
    </dgm:pt>
    <dgm:pt modelId="{5E7AEAEA-92A9-4D16-B89D-F36CC9DCBD12}" type="parTrans" cxnId="{42C893FF-F073-4CC7-A7CD-C00AC65F2CDC}">
      <dgm:prSet/>
      <dgm:spPr/>
      <dgm:t>
        <a:bodyPr/>
        <a:lstStyle/>
        <a:p>
          <a:endParaRPr lang="en-US"/>
        </a:p>
      </dgm:t>
    </dgm:pt>
    <dgm:pt modelId="{3C4611D1-AA8E-411D-BE72-E5D6CD3C265D}" type="sibTrans" cxnId="{42C893FF-F073-4CC7-A7CD-C00AC65F2CDC}">
      <dgm:prSet/>
      <dgm:spPr/>
      <dgm:t>
        <a:bodyPr/>
        <a:lstStyle/>
        <a:p>
          <a:endParaRPr lang="en-US"/>
        </a:p>
      </dgm:t>
    </dgm:pt>
    <dgm:pt modelId="{4EA1FFFE-A880-4B28-951D-456D6395852A}">
      <dgm:prSet phldrT="[Text]">
        <dgm:style>
          <a:lnRef idx="0">
            <a:schemeClr val="accent4"/>
          </a:lnRef>
          <a:fillRef idx="3">
            <a:schemeClr val="accent4"/>
          </a:fillRef>
          <a:effectRef idx="3">
            <a:schemeClr val="accent4"/>
          </a:effectRef>
          <a:fontRef idx="minor">
            <a:schemeClr val="lt1"/>
          </a:fontRef>
        </dgm:style>
      </dgm:prSet>
      <dgm:spPr/>
      <dgm:t>
        <a:bodyPr/>
        <a:lstStyle/>
        <a:p>
          <a:r>
            <a:rPr lang="en-US" dirty="0"/>
            <a:t>Pre-processing</a:t>
          </a:r>
        </a:p>
      </dgm:t>
    </dgm:pt>
    <dgm:pt modelId="{66BF3B6E-A2FD-41B5-B0CE-A931234ED209}" type="parTrans" cxnId="{1D8074A2-497B-489A-BBE3-2F7C0B283BD7}">
      <dgm:prSet/>
      <dgm:spPr/>
      <dgm:t>
        <a:bodyPr/>
        <a:lstStyle/>
        <a:p>
          <a:endParaRPr lang="en-US"/>
        </a:p>
      </dgm:t>
    </dgm:pt>
    <dgm:pt modelId="{3DA5707B-95A3-4324-ACFF-DA4F5B9EDFFD}" type="sibTrans" cxnId="{1D8074A2-497B-489A-BBE3-2F7C0B283BD7}">
      <dgm:prSet/>
      <dgm:spPr/>
      <dgm:t>
        <a:bodyPr/>
        <a:lstStyle/>
        <a:p>
          <a:endParaRPr lang="en-US"/>
        </a:p>
      </dgm:t>
    </dgm:pt>
    <dgm:pt modelId="{7765BEA7-03D2-43F2-AF17-A2F36D282E1F}">
      <dgm:prSet phldrT="[Text]"/>
      <dgm:spPr/>
      <dgm:t>
        <a:bodyPr/>
        <a:lstStyle/>
        <a:p>
          <a:r>
            <a:rPr lang="en-US" dirty="0"/>
            <a:t>Stop words</a:t>
          </a:r>
        </a:p>
      </dgm:t>
    </dgm:pt>
    <dgm:pt modelId="{FC6F66CD-4A90-4D94-9D09-6AA6EF9273A7}" type="parTrans" cxnId="{55675A9F-616D-48E9-8A4F-596CDC1DD86B}">
      <dgm:prSet/>
      <dgm:spPr/>
      <dgm:t>
        <a:bodyPr/>
        <a:lstStyle/>
        <a:p>
          <a:endParaRPr lang="en-US"/>
        </a:p>
      </dgm:t>
    </dgm:pt>
    <dgm:pt modelId="{5108F8AD-34C7-417B-99B8-D38208D334C8}" type="sibTrans" cxnId="{55675A9F-616D-48E9-8A4F-596CDC1DD86B}">
      <dgm:prSet/>
      <dgm:spPr/>
      <dgm:t>
        <a:bodyPr/>
        <a:lstStyle/>
        <a:p>
          <a:endParaRPr lang="en-US"/>
        </a:p>
      </dgm:t>
    </dgm:pt>
    <dgm:pt modelId="{D7CE3940-8315-4402-A424-DBFD06A8F330}">
      <dgm:prSet phldrT="[Text]"/>
      <dgm:spPr/>
      <dgm:t>
        <a:bodyPr/>
        <a:lstStyle/>
        <a:p>
          <a:r>
            <a:rPr lang="en-US" dirty="0"/>
            <a:t>Lemmatize</a:t>
          </a:r>
        </a:p>
      </dgm:t>
    </dgm:pt>
    <dgm:pt modelId="{C7CF7501-D958-4FC5-BF25-BBB473F535C1}" type="parTrans" cxnId="{BE08E529-D143-48B9-B257-56B8901D8372}">
      <dgm:prSet/>
      <dgm:spPr/>
      <dgm:t>
        <a:bodyPr/>
        <a:lstStyle/>
        <a:p>
          <a:endParaRPr lang="en-US"/>
        </a:p>
      </dgm:t>
    </dgm:pt>
    <dgm:pt modelId="{DC4698EC-9798-488B-840D-B9C190DE7E0E}" type="sibTrans" cxnId="{BE08E529-D143-48B9-B257-56B8901D8372}">
      <dgm:prSet/>
      <dgm:spPr/>
      <dgm:t>
        <a:bodyPr/>
        <a:lstStyle/>
        <a:p>
          <a:endParaRPr lang="en-US"/>
        </a:p>
      </dgm:t>
    </dgm:pt>
    <dgm:pt modelId="{FF5773C9-5496-4A7F-9A14-11DE9D82C49F}">
      <dgm:prSet phldrT="[Text]"/>
      <dgm:spPr/>
      <dgm:t>
        <a:bodyPr/>
        <a:lstStyle/>
        <a:p>
          <a:r>
            <a:rPr lang="en-US" dirty="0"/>
            <a:t>Single char. words</a:t>
          </a:r>
        </a:p>
      </dgm:t>
    </dgm:pt>
    <dgm:pt modelId="{DAFD0D55-8B59-4E84-A786-7DBBAC9803DF}" type="parTrans" cxnId="{4B9604DA-1210-4DAF-ABCA-C250139DCB35}">
      <dgm:prSet/>
      <dgm:spPr/>
      <dgm:t>
        <a:bodyPr/>
        <a:lstStyle/>
        <a:p>
          <a:endParaRPr lang="en-US"/>
        </a:p>
      </dgm:t>
    </dgm:pt>
    <dgm:pt modelId="{46EDD896-4504-4D94-B876-3134393F4216}" type="sibTrans" cxnId="{4B9604DA-1210-4DAF-ABCA-C250139DCB35}">
      <dgm:prSet/>
      <dgm:spPr/>
      <dgm:t>
        <a:bodyPr/>
        <a:lstStyle/>
        <a:p>
          <a:endParaRPr lang="en-US"/>
        </a:p>
      </dgm:t>
    </dgm:pt>
    <dgm:pt modelId="{1E61DAD4-D99A-444D-809C-CFD1E1E26CF9}" type="pres">
      <dgm:prSet presAssocID="{CCCBBECC-E854-48CF-BB9F-32BD0C5D2CD7}" presName="diagram" presStyleCnt="0">
        <dgm:presLayoutVars>
          <dgm:chPref val="1"/>
          <dgm:dir/>
          <dgm:animOne val="branch"/>
          <dgm:animLvl val="lvl"/>
          <dgm:resizeHandles/>
        </dgm:presLayoutVars>
      </dgm:prSet>
      <dgm:spPr/>
    </dgm:pt>
    <dgm:pt modelId="{AA83A6FC-6DEF-411D-ADB0-545831754675}" type="pres">
      <dgm:prSet presAssocID="{C9DC2DA5-E90E-4622-B009-5DB1126671CD}" presName="root" presStyleCnt="0"/>
      <dgm:spPr/>
    </dgm:pt>
    <dgm:pt modelId="{3904F4E0-69CA-42CE-9A05-40FF6B375C33}" type="pres">
      <dgm:prSet presAssocID="{C9DC2DA5-E90E-4622-B009-5DB1126671CD}" presName="rootComposite" presStyleCnt="0"/>
      <dgm:spPr/>
    </dgm:pt>
    <dgm:pt modelId="{4FEEC2FA-0FC4-4EED-B488-45005ECB2143}" type="pres">
      <dgm:prSet presAssocID="{C9DC2DA5-E90E-4622-B009-5DB1126671CD}" presName="rootText" presStyleLbl="node1" presStyleIdx="0" presStyleCnt="4"/>
      <dgm:spPr/>
    </dgm:pt>
    <dgm:pt modelId="{3CA40AFE-8A7B-4916-841C-F7F01BF5F4F4}" type="pres">
      <dgm:prSet presAssocID="{C9DC2DA5-E90E-4622-B009-5DB1126671CD}" presName="rootConnector" presStyleLbl="node1" presStyleIdx="0" presStyleCnt="4"/>
      <dgm:spPr/>
    </dgm:pt>
    <dgm:pt modelId="{A830822D-EA40-4E70-AEAC-57F0CEFFB35A}" type="pres">
      <dgm:prSet presAssocID="{C9DC2DA5-E90E-4622-B009-5DB1126671CD}" presName="childShape" presStyleCnt="0"/>
      <dgm:spPr/>
    </dgm:pt>
    <dgm:pt modelId="{38D831A0-25FC-43FE-92C6-71A981D41A15}" type="pres">
      <dgm:prSet presAssocID="{29F0E32A-5DC9-47D4-BBF3-38C03ADAB596}" presName="Name13" presStyleLbl="parChTrans1D2" presStyleIdx="0" presStyleCnt="12"/>
      <dgm:spPr/>
    </dgm:pt>
    <dgm:pt modelId="{4F841D7B-6852-4878-A3F6-2E5F6148F20B}" type="pres">
      <dgm:prSet presAssocID="{28D5209D-DC49-46CE-AFDD-21E8F355C573}" presName="childText" presStyleLbl="bgAcc1" presStyleIdx="0" presStyleCnt="12">
        <dgm:presLayoutVars>
          <dgm:bulletEnabled val="1"/>
        </dgm:presLayoutVars>
      </dgm:prSet>
      <dgm:spPr/>
    </dgm:pt>
    <dgm:pt modelId="{95C1DF03-D26E-4C45-A96D-B098090F5ED6}" type="pres">
      <dgm:prSet presAssocID="{404D0C81-50F6-46D4-9D4F-4FA8C3333CF6}" presName="Name13" presStyleLbl="parChTrans1D2" presStyleIdx="1" presStyleCnt="12"/>
      <dgm:spPr/>
    </dgm:pt>
    <dgm:pt modelId="{9B695D0F-82F7-4052-9F47-E63BC5D8B3E3}" type="pres">
      <dgm:prSet presAssocID="{42323CDC-09AA-4014-B801-AA2F2B8F4D3F}" presName="childText" presStyleLbl="bgAcc1" presStyleIdx="1" presStyleCnt="12">
        <dgm:presLayoutVars>
          <dgm:bulletEnabled val="1"/>
        </dgm:presLayoutVars>
      </dgm:prSet>
      <dgm:spPr/>
    </dgm:pt>
    <dgm:pt modelId="{4ED2DD9D-7A48-4788-ADE8-598430D1A35F}" type="pres">
      <dgm:prSet presAssocID="{A88947A6-AA4D-49BC-B854-0A0810E0410F}" presName="Name13" presStyleLbl="parChTrans1D2" presStyleIdx="2" presStyleCnt="12"/>
      <dgm:spPr/>
    </dgm:pt>
    <dgm:pt modelId="{7015C591-9579-4057-A00F-322A32A17FA4}" type="pres">
      <dgm:prSet presAssocID="{5CBDEFF5-C36C-40F5-A1F2-6959A63304AC}" presName="childText" presStyleLbl="bgAcc1" presStyleIdx="2" presStyleCnt="12">
        <dgm:presLayoutVars>
          <dgm:bulletEnabled val="1"/>
        </dgm:presLayoutVars>
      </dgm:prSet>
      <dgm:spPr/>
    </dgm:pt>
    <dgm:pt modelId="{34B68372-E95A-4886-9A66-EA0386AED7E0}" type="pres">
      <dgm:prSet presAssocID="{C00E1AFE-44CE-409B-B14B-62B5EC106CA7}" presName="Name13" presStyleLbl="parChTrans1D2" presStyleIdx="3" presStyleCnt="12"/>
      <dgm:spPr/>
    </dgm:pt>
    <dgm:pt modelId="{D4BBB231-754C-4AEB-A471-49C3880B5F91}" type="pres">
      <dgm:prSet presAssocID="{9E612DE2-5F68-4B95-A5E3-380CBBE2F4A0}" presName="childText" presStyleLbl="bgAcc1" presStyleIdx="3" presStyleCnt="12">
        <dgm:presLayoutVars>
          <dgm:bulletEnabled val="1"/>
        </dgm:presLayoutVars>
      </dgm:prSet>
      <dgm:spPr/>
    </dgm:pt>
    <dgm:pt modelId="{268BE6B0-7E89-4032-830F-5361B669C07B}" type="pres">
      <dgm:prSet presAssocID="{4EA1FFFE-A880-4B28-951D-456D6395852A}" presName="root" presStyleCnt="0"/>
      <dgm:spPr/>
    </dgm:pt>
    <dgm:pt modelId="{CAD8C4A2-85F3-4414-A056-87A5585E285B}" type="pres">
      <dgm:prSet presAssocID="{4EA1FFFE-A880-4B28-951D-456D6395852A}" presName="rootComposite" presStyleCnt="0"/>
      <dgm:spPr/>
    </dgm:pt>
    <dgm:pt modelId="{6BECE076-9F72-4FC3-8E1C-23B2BEB7E157}" type="pres">
      <dgm:prSet presAssocID="{4EA1FFFE-A880-4B28-951D-456D6395852A}" presName="rootText" presStyleLbl="node1" presStyleIdx="1" presStyleCnt="4"/>
      <dgm:spPr/>
    </dgm:pt>
    <dgm:pt modelId="{59815FFD-C5FD-4228-9270-072D5634BA77}" type="pres">
      <dgm:prSet presAssocID="{4EA1FFFE-A880-4B28-951D-456D6395852A}" presName="rootConnector" presStyleLbl="node1" presStyleIdx="1" presStyleCnt="4"/>
      <dgm:spPr/>
    </dgm:pt>
    <dgm:pt modelId="{0DD44300-11DA-4151-8FD6-F120F17D34E1}" type="pres">
      <dgm:prSet presAssocID="{4EA1FFFE-A880-4B28-951D-456D6395852A}" presName="childShape" presStyleCnt="0"/>
      <dgm:spPr/>
    </dgm:pt>
    <dgm:pt modelId="{7C73A85F-54CC-422D-9E97-57CA83755101}" type="pres">
      <dgm:prSet presAssocID="{FC6F66CD-4A90-4D94-9D09-6AA6EF9273A7}" presName="Name13" presStyleLbl="parChTrans1D2" presStyleIdx="4" presStyleCnt="12"/>
      <dgm:spPr/>
    </dgm:pt>
    <dgm:pt modelId="{9E8D685A-1495-4EF0-864C-35C37715417D}" type="pres">
      <dgm:prSet presAssocID="{7765BEA7-03D2-43F2-AF17-A2F36D282E1F}" presName="childText" presStyleLbl="bgAcc1" presStyleIdx="4" presStyleCnt="12">
        <dgm:presLayoutVars>
          <dgm:bulletEnabled val="1"/>
        </dgm:presLayoutVars>
      </dgm:prSet>
      <dgm:spPr/>
    </dgm:pt>
    <dgm:pt modelId="{AB4BADFA-0855-4BDF-ADC0-ADC87CCE9DB3}" type="pres">
      <dgm:prSet presAssocID="{C7CF7501-D958-4FC5-BF25-BBB473F535C1}" presName="Name13" presStyleLbl="parChTrans1D2" presStyleIdx="5" presStyleCnt="12"/>
      <dgm:spPr/>
    </dgm:pt>
    <dgm:pt modelId="{27A8B643-43F5-4059-934F-44BDAFAB976C}" type="pres">
      <dgm:prSet presAssocID="{D7CE3940-8315-4402-A424-DBFD06A8F330}" presName="childText" presStyleLbl="bgAcc1" presStyleIdx="5" presStyleCnt="12">
        <dgm:presLayoutVars>
          <dgm:bulletEnabled val="1"/>
        </dgm:presLayoutVars>
      </dgm:prSet>
      <dgm:spPr/>
    </dgm:pt>
    <dgm:pt modelId="{E1A8EE0D-49B7-4A04-8ADB-1DBC460BE7EB}" type="pres">
      <dgm:prSet presAssocID="{DAFD0D55-8B59-4E84-A786-7DBBAC9803DF}" presName="Name13" presStyleLbl="parChTrans1D2" presStyleIdx="6" presStyleCnt="12"/>
      <dgm:spPr/>
    </dgm:pt>
    <dgm:pt modelId="{DA3C8360-151E-467F-BFC6-9753586DFF36}" type="pres">
      <dgm:prSet presAssocID="{FF5773C9-5496-4A7F-9A14-11DE9D82C49F}" presName="childText" presStyleLbl="bgAcc1" presStyleIdx="6" presStyleCnt="12">
        <dgm:presLayoutVars>
          <dgm:bulletEnabled val="1"/>
        </dgm:presLayoutVars>
      </dgm:prSet>
      <dgm:spPr/>
    </dgm:pt>
    <dgm:pt modelId="{79BBAD9D-36BD-471C-A627-86FED190C301}" type="pres">
      <dgm:prSet presAssocID="{C75EBD14-7FCD-4E5B-9163-2C95E15B0087}" presName="root" presStyleCnt="0"/>
      <dgm:spPr/>
    </dgm:pt>
    <dgm:pt modelId="{EFA447D7-986D-48FB-9D03-571F3E7488FA}" type="pres">
      <dgm:prSet presAssocID="{C75EBD14-7FCD-4E5B-9163-2C95E15B0087}" presName="rootComposite" presStyleCnt="0"/>
      <dgm:spPr/>
    </dgm:pt>
    <dgm:pt modelId="{46FE6FB7-2BE8-4C36-A138-F4B4376DA9D4}" type="pres">
      <dgm:prSet presAssocID="{C75EBD14-7FCD-4E5B-9163-2C95E15B0087}" presName="rootText" presStyleLbl="node1" presStyleIdx="2" presStyleCnt="4"/>
      <dgm:spPr/>
    </dgm:pt>
    <dgm:pt modelId="{2577209B-21DD-4B86-A142-D91AB6FAA180}" type="pres">
      <dgm:prSet presAssocID="{C75EBD14-7FCD-4E5B-9163-2C95E15B0087}" presName="rootConnector" presStyleLbl="node1" presStyleIdx="2" presStyleCnt="4"/>
      <dgm:spPr/>
    </dgm:pt>
    <dgm:pt modelId="{9A419D5D-1B29-4E58-A355-A04A2ABD6AB0}" type="pres">
      <dgm:prSet presAssocID="{C75EBD14-7FCD-4E5B-9163-2C95E15B0087}" presName="childShape" presStyleCnt="0"/>
      <dgm:spPr/>
    </dgm:pt>
    <dgm:pt modelId="{161B1292-D623-4C43-9890-FD3D8FD85488}" type="pres">
      <dgm:prSet presAssocID="{8B826118-B5EA-4AB4-93A8-9ADEBF6EBD52}" presName="Name13" presStyleLbl="parChTrans1D2" presStyleIdx="7" presStyleCnt="12"/>
      <dgm:spPr/>
    </dgm:pt>
    <dgm:pt modelId="{6E1AB4A5-C69F-493B-AB42-36AA98F7A753}" type="pres">
      <dgm:prSet presAssocID="{9822BEF7-4DAC-408A-A227-F1B31D6B50BD}" presName="childText" presStyleLbl="bgAcc1" presStyleIdx="7" presStyleCnt="12">
        <dgm:presLayoutVars>
          <dgm:bulletEnabled val="1"/>
        </dgm:presLayoutVars>
      </dgm:prSet>
      <dgm:spPr/>
    </dgm:pt>
    <dgm:pt modelId="{A47EDF04-35F4-4000-A977-1C10E229CDE5}" type="pres">
      <dgm:prSet presAssocID="{BBD32BA1-630B-4DC8-8AA6-F47FCB487197}" presName="Name13" presStyleLbl="parChTrans1D2" presStyleIdx="8" presStyleCnt="12"/>
      <dgm:spPr/>
    </dgm:pt>
    <dgm:pt modelId="{E3D7651B-AA09-4CA9-8963-BFADF34F04CE}" type="pres">
      <dgm:prSet presAssocID="{26208461-2B4E-4893-91A2-4CF1E085E5E7}" presName="childText" presStyleLbl="bgAcc1" presStyleIdx="8" presStyleCnt="12">
        <dgm:presLayoutVars>
          <dgm:bulletEnabled val="1"/>
        </dgm:presLayoutVars>
      </dgm:prSet>
      <dgm:spPr/>
    </dgm:pt>
    <dgm:pt modelId="{77D17D5C-4F05-407A-B76F-16A664AA6716}" type="pres">
      <dgm:prSet presAssocID="{54C188FA-BD3C-4F63-A4EC-4723A7EDAE2A}" presName="Name13" presStyleLbl="parChTrans1D2" presStyleIdx="9" presStyleCnt="12"/>
      <dgm:spPr/>
    </dgm:pt>
    <dgm:pt modelId="{2A802217-F1CF-4987-A6EA-F9D960A7FD4B}" type="pres">
      <dgm:prSet presAssocID="{F7A6AE41-B3CE-406C-A971-E2707231C2A6}" presName="childText" presStyleLbl="bgAcc1" presStyleIdx="9" presStyleCnt="12">
        <dgm:presLayoutVars>
          <dgm:bulletEnabled val="1"/>
        </dgm:presLayoutVars>
      </dgm:prSet>
      <dgm:spPr/>
    </dgm:pt>
    <dgm:pt modelId="{2C7B04D4-4AF6-455B-BF09-E3878113593C}" type="pres">
      <dgm:prSet presAssocID="{35F3E58D-73F0-4D74-940F-59B765109E3E}" presName="root" presStyleCnt="0"/>
      <dgm:spPr/>
    </dgm:pt>
    <dgm:pt modelId="{408FD7A4-7D70-48AD-AFDB-8EEACE5D8DE7}" type="pres">
      <dgm:prSet presAssocID="{35F3E58D-73F0-4D74-940F-59B765109E3E}" presName="rootComposite" presStyleCnt="0"/>
      <dgm:spPr/>
    </dgm:pt>
    <dgm:pt modelId="{8B7E8507-844C-460C-AA07-DFACAA12B6C4}" type="pres">
      <dgm:prSet presAssocID="{35F3E58D-73F0-4D74-940F-59B765109E3E}" presName="rootText" presStyleLbl="node1" presStyleIdx="3" presStyleCnt="4"/>
      <dgm:spPr/>
    </dgm:pt>
    <dgm:pt modelId="{09664C01-3456-4C58-BE91-EF82CA7F5ACD}" type="pres">
      <dgm:prSet presAssocID="{35F3E58D-73F0-4D74-940F-59B765109E3E}" presName="rootConnector" presStyleLbl="node1" presStyleIdx="3" presStyleCnt="4"/>
      <dgm:spPr/>
    </dgm:pt>
    <dgm:pt modelId="{720D5BCA-5FA1-4C94-BA3E-EBE071626BF7}" type="pres">
      <dgm:prSet presAssocID="{35F3E58D-73F0-4D74-940F-59B765109E3E}" presName="childShape" presStyleCnt="0"/>
      <dgm:spPr/>
    </dgm:pt>
    <dgm:pt modelId="{7CDA5592-E12B-4F41-9D04-39358A9FAB8D}" type="pres">
      <dgm:prSet presAssocID="{7B27324A-37E5-4BAA-9503-97885A4DD042}" presName="Name13" presStyleLbl="parChTrans1D2" presStyleIdx="10" presStyleCnt="12"/>
      <dgm:spPr/>
    </dgm:pt>
    <dgm:pt modelId="{DE8C5679-D64D-435B-BAF0-240CA413B48E}" type="pres">
      <dgm:prSet presAssocID="{C3A826C7-0C4D-48FC-846D-D1CC10E2C14C}" presName="childText" presStyleLbl="bgAcc1" presStyleIdx="10" presStyleCnt="12">
        <dgm:presLayoutVars>
          <dgm:bulletEnabled val="1"/>
        </dgm:presLayoutVars>
      </dgm:prSet>
      <dgm:spPr/>
    </dgm:pt>
    <dgm:pt modelId="{56903DF6-7D55-4AB7-8446-EE265AA0AA50}" type="pres">
      <dgm:prSet presAssocID="{5E7AEAEA-92A9-4D16-B89D-F36CC9DCBD12}" presName="Name13" presStyleLbl="parChTrans1D2" presStyleIdx="11" presStyleCnt="12"/>
      <dgm:spPr/>
    </dgm:pt>
    <dgm:pt modelId="{4836441F-B750-4C0F-BF33-039CDA5BBA23}" type="pres">
      <dgm:prSet presAssocID="{A485235A-3097-4BE3-B0BF-11048C6D3304}" presName="childText" presStyleLbl="bgAcc1" presStyleIdx="11" presStyleCnt="12">
        <dgm:presLayoutVars>
          <dgm:bulletEnabled val="1"/>
        </dgm:presLayoutVars>
      </dgm:prSet>
      <dgm:spPr/>
    </dgm:pt>
  </dgm:ptLst>
  <dgm:cxnLst>
    <dgm:cxn modelId="{B3F8390B-F87E-4840-BC1B-6E6AC721F56A}" srcId="{C75EBD14-7FCD-4E5B-9163-2C95E15B0087}" destId="{9822BEF7-4DAC-408A-A227-F1B31D6B50BD}" srcOrd="0" destOrd="0" parTransId="{8B826118-B5EA-4AB4-93A8-9ADEBF6EBD52}" sibTransId="{E9786552-0044-4232-B7CD-062EAF216EC4}"/>
    <dgm:cxn modelId="{38960218-E2A4-4873-891D-DD1027F0A1A0}" type="presOf" srcId="{29F0E32A-5DC9-47D4-BBF3-38C03ADAB596}" destId="{38D831A0-25FC-43FE-92C6-71A981D41A15}" srcOrd="0" destOrd="0" presId="urn:microsoft.com/office/officeart/2005/8/layout/hierarchy3"/>
    <dgm:cxn modelId="{E0637518-3CD0-4626-9B6B-7851BF2992AB}" type="presOf" srcId="{C00E1AFE-44CE-409B-B14B-62B5EC106CA7}" destId="{34B68372-E95A-4886-9A66-EA0386AED7E0}" srcOrd="0" destOrd="0" presId="urn:microsoft.com/office/officeart/2005/8/layout/hierarchy3"/>
    <dgm:cxn modelId="{B00D3E1C-C045-4440-9A7D-6A8001512DFD}" type="presOf" srcId="{404D0C81-50F6-46D4-9D4F-4FA8C3333CF6}" destId="{95C1DF03-D26E-4C45-A96D-B098090F5ED6}" srcOrd="0" destOrd="0" presId="urn:microsoft.com/office/officeart/2005/8/layout/hierarchy3"/>
    <dgm:cxn modelId="{17561021-2F8C-4639-BAB1-AFC0F522E281}" type="presOf" srcId="{F7A6AE41-B3CE-406C-A971-E2707231C2A6}" destId="{2A802217-F1CF-4987-A6EA-F9D960A7FD4B}" srcOrd="0" destOrd="0" presId="urn:microsoft.com/office/officeart/2005/8/layout/hierarchy3"/>
    <dgm:cxn modelId="{040A9F23-6C3F-44CE-B4CF-739760F82164}" type="presOf" srcId="{C7CF7501-D958-4FC5-BF25-BBB473F535C1}" destId="{AB4BADFA-0855-4BDF-ADC0-ADC87CCE9DB3}" srcOrd="0" destOrd="0" presId="urn:microsoft.com/office/officeart/2005/8/layout/hierarchy3"/>
    <dgm:cxn modelId="{FB47FD26-622D-47B4-9FFA-40A22564297E}" srcId="{C75EBD14-7FCD-4E5B-9163-2C95E15B0087}" destId="{26208461-2B4E-4893-91A2-4CF1E085E5E7}" srcOrd="1" destOrd="0" parTransId="{BBD32BA1-630B-4DC8-8AA6-F47FCB487197}" sibTransId="{827A0B47-D459-4795-9F72-ECCF829492BD}"/>
    <dgm:cxn modelId="{BE08E529-D143-48B9-B257-56B8901D8372}" srcId="{4EA1FFFE-A880-4B28-951D-456D6395852A}" destId="{D7CE3940-8315-4402-A424-DBFD06A8F330}" srcOrd="1" destOrd="0" parTransId="{C7CF7501-D958-4FC5-BF25-BBB473F535C1}" sibTransId="{DC4698EC-9798-488B-840D-B9C190DE7E0E}"/>
    <dgm:cxn modelId="{FB26602B-1398-43EF-8F3C-042241780624}" type="presOf" srcId="{FF5773C9-5496-4A7F-9A14-11DE9D82C49F}" destId="{DA3C8360-151E-467F-BFC6-9753586DFF36}" srcOrd="0" destOrd="0" presId="urn:microsoft.com/office/officeart/2005/8/layout/hierarchy3"/>
    <dgm:cxn modelId="{0E765836-1B1E-4A05-A949-7D5224747ADC}" type="presOf" srcId="{C9DC2DA5-E90E-4622-B009-5DB1126671CD}" destId="{4FEEC2FA-0FC4-4EED-B488-45005ECB2143}" srcOrd="0" destOrd="0" presId="urn:microsoft.com/office/officeart/2005/8/layout/hierarchy3"/>
    <dgm:cxn modelId="{179EA83B-9314-4B13-81D7-6CB0C9FD362F}" srcId="{C9DC2DA5-E90E-4622-B009-5DB1126671CD}" destId="{42323CDC-09AA-4014-B801-AA2F2B8F4D3F}" srcOrd="1" destOrd="0" parTransId="{404D0C81-50F6-46D4-9D4F-4FA8C3333CF6}" sibTransId="{D8637937-56B4-430A-96A5-1805564045F5}"/>
    <dgm:cxn modelId="{BEFEB340-A8CC-48CD-AADB-8EFAB52974D7}" srcId="{CCCBBECC-E854-48CF-BB9F-32BD0C5D2CD7}" destId="{C9DC2DA5-E90E-4622-B009-5DB1126671CD}" srcOrd="0" destOrd="0" parTransId="{435F3F00-B5F4-41FF-8C63-89D3408234D3}" sibTransId="{C0392B97-E4A8-4E9C-9C91-E3D23E678377}"/>
    <dgm:cxn modelId="{DCE38A5B-9436-4F6E-940E-6C5A7291C257}" type="presOf" srcId="{7765BEA7-03D2-43F2-AF17-A2F36D282E1F}" destId="{9E8D685A-1495-4EF0-864C-35C37715417D}" srcOrd="0" destOrd="0" presId="urn:microsoft.com/office/officeart/2005/8/layout/hierarchy3"/>
    <dgm:cxn modelId="{F01C7A5F-D8E0-4792-9A27-526FC667DA88}" type="presOf" srcId="{BBD32BA1-630B-4DC8-8AA6-F47FCB487197}" destId="{A47EDF04-35F4-4000-A977-1C10E229CDE5}" srcOrd="0" destOrd="0" presId="urn:microsoft.com/office/officeart/2005/8/layout/hierarchy3"/>
    <dgm:cxn modelId="{72F76D64-FBAD-4AA1-9178-822B556CC4E5}" type="presOf" srcId="{CCCBBECC-E854-48CF-BB9F-32BD0C5D2CD7}" destId="{1E61DAD4-D99A-444D-809C-CFD1E1E26CF9}" srcOrd="0" destOrd="0" presId="urn:microsoft.com/office/officeart/2005/8/layout/hierarchy3"/>
    <dgm:cxn modelId="{087BB069-1E98-45B1-A855-D77821B782F9}" srcId="{CCCBBECC-E854-48CF-BB9F-32BD0C5D2CD7}" destId="{35F3E58D-73F0-4D74-940F-59B765109E3E}" srcOrd="3" destOrd="0" parTransId="{72BA1517-BB3C-433C-84B6-157296E39832}" sibTransId="{C58AF811-F807-4BCB-B798-2C3AAD2B849D}"/>
    <dgm:cxn modelId="{B6BB5D4B-CC6B-4784-ACD2-538B5C407FE4}" type="presOf" srcId="{C9DC2DA5-E90E-4622-B009-5DB1126671CD}" destId="{3CA40AFE-8A7B-4916-841C-F7F01BF5F4F4}" srcOrd="1" destOrd="0" presId="urn:microsoft.com/office/officeart/2005/8/layout/hierarchy3"/>
    <dgm:cxn modelId="{FFE7AC4C-3483-4C6C-80AC-8ADF37141111}" type="presOf" srcId="{42323CDC-09AA-4014-B801-AA2F2B8F4D3F}" destId="{9B695D0F-82F7-4052-9F47-E63BC5D8B3E3}" srcOrd="0" destOrd="0" presId="urn:microsoft.com/office/officeart/2005/8/layout/hierarchy3"/>
    <dgm:cxn modelId="{9374DF6D-E957-4FA2-AA03-E115A68E02E0}" type="presOf" srcId="{7B27324A-37E5-4BAA-9503-97885A4DD042}" destId="{7CDA5592-E12B-4F41-9D04-39358A9FAB8D}" srcOrd="0" destOrd="0" presId="urn:microsoft.com/office/officeart/2005/8/layout/hierarchy3"/>
    <dgm:cxn modelId="{8ED8EE4D-7D35-49BA-B80E-26B7F6924A0E}" type="presOf" srcId="{5E7AEAEA-92A9-4D16-B89D-F36CC9DCBD12}" destId="{56903DF6-7D55-4AB7-8446-EE265AA0AA50}" srcOrd="0" destOrd="0" presId="urn:microsoft.com/office/officeart/2005/8/layout/hierarchy3"/>
    <dgm:cxn modelId="{735FD050-EF06-4E21-9DE8-15AFB9E1488F}" type="presOf" srcId="{35F3E58D-73F0-4D74-940F-59B765109E3E}" destId="{8B7E8507-844C-460C-AA07-DFACAA12B6C4}" srcOrd="0" destOrd="0" presId="urn:microsoft.com/office/officeart/2005/8/layout/hierarchy3"/>
    <dgm:cxn modelId="{92424E72-4C65-4761-949B-66A40412CA69}" srcId="{CCCBBECC-E854-48CF-BB9F-32BD0C5D2CD7}" destId="{C75EBD14-7FCD-4E5B-9163-2C95E15B0087}" srcOrd="2" destOrd="0" parTransId="{41870E1F-6570-4770-90A1-FB9718BF1F46}" sibTransId="{AFB84EC7-3207-4FD5-ABB3-52F026FDD348}"/>
    <dgm:cxn modelId="{C4A9C654-D96A-4874-B6ED-B029F862AAB1}" type="presOf" srcId="{4EA1FFFE-A880-4B28-951D-456D6395852A}" destId="{6BECE076-9F72-4FC3-8E1C-23B2BEB7E157}" srcOrd="0" destOrd="0" presId="urn:microsoft.com/office/officeart/2005/8/layout/hierarchy3"/>
    <dgm:cxn modelId="{04A17175-C2E0-4B79-9E2D-26742B067613}" srcId="{35F3E58D-73F0-4D74-940F-59B765109E3E}" destId="{C3A826C7-0C4D-48FC-846D-D1CC10E2C14C}" srcOrd="0" destOrd="0" parTransId="{7B27324A-37E5-4BAA-9503-97885A4DD042}" sibTransId="{4C30CED5-6778-45FF-A414-4419B64C5F13}"/>
    <dgm:cxn modelId="{CEE3A27B-8EFD-4459-8B90-5DAF0AE1643B}" type="presOf" srcId="{54C188FA-BD3C-4F63-A4EC-4723A7EDAE2A}" destId="{77D17D5C-4F05-407A-B76F-16A664AA6716}" srcOrd="0" destOrd="0" presId="urn:microsoft.com/office/officeart/2005/8/layout/hierarchy3"/>
    <dgm:cxn modelId="{A2241E86-5278-46CF-B454-DCD84D525A88}" type="presOf" srcId="{4EA1FFFE-A880-4B28-951D-456D6395852A}" destId="{59815FFD-C5FD-4228-9270-072D5634BA77}" srcOrd="1" destOrd="0" presId="urn:microsoft.com/office/officeart/2005/8/layout/hierarchy3"/>
    <dgm:cxn modelId="{56D34495-32AB-410B-9D09-EDC83C43F9ED}" srcId="{C75EBD14-7FCD-4E5B-9163-2C95E15B0087}" destId="{F7A6AE41-B3CE-406C-A971-E2707231C2A6}" srcOrd="2" destOrd="0" parTransId="{54C188FA-BD3C-4F63-A4EC-4723A7EDAE2A}" sibTransId="{55D5C283-5E1B-4668-843A-ACDB4C8950E4}"/>
    <dgm:cxn modelId="{55675A9F-616D-48E9-8A4F-596CDC1DD86B}" srcId="{4EA1FFFE-A880-4B28-951D-456D6395852A}" destId="{7765BEA7-03D2-43F2-AF17-A2F36D282E1F}" srcOrd="0" destOrd="0" parTransId="{FC6F66CD-4A90-4D94-9D09-6AA6EF9273A7}" sibTransId="{5108F8AD-34C7-417B-99B8-D38208D334C8}"/>
    <dgm:cxn modelId="{25C6FE9F-49FE-475C-AE2E-C9DA143CF768}" type="presOf" srcId="{35F3E58D-73F0-4D74-940F-59B765109E3E}" destId="{09664C01-3456-4C58-BE91-EF82CA7F5ACD}" srcOrd="1" destOrd="0" presId="urn:microsoft.com/office/officeart/2005/8/layout/hierarchy3"/>
    <dgm:cxn modelId="{1D8074A2-497B-489A-BBE3-2F7C0B283BD7}" srcId="{CCCBBECC-E854-48CF-BB9F-32BD0C5D2CD7}" destId="{4EA1FFFE-A880-4B28-951D-456D6395852A}" srcOrd="1" destOrd="0" parTransId="{66BF3B6E-A2FD-41B5-B0CE-A931234ED209}" sibTransId="{3DA5707B-95A3-4324-ACFF-DA4F5B9EDFFD}"/>
    <dgm:cxn modelId="{69631EA6-1692-4237-B877-A0D4C5FEFDAA}" srcId="{C9DC2DA5-E90E-4622-B009-5DB1126671CD}" destId="{5CBDEFF5-C36C-40F5-A1F2-6959A63304AC}" srcOrd="2" destOrd="0" parTransId="{A88947A6-AA4D-49BC-B854-0A0810E0410F}" sibTransId="{35A16800-6EB7-4503-9D19-5A3E96FD297A}"/>
    <dgm:cxn modelId="{73097AA9-4D5B-4803-A8C9-4975C82B45CF}" type="presOf" srcId="{8B826118-B5EA-4AB4-93A8-9ADEBF6EBD52}" destId="{161B1292-D623-4C43-9890-FD3D8FD85488}" srcOrd="0" destOrd="0" presId="urn:microsoft.com/office/officeart/2005/8/layout/hierarchy3"/>
    <dgm:cxn modelId="{EFB2AFB3-53D3-4504-9BCE-730B8C20C438}" type="presOf" srcId="{C75EBD14-7FCD-4E5B-9163-2C95E15B0087}" destId="{2577209B-21DD-4B86-A142-D91AB6FAA180}" srcOrd="1" destOrd="0" presId="urn:microsoft.com/office/officeart/2005/8/layout/hierarchy3"/>
    <dgm:cxn modelId="{1ECD2DBA-8CB9-48EB-B755-CBA5D254D0FC}" srcId="{C9DC2DA5-E90E-4622-B009-5DB1126671CD}" destId="{9E612DE2-5F68-4B95-A5E3-380CBBE2F4A0}" srcOrd="3" destOrd="0" parTransId="{C00E1AFE-44CE-409B-B14B-62B5EC106CA7}" sibTransId="{61569B8B-6B30-439C-9863-0DB8176052E0}"/>
    <dgm:cxn modelId="{D89CECC3-2468-42AB-9DF5-CAB19FA78E32}" type="presOf" srcId="{D7CE3940-8315-4402-A424-DBFD06A8F330}" destId="{27A8B643-43F5-4059-934F-44BDAFAB976C}" srcOrd="0" destOrd="0" presId="urn:microsoft.com/office/officeart/2005/8/layout/hierarchy3"/>
    <dgm:cxn modelId="{B953F0CB-5A06-404B-95F4-EDC38835495F}" type="presOf" srcId="{9E612DE2-5F68-4B95-A5E3-380CBBE2F4A0}" destId="{D4BBB231-754C-4AEB-A471-49C3880B5F91}" srcOrd="0" destOrd="0" presId="urn:microsoft.com/office/officeart/2005/8/layout/hierarchy3"/>
    <dgm:cxn modelId="{BDBF73D1-F306-46E9-91E3-BFDE3EC6BDF1}" type="presOf" srcId="{28D5209D-DC49-46CE-AFDD-21E8F355C573}" destId="{4F841D7B-6852-4878-A3F6-2E5F6148F20B}" srcOrd="0" destOrd="0" presId="urn:microsoft.com/office/officeart/2005/8/layout/hierarchy3"/>
    <dgm:cxn modelId="{5AD2E0D2-A9D1-43E1-B5CB-2E57331E8A7C}" type="presOf" srcId="{DAFD0D55-8B59-4E84-A786-7DBBAC9803DF}" destId="{E1A8EE0D-49B7-4A04-8ADB-1DBC460BE7EB}" srcOrd="0" destOrd="0" presId="urn:microsoft.com/office/officeart/2005/8/layout/hierarchy3"/>
    <dgm:cxn modelId="{4B9604DA-1210-4DAF-ABCA-C250139DCB35}" srcId="{4EA1FFFE-A880-4B28-951D-456D6395852A}" destId="{FF5773C9-5496-4A7F-9A14-11DE9D82C49F}" srcOrd="2" destOrd="0" parTransId="{DAFD0D55-8B59-4E84-A786-7DBBAC9803DF}" sibTransId="{46EDD896-4504-4D94-B876-3134393F4216}"/>
    <dgm:cxn modelId="{C971E3DA-FC53-4801-82DC-AE2B195B0FB4}" type="presOf" srcId="{5CBDEFF5-C36C-40F5-A1F2-6959A63304AC}" destId="{7015C591-9579-4057-A00F-322A32A17FA4}" srcOrd="0" destOrd="0" presId="urn:microsoft.com/office/officeart/2005/8/layout/hierarchy3"/>
    <dgm:cxn modelId="{A64922DD-BE3F-46CD-8AA9-ED196794C26E}" type="presOf" srcId="{26208461-2B4E-4893-91A2-4CF1E085E5E7}" destId="{E3D7651B-AA09-4CA9-8963-BFADF34F04CE}" srcOrd="0" destOrd="0" presId="urn:microsoft.com/office/officeart/2005/8/layout/hierarchy3"/>
    <dgm:cxn modelId="{961186E3-07BB-4E7B-9A8D-08B6AF1BE752}" type="presOf" srcId="{C75EBD14-7FCD-4E5B-9163-2C95E15B0087}" destId="{46FE6FB7-2BE8-4C36-A138-F4B4376DA9D4}" srcOrd="0" destOrd="0" presId="urn:microsoft.com/office/officeart/2005/8/layout/hierarchy3"/>
    <dgm:cxn modelId="{2936E5E6-19C2-4BB1-AEFD-7E7CDA86B8A9}" type="presOf" srcId="{C3A826C7-0C4D-48FC-846D-D1CC10E2C14C}" destId="{DE8C5679-D64D-435B-BAF0-240CA413B48E}" srcOrd="0" destOrd="0" presId="urn:microsoft.com/office/officeart/2005/8/layout/hierarchy3"/>
    <dgm:cxn modelId="{B05699EE-73CB-4ACD-BE59-CBBDFA19D6FE}" type="presOf" srcId="{A485235A-3097-4BE3-B0BF-11048C6D3304}" destId="{4836441F-B750-4C0F-BF33-039CDA5BBA23}" srcOrd="0" destOrd="0" presId="urn:microsoft.com/office/officeart/2005/8/layout/hierarchy3"/>
    <dgm:cxn modelId="{526C62F0-ECAA-462A-AF74-0FF738E1E786}" type="presOf" srcId="{A88947A6-AA4D-49BC-B854-0A0810E0410F}" destId="{4ED2DD9D-7A48-4788-ADE8-598430D1A35F}" srcOrd="0" destOrd="0" presId="urn:microsoft.com/office/officeart/2005/8/layout/hierarchy3"/>
    <dgm:cxn modelId="{A83F58F2-E963-428B-B2B2-5C59442D5E32}" type="presOf" srcId="{9822BEF7-4DAC-408A-A227-F1B31D6B50BD}" destId="{6E1AB4A5-C69F-493B-AB42-36AA98F7A753}" srcOrd="0" destOrd="0" presId="urn:microsoft.com/office/officeart/2005/8/layout/hierarchy3"/>
    <dgm:cxn modelId="{BF81C4F2-44BE-431B-85CB-EDEE19639E16}" srcId="{C9DC2DA5-E90E-4622-B009-5DB1126671CD}" destId="{28D5209D-DC49-46CE-AFDD-21E8F355C573}" srcOrd="0" destOrd="0" parTransId="{29F0E32A-5DC9-47D4-BBF3-38C03ADAB596}" sibTransId="{F206AB19-7050-4B2E-B8D9-5122F6BFA319}"/>
    <dgm:cxn modelId="{6F7267F9-A436-4D55-B544-286CA51E7308}" type="presOf" srcId="{FC6F66CD-4A90-4D94-9D09-6AA6EF9273A7}" destId="{7C73A85F-54CC-422D-9E97-57CA83755101}" srcOrd="0" destOrd="0" presId="urn:microsoft.com/office/officeart/2005/8/layout/hierarchy3"/>
    <dgm:cxn modelId="{42C893FF-F073-4CC7-A7CD-C00AC65F2CDC}" srcId="{35F3E58D-73F0-4D74-940F-59B765109E3E}" destId="{A485235A-3097-4BE3-B0BF-11048C6D3304}" srcOrd="1" destOrd="0" parTransId="{5E7AEAEA-92A9-4D16-B89D-F36CC9DCBD12}" sibTransId="{3C4611D1-AA8E-411D-BE72-E5D6CD3C265D}"/>
    <dgm:cxn modelId="{F25BE301-E273-4E7A-993B-0A8AA382EC1D}" type="presParOf" srcId="{1E61DAD4-D99A-444D-809C-CFD1E1E26CF9}" destId="{AA83A6FC-6DEF-411D-ADB0-545831754675}" srcOrd="0" destOrd="0" presId="urn:microsoft.com/office/officeart/2005/8/layout/hierarchy3"/>
    <dgm:cxn modelId="{771F0141-CA88-48B6-BF6E-A8F764DF7528}" type="presParOf" srcId="{AA83A6FC-6DEF-411D-ADB0-545831754675}" destId="{3904F4E0-69CA-42CE-9A05-40FF6B375C33}" srcOrd="0" destOrd="0" presId="urn:microsoft.com/office/officeart/2005/8/layout/hierarchy3"/>
    <dgm:cxn modelId="{DC74E1E8-9CDA-499E-8FCD-CA71F7951D3C}" type="presParOf" srcId="{3904F4E0-69CA-42CE-9A05-40FF6B375C33}" destId="{4FEEC2FA-0FC4-4EED-B488-45005ECB2143}" srcOrd="0" destOrd="0" presId="urn:microsoft.com/office/officeart/2005/8/layout/hierarchy3"/>
    <dgm:cxn modelId="{979F7A4C-0BBD-40D5-A033-C323344EF8E6}" type="presParOf" srcId="{3904F4E0-69CA-42CE-9A05-40FF6B375C33}" destId="{3CA40AFE-8A7B-4916-841C-F7F01BF5F4F4}" srcOrd="1" destOrd="0" presId="urn:microsoft.com/office/officeart/2005/8/layout/hierarchy3"/>
    <dgm:cxn modelId="{F8C825FF-FD7C-404B-A995-470A5BE6234B}" type="presParOf" srcId="{AA83A6FC-6DEF-411D-ADB0-545831754675}" destId="{A830822D-EA40-4E70-AEAC-57F0CEFFB35A}" srcOrd="1" destOrd="0" presId="urn:microsoft.com/office/officeart/2005/8/layout/hierarchy3"/>
    <dgm:cxn modelId="{C44C7BDC-B573-4B22-89DD-87D4BED851D0}" type="presParOf" srcId="{A830822D-EA40-4E70-AEAC-57F0CEFFB35A}" destId="{38D831A0-25FC-43FE-92C6-71A981D41A15}" srcOrd="0" destOrd="0" presId="urn:microsoft.com/office/officeart/2005/8/layout/hierarchy3"/>
    <dgm:cxn modelId="{6C197B77-CAA0-46F3-921F-8D988376F5D8}" type="presParOf" srcId="{A830822D-EA40-4E70-AEAC-57F0CEFFB35A}" destId="{4F841D7B-6852-4878-A3F6-2E5F6148F20B}" srcOrd="1" destOrd="0" presId="urn:microsoft.com/office/officeart/2005/8/layout/hierarchy3"/>
    <dgm:cxn modelId="{D4B5CB96-3FA5-4F24-B870-6D26890BC4E8}" type="presParOf" srcId="{A830822D-EA40-4E70-AEAC-57F0CEFFB35A}" destId="{95C1DF03-D26E-4C45-A96D-B098090F5ED6}" srcOrd="2" destOrd="0" presId="urn:microsoft.com/office/officeart/2005/8/layout/hierarchy3"/>
    <dgm:cxn modelId="{FF27002D-15F6-4D76-994A-2C9D1F657B9B}" type="presParOf" srcId="{A830822D-EA40-4E70-AEAC-57F0CEFFB35A}" destId="{9B695D0F-82F7-4052-9F47-E63BC5D8B3E3}" srcOrd="3" destOrd="0" presId="urn:microsoft.com/office/officeart/2005/8/layout/hierarchy3"/>
    <dgm:cxn modelId="{88CF4F3F-989E-4F04-9D16-A3EDB2BC805F}" type="presParOf" srcId="{A830822D-EA40-4E70-AEAC-57F0CEFFB35A}" destId="{4ED2DD9D-7A48-4788-ADE8-598430D1A35F}" srcOrd="4" destOrd="0" presId="urn:microsoft.com/office/officeart/2005/8/layout/hierarchy3"/>
    <dgm:cxn modelId="{590E86AD-71A3-4551-A070-643DBF770DE1}" type="presParOf" srcId="{A830822D-EA40-4E70-AEAC-57F0CEFFB35A}" destId="{7015C591-9579-4057-A00F-322A32A17FA4}" srcOrd="5" destOrd="0" presId="urn:microsoft.com/office/officeart/2005/8/layout/hierarchy3"/>
    <dgm:cxn modelId="{35A9062E-8599-4886-BDDB-68D3CEB34D5F}" type="presParOf" srcId="{A830822D-EA40-4E70-AEAC-57F0CEFFB35A}" destId="{34B68372-E95A-4886-9A66-EA0386AED7E0}" srcOrd="6" destOrd="0" presId="urn:microsoft.com/office/officeart/2005/8/layout/hierarchy3"/>
    <dgm:cxn modelId="{D577FB56-C417-4CDA-AEE7-3EC16892DFD7}" type="presParOf" srcId="{A830822D-EA40-4E70-AEAC-57F0CEFFB35A}" destId="{D4BBB231-754C-4AEB-A471-49C3880B5F91}" srcOrd="7" destOrd="0" presId="urn:microsoft.com/office/officeart/2005/8/layout/hierarchy3"/>
    <dgm:cxn modelId="{FB657F68-7AC0-4285-ABC7-4B3A92B4EB01}" type="presParOf" srcId="{1E61DAD4-D99A-444D-809C-CFD1E1E26CF9}" destId="{268BE6B0-7E89-4032-830F-5361B669C07B}" srcOrd="1" destOrd="0" presId="urn:microsoft.com/office/officeart/2005/8/layout/hierarchy3"/>
    <dgm:cxn modelId="{0A9ECF43-2D21-4A13-96F8-87B8700FA229}" type="presParOf" srcId="{268BE6B0-7E89-4032-830F-5361B669C07B}" destId="{CAD8C4A2-85F3-4414-A056-87A5585E285B}" srcOrd="0" destOrd="0" presId="urn:microsoft.com/office/officeart/2005/8/layout/hierarchy3"/>
    <dgm:cxn modelId="{38FC3E53-FCD8-494B-9343-50EE26022E34}" type="presParOf" srcId="{CAD8C4A2-85F3-4414-A056-87A5585E285B}" destId="{6BECE076-9F72-4FC3-8E1C-23B2BEB7E157}" srcOrd="0" destOrd="0" presId="urn:microsoft.com/office/officeart/2005/8/layout/hierarchy3"/>
    <dgm:cxn modelId="{58FD2A81-CF32-4938-B60F-77E246702023}" type="presParOf" srcId="{CAD8C4A2-85F3-4414-A056-87A5585E285B}" destId="{59815FFD-C5FD-4228-9270-072D5634BA77}" srcOrd="1" destOrd="0" presId="urn:microsoft.com/office/officeart/2005/8/layout/hierarchy3"/>
    <dgm:cxn modelId="{D9675612-D071-4436-9119-C8AFB08AD12F}" type="presParOf" srcId="{268BE6B0-7E89-4032-830F-5361B669C07B}" destId="{0DD44300-11DA-4151-8FD6-F120F17D34E1}" srcOrd="1" destOrd="0" presId="urn:microsoft.com/office/officeart/2005/8/layout/hierarchy3"/>
    <dgm:cxn modelId="{B777576C-01A1-457A-8B18-8FB32DE44554}" type="presParOf" srcId="{0DD44300-11DA-4151-8FD6-F120F17D34E1}" destId="{7C73A85F-54CC-422D-9E97-57CA83755101}" srcOrd="0" destOrd="0" presId="urn:microsoft.com/office/officeart/2005/8/layout/hierarchy3"/>
    <dgm:cxn modelId="{E4B0FFCB-EC8F-4676-BD8B-06CF8CF933F0}" type="presParOf" srcId="{0DD44300-11DA-4151-8FD6-F120F17D34E1}" destId="{9E8D685A-1495-4EF0-864C-35C37715417D}" srcOrd="1" destOrd="0" presId="urn:microsoft.com/office/officeart/2005/8/layout/hierarchy3"/>
    <dgm:cxn modelId="{B9204025-F06C-4634-826A-7673EB269619}" type="presParOf" srcId="{0DD44300-11DA-4151-8FD6-F120F17D34E1}" destId="{AB4BADFA-0855-4BDF-ADC0-ADC87CCE9DB3}" srcOrd="2" destOrd="0" presId="urn:microsoft.com/office/officeart/2005/8/layout/hierarchy3"/>
    <dgm:cxn modelId="{2374CB96-F909-495E-971D-778D3FC6A2B5}" type="presParOf" srcId="{0DD44300-11DA-4151-8FD6-F120F17D34E1}" destId="{27A8B643-43F5-4059-934F-44BDAFAB976C}" srcOrd="3" destOrd="0" presId="urn:microsoft.com/office/officeart/2005/8/layout/hierarchy3"/>
    <dgm:cxn modelId="{667758E8-4192-47D5-AA4C-4BDB4CB93378}" type="presParOf" srcId="{0DD44300-11DA-4151-8FD6-F120F17D34E1}" destId="{E1A8EE0D-49B7-4A04-8ADB-1DBC460BE7EB}" srcOrd="4" destOrd="0" presId="urn:microsoft.com/office/officeart/2005/8/layout/hierarchy3"/>
    <dgm:cxn modelId="{0D9256A3-4CE8-4126-BFB2-FC84F964DE27}" type="presParOf" srcId="{0DD44300-11DA-4151-8FD6-F120F17D34E1}" destId="{DA3C8360-151E-467F-BFC6-9753586DFF36}" srcOrd="5" destOrd="0" presId="urn:microsoft.com/office/officeart/2005/8/layout/hierarchy3"/>
    <dgm:cxn modelId="{69A858F0-BE16-4136-B12E-5C739C96BCD2}" type="presParOf" srcId="{1E61DAD4-D99A-444D-809C-CFD1E1E26CF9}" destId="{79BBAD9D-36BD-471C-A627-86FED190C301}" srcOrd="2" destOrd="0" presId="urn:microsoft.com/office/officeart/2005/8/layout/hierarchy3"/>
    <dgm:cxn modelId="{D01D427E-F078-43EA-8BB4-85BB6247F78D}" type="presParOf" srcId="{79BBAD9D-36BD-471C-A627-86FED190C301}" destId="{EFA447D7-986D-48FB-9D03-571F3E7488FA}" srcOrd="0" destOrd="0" presId="urn:microsoft.com/office/officeart/2005/8/layout/hierarchy3"/>
    <dgm:cxn modelId="{5CC8F4C6-B47B-4FFE-A8E8-696EEB6DA9C8}" type="presParOf" srcId="{EFA447D7-986D-48FB-9D03-571F3E7488FA}" destId="{46FE6FB7-2BE8-4C36-A138-F4B4376DA9D4}" srcOrd="0" destOrd="0" presId="urn:microsoft.com/office/officeart/2005/8/layout/hierarchy3"/>
    <dgm:cxn modelId="{61D465A3-40E9-4BD1-9726-1AD7BF14140D}" type="presParOf" srcId="{EFA447D7-986D-48FB-9D03-571F3E7488FA}" destId="{2577209B-21DD-4B86-A142-D91AB6FAA180}" srcOrd="1" destOrd="0" presId="urn:microsoft.com/office/officeart/2005/8/layout/hierarchy3"/>
    <dgm:cxn modelId="{4C730DBD-34EE-4038-B655-6877A93EFE60}" type="presParOf" srcId="{79BBAD9D-36BD-471C-A627-86FED190C301}" destId="{9A419D5D-1B29-4E58-A355-A04A2ABD6AB0}" srcOrd="1" destOrd="0" presId="urn:microsoft.com/office/officeart/2005/8/layout/hierarchy3"/>
    <dgm:cxn modelId="{BCE3948A-4499-4299-B7DB-7FEAF38AA195}" type="presParOf" srcId="{9A419D5D-1B29-4E58-A355-A04A2ABD6AB0}" destId="{161B1292-D623-4C43-9890-FD3D8FD85488}" srcOrd="0" destOrd="0" presId="urn:microsoft.com/office/officeart/2005/8/layout/hierarchy3"/>
    <dgm:cxn modelId="{61C2A234-C0DD-4D2A-B708-254CD6A60227}" type="presParOf" srcId="{9A419D5D-1B29-4E58-A355-A04A2ABD6AB0}" destId="{6E1AB4A5-C69F-493B-AB42-36AA98F7A753}" srcOrd="1" destOrd="0" presId="urn:microsoft.com/office/officeart/2005/8/layout/hierarchy3"/>
    <dgm:cxn modelId="{AF23DD29-8ED1-4493-B8A4-6B7FF438427D}" type="presParOf" srcId="{9A419D5D-1B29-4E58-A355-A04A2ABD6AB0}" destId="{A47EDF04-35F4-4000-A977-1C10E229CDE5}" srcOrd="2" destOrd="0" presId="urn:microsoft.com/office/officeart/2005/8/layout/hierarchy3"/>
    <dgm:cxn modelId="{81DC6645-289D-416C-B4F5-80434DD25E24}" type="presParOf" srcId="{9A419D5D-1B29-4E58-A355-A04A2ABD6AB0}" destId="{E3D7651B-AA09-4CA9-8963-BFADF34F04CE}" srcOrd="3" destOrd="0" presId="urn:microsoft.com/office/officeart/2005/8/layout/hierarchy3"/>
    <dgm:cxn modelId="{D96BE3E6-6430-41C9-9400-D1C573799503}" type="presParOf" srcId="{9A419D5D-1B29-4E58-A355-A04A2ABD6AB0}" destId="{77D17D5C-4F05-407A-B76F-16A664AA6716}" srcOrd="4" destOrd="0" presId="urn:microsoft.com/office/officeart/2005/8/layout/hierarchy3"/>
    <dgm:cxn modelId="{3859FCCA-87FB-4A84-9EE9-FAAB4147C1C8}" type="presParOf" srcId="{9A419D5D-1B29-4E58-A355-A04A2ABD6AB0}" destId="{2A802217-F1CF-4987-A6EA-F9D960A7FD4B}" srcOrd="5" destOrd="0" presId="urn:microsoft.com/office/officeart/2005/8/layout/hierarchy3"/>
    <dgm:cxn modelId="{0DAA878E-3434-464C-A08E-AD728672DA1B}" type="presParOf" srcId="{1E61DAD4-D99A-444D-809C-CFD1E1E26CF9}" destId="{2C7B04D4-4AF6-455B-BF09-E3878113593C}" srcOrd="3" destOrd="0" presId="urn:microsoft.com/office/officeart/2005/8/layout/hierarchy3"/>
    <dgm:cxn modelId="{D42A0A54-04DD-430C-8EDE-A5F5B2B2D2E8}" type="presParOf" srcId="{2C7B04D4-4AF6-455B-BF09-E3878113593C}" destId="{408FD7A4-7D70-48AD-AFDB-8EEACE5D8DE7}" srcOrd="0" destOrd="0" presId="urn:microsoft.com/office/officeart/2005/8/layout/hierarchy3"/>
    <dgm:cxn modelId="{FEF285D1-CD1E-4B25-8B34-C9C3DA5C5CA9}" type="presParOf" srcId="{408FD7A4-7D70-48AD-AFDB-8EEACE5D8DE7}" destId="{8B7E8507-844C-460C-AA07-DFACAA12B6C4}" srcOrd="0" destOrd="0" presId="urn:microsoft.com/office/officeart/2005/8/layout/hierarchy3"/>
    <dgm:cxn modelId="{DF0EE32F-954D-493F-93DB-6A5412788D29}" type="presParOf" srcId="{408FD7A4-7D70-48AD-AFDB-8EEACE5D8DE7}" destId="{09664C01-3456-4C58-BE91-EF82CA7F5ACD}" srcOrd="1" destOrd="0" presId="urn:microsoft.com/office/officeart/2005/8/layout/hierarchy3"/>
    <dgm:cxn modelId="{6EAC71CA-3AEA-4845-ADD5-014131565DE2}" type="presParOf" srcId="{2C7B04D4-4AF6-455B-BF09-E3878113593C}" destId="{720D5BCA-5FA1-4C94-BA3E-EBE071626BF7}" srcOrd="1" destOrd="0" presId="urn:microsoft.com/office/officeart/2005/8/layout/hierarchy3"/>
    <dgm:cxn modelId="{C3112D31-6BBB-4DE9-8853-C4A3501EF886}" type="presParOf" srcId="{720D5BCA-5FA1-4C94-BA3E-EBE071626BF7}" destId="{7CDA5592-E12B-4F41-9D04-39358A9FAB8D}" srcOrd="0" destOrd="0" presId="urn:microsoft.com/office/officeart/2005/8/layout/hierarchy3"/>
    <dgm:cxn modelId="{D38086FD-D3C8-481F-85CE-2CF768B82283}" type="presParOf" srcId="{720D5BCA-5FA1-4C94-BA3E-EBE071626BF7}" destId="{DE8C5679-D64D-435B-BAF0-240CA413B48E}" srcOrd="1" destOrd="0" presId="urn:microsoft.com/office/officeart/2005/8/layout/hierarchy3"/>
    <dgm:cxn modelId="{1A9F7114-FB07-4A14-9E39-6E7A16425275}" type="presParOf" srcId="{720D5BCA-5FA1-4C94-BA3E-EBE071626BF7}" destId="{56903DF6-7D55-4AB7-8446-EE265AA0AA50}" srcOrd="2" destOrd="0" presId="urn:microsoft.com/office/officeart/2005/8/layout/hierarchy3"/>
    <dgm:cxn modelId="{580CFB15-928B-4524-A113-81F1CCACADD6}" type="presParOf" srcId="{720D5BCA-5FA1-4C94-BA3E-EBE071626BF7}" destId="{4836441F-B750-4C0F-BF33-039CDA5BBA23}" srcOrd="3"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10F77A51-BF0A-4C39-9CF3-3A0CD6A1B3B7}" type="doc">
      <dgm:prSet loTypeId="urn:microsoft.com/office/officeart/2005/8/layout/hProcess9" loCatId="process" qsTypeId="urn:microsoft.com/office/officeart/2005/8/quickstyle/simple1" qsCatId="simple" csTypeId="urn:microsoft.com/office/officeart/2005/8/colors/accent1_2" csCatId="accent1" phldr="1"/>
      <dgm:spPr/>
    </dgm:pt>
    <dgm:pt modelId="{EE6D6613-E4C3-4916-AA5C-8F13CE2EAF42}">
      <dgm:prSet phldrT="[Text]">
        <dgm:style>
          <a:lnRef idx="2">
            <a:schemeClr val="accent3"/>
          </a:lnRef>
          <a:fillRef idx="1">
            <a:schemeClr val="lt1"/>
          </a:fillRef>
          <a:effectRef idx="0">
            <a:schemeClr val="accent3"/>
          </a:effectRef>
          <a:fontRef idx="minor">
            <a:schemeClr val="dk1"/>
          </a:fontRef>
        </dgm:style>
      </dgm:prSet>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US" dirty="0"/>
            <a:t>Fit the model using X_train and Y_train</a:t>
          </a:r>
        </a:p>
      </dgm:t>
    </dgm:pt>
    <dgm:pt modelId="{DE08672D-3CE9-4CE5-9342-BC7724DC194D}" type="parTrans" cxnId="{53384D43-0F54-4949-9A13-F019865E0F8B}">
      <dgm:prSet/>
      <dgm:spPr/>
      <dgm:t>
        <a:bodyPr/>
        <a:lstStyle/>
        <a:p>
          <a:endParaRPr lang="en-US"/>
        </a:p>
      </dgm:t>
    </dgm:pt>
    <dgm:pt modelId="{6F7B1E1D-9DC6-4996-985E-C4AD9ECB9EEB}" type="sibTrans" cxnId="{53384D43-0F54-4949-9A13-F019865E0F8B}">
      <dgm:prSet/>
      <dgm:spPr/>
      <dgm:t>
        <a:bodyPr/>
        <a:lstStyle/>
        <a:p>
          <a:endParaRPr lang="en-US"/>
        </a:p>
      </dgm:t>
    </dgm:pt>
    <dgm:pt modelId="{8BE3DD38-6B16-45ED-8ABD-B0BDE3D2DFAF}">
      <dgm:prSet phldrT="[Text]">
        <dgm:style>
          <a:lnRef idx="2">
            <a:schemeClr val="accent3"/>
          </a:lnRef>
          <a:fillRef idx="1">
            <a:schemeClr val="lt1"/>
          </a:fillRef>
          <a:effectRef idx="0">
            <a:schemeClr val="accent3"/>
          </a:effectRef>
          <a:fontRef idx="minor">
            <a:schemeClr val="dk1"/>
          </a:fontRef>
        </dgm:style>
      </dgm:prSet>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US" dirty="0"/>
            <a:t>Predict using X_test</a:t>
          </a:r>
        </a:p>
      </dgm:t>
    </dgm:pt>
    <dgm:pt modelId="{661BDD8A-7062-46FF-A4CC-929052DB1B1F}" type="parTrans" cxnId="{04D1D5E8-71DB-425D-9D6E-E5E123DB825A}">
      <dgm:prSet/>
      <dgm:spPr/>
      <dgm:t>
        <a:bodyPr/>
        <a:lstStyle/>
        <a:p>
          <a:endParaRPr lang="en-US"/>
        </a:p>
      </dgm:t>
    </dgm:pt>
    <dgm:pt modelId="{AA2E6F81-9BAC-4A4B-85C6-C731840B505A}" type="sibTrans" cxnId="{04D1D5E8-71DB-425D-9D6E-E5E123DB825A}">
      <dgm:prSet/>
      <dgm:spPr/>
      <dgm:t>
        <a:bodyPr/>
        <a:lstStyle/>
        <a:p>
          <a:endParaRPr lang="en-US"/>
        </a:p>
      </dgm:t>
    </dgm:pt>
    <dgm:pt modelId="{33B77977-0F94-4534-A4D0-32CDFB3C00EF}">
      <dgm:prSet phldrT="[Text]">
        <dgm:style>
          <a:lnRef idx="0">
            <a:schemeClr val="accent5"/>
          </a:lnRef>
          <a:fillRef idx="3">
            <a:schemeClr val="accent5"/>
          </a:fillRef>
          <a:effectRef idx="3">
            <a:schemeClr val="accent5"/>
          </a:effectRef>
          <a:fontRef idx="minor">
            <a:schemeClr val="lt1"/>
          </a:fontRef>
        </dgm:style>
      </dgm:prSet>
      <dgm:spPr/>
      <dgm:t>
        <a:bodyPr/>
        <a:lstStyle/>
        <a:p>
          <a:r>
            <a:rPr lang="en-US" dirty="0"/>
            <a:t>Probability Distribution- 1</a:t>
          </a:r>
        </a:p>
      </dgm:t>
    </dgm:pt>
    <dgm:pt modelId="{5F041ADE-9453-4368-9F8A-8150465C3390}" type="parTrans" cxnId="{DF40D17E-A1E2-4686-8722-E6AC90CC49A3}">
      <dgm:prSet/>
      <dgm:spPr/>
      <dgm:t>
        <a:bodyPr/>
        <a:lstStyle/>
        <a:p>
          <a:endParaRPr lang="en-US"/>
        </a:p>
      </dgm:t>
    </dgm:pt>
    <dgm:pt modelId="{E7A61CA5-7F1C-4991-91B3-7B6267BAD354}" type="sibTrans" cxnId="{DF40D17E-A1E2-4686-8722-E6AC90CC49A3}">
      <dgm:prSet/>
      <dgm:spPr/>
      <dgm:t>
        <a:bodyPr/>
        <a:lstStyle/>
        <a:p>
          <a:endParaRPr lang="en-US"/>
        </a:p>
      </dgm:t>
    </dgm:pt>
    <dgm:pt modelId="{730295D7-C33E-4B8B-BB7C-5063A87BE6D1}" type="pres">
      <dgm:prSet presAssocID="{10F77A51-BF0A-4C39-9CF3-3A0CD6A1B3B7}" presName="CompostProcess" presStyleCnt="0">
        <dgm:presLayoutVars>
          <dgm:dir/>
          <dgm:resizeHandles val="exact"/>
        </dgm:presLayoutVars>
      </dgm:prSet>
      <dgm:spPr/>
    </dgm:pt>
    <dgm:pt modelId="{3B2CDD0D-6CE4-4C7D-A519-DF5152302C3F}" type="pres">
      <dgm:prSet presAssocID="{10F77A51-BF0A-4C39-9CF3-3A0CD6A1B3B7}" presName="arrow" presStyleLbl="bgShp" presStyleIdx="0" presStyleCnt="1"/>
      <dgm:spPr/>
    </dgm:pt>
    <dgm:pt modelId="{A663BD86-2A11-4172-B537-7F8774F59432}" type="pres">
      <dgm:prSet presAssocID="{10F77A51-BF0A-4C39-9CF3-3A0CD6A1B3B7}" presName="linearProcess" presStyleCnt="0"/>
      <dgm:spPr/>
    </dgm:pt>
    <dgm:pt modelId="{CBA2E048-418E-478E-B392-1D93130A77B3}" type="pres">
      <dgm:prSet presAssocID="{EE6D6613-E4C3-4916-AA5C-8F13CE2EAF42}" presName="textNode" presStyleLbl="node1" presStyleIdx="0" presStyleCnt="3">
        <dgm:presLayoutVars>
          <dgm:bulletEnabled val="1"/>
        </dgm:presLayoutVars>
      </dgm:prSet>
      <dgm:spPr/>
    </dgm:pt>
    <dgm:pt modelId="{79E82258-9B9A-4BA6-B866-BFE68F4D008D}" type="pres">
      <dgm:prSet presAssocID="{6F7B1E1D-9DC6-4996-985E-C4AD9ECB9EEB}" presName="sibTrans" presStyleCnt="0"/>
      <dgm:spPr/>
    </dgm:pt>
    <dgm:pt modelId="{35F8D5B5-E985-4EEC-8C78-F188D97F2C70}" type="pres">
      <dgm:prSet presAssocID="{8BE3DD38-6B16-45ED-8ABD-B0BDE3D2DFAF}" presName="textNode" presStyleLbl="node1" presStyleIdx="1" presStyleCnt="3">
        <dgm:presLayoutVars>
          <dgm:bulletEnabled val="1"/>
        </dgm:presLayoutVars>
      </dgm:prSet>
      <dgm:spPr/>
    </dgm:pt>
    <dgm:pt modelId="{DBDA017A-04F5-46E2-A420-D2E955719288}" type="pres">
      <dgm:prSet presAssocID="{AA2E6F81-9BAC-4A4B-85C6-C731840B505A}" presName="sibTrans" presStyleCnt="0"/>
      <dgm:spPr/>
    </dgm:pt>
    <dgm:pt modelId="{18FA7B6A-2085-4E93-8ADE-BB4A3FCBC8F3}" type="pres">
      <dgm:prSet presAssocID="{33B77977-0F94-4534-A4D0-32CDFB3C00EF}" presName="textNode" presStyleLbl="node1" presStyleIdx="2" presStyleCnt="3">
        <dgm:presLayoutVars>
          <dgm:bulletEnabled val="1"/>
        </dgm:presLayoutVars>
      </dgm:prSet>
      <dgm:spPr/>
    </dgm:pt>
  </dgm:ptLst>
  <dgm:cxnLst>
    <dgm:cxn modelId="{95FD6E3F-44CC-4DB9-BF1E-B278D17AFC9A}" type="presOf" srcId="{8BE3DD38-6B16-45ED-8ABD-B0BDE3D2DFAF}" destId="{35F8D5B5-E985-4EEC-8C78-F188D97F2C70}" srcOrd="0" destOrd="0" presId="urn:microsoft.com/office/officeart/2005/8/layout/hProcess9"/>
    <dgm:cxn modelId="{53384D43-0F54-4949-9A13-F019865E0F8B}" srcId="{10F77A51-BF0A-4C39-9CF3-3A0CD6A1B3B7}" destId="{EE6D6613-E4C3-4916-AA5C-8F13CE2EAF42}" srcOrd="0" destOrd="0" parTransId="{DE08672D-3CE9-4CE5-9342-BC7724DC194D}" sibTransId="{6F7B1E1D-9DC6-4996-985E-C4AD9ECB9EEB}"/>
    <dgm:cxn modelId="{DF40D17E-A1E2-4686-8722-E6AC90CC49A3}" srcId="{10F77A51-BF0A-4C39-9CF3-3A0CD6A1B3B7}" destId="{33B77977-0F94-4534-A4D0-32CDFB3C00EF}" srcOrd="2" destOrd="0" parTransId="{5F041ADE-9453-4368-9F8A-8150465C3390}" sibTransId="{E7A61CA5-7F1C-4991-91B3-7B6267BAD354}"/>
    <dgm:cxn modelId="{93A2A5B9-7EDC-485C-B014-3F63BDAD4CA8}" type="presOf" srcId="{33B77977-0F94-4534-A4D0-32CDFB3C00EF}" destId="{18FA7B6A-2085-4E93-8ADE-BB4A3FCBC8F3}" srcOrd="0" destOrd="0" presId="urn:microsoft.com/office/officeart/2005/8/layout/hProcess9"/>
    <dgm:cxn modelId="{90EEE9C9-F847-431F-A9C7-D417A7BF8D37}" type="presOf" srcId="{EE6D6613-E4C3-4916-AA5C-8F13CE2EAF42}" destId="{CBA2E048-418E-478E-B392-1D93130A77B3}" srcOrd="0" destOrd="0" presId="urn:microsoft.com/office/officeart/2005/8/layout/hProcess9"/>
    <dgm:cxn modelId="{04D1D5E8-71DB-425D-9D6E-E5E123DB825A}" srcId="{10F77A51-BF0A-4C39-9CF3-3A0CD6A1B3B7}" destId="{8BE3DD38-6B16-45ED-8ABD-B0BDE3D2DFAF}" srcOrd="1" destOrd="0" parTransId="{661BDD8A-7062-46FF-A4CC-929052DB1B1F}" sibTransId="{AA2E6F81-9BAC-4A4B-85C6-C731840B505A}"/>
    <dgm:cxn modelId="{C3AB0BFD-A7B3-4218-9D7B-4108CB91C1B3}" type="presOf" srcId="{10F77A51-BF0A-4C39-9CF3-3A0CD6A1B3B7}" destId="{730295D7-C33E-4B8B-BB7C-5063A87BE6D1}" srcOrd="0" destOrd="0" presId="urn:microsoft.com/office/officeart/2005/8/layout/hProcess9"/>
    <dgm:cxn modelId="{3DE6781A-4EF7-4E59-B998-F5D87A73B3BE}" type="presParOf" srcId="{730295D7-C33E-4B8B-BB7C-5063A87BE6D1}" destId="{3B2CDD0D-6CE4-4C7D-A519-DF5152302C3F}" srcOrd="0" destOrd="0" presId="urn:microsoft.com/office/officeart/2005/8/layout/hProcess9"/>
    <dgm:cxn modelId="{EE7C3753-251D-4C08-AD58-F8CBB740C186}" type="presParOf" srcId="{730295D7-C33E-4B8B-BB7C-5063A87BE6D1}" destId="{A663BD86-2A11-4172-B537-7F8774F59432}" srcOrd="1" destOrd="0" presId="urn:microsoft.com/office/officeart/2005/8/layout/hProcess9"/>
    <dgm:cxn modelId="{88B80B27-3C16-4FEC-915D-7D157BD7F588}" type="presParOf" srcId="{A663BD86-2A11-4172-B537-7F8774F59432}" destId="{CBA2E048-418E-478E-B392-1D93130A77B3}" srcOrd="0" destOrd="0" presId="urn:microsoft.com/office/officeart/2005/8/layout/hProcess9"/>
    <dgm:cxn modelId="{0CBB69C0-6B97-41EA-A0FB-7B0A3B70D30B}" type="presParOf" srcId="{A663BD86-2A11-4172-B537-7F8774F59432}" destId="{79E82258-9B9A-4BA6-B866-BFE68F4D008D}" srcOrd="1" destOrd="0" presId="urn:microsoft.com/office/officeart/2005/8/layout/hProcess9"/>
    <dgm:cxn modelId="{5039E02E-A131-4D4E-BB41-52E5E0D96A4F}" type="presParOf" srcId="{A663BD86-2A11-4172-B537-7F8774F59432}" destId="{35F8D5B5-E985-4EEC-8C78-F188D97F2C70}" srcOrd="2" destOrd="0" presId="urn:microsoft.com/office/officeart/2005/8/layout/hProcess9"/>
    <dgm:cxn modelId="{95674AA1-1481-4ED8-BDEB-69C964154799}" type="presParOf" srcId="{A663BD86-2A11-4172-B537-7F8774F59432}" destId="{DBDA017A-04F5-46E2-A420-D2E955719288}" srcOrd="3" destOrd="0" presId="urn:microsoft.com/office/officeart/2005/8/layout/hProcess9"/>
    <dgm:cxn modelId="{C0C3E538-2CAC-470E-9148-1AD68339BDCD}" type="presParOf" srcId="{A663BD86-2A11-4172-B537-7F8774F59432}" destId="{18FA7B6A-2085-4E93-8ADE-BB4A3FCBC8F3}" srcOrd="4"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10F77A51-BF0A-4C39-9CF3-3A0CD6A1B3B7}" type="doc">
      <dgm:prSet loTypeId="urn:microsoft.com/office/officeart/2005/8/layout/hProcess9" loCatId="process" qsTypeId="urn:microsoft.com/office/officeart/2005/8/quickstyle/simple1" qsCatId="simple" csTypeId="urn:microsoft.com/office/officeart/2005/8/colors/accent1_2" csCatId="accent1" phldr="1"/>
      <dgm:spPr/>
    </dgm:pt>
    <dgm:pt modelId="{EE6D6613-E4C3-4916-AA5C-8F13CE2EAF42}">
      <dgm:prSet phldrT="[Text]">
        <dgm:style>
          <a:lnRef idx="2">
            <a:schemeClr val="accent6"/>
          </a:lnRef>
          <a:fillRef idx="1">
            <a:schemeClr val="lt1"/>
          </a:fillRef>
          <a:effectRef idx="0">
            <a:schemeClr val="accent6"/>
          </a:effectRef>
          <a:fontRef idx="minor">
            <a:schemeClr val="dk1"/>
          </a:fontRef>
        </dgm:style>
      </dgm:prSet>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US" dirty="0"/>
            <a:t>Fit the model using X_train_updated and Y_train</a:t>
          </a:r>
        </a:p>
      </dgm:t>
    </dgm:pt>
    <dgm:pt modelId="{DE08672D-3CE9-4CE5-9342-BC7724DC194D}" type="parTrans" cxnId="{53384D43-0F54-4949-9A13-F019865E0F8B}">
      <dgm:prSet/>
      <dgm:spPr/>
      <dgm:t>
        <a:bodyPr/>
        <a:lstStyle/>
        <a:p>
          <a:endParaRPr lang="en-US"/>
        </a:p>
      </dgm:t>
    </dgm:pt>
    <dgm:pt modelId="{6F7B1E1D-9DC6-4996-985E-C4AD9ECB9EEB}" type="sibTrans" cxnId="{53384D43-0F54-4949-9A13-F019865E0F8B}">
      <dgm:prSet/>
      <dgm:spPr/>
      <dgm:t>
        <a:bodyPr/>
        <a:lstStyle/>
        <a:p>
          <a:endParaRPr lang="en-US"/>
        </a:p>
      </dgm:t>
    </dgm:pt>
    <dgm:pt modelId="{8BE3DD38-6B16-45ED-8ABD-B0BDE3D2DFAF}">
      <dgm:prSet phldrT="[Text]">
        <dgm:style>
          <a:lnRef idx="2">
            <a:schemeClr val="accent6"/>
          </a:lnRef>
          <a:fillRef idx="1">
            <a:schemeClr val="lt1"/>
          </a:fillRef>
          <a:effectRef idx="0">
            <a:schemeClr val="accent6"/>
          </a:effectRef>
          <a:fontRef idx="minor">
            <a:schemeClr val="dk1"/>
          </a:fontRef>
        </dgm:style>
      </dgm:prSet>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US" dirty="0"/>
            <a:t>Predict using X_test_updated</a:t>
          </a:r>
        </a:p>
      </dgm:t>
    </dgm:pt>
    <dgm:pt modelId="{661BDD8A-7062-46FF-A4CC-929052DB1B1F}" type="parTrans" cxnId="{04D1D5E8-71DB-425D-9D6E-E5E123DB825A}">
      <dgm:prSet/>
      <dgm:spPr/>
      <dgm:t>
        <a:bodyPr/>
        <a:lstStyle/>
        <a:p>
          <a:endParaRPr lang="en-US"/>
        </a:p>
      </dgm:t>
    </dgm:pt>
    <dgm:pt modelId="{AA2E6F81-9BAC-4A4B-85C6-C731840B505A}" type="sibTrans" cxnId="{04D1D5E8-71DB-425D-9D6E-E5E123DB825A}">
      <dgm:prSet/>
      <dgm:spPr/>
      <dgm:t>
        <a:bodyPr/>
        <a:lstStyle/>
        <a:p>
          <a:endParaRPr lang="en-US"/>
        </a:p>
      </dgm:t>
    </dgm:pt>
    <dgm:pt modelId="{33B77977-0F94-4534-A4D0-32CDFB3C00EF}">
      <dgm:prSet phldrT="[Text]">
        <dgm:style>
          <a:lnRef idx="0">
            <a:schemeClr val="accent6"/>
          </a:lnRef>
          <a:fillRef idx="3">
            <a:schemeClr val="accent6"/>
          </a:fillRef>
          <a:effectRef idx="3">
            <a:schemeClr val="accent6"/>
          </a:effectRef>
          <a:fontRef idx="minor">
            <a:schemeClr val="lt1"/>
          </a:fontRef>
        </dgm:style>
      </dgm:prSet>
      <dgm:spPr/>
      <dgm:t>
        <a:bodyPr/>
        <a:lstStyle/>
        <a:p>
          <a:r>
            <a:rPr lang="en-US" dirty="0"/>
            <a:t>Probability Distribution- 2</a:t>
          </a:r>
        </a:p>
      </dgm:t>
    </dgm:pt>
    <dgm:pt modelId="{5F041ADE-9453-4368-9F8A-8150465C3390}" type="parTrans" cxnId="{DF40D17E-A1E2-4686-8722-E6AC90CC49A3}">
      <dgm:prSet/>
      <dgm:spPr/>
      <dgm:t>
        <a:bodyPr/>
        <a:lstStyle/>
        <a:p>
          <a:endParaRPr lang="en-US"/>
        </a:p>
      </dgm:t>
    </dgm:pt>
    <dgm:pt modelId="{E7A61CA5-7F1C-4991-91B3-7B6267BAD354}" type="sibTrans" cxnId="{DF40D17E-A1E2-4686-8722-E6AC90CC49A3}">
      <dgm:prSet/>
      <dgm:spPr/>
      <dgm:t>
        <a:bodyPr/>
        <a:lstStyle/>
        <a:p>
          <a:endParaRPr lang="en-US"/>
        </a:p>
      </dgm:t>
    </dgm:pt>
    <dgm:pt modelId="{4BEB54CF-EBA8-4C02-BF4A-0953DD22B89A}">
      <dgm:prSet phldrT="[Text]">
        <dgm:style>
          <a:lnRef idx="2">
            <a:schemeClr val="accent6"/>
          </a:lnRef>
          <a:fillRef idx="1">
            <a:schemeClr val="lt1"/>
          </a:fillRef>
          <a:effectRef idx="0">
            <a:schemeClr val="accent6"/>
          </a:effectRef>
          <a:fontRef idx="minor">
            <a:schemeClr val="dk1"/>
          </a:fontRef>
        </dgm:style>
      </dgm:prSet>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US" dirty="0"/>
            <a:t>Remove the numbers from X_train and X_test</a:t>
          </a:r>
        </a:p>
      </dgm:t>
    </dgm:pt>
    <dgm:pt modelId="{91EB4DE9-1CEC-4DA7-82BE-BAD19FA4976F}" type="parTrans" cxnId="{9C1EF99F-30B5-4489-860B-10D3F05C5F10}">
      <dgm:prSet/>
      <dgm:spPr/>
      <dgm:t>
        <a:bodyPr/>
        <a:lstStyle/>
        <a:p>
          <a:endParaRPr lang="en-US"/>
        </a:p>
      </dgm:t>
    </dgm:pt>
    <dgm:pt modelId="{C11F1AA6-AFFC-4770-9EE8-B63CE3D13E55}" type="sibTrans" cxnId="{9C1EF99F-30B5-4489-860B-10D3F05C5F10}">
      <dgm:prSet/>
      <dgm:spPr/>
      <dgm:t>
        <a:bodyPr/>
        <a:lstStyle/>
        <a:p>
          <a:endParaRPr lang="en-US"/>
        </a:p>
      </dgm:t>
    </dgm:pt>
    <dgm:pt modelId="{730295D7-C33E-4B8B-BB7C-5063A87BE6D1}" type="pres">
      <dgm:prSet presAssocID="{10F77A51-BF0A-4C39-9CF3-3A0CD6A1B3B7}" presName="CompostProcess" presStyleCnt="0">
        <dgm:presLayoutVars>
          <dgm:dir/>
          <dgm:resizeHandles val="exact"/>
        </dgm:presLayoutVars>
      </dgm:prSet>
      <dgm:spPr/>
    </dgm:pt>
    <dgm:pt modelId="{3B2CDD0D-6CE4-4C7D-A519-DF5152302C3F}" type="pres">
      <dgm:prSet presAssocID="{10F77A51-BF0A-4C39-9CF3-3A0CD6A1B3B7}" presName="arrow" presStyleLbl="bgShp" presStyleIdx="0" presStyleCnt="1"/>
      <dgm:spPr/>
    </dgm:pt>
    <dgm:pt modelId="{A663BD86-2A11-4172-B537-7F8774F59432}" type="pres">
      <dgm:prSet presAssocID="{10F77A51-BF0A-4C39-9CF3-3A0CD6A1B3B7}" presName="linearProcess" presStyleCnt="0"/>
      <dgm:spPr/>
    </dgm:pt>
    <dgm:pt modelId="{8334BC6F-41EC-48D0-AB0F-09C3CE60CDCD}" type="pres">
      <dgm:prSet presAssocID="{4BEB54CF-EBA8-4C02-BF4A-0953DD22B89A}" presName="textNode" presStyleLbl="node1" presStyleIdx="0" presStyleCnt="4">
        <dgm:presLayoutVars>
          <dgm:bulletEnabled val="1"/>
        </dgm:presLayoutVars>
      </dgm:prSet>
      <dgm:spPr/>
    </dgm:pt>
    <dgm:pt modelId="{E52AB706-1695-4C5B-AA4C-37D75DA8C637}" type="pres">
      <dgm:prSet presAssocID="{C11F1AA6-AFFC-4770-9EE8-B63CE3D13E55}" presName="sibTrans" presStyleCnt="0"/>
      <dgm:spPr/>
    </dgm:pt>
    <dgm:pt modelId="{CBA2E048-418E-478E-B392-1D93130A77B3}" type="pres">
      <dgm:prSet presAssocID="{EE6D6613-E4C3-4916-AA5C-8F13CE2EAF42}" presName="textNode" presStyleLbl="node1" presStyleIdx="1" presStyleCnt="4">
        <dgm:presLayoutVars>
          <dgm:bulletEnabled val="1"/>
        </dgm:presLayoutVars>
      </dgm:prSet>
      <dgm:spPr/>
    </dgm:pt>
    <dgm:pt modelId="{79E82258-9B9A-4BA6-B866-BFE68F4D008D}" type="pres">
      <dgm:prSet presAssocID="{6F7B1E1D-9DC6-4996-985E-C4AD9ECB9EEB}" presName="sibTrans" presStyleCnt="0"/>
      <dgm:spPr/>
    </dgm:pt>
    <dgm:pt modelId="{35F8D5B5-E985-4EEC-8C78-F188D97F2C70}" type="pres">
      <dgm:prSet presAssocID="{8BE3DD38-6B16-45ED-8ABD-B0BDE3D2DFAF}" presName="textNode" presStyleLbl="node1" presStyleIdx="2" presStyleCnt="4">
        <dgm:presLayoutVars>
          <dgm:bulletEnabled val="1"/>
        </dgm:presLayoutVars>
      </dgm:prSet>
      <dgm:spPr/>
    </dgm:pt>
    <dgm:pt modelId="{DBDA017A-04F5-46E2-A420-D2E955719288}" type="pres">
      <dgm:prSet presAssocID="{AA2E6F81-9BAC-4A4B-85C6-C731840B505A}" presName="sibTrans" presStyleCnt="0"/>
      <dgm:spPr/>
    </dgm:pt>
    <dgm:pt modelId="{18FA7B6A-2085-4E93-8ADE-BB4A3FCBC8F3}" type="pres">
      <dgm:prSet presAssocID="{33B77977-0F94-4534-A4D0-32CDFB3C00EF}" presName="textNode" presStyleLbl="node1" presStyleIdx="3" presStyleCnt="4">
        <dgm:presLayoutVars>
          <dgm:bulletEnabled val="1"/>
        </dgm:presLayoutVars>
      </dgm:prSet>
      <dgm:spPr/>
    </dgm:pt>
  </dgm:ptLst>
  <dgm:cxnLst>
    <dgm:cxn modelId="{7710A01B-FBA7-464E-9DBB-0BFEA42E37C3}" type="presOf" srcId="{4BEB54CF-EBA8-4C02-BF4A-0953DD22B89A}" destId="{8334BC6F-41EC-48D0-AB0F-09C3CE60CDCD}" srcOrd="0" destOrd="0" presId="urn:microsoft.com/office/officeart/2005/8/layout/hProcess9"/>
    <dgm:cxn modelId="{95FD6E3F-44CC-4DB9-BF1E-B278D17AFC9A}" type="presOf" srcId="{8BE3DD38-6B16-45ED-8ABD-B0BDE3D2DFAF}" destId="{35F8D5B5-E985-4EEC-8C78-F188D97F2C70}" srcOrd="0" destOrd="0" presId="urn:microsoft.com/office/officeart/2005/8/layout/hProcess9"/>
    <dgm:cxn modelId="{53384D43-0F54-4949-9A13-F019865E0F8B}" srcId="{10F77A51-BF0A-4C39-9CF3-3A0CD6A1B3B7}" destId="{EE6D6613-E4C3-4916-AA5C-8F13CE2EAF42}" srcOrd="1" destOrd="0" parTransId="{DE08672D-3CE9-4CE5-9342-BC7724DC194D}" sibTransId="{6F7B1E1D-9DC6-4996-985E-C4AD9ECB9EEB}"/>
    <dgm:cxn modelId="{DF40D17E-A1E2-4686-8722-E6AC90CC49A3}" srcId="{10F77A51-BF0A-4C39-9CF3-3A0CD6A1B3B7}" destId="{33B77977-0F94-4534-A4D0-32CDFB3C00EF}" srcOrd="3" destOrd="0" parTransId="{5F041ADE-9453-4368-9F8A-8150465C3390}" sibTransId="{E7A61CA5-7F1C-4991-91B3-7B6267BAD354}"/>
    <dgm:cxn modelId="{9C1EF99F-30B5-4489-860B-10D3F05C5F10}" srcId="{10F77A51-BF0A-4C39-9CF3-3A0CD6A1B3B7}" destId="{4BEB54CF-EBA8-4C02-BF4A-0953DD22B89A}" srcOrd="0" destOrd="0" parTransId="{91EB4DE9-1CEC-4DA7-82BE-BAD19FA4976F}" sibTransId="{C11F1AA6-AFFC-4770-9EE8-B63CE3D13E55}"/>
    <dgm:cxn modelId="{93A2A5B9-7EDC-485C-B014-3F63BDAD4CA8}" type="presOf" srcId="{33B77977-0F94-4534-A4D0-32CDFB3C00EF}" destId="{18FA7B6A-2085-4E93-8ADE-BB4A3FCBC8F3}" srcOrd="0" destOrd="0" presId="urn:microsoft.com/office/officeart/2005/8/layout/hProcess9"/>
    <dgm:cxn modelId="{90EEE9C9-F847-431F-A9C7-D417A7BF8D37}" type="presOf" srcId="{EE6D6613-E4C3-4916-AA5C-8F13CE2EAF42}" destId="{CBA2E048-418E-478E-B392-1D93130A77B3}" srcOrd="0" destOrd="0" presId="urn:microsoft.com/office/officeart/2005/8/layout/hProcess9"/>
    <dgm:cxn modelId="{04D1D5E8-71DB-425D-9D6E-E5E123DB825A}" srcId="{10F77A51-BF0A-4C39-9CF3-3A0CD6A1B3B7}" destId="{8BE3DD38-6B16-45ED-8ABD-B0BDE3D2DFAF}" srcOrd="2" destOrd="0" parTransId="{661BDD8A-7062-46FF-A4CC-929052DB1B1F}" sibTransId="{AA2E6F81-9BAC-4A4B-85C6-C731840B505A}"/>
    <dgm:cxn modelId="{C3AB0BFD-A7B3-4218-9D7B-4108CB91C1B3}" type="presOf" srcId="{10F77A51-BF0A-4C39-9CF3-3A0CD6A1B3B7}" destId="{730295D7-C33E-4B8B-BB7C-5063A87BE6D1}" srcOrd="0" destOrd="0" presId="urn:microsoft.com/office/officeart/2005/8/layout/hProcess9"/>
    <dgm:cxn modelId="{3DE6781A-4EF7-4E59-B998-F5D87A73B3BE}" type="presParOf" srcId="{730295D7-C33E-4B8B-BB7C-5063A87BE6D1}" destId="{3B2CDD0D-6CE4-4C7D-A519-DF5152302C3F}" srcOrd="0" destOrd="0" presId="urn:microsoft.com/office/officeart/2005/8/layout/hProcess9"/>
    <dgm:cxn modelId="{EE7C3753-251D-4C08-AD58-F8CBB740C186}" type="presParOf" srcId="{730295D7-C33E-4B8B-BB7C-5063A87BE6D1}" destId="{A663BD86-2A11-4172-B537-7F8774F59432}" srcOrd="1" destOrd="0" presId="urn:microsoft.com/office/officeart/2005/8/layout/hProcess9"/>
    <dgm:cxn modelId="{266B57B0-441B-406F-AA76-A18077FD4815}" type="presParOf" srcId="{A663BD86-2A11-4172-B537-7F8774F59432}" destId="{8334BC6F-41EC-48D0-AB0F-09C3CE60CDCD}" srcOrd="0" destOrd="0" presId="urn:microsoft.com/office/officeart/2005/8/layout/hProcess9"/>
    <dgm:cxn modelId="{A80CFED8-F440-49A7-962B-3F9B54CE5FAC}" type="presParOf" srcId="{A663BD86-2A11-4172-B537-7F8774F59432}" destId="{E52AB706-1695-4C5B-AA4C-37D75DA8C637}" srcOrd="1" destOrd="0" presId="urn:microsoft.com/office/officeart/2005/8/layout/hProcess9"/>
    <dgm:cxn modelId="{88B80B27-3C16-4FEC-915D-7D157BD7F588}" type="presParOf" srcId="{A663BD86-2A11-4172-B537-7F8774F59432}" destId="{CBA2E048-418E-478E-B392-1D93130A77B3}" srcOrd="2" destOrd="0" presId="urn:microsoft.com/office/officeart/2005/8/layout/hProcess9"/>
    <dgm:cxn modelId="{0CBB69C0-6B97-41EA-A0FB-7B0A3B70D30B}" type="presParOf" srcId="{A663BD86-2A11-4172-B537-7F8774F59432}" destId="{79E82258-9B9A-4BA6-B866-BFE68F4D008D}" srcOrd="3" destOrd="0" presId="urn:microsoft.com/office/officeart/2005/8/layout/hProcess9"/>
    <dgm:cxn modelId="{5039E02E-A131-4D4E-BB41-52E5E0D96A4F}" type="presParOf" srcId="{A663BD86-2A11-4172-B537-7F8774F59432}" destId="{35F8D5B5-E985-4EEC-8C78-F188D97F2C70}" srcOrd="4" destOrd="0" presId="urn:microsoft.com/office/officeart/2005/8/layout/hProcess9"/>
    <dgm:cxn modelId="{95674AA1-1481-4ED8-BDEB-69C964154799}" type="presParOf" srcId="{A663BD86-2A11-4172-B537-7F8774F59432}" destId="{DBDA017A-04F5-46E2-A420-D2E955719288}" srcOrd="5" destOrd="0" presId="urn:microsoft.com/office/officeart/2005/8/layout/hProcess9"/>
    <dgm:cxn modelId="{C0C3E538-2CAC-470E-9148-1AD68339BDCD}" type="presParOf" srcId="{A663BD86-2A11-4172-B537-7F8774F59432}" destId="{18FA7B6A-2085-4E93-8ADE-BB4A3FCBC8F3}" srcOrd="6" destOrd="0" presId="urn:microsoft.com/office/officeart/2005/8/layout/hProcess9"/>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10F77A51-BF0A-4C39-9CF3-3A0CD6A1B3B7}" type="doc">
      <dgm:prSet loTypeId="urn:microsoft.com/office/officeart/2005/8/layout/hProcess9" loCatId="process" qsTypeId="urn:microsoft.com/office/officeart/2005/8/quickstyle/simple1" qsCatId="simple" csTypeId="urn:microsoft.com/office/officeart/2005/8/colors/accent1_2" csCatId="accent1" phldr="1"/>
      <dgm:spPr/>
    </dgm:pt>
    <dgm:pt modelId="{EE6D6613-E4C3-4916-AA5C-8F13CE2EAF42}">
      <dgm:prSet phldrT="[Text]">
        <dgm:style>
          <a:lnRef idx="2">
            <a:schemeClr val="accent2"/>
          </a:lnRef>
          <a:fillRef idx="1">
            <a:schemeClr val="lt1"/>
          </a:fillRef>
          <a:effectRef idx="0">
            <a:schemeClr val="accent2"/>
          </a:effectRef>
          <a:fontRef idx="minor">
            <a:schemeClr val="dk1"/>
          </a:fontRef>
        </dgm:style>
      </dgm:prSet>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US" dirty="0"/>
            <a:t>Fit the model using </a:t>
          </a:r>
          <a:r>
            <a:rPr lang="en-US" dirty="0" err="1"/>
            <a:t>X_train</a:t>
          </a:r>
          <a:r>
            <a:rPr lang="en-US" dirty="0"/>
            <a:t> and </a:t>
          </a:r>
          <a:r>
            <a:rPr lang="en-US" dirty="0" err="1"/>
            <a:t>Y_train</a:t>
          </a:r>
          <a:endParaRPr lang="en-US" dirty="0"/>
        </a:p>
      </dgm:t>
    </dgm:pt>
    <dgm:pt modelId="{DE08672D-3CE9-4CE5-9342-BC7724DC194D}" type="parTrans" cxnId="{53384D43-0F54-4949-9A13-F019865E0F8B}">
      <dgm:prSet/>
      <dgm:spPr/>
      <dgm:t>
        <a:bodyPr/>
        <a:lstStyle/>
        <a:p>
          <a:endParaRPr lang="en-US"/>
        </a:p>
      </dgm:t>
    </dgm:pt>
    <dgm:pt modelId="{6F7B1E1D-9DC6-4996-985E-C4AD9ECB9EEB}" type="sibTrans" cxnId="{53384D43-0F54-4949-9A13-F019865E0F8B}">
      <dgm:prSet/>
      <dgm:spPr/>
      <dgm:t>
        <a:bodyPr/>
        <a:lstStyle/>
        <a:p>
          <a:endParaRPr lang="en-US"/>
        </a:p>
      </dgm:t>
    </dgm:pt>
    <dgm:pt modelId="{8BE3DD38-6B16-45ED-8ABD-B0BDE3D2DFAF}">
      <dgm:prSet phldrT="[Text]">
        <dgm:style>
          <a:lnRef idx="2">
            <a:schemeClr val="accent2"/>
          </a:lnRef>
          <a:fillRef idx="1">
            <a:schemeClr val="lt1"/>
          </a:fillRef>
          <a:effectRef idx="0">
            <a:schemeClr val="accent2"/>
          </a:effectRef>
          <a:fontRef idx="minor">
            <a:schemeClr val="dk1"/>
          </a:fontRef>
        </dgm:style>
      </dgm:prSet>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US" dirty="0"/>
            <a:t>Predict using </a:t>
          </a:r>
          <a:r>
            <a:rPr lang="en-US" dirty="0" err="1"/>
            <a:t>X_test</a:t>
          </a:r>
          <a:endParaRPr lang="en-US" dirty="0"/>
        </a:p>
      </dgm:t>
    </dgm:pt>
    <dgm:pt modelId="{661BDD8A-7062-46FF-A4CC-929052DB1B1F}" type="parTrans" cxnId="{04D1D5E8-71DB-425D-9D6E-E5E123DB825A}">
      <dgm:prSet/>
      <dgm:spPr/>
      <dgm:t>
        <a:bodyPr/>
        <a:lstStyle/>
        <a:p>
          <a:endParaRPr lang="en-US"/>
        </a:p>
      </dgm:t>
    </dgm:pt>
    <dgm:pt modelId="{AA2E6F81-9BAC-4A4B-85C6-C731840B505A}" type="sibTrans" cxnId="{04D1D5E8-71DB-425D-9D6E-E5E123DB825A}">
      <dgm:prSet/>
      <dgm:spPr/>
      <dgm:t>
        <a:bodyPr/>
        <a:lstStyle/>
        <a:p>
          <a:endParaRPr lang="en-US"/>
        </a:p>
      </dgm:t>
    </dgm:pt>
    <dgm:pt modelId="{33B77977-0F94-4534-A4D0-32CDFB3C00EF}">
      <dgm:prSet phldrT="[Text]">
        <dgm:style>
          <a:lnRef idx="0">
            <a:schemeClr val="accent5"/>
          </a:lnRef>
          <a:fillRef idx="3">
            <a:schemeClr val="accent5"/>
          </a:fillRef>
          <a:effectRef idx="3">
            <a:schemeClr val="accent5"/>
          </a:effectRef>
          <a:fontRef idx="minor">
            <a:schemeClr val="lt1"/>
          </a:fontRef>
        </dgm:style>
      </dgm:prSet>
      <dgm:spPr/>
      <dgm:t>
        <a:bodyPr/>
        <a:lstStyle/>
        <a:p>
          <a:r>
            <a:rPr lang="en-US" dirty="0"/>
            <a:t>Probability Distribution- 1</a:t>
          </a:r>
        </a:p>
      </dgm:t>
    </dgm:pt>
    <dgm:pt modelId="{5F041ADE-9453-4368-9F8A-8150465C3390}" type="parTrans" cxnId="{DF40D17E-A1E2-4686-8722-E6AC90CC49A3}">
      <dgm:prSet/>
      <dgm:spPr/>
      <dgm:t>
        <a:bodyPr/>
        <a:lstStyle/>
        <a:p>
          <a:endParaRPr lang="en-US"/>
        </a:p>
      </dgm:t>
    </dgm:pt>
    <dgm:pt modelId="{E7A61CA5-7F1C-4991-91B3-7B6267BAD354}" type="sibTrans" cxnId="{DF40D17E-A1E2-4686-8722-E6AC90CC49A3}">
      <dgm:prSet/>
      <dgm:spPr/>
      <dgm:t>
        <a:bodyPr/>
        <a:lstStyle/>
        <a:p>
          <a:endParaRPr lang="en-US"/>
        </a:p>
      </dgm:t>
    </dgm:pt>
    <dgm:pt modelId="{730295D7-C33E-4B8B-BB7C-5063A87BE6D1}" type="pres">
      <dgm:prSet presAssocID="{10F77A51-BF0A-4C39-9CF3-3A0CD6A1B3B7}" presName="CompostProcess" presStyleCnt="0">
        <dgm:presLayoutVars>
          <dgm:dir/>
          <dgm:resizeHandles val="exact"/>
        </dgm:presLayoutVars>
      </dgm:prSet>
      <dgm:spPr/>
    </dgm:pt>
    <dgm:pt modelId="{3B2CDD0D-6CE4-4C7D-A519-DF5152302C3F}" type="pres">
      <dgm:prSet presAssocID="{10F77A51-BF0A-4C39-9CF3-3A0CD6A1B3B7}" presName="arrow" presStyleLbl="bgShp" presStyleIdx="0" presStyleCnt="1"/>
      <dgm:spPr/>
    </dgm:pt>
    <dgm:pt modelId="{A663BD86-2A11-4172-B537-7F8774F59432}" type="pres">
      <dgm:prSet presAssocID="{10F77A51-BF0A-4C39-9CF3-3A0CD6A1B3B7}" presName="linearProcess" presStyleCnt="0"/>
      <dgm:spPr/>
    </dgm:pt>
    <dgm:pt modelId="{CBA2E048-418E-478E-B392-1D93130A77B3}" type="pres">
      <dgm:prSet presAssocID="{EE6D6613-E4C3-4916-AA5C-8F13CE2EAF42}" presName="textNode" presStyleLbl="node1" presStyleIdx="0" presStyleCnt="3">
        <dgm:presLayoutVars>
          <dgm:bulletEnabled val="1"/>
        </dgm:presLayoutVars>
      </dgm:prSet>
      <dgm:spPr/>
    </dgm:pt>
    <dgm:pt modelId="{79E82258-9B9A-4BA6-B866-BFE68F4D008D}" type="pres">
      <dgm:prSet presAssocID="{6F7B1E1D-9DC6-4996-985E-C4AD9ECB9EEB}" presName="sibTrans" presStyleCnt="0"/>
      <dgm:spPr/>
    </dgm:pt>
    <dgm:pt modelId="{35F8D5B5-E985-4EEC-8C78-F188D97F2C70}" type="pres">
      <dgm:prSet presAssocID="{8BE3DD38-6B16-45ED-8ABD-B0BDE3D2DFAF}" presName="textNode" presStyleLbl="node1" presStyleIdx="1" presStyleCnt="3">
        <dgm:presLayoutVars>
          <dgm:bulletEnabled val="1"/>
        </dgm:presLayoutVars>
      </dgm:prSet>
      <dgm:spPr/>
    </dgm:pt>
    <dgm:pt modelId="{DBDA017A-04F5-46E2-A420-D2E955719288}" type="pres">
      <dgm:prSet presAssocID="{AA2E6F81-9BAC-4A4B-85C6-C731840B505A}" presName="sibTrans" presStyleCnt="0"/>
      <dgm:spPr/>
    </dgm:pt>
    <dgm:pt modelId="{18FA7B6A-2085-4E93-8ADE-BB4A3FCBC8F3}" type="pres">
      <dgm:prSet presAssocID="{33B77977-0F94-4534-A4D0-32CDFB3C00EF}" presName="textNode" presStyleLbl="node1" presStyleIdx="2" presStyleCnt="3">
        <dgm:presLayoutVars>
          <dgm:bulletEnabled val="1"/>
        </dgm:presLayoutVars>
      </dgm:prSet>
      <dgm:spPr/>
    </dgm:pt>
  </dgm:ptLst>
  <dgm:cxnLst>
    <dgm:cxn modelId="{95FD6E3F-44CC-4DB9-BF1E-B278D17AFC9A}" type="presOf" srcId="{8BE3DD38-6B16-45ED-8ABD-B0BDE3D2DFAF}" destId="{35F8D5B5-E985-4EEC-8C78-F188D97F2C70}" srcOrd="0" destOrd="0" presId="urn:microsoft.com/office/officeart/2005/8/layout/hProcess9"/>
    <dgm:cxn modelId="{53384D43-0F54-4949-9A13-F019865E0F8B}" srcId="{10F77A51-BF0A-4C39-9CF3-3A0CD6A1B3B7}" destId="{EE6D6613-E4C3-4916-AA5C-8F13CE2EAF42}" srcOrd="0" destOrd="0" parTransId="{DE08672D-3CE9-4CE5-9342-BC7724DC194D}" sibTransId="{6F7B1E1D-9DC6-4996-985E-C4AD9ECB9EEB}"/>
    <dgm:cxn modelId="{DF40D17E-A1E2-4686-8722-E6AC90CC49A3}" srcId="{10F77A51-BF0A-4C39-9CF3-3A0CD6A1B3B7}" destId="{33B77977-0F94-4534-A4D0-32CDFB3C00EF}" srcOrd="2" destOrd="0" parTransId="{5F041ADE-9453-4368-9F8A-8150465C3390}" sibTransId="{E7A61CA5-7F1C-4991-91B3-7B6267BAD354}"/>
    <dgm:cxn modelId="{93A2A5B9-7EDC-485C-B014-3F63BDAD4CA8}" type="presOf" srcId="{33B77977-0F94-4534-A4D0-32CDFB3C00EF}" destId="{18FA7B6A-2085-4E93-8ADE-BB4A3FCBC8F3}" srcOrd="0" destOrd="0" presId="urn:microsoft.com/office/officeart/2005/8/layout/hProcess9"/>
    <dgm:cxn modelId="{90EEE9C9-F847-431F-A9C7-D417A7BF8D37}" type="presOf" srcId="{EE6D6613-E4C3-4916-AA5C-8F13CE2EAF42}" destId="{CBA2E048-418E-478E-B392-1D93130A77B3}" srcOrd="0" destOrd="0" presId="urn:microsoft.com/office/officeart/2005/8/layout/hProcess9"/>
    <dgm:cxn modelId="{04D1D5E8-71DB-425D-9D6E-E5E123DB825A}" srcId="{10F77A51-BF0A-4C39-9CF3-3A0CD6A1B3B7}" destId="{8BE3DD38-6B16-45ED-8ABD-B0BDE3D2DFAF}" srcOrd="1" destOrd="0" parTransId="{661BDD8A-7062-46FF-A4CC-929052DB1B1F}" sibTransId="{AA2E6F81-9BAC-4A4B-85C6-C731840B505A}"/>
    <dgm:cxn modelId="{C3AB0BFD-A7B3-4218-9D7B-4108CB91C1B3}" type="presOf" srcId="{10F77A51-BF0A-4C39-9CF3-3A0CD6A1B3B7}" destId="{730295D7-C33E-4B8B-BB7C-5063A87BE6D1}" srcOrd="0" destOrd="0" presId="urn:microsoft.com/office/officeart/2005/8/layout/hProcess9"/>
    <dgm:cxn modelId="{3DE6781A-4EF7-4E59-B998-F5D87A73B3BE}" type="presParOf" srcId="{730295D7-C33E-4B8B-BB7C-5063A87BE6D1}" destId="{3B2CDD0D-6CE4-4C7D-A519-DF5152302C3F}" srcOrd="0" destOrd="0" presId="urn:microsoft.com/office/officeart/2005/8/layout/hProcess9"/>
    <dgm:cxn modelId="{EE7C3753-251D-4C08-AD58-F8CBB740C186}" type="presParOf" srcId="{730295D7-C33E-4B8B-BB7C-5063A87BE6D1}" destId="{A663BD86-2A11-4172-B537-7F8774F59432}" srcOrd="1" destOrd="0" presId="urn:microsoft.com/office/officeart/2005/8/layout/hProcess9"/>
    <dgm:cxn modelId="{88B80B27-3C16-4FEC-915D-7D157BD7F588}" type="presParOf" srcId="{A663BD86-2A11-4172-B537-7F8774F59432}" destId="{CBA2E048-418E-478E-B392-1D93130A77B3}" srcOrd="0" destOrd="0" presId="urn:microsoft.com/office/officeart/2005/8/layout/hProcess9"/>
    <dgm:cxn modelId="{0CBB69C0-6B97-41EA-A0FB-7B0A3B70D30B}" type="presParOf" srcId="{A663BD86-2A11-4172-B537-7F8774F59432}" destId="{79E82258-9B9A-4BA6-B866-BFE68F4D008D}" srcOrd="1" destOrd="0" presId="urn:microsoft.com/office/officeart/2005/8/layout/hProcess9"/>
    <dgm:cxn modelId="{5039E02E-A131-4D4E-BB41-52E5E0D96A4F}" type="presParOf" srcId="{A663BD86-2A11-4172-B537-7F8774F59432}" destId="{35F8D5B5-E985-4EEC-8C78-F188D97F2C70}" srcOrd="2" destOrd="0" presId="urn:microsoft.com/office/officeart/2005/8/layout/hProcess9"/>
    <dgm:cxn modelId="{95674AA1-1481-4ED8-BDEB-69C964154799}" type="presParOf" srcId="{A663BD86-2A11-4172-B537-7F8774F59432}" destId="{DBDA017A-04F5-46E2-A420-D2E955719288}" srcOrd="3" destOrd="0" presId="urn:microsoft.com/office/officeart/2005/8/layout/hProcess9"/>
    <dgm:cxn modelId="{C0C3E538-2CAC-470E-9148-1AD68339BDCD}" type="presParOf" srcId="{A663BD86-2A11-4172-B537-7F8774F59432}" destId="{18FA7B6A-2085-4E93-8ADE-BB4A3FCBC8F3}" srcOrd="4"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10F77A51-BF0A-4C39-9CF3-3A0CD6A1B3B7}" type="doc">
      <dgm:prSet loTypeId="urn:microsoft.com/office/officeart/2005/8/layout/hProcess9" loCatId="process" qsTypeId="urn:microsoft.com/office/officeart/2005/8/quickstyle/simple1" qsCatId="simple" csTypeId="urn:microsoft.com/office/officeart/2005/8/colors/accent1_2" csCatId="accent1" phldr="1"/>
      <dgm:spPr/>
    </dgm:pt>
    <dgm:pt modelId="{EE6D6613-E4C3-4916-AA5C-8F13CE2EAF42}">
      <dgm:prSet phldrT="[Text]">
        <dgm:style>
          <a:lnRef idx="2">
            <a:schemeClr val="accent1"/>
          </a:lnRef>
          <a:fillRef idx="1">
            <a:schemeClr val="lt1"/>
          </a:fillRef>
          <a:effectRef idx="0">
            <a:schemeClr val="accent1"/>
          </a:effectRef>
          <a:fontRef idx="minor">
            <a:schemeClr val="dk1"/>
          </a:fontRef>
        </dgm:style>
      </dgm:prSet>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US" dirty="0"/>
            <a:t>Fit the model using </a:t>
          </a:r>
          <a:r>
            <a:rPr lang="en-US" dirty="0" err="1"/>
            <a:t>X_train_updated</a:t>
          </a:r>
          <a:r>
            <a:rPr lang="en-US" dirty="0"/>
            <a:t> and </a:t>
          </a:r>
          <a:r>
            <a:rPr lang="en-US" dirty="0" err="1"/>
            <a:t>Y_train</a:t>
          </a:r>
          <a:endParaRPr lang="en-US" dirty="0"/>
        </a:p>
      </dgm:t>
    </dgm:pt>
    <dgm:pt modelId="{DE08672D-3CE9-4CE5-9342-BC7724DC194D}" type="parTrans" cxnId="{53384D43-0F54-4949-9A13-F019865E0F8B}">
      <dgm:prSet/>
      <dgm:spPr/>
      <dgm:t>
        <a:bodyPr/>
        <a:lstStyle/>
        <a:p>
          <a:endParaRPr lang="en-US"/>
        </a:p>
      </dgm:t>
    </dgm:pt>
    <dgm:pt modelId="{6F7B1E1D-9DC6-4996-985E-C4AD9ECB9EEB}" type="sibTrans" cxnId="{53384D43-0F54-4949-9A13-F019865E0F8B}">
      <dgm:prSet/>
      <dgm:spPr/>
      <dgm:t>
        <a:bodyPr/>
        <a:lstStyle/>
        <a:p>
          <a:endParaRPr lang="en-US"/>
        </a:p>
      </dgm:t>
    </dgm:pt>
    <dgm:pt modelId="{8BE3DD38-6B16-45ED-8ABD-B0BDE3D2DFAF}">
      <dgm:prSet phldrT="[Text]">
        <dgm:style>
          <a:lnRef idx="2">
            <a:schemeClr val="accent1"/>
          </a:lnRef>
          <a:fillRef idx="1">
            <a:schemeClr val="lt1"/>
          </a:fillRef>
          <a:effectRef idx="0">
            <a:schemeClr val="accent1"/>
          </a:effectRef>
          <a:fontRef idx="minor">
            <a:schemeClr val="dk1"/>
          </a:fontRef>
        </dgm:style>
      </dgm:prSet>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US" dirty="0"/>
            <a:t>Predict using </a:t>
          </a:r>
          <a:r>
            <a:rPr lang="en-US" dirty="0" err="1"/>
            <a:t>X_test</a:t>
          </a:r>
          <a:endParaRPr lang="en-US" dirty="0"/>
        </a:p>
      </dgm:t>
    </dgm:pt>
    <dgm:pt modelId="{661BDD8A-7062-46FF-A4CC-929052DB1B1F}" type="parTrans" cxnId="{04D1D5E8-71DB-425D-9D6E-E5E123DB825A}">
      <dgm:prSet/>
      <dgm:spPr/>
      <dgm:t>
        <a:bodyPr/>
        <a:lstStyle/>
        <a:p>
          <a:endParaRPr lang="en-US"/>
        </a:p>
      </dgm:t>
    </dgm:pt>
    <dgm:pt modelId="{AA2E6F81-9BAC-4A4B-85C6-C731840B505A}" type="sibTrans" cxnId="{04D1D5E8-71DB-425D-9D6E-E5E123DB825A}">
      <dgm:prSet/>
      <dgm:spPr/>
      <dgm:t>
        <a:bodyPr/>
        <a:lstStyle/>
        <a:p>
          <a:endParaRPr lang="en-US"/>
        </a:p>
      </dgm:t>
    </dgm:pt>
    <dgm:pt modelId="{33B77977-0F94-4534-A4D0-32CDFB3C00EF}">
      <dgm:prSet phldrT="[Text]">
        <dgm:style>
          <a:lnRef idx="1">
            <a:schemeClr val="accent4"/>
          </a:lnRef>
          <a:fillRef idx="3">
            <a:schemeClr val="accent4"/>
          </a:fillRef>
          <a:effectRef idx="2">
            <a:schemeClr val="accent4"/>
          </a:effectRef>
          <a:fontRef idx="minor">
            <a:schemeClr val="lt1"/>
          </a:fontRef>
        </dgm:style>
      </dgm:prSet>
      <dgm:spPr/>
      <dgm:t>
        <a:bodyPr/>
        <a:lstStyle/>
        <a:p>
          <a:r>
            <a:rPr lang="en-US" dirty="0"/>
            <a:t>Probability Distribution- 2</a:t>
          </a:r>
        </a:p>
      </dgm:t>
    </dgm:pt>
    <dgm:pt modelId="{5F041ADE-9453-4368-9F8A-8150465C3390}" type="parTrans" cxnId="{DF40D17E-A1E2-4686-8722-E6AC90CC49A3}">
      <dgm:prSet/>
      <dgm:spPr/>
      <dgm:t>
        <a:bodyPr/>
        <a:lstStyle/>
        <a:p>
          <a:endParaRPr lang="en-US"/>
        </a:p>
      </dgm:t>
    </dgm:pt>
    <dgm:pt modelId="{E7A61CA5-7F1C-4991-91B3-7B6267BAD354}" type="sibTrans" cxnId="{DF40D17E-A1E2-4686-8722-E6AC90CC49A3}">
      <dgm:prSet/>
      <dgm:spPr/>
      <dgm:t>
        <a:bodyPr/>
        <a:lstStyle/>
        <a:p>
          <a:endParaRPr lang="en-US"/>
        </a:p>
      </dgm:t>
    </dgm:pt>
    <dgm:pt modelId="{4BEB54CF-EBA8-4C02-BF4A-0953DD22B89A}">
      <dgm:prSet phldrT="[Text]">
        <dgm:style>
          <a:lnRef idx="2">
            <a:schemeClr val="accent1"/>
          </a:lnRef>
          <a:fillRef idx="1">
            <a:schemeClr val="lt1"/>
          </a:fillRef>
          <a:effectRef idx="0">
            <a:schemeClr val="accent1"/>
          </a:effectRef>
          <a:fontRef idx="minor">
            <a:schemeClr val="dk1"/>
          </a:fontRef>
        </dgm:style>
      </dgm:prSet>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US" dirty="0"/>
            <a:t>Remove the 2 character words from </a:t>
          </a:r>
          <a:r>
            <a:rPr lang="en-US" dirty="0" err="1"/>
            <a:t>X_train</a:t>
          </a:r>
          <a:r>
            <a:rPr lang="en-US" dirty="0"/>
            <a:t> </a:t>
          </a:r>
        </a:p>
      </dgm:t>
    </dgm:pt>
    <dgm:pt modelId="{91EB4DE9-1CEC-4DA7-82BE-BAD19FA4976F}" type="parTrans" cxnId="{9C1EF99F-30B5-4489-860B-10D3F05C5F10}">
      <dgm:prSet/>
      <dgm:spPr/>
      <dgm:t>
        <a:bodyPr/>
        <a:lstStyle/>
        <a:p>
          <a:endParaRPr lang="en-US"/>
        </a:p>
      </dgm:t>
    </dgm:pt>
    <dgm:pt modelId="{C11F1AA6-AFFC-4770-9EE8-B63CE3D13E55}" type="sibTrans" cxnId="{9C1EF99F-30B5-4489-860B-10D3F05C5F10}">
      <dgm:prSet/>
      <dgm:spPr/>
      <dgm:t>
        <a:bodyPr/>
        <a:lstStyle/>
        <a:p>
          <a:endParaRPr lang="en-US"/>
        </a:p>
      </dgm:t>
    </dgm:pt>
    <dgm:pt modelId="{730295D7-C33E-4B8B-BB7C-5063A87BE6D1}" type="pres">
      <dgm:prSet presAssocID="{10F77A51-BF0A-4C39-9CF3-3A0CD6A1B3B7}" presName="CompostProcess" presStyleCnt="0">
        <dgm:presLayoutVars>
          <dgm:dir/>
          <dgm:resizeHandles val="exact"/>
        </dgm:presLayoutVars>
      </dgm:prSet>
      <dgm:spPr/>
    </dgm:pt>
    <dgm:pt modelId="{3B2CDD0D-6CE4-4C7D-A519-DF5152302C3F}" type="pres">
      <dgm:prSet presAssocID="{10F77A51-BF0A-4C39-9CF3-3A0CD6A1B3B7}" presName="arrow" presStyleLbl="bgShp" presStyleIdx="0" presStyleCnt="1"/>
      <dgm:spPr/>
    </dgm:pt>
    <dgm:pt modelId="{A663BD86-2A11-4172-B537-7F8774F59432}" type="pres">
      <dgm:prSet presAssocID="{10F77A51-BF0A-4C39-9CF3-3A0CD6A1B3B7}" presName="linearProcess" presStyleCnt="0"/>
      <dgm:spPr/>
    </dgm:pt>
    <dgm:pt modelId="{8334BC6F-41EC-48D0-AB0F-09C3CE60CDCD}" type="pres">
      <dgm:prSet presAssocID="{4BEB54CF-EBA8-4C02-BF4A-0953DD22B89A}" presName="textNode" presStyleLbl="node1" presStyleIdx="0" presStyleCnt="4">
        <dgm:presLayoutVars>
          <dgm:bulletEnabled val="1"/>
        </dgm:presLayoutVars>
      </dgm:prSet>
      <dgm:spPr/>
    </dgm:pt>
    <dgm:pt modelId="{E52AB706-1695-4C5B-AA4C-37D75DA8C637}" type="pres">
      <dgm:prSet presAssocID="{C11F1AA6-AFFC-4770-9EE8-B63CE3D13E55}" presName="sibTrans" presStyleCnt="0"/>
      <dgm:spPr/>
    </dgm:pt>
    <dgm:pt modelId="{CBA2E048-418E-478E-B392-1D93130A77B3}" type="pres">
      <dgm:prSet presAssocID="{EE6D6613-E4C3-4916-AA5C-8F13CE2EAF42}" presName="textNode" presStyleLbl="node1" presStyleIdx="1" presStyleCnt="4">
        <dgm:presLayoutVars>
          <dgm:bulletEnabled val="1"/>
        </dgm:presLayoutVars>
      </dgm:prSet>
      <dgm:spPr/>
    </dgm:pt>
    <dgm:pt modelId="{79E82258-9B9A-4BA6-B866-BFE68F4D008D}" type="pres">
      <dgm:prSet presAssocID="{6F7B1E1D-9DC6-4996-985E-C4AD9ECB9EEB}" presName="sibTrans" presStyleCnt="0"/>
      <dgm:spPr/>
    </dgm:pt>
    <dgm:pt modelId="{35F8D5B5-E985-4EEC-8C78-F188D97F2C70}" type="pres">
      <dgm:prSet presAssocID="{8BE3DD38-6B16-45ED-8ABD-B0BDE3D2DFAF}" presName="textNode" presStyleLbl="node1" presStyleIdx="2" presStyleCnt="4">
        <dgm:presLayoutVars>
          <dgm:bulletEnabled val="1"/>
        </dgm:presLayoutVars>
      </dgm:prSet>
      <dgm:spPr/>
    </dgm:pt>
    <dgm:pt modelId="{DBDA017A-04F5-46E2-A420-D2E955719288}" type="pres">
      <dgm:prSet presAssocID="{AA2E6F81-9BAC-4A4B-85C6-C731840B505A}" presName="sibTrans" presStyleCnt="0"/>
      <dgm:spPr/>
    </dgm:pt>
    <dgm:pt modelId="{18FA7B6A-2085-4E93-8ADE-BB4A3FCBC8F3}" type="pres">
      <dgm:prSet presAssocID="{33B77977-0F94-4534-A4D0-32CDFB3C00EF}" presName="textNode" presStyleLbl="node1" presStyleIdx="3" presStyleCnt="4">
        <dgm:presLayoutVars>
          <dgm:bulletEnabled val="1"/>
        </dgm:presLayoutVars>
      </dgm:prSet>
      <dgm:spPr/>
    </dgm:pt>
  </dgm:ptLst>
  <dgm:cxnLst>
    <dgm:cxn modelId="{7710A01B-FBA7-464E-9DBB-0BFEA42E37C3}" type="presOf" srcId="{4BEB54CF-EBA8-4C02-BF4A-0953DD22B89A}" destId="{8334BC6F-41EC-48D0-AB0F-09C3CE60CDCD}" srcOrd="0" destOrd="0" presId="urn:microsoft.com/office/officeart/2005/8/layout/hProcess9"/>
    <dgm:cxn modelId="{95FD6E3F-44CC-4DB9-BF1E-B278D17AFC9A}" type="presOf" srcId="{8BE3DD38-6B16-45ED-8ABD-B0BDE3D2DFAF}" destId="{35F8D5B5-E985-4EEC-8C78-F188D97F2C70}" srcOrd="0" destOrd="0" presId="urn:microsoft.com/office/officeart/2005/8/layout/hProcess9"/>
    <dgm:cxn modelId="{53384D43-0F54-4949-9A13-F019865E0F8B}" srcId="{10F77A51-BF0A-4C39-9CF3-3A0CD6A1B3B7}" destId="{EE6D6613-E4C3-4916-AA5C-8F13CE2EAF42}" srcOrd="1" destOrd="0" parTransId="{DE08672D-3CE9-4CE5-9342-BC7724DC194D}" sibTransId="{6F7B1E1D-9DC6-4996-985E-C4AD9ECB9EEB}"/>
    <dgm:cxn modelId="{DF40D17E-A1E2-4686-8722-E6AC90CC49A3}" srcId="{10F77A51-BF0A-4C39-9CF3-3A0CD6A1B3B7}" destId="{33B77977-0F94-4534-A4D0-32CDFB3C00EF}" srcOrd="3" destOrd="0" parTransId="{5F041ADE-9453-4368-9F8A-8150465C3390}" sibTransId="{E7A61CA5-7F1C-4991-91B3-7B6267BAD354}"/>
    <dgm:cxn modelId="{9C1EF99F-30B5-4489-860B-10D3F05C5F10}" srcId="{10F77A51-BF0A-4C39-9CF3-3A0CD6A1B3B7}" destId="{4BEB54CF-EBA8-4C02-BF4A-0953DD22B89A}" srcOrd="0" destOrd="0" parTransId="{91EB4DE9-1CEC-4DA7-82BE-BAD19FA4976F}" sibTransId="{C11F1AA6-AFFC-4770-9EE8-B63CE3D13E55}"/>
    <dgm:cxn modelId="{93A2A5B9-7EDC-485C-B014-3F63BDAD4CA8}" type="presOf" srcId="{33B77977-0F94-4534-A4D0-32CDFB3C00EF}" destId="{18FA7B6A-2085-4E93-8ADE-BB4A3FCBC8F3}" srcOrd="0" destOrd="0" presId="urn:microsoft.com/office/officeart/2005/8/layout/hProcess9"/>
    <dgm:cxn modelId="{90EEE9C9-F847-431F-A9C7-D417A7BF8D37}" type="presOf" srcId="{EE6D6613-E4C3-4916-AA5C-8F13CE2EAF42}" destId="{CBA2E048-418E-478E-B392-1D93130A77B3}" srcOrd="0" destOrd="0" presId="urn:microsoft.com/office/officeart/2005/8/layout/hProcess9"/>
    <dgm:cxn modelId="{04D1D5E8-71DB-425D-9D6E-E5E123DB825A}" srcId="{10F77A51-BF0A-4C39-9CF3-3A0CD6A1B3B7}" destId="{8BE3DD38-6B16-45ED-8ABD-B0BDE3D2DFAF}" srcOrd="2" destOrd="0" parTransId="{661BDD8A-7062-46FF-A4CC-929052DB1B1F}" sibTransId="{AA2E6F81-9BAC-4A4B-85C6-C731840B505A}"/>
    <dgm:cxn modelId="{C3AB0BFD-A7B3-4218-9D7B-4108CB91C1B3}" type="presOf" srcId="{10F77A51-BF0A-4C39-9CF3-3A0CD6A1B3B7}" destId="{730295D7-C33E-4B8B-BB7C-5063A87BE6D1}" srcOrd="0" destOrd="0" presId="urn:microsoft.com/office/officeart/2005/8/layout/hProcess9"/>
    <dgm:cxn modelId="{3DE6781A-4EF7-4E59-B998-F5D87A73B3BE}" type="presParOf" srcId="{730295D7-C33E-4B8B-BB7C-5063A87BE6D1}" destId="{3B2CDD0D-6CE4-4C7D-A519-DF5152302C3F}" srcOrd="0" destOrd="0" presId="urn:microsoft.com/office/officeart/2005/8/layout/hProcess9"/>
    <dgm:cxn modelId="{EE7C3753-251D-4C08-AD58-F8CBB740C186}" type="presParOf" srcId="{730295D7-C33E-4B8B-BB7C-5063A87BE6D1}" destId="{A663BD86-2A11-4172-B537-7F8774F59432}" srcOrd="1" destOrd="0" presId="urn:microsoft.com/office/officeart/2005/8/layout/hProcess9"/>
    <dgm:cxn modelId="{266B57B0-441B-406F-AA76-A18077FD4815}" type="presParOf" srcId="{A663BD86-2A11-4172-B537-7F8774F59432}" destId="{8334BC6F-41EC-48D0-AB0F-09C3CE60CDCD}" srcOrd="0" destOrd="0" presId="urn:microsoft.com/office/officeart/2005/8/layout/hProcess9"/>
    <dgm:cxn modelId="{A80CFED8-F440-49A7-962B-3F9B54CE5FAC}" type="presParOf" srcId="{A663BD86-2A11-4172-B537-7F8774F59432}" destId="{E52AB706-1695-4C5B-AA4C-37D75DA8C637}" srcOrd="1" destOrd="0" presId="urn:microsoft.com/office/officeart/2005/8/layout/hProcess9"/>
    <dgm:cxn modelId="{88B80B27-3C16-4FEC-915D-7D157BD7F588}" type="presParOf" srcId="{A663BD86-2A11-4172-B537-7F8774F59432}" destId="{CBA2E048-418E-478E-B392-1D93130A77B3}" srcOrd="2" destOrd="0" presId="urn:microsoft.com/office/officeart/2005/8/layout/hProcess9"/>
    <dgm:cxn modelId="{0CBB69C0-6B97-41EA-A0FB-7B0A3B70D30B}" type="presParOf" srcId="{A663BD86-2A11-4172-B537-7F8774F59432}" destId="{79E82258-9B9A-4BA6-B866-BFE68F4D008D}" srcOrd="3" destOrd="0" presId="urn:microsoft.com/office/officeart/2005/8/layout/hProcess9"/>
    <dgm:cxn modelId="{5039E02E-A131-4D4E-BB41-52E5E0D96A4F}" type="presParOf" srcId="{A663BD86-2A11-4172-B537-7F8774F59432}" destId="{35F8D5B5-E985-4EEC-8C78-F188D97F2C70}" srcOrd="4" destOrd="0" presId="urn:microsoft.com/office/officeart/2005/8/layout/hProcess9"/>
    <dgm:cxn modelId="{95674AA1-1481-4ED8-BDEB-69C964154799}" type="presParOf" srcId="{A663BD86-2A11-4172-B537-7F8774F59432}" destId="{DBDA017A-04F5-46E2-A420-D2E955719288}" srcOrd="5" destOrd="0" presId="urn:microsoft.com/office/officeart/2005/8/layout/hProcess9"/>
    <dgm:cxn modelId="{C0C3E538-2CAC-470E-9148-1AD68339BDCD}" type="presParOf" srcId="{A663BD86-2A11-4172-B537-7F8774F59432}" destId="{18FA7B6A-2085-4E93-8ADE-BB4A3FCBC8F3}" srcOrd="6" destOrd="0" presId="urn:microsoft.com/office/officeart/2005/8/layout/hProcess9"/>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10F77A51-BF0A-4C39-9CF3-3A0CD6A1B3B7}" type="doc">
      <dgm:prSet loTypeId="urn:microsoft.com/office/officeart/2005/8/layout/hProcess9" loCatId="process" qsTypeId="urn:microsoft.com/office/officeart/2005/8/quickstyle/simple1" qsCatId="simple" csTypeId="urn:microsoft.com/office/officeart/2005/8/colors/accent1_2" csCatId="accent1" phldr="1"/>
      <dgm:spPr/>
    </dgm:pt>
    <dgm:pt modelId="{EE6D6613-E4C3-4916-AA5C-8F13CE2EAF42}">
      <dgm:prSet phldrT="[Text]">
        <dgm:style>
          <a:lnRef idx="2">
            <a:schemeClr val="accent2"/>
          </a:lnRef>
          <a:fillRef idx="1">
            <a:schemeClr val="lt1"/>
          </a:fillRef>
          <a:effectRef idx="0">
            <a:schemeClr val="accent2"/>
          </a:effectRef>
          <a:fontRef idx="minor">
            <a:schemeClr val="dk1"/>
          </a:fontRef>
        </dgm:style>
      </dgm:prSet>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US" dirty="0"/>
            <a:t>Fit the model using </a:t>
          </a:r>
          <a:r>
            <a:rPr lang="en-US" dirty="0" err="1"/>
            <a:t>X_train</a:t>
          </a:r>
          <a:r>
            <a:rPr lang="en-US" dirty="0"/>
            <a:t> and </a:t>
          </a:r>
          <a:r>
            <a:rPr lang="en-US" dirty="0" err="1"/>
            <a:t>Y_train</a:t>
          </a:r>
          <a:endParaRPr lang="en-US" dirty="0"/>
        </a:p>
      </dgm:t>
    </dgm:pt>
    <dgm:pt modelId="{DE08672D-3CE9-4CE5-9342-BC7724DC194D}" type="parTrans" cxnId="{53384D43-0F54-4949-9A13-F019865E0F8B}">
      <dgm:prSet/>
      <dgm:spPr/>
      <dgm:t>
        <a:bodyPr/>
        <a:lstStyle/>
        <a:p>
          <a:endParaRPr lang="en-US"/>
        </a:p>
      </dgm:t>
    </dgm:pt>
    <dgm:pt modelId="{6F7B1E1D-9DC6-4996-985E-C4AD9ECB9EEB}" type="sibTrans" cxnId="{53384D43-0F54-4949-9A13-F019865E0F8B}">
      <dgm:prSet/>
      <dgm:spPr/>
      <dgm:t>
        <a:bodyPr/>
        <a:lstStyle/>
        <a:p>
          <a:endParaRPr lang="en-US"/>
        </a:p>
      </dgm:t>
    </dgm:pt>
    <dgm:pt modelId="{8BE3DD38-6B16-45ED-8ABD-B0BDE3D2DFAF}">
      <dgm:prSet phldrT="[Text]">
        <dgm:style>
          <a:lnRef idx="2">
            <a:schemeClr val="accent2"/>
          </a:lnRef>
          <a:fillRef idx="1">
            <a:schemeClr val="lt1"/>
          </a:fillRef>
          <a:effectRef idx="0">
            <a:schemeClr val="accent2"/>
          </a:effectRef>
          <a:fontRef idx="minor">
            <a:schemeClr val="dk1"/>
          </a:fontRef>
        </dgm:style>
      </dgm:prSet>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US" dirty="0"/>
            <a:t>Predict using </a:t>
          </a:r>
          <a:r>
            <a:rPr lang="en-US" dirty="0" err="1"/>
            <a:t>X_test</a:t>
          </a:r>
          <a:endParaRPr lang="en-US" dirty="0"/>
        </a:p>
      </dgm:t>
    </dgm:pt>
    <dgm:pt modelId="{661BDD8A-7062-46FF-A4CC-929052DB1B1F}" type="parTrans" cxnId="{04D1D5E8-71DB-425D-9D6E-E5E123DB825A}">
      <dgm:prSet/>
      <dgm:spPr/>
      <dgm:t>
        <a:bodyPr/>
        <a:lstStyle/>
        <a:p>
          <a:endParaRPr lang="en-US"/>
        </a:p>
      </dgm:t>
    </dgm:pt>
    <dgm:pt modelId="{AA2E6F81-9BAC-4A4B-85C6-C731840B505A}" type="sibTrans" cxnId="{04D1D5E8-71DB-425D-9D6E-E5E123DB825A}">
      <dgm:prSet/>
      <dgm:spPr/>
      <dgm:t>
        <a:bodyPr/>
        <a:lstStyle/>
        <a:p>
          <a:endParaRPr lang="en-US"/>
        </a:p>
      </dgm:t>
    </dgm:pt>
    <dgm:pt modelId="{33B77977-0F94-4534-A4D0-32CDFB3C00EF}">
      <dgm:prSet phldrT="[Text]">
        <dgm:style>
          <a:lnRef idx="0">
            <a:schemeClr val="accent5"/>
          </a:lnRef>
          <a:fillRef idx="3">
            <a:schemeClr val="accent5"/>
          </a:fillRef>
          <a:effectRef idx="3">
            <a:schemeClr val="accent5"/>
          </a:effectRef>
          <a:fontRef idx="minor">
            <a:schemeClr val="lt1"/>
          </a:fontRef>
        </dgm:style>
      </dgm:prSet>
      <dgm:spPr/>
      <dgm:t>
        <a:bodyPr/>
        <a:lstStyle/>
        <a:p>
          <a:r>
            <a:rPr lang="en-US" dirty="0"/>
            <a:t>Probability Distribution- 1</a:t>
          </a:r>
        </a:p>
      </dgm:t>
    </dgm:pt>
    <dgm:pt modelId="{5F041ADE-9453-4368-9F8A-8150465C3390}" type="parTrans" cxnId="{DF40D17E-A1E2-4686-8722-E6AC90CC49A3}">
      <dgm:prSet/>
      <dgm:spPr/>
      <dgm:t>
        <a:bodyPr/>
        <a:lstStyle/>
        <a:p>
          <a:endParaRPr lang="en-US"/>
        </a:p>
      </dgm:t>
    </dgm:pt>
    <dgm:pt modelId="{E7A61CA5-7F1C-4991-91B3-7B6267BAD354}" type="sibTrans" cxnId="{DF40D17E-A1E2-4686-8722-E6AC90CC49A3}">
      <dgm:prSet/>
      <dgm:spPr/>
      <dgm:t>
        <a:bodyPr/>
        <a:lstStyle/>
        <a:p>
          <a:endParaRPr lang="en-US"/>
        </a:p>
      </dgm:t>
    </dgm:pt>
    <dgm:pt modelId="{730295D7-C33E-4B8B-BB7C-5063A87BE6D1}" type="pres">
      <dgm:prSet presAssocID="{10F77A51-BF0A-4C39-9CF3-3A0CD6A1B3B7}" presName="CompostProcess" presStyleCnt="0">
        <dgm:presLayoutVars>
          <dgm:dir/>
          <dgm:resizeHandles val="exact"/>
        </dgm:presLayoutVars>
      </dgm:prSet>
      <dgm:spPr/>
    </dgm:pt>
    <dgm:pt modelId="{3B2CDD0D-6CE4-4C7D-A519-DF5152302C3F}" type="pres">
      <dgm:prSet presAssocID="{10F77A51-BF0A-4C39-9CF3-3A0CD6A1B3B7}" presName="arrow" presStyleLbl="bgShp" presStyleIdx="0" presStyleCnt="1"/>
      <dgm:spPr/>
    </dgm:pt>
    <dgm:pt modelId="{A663BD86-2A11-4172-B537-7F8774F59432}" type="pres">
      <dgm:prSet presAssocID="{10F77A51-BF0A-4C39-9CF3-3A0CD6A1B3B7}" presName="linearProcess" presStyleCnt="0"/>
      <dgm:spPr/>
    </dgm:pt>
    <dgm:pt modelId="{CBA2E048-418E-478E-B392-1D93130A77B3}" type="pres">
      <dgm:prSet presAssocID="{EE6D6613-E4C3-4916-AA5C-8F13CE2EAF42}" presName="textNode" presStyleLbl="node1" presStyleIdx="0" presStyleCnt="3">
        <dgm:presLayoutVars>
          <dgm:bulletEnabled val="1"/>
        </dgm:presLayoutVars>
      </dgm:prSet>
      <dgm:spPr/>
    </dgm:pt>
    <dgm:pt modelId="{79E82258-9B9A-4BA6-B866-BFE68F4D008D}" type="pres">
      <dgm:prSet presAssocID="{6F7B1E1D-9DC6-4996-985E-C4AD9ECB9EEB}" presName="sibTrans" presStyleCnt="0"/>
      <dgm:spPr/>
    </dgm:pt>
    <dgm:pt modelId="{35F8D5B5-E985-4EEC-8C78-F188D97F2C70}" type="pres">
      <dgm:prSet presAssocID="{8BE3DD38-6B16-45ED-8ABD-B0BDE3D2DFAF}" presName="textNode" presStyleLbl="node1" presStyleIdx="1" presStyleCnt="3">
        <dgm:presLayoutVars>
          <dgm:bulletEnabled val="1"/>
        </dgm:presLayoutVars>
      </dgm:prSet>
      <dgm:spPr/>
    </dgm:pt>
    <dgm:pt modelId="{DBDA017A-04F5-46E2-A420-D2E955719288}" type="pres">
      <dgm:prSet presAssocID="{AA2E6F81-9BAC-4A4B-85C6-C731840B505A}" presName="sibTrans" presStyleCnt="0"/>
      <dgm:spPr/>
    </dgm:pt>
    <dgm:pt modelId="{18FA7B6A-2085-4E93-8ADE-BB4A3FCBC8F3}" type="pres">
      <dgm:prSet presAssocID="{33B77977-0F94-4534-A4D0-32CDFB3C00EF}" presName="textNode" presStyleLbl="node1" presStyleIdx="2" presStyleCnt="3">
        <dgm:presLayoutVars>
          <dgm:bulletEnabled val="1"/>
        </dgm:presLayoutVars>
      </dgm:prSet>
      <dgm:spPr/>
    </dgm:pt>
  </dgm:ptLst>
  <dgm:cxnLst>
    <dgm:cxn modelId="{95FD6E3F-44CC-4DB9-BF1E-B278D17AFC9A}" type="presOf" srcId="{8BE3DD38-6B16-45ED-8ABD-B0BDE3D2DFAF}" destId="{35F8D5B5-E985-4EEC-8C78-F188D97F2C70}" srcOrd="0" destOrd="0" presId="urn:microsoft.com/office/officeart/2005/8/layout/hProcess9"/>
    <dgm:cxn modelId="{53384D43-0F54-4949-9A13-F019865E0F8B}" srcId="{10F77A51-BF0A-4C39-9CF3-3A0CD6A1B3B7}" destId="{EE6D6613-E4C3-4916-AA5C-8F13CE2EAF42}" srcOrd="0" destOrd="0" parTransId="{DE08672D-3CE9-4CE5-9342-BC7724DC194D}" sibTransId="{6F7B1E1D-9DC6-4996-985E-C4AD9ECB9EEB}"/>
    <dgm:cxn modelId="{DF40D17E-A1E2-4686-8722-E6AC90CC49A3}" srcId="{10F77A51-BF0A-4C39-9CF3-3A0CD6A1B3B7}" destId="{33B77977-0F94-4534-A4D0-32CDFB3C00EF}" srcOrd="2" destOrd="0" parTransId="{5F041ADE-9453-4368-9F8A-8150465C3390}" sibTransId="{E7A61CA5-7F1C-4991-91B3-7B6267BAD354}"/>
    <dgm:cxn modelId="{93A2A5B9-7EDC-485C-B014-3F63BDAD4CA8}" type="presOf" srcId="{33B77977-0F94-4534-A4D0-32CDFB3C00EF}" destId="{18FA7B6A-2085-4E93-8ADE-BB4A3FCBC8F3}" srcOrd="0" destOrd="0" presId="urn:microsoft.com/office/officeart/2005/8/layout/hProcess9"/>
    <dgm:cxn modelId="{90EEE9C9-F847-431F-A9C7-D417A7BF8D37}" type="presOf" srcId="{EE6D6613-E4C3-4916-AA5C-8F13CE2EAF42}" destId="{CBA2E048-418E-478E-B392-1D93130A77B3}" srcOrd="0" destOrd="0" presId="urn:microsoft.com/office/officeart/2005/8/layout/hProcess9"/>
    <dgm:cxn modelId="{04D1D5E8-71DB-425D-9D6E-E5E123DB825A}" srcId="{10F77A51-BF0A-4C39-9CF3-3A0CD6A1B3B7}" destId="{8BE3DD38-6B16-45ED-8ABD-B0BDE3D2DFAF}" srcOrd="1" destOrd="0" parTransId="{661BDD8A-7062-46FF-A4CC-929052DB1B1F}" sibTransId="{AA2E6F81-9BAC-4A4B-85C6-C731840B505A}"/>
    <dgm:cxn modelId="{C3AB0BFD-A7B3-4218-9D7B-4108CB91C1B3}" type="presOf" srcId="{10F77A51-BF0A-4C39-9CF3-3A0CD6A1B3B7}" destId="{730295D7-C33E-4B8B-BB7C-5063A87BE6D1}" srcOrd="0" destOrd="0" presId="urn:microsoft.com/office/officeart/2005/8/layout/hProcess9"/>
    <dgm:cxn modelId="{3DE6781A-4EF7-4E59-B998-F5D87A73B3BE}" type="presParOf" srcId="{730295D7-C33E-4B8B-BB7C-5063A87BE6D1}" destId="{3B2CDD0D-6CE4-4C7D-A519-DF5152302C3F}" srcOrd="0" destOrd="0" presId="urn:microsoft.com/office/officeart/2005/8/layout/hProcess9"/>
    <dgm:cxn modelId="{EE7C3753-251D-4C08-AD58-F8CBB740C186}" type="presParOf" srcId="{730295D7-C33E-4B8B-BB7C-5063A87BE6D1}" destId="{A663BD86-2A11-4172-B537-7F8774F59432}" srcOrd="1" destOrd="0" presId="urn:microsoft.com/office/officeart/2005/8/layout/hProcess9"/>
    <dgm:cxn modelId="{88B80B27-3C16-4FEC-915D-7D157BD7F588}" type="presParOf" srcId="{A663BD86-2A11-4172-B537-7F8774F59432}" destId="{CBA2E048-418E-478E-B392-1D93130A77B3}" srcOrd="0" destOrd="0" presId="urn:microsoft.com/office/officeart/2005/8/layout/hProcess9"/>
    <dgm:cxn modelId="{0CBB69C0-6B97-41EA-A0FB-7B0A3B70D30B}" type="presParOf" srcId="{A663BD86-2A11-4172-B537-7F8774F59432}" destId="{79E82258-9B9A-4BA6-B866-BFE68F4D008D}" srcOrd="1" destOrd="0" presId="urn:microsoft.com/office/officeart/2005/8/layout/hProcess9"/>
    <dgm:cxn modelId="{5039E02E-A131-4D4E-BB41-52E5E0D96A4F}" type="presParOf" srcId="{A663BD86-2A11-4172-B537-7F8774F59432}" destId="{35F8D5B5-E985-4EEC-8C78-F188D97F2C70}" srcOrd="2" destOrd="0" presId="urn:microsoft.com/office/officeart/2005/8/layout/hProcess9"/>
    <dgm:cxn modelId="{95674AA1-1481-4ED8-BDEB-69C964154799}" type="presParOf" srcId="{A663BD86-2A11-4172-B537-7F8774F59432}" destId="{DBDA017A-04F5-46E2-A420-D2E955719288}" srcOrd="3" destOrd="0" presId="urn:microsoft.com/office/officeart/2005/8/layout/hProcess9"/>
    <dgm:cxn modelId="{C0C3E538-2CAC-470E-9148-1AD68339BDCD}" type="presParOf" srcId="{A663BD86-2A11-4172-B537-7F8774F59432}" destId="{18FA7B6A-2085-4E93-8ADE-BB4A3FCBC8F3}" srcOrd="4"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10F77A51-BF0A-4C39-9CF3-3A0CD6A1B3B7}" type="doc">
      <dgm:prSet loTypeId="urn:microsoft.com/office/officeart/2005/8/layout/hProcess9" loCatId="process" qsTypeId="urn:microsoft.com/office/officeart/2005/8/quickstyle/simple1" qsCatId="simple" csTypeId="urn:microsoft.com/office/officeart/2005/8/colors/accent1_2" csCatId="accent1" phldr="1"/>
      <dgm:spPr/>
    </dgm:pt>
    <dgm:pt modelId="{EE6D6613-E4C3-4916-AA5C-8F13CE2EAF42}">
      <dgm:prSet phldrT="[Text]">
        <dgm:style>
          <a:lnRef idx="2">
            <a:schemeClr val="accent1"/>
          </a:lnRef>
          <a:fillRef idx="1">
            <a:schemeClr val="lt1"/>
          </a:fillRef>
          <a:effectRef idx="0">
            <a:schemeClr val="accent1"/>
          </a:effectRef>
          <a:fontRef idx="minor">
            <a:schemeClr val="dk1"/>
          </a:fontRef>
        </dgm:style>
      </dgm:prSet>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US" dirty="0"/>
            <a:t>Fit the model using </a:t>
          </a:r>
          <a:r>
            <a:rPr lang="en-US" dirty="0" err="1"/>
            <a:t>X_train_updated</a:t>
          </a:r>
          <a:r>
            <a:rPr lang="en-US" dirty="0"/>
            <a:t> and </a:t>
          </a:r>
          <a:r>
            <a:rPr lang="en-US" dirty="0" err="1"/>
            <a:t>Y_train</a:t>
          </a:r>
          <a:endParaRPr lang="en-US" dirty="0"/>
        </a:p>
      </dgm:t>
    </dgm:pt>
    <dgm:pt modelId="{DE08672D-3CE9-4CE5-9342-BC7724DC194D}" type="parTrans" cxnId="{53384D43-0F54-4949-9A13-F019865E0F8B}">
      <dgm:prSet/>
      <dgm:spPr/>
      <dgm:t>
        <a:bodyPr/>
        <a:lstStyle/>
        <a:p>
          <a:endParaRPr lang="en-US"/>
        </a:p>
      </dgm:t>
    </dgm:pt>
    <dgm:pt modelId="{6F7B1E1D-9DC6-4996-985E-C4AD9ECB9EEB}" type="sibTrans" cxnId="{53384D43-0F54-4949-9A13-F019865E0F8B}">
      <dgm:prSet/>
      <dgm:spPr/>
      <dgm:t>
        <a:bodyPr/>
        <a:lstStyle/>
        <a:p>
          <a:endParaRPr lang="en-US"/>
        </a:p>
      </dgm:t>
    </dgm:pt>
    <dgm:pt modelId="{8BE3DD38-6B16-45ED-8ABD-B0BDE3D2DFAF}">
      <dgm:prSet phldrT="[Text]">
        <dgm:style>
          <a:lnRef idx="2">
            <a:schemeClr val="accent1"/>
          </a:lnRef>
          <a:fillRef idx="1">
            <a:schemeClr val="lt1"/>
          </a:fillRef>
          <a:effectRef idx="0">
            <a:schemeClr val="accent1"/>
          </a:effectRef>
          <a:fontRef idx="minor">
            <a:schemeClr val="dk1"/>
          </a:fontRef>
        </dgm:style>
      </dgm:prSet>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US" dirty="0"/>
            <a:t>Predict using X_test_updated</a:t>
          </a:r>
        </a:p>
      </dgm:t>
    </dgm:pt>
    <dgm:pt modelId="{661BDD8A-7062-46FF-A4CC-929052DB1B1F}" type="parTrans" cxnId="{04D1D5E8-71DB-425D-9D6E-E5E123DB825A}">
      <dgm:prSet/>
      <dgm:spPr/>
      <dgm:t>
        <a:bodyPr/>
        <a:lstStyle/>
        <a:p>
          <a:endParaRPr lang="en-US"/>
        </a:p>
      </dgm:t>
    </dgm:pt>
    <dgm:pt modelId="{AA2E6F81-9BAC-4A4B-85C6-C731840B505A}" type="sibTrans" cxnId="{04D1D5E8-71DB-425D-9D6E-E5E123DB825A}">
      <dgm:prSet/>
      <dgm:spPr/>
      <dgm:t>
        <a:bodyPr/>
        <a:lstStyle/>
        <a:p>
          <a:endParaRPr lang="en-US"/>
        </a:p>
      </dgm:t>
    </dgm:pt>
    <dgm:pt modelId="{33B77977-0F94-4534-A4D0-32CDFB3C00EF}">
      <dgm:prSet phldrT="[Text]">
        <dgm:style>
          <a:lnRef idx="0">
            <a:schemeClr val="accent1"/>
          </a:lnRef>
          <a:fillRef idx="3">
            <a:schemeClr val="accent1"/>
          </a:fillRef>
          <a:effectRef idx="3">
            <a:schemeClr val="accent1"/>
          </a:effectRef>
          <a:fontRef idx="minor">
            <a:schemeClr val="lt1"/>
          </a:fontRef>
        </dgm:style>
      </dgm:prSet>
      <dgm:spPr/>
      <dgm:t>
        <a:bodyPr/>
        <a:lstStyle/>
        <a:p>
          <a:r>
            <a:rPr lang="en-US" dirty="0"/>
            <a:t>Probability Distribution- 2</a:t>
          </a:r>
        </a:p>
      </dgm:t>
    </dgm:pt>
    <dgm:pt modelId="{5F041ADE-9453-4368-9F8A-8150465C3390}" type="parTrans" cxnId="{DF40D17E-A1E2-4686-8722-E6AC90CC49A3}">
      <dgm:prSet/>
      <dgm:spPr/>
      <dgm:t>
        <a:bodyPr/>
        <a:lstStyle/>
        <a:p>
          <a:endParaRPr lang="en-US"/>
        </a:p>
      </dgm:t>
    </dgm:pt>
    <dgm:pt modelId="{E7A61CA5-7F1C-4991-91B3-7B6267BAD354}" type="sibTrans" cxnId="{DF40D17E-A1E2-4686-8722-E6AC90CC49A3}">
      <dgm:prSet/>
      <dgm:spPr/>
      <dgm:t>
        <a:bodyPr/>
        <a:lstStyle/>
        <a:p>
          <a:endParaRPr lang="en-US"/>
        </a:p>
      </dgm:t>
    </dgm:pt>
    <dgm:pt modelId="{4BEB54CF-EBA8-4C02-BF4A-0953DD22B89A}">
      <dgm:prSet phldrT="[Text]">
        <dgm:style>
          <a:lnRef idx="2">
            <a:schemeClr val="accent1"/>
          </a:lnRef>
          <a:fillRef idx="1">
            <a:schemeClr val="lt1"/>
          </a:fillRef>
          <a:effectRef idx="0">
            <a:schemeClr val="accent1"/>
          </a:effectRef>
          <a:fontRef idx="minor">
            <a:schemeClr val="dk1"/>
          </a:fontRef>
        </dgm:style>
      </dgm:prSet>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US" dirty="0"/>
            <a:t>Remove the numbers from X_train and X_test</a:t>
          </a:r>
        </a:p>
      </dgm:t>
    </dgm:pt>
    <dgm:pt modelId="{91EB4DE9-1CEC-4DA7-82BE-BAD19FA4976F}" type="parTrans" cxnId="{9C1EF99F-30B5-4489-860B-10D3F05C5F10}">
      <dgm:prSet/>
      <dgm:spPr/>
      <dgm:t>
        <a:bodyPr/>
        <a:lstStyle/>
        <a:p>
          <a:endParaRPr lang="en-US"/>
        </a:p>
      </dgm:t>
    </dgm:pt>
    <dgm:pt modelId="{C11F1AA6-AFFC-4770-9EE8-B63CE3D13E55}" type="sibTrans" cxnId="{9C1EF99F-30B5-4489-860B-10D3F05C5F10}">
      <dgm:prSet/>
      <dgm:spPr/>
      <dgm:t>
        <a:bodyPr/>
        <a:lstStyle/>
        <a:p>
          <a:endParaRPr lang="en-US"/>
        </a:p>
      </dgm:t>
    </dgm:pt>
    <dgm:pt modelId="{88375FEA-F0A2-4341-8E4A-95C1911A0253}">
      <dgm:prSet phldrT="[Text]">
        <dgm:style>
          <a:lnRef idx="2">
            <a:schemeClr val="accent1"/>
          </a:lnRef>
          <a:fillRef idx="1">
            <a:schemeClr val="lt1"/>
          </a:fillRef>
          <a:effectRef idx="0">
            <a:schemeClr val="accent1"/>
          </a:effectRef>
          <a:fontRef idx="minor">
            <a:schemeClr val="dk1"/>
          </a:fontRef>
        </dgm:style>
      </dgm:prSet>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US" dirty="0"/>
            <a:t>Remove 2 char words from X_train </a:t>
          </a:r>
        </a:p>
      </dgm:t>
    </dgm:pt>
    <dgm:pt modelId="{C4281812-3B98-4635-92B4-9FC94A7ECBAF}" type="parTrans" cxnId="{1CF8C074-78FE-499C-8C57-71719FCD9F6D}">
      <dgm:prSet/>
      <dgm:spPr/>
      <dgm:t>
        <a:bodyPr/>
        <a:lstStyle/>
        <a:p>
          <a:endParaRPr lang="en-US"/>
        </a:p>
      </dgm:t>
    </dgm:pt>
    <dgm:pt modelId="{A1E2BE73-EA08-44DF-9B79-37FE8CD48106}" type="sibTrans" cxnId="{1CF8C074-78FE-499C-8C57-71719FCD9F6D}">
      <dgm:prSet/>
      <dgm:spPr/>
      <dgm:t>
        <a:bodyPr/>
        <a:lstStyle/>
        <a:p>
          <a:endParaRPr lang="en-US"/>
        </a:p>
      </dgm:t>
    </dgm:pt>
    <dgm:pt modelId="{730295D7-C33E-4B8B-BB7C-5063A87BE6D1}" type="pres">
      <dgm:prSet presAssocID="{10F77A51-BF0A-4C39-9CF3-3A0CD6A1B3B7}" presName="CompostProcess" presStyleCnt="0">
        <dgm:presLayoutVars>
          <dgm:dir/>
          <dgm:resizeHandles val="exact"/>
        </dgm:presLayoutVars>
      </dgm:prSet>
      <dgm:spPr/>
    </dgm:pt>
    <dgm:pt modelId="{3B2CDD0D-6CE4-4C7D-A519-DF5152302C3F}" type="pres">
      <dgm:prSet presAssocID="{10F77A51-BF0A-4C39-9CF3-3A0CD6A1B3B7}" presName="arrow" presStyleLbl="bgShp" presStyleIdx="0" presStyleCnt="1"/>
      <dgm:spPr/>
    </dgm:pt>
    <dgm:pt modelId="{A663BD86-2A11-4172-B537-7F8774F59432}" type="pres">
      <dgm:prSet presAssocID="{10F77A51-BF0A-4C39-9CF3-3A0CD6A1B3B7}" presName="linearProcess" presStyleCnt="0"/>
      <dgm:spPr/>
    </dgm:pt>
    <dgm:pt modelId="{8334BC6F-41EC-48D0-AB0F-09C3CE60CDCD}" type="pres">
      <dgm:prSet presAssocID="{4BEB54CF-EBA8-4C02-BF4A-0953DD22B89A}" presName="textNode" presStyleLbl="node1" presStyleIdx="0" presStyleCnt="5">
        <dgm:presLayoutVars>
          <dgm:bulletEnabled val="1"/>
        </dgm:presLayoutVars>
      </dgm:prSet>
      <dgm:spPr/>
    </dgm:pt>
    <dgm:pt modelId="{E52AB706-1695-4C5B-AA4C-37D75DA8C637}" type="pres">
      <dgm:prSet presAssocID="{C11F1AA6-AFFC-4770-9EE8-B63CE3D13E55}" presName="sibTrans" presStyleCnt="0"/>
      <dgm:spPr/>
    </dgm:pt>
    <dgm:pt modelId="{2DD73647-E60D-40BE-83DF-69A624E7DEE2}" type="pres">
      <dgm:prSet presAssocID="{88375FEA-F0A2-4341-8E4A-95C1911A0253}" presName="textNode" presStyleLbl="node1" presStyleIdx="1" presStyleCnt="5">
        <dgm:presLayoutVars>
          <dgm:bulletEnabled val="1"/>
        </dgm:presLayoutVars>
      </dgm:prSet>
      <dgm:spPr/>
    </dgm:pt>
    <dgm:pt modelId="{F4C978DC-4153-4878-9714-DE6F1024B3E5}" type="pres">
      <dgm:prSet presAssocID="{A1E2BE73-EA08-44DF-9B79-37FE8CD48106}" presName="sibTrans" presStyleCnt="0"/>
      <dgm:spPr/>
    </dgm:pt>
    <dgm:pt modelId="{CBA2E048-418E-478E-B392-1D93130A77B3}" type="pres">
      <dgm:prSet presAssocID="{EE6D6613-E4C3-4916-AA5C-8F13CE2EAF42}" presName="textNode" presStyleLbl="node1" presStyleIdx="2" presStyleCnt="5">
        <dgm:presLayoutVars>
          <dgm:bulletEnabled val="1"/>
        </dgm:presLayoutVars>
      </dgm:prSet>
      <dgm:spPr/>
    </dgm:pt>
    <dgm:pt modelId="{79E82258-9B9A-4BA6-B866-BFE68F4D008D}" type="pres">
      <dgm:prSet presAssocID="{6F7B1E1D-9DC6-4996-985E-C4AD9ECB9EEB}" presName="sibTrans" presStyleCnt="0"/>
      <dgm:spPr/>
    </dgm:pt>
    <dgm:pt modelId="{35F8D5B5-E985-4EEC-8C78-F188D97F2C70}" type="pres">
      <dgm:prSet presAssocID="{8BE3DD38-6B16-45ED-8ABD-B0BDE3D2DFAF}" presName="textNode" presStyleLbl="node1" presStyleIdx="3" presStyleCnt="5">
        <dgm:presLayoutVars>
          <dgm:bulletEnabled val="1"/>
        </dgm:presLayoutVars>
      </dgm:prSet>
      <dgm:spPr/>
    </dgm:pt>
    <dgm:pt modelId="{DBDA017A-04F5-46E2-A420-D2E955719288}" type="pres">
      <dgm:prSet presAssocID="{AA2E6F81-9BAC-4A4B-85C6-C731840B505A}" presName="sibTrans" presStyleCnt="0"/>
      <dgm:spPr/>
    </dgm:pt>
    <dgm:pt modelId="{18FA7B6A-2085-4E93-8ADE-BB4A3FCBC8F3}" type="pres">
      <dgm:prSet presAssocID="{33B77977-0F94-4534-A4D0-32CDFB3C00EF}" presName="textNode" presStyleLbl="node1" presStyleIdx="4" presStyleCnt="5">
        <dgm:presLayoutVars>
          <dgm:bulletEnabled val="1"/>
        </dgm:presLayoutVars>
      </dgm:prSet>
      <dgm:spPr/>
    </dgm:pt>
  </dgm:ptLst>
  <dgm:cxnLst>
    <dgm:cxn modelId="{7710A01B-FBA7-464E-9DBB-0BFEA42E37C3}" type="presOf" srcId="{4BEB54CF-EBA8-4C02-BF4A-0953DD22B89A}" destId="{8334BC6F-41EC-48D0-AB0F-09C3CE60CDCD}" srcOrd="0" destOrd="0" presId="urn:microsoft.com/office/officeart/2005/8/layout/hProcess9"/>
    <dgm:cxn modelId="{95FD6E3F-44CC-4DB9-BF1E-B278D17AFC9A}" type="presOf" srcId="{8BE3DD38-6B16-45ED-8ABD-B0BDE3D2DFAF}" destId="{35F8D5B5-E985-4EEC-8C78-F188D97F2C70}" srcOrd="0" destOrd="0" presId="urn:microsoft.com/office/officeart/2005/8/layout/hProcess9"/>
    <dgm:cxn modelId="{53384D43-0F54-4949-9A13-F019865E0F8B}" srcId="{10F77A51-BF0A-4C39-9CF3-3A0CD6A1B3B7}" destId="{EE6D6613-E4C3-4916-AA5C-8F13CE2EAF42}" srcOrd="2" destOrd="0" parTransId="{DE08672D-3CE9-4CE5-9342-BC7724DC194D}" sibTransId="{6F7B1E1D-9DC6-4996-985E-C4AD9ECB9EEB}"/>
    <dgm:cxn modelId="{1CF8C074-78FE-499C-8C57-71719FCD9F6D}" srcId="{10F77A51-BF0A-4C39-9CF3-3A0CD6A1B3B7}" destId="{88375FEA-F0A2-4341-8E4A-95C1911A0253}" srcOrd="1" destOrd="0" parTransId="{C4281812-3B98-4635-92B4-9FC94A7ECBAF}" sibTransId="{A1E2BE73-EA08-44DF-9B79-37FE8CD48106}"/>
    <dgm:cxn modelId="{DF40D17E-A1E2-4686-8722-E6AC90CC49A3}" srcId="{10F77A51-BF0A-4C39-9CF3-3A0CD6A1B3B7}" destId="{33B77977-0F94-4534-A4D0-32CDFB3C00EF}" srcOrd="4" destOrd="0" parTransId="{5F041ADE-9453-4368-9F8A-8150465C3390}" sibTransId="{E7A61CA5-7F1C-4991-91B3-7B6267BAD354}"/>
    <dgm:cxn modelId="{9C1EF99F-30B5-4489-860B-10D3F05C5F10}" srcId="{10F77A51-BF0A-4C39-9CF3-3A0CD6A1B3B7}" destId="{4BEB54CF-EBA8-4C02-BF4A-0953DD22B89A}" srcOrd="0" destOrd="0" parTransId="{91EB4DE9-1CEC-4DA7-82BE-BAD19FA4976F}" sibTransId="{C11F1AA6-AFFC-4770-9EE8-B63CE3D13E55}"/>
    <dgm:cxn modelId="{93A2A5B9-7EDC-485C-B014-3F63BDAD4CA8}" type="presOf" srcId="{33B77977-0F94-4534-A4D0-32CDFB3C00EF}" destId="{18FA7B6A-2085-4E93-8ADE-BB4A3FCBC8F3}" srcOrd="0" destOrd="0" presId="urn:microsoft.com/office/officeart/2005/8/layout/hProcess9"/>
    <dgm:cxn modelId="{970D94BB-4E91-45BD-A9CE-6E14083C6EEE}" type="presOf" srcId="{88375FEA-F0A2-4341-8E4A-95C1911A0253}" destId="{2DD73647-E60D-40BE-83DF-69A624E7DEE2}" srcOrd="0" destOrd="0" presId="urn:microsoft.com/office/officeart/2005/8/layout/hProcess9"/>
    <dgm:cxn modelId="{90EEE9C9-F847-431F-A9C7-D417A7BF8D37}" type="presOf" srcId="{EE6D6613-E4C3-4916-AA5C-8F13CE2EAF42}" destId="{CBA2E048-418E-478E-B392-1D93130A77B3}" srcOrd="0" destOrd="0" presId="urn:microsoft.com/office/officeart/2005/8/layout/hProcess9"/>
    <dgm:cxn modelId="{04D1D5E8-71DB-425D-9D6E-E5E123DB825A}" srcId="{10F77A51-BF0A-4C39-9CF3-3A0CD6A1B3B7}" destId="{8BE3DD38-6B16-45ED-8ABD-B0BDE3D2DFAF}" srcOrd="3" destOrd="0" parTransId="{661BDD8A-7062-46FF-A4CC-929052DB1B1F}" sibTransId="{AA2E6F81-9BAC-4A4B-85C6-C731840B505A}"/>
    <dgm:cxn modelId="{C3AB0BFD-A7B3-4218-9D7B-4108CB91C1B3}" type="presOf" srcId="{10F77A51-BF0A-4C39-9CF3-3A0CD6A1B3B7}" destId="{730295D7-C33E-4B8B-BB7C-5063A87BE6D1}" srcOrd="0" destOrd="0" presId="urn:microsoft.com/office/officeart/2005/8/layout/hProcess9"/>
    <dgm:cxn modelId="{3DE6781A-4EF7-4E59-B998-F5D87A73B3BE}" type="presParOf" srcId="{730295D7-C33E-4B8B-BB7C-5063A87BE6D1}" destId="{3B2CDD0D-6CE4-4C7D-A519-DF5152302C3F}" srcOrd="0" destOrd="0" presId="urn:microsoft.com/office/officeart/2005/8/layout/hProcess9"/>
    <dgm:cxn modelId="{EE7C3753-251D-4C08-AD58-F8CBB740C186}" type="presParOf" srcId="{730295D7-C33E-4B8B-BB7C-5063A87BE6D1}" destId="{A663BD86-2A11-4172-B537-7F8774F59432}" srcOrd="1" destOrd="0" presId="urn:microsoft.com/office/officeart/2005/8/layout/hProcess9"/>
    <dgm:cxn modelId="{266B57B0-441B-406F-AA76-A18077FD4815}" type="presParOf" srcId="{A663BD86-2A11-4172-B537-7F8774F59432}" destId="{8334BC6F-41EC-48D0-AB0F-09C3CE60CDCD}" srcOrd="0" destOrd="0" presId="urn:microsoft.com/office/officeart/2005/8/layout/hProcess9"/>
    <dgm:cxn modelId="{A80CFED8-F440-49A7-962B-3F9B54CE5FAC}" type="presParOf" srcId="{A663BD86-2A11-4172-B537-7F8774F59432}" destId="{E52AB706-1695-4C5B-AA4C-37D75DA8C637}" srcOrd="1" destOrd="0" presId="urn:microsoft.com/office/officeart/2005/8/layout/hProcess9"/>
    <dgm:cxn modelId="{1DEB9FA3-0E84-452E-8B37-1E7B3FFD87DC}" type="presParOf" srcId="{A663BD86-2A11-4172-B537-7F8774F59432}" destId="{2DD73647-E60D-40BE-83DF-69A624E7DEE2}" srcOrd="2" destOrd="0" presId="urn:microsoft.com/office/officeart/2005/8/layout/hProcess9"/>
    <dgm:cxn modelId="{D903A66D-87D0-4B79-8BF8-2B07E4A481C6}" type="presParOf" srcId="{A663BD86-2A11-4172-B537-7F8774F59432}" destId="{F4C978DC-4153-4878-9714-DE6F1024B3E5}" srcOrd="3" destOrd="0" presId="urn:microsoft.com/office/officeart/2005/8/layout/hProcess9"/>
    <dgm:cxn modelId="{88B80B27-3C16-4FEC-915D-7D157BD7F588}" type="presParOf" srcId="{A663BD86-2A11-4172-B537-7F8774F59432}" destId="{CBA2E048-418E-478E-B392-1D93130A77B3}" srcOrd="4" destOrd="0" presId="urn:microsoft.com/office/officeart/2005/8/layout/hProcess9"/>
    <dgm:cxn modelId="{0CBB69C0-6B97-41EA-A0FB-7B0A3B70D30B}" type="presParOf" srcId="{A663BD86-2A11-4172-B537-7F8774F59432}" destId="{79E82258-9B9A-4BA6-B866-BFE68F4D008D}" srcOrd="5" destOrd="0" presId="urn:microsoft.com/office/officeart/2005/8/layout/hProcess9"/>
    <dgm:cxn modelId="{5039E02E-A131-4D4E-BB41-52E5E0D96A4F}" type="presParOf" srcId="{A663BD86-2A11-4172-B537-7F8774F59432}" destId="{35F8D5B5-E985-4EEC-8C78-F188D97F2C70}" srcOrd="6" destOrd="0" presId="urn:microsoft.com/office/officeart/2005/8/layout/hProcess9"/>
    <dgm:cxn modelId="{95674AA1-1481-4ED8-BDEB-69C964154799}" type="presParOf" srcId="{A663BD86-2A11-4172-B537-7F8774F59432}" destId="{DBDA017A-04F5-46E2-A420-D2E955719288}" srcOrd="7" destOrd="0" presId="urn:microsoft.com/office/officeart/2005/8/layout/hProcess9"/>
    <dgm:cxn modelId="{C0C3E538-2CAC-470E-9148-1AD68339BDCD}" type="presParOf" srcId="{A663BD86-2A11-4172-B537-7F8774F59432}" destId="{18FA7B6A-2085-4E93-8ADE-BB4A3FCBC8F3}" srcOrd="8" destOrd="0" presId="urn:microsoft.com/office/officeart/2005/8/layout/hProcess9"/>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49152026-1CAF-465A-BE21-54A2045020CC}"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91C2C9DF-4DC4-4F3D-A1BA-25E5C49C1F79}">
      <dgm:prSet>
        <dgm:style>
          <a:lnRef idx="0">
            <a:schemeClr val="accent5"/>
          </a:lnRef>
          <a:fillRef idx="3">
            <a:schemeClr val="accent5"/>
          </a:fillRef>
          <a:effectRef idx="3">
            <a:schemeClr val="accent5"/>
          </a:effectRef>
          <a:fontRef idx="minor">
            <a:schemeClr val="lt1"/>
          </a:fontRef>
        </dgm:style>
      </dgm:prSet>
      <dgm:spPr>
        <a:effectLst>
          <a:innerShdw blurRad="63500" dist="50800" dir="13500000">
            <a:prstClr val="black">
              <a:alpha val="50000"/>
            </a:prstClr>
          </a:innerShdw>
        </a:effectLst>
      </dgm:spPr>
      <dgm:t>
        <a:bodyPr/>
        <a:lstStyle/>
        <a:p>
          <a:r>
            <a:rPr lang="en-US" b="1" dirty="0"/>
            <a:t>EDA</a:t>
          </a:r>
          <a:endParaRPr lang="en-US" dirty="0"/>
        </a:p>
      </dgm:t>
    </dgm:pt>
    <dgm:pt modelId="{9011AA8D-A4AC-4FE0-A4DA-539CC61771F0}" type="parTrans" cxnId="{9BB7874E-9D7A-43ED-9B47-63243C118EC9}">
      <dgm:prSet/>
      <dgm:spPr/>
      <dgm:t>
        <a:bodyPr/>
        <a:lstStyle/>
        <a:p>
          <a:endParaRPr lang="en-US"/>
        </a:p>
      </dgm:t>
    </dgm:pt>
    <dgm:pt modelId="{9A16915F-4D36-400C-95AC-729AA45E4CB6}" type="sibTrans" cxnId="{9BB7874E-9D7A-43ED-9B47-63243C118EC9}">
      <dgm:prSet/>
      <dgm:spPr/>
      <dgm:t>
        <a:bodyPr/>
        <a:lstStyle/>
        <a:p>
          <a:endParaRPr lang="en-US"/>
        </a:p>
      </dgm:t>
    </dgm:pt>
    <dgm:pt modelId="{D2F0D942-F584-4BB9-A3C0-DCEA450A6513}">
      <dgm:prSet>
        <dgm:style>
          <a:lnRef idx="2">
            <a:schemeClr val="accent5"/>
          </a:lnRef>
          <a:fillRef idx="1">
            <a:schemeClr val="lt1"/>
          </a:fillRef>
          <a:effectRef idx="0">
            <a:schemeClr val="accent5"/>
          </a:effectRef>
          <a:fontRef idx="minor">
            <a:schemeClr val="dk1"/>
          </a:fontRef>
        </dgm:style>
      </dgm:prSet>
      <dgm:spPr>
        <a:scene3d>
          <a:camera prst="orthographicFront"/>
          <a:lightRig rig="threePt" dir="t"/>
        </a:scene3d>
        <a:sp3d>
          <a:bevelT prst="angle"/>
        </a:sp3d>
      </dgm:spPr>
      <dgm:t>
        <a:bodyPr/>
        <a:lstStyle/>
        <a:p>
          <a:r>
            <a:rPr lang="en-US" dirty="0"/>
            <a:t>List of all </a:t>
          </a:r>
          <a:r>
            <a:rPr lang="en-US" dirty="0" err="1"/>
            <a:t>stopwords</a:t>
          </a:r>
          <a:r>
            <a:rPr lang="en-US" dirty="0"/>
            <a:t> and lemmatized words</a:t>
          </a:r>
        </a:p>
      </dgm:t>
    </dgm:pt>
    <dgm:pt modelId="{96E7983F-1FF2-4DB0-B65A-4A14DE9D230A}" type="parTrans" cxnId="{A2925B09-26AA-4CDD-BFD3-08AD080D0435}">
      <dgm:prSet/>
      <dgm:spPr/>
      <dgm:t>
        <a:bodyPr/>
        <a:lstStyle/>
        <a:p>
          <a:endParaRPr lang="en-US"/>
        </a:p>
      </dgm:t>
    </dgm:pt>
    <dgm:pt modelId="{071D931E-E4AD-4123-AFB1-A695CD97E8B9}" type="sibTrans" cxnId="{A2925B09-26AA-4CDD-BFD3-08AD080D0435}">
      <dgm:prSet/>
      <dgm:spPr/>
      <dgm:t>
        <a:bodyPr/>
        <a:lstStyle/>
        <a:p>
          <a:endParaRPr lang="en-US"/>
        </a:p>
      </dgm:t>
    </dgm:pt>
    <dgm:pt modelId="{E0937832-A402-4CAF-9813-B5023E3AE1CA}">
      <dgm:prSet>
        <dgm:style>
          <a:lnRef idx="2">
            <a:schemeClr val="accent5"/>
          </a:lnRef>
          <a:fillRef idx="1">
            <a:schemeClr val="lt1"/>
          </a:fillRef>
          <a:effectRef idx="0">
            <a:schemeClr val="accent5"/>
          </a:effectRef>
          <a:fontRef idx="minor">
            <a:schemeClr val="dk1"/>
          </a:fontRef>
        </dgm:style>
      </dgm:prSet>
      <dgm:spPr>
        <a:scene3d>
          <a:camera prst="orthographicFront"/>
          <a:lightRig rig="threePt" dir="t"/>
        </a:scene3d>
        <a:sp3d>
          <a:bevelT prst="angle"/>
        </a:sp3d>
      </dgm:spPr>
      <dgm:t>
        <a:bodyPr/>
        <a:lstStyle/>
        <a:p>
          <a:r>
            <a:rPr lang="en-US" dirty="0"/>
            <a:t>Lemmatize only the words having more than 3 characters</a:t>
          </a:r>
        </a:p>
      </dgm:t>
    </dgm:pt>
    <dgm:pt modelId="{45946A35-FECC-47F4-ADB7-013EBCF1947A}" type="parTrans" cxnId="{7FE713A4-5959-4406-8D78-20F67206DEDA}">
      <dgm:prSet/>
      <dgm:spPr/>
      <dgm:t>
        <a:bodyPr/>
        <a:lstStyle/>
        <a:p>
          <a:endParaRPr lang="en-US"/>
        </a:p>
      </dgm:t>
    </dgm:pt>
    <dgm:pt modelId="{BAFFF1F6-B96B-49A2-BBD0-F779D568A179}" type="sibTrans" cxnId="{7FE713A4-5959-4406-8D78-20F67206DEDA}">
      <dgm:prSet/>
      <dgm:spPr/>
      <dgm:t>
        <a:bodyPr/>
        <a:lstStyle/>
        <a:p>
          <a:endParaRPr lang="en-US"/>
        </a:p>
      </dgm:t>
    </dgm:pt>
    <dgm:pt modelId="{2FCAB8B5-3831-4AAC-B228-C45805818A60}">
      <dgm:prSet/>
      <dgm:spPr>
        <a:effectLst>
          <a:innerShdw blurRad="63500" dist="50800" dir="13500000">
            <a:prstClr val="black">
              <a:alpha val="50000"/>
            </a:prstClr>
          </a:innerShdw>
        </a:effectLst>
      </dgm:spPr>
      <dgm:t>
        <a:bodyPr/>
        <a:lstStyle/>
        <a:p>
          <a:r>
            <a:rPr lang="en-US" b="1" dirty="0"/>
            <a:t>Trust Factor calculation</a:t>
          </a:r>
        </a:p>
      </dgm:t>
    </dgm:pt>
    <dgm:pt modelId="{95D4FA55-4F29-4A78-9D1E-17E4E02A89FA}" type="parTrans" cxnId="{605BD57F-0378-480A-AD02-B2BE3419F2C4}">
      <dgm:prSet/>
      <dgm:spPr/>
      <dgm:t>
        <a:bodyPr/>
        <a:lstStyle/>
        <a:p>
          <a:endParaRPr lang="en-US"/>
        </a:p>
      </dgm:t>
    </dgm:pt>
    <dgm:pt modelId="{F61E349E-6565-4842-A6FE-AFBE601F2F38}" type="sibTrans" cxnId="{605BD57F-0378-480A-AD02-B2BE3419F2C4}">
      <dgm:prSet/>
      <dgm:spPr/>
      <dgm:t>
        <a:bodyPr/>
        <a:lstStyle/>
        <a:p>
          <a:endParaRPr lang="en-US"/>
        </a:p>
      </dgm:t>
    </dgm:pt>
    <dgm:pt modelId="{BD85853B-FB93-47C7-9DBE-393E27EF82D6}">
      <dgm:prSet>
        <dgm:style>
          <a:lnRef idx="2">
            <a:schemeClr val="accent2"/>
          </a:lnRef>
          <a:fillRef idx="1">
            <a:schemeClr val="lt1"/>
          </a:fillRef>
          <a:effectRef idx="0">
            <a:schemeClr val="accent2"/>
          </a:effectRef>
          <a:fontRef idx="minor">
            <a:schemeClr val="dk1"/>
          </a:fontRef>
        </dgm:style>
      </dgm:prSet>
      <dgm:spPr>
        <a:scene3d>
          <a:camera prst="orthographicFront"/>
          <a:lightRig rig="threePt" dir="t"/>
        </a:scene3d>
        <a:sp3d>
          <a:bevelT prst="angle"/>
        </a:sp3d>
      </dgm:spPr>
      <dgm:t>
        <a:bodyPr/>
        <a:lstStyle/>
        <a:p>
          <a:r>
            <a:rPr lang="en-US" dirty="0"/>
            <a:t>Random forest: 85%</a:t>
          </a:r>
        </a:p>
      </dgm:t>
    </dgm:pt>
    <dgm:pt modelId="{D3A21208-6D57-4296-99D4-35295A29255E}" type="parTrans" cxnId="{D13518B7-D9C6-423C-BA95-6C47D7E5ABE8}">
      <dgm:prSet/>
      <dgm:spPr/>
      <dgm:t>
        <a:bodyPr/>
        <a:lstStyle/>
        <a:p>
          <a:endParaRPr lang="en-US"/>
        </a:p>
      </dgm:t>
    </dgm:pt>
    <dgm:pt modelId="{38A0832A-42EA-4229-8EB7-1608E3C298D3}" type="sibTrans" cxnId="{D13518B7-D9C6-423C-BA95-6C47D7E5ABE8}">
      <dgm:prSet/>
      <dgm:spPr/>
      <dgm:t>
        <a:bodyPr/>
        <a:lstStyle/>
        <a:p>
          <a:endParaRPr lang="en-US"/>
        </a:p>
      </dgm:t>
    </dgm:pt>
    <dgm:pt modelId="{4E36FB6D-2410-4671-B80D-877BE646C8CA}">
      <dgm:prSet>
        <dgm:style>
          <a:lnRef idx="2">
            <a:schemeClr val="accent2"/>
          </a:lnRef>
          <a:fillRef idx="1">
            <a:schemeClr val="lt1"/>
          </a:fillRef>
          <a:effectRef idx="0">
            <a:schemeClr val="accent2"/>
          </a:effectRef>
          <a:fontRef idx="minor">
            <a:schemeClr val="dk1"/>
          </a:fontRef>
        </dgm:style>
      </dgm:prSet>
      <dgm:spPr>
        <a:scene3d>
          <a:camera prst="orthographicFront"/>
          <a:lightRig rig="threePt" dir="t"/>
        </a:scene3d>
        <a:sp3d>
          <a:bevelT prst="angle"/>
        </a:sp3d>
      </dgm:spPr>
      <dgm:t>
        <a:bodyPr/>
        <a:lstStyle/>
        <a:p>
          <a:r>
            <a:rPr lang="en-US" dirty="0"/>
            <a:t>Logistic regression:89%</a:t>
          </a:r>
        </a:p>
      </dgm:t>
    </dgm:pt>
    <dgm:pt modelId="{D1A4CFE5-A0AF-47F4-93E4-638EA310D735}" type="parTrans" cxnId="{1777842D-F048-45D8-9461-FF2CD672E2FD}">
      <dgm:prSet/>
      <dgm:spPr/>
      <dgm:t>
        <a:bodyPr/>
        <a:lstStyle/>
        <a:p>
          <a:endParaRPr lang="en-US"/>
        </a:p>
      </dgm:t>
    </dgm:pt>
    <dgm:pt modelId="{14F10BFB-CCAD-41D4-8A27-47A37F5300AE}" type="sibTrans" cxnId="{1777842D-F048-45D8-9461-FF2CD672E2FD}">
      <dgm:prSet/>
      <dgm:spPr/>
      <dgm:t>
        <a:bodyPr/>
        <a:lstStyle/>
        <a:p>
          <a:endParaRPr lang="en-US"/>
        </a:p>
      </dgm:t>
    </dgm:pt>
    <dgm:pt modelId="{8942D99D-C965-4758-8130-71FC0FA2A4B6}">
      <dgm:prSet>
        <dgm:style>
          <a:lnRef idx="2">
            <a:schemeClr val="accent2"/>
          </a:lnRef>
          <a:fillRef idx="1">
            <a:schemeClr val="lt1"/>
          </a:fillRef>
          <a:effectRef idx="0">
            <a:schemeClr val="accent2"/>
          </a:effectRef>
          <a:fontRef idx="minor">
            <a:schemeClr val="dk1"/>
          </a:fontRef>
        </dgm:style>
      </dgm:prSet>
      <dgm:spPr>
        <a:scene3d>
          <a:camera prst="orthographicFront"/>
          <a:lightRig rig="threePt" dir="t"/>
        </a:scene3d>
        <a:sp3d>
          <a:bevelT prst="angle"/>
        </a:sp3d>
      </dgm:spPr>
      <dgm:t>
        <a:bodyPr/>
        <a:lstStyle/>
        <a:p>
          <a:r>
            <a:rPr lang="en-US" dirty="0"/>
            <a:t>Condition: Stopwords removed, all words lemmatized, single character words removed</a:t>
          </a:r>
        </a:p>
      </dgm:t>
    </dgm:pt>
    <dgm:pt modelId="{79FA4A21-EFD8-47A1-AFDA-1577DD194947}" type="parTrans" cxnId="{C9510C83-B47B-47ED-B4D0-A3E8B11C8BBF}">
      <dgm:prSet/>
      <dgm:spPr/>
      <dgm:t>
        <a:bodyPr/>
        <a:lstStyle/>
        <a:p>
          <a:endParaRPr lang="en-US"/>
        </a:p>
      </dgm:t>
    </dgm:pt>
    <dgm:pt modelId="{DFE98D62-A809-4208-9A4B-BCFA2D5B6903}" type="sibTrans" cxnId="{C9510C83-B47B-47ED-B4D0-A3E8B11C8BBF}">
      <dgm:prSet/>
      <dgm:spPr/>
      <dgm:t>
        <a:bodyPr/>
        <a:lstStyle/>
        <a:p>
          <a:endParaRPr lang="en-US"/>
        </a:p>
      </dgm:t>
    </dgm:pt>
    <dgm:pt modelId="{BE45F9EC-3141-47FA-B2E0-20A5AB369298}">
      <dgm:prSet>
        <dgm:style>
          <a:lnRef idx="0">
            <a:schemeClr val="accent6"/>
          </a:lnRef>
          <a:fillRef idx="3">
            <a:schemeClr val="accent6"/>
          </a:fillRef>
          <a:effectRef idx="3">
            <a:schemeClr val="accent6"/>
          </a:effectRef>
          <a:fontRef idx="minor">
            <a:schemeClr val="lt1"/>
          </a:fontRef>
        </dgm:style>
      </dgm:prSet>
      <dgm:spPr>
        <a:effectLst>
          <a:innerShdw blurRad="63500" dist="50800" dir="13500000">
            <a:prstClr val="black">
              <a:alpha val="50000"/>
            </a:prstClr>
          </a:innerShdw>
        </a:effectLst>
      </dgm:spPr>
      <dgm:t>
        <a:bodyPr/>
        <a:lstStyle/>
        <a:p>
          <a:r>
            <a:rPr lang="en-US" b="1" dirty="0"/>
            <a:t>Divergence</a:t>
          </a:r>
        </a:p>
      </dgm:t>
    </dgm:pt>
    <dgm:pt modelId="{3467FEE1-35A1-4F28-92F3-5EC8304B3AD2}" type="parTrans" cxnId="{CC13CC26-B6DD-43F1-BCAD-6AA3433CE726}">
      <dgm:prSet/>
      <dgm:spPr/>
      <dgm:t>
        <a:bodyPr/>
        <a:lstStyle/>
        <a:p>
          <a:endParaRPr lang="en-US"/>
        </a:p>
      </dgm:t>
    </dgm:pt>
    <dgm:pt modelId="{BF1E80F4-F68A-407F-BB04-F38CE0ED59F4}" type="sibTrans" cxnId="{CC13CC26-B6DD-43F1-BCAD-6AA3433CE726}">
      <dgm:prSet/>
      <dgm:spPr/>
      <dgm:t>
        <a:bodyPr/>
        <a:lstStyle/>
        <a:p>
          <a:endParaRPr lang="en-US"/>
        </a:p>
      </dgm:t>
    </dgm:pt>
    <dgm:pt modelId="{248CA463-A730-4B7D-A406-144DCC190470}">
      <dgm:prSet>
        <dgm:style>
          <a:lnRef idx="2">
            <a:schemeClr val="accent6"/>
          </a:lnRef>
          <a:fillRef idx="1">
            <a:schemeClr val="lt1"/>
          </a:fillRef>
          <a:effectRef idx="0">
            <a:schemeClr val="accent6"/>
          </a:effectRef>
          <a:fontRef idx="minor">
            <a:schemeClr val="dk1"/>
          </a:fontRef>
        </dgm:style>
      </dgm:prSet>
      <dgm:spPr>
        <a:scene3d>
          <a:camera prst="orthographicFront"/>
          <a:lightRig rig="threePt" dir="t"/>
        </a:scene3d>
        <a:sp3d>
          <a:bevelT prst="angle"/>
        </a:sp3d>
      </dgm:spPr>
      <dgm:t>
        <a:bodyPr/>
        <a:lstStyle/>
        <a:p>
          <a:r>
            <a:rPr lang="en-US" b="0" dirty="0"/>
            <a:t>Removing numbers</a:t>
          </a:r>
        </a:p>
      </dgm:t>
    </dgm:pt>
    <dgm:pt modelId="{08E1735C-1CAF-41B8-AB73-2ECD36B67F5D}" type="parTrans" cxnId="{325D95C3-E39D-4405-8FE7-46F5D342F85F}">
      <dgm:prSet/>
      <dgm:spPr/>
      <dgm:t>
        <a:bodyPr/>
        <a:lstStyle/>
        <a:p>
          <a:endParaRPr lang="en-US"/>
        </a:p>
      </dgm:t>
    </dgm:pt>
    <dgm:pt modelId="{940E3F01-5CEC-4068-902E-33B5A1DAAD84}" type="sibTrans" cxnId="{325D95C3-E39D-4405-8FE7-46F5D342F85F}">
      <dgm:prSet/>
      <dgm:spPr/>
      <dgm:t>
        <a:bodyPr/>
        <a:lstStyle/>
        <a:p>
          <a:endParaRPr lang="en-US"/>
        </a:p>
      </dgm:t>
    </dgm:pt>
    <dgm:pt modelId="{F1E3C19F-E86C-4B6F-890B-AA180CC7A6D6}">
      <dgm:prSet>
        <dgm:style>
          <a:lnRef idx="2">
            <a:schemeClr val="accent6"/>
          </a:lnRef>
          <a:fillRef idx="1">
            <a:schemeClr val="lt1"/>
          </a:fillRef>
          <a:effectRef idx="0">
            <a:schemeClr val="accent6"/>
          </a:effectRef>
          <a:fontRef idx="minor">
            <a:schemeClr val="dk1"/>
          </a:fontRef>
        </dgm:style>
      </dgm:prSet>
      <dgm:spPr>
        <a:scene3d>
          <a:camera prst="orthographicFront"/>
          <a:lightRig rig="threePt" dir="t"/>
        </a:scene3d>
        <a:sp3d>
          <a:bevelT prst="angle"/>
        </a:sp3d>
      </dgm:spPr>
      <dgm:t>
        <a:bodyPr/>
        <a:lstStyle/>
        <a:p>
          <a:r>
            <a:rPr lang="en-US" b="0" dirty="0"/>
            <a:t>Removing 2-character words</a:t>
          </a:r>
        </a:p>
      </dgm:t>
    </dgm:pt>
    <dgm:pt modelId="{F87EB675-ACD0-44CE-91A3-37BE42D88C0E}" type="parTrans" cxnId="{5FF76161-F8C4-4E47-9F80-D1E5EA18904A}">
      <dgm:prSet/>
      <dgm:spPr/>
      <dgm:t>
        <a:bodyPr/>
        <a:lstStyle/>
        <a:p>
          <a:endParaRPr lang="en-US"/>
        </a:p>
      </dgm:t>
    </dgm:pt>
    <dgm:pt modelId="{2B508CEC-A9DC-487E-8536-D89639215297}" type="sibTrans" cxnId="{5FF76161-F8C4-4E47-9F80-D1E5EA18904A}">
      <dgm:prSet/>
      <dgm:spPr/>
      <dgm:t>
        <a:bodyPr/>
        <a:lstStyle/>
        <a:p>
          <a:endParaRPr lang="en-US"/>
        </a:p>
      </dgm:t>
    </dgm:pt>
    <dgm:pt modelId="{77CFC8AC-1763-44F9-ABC0-3A1F6264B501}">
      <dgm:prSet>
        <dgm:style>
          <a:lnRef idx="2">
            <a:schemeClr val="accent6"/>
          </a:lnRef>
          <a:fillRef idx="1">
            <a:schemeClr val="lt1"/>
          </a:fillRef>
          <a:effectRef idx="0">
            <a:schemeClr val="accent6"/>
          </a:effectRef>
          <a:fontRef idx="minor">
            <a:schemeClr val="dk1"/>
          </a:fontRef>
        </dgm:style>
      </dgm:prSet>
      <dgm:spPr>
        <a:scene3d>
          <a:camera prst="orthographicFront"/>
          <a:lightRig rig="threePt" dir="t"/>
        </a:scene3d>
        <a:sp3d>
          <a:bevelT prst="angle"/>
        </a:sp3d>
      </dgm:spPr>
      <dgm:t>
        <a:bodyPr/>
        <a:lstStyle/>
        <a:p>
          <a:r>
            <a:rPr lang="en-US" b="0" dirty="0"/>
            <a:t>Removing numbers and 2-character words</a:t>
          </a:r>
        </a:p>
      </dgm:t>
    </dgm:pt>
    <dgm:pt modelId="{A6BE9D52-B625-4B8F-8949-61BC7F4CC3D5}" type="parTrans" cxnId="{09D35740-23D9-465C-B2FB-7D5198C8BCFA}">
      <dgm:prSet/>
      <dgm:spPr/>
      <dgm:t>
        <a:bodyPr/>
        <a:lstStyle/>
        <a:p>
          <a:endParaRPr lang="en-US"/>
        </a:p>
      </dgm:t>
    </dgm:pt>
    <dgm:pt modelId="{147F4B0B-2A05-4D1C-874A-E3F8EE51472B}" type="sibTrans" cxnId="{09D35740-23D9-465C-B2FB-7D5198C8BCFA}">
      <dgm:prSet/>
      <dgm:spPr/>
      <dgm:t>
        <a:bodyPr/>
        <a:lstStyle/>
        <a:p>
          <a:endParaRPr lang="en-US"/>
        </a:p>
      </dgm:t>
    </dgm:pt>
    <dgm:pt modelId="{04F4BB95-ABE3-4EBF-A8F8-1981EECB6E01}" type="pres">
      <dgm:prSet presAssocID="{49152026-1CAF-465A-BE21-54A2045020CC}" presName="Name0" presStyleCnt="0">
        <dgm:presLayoutVars>
          <dgm:dir/>
          <dgm:animLvl val="lvl"/>
          <dgm:resizeHandles val="exact"/>
        </dgm:presLayoutVars>
      </dgm:prSet>
      <dgm:spPr/>
    </dgm:pt>
    <dgm:pt modelId="{72171C5B-91DC-4EA6-9D1C-1B4669EDE3EC}" type="pres">
      <dgm:prSet presAssocID="{91C2C9DF-4DC4-4F3D-A1BA-25E5C49C1F79}" presName="composite" presStyleCnt="0"/>
      <dgm:spPr/>
    </dgm:pt>
    <dgm:pt modelId="{1A587E3C-209C-4822-A465-4989AC93BCBD}" type="pres">
      <dgm:prSet presAssocID="{91C2C9DF-4DC4-4F3D-A1BA-25E5C49C1F79}" presName="parTx" presStyleLbl="alignNode1" presStyleIdx="0" presStyleCnt="3">
        <dgm:presLayoutVars>
          <dgm:chMax val="0"/>
          <dgm:chPref val="0"/>
          <dgm:bulletEnabled val="1"/>
        </dgm:presLayoutVars>
      </dgm:prSet>
      <dgm:spPr/>
    </dgm:pt>
    <dgm:pt modelId="{345EDDBC-5B61-4721-8F3C-88EA86A08EEF}" type="pres">
      <dgm:prSet presAssocID="{91C2C9DF-4DC4-4F3D-A1BA-25E5C49C1F79}" presName="desTx" presStyleLbl="alignAccFollowNode1" presStyleIdx="0" presStyleCnt="3">
        <dgm:presLayoutVars>
          <dgm:bulletEnabled val="1"/>
        </dgm:presLayoutVars>
      </dgm:prSet>
      <dgm:spPr/>
    </dgm:pt>
    <dgm:pt modelId="{B5677E8F-7900-47C9-AFFE-264E40B22D72}" type="pres">
      <dgm:prSet presAssocID="{9A16915F-4D36-400C-95AC-729AA45E4CB6}" presName="space" presStyleCnt="0"/>
      <dgm:spPr/>
    </dgm:pt>
    <dgm:pt modelId="{2F6C6A1E-C241-44F5-A0CE-CC18C3A7B02B}" type="pres">
      <dgm:prSet presAssocID="{2FCAB8B5-3831-4AAC-B228-C45805818A60}" presName="composite" presStyleCnt="0"/>
      <dgm:spPr/>
    </dgm:pt>
    <dgm:pt modelId="{E81B56DE-E801-4DF0-B4F2-A4CA75CCD076}" type="pres">
      <dgm:prSet presAssocID="{2FCAB8B5-3831-4AAC-B228-C45805818A60}" presName="parTx" presStyleLbl="alignNode1" presStyleIdx="1" presStyleCnt="3">
        <dgm:presLayoutVars>
          <dgm:chMax val="0"/>
          <dgm:chPref val="0"/>
          <dgm:bulletEnabled val="1"/>
        </dgm:presLayoutVars>
      </dgm:prSet>
      <dgm:spPr/>
    </dgm:pt>
    <dgm:pt modelId="{F09E7A2E-A854-44BC-A157-0A47303C7F7C}" type="pres">
      <dgm:prSet presAssocID="{2FCAB8B5-3831-4AAC-B228-C45805818A60}" presName="desTx" presStyleLbl="alignAccFollowNode1" presStyleIdx="1" presStyleCnt="3">
        <dgm:presLayoutVars>
          <dgm:bulletEnabled val="1"/>
        </dgm:presLayoutVars>
      </dgm:prSet>
      <dgm:spPr/>
    </dgm:pt>
    <dgm:pt modelId="{D9C49030-5267-4AD7-89E4-CFF514B67FBC}" type="pres">
      <dgm:prSet presAssocID="{F61E349E-6565-4842-A6FE-AFBE601F2F38}" presName="space" presStyleCnt="0"/>
      <dgm:spPr/>
    </dgm:pt>
    <dgm:pt modelId="{71CD158C-D5F6-46B0-998E-88F80FD51CF7}" type="pres">
      <dgm:prSet presAssocID="{BE45F9EC-3141-47FA-B2E0-20A5AB369298}" presName="composite" presStyleCnt="0"/>
      <dgm:spPr/>
    </dgm:pt>
    <dgm:pt modelId="{DF6A21C1-2FED-4374-AC83-03C771CED53B}" type="pres">
      <dgm:prSet presAssocID="{BE45F9EC-3141-47FA-B2E0-20A5AB369298}" presName="parTx" presStyleLbl="alignNode1" presStyleIdx="2" presStyleCnt="3">
        <dgm:presLayoutVars>
          <dgm:chMax val="0"/>
          <dgm:chPref val="0"/>
          <dgm:bulletEnabled val="1"/>
        </dgm:presLayoutVars>
      </dgm:prSet>
      <dgm:spPr/>
    </dgm:pt>
    <dgm:pt modelId="{322C6BEE-5039-47B1-BBE4-8993AE741E43}" type="pres">
      <dgm:prSet presAssocID="{BE45F9EC-3141-47FA-B2E0-20A5AB369298}" presName="desTx" presStyleLbl="alignAccFollowNode1" presStyleIdx="2" presStyleCnt="3">
        <dgm:presLayoutVars>
          <dgm:bulletEnabled val="1"/>
        </dgm:presLayoutVars>
      </dgm:prSet>
      <dgm:spPr/>
    </dgm:pt>
  </dgm:ptLst>
  <dgm:cxnLst>
    <dgm:cxn modelId="{FC043907-AA1B-4C82-BBDA-9985BCA9276A}" type="presOf" srcId="{2FCAB8B5-3831-4AAC-B228-C45805818A60}" destId="{E81B56DE-E801-4DF0-B4F2-A4CA75CCD076}" srcOrd="0" destOrd="0" presId="urn:microsoft.com/office/officeart/2005/8/layout/hList1"/>
    <dgm:cxn modelId="{A2925B09-26AA-4CDD-BFD3-08AD080D0435}" srcId="{91C2C9DF-4DC4-4F3D-A1BA-25E5C49C1F79}" destId="{D2F0D942-F584-4BB9-A3C0-DCEA450A6513}" srcOrd="0" destOrd="0" parTransId="{96E7983F-1FF2-4DB0-B65A-4A14DE9D230A}" sibTransId="{071D931E-E4AD-4123-AFB1-A695CD97E8B9}"/>
    <dgm:cxn modelId="{A239A523-B08F-4E87-9620-B7267B87FD8F}" type="presOf" srcId="{77CFC8AC-1763-44F9-ABC0-3A1F6264B501}" destId="{322C6BEE-5039-47B1-BBE4-8993AE741E43}" srcOrd="0" destOrd="2" presId="urn:microsoft.com/office/officeart/2005/8/layout/hList1"/>
    <dgm:cxn modelId="{CC13CC26-B6DD-43F1-BCAD-6AA3433CE726}" srcId="{49152026-1CAF-465A-BE21-54A2045020CC}" destId="{BE45F9EC-3141-47FA-B2E0-20A5AB369298}" srcOrd="2" destOrd="0" parTransId="{3467FEE1-35A1-4F28-92F3-5EC8304B3AD2}" sibTransId="{BF1E80F4-F68A-407F-BB04-F38CE0ED59F4}"/>
    <dgm:cxn modelId="{1777842D-F048-45D8-9461-FF2CD672E2FD}" srcId="{2FCAB8B5-3831-4AAC-B228-C45805818A60}" destId="{4E36FB6D-2410-4671-B80D-877BE646C8CA}" srcOrd="1" destOrd="0" parTransId="{D1A4CFE5-A0AF-47F4-93E4-638EA310D735}" sibTransId="{14F10BFB-CCAD-41D4-8A27-47A37F5300AE}"/>
    <dgm:cxn modelId="{67354531-B112-44EC-9734-FE873FB9B2C1}" type="presOf" srcId="{49152026-1CAF-465A-BE21-54A2045020CC}" destId="{04F4BB95-ABE3-4EBF-A8F8-1981EECB6E01}" srcOrd="0" destOrd="0" presId="urn:microsoft.com/office/officeart/2005/8/layout/hList1"/>
    <dgm:cxn modelId="{2145903F-FCB2-48B5-A49F-B3EDA6AA76B5}" type="presOf" srcId="{8942D99D-C965-4758-8130-71FC0FA2A4B6}" destId="{F09E7A2E-A854-44BC-A157-0A47303C7F7C}" srcOrd="0" destOrd="2" presId="urn:microsoft.com/office/officeart/2005/8/layout/hList1"/>
    <dgm:cxn modelId="{09D35740-23D9-465C-B2FB-7D5198C8BCFA}" srcId="{BE45F9EC-3141-47FA-B2E0-20A5AB369298}" destId="{77CFC8AC-1763-44F9-ABC0-3A1F6264B501}" srcOrd="2" destOrd="0" parTransId="{A6BE9D52-B625-4B8F-8949-61BC7F4CC3D5}" sibTransId="{147F4B0B-2A05-4D1C-874A-E3F8EE51472B}"/>
    <dgm:cxn modelId="{5FF76161-F8C4-4E47-9F80-D1E5EA18904A}" srcId="{BE45F9EC-3141-47FA-B2E0-20A5AB369298}" destId="{F1E3C19F-E86C-4B6F-890B-AA180CC7A6D6}" srcOrd="1" destOrd="0" parTransId="{F87EB675-ACD0-44CE-91A3-37BE42D88C0E}" sibTransId="{2B508CEC-A9DC-487E-8536-D89639215297}"/>
    <dgm:cxn modelId="{C97AEC49-3FD2-4BD4-A72C-FA1D6B829781}" type="presOf" srcId="{BE45F9EC-3141-47FA-B2E0-20A5AB369298}" destId="{DF6A21C1-2FED-4374-AC83-03C771CED53B}" srcOrd="0" destOrd="0" presId="urn:microsoft.com/office/officeart/2005/8/layout/hList1"/>
    <dgm:cxn modelId="{9BB7874E-9D7A-43ED-9B47-63243C118EC9}" srcId="{49152026-1CAF-465A-BE21-54A2045020CC}" destId="{91C2C9DF-4DC4-4F3D-A1BA-25E5C49C1F79}" srcOrd="0" destOrd="0" parTransId="{9011AA8D-A4AC-4FE0-A4DA-539CC61771F0}" sibTransId="{9A16915F-4D36-400C-95AC-729AA45E4CB6}"/>
    <dgm:cxn modelId="{A3E74E52-5031-4348-946E-FE8A323E3549}" type="presOf" srcId="{D2F0D942-F584-4BB9-A3C0-DCEA450A6513}" destId="{345EDDBC-5B61-4721-8F3C-88EA86A08EEF}" srcOrd="0" destOrd="0" presId="urn:microsoft.com/office/officeart/2005/8/layout/hList1"/>
    <dgm:cxn modelId="{6FF51978-8042-47D8-B21B-EDF5BB1AA30A}" type="presOf" srcId="{248CA463-A730-4B7D-A406-144DCC190470}" destId="{322C6BEE-5039-47B1-BBE4-8993AE741E43}" srcOrd="0" destOrd="0" presId="urn:microsoft.com/office/officeart/2005/8/layout/hList1"/>
    <dgm:cxn modelId="{605BD57F-0378-480A-AD02-B2BE3419F2C4}" srcId="{49152026-1CAF-465A-BE21-54A2045020CC}" destId="{2FCAB8B5-3831-4AAC-B228-C45805818A60}" srcOrd="1" destOrd="0" parTransId="{95D4FA55-4F29-4A78-9D1E-17E4E02A89FA}" sibTransId="{F61E349E-6565-4842-A6FE-AFBE601F2F38}"/>
    <dgm:cxn modelId="{C9510C83-B47B-47ED-B4D0-A3E8B11C8BBF}" srcId="{2FCAB8B5-3831-4AAC-B228-C45805818A60}" destId="{8942D99D-C965-4758-8130-71FC0FA2A4B6}" srcOrd="2" destOrd="0" parTransId="{79FA4A21-EFD8-47A1-AFDA-1577DD194947}" sibTransId="{DFE98D62-A809-4208-9A4B-BCFA2D5B6903}"/>
    <dgm:cxn modelId="{F2833199-5A76-4850-9D01-F8C3D23F20B1}" type="presOf" srcId="{E0937832-A402-4CAF-9813-B5023E3AE1CA}" destId="{345EDDBC-5B61-4721-8F3C-88EA86A08EEF}" srcOrd="0" destOrd="1" presId="urn:microsoft.com/office/officeart/2005/8/layout/hList1"/>
    <dgm:cxn modelId="{7FE713A4-5959-4406-8D78-20F67206DEDA}" srcId="{91C2C9DF-4DC4-4F3D-A1BA-25E5C49C1F79}" destId="{E0937832-A402-4CAF-9813-B5023E3AE1CA}" srcOrd="1" destOrd="0" parTransId="{45946A35-FECC-47F4-ADB7-013EBCF1947A}" sibTransId="{BAFFF1F6-B96B-49A2-BBD0-F779D568A179}"/>
    <dgm:cxn modelId="{D13518B7-D9C6-423C-BA95-6C47D7E5ABE8}" srcId="{2FCAB8B5-3831-4AAC-B228-C45805818A60}" destId="{BD85853B-FB93-47C7-9DBE-393E27EF82D6}" srcOrd="0" destOrd="0" parTransId="{D3A21208-6D57-4296-99D4-35295A29255E}" sibTransId="{38A0832A-42EA-4229-8EB7-1608E3C298D3}"/>
    <dgm:cxn modelId="{325D95C3-E39D-4405-8FE7-46F5D342F85F}" srcId="{BE45F9EC-3141-47FA-B2E0-20A5AB369298}" destId="{248CA463-A730-4B7D-A406-144DCC190470}" srcOrd="0" destOrd="0" parTransId="{08E1735C-1CAF-41B8-AB73-2ECD36B67F5D}" sibTransId="{940E3F01-5CEC-4068-902E-33B5A1DAAD84}"/>
    <dgm:cxn modelId="{FB70C2CA-BB38-496F-B0FC-FF390B2AF7D8}" type="presOf" srcId="{BD85853B-FB93-47C7-9DBE-393E27EF82D6}" destId="{F09E7A2E-A854-44BC-A157-0A47303C7F7C}" srcOrd="0" destOrd="0" presId="urn:microsoft.com/office/officeart/2005/8/layout/hList1"/>
    <dgm:cxn modelId="{F52A90CB-819E-430B-927F-AC771C6FCC34}" type="presOf" srcId="{4E36FB6D-2410-4671-B80D-877BE646C8CA}" destId="{F09E7A2E-A854-44BC-A157-0A47303C7F7C}" srcOrd="0" destOrd="1" presId="urn:microsoft.com/office/officeart/2005/8/layout/hList1"/>
    <dgm:cxn modelId="{1D0755E7-8647-4FD9-B53B-2E6FDBF57901}" type="presOf" srcId="{F1E3C19F-E86C-4B6F-890B-AA180CC7A6D6}" destId="{322C6BEE-5039-47B1-BBE4-8993AE741E43}" srcOrd="0" destOrd="1" presId="urn:microsoft.com/office/officeart/2005/8/layout/hList1"/>
    <dgm:cxn modelId="{997DDFF2-9BA5-4D01-862F-D9211EADBA83}" type="presOf" srcId="{91C2C9DF-4DC4-4F3D-A1BA-25E5C49C1F79}" destId="{1A587E3C-209C-4822-A465-4989AC93BCBD}" srcOrd="0" destOrd="0" presId="urn:microsoft.com/office/officeart/2005/8/layout/hList1"/>
    <dgm:cxn modelId="{6A2983EC-B97C-4B4C-9F0D-34DF21A00D3D}" type="presParOf" srcId="{04F4BB95-ABE3-4EBF-A8F8-1981EECB6E01}" destId="{72171C5B-91DC-4EA6-9D1C-1B4669EDE3EC}" srcOrd="0" destOrd="0" presId="urn:microsoft.com/office/officeart/2005/8/layout/hList1"/>
    <dgm:cxn modelId="{FBDDF294-5F63-415F-84A7-73930BCE630B}" type="presParOf" srcId="{72171C5B-91DC-4EA6-9D1C-1B4669EDE3EC}" destId="{1A587E3C-209C-4822-A465-4989AC93BCBD}" srcOrd="0" destOrd="0" presId="urn:microsoft.com/office/officeart/2005/8/layout/hList1"/>
    <dgm:cxn modelId="{66182431-4D84-4EFA-BF50-27A0F6122F82}" type="presParOf" srcId="{72171C5B-91DC-4EA6-9D1C-1B4669EDE3EC}" destId="{345EDDBC-5B61-4721-8F3C-88EA86A08EEF}" srcOrd="1" destOrd="0" presId="urn:microsoft.com/office/officeart/2005/8/layout/hList1"/>
    <dgm:cxn modelId="{2A3B1EF5-2829-405D-BB39-17E7A727B73A}" type="presParOf" srcId="{04F4BB95-ABE3-4EBF-A8F8-1981EECB6E01}" destId="{B5677E8F-7900-47C9-AFFE-264E40B22D72}" srcOrd="1" destOrd="0" presId="urn:microsoft.com/office/officeart/2005/8/layout/hList1"/>
    <dgm:cxn modelId="{6B29E28A-36E8-4DF7-8C57-6C3D2E87AD92}" type="presParOf" srcId="{04F4BB95-ABE3-4EBF-A8F8-1981EECB6E01}" destId="{2F6C6A1E-C241-44F5-A0CE-CC18C3A7B02B}" srcOrd="2" destOrd="0" presId="urn:microsoft.com/office/officeart/2005/8/layout/hList1"/>
    <dgm:cxn modelId="{A02C8633-7746-4C9A-BF2D-09E9FB86DC5D}" type="presParOf" srcId="{2F6C6A1E-C241-44F5-A0CE-CC18C3A7B02B}" destId="{E81B56DE-E801-4DF0-B4F2-A4CA75CCD076}" srcOrd="0" destOrd="0" presId="urn:microsoft.com/office/officeart/2005/8/layout/hList1"/>
    <dgm:cxn modelId="{769B2ECF-142C-42C3-BCD2-5DCBCFC2AF3B}" type="presParOf" srcId="{2F6C6A1E-C241-44F5-A0CE-CC18C3A7B02B}" destId="{F09E7A2E-A854-44BC-A157-0A47303C7F7C}" srcOrd="1" destOrd="0" presId="urn:microsoft.com/office/officeart/2005/8/layout/hList1"/>
    <dgm:cxn modelId="{FB9579DA-5C6C-43B5-AFE0-D395F0E1E464}" type="presParOf" srcId="{04F4BB95-ABE3-4EBF-A8F8-1981EECB6E01}" destId="{D9C49030-5267-4AD7-89E4-CFF514B67FBC}" srcOrd="3" destOrd="0" presId="urn:microsoft.com/office/officeart/2005/8/layout/hList1"/>
    <dgm:cxn modelId="{3548719E-3A87-4A7D-8526-9C1ED7C15926}" type="presParOf" srcId="{04F4BB95-ABE3-4EBF-A8F8-1981EECB6E01}" destId="{71CD158C-D5F6-46B0-998E-88F80FD51CF7}" srcOrd="4" destOrd="0" presId="urn:microsoft.com/office/officeart/2005/8/layout/hList1"/>
    <dgm:cxn modelId="{52FE0C06-A5A2-456A-BB33-29D8DDDF0926}" type="presParOf" srcId="{71CD158C-D5F6-46B0-998E-88F80FD51CF7}" destId="{DF6A21C1-2FED-4374-AC83-03C771CED53B}" srcOrd="0" destOrd="0" presId="urn:microsoft.com/office/officeart/2005/8/layout/hList1"/>
    <dgm:cxn modelId="{3408F4AB-A5CE-4463-BDB5-9C8D2C569E59}" type="presParOf" srcId="{71CD158C-D5F6-46B0-998E-88F80FD51CF7}" destId="{322C6BEE-5039-47B1-BBE4-8993AE741E43}"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21B3D1FD-6481-45AC-B520-D1DD5385F960}" type="doc">
      <dgm:prSet loTypeId="urn:microsoft.com/office/officeart/2005/8/layout/hChevron3" loCatId="process" qsTypeId="urn:microsoft.com/office/officeart/2005/8/quickstyle/simple1" qsCatId="simple" csTypeId="urn:microsoft.com/office/officeart/2005/8/colors/accent1_2" csCatId="accent1" phldr="1"/>
      <dgm:spPr/>
    </dgm:pt>
    <dgm:pt modelId="{A0795A3D-F5CA-4E14-B978-D50E60770CE9}">
      <dgm:prSet phldrT="[Text]">
        <dgm:style>
          <a:lnRef idx="2">
            <a:schemeClr val="accent5"/>
          </a:lnRef>
          <a:fillRef idx="1">
            <a:schemeClr val="lt1"/>
          </a:fillRef>
          <a:effectRef idx="0">
            <a:schemeClr val="accent5"/>
          </a:effectRef>
          <a:fontRef idx="minor">
            <a:schemeClr val="dk1"/>
          </a:fontRef>
        </dgm:style>
      </dgm:prSet>
      <dgm:spPr/>
      <dgm:t>
        <a:bodyPr/>
        <a:lstStyle/>
        <a:p>
          <a:r>
            <a:rPr lang="en-US" dirty="0"/>
            <a:t>Stopwords removed, lemmatize &gt; 3, single char removed, noise words removed</a:t>
          </a:r>
        </a:p>
      </dgm:t>
    </dgm:pt>
    <dgm:pt modelId="{88E3EB50-17B0-434E-82B6-34F8DDACE6CB}" type="parTrans" cxnId="{31471F7F-0102-4031-9E01-787CCBB5CA48}">
      <dgm:prSet/>
      <dgm:spPr/>
      <dgm:t>
        <a:bodyPr/>
        <a:lstStyle/>
        <a:p>
          <a:endParaRPr lang="en-US"/>
        </a:p>
      </dgm:t>
    </dgm:pt>
    <dgm:pt modelId="{9E42C07E-3B7C-4BA3-B481-4C2BF4074EBD}" type="sibTrans" cxnId="{31471F7F-0102-4031-9E01-787CCBB5CA48}">
      <dgm:prSet/>
      <dgm:spPr/>
      <dgm:t>
        <a:bodyPr/>
        <a:lstStyle/>
        <a:p>
          <a:endParaRPr lang="en-US"/>
        </a:p>
      </dgm:t>
    </dgm:pt>
    <dgm:pt modelId="{AB3338A9-DEE8-4DF3-8473-710A81D4918F}">
      <dgm:prSet phldrT="[Text]">
        <dgm:style>
          <a:lnRef idx="2">
            <a:schemeClr val="accent5"/>
          </a:lnRef>
          <a:fillRef idx="1">
            <a:schemeClr val="lt1"/>
          </a:fillRef>
          <a:effectRef idx="0">
            <a:schemeClr val="accent5"/>
          </a:effectRef>
          <a:fontRef idx="minor">
            <a:schemeClr val="dk1"/>
          </a:fontRef>
        </dgm:style>
      </dgm:prSet>
      <dgm:spPr/>
      <dgm:t>
        <a:bodyPr/>
        <a:lstStyle/>
        <a:p>
          <a:r>
            <a:rPr lang="en-US" dirty="0"/>
            <a:t>Model = LR</a:t>
          </a:r>
          <a:r>
            <a:rPr lang="en-US" dirty="0">
              <a:sym typeface="Wingdings" panose="05000000000000000000" pitchFamily="2" charset="2"/>
            </a:rPr>
            <a:t> get the probability distributions</a:t>
          </a:r>
          <a:endParaRPr lang="en-US" dirty="0"/>
        </a:p>
      </dgm:t>
    </dgm:pt>
    <dgm:pt modelId="{2FD4956E-5ED7-407C-817E-40A1A63A1C06}" type="parTrans" cxnId="{9C1F861C-26C6-4525-A4AE-CFF6092717FE}">
      <dgm:prSet/>
      <dgm:spPr/>
      <dgm:t>
        <a:bodyPr/>
        <a:lstStyle/>
        <a:p>
          <a:endParaRPr lang="en-US"/>
        </a:p>
      </dgm:t>
    </dgm:pt>
    <dgm:pt modelId="{98400BBD-AD9F-40BF-88B7-0EFBA1EF848C}" type="sibTrans" cxnId="{9C1F861C-26C6-4525-A4AE-CFF6092717FE}">
      <dgm:prSet/>
      <dgm:spPr/>
      <dgm:t>
        <a:bodyPr/>
        <a:lstStyle/>
        <a:p>
          <a:endParaRPr lang="en-US"/>
        </a:p>
      </dgm:t>
    </dgm:pt>
    <dgm:pt modelId="{7F563DAF-768B-4B1D-9948-0DB99D9EA5B3}">
      <dgm:prSet phldrT="[Text]">
        <dgm:style>
          <a:lnRef idx="2">
            <a:schemeClr val="accent5"/>
          </a:lnRef>
          <a:fillRef idx="1">
            <a:schemeClr val="lt1"/>
          </a:fillRef>
          <a:effectRef idx="0">
            <a:schemeClr val="accent5"/>
          </a:effectRef>
          <a:fontRef idx="minor">
            <a:schemeClr val="dk1"/>
          </a:fontRef>
        </dgm:style>
      </dgm:prSet>
      <dgm:spPr/>
      <dgm:t>
        <a:bodyPr/>
        <a:lstStyle/>
        <a:p>
          <a:r>
            <a:rPr lang="en-US" dirty="0"/>
            <a:t>Arrange the rows in decreasing probabilities</a:t>
          </a:r>
        </a:p>
      </dgm:t>
    </dgm:pt>
    <dgm:pt modelId="{46BA9298-7DC9-4AFD-8CD7-21E4D68B4649}" type="parTrans" cxnId="{39D2D313-6218-46FE-9C01-E69A741FFA6C}">
      <dgm:prSet/>
      <dgm:spPr/>
      <dgm:t>
        <a:bodyPr/>
        <a:lstStyle/>
        <a:p>
          <a:endParaRPr lang="en-US"/>
        </a:p>
      </dgm:t>
    </dgm:pt>
    <dgm:pt modelId="{ACC01A85-9C17-471C-B83D-97BD24BA43D8}" type="sibTrans" cxnId="{39D2D313-6218-46FE-9C01-E69A741FFA6C}">
      <dgm:prSet/>
      <dgm:spPr/>
      <dgm:t>
        <a:bodyPr/>
        <a:lstStyle/>
        <a:p>
          <a:endParaRPr lang="en-US"/>
        </a:p>
      </dgm:t>
    </dgm:pt>
    <dgm:pt modelId="{6E7F31E9-46AB-4CD0-9418-E83CA4D58BD0}">
      <dgm:prSet phldrT="[Text]">
        <dgm:style>
          <a:lnRef idx="0">
            <a:schemeClr val="accent5"/>
          </a:lnRef>
          <a:fillRef idx="3">
            <a:schemeClr val="accent5"/>
          </a:fillRef>
          <a:effectRef idx="3">
            <a:schemeClr val="accent5"/>
          </a:effectRef>
          <a:fontRef idx="minor">
            <a:schemeClr val="lt1"/>
          </a:fontRef>
        </dgm:style>
      </dgm:prSet>
      <dgm:spPr/>
      <dgm:t>
        <a:bodyPr/>
        <a:lstStyle/>
        <a:p>
          <a:r>
            <a:rPr lang="en-US" dirty="0"/>
            <a:t>Select top 3 for each row </a:t>
          </a:r>
          <a:r>
            <a:rPr lang="en-US" dirty="0">
              <a:sym typeface="Wingdings" panose="05000000000000000000" pitchFamily="2" charset="2"/>
            </a:rPr>
            <a:t> </a:t>
          </a:r>
          <a:r>
            <a:rPr lang="en-US" b="1" dirty="0">
              <a:sym typeface="Wingdings" panose="05000000000000000000" pitchFamily="2" charset="2"/>
            </a:rPr>
            <a:t>Distribution-1</a:t>
          </a:r>
          <a:endParaRPr lang="en-US" b="1" dirty="0"/>
        </a:p>
      </dgm:t>
    </dgm:pt>
    <dgm:pt modelId="{1FB8E8B5-FEF9-48C2-AEFA-ECB054AA6480}" type="parTrans" cxnId="{2425218A-F752-4BEC-993F-2C0647661495}">
      <dgm:prSet/>
      <dgm:spPr/>
      <dgm:t>
        <a:bodyPr/>
        <a:lstStyle/>
        <a:p>
          <a:endParaRPr lang="en-US"/>
        </a:p>
      </dgm:t>
    </dgm:pt>
    <dgm:pt modelId="{B89A6B1F-378C-4DFF-81B9-5DF0474CD8CC}" type="sibTrans" cxnId="{2425218A-F752-4BEC-993F-2C0647661495}">
      <dgm:prSet/>
      <dgm:spPr/>
      <dgm:t>
        <a:bodyPr/>
        <a:lstStyle/>
        <a:p>
          <a:endParaRPr lang="en-US"/>
        </a:p>
      </dgm:t>
    </dgm:pt>
    <dgm:pt modelId="{033E7CDA-AE65-47CB-9562-CACFEE179754}" type="pres">
      <dgm:prSet presAssocID="{21B3D1FD-6481-45AC-B520-D1DD5385F960}" presName="Name0" presStyleCnt="0">
        <dgm:presLayoutVars>
          <dgm:dir/>
          <dgm:resizeHandles val="exact"/>
        </dgm:presLayoutVars>
      </dgm:prSet>
      <dgm:spPr/>
    </dgm:pt>
    <dgm:pt modelId="{D14598FA-136F-4B7E-83A2-0B4C508F31B5}" type="pres">
      <dgm:prSet presAssocID="{A0795A3D-F5CA-4E14-B978-D50E60770CE9}" presName="parTxOnly" presStyleLbl="node1" presStyleIdx="0" presStyleCnt="4">
        <dgm:presLayoutVars>
          <dgm:bulletEnabled val="1"/>
        </dgm:presLayoutVars>
      </dgm:prSet>
      <dgm:spPr/>
    </dgm:pt>
    <dgm:pt modelId="{2FC78ACA-7FAF-48D5-B44B-2563EA62EE2E}" type="pres">
      <dgm:prSet presAssocID="{9E42C07E-3B7C-4BA3-B481-4C2BF4074EBD}" presName="parSpace" presStyleCnt="0"/>
      <dgm:spPr/>
    </dgm:pt>
    <dgm:pt modelId="{778B25C9-FFBC-4A96-9652-3414B5B8A2B2}" type="pres">
      <dgm:prSet presAssocID="{AB3338A9-DEE8-4DF3-8473-710A81D4918F}" presName="parTxOnly" presStyleLbl="node1" presStyleIdx="1" presStyleCnt="4">
        <dgm:presLayoutVars>
          <dgm:bulletEnabled val="1"/>
        </dgm:presLayoutVars>
      </dgm:prSet>
      <dgm:spPr/>
    </dgm:pt>
    <dgm:pt modelId="{CC9D345E-EA1A-473F-806A-825CC43858F3}" type="pres">
      <dgm:prSet presAssocID="{98400BBD-AD9F-40BF-88B7-0EFBA1EF848C}" presName="parSpace" presStyleCnt="0"/>
      <dgm:spPr/>
    </dgm:pt>
    <dgm:pt modelId="{263BA08A-D998-4911-89F5-173BB1C5440D}" type="pres">
      <dgm:prSet presAssocID="{7F563DAF-768B-4B1D-9948-0DB99D9EA5B3}" presName="parTxOnly" presStyleLbl="node1" presStyleIdx="2" presStyleCnt="4">
        <dgm:presLayoutVars>
          <dgm:bulletEnabled val="1"/>
        </dgm:presLayoutVars>
      </dgm:prSet>
      <dgm:spPr/>
    </dgm:pt>
    <dgm:pt modelId="{0979FD08-A460-4F94-86F4-DC155884FC5C}" type="pres">
      <dgm:prSet presAssocID="{ACC01A85-9C17-471C-B83D-97BD24BA43D8}" presName="parSpace" presStyleCnt="0"/>
      <dgm:spPr/>
    </dgm:pt>
    <dgm:pt modelId="{0F62B5FC-2DD4-4E5E-ACC8-09A8DBF870F1}" type="pres">
      <dgm:prSet presAssocID="{6E7F31E9-46AB-4CD0-9418-E83CA4D58BD0}" presName="parTxOnly" presStyleLbl="node1" presStyleIdx="3" presStyleCnt="4">
        <dgm:presLayoutVars>
          <dgm:bulletEnabled val="1"/>
        </dgm:presLayoutVars>
      </dgm:prSet>
      <dgm:spPr/>
    </dgm:pt>
  </dgm:ptLst>
  <dgm:cxnLst>
    <dgm:cxn modelId="{39D2D313-6218-46FE-9C01-E69A741FFA6C}" srcId="{21B3D1FD-6481-45AC-B520-D1DD5385F960}" destId="{7F563DAF-768B-4B1D-9948-0DB99D9EA5B3}" srcOrd="2" destOrd="0" parTransId="{46BA9298-7DC9-4AFD-8CD7-21E4D68B4649}" sibTransId="{ACC01A85-9C17-471C-B83D-97BD24BA43D8}"/>
    <dgm:cxn modelId="{EEF02417-114C-413C-9613-D2ED54B15DE5}" type="presOf" srcId="{AB3338A9-DEE8-4DF3-8473-710A81D4918F}" destId="{778B25C9-FFBC-4A96-9652-3414B5B8A2B2}" srcOrd="0" destOrd="0" presId="urn:microsoft.com/office/officeart/2005/8/layout/hChevron3"/>
    <dgm:cxn modelId="{9C1F861C-26C6-4525-A4AE-CFF6092717FE}" srcId="{21B3D1FD-6481-45AC-B520-D1DD5385F960}" destId="{AB3338A9-DEE8-4DF3-8473-710A81D4918F}" srcOrd="1" destOrd="0" parTransId="{2FD4956E-5ED7-407C-817E-40A1A63A1C06}" sibTransId="{98400BBD-AD9F-40BF-88B7-0EFBA1EF848C}"/>
    <dgm:cxn modelId="{EA970F33-7832-45E5-B293-E1393E8C29B1}" type="presOf" srcId="{A0795A3D-F5CA-4E14-B978-D50E60770CE9}" destId="{D14598FA-136F-4B7E-83A2-0B4C508F31B5}" srcOrd="0" destOrd="0" presId="urn:microsoft.com/office/officeart/2005/8/layout/hChevron3"/>
    <dgm:cxn modelId="{31471F7F-0102-4031-9E01-787CCBB5CA48}" srcId="{21B3D1FD-6481-45AC-B520-D1DD5385F960}" destId="{A0795A3D-F5CA-4E14-B978-D50E60770CE9}" srcOrd="0" destOrd="0" parTransId="{88E3EB50-17B0-434E-82B6-34F8DDACE6CB}" sibTransId="{9E42C07E-3B7C-4BA3-B481-4C2BF4074EBD}"/>
    <dgm:cxn modelId="{2425218A-F752-4BEC-993F-2C0647661495}" srcId="{21B3D1FD-6481-45AC-B520-D1DD5385F960}" destId="{6E7F31E9-46AB-4CD0-9418-E83CA4D58BD0}" srcOrd="3" destOrd="0" parTransId="{1FB8E8B5-FEF9-48C2-AEFA-ECB054AA6480}" sibTransId="{B89A6B1F-378C-4DFF-81B9-5DF0474CD8CC}"/>
    <dgm:cxn modelId="{CFE83BC7-CF85-42A5-9970-76F192CDAFAE}" type="presOf" srcId="{7F563DAF-768B-4B1D-9948-0DB99D9EA5B3}" destId="{263BA08A-D998-4911-89F5-173BB1C5440D}" srcOrd="0" destOrd="0" presId="urn:microsoft.com/office/officeart/2005/8/layout/hChevron3"/>
    <dgm:cxn modelId="{33B177DD-0FCF-4153-8534-7A7D4EEE88E4}" type="presOf" srcId="{6E7F31E9-46AB-4CD0-9418-E83CA4D58BD0}" destId="{0F62B5FC-2DD4-4E5E-ACC8-09A8DBF870F1}" srcOrd="0" destOrd="0" presId="urn:microsoft.com/office/officeart/2005/8/layout/hChevron3"/>
    <dgm:cxn modelId="{6A8460F4-B59E-4EA8-8376-A968DAFA0914}" type="presOf" srcId="{21B3D1FD-6481-45AC-B520-D1DD5385F960}" destId="{033E7CDA-AE65-47CB-9562-CACFEE179754}" srcOrd="0" destOrd="0" presId="urn:microsoft.com/office/officeart/2005/8/layout/hChevron3"/>
    <dgm:cxn modelId="{8FE42D9F-865F-4EF2-9970-5C4C671F80A5}" type="presParOf" srcId="{033E7CDA-AE65-47CB-9562-CACFEE179754}" destId="{D14598FA-136F-4B7E-83A2-0B4C508F31B5}" srcOrd="0" destOrd="0" presId="urn:microsoft.com/office/officeart/2005/8/layout/hChevron3"/>
    <dgm:cxn modelId="{43C782BD-D790-425E-B585-C5A05246B10C}" type="presParOf" srcId="{033E7CDA-AE65-47CB-9562-CACFEE179754}" destId="{2FC78ACA-7FAF-48D5-B44B-2563EA62EE2E}" srcOrd="1" destOrd="0" presId="urn:microsoft.com/office/officeart/2005/8/layout/hChevron3"/>
    <dgm:cxn modelId="{958A1C42-EC76-4DEC-8DE1-96F52C094A58}" type="presParOf" srcId="{033E7CDA-AE65-47CB-9562-CACFEE179754}" destId="{778B25C9-FFBC-4A96-9652-3414B5B8A2B2}" srcOrd="2" destOrd="0" presId="urn:microsoft.com/office/officeart/2005/8/layout/hChevron3"/>
    <dgm:cxn modelId="{342B9629-58C1-4898-881C-DF8EC88CCA5F}" type="presParOf" srcId="{033E7CDA-AE65-47CB-9562-CACFEE179754}" destId="{CC9D345E-EA1A-473F-806A-825CC43858F3}" srcOrd="3" destOrd="0" presId="urn:microsoft.com/office/officeart/2005/8/layout/hChevron3"/>
    <dgm:cxn modelId="{F34B8E27-09B5-4199-86A1-C1A4BE946D40}" type="presParOf" srcId="{033E7CDA-AE65-47CB-9562-CACFEE179754}" destId="{263BA08A-D998-4911-89F5-173BB1C5440D}" srcOrd="4" destOrd="0" presId="urn:microsoft.com/office/officeart/2005/8/layout/hChevron3"/>
    <dgm:cxn modelId="{55E06F95-93B3-415F-85AC-C1DC63263FF9}" type="presParOf" srcId="{033E7CDA-AE65-47CB-9562-CACFEE179754}" destId="{0979FD08-A460-4F94-86F4-DC155884FC5C}" srcOrd="5" destOrd="0" presId="urn:microsoft.com/office/officeart/2005/8/layout/hChevron3"/>
    <dgm:cxn modelId="{C0638794-91A9-4155-977F-B1D885EC8319}" type="presParOf" srcId="{033E7CDA-AE65-47CB-9562-CACFEE179754}" destId="{0F62B5FC-2DD4-4E5E-ACC8-09A8DBF870F1}" srcOrd="6"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21B3D1FD-6481-45AC-B520-D1DD5385F960}" type="doc">
      <dgm:prSet loTypeId="urn:microsoft.com/office/officeart/2005/8/layout/hChevron3" loCatId="process" qsTypeId="urn:microsoft.com/office/officeart/2005/8/quickstyle/simple1" qsCatId="simple" csTypeId="urn:microsoft.com/office/officeart/2005/8/colors/accent1_2" csCatId="accent1" phldr="1"/>
      <dgm:spPr/>
    </dgm:pt>
    <dgm:pt modelId="{A0795A3D-F5CA-4E14-B978-D50E60770CE9}">
      <dgm:prSet phldrT="[Text]">
        <dgm:style>
          <a:lnRef idx="2">
            <a:schemeClr val="accent3"/>
          </a:lnRef>
          <a:fillRef idx="1">
            <a:schemeClr val="lt1"/>
          </a:fillRef>
          <a:effectRef idx="0">
            <a:schemeClr val="accent3"/>
          </a:effectRef>
          <a:fontRef idx="minor">
            <a:schemeClr val="dk1"/>
          </a:fontRef>
        </dgm:style>
      </dgm:prSet>
      <dgm:spPr/>
      <dgm:t>
        <a:bodyPr/>
        <a:lstStyle/>
        <a:p>
          <a:r>
            <a:rPr lang="en-US" dirty="0"/>
            <a:t>Stopwords removed, </a:t>
          </a:r>
          <a:r>
            <a:rPr lang="en-US" dirty="0">
              <a:highlight>
                <a:srgbClr val="FFFF00"/>
              </a:highlight>
            </a:rPr>
            <a:t>numbers removed</a:t>
          </a:r>
          <a:r>
            <a:rPr lang="en-US" dirty="0"/>
            <a:t>, lemmatized &gt; 3, single char removed, noise words removed</a:t>
          </a:r>
        </a:p>
      </dgm:t>
    </dgm:pt>
    <dgm:pt modelId="{88E3EB50-17B0-434E-82B6-34F8DDACE6CB}" type="parTrans" cxnId="{31471F7F-0102-4031-9E01-787CCBB5CA48}">
      <dgm:prSet/>
      <dgm:spPr/>
      <dgm:t>
        <a:bodyPr/>
        <a:lstStyle/>
        <a:p>
          <a:endParaRPr lang="en-US"/>
        </a:p>
      </dgm:t>
    </dgm:pt>
    <dgm:pt modelId="{9E42C07E-3B7C-4BA3-B481-4C2BF4074EBD}" type="sibTrans" cxnId="{31471F7F-0102-4031-9E01-787CCBB5CA48}">
      <dgm:prSet/>
      <dgm:spPr/>
      <dgm:t>
        <a:bodyPr/>
        <a:lstStyle/>
        <a:p>
          <a:endParaRPr lang="en-US"/>
        </a:p>
      </dgm:t>
    </dgm:pt>
    <dgm:pt modelId="{AB3338A9-DEE8-4DF3-8473-710A81D4918F}">
      <dgm:prSet phldrT="[Text]">
        <dgm:style>
          <a:lnRef idx="2">
            <a:schemeClr val="accent3"/>
          </a:lnRef>
          <a:fillRef idx="1">
            <a:schemeClr val="lt1"/>
          </a:fillRef>
          <a:effectRef idx="0">
            <a:schemeClr val="accent3"/>
          </a:effectRef>
          <a:fontRef idx="minor">
            <a:schemeClr val="dk1"/>
          </a:fontRef>
        </dgm:style>
      </dgm:prSet>
      <dgm:spPr/>
      <dgm:t>
        <a:bodyPr/>
        <a:lstStyle/>
        <a:p>
          <a:r>
            <a:rPr lang="en-US" dirty="0"/>
            <a:t>Model = LR </a:t>
          </a:r>
          <a:r>
            <a:rPr lang="en-US" dirty="0">
              <a:sym typeface="Wingdings" panose="05000000000000000000" pitchFamily="2" charset="2"/>
            </a:rPr>
            <a:t> get the probability distributions using X_test_updated</a:t>
          </a:r>
          <a:endParaRPr lang="en-US" dirty="0"/>
        </a:p>
      </dgm:t>
    </dgm:pt>
    <dgm:pt modelId="{2FD4956E-5ED7-407C-817E-40A1A63A1C06}" type="parTrans" cxnId="{9C1F861C-26C6-4525-A4AE-CFF6092717FE}">
      <dgm:prSet/>
      <dgm:spPr/>
      <dgm:t>
        <a:bodyPr/>
        <a:lstStyle/>
        <a:p>
          <a:endParaRPr lang="en-US"/>
        </a:p>
      </dgm:t>
    </dgm:pt>
    <dgm:pt modelId="{98400BBD-AD9F-40BF-88B7-0EFBA1EF848C}" type="sibTrans" cxnId="{9C1F861C-26C6-4525-A4AE-CFF6092717FE}">
      <dgm:prSet/>
      <dgm:spPr/>
      <dgm:t>
        <a:bodyPr/>
        <a:lstStyle/>
        <a:p>
          <a:endParaRPr lang="en-US"/>
        </a:p>
      </dgm:t>
    </dgm:pt>
    <dgm:pt modelId="{7F563DAF-768B-4B1D-9948-0DB99D9EA5B3}">
      <dgm:prSet phldrT="[Text]">
        <dgm:style>
          <a:lnRef idx="2">
            <a:schemeClr val="accent3"/>
          </a:lnRef>
          <a:fillRef idx="1">
            <a:schemeClr val="lt1"/>
          </a:fillRef>
          <a:effectRef idx="0">
            <a:schemeClr val="accent3"/>
          </a:effectRef>
          <a:fontRef idx="minor">
            <a:schemeClr val="dk1"/>
          </a:fontRef>
        </dgm:style>
      </dgm:prSet>
      <dgm:spPr/>
      <dgm:t>
        <a:bodyPr/>
        <a:lstStyle/>
        <a:p>
          <a:r>
            <a:rPr lang="en-US" dirty="0"/>
            <a:t>Arrange the rows in decreasing probabilities</a:t>
          </a:r>
        </a:p>
      </dgm:t>
    </dgm:pt>
    <dgm:pt modelId="{46BA9298-7DC9-4AFD-8CD7-21E4D68B4649}" type="parTrans" cxnId="{39D2D313-6218-46FE-9C01-E69A741FFA6C}">
      <dgm:prSet/>
      <dgm:spPr/>
      <dgm:t>
        <a:bodyPr/>
        <a:lstStyle/>
        <a:p>
          <a:endParaRPr lang="en-US"/>
        </a:p>
      </dgm:t>
    </dgm:pt>
    <dgm:pt modelId="{ACC01A85-9C17-471C-B83D-97BD24BA43D8}" type="sibTrans" cxnId="{39D2D313-6218-46FE-9C01-E69A741FFA6C}">
      <dgm:prSet/>
      <dgm:spPr/>
      <dgm:t>
        <a:bodyPr/>
        <a:lstStyle/>
        <a:p>
          <a:endParaRPr lang="en-US"/>
        </a:p>
      </dgm:t>
    </dgm:pt>
    <dgm:pt modelId="{6E7F31E9-46AB-4CD0-9418-E83CA4D58BD0}">
      <dgm:prSet phldrT="[Text]" custT="1">
        <dgm:style>
          <a:lnRef idx="0">
            <a:schemeClr val="accent3"/>
          </a:lnRef>
          <a:fillRef idx="3">
            <a:schemeClr val="accent3"/>
          </a:fillRef>
          <a:effectRef idx="3">
            <a:schemeClr val="accent3"/>
          </a:effectRef>
          <a:fontRef idx="minor">
            <a:schemeClr val="lt1"/>
          </a:fontRef>
        </dgm:style>
      </dgm:prSet>
      <dgm:spPr/>
      <dgm:t>
        <a:bodyPr/>
        <a:lstStyle/>
        <a:p>
          <a:r>
            <a:rPr lang="en-US" sz="1500" dirty="0"/>
            <a:t>Select top 3 for each row </a:t>
          </a:r>
          <a:r>
            <a:rPr lang="en-US" sz="1500" dirty="0">
              <a:sym typeface="Wingdings" panose="05000000000000000000" pitchFamily="2" charset="2"/>
            </a:rPr>
            <a:t> </a:t>
          </a:r>
          <a:r>
            <a:rPr lang="en-US" sz="1800" b="1" dirty="0">
              <a:sym typeface="Wingdings" panose="05000000000000000000" pitchFamily="2" charset="2"/>
            </a:rPr>
            <a:t>Distribution-2</a:t>
          </a:r>
          <a:endParaRPr lang="en-US" sz="1500" b="1" dirty="0"/>
        </a:p>
      </dgm:t>
    </dgm:pt>
    <dgm:pt modelId="{1FB8E8B5-FEF9-48C2-AEFA-ECB054AA6480}" type="parTrans" cxnId="{2425218A-F752-4BEC-993F-2C0647661495}">
      <dgm:prSet/>
      <dgm:spPr/>
      <dgm:t>
        <a:bodyPr/>
        <a:lstStyle/>
        <a:p>
          <a:endParaRPr lang="en-US"/>
        </a:p>
      </dgm:t>
    </dgm:pt>
    <dgm:pt modelId="{B89A6B1F-378C-4DFF-81B9-5DF0474CD8CC}" type="sibTrans" cxnId="{2425218A-F752-4BEC-993F-2C0647661495}">
      <dgm:prSet/>
      <dgm:spPr/>
      <dgm:t>
        <a:bodyPr/>
        <a:lstStyle/>
        <a:p>
          <a:endParaRPr lang="en-US"/>
        </a:p>
      </dgm:t>
    </dgm:pt>
    <dgm:pt modelId="{033E7CDA-AE65-47CB-9562-CACFEE179754}" type="pres">
      <dgm:prSet presAssocID="{21B3D1FD-6481-45AC-B520-D1DD5385F960}" presName="Name0" presStyleCnt="0">
        <dgm:presLayoutVars>
          <dgm:dir/>
          <dgm:resizeHandles val="exact"/>
        </dgm:presLayoutVars>
      </dgm:prSet>
      <dgm:spPr/>
    </dgm:pt>
    <dgm:pt modelId="{D14598FA-136F-4B7E-83A2-0B4C508F31B5}" type="pres">
      <dgm:prSet presAssocID="{A0795A3D-F5CA-4E14-B978-D50E60770CE9}" presName="parTxOnly" presStyleLbl="node1" presStyleIdx="0" presStyleCnt="4">
        <dgm:presLayoutVars>
          <dgm:bulletEnabled val="1"/>
        </dgm:presLayoutVars>
      </dgm:prSet>
      <dgm:spPr/>
    </dgm:pt>
    <dgm:pt modelId="{2FC78ACA-7FAF-48D5-B44B-2563EA62EE2E}" type="pres">
      <dgm:prSet presAssocID="{9E42C07E-3B7C-4BA3-B481-4C2BF4074EBD}" presName="parSpace" presStyleCnt="0"/>
      <dgm:spPr/>
    </dgm:pt>
    <dgm:pt modelId="{778B25C9-FFBC-4A96-9652-3414B5B8A2B2}" type="pres">
      <dgm:prSet presAssocID="{AB3338A9-DEE8-4DF3-8473-710A81D4918F}" presName="parTxOnly" presStyleLbl="node1" presStyleIdx="1" presStyleCnt="4">
        <dgm:presLayoutVars>
          <dgm:bulletEnabled val="1"/>
        </dgm:presLayoutVars>
      </dgm:prSet>
      <dgm:spPr/>
    </dgm:pt>
    <dgm:pt modelId="{CC9D345E-EA1A-473F-806A-825CC43858F3}" type="pres">
      <dgm:prSet presAssocID="{98400BBD-AD9F-40BF-88B7-0EFBA1EF848C}" presName="parSpace" presStyleCnt="0"/>
      <dgm:spPr/>
    </dgm:pt>
    <dgm:pt modelId="{263BA08A-D998-4911-89F5-173BB1C5440D}" type="pres">
      <dgm:prSet presAssocID="{7F563DAF-768B-4B1D-9948-0DB99D9EA5B3}" presName="parTxOnly" presStyleLbl="node1" presStyleIdx="2" presStyleCnt="4">
        <dgm:presLayoutVars>
          <dgm:bulletEnabled val="1"/>
        </dgm:presLayoutVars>
      </dgm:prSet>
      <dgm:spPr/>
    </dgm:pt>
    <dgm:pt modelId="{0979FD08-A460-4F94-86F4-DC155884FC5C}" type="pres">
      <dgm:prSet presAssocID="{ACC01A85-9C17-471C-B83D-97BD24BA43D8}" presName="parSpace" presStyleCnt="0"/>
      <dgm:spPr/>
    </dgm:pt>
    <dgm:pt modelId="{0F62B5FC-2DD4-4E5E-ACC8-09A8DBF870F1}" type="pres">
      <dgm:prSet presAssocID="{6E7F31E9-46AB-4CD0-9418-E83CA4D58BD0}" presName="parTxOnly" presStyleLbl="node1" presStyleIdx="3" presStyleCnt="4">
        <dgm:presLayoutVars>
          <dgm:bulletEnabled val="1"/>
        </dgm:presLayoutVars>
      </dgm:prSet>
      <dgm:spPr/>
    </dgm:pt>
  </dgm:ptLst>
  <dgm:cxnLst>
    <dgm:cxn modelId="{39D2D313-6218-46FE-9C01-E69A741FFA6C}" srcId="{21B3D1FD-6481-45AC-B520-D1DD5385F960}" destId="{7F563DAF-768B-4B1D-9948-0DB99D9EA5B3}" srcOrd="2" destOrd="0" parTransId="{46BA9298-7DC9-4AFD-8CD7-21E4D68B4649}" sibTransId="{ACC01A85-9C17-471C-B83D-97BD24BA43D8}"/>
    <dgm:cxn modelId="{EEF02417-114C-413C-9613-D2ED54B15DE5}" type="presOf" srcId="{AB3338A9-DEE8-4DF3-8473-710A81D4918F}" destId="{778B25C9-FFBC-4A96-9652-3414B5B8A2B2}" srcOrd="0" destOrd="0" presId="urn:microsoft.com/office/officeart/2005/8/layout/hChevron3"/>
    <dgm:cxn modelId="{9C1F861C-26C6-4525-A4AE-CFF6092717FE}" srcId="{21B3D1FD-6481-45AC-B520-D1DD5385F960}" destId="{AB3338A9-DEE8-4DF3-8473-710A81D4918F}" srcOrd="1" destOrd="0" parTransId="{2FD4956E-5ED7-407C-817E-40A1A63A1C06}" sibTransId="{98400BBD-AD9F-40BF-88B7-0EFBA1EF848C}"/>
    <dgm:cxn modelId="{EA970F33-7832-45E5-B293-E1393E8C29B1}" type="presOf" srcId="{A0795A3D-F5CA-4E14-B978-D50E60770CE9}" destId="{D14598FA-136F-4B7E-83A2-0B4C508F31B5}" srcOrd="0" destOrd="0" presId="urn:microsoft.com/office/officeart/2005/8/layout/hChevron3"/>
    <dgm:cxn modelId="{31471F7F-0102-4031-9E01-787CCBB5CA48}" srcId="{21B3D1FD-6481-45AC-B520-D1DD5385F960}" destId="{A0795A3D-F5CA-4E14-B978-D50E60770CE9}" srcOrd="0" destOrd="0" parTransId="{88E3EB50-17B0-434E-82B6-34F8DDACE6CB}" sibTransId="{9E42C07E-3B7C-4BA3-B481-4C2BF4074EBD}"/>
    <dgm:cxn modelId="{2425218A-F752-4BEC-993F-2C0647661495}" srcId="{21B3D1FD-6481-45AC-B520-D1DD5385F960}" destId="{6E7F31E9-46AB-4CD0-9418-E83CA4D58BD0}" srcOrd="3" destOrd="0" parTransId="{1FB8E8B5-FEF9-48C2-AEFA-ECB054AA6480}" sibTransId="{B89A6B1F-378C-4DFF-81B9-5DF0474CD8CC}"/>
    <dgm:cxn modelId="{CFE83BC7-CF85-42A5-9970-76F192CDAFAE}" type="presOf" srcId="{7F563DAF-768B-4B1D-9948-0DB99D9EA5B3}" destId="{263BA08A-D998-4911-89F5-173BB1C5440D}" srcOrd="0" destOrd="0" presId="urn:microsoft.com/office/officeart/2005/8/layout/hChevron3"/>
    <dgm:cxn modelId="{33B177DD-0FCF-4153-8534-7A7D4EEE88E4}" type="presOf" srcId="{6E7F31E9-46AB-4CD0-9418-E83CA4D58BD0}" destId="{0F62B5FC-2DD4-4E5E-ACC8-09A8DBF870F1}" srcOrd="0" destOrd="0" presId="urn:microsoft.com/office/officeart/2005/8/layout/hChevron3"/>
    <dgm:cxn modelId="{6A8460F4-B59E-4EA8-8376-A968DAFA0914}" type="presOf" srcId="{21B3D1FD-6481-45AC-B520-D1DD5385F960}" destId="{033E7CDA-AE65-47CB-9562-CACFEE179754}" srcOrd="0" destOrd="0" presId="urn:microsoft.com/office/officeart/2005/8/layout/hChevron3"/>
    <dgm:cxn modelId="{8FE42D9F-865F-4EF2-9970-5C4C671F80A5}" type="presParOf" srcId="{033E7CDA-AE65-47CB-9562-CACFEE179754}" destId="{D14598FA-136F-4B7E-83A2-0B4C508F31B5}" srcOrd="0" destOrd="0" presId="urn:microsoft.com/office/officeart/2005/8/layout/hChevron3"/>
    <dgm:cxn modelId="{43C782BD-D790-425E-B585-C5A05246B10C}" type="presParOf" srcId="{033E7CDA-AE65-47CB-9562-CACFEE179754}" destId="{2FC78ACA-7FAF-48D5-B44B-2563EA62EE2E}" srcOrd="1" destOrd="0" presId="urn:microsoft.com/office/officeart/2005/8/layout/hChevron3"/>
    <dgm:cxn modelId="{958A1C42-EC76-4DEC-8DE1-96F52C094A58}" type="presParOf" srcId="{033E7CDA-AE65-47CB-9562-CACFEE179754}" destId="{778B25C9-FFBC-4A96-9652-3414B5B8A2B2}" srcOrd="2" destOrd="0" presId="urn:microsoft.com/office/officeart/2005/8/layout/hChevron3"/>
    <dgm:cxn modelId="{342B9629-58C1-4898-881C-DF8EC88CCA5F}" type="presParOf" srcId="{033E7CDA-AE65-47CB-9562-CACFEE179754}" destId="{CC9D345E-EA1A-473F-806A-825CC43858F3}" srcOrd="3" destOrd="0" presId="urn:microsoft.com/office/officeart/2005/8/layout/hChevron3"/>
    <dgm:cxn modelId="{F34B8E27-09B5-4199-86A1-C1A4BE946D40}" type="presParOf" srcId="{033E7CDA-AE65-47CB-9562-CACFEE179754}" destId="{263BA08A-D998-4911-89F5-173BB1C5440D}" srcOrd="4" destOrd="0" presId="urn:microsoft.com/office/officeart/2005/8/layout/hChevron3"/>
    <dgm:cxn modelId="{55E06F95-93B3-415F-85AC-C1DC63263FF9}" type="presParOf" srcId="{033E7CDA-AE65-47CB-9562-CACFEE179754}" destId="{0979FD08-A460-4F94-86F4-DC155884FC5C}" srcOrd="5" destOrd="0" presId="urn:microsoft.com/office/officeart/2005/8/layout/hChevron3"/>
    <dgm:cxn modelId="{C0638794-91A9-4155-977F-B1D885EC8319}" type="presParOf" srcId="{033E7CDA-AE65-47CB-9562-CACFEE179754}" destId="{0F62B5FC-2DD4-4E5E-ACC8-09A8DBF870F1}" srcOrd="6" destOrd="0" presId="urn:microsoft.com/office/officeart/2005/8/layout/hChevron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21B3D1FD-6481-45AC-B520-D1DD5385F960}" type="doc">
      <dgm:prSet loTypeId="urn:microsoft.com/office/officeart/2005/8/layout/hChevron3" loCatId="process" qsTypeId="urn:microsoft.com/office/officeart/2005/8/quickstyle/simple1" qsCatId="simple" csTypeId="urn:microsoft.com/office/officeart/2005/8/colors/accent1_2" csCatId="accent1" phldr="1"/>
      <dgm:spPr/>
    </dgm:pt>
    <dgm:pt modelId="{A0795A3D-F5CA-4E14-B978-D50E60770CE9}">
      <dgm:prSet phldrT="[Text]">
        <dgm:style>
          <a:lnRef idx="2">
            <a:schemeClr val="accent5"/>
          </a:lnRef>
          <a:fillRef idx="1">
            <a:schemeClr val="lt1"/>
          </a:fillRef>
          <a:effectRef idx="0">
            <a:schemeClr val="accent5"/>
          </a:effectRef>
          <a:fontRef idx="minor">
            <a:schemeClr val="dk1"/>
          </a:fontRef>
        </dgm:style>
      </dgm:prSet>
      <dgm:spPr/>
      <dgm:t>
        <a:bodyPr/>
        <a:lstStyle/>
        <a:p>
          <a:r>
            <a:rPr lang="en-US" dirty="0"/>
            <a:t>Stopwords removed, lemmatize &gt; 3, single char removed, noise words removed</a:t>
          </a:r>
        </a:p>
      </dgm:t>
    </dgm:pt>
    <dgm:pt modelId="{88E3EB50-17B0-434E-82B6-34F8DDACE6CB}" type="parTrans" cxnId="{31471F7F-0102-4031-9E01-787CCBB5CA48}">
      <dgm:prSet/>
      <dgm:spPr/>
      <dgm:t>
        <a:bodyPr/>
        <a:lstStyle/>
        <a:p>
          <a:endParaRPr lang="en-US"/>
        </a:p>
      </dgm:t>
    </dgm:pt>
    <dgm:pt modelId="{9E42C07E-3B7C-4BA3-B481-4C2BF4074EBD}" type="sibTrans" cxnId="{31471F7F-0102-4031-9E01-787CCBB5CA48}">
      <dgm:prSet/>
      <dgm:spPr/>
      <dgm:t>
        <a:bodyPr/>
        <a:lstStyle/>
        <a:p>
          <a:endParaRPr lang="en-US"/>
        </a:p>
      </dgm:t>
    </dgm:pt>
    <dgm:pt modelId="{AB3338A9-DEE8-4DF3-8473-710A81D4918F}">
      <dgm:prSet phldrT="[Text]">
        <dgm:style>
          <a:lnRef idx="2">
            <a:schemeClr val="accent5"/>
          </a:lnRef>
          <a:fillRef idx="1">
            <a:schemeClr val="lt1"/>
          </a:fillRef>
          <a:effectRef idx="0">
            <a:schemeClr val="accent5"/>
          </a:effectRef>
          <a:fontRef idx="minor">
            <a:schemeClr val="dk1"/>
          </a:fontRef>
        </dgm:style>
      </dgm:prSet>
      <dgm:spPr/>
      <dgm:t>
        <a:bodyPr/>
        <a:lstStyle/>
        <a:p>
          <a:r>
            <a:rPr lang="en-US" dirty="0"/>
            <a:t>Model = LR</a:t>
          </a:r>
          <a:r>
            <a:rPr lang="en-US" dirty="0">
              <a:sym typeface="Wingdings" panose="05000000000000000000" pitchFamily="2" charset="2"/>
            </a:rPr>
            <a:t> get the probability distributions</a:t>
          </a:r>
          <a:endParaRPr lang="en-US" dirty="0"/>
        </a:p>
      </dgm:t>
    </dgm:pt>
    <dgm:pt modelId="{2FD4956E-5ED7-407C-817E-40A1A63A1C06}" type="parTrans" cxnId="{9C1F861C-26C6-4525-A4AE-CFF6092717FE}">
      <dgm:prSet/>
      <dgm:spPr/>
      <dgm:t>
        <a:bodyPr/>
        <a:lstStyle/>
        <a:p>
          <a:endParaRPr lang="en-US"/>
        </a:p>
      </dgm:t>
    </dgm:pt>
    <dgm:pt modelId="{98400BBD-AD9F-40BF-88B7-0EFBA1EF848C}" type="sibTrans" cxnId="{9C1F861C-26C6-4525-A4AE-CFF6092717FE}">
      <dgm:prSet/>
      <dgm:spPr/>
      <dgm:t>
        <a:bodyPr/>
        <a:lstStyle/>
        <a:p>
          <a:endParaRPr lang="en-US"/>
        </a:p>
      </dgm:t>
    </dgm:pt>
    <dgm:pt modelId="{7F563DAF-768B-4B1D-9948-0DB99D9EA5B3}">
      <dgm:prSet phldrT="[Text]">
        <dgm:style>
          <a:lnRef idx="2">
            <a:schemeClr val="accent5"/>
          </a:lnRef>
          <a:fillRef idx="1">
            <a:schemeClr val="lt1"/>
          </a:fillRef>
          <a:effectRef idx="0">
            <a:schemeClr val="accent5"/>
          </a:effectRef>
          <a:fontRef idx="minor">
            <a:schemeClr val="dk1"/>
          </a:fontRef>
        </dgm:style>
      </dgm:prSet>
      <dgm:spPr/>
      <dgm:t>
        <a:bodyPr/>
        <a:lstStyle/>
        <a:p>
          <a:r>
            <a:rPr lang="en-US" dirty="0"/>
            <a:t>Arrange the rows in decreasing probabilities</a:t>
          </a:r>
        </a:p>
      </dgm:t>
    </dgm:pt>
    <dgm:pt modelId="{46BA9298-7DC9-4AFD-8CD7-21E4D68B4649}" type="parTrans" cxnId="{39D2D313-6218-46FE-9C01-E69A741FFA6C}">
      <dgm:prSet/>
      <dgm:spPr/>
      <dgm:t>
        <a:bodyPr/>
        <a:lstStyle/>
        <a:p>
          <a:endParaRPr lang="en-US"/>
        </a:p>
      </dgm:t>
    </dgm:pt>
    <dgm:pt modelId="{ACC01A85-9C17-471C-B83D-97BD24BA43D8}" type="sibTrans" cxnId="{39D2D313-6218-46FE-9C01-E69A741FFA6C}">
      <dgm:prSet/>
      <dgm:spPr/>
      <dgm:t>
        <a:bodyPr/>
        <a:lstStyle/>
        <a:p>
          <a:endParaRPr lang="en-US"/>
        </a:p>
      </dgm:t>
    </dgm:pt>
    <dgm:pt modelId="{6E7F31E9-46AB-4CD0-9418-E83CA4D58BD0}">
      <dgm:prSet phldrT="[Text]">
        <dgm:style>
          <a:lnRef idx="0">
            <a:schemeClr val="accent5"/>
          </a:lnRef>
          <a:fillRef idx="3">
            <a:schemeClr val="accent5"/>
          </a:fillRef>
          <a:effectRef idx="3">
            <a:schemeClr val="accent5"/>
          </a:effectRef>
          <a:fontRef idx="minor">
            <a:schemeClr val="lt1"/>
          </a:fontRef>
        </dgm:style>
      </dgm:prSet>
      <dgm:spPr/>
      <dgm:t>
        <a:bodyPr/>
        <a:lstStyle/>
        <a:p>
          <a:r>
            <a:rPr lang="en-US" dirty="0"/>
            <a:t>Select top 3 for each row </a:t>
          </a:r>
          <a:r>
            <a:rPr lang="en-US" dirty="0">
              <a:sym typeface="Wingdings" panose="05000000000000000000" pitchFamily="2" charset="2"/>
            </a:rPr>
            <a:t> </a:t>
          </a:r>
          <a:r>
            <a:rPr lang="en-US" b="1" dirty="0">
              <a:sym typeface="Wingdings" panose="05000000000000000000" pitchFamily="2" charset="2"/>
            </a:rPr>
            <a:t>Distribution-1</a:t>
          </a:r>
          <a:endParaRPr lang="en-US" b="1" dirty="0"/>
        </a:p>
      </dgm:t>
    </dgm:pt>
    <dgm:pt modelId="{1FB8E8B5-FEF9-48C2-AEFA-ECB054AA6480}" type="parTrans" cxnId="{2425218A-F752-4BEC-993F-2C0647661495}">
      <dgm:prSet/>
      <dgm:spPr/>
      <dgm:t>
        <a:bodyPr/>
        <a:lstStyle/>
        <a:p>
          <a:endParaRPr lang="en-US"/>
        </a:p>
      </dgm:t>
    </dgm:pt>
    <dgm:pt modelId="{B89A6B1F-378C-4DFF-81B9-5DF0474CD8CC}" type="sibTrans" cxnId="{2425218A-F752-4BEC-993F-2C0647661495}">
      <dgm:prSet/>
      <dgm:spPr/>
      <dgm:t>
        <a:bodyPr/>
        <a:lstStyle/>
        <a:p>
          <a:endParaRPr lang="en-US"/>
        </a:p>
      </dgm:t>
    </dgm:pt>
    <dgm:pt modelId="{033E7CDA-AE65-47CB-9562-CACFEE179754}" type="pres">
      <dgm:prSet presAssocID="{21B3D1FD-6481-45AC-B520-D1DD5385F960}" presName="Name0" presStyleCnt="0">
        <dgm:presLayoutVars>
          <dgm:dir/>
          <dgm:resizeHandles val="exact"/>
        </dgm:presLayoutVars>
      </dgm:prSet>
      <dgm:spPr/>
    </dgm:pt>
    <dgm:pt modelId="{D14598FA-136F-4B7E-83A2-0B4C508F31B5}" type="pres">
      <dgm:prSet presAssocID="{A0795A3D-F5CA-4E14-B978-D50E60770CE9}" presName="parTxOnly" presStyleLbl="node1" presStyleIdx="0" presStyleCnt="4">
        <dgm:presLayoutVars>
          <dgm:bulletEnabled val="1"/>
        </dgm:presLayoutVars>
      </dgm:prSet>
      <dgm:spPr/>
    </dgm:pt>
    <dgm:pt modelId="{2FC78ACA-7FAF-48D5-B44B-2563EA62EE2E}" type="pres">
      <dgm:prSet presAssocID="{9E42C07E-3B7C-4BA3-B481-4C2BF4074EBD}" presName="parSpace" presStyleCnt="0"/>
      <dgm:spPr/>
    </dgm:pt>
    <dgm:pt modelId="{778B25C9-FFBC-4A96-9652-3414B5B8A2B2}" type="pres">
      <dgm:prSet presAssocID="{AB3338A9-DEE8-4DF3-8473-710A81D4918F}" presName="parTxOnly" presStyleLbl="node1" presStyleIdx="1" presStyleCnt="4">
        <dgm:presLayoutVars>
          <dgm:bulletEnabled val="1"/>
        </dgm:presLayoutVars>
      </dgm:prSet>
      <dgm:spPr/>
    </dgm:pt>
    <dgm:pt modelId="{CC9D345E-EA1A-473F-806A-825CC43858F3}" type="pres">
      <dgm:prSet presAssocID="{98400BBD-AD9F-40BF-88B7-0EFBA1EF848C}" presName="parSpace" presStyleCnt="0"/>
      <dgm:spPr/>
    </dgm:pt>
    <dgm:pt modelId="{263BA08A-D998-4911-89F5-173BB1C5440D}" type="pres">
      <dgm:prSet presAssocID="{7F563DAF-768B-4B1D-9948-0DB99D9EA5B3}" presName="parTxOnly" presStyleLbl="node1" presStyleIdx="2" presStyleCnt="4">
        <dgm:presLayoutVars>
          <dgm:bulletEnabled val="1"/>
        </dgm:presLayoutVars>
      </dgm:prSet>
      <dgm:spPr/>
    </dgm:pt>
    <dgm:pt modelId="{0979FD08-A460-4F94-86F4-DC155884FC5C}" type="pres">
      <dgm:prSet presAssocID="{ACC01A85-9C17-471C-B83D-97BD24BA43D8}" presName="parSpace" presStyleCnt="0"/>
      <dgm:spPr/>
    </dgm:pt>
    <dgm:pt modelId="{0F62B5FC-2DD4-4E5E-ACC8-09A8DBF870F1}" type="pres">
      <dgm:prSet presAssocID="{6E7F31E9-46AB-4CD0-9418-E83CA4D58BD0}" presName="parTxOnly" presStyleLbl="node1" presStyleIdx="3" presStyleCnt="4">
        <dgm:presLayoutVars>
          <dgm:bulletEnabled val="1"/>
        </dgm:presLayoutVars>
      </dgm:prSet>
      <dgm:spPr/>
    </dgm:pt>
  </dgm:ptLst>
  <dgm:cxnLst>
    <dgm:cxn modelId="{39D2D313-6218-46FE-9C01-E69A741FFA6C}" srcId="{21B3D1FD-6481-45AC-B520-D1DD5385F960}" destId="{7F563DAF-768B-4B1D-9948-0DB99D9EA5B3}" srcOrd="2" destOrd="0" parTransId="{46BA9298-7DC9-4AFD-8CD7-21E4D68B4649}" sibTransId="{ACC01A85-9C17-471C-B83D-97BD24BA43D8}"/>
    <dgm:cxn modelId="{EEF02417-114C-413C-9613-D2ED54B15DE5}" type="presOf" srcId="{AB3338A9-DEE8-4DF3-8473-710A81D4918F}" destId="{778B25C9-FFBC-4A96-9652-3414B5B8A2B2}" srcOrd="0" destOrd="0" presId="urn:microsoft.com/office/officeart/2005/8/layout/hChevron3"/>
    <dgm:cxn modelId="{9C1F861C-26C6-4525-A4AE-CFF6092717FE}" srcId="{21B3D1FD-6481-45AC-B520-D1DD5385F960}" destId="{AB3338A9-DEE8-4DF3-8473-710A81D4918F}" srcOrd="1" destOrd="0" parTransId="{2FD4956E-5ED7-407C-817E-40A1A63A1C06}" sibTransId="{98400BBD-AD9F-40BF-88B7-0EFBA1EF848C}"/>
    <dgm:cxn modelId="{EA970F33-7832-45E5-B293-E1393E8C29B1}" type="presOf" srcId="{A0795A3D-F5CA-4E14-B978-D50E60770CE9}" destId="{D14598FA-136F-4B7E-83A2-0B4C508F31B5}" srcOrd="0" destOrd="0" presId="urn:microsoft.com/office/officeart/2005/8/layout/hChevron3"/>
    <dgm:cxn modelId="{31471F7F-0102-4031-9E01-787CCBB5CA48}" srcId="{21B3D1FD-6481-45AC-B520-D1DD5385F960}" destId="{A0795A3D-F5CA-4E14-B978-D50E60770CE9}" srcOrd="0" destOrd="0" parTransId="{88E3EB50-17B0-434E-82B6-34F8DDACE6CB}" sibTransId="{9E42C07E-3B7C-4BA3-B481-4C2BF4074EBD}"/>
    <dgm:cxn modelId="{2425218A-F752-4BEC-993F-2C0647661495}" srcId="{21B3D1FD-6481-45AC-B520-D1DD5385F960}" destId="{6E7F31E9-46AB-4CD0-9418-E83CA4D58BD0}" srcOrd="3" destOrd="0" parTransId="{1FB8E8B5-FEF9-48C2-AEFA-ECB054AA6480}" sibTransId="{B89A6B1F-378C-4DFF-81B9-5DF0474CD8CC}"/>
    <dgm:cxn modelId="{CFE83BC7-CF85-42A5-9970-76F192CDAFAE}" type="presOf" srcId="{7F563DAF-768B-4B1D-9948-0DB99D9EA5B3}" destId="{263BA08A-D998-4911-89F5-173BB1C5440D}" srcOrd="0" destOrd="0" presId="urn:microsoft.com/office/officeart/2005/8/layout/hChevron3"/>
    <dgm:cxn modelId="{33B177DD-0FCF-4153-8534-7A7D4EEE88E4}" type="presOf" srcId="{6E7F31E9-46AB-4CD0-9418-E83CA4D58BD0}" destId="{0F62B5FC-2DD4-4E5E-ACC8-09A8DBF870F1}" srcOrd="0" destOrd="0" presId="urn:microsoft.com/office/officeart/2005/8/layout/hChevron3"/>
    <dgm:cxn modelId="{6A8460F4-B59E-4EA8-8376-A968DAFA0914}" type="presOf" srcId="{21B3D1FD-6481-45AC-B520-D1DD5385F960}" destId="{033E7CDA-AE65-47CB-9562-CACFEE179754}" srcOrd="0" destOrd="0" presId="urn:microsoft.com/office/officeart/2005/8/layout/hChevron3"/>
    <dgm:cxn modelId="{8FE42D9F-865F-4EF2-9970-5C4C671F80A5}" type="presParOf" srcId="{033E7CDA-AE65-47CB-9562-CACFEE179754}" destId="{D14598FA-136F-4B7E-83A2-0B4C508F31B5}" srcOrd="0" destOrd="0" presId="urn:microsoft.com/office/officeart/2005/8/layout/hChevron3"/>
    <dgm:cxn modelId="{43C782BD-D790-425E-B585-C5A05246B10C}" type="presParOf" srcId="{033E7CDA-AE65-47CB-9562-CACFEE179754}" destId="{2FC78ACA-7FAF-48D5-B44B-2563EA62EE2E}" srcOrd="1" destOrd="0" presId="urn:microsoft.com/office/officeart/2005/8/layout/hChevron3"/>
    <dgm:cxn modelId="{958A1C42-EC76-4DEC-8DE1-96F52C094A58}" type="presParOf" srcId="{033E7CDA-AE65-47CB-9562-CACFEE179754}" destId="{778B25C9-FFBC-4A96-9652-3414B5B8A2B2}" srcOrd="2" destOrd="0" presId="urn:microsoft.com/office/officeart/2005/8/layout/hChevron3"/>
    <dgm:cxn modelId="{342B9629-58C1-4898-881C-DF8EC88CCA5F}" type="presParOf" srcId="{033E7CDA-AE65-47CB-9562-CACFEE179754}" destId="{CC9D345E-EA1A-473F-806A-825CC43858F3}" srcOrd="3" destOrd="0" presId="urn:microsoft.com/office/officeart/2005/8/layout/hChevron3"/>
    <dgm:cxn modelId="{F34B8E27-09B5-4199-86A1-C1A4BE946D40}" type="presParOf" srcId="{033E7CDA-AE65-47CB-9562-CACFEE179754}" destId="{263BA08A-D998-4911-89F5-173BB1C5440D}" srcOrd="4" destOrd="0" presId="urn:microsoft.com/office/officeart/2005/8/layout/hChevron3"/>
    <dgm:cxn modelId="{55E06F95-93B3-415F-85AC-C1DC63263FF9}" type="presParOf" srcId="{033E7CDA-AE65-47CB-9562-CACFEE179754}" destId="{0979FD08-A460-4F94-86F4-DC155884FC5C}" srcOrd="5" destOrd="0" presId="urn:microsoft.com/office/officeart/2005/8/layout/hChevron3"/>
    <dgm:cxn modelId="{C0638794-91A9-4155-977F-B1D885EC8319}" type="presParOf" srcId="{033E7CDA-AE65-47CB-9562-CACFEE179754}" destId="{0F62B5FC-2DD4-4E5E-ACC8-09A8DBF870F1}" srcOrd="6"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21B3D1FD-6481-45AC-B520-D1DD5385F960}" type="doc">
      <dgm:prSet loTypeId="urn:microsoft.com/office/officeart/2005/8/layout/hChevron3" loCatId="process" qsTypeId="urn:microsoft.com/office/officeart/2005/8/quickstyle/simple1" qsCatId="simple" csTypeId="urn:microsoft.com/office/officeart/2005/8/colors/accent1_2" csCatId="accent1" phldr="1"/>
      <dgm:spPr/>
    </dgm:pt>
    <dgm:pt modelId="{A0795A3D-F5CA-4E14-B978-D50E60770CE9}">
      <dgm:prSet phldrT="[Text]">
        <dgm:style>
          <a:lnRef idx="2">
            <a:schemeClr val="accent6"/>
          </a:lnRef>
          <a:fillRef idx="1">
            <a:schemeClr val="lt1"/>
          </a:fillRef>
          <a:effectRef idx="0">
            <a:schemeClr val="accent6"/>
          </a:effectRef>
          <a:fontRef idx="minor">
            <a:schemeClr val="dk1"/>
          </a:fontRef>
        </dgm:style>
      </dgm:prSet>
      <dgm:spPr/>
      <dgm:t>
        <a:bodyPr/>
        <a:lstStyle/>
        <a:p>
          <a:r>
            <a:rPr lang="en-US" dirty="0"/>
            <a:t>Stopwords removed, lemmatized &gt; 3, single char and </a:t>
          </a:r>
          <a:r>
            <a:rPr lang="en-US" dirty="0">
              <a:highlight>
                <a:srgbClr val="FFFF00"/>
              </a:highlight>
            </a:rPr>
            <a:t>2 chars words removed</a:t>
          </a:r>
          <a:r>
            <a:rPr lang="en-US" dirty="0"/>
            <a:t>, noise words removed</a:t>
          </a:r>
        </a:p>
      </dgm:t>
    </dgm:pt>
    <dgm:pt modelId="{88E3EB50-17B0-434E-82B6-34F8DDACE6CB}" type="parTrans" cxnId="{31471F7F-0102-4031-9E01-787CCBB5CA48}">
      <dgm:prSet/>
      <dgm:spPr/>
      <dgm:t>
        <a:bodyPr/>
        <a:lstStyle/>
        <a:p>
          <a:endParaRPr lang="en-US"/>
        </a:p>
      </dgm:t>
    </dgm:pt>
    <dgm:pt modelId="{9E42C07E-3B7C-4BA3-B481-4C2BF4074EBD}" type="sibTrans" cxnId="{31471F7F-0102-4031-9E01-787CCBB5CA48}">
      <dgm:prSet/>
      <dgm:spPr/>
      <dgm:t>
        <a:bodyPr/>
        <a:lstStyle/>
        <a:p>
          <a:endParaRPr lang="en-US"/>
        </a:p>
      </dgm:t>
    </dgm:pt>
    <dgm:pt modelId="{AB3338A9-DEE8-4DF3-8473-710A81D4918F}">
      <dgm:prSet phldrT="[Text]">
        <dgm:style>
          <a:lnRef idx="2">
            <a:schemeClr val="accent6"/>
          </a:lnRef>
          <a:fillRef idx="1">
            <a:schemeClr val="lt1"/>
          </a:fillRef>
          <a:effectRef idx="0">
            <a:schemeClr val="accent6"/>
          </a:effectRef>
          <a:fontRef idx="minor">
            <a:schemeClr val="dk1"/>
          </a:fontRef>
        </dgm:style>
      </dgm:prSet>
      <dgm:spPr/>
      <dgm:t>
        <a:bodyPr/>
        <a:lstStyle/>
        <a:p>
          <a:r>
            <a:rPr lang="en-US" dirty="0"/>
            <a:t>Model = LR </a:t>
          </a:r>
          <a:r>
            <a:rPr lang="en-US" dirty="0">
              <a:sym typeface="Wingdings" panose="05000000000000000000" pitchFamily="2" charset="2"/>
            </a:rPr>
            <a:t> get the probability distributions </a:t>
          </a:r>
          <a:endParaRPr lang="en-US" dirty="0"/>
        </a:p>
      </dgm:t>
    </dgm:pt>
    <dgm:pt modelId="{2FD4956E-5ED7-407C-817E-40A1A63A1C06}" type="parTrans" cxnId="{9C1F861C-26C6-4525-A4AE-CFF6092717FE}">
      <dgm:prSet/>
      <dgm:spPr/>
      <dgm:t>
        <a:bodyPr/>
        <a:lstStyle/>
        <a:p>
          <a:endParaRPr lang="en-US"/>
        </a:p>
      </dgm:t>
    </dgm:pt>
    <dgm:pt modelId="{98400BBD-AD9F-40BF-88B7-0EFBA1EF848C}" type="sibTrans" cxnId="{9C1F861C-26C6-4525-A4AE-CFF6092717FE}">
      <dgm:prSet/>
      <dgm:spPr/>
      <dgm:t>
        <a:bodyPr/>
        <a:lstStyle/>
        <a:p>
          <a:endParaRPr lang="en-US"/>
        </a:p>
      </dgm:t>
    </dgm:pt>
    <dgm:pt modelId="{7F563DAF-768B-4B1D-9948-0DB99D9EA5B3}">
      <dgm:prSet phldrT="[Text]">
        <dgm:style>
          <a:lnRef idx="2">
            <a:schemeClr val="accent6"/>
          </a:lnRef>
          <a:fillRef idx="1">
            <a:schemeClr val="lt1"/>
          </a:fillRef>
          <a:effectRef idx="0">
            <a:schemeClr val="accent6"/>
          </a:effectRef>
          <a:fontRef idx="minor">
            <a:schemeClr val="dk1"/>
          </a:fontRef>
        </dgm:style>
      </dgm:prSet>
      <dgm:spPr/>
      <dgm:t>
        <a:bodyPr/>
        <a:lstStyle/>
        <a:p>
          <a:r>
            <a:rPr lang="en-US" dirty="0"/>
            <a:t>Arrange the rows in decreasing probabilities</a:t>
          </a:r>
        </a:p>
      </dgm:t>
    </dgm:pt>
    <dgm:pt modelId="{46BA9298-7DC9-4AFD-8CD7-21E4D68B4649}" type="parTrans" cxnId="{39D2D313-6218-46FE-9C01-E69A741FFA6C}">
      <dgm:prSet/>
      <dgm:spPr/>
      <dgm:t>
        <a:bodyPr/>
        <a:lstStyle/>
        <a:p>
          <a:endParaRPr lang="en-US"/>
        </a:p>
      </dgm:t>
    </dgm:pt>
    <dgm:pt modelId="{ACC01A85-9C17-471C-B83D-97BD24BA43D8}" type="sibTrans" cxnId="{39D2D313-6218-46FE-9C01-E69A741FFA6C}">
      <dgm:prSet/>
      <dgm:spPr/>
      <dgm:t>
        <a:bodyPr/>
        <a:lstStyle/>
        <a:p>
          <a:endParaRPr lang="en-US"/>
        </a:p>
      </dgm:t>
    </dgm:pt>
    <dgm:pt modelId="{6E7F31E9-46AB-4CD0-9418-E83CA4D58BD0}">
      <dgm:prSet phldrT="[Text]" custT="1">
        <dgm:style>
          <a:lnRef idx="0">
            <a:schemeClr val="accent6"/>
          </a:lnRef>
          <a:fillRef idx="3">
            <a:schemeClr val="accent6"/>
          </a:fillRef>
          <a:effectRef idx="3">
            <a:schemeClr val="accent6"/>
          </a:effectRef>
          <a:fontRef idx="minor">
            <a:schemeClr val="lt1"/>
          </a:fontRef>
        </dgm:style>
      </dgm:prSet>
      <dgm:spPr/>
      <dgm:t>
        <a:bodyPr/>
        <a:lstStyle/>
        <a:p>
          <a:r>
            <a:rPr lang="en-US" sz="1500" dirty="0"/>
            <a:t>Select top 3 for each row </a:t>
          </a:r>
          <a:r>
            <a:rPr lang="en-US" sz="1500" dirty="0">
              <a:sym typeface="Wingdings" panose="05000000000000000000" pitchFamily="2" charset="2"/>
            </a:rPr>
            <a:t> </a:t>
          </a:r>
          <a:r>
            <a:rPr lang="en-US" sz="1800" b="1" dirty="0">
              <a:sym typeface="Wingdings" panose="05000000000000000000" pitchFamily="2" charset="2"/>
            </a:rPr>
            <a:t>Distribution-3</a:t>
          </a:r>
          <a:endParaRPr lang="en-US" sz="1500" b="1" dirty="0"/>
        </a:p>
      </dgm:t>
    </dgm:pt>
    <dgm:pt modelId="{1FB8E8B5-FEF9-48C2-AEFA-ECB054AA6480}" type="parTrans" cxnId="{2425218A-F752-4BEC-993F-2C0647661495}">
      <dgm:prSet/>
      <dgm:spPr/>
      <dgm:t>
        <a:bodyPr/>
        <a:lstStyle/>
        <a:p>
          <a:endParaRPr lang="en-US"/>
        </a:p>
      </dgm:t>
    </dgm:pt>
    <dgm:pt modelId="{B89A6B1F-378C-4DFF-81B9-5DF0474CD8CC}" type="sibTrans" cxnId="{2425218A-F752-4BEC-993F-2C0647661495}">
      <dgm:prSet/>
      <dgm:spPr/>
      <dgm:t>
        <a:bodyPr/>
        <a:lstStyle/>
        <a:p>
          <a:endParaRPr lang="en-US"/>
        </a:p>
      </dgm:t>
    </dgm:pt>
    <dgm:pt modelId="{033E7CDA-AE65-47CB-9562-CACFEE179754}" type="pres">
      <dgm:prSet presAssocID="{21B3D1FD-6481-45AC-B520-D1DD5385F960}" presName="Name0" presStyleCnt="0">
        <dgm:presLayoutVars>
          <dgm:dir/>
          <dgm:resizeHandles val="exact"/>
        </dgm:presLayoutVars>
      </dgm:prSet>
      <dgm:spPr/>
    </dgm:pt>
    <dgm:pt modelId="{D14598FA-136F-4B7E-83A2-0B4C508F31B5}" type="pres">
      <dgm:prSet presAssocID="{A0795A3D-F5CA-4E14-B978-D50E60770CE9}" presName="parTxOnly" presStyleLbl="node1" presStyleIdx="0" presStyleCnt="4">
        <dgm:presLayoutVars>
          <dgm:bulletEnabled val="1"/>
        </dgm:presLayoutVars>
      </dgm:prSet>
      <dgm:spPr/>
    </dgm:pt>
    <dgm:pt modelId="{2FC78ACA-7FAF-48D5-B44B-2563EA62EE2E}" type="pres">
      <dgm:prSet presAssocID="{9E42C07E-3B7C-4BA3-B481-4C2BF4074EBD}" presName="parSpace" presStyleCnt="0"/>
      <dgm:spPr/>
    </dgm:pt>
    <dgm:pt modelId="{778B25C9-FFBC-4A96-9652-3414B5B8A2B2}" type="pres">
      <dgm:prSet presAssocID="{AB3338A9-DEE8-4DF3-8473-710A81D4918F}" presName="parTxOnly" presStyleLbl="node1" presStyleIdx="1" presStyleCnt="4">
        <dgm:presLayoutVars>
          <dgm:bulletEnabled val="1"/>
        </dgm:presLayoutVars>
      </dgm:prSet>
      <dgm:spPr/>
    </dgm:pt>
    <dgm:pt modelId="{CC9D345E-EA1A-473F-806A-825CC43858F3}" type="pres">
      <dgm:prSet presAssocID="{98400BBD-AD9F-40BF-88B7-0EFBA1EF848C}" presName="parSpace" presStyleCnt="0"/>
      <dgm:spPr/>
    </dgm:pt>
    <dgm:pt modelId="{263BA08A-D998-4911-89F5-173BB1C5440D}" type="pres">
      <dgm:prSet presAssocID="{7F563DAF-768B-4B1D-9948-0DB99D9EA5B3}" presName="parTxOnly" presStyleLbl="node1" presStyleIdx="2" presStyleCnt="4">
        <dgm:presLayoutVars>
          <dgm:bulletEnabled val="1"/>
        </dgm:presLayoutVars>
      </dgm:prSet>
      <dgm:spPr/>
    </dgm:pt>
    <dgm:pt modelId="{0979FD08-A460-4F94-86F4-DC155884FC5C}" type="pres">
      <dgm:prSet presAssocID="{ACC01A85-9C17-471C-B83D-97BD24BA43D8}" presName="parSpace" presStyleCnt="0"/>
      <dgm:spPr/>
    </dgm:pt>
    <dgm:pt modelId="{0F62B5FC-2DD4-4E5E-ACC8-09A8DBF870F1}" type="pres">
      <dgm:prSet presAssocID="{6E7F31E9-46AB-4CD0-9418-E83CA4D58BD0}" presName="parTxOnly" presStyleLbl="node1" presStyleIdx="3" presStyleCnt="4">
        <dgm:presLayoutVars>
          <dgm:bulletEnabled val="1"/>
        </dgm:presLayoutVars>
      </dgm:prSet>
      <dgm:spPr/>
    </dgm:pt>
  </dgm:ptLst>
  <dgm:cxnLst>
    <dgm:cxn modelId="{39D2D313-6218-46FE-9C01-E69A741FFA6C}" srcId="{21B3D1FD-6481-45AC-B520-D1DD5385F960}" destId="{7F563DAF-768B-4B1D-9948-0DB99D9EA5B3}" srcOrd="2" destOrd="0" parTransId="{46BA9298-7DC9-4AFD-8CD7-21E4D68B4649}" sibTransId="{ACC01A85-9C17-471C-B83D-97BD24BA43D8}"/>
    <dgm:cxn modelId="{EEF02417-114C-413C-9613-D2ED54B15DE5}" type="presOf" srcId="{AB3338A9-DEE8-4DF3-8473-710A81D4918F}" destId="{778B25C9-FFBC-4A96-9652-3414B5B8A2B2}" srcOrd="0" destOrd="0" presId="urn:microsoft.com/office/officeart/2005/8/layout/hChevron3"/>
    <dgm:cxn modelId="{9C1F861C-26C6-4525-A4AE-CFF6092717FE}" srcId="{21B3D1FD-6481-45AC-B520-D1DD5385F960}" destId="{AB3338A9-DEE8-4DF3-8473-710A81D4918F}" srcOrd="1" destOrd="0" parTransId="{2FD4956E-5ED7-407C-817E-40A1A63A1C06}" sibTransId="{98400BBD-AD9F-40BF-88B7-0EFBA1EF848C}"/>
    <dgm:cxn modelId="{EA970F33-7832-45E5-B293-E1393E8C29B1}" type="presOf" srcId="{A0795A3D-F5CA-4E14-B978-D50E60770CE9}" destId="{D14598FA-136F-4B7E-83A2-0B4C508F31B5}" srcOrd="0" destOrd="0" presId="urn:microsoft.com/office/officeart/2005/8/layout/hChevron3"/>
    <dgm:cxn modelId="{31471F7F-0102-4031-9E01-787CCBB5CA48}" srcId="{21B3D1FD-6481-45AC-B520-D1DD5385F960}" destId="{A0795A3D-F5CA-4E14-B978-D50E60770CE9}" srcOrd="0" destOrd="0" parTransId="{88E3EB50-17B0-434E-82B6-34F8DDACE6CB}" sibTransId="{9E42C07E-3B7C-4BA3-B481-4C2BF4074EBD}"/>
    <dgm:cxn modelId="{2425218A-F752-4BEC-993F-2C0647661495}" srcId="{21B3D1FD-6481-45AC-B520-D1DD5385F960}" destId="{6E7F31E9-46AB-4CD0-9418-E83CA4D58BD0}" srcOrd="3" destOrd="0" parTransId="{1FB8E8B5-FEF9-48C2-AEFA-ECB054AA6480}" sibTransId="{B89A6B1F-378C-4DFF-81B9-5DF0474CD8CC}"/>
    <dgm:cxn modelId="{CFE83BC7-CF85-42A5-9970-76F192CDAFAE}" type="presOf" srcId="{7F563DAF-768B-4B1D-9948-0DB99D9EA5B3}" destId="{263BA08A-D998-4911-89F5-173BB1C5440D}" srcOrd="0" destOrd="0" presId="urn:microsoft.com/office/officeart/2005/8/layout/hChevron3"/>
    <dgm:cxn modelId="{33B177DD-0FCF-4153-8534-7A7D4EEE88E4}" type="presOf" srcId="{6E7F31E9-46AB-4CD0-9418-E83CA4D58BD0}" destId="{0F62B5FC-2DD4-4E5E-ACC8-09A8DBF870F1}" srcOrd="0" destOrd="0" presId="urn:microsoft.com/office/officeart/2005/8/layout/hChevron3"/>
    <dgm:cxn modelId="{6A8460F4-B59E-4EA8-8376-A968DAFA0914}" type="presOf" srcId="{21B3D1FD-6481-45AC-B520-D1DD5385F960}" destId="{033E7CDA-AE65-47CB-9562-CACFEE179754}" srcOrd="0" destOrd="0" presId="urn:microsoft.com/office/officeart/2005/8/layout/hChevron3"/>
    <dgm:cxn modelId="{8FE42D9F-865F-4EF2-9970-5C4C671F80A5}" type="presParOf" srcId="{033E7CDA-AE65-47CB-9562-CACFEE179754}" destId="{D14598FA-136F-4B7E-83A2-0B4C508F31B5}" srcOrd="0" destOrd="0" presId="urn:microsoft.com/office/officeart/2005/8/layout/hChevron3"/>
    <dgm:cxn modelId="{43C782BD-D790-425E-B585-C5A05246B10C}" type="presParOf" srcId="{033E7CDA-AE65-47CB-9562-CACFEE179754}" destId="{2FC78ACA-7FAF-48D5-B44B-2563EA62EE2E}" srcOrd="1" destOrd="0" presId="urn:microsoft.com/office/officeart/2005/8/layout/hChevron3"/>
    <dgm:cxn modelId="{958A1C42-EC76-4DEC-8DE1-96F52C094A58}" type="presParOf" srcId="{033E7CDA-AE65-47CB-9562-CACFEE179754}" destId="{778B25C9-FFBC-4A96-9652-3414B5B8A2B2}" srcOrd="2" destOrd="0" presId="urn:microsoft.com/office/officeart/2005/8/layout/hChevron3"/>
    <dgm:cxn modelId="{342B9629-58C1-4898-881C-DF8EC88CCA5F}" type="presParOf" srcId="{033E7CDA-AE65-47CB-9562-CACFEE179754}" destId="{CC9D345E-EA1A-473F-806A-825CC43858F3}" srcOrd="3" destOrd="0" presId="urn:microsoft.com/office/officeart/2005/8/layout/hChevron3"/>
    <dgm:cxn modelId="{F34B8E27-09B5-4199-86A1-C1A4BE946D40}" type="presParOf" srcId="{033E7CDA-AE65-47CB-9562-CACFEE179754}" destId="{263BA08A-D998-4911-89F5-173BB1C5440D}" srcOrd="4" destOrd="0" presId="urn:microsoft.com/office/officeart/2005/8/layout/hChevron3"/>
    <dgm:cxn modelId="{55E06F95-93B3-415F-85AC-C1DC63263FF9}" type="presParOf" srcId="{033E7CDA-AE65-47CB-9562-CACFEE179754}" destId="{0979FD08-A460-4F94-86F4-DC155884FC5C}" srcOrd="5" destOrd="0" presId="urn:microsoft.com/office/officeart/2005/8/layout/hChevron3"/>
    <dgm:cxn modelId="{C0638794-91A9-4155-977F-B1D885EC8319}" type="presParOf" srcId="{033E7CDA-AE65-47CB-9562-CACFEE179754}" destId="{0F62B5FC-2DD4-4E5E-ACC8-09A8DBF870F1}" srcOrd="6" destOrd="0" presId="urn:microsoft.com/office/officeart/2005/8/layout/hChevron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3BED61CD-0A71-4387-A79A-6DF4C18E6B07}" type="doc">
      <dgm:prSet loTypeId="urn:microsoft.com/office/officeart/2005/8/layout/pyramid2" loCatId="list" qsTypeId="urn:microsoft.com/office/officeart/2005/8/quickstyle/simple1" qsCatId="simple" csTypeId="urn:microsoft.com/office/officeart/2005/8/colors/accent1_2" csCatId="accent1" phldr="1"/>
      <dgm:spPr/>
    </dgm:pt>
    <dgm:pt modelId="{028D7FBF-3E22-4B69-A4DE-E7C86AD04E26}">
      <dgm:prSet phldrT="[Text]"/>
      <dgm:spPr>
        <a:effectLst>
          <a:outerShdw blurRad="50800" dist="38100" dir="16200000" rotWithShape="0">
            <a:prstClr val="black">
              <a:alpha val="40000"/>
            </a:prstClr>
          </a:outerShdw>
        </a:effectLst>
      </dgm:spPr>
      <dgm:t>
        <a:bodyPr/>
        <a:lstStyle/>
        <a:p>
          <a:r>
            <a:rPr lang="en-US" dirty="0"/>
            <a:t>Remove numbers</a:t>
          </a:r>
        </a:p>
      </dgm:t>
    </dgm:pt>
    <dgm:pt modelId="{A913647B-BF72-406C-A8B4-8B62C24FF1F3}" type="parTrans" cxnId="{767F9C4F-1B9A-4D58-B177-3A64DA23B54D}">
      <dgm:prSet/>
      <dgm:spPr/>
      <dgm:t>
        <a:bodyPr/>
        <a:lstStyle/>
        <a:p>
          <a:endParaRPr lang="en-US"/>
        </a:p>
      </dgm:t>
    </dgm:pt>
    <dgm:pt modelId="{5F9C3861-02F0-4282-B279-DE2A36F4EA91}" type="sibTrans" cxnId="{767F9C4F-1B9A-4D58-B177-3A64DA23B54D}">
      <dgm:prSet/>
      <dgm:spPr/>
      <dgm:t>
        <a:bodyPr/>
        <a:lstStyle/>
        <a:p>
          <a:endParaRPr lang="en-US"/>
        </a:p>
      </dgm:t>
    </dgm:pt>
    <dgm:pt modelId="{4ABBE99B-AE30-4886-AB41-CF4D3C92FEC2}">
      <dgm:prSet phldrT="[Text]"/>
      <dgm:spPr>
        <a:effectLst>
          <a:outerShdw blurRad="50800" dist="38100" dir="16200000" rotWithShape="0">
            <a:prstClr val="black">
              <a:alpha val="40000"/>
            </a:prstClr>
          </a:outerShdw>
        </a:effectLst>
      </dgm:spPr>
      <dgm:t>
        <a:bodyPr/>
        <a:lstStyle/>
        <a:p>
          <a:r>
            <a:rPr lang="en-US" dirty="0"/>
            <a:t>Lemmatize words with &gt; 3 chars</a:t>
          </a:r>
        </a:p>
      </dgm:t>
    </dgm:pt>
    <dgm:pt modelId="{99AF24C5-48F0-4D15-8C04-5CFC1C2C02A0}" type="parTrans" cxnId="{230AE7A8-5230-4061-9EB3-2E00E92D9E4E}">
      <dgm:prSet/>
      <dgm:spPr/>
      <dgm:t>
        <a:bodyPr/>
        <a:lstStyle/>
        <a:p>
          <a:endParaRPr lang="en-US"/>
        </a:p>
      </dgm:t>
    </dgm:pt>
    <dgm:pt modelId="{1F18CA6A-3B34-41F3-A6C8-9F89F2FDA510}" type="sibTrans" cxnId="{230AE7A8-5230-4061-9EB3-2E00E92D9E4E}">
      <dgm:prSet/>
      <dgm:spPr/>
      <dgm:t>
        <a:bodyPr/>
        <a:lstStyle/>
        <a:p>
          <a:endParaRPr lang="en-US"/>
        </a:p>
      </dgm:t>
    </dgm:pt>
    <dgm:pt modelId="{709C01E3-0F6B-4891-A390-1F93C0C60880}">
      <dgm:prSet phldrT="[Text]"/>
      <dgm:spPr>
        <a:effectLst>
          <a:outerShdw blurRad="50800" dist="38100" dir="16200000" rotWithShape="0">
            <a:prstClr val="black">
              <a:alpha val="40000"/>
            </a:prstClr>
          </a:outerShdw>
        </a:effectLst>
      </dgm:spPr>
      <dgm:t>
        <a:bodyPr/>
        <a:lstStyle/>
        <a:p>
          <a:r>
            <a:rPr lang="en-US" dirty="0"/>
            <a:t>Remove 1 &amp; 2 char words</a:t>
          </a:r>
        </a:p>
      </dgm:t>
    </dgm:pt>
    <dgm:pt modelId="{5749ABC8-AB14-403B-AAE8-F07B92BD23D2}" type="parTrans" cxnId="{8FB08880-3772-4CE6-B5CC-EED63C0AF7F3}">
      <dgm:prSet/>
      <dgm:spPr/>
      <dgm:t>
        <a:bodyPr/>
        <a:lstStyle/>
        <a:p>
          <a:endParaRPr lang="en-US"/>
        </a:p>
      </dgm:t>
    </dgm:pt>
    <dgm:pt modelId="{E493C259-0D74-4A2F-BE3C-D3641196BCF8}" type="sibTrans" cxnId="{8FB08880-3772-4CE6-B5CC-EED63C0AF7F3}">
      <dgm:prSet/>
      <dgm:spPr/>
      <dgm:t>
        <a:bodyPr/>
        <a:lstStyle/>
        <a:p>
          <a:endParaRPr lang="en-US"/>
        </a:p>
      </dgm:t>
    </dgm:pt>
    <dgm:pt modelId="{D8C2AA0F-8AFC-4136-897F-592576B27BB2}" type="pres">
      <dgm:prSet presAssocID="{3BED61CD-0A71-4387-A79A-6DF4C18E6B07}" presName="compositeShape" presStyleCnt="0">
        <dgm:presLayoutVars>
          <dgm:dir/>
          <dgm:resizeHandles/>
        </dgm:presLayoutVars>
      </dgm:prSet>
      <dgm:spPr/>
    </dgm:pt>
    <dgm:pt modelId="{8BEA4222-6739-4904-8493-83EACB5D2F2A}" type="pres">
      <dgm:prSet presAssocID="{3BED61CD-0A71-4387-A79A-6DF4C18E6B07}" presName="pyramid" presStyleLbl="node1" presStyleIdx="0" presStyleCnt="1">
        <dgm:style>
          <a:lnRef idx="0">
            <a:schemeClr val="accent1"/>
          </a:lnRef>
          <a:fillRef idx="3">
            <a:schemeClr val="accent1"/>
          </a:fillRef>
          <a:effectRef idx="3">
            <a:schemeClr val="accent1"/>
          </a:effectRef>
          <a:fontRef idx="minor">
            <a:schemeClr val="lt1"/>
          </a:fontRef>
        </dgm:style>
      </dgm:prSet>
      <dgm:spPr/>
    </dgm:pt>
    <dgm:pt modelId="{C9A4A405-34AE-4E61-987D-EBC5EFCD7E97}" type="pres">
      <dgm:prSet presAssocID="{3BED61CD-0A71-4387-A79A-6DF4C18E6B07}" presName="theList" presStyleCnt="0"/>
      <dgm:spPr/>
    </dgm:pt>
    <dgm:pt modelId="{CF64A09F-3869-4BC7-B0F6-1AAE3FE18EBE}" type="pres">
      <dgm:prSet presAssocID="{028D7FBF-3E22-4B69-A4DE-E7C86AD04E26}" presName="aNode" presStyleLbl="fgAcc1" presStyleIdx="0" presStyleCnt="3">
        <dgm:presLayoutVars>
          <dgm:bulletEnabled val="1"/>
        </dgm:presLayoutVars>
      </dgm:prSet>
      <dgm:spPr/>
    </dgm:pt>
    <dgm:pt modelId="{F24ED4BA-2A35-4CFE-BE4A-5AE3D746DAE5}" type="pres">
      <dgm:prSet presAssocID="{028D7FBF-3E22-4B69-A4DE-E7C86AD04E26}" presName="aSpace" presStyleCnt="0"/>
      <dgm:spPr/>
    </dgm:pt>
    <dgm:pt modelId="{2771DB25-B2A7-45A6-AA84-5F50BDE8A3DE}" type="pres">
      <dgm:prSet presAssocID="{4ABBE99B-AE30-4886-AB41-CF4D3C92FEC2}" presName="aNode" presStyleLbl="fgAcc1" presStyleIdx="1" presStyleCnt="3">
        <dgm:presLayoutVars>
          <dgm:bulletEnabled val="1"/>
        </dgm:presLayoutVars>
      </dgm:prSet>
      <dgm:spPr/>
    </dgm:pt>
    <dgm:pt modelId="{DDB1C28D-2E1B-4914-9434-5285ACA6688B}" type="pres">
      <dgm:prSet presAssocID="{4ABBE99B-AE30-4886-AB41-CF4D3C92FEC2}" presName="aSpace" presStyleCnt="0"/>
      <dgm:spPr/>
    </dgm:pt>
    <dgm:pt modelId="{8A3FB227-FFE0-4D78-901D-2B630D0BCCF9}" type="pres">
      <dgm:prSet presAssocID="{709C01E3-0F6B-4891-A390-1F93C0C60880}" presName="aNode" presStyleLbl="fgAcc1" presStyleIdx="2" presStyleCnt="3">
        <dgm:presLayoutVars>
          <dgm:bulletEnabled val="1"/>
        </dgm:presLayoutVars>
      </dgm:prSet>
      <dgm:spPr/>
    </dgm:pt>
    <dgm:pt modelId="{253906BD-443E-4CFC-A7F8-034DECCABE52}" type="pres">
      <dgm:prSet presAssocID="{709C01E3-0F6B-4891-A390-1F93C0C60880}" presName="aSpace" presStyleCnt="0"/>
      <dgm:spPr/>
    </dgm:pt>
  </dgm:ptLst>
  <dgm:cxnLst>
    <dgm:cxn modelId="{73405F0D-BA6B-4241-B83A-240B41B6E60C}" type="presOf" srcId="{4ABBE99B-AE30-4886-AB41-CF4D3C92FEC2}" destId="{2771DB25-B2A7-45A6-AA84-5F50BDE8A3DE}" srcOrd="0" destOrd="0" presId="urn:microsoft.com/office/officeart/2005/8/layout/pyramid2"/>
    <dgm:cxn modelId="{4BB9EC1C-9FBD-490D-A056-8C243ED98EDC}" type="presOf" srcId="{028D7FBF-3E22-4B69-A4DE-E7C86AD04E26}" destId="{CF64A09F-3869-4BC7-B0F6-1AAE3FE18EBE}" srcOrd="0" destOrd="0" presId="urn:microsoft.com/office/officeart/2005/8/layout/pyramid2"/>
    <dgm:cxn modelId="{13EF9C6A-B5DD-4578-95B6-0849CF58CE0F}" type="presOf" srcId="{3BED61CD-0A71-4387-A79A-6DF4C18E6B07}" destId="{D8C2AA0F-8AFC-4136-897F-592576B27BB2}" srcOrd="0" destOrd="0" presId="urn:microsoft.com/office/officeart/2005/8/layout/pyramid2"/>
    <dgm:cxn modelId="{767F9C4F-1B9A-4D58-B177-3A64DA23B54D}" srcId="{3BED61CD-0A71-4387-A79A-6DF4C18E6B07}" destId="{028D7FBF-3E22-4B69-A4DE-E7C86AD04E26}" srcOrd="0" destOrd="0" parTransId="{A913647B-BF72-406C-A8B4-8B62C24FF1F3}" sibTransId="{5F9C3861-02F0-4282-B279-DE2A36F4EA91}"/>
    <dgm:cxn modelId="{8FB08880-3772-4CE6-B5CC-EED63C0AF7F3}" srcId="{3BED61CD-0A71-4387-A79A-6DF4C18E6B07}" destId="{709C01E3-0F6B-4891-A390-1F93C0C60880}" srcOrd="2" destOrd="0" parTransId="{5749ABC8-AB14-403B-AAE8-F07B92BD23D2}" sibTransId="{E493C259-0D74-4A2F-BE3C-D3641196BCF8}"/>
    <dgm:cxn modelId="{B38B2791-F893-459D-8A07-82FFF03AB0DB}" type="presOf" srcId="{709C01E3-0F6B-4891-A390-1F93C0C60880}" destId="{8A3FB227-FFE0-4D78-901D-2B630D0BCCF9}" srcOrd="0" destOrd="0" presId="urn:microsoft.com/office/officeart/2005/8/layout/pyramid2"/>
    <dgm:cxn modelId="{230AE7A8-5230-4061-9EB3-2E00E92D9E4E}" srcId="{3BED61CD-0A71-4387-A79A-6DF4C18E6B07}" destId="{4ABBE99B-AE30-4886-AB41-CF4D3C92FEC2}" srcOrd="1" destOrd="0" parTransId="{99AF24C5-48F0-4D15-8C04-5CFC1C2C02A0}" sibTransId="{1F18CA6A-3B34-41F3-A6C8-9F89F2FDA510}"/>
    <dgm:cxn modelId="{F02ACA19-E7A9-4CA5-99A4-CA861FE4FCE6}" type="presParOf" srcId="{D8C2AA0F-8AFC-4136-897F-592576B27BB2}" destId="{8BEA4222-6739-4904-8493-83EACB5D2F2A}" srcOrd="0" destOrd="0" presId="urn:microsoft.com/office/officeart/2005/8/layout/pyramid2"/>
    <dgm:cxn modelId="{94B1C1F2-28A3-457F-BFD7-64E1CE66F9F7}" type="presParOf" srcId="{D8C2AA0F-8AFC-4136-897F-592576B27BB2}" destId="{C9A4A405-34AE-4E61-987D-EBC5EFCD7E97}" srcOrd="1" destOrd="0" presId="urn:microsoft.com/office/officeart/2005/8/layout/pyramid2"/>
    <dgm:cxn modelId="{119FE261-02ED-46C5-9B02-3620515C113E}" type="presParOf" srcId="{C9A4A405-34AE-4E61-987D-EBC5EFCD7E97}" destId="{CF64A09F-3869-4BC7-B0F6-1AAE3FE18EBE}" srcOrd="0" destOrd="0" presId="urn:microsoft.com/office/officeart/2005/8/layout/pyramid2"/>
    <dgm:cxn modelId="{B0837D99-FA7E-497E-9803-07C31B4B1960}" type="presParOf" srcId="{C9A4A405-34AE-4E61-987D-EBC5EFCD7E97}" destId="{F24ED4BA-2A35-4CFE-BE4A-5AE3D746DAE5}" srcOrd="1" destOrd="0" presId="urn:microsoft.com/office/officeart/2005/8/layout/pyramid2"/>
    <dgm:cxn modelId="{E3E1C0E2-037E-4BB0-9DCA-FD355B064833}" type="presParOf" srcId="{C9A4A405-34AE-4E61-987D-EBC5EFCD7E97}" destId="{2771DB25-B2A7-45A6-AA84-5F50BDE8A3DE}" srcOrd="2" destOrd="0" presId="urn:microsoft.com/office/officeart/2005/8/layout/pyramid2"/>
    <dgm:cxn modelId="{EC1A158F-3ED5-4FB2-859F-8E6EB44C5DB5}" type="presParOf" srcId="{C9A4A405-34AE-4E61-987D-EBC5EFCD7E97}" destId="{DDB1C28D-2E1B-4914-9434-5285ACA6688B}" srcOrd="3" destOrd="0" presId="urn:microsoft.com/office/officeart/2005/8/layout/pyramid2"/>
    <dgm:cxn modelId="{76E57204-97A8-400B-9225-E8D87399A0E2}" type="presParOf" srcId="{C9A4A405-34AE-4E61-987D-EBC5EFCD7E97}" destId="{8A3FB227-FFE0-4D78-901D-2B630D0BCCF9}" srcOrd="4" destOrd="0" presId="urn:microsoft.com/office/officeart/2005/8/layout/pyramid2"/>
    <dgm:cxn modelId="{ADA9C192-9DDD-4D6B-98A7-7BF9E78D1BC6}" type="presParOf" srcId="{C9A4A405-34AE-4E61-987D-EBC5EFCD7E97}" destId="{253906BD-443E-4CFC-A7F8-034DECCABE52}" srcOrd="5" destOrd="0" presId="urn:microsoft.com/office/officeart/2005/8/layout/pyramid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6374AC1B-0229-4FCD-995E-11CD9EE05285}"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30815E62-40C7-426E-80B2-52357025685F}">
      <dgm:prSet phldrT="[Text]">
        <dgm:style>
          <a:lnRef idx="0">
            <a:schemeClr val="accent5"/>
          </a:lnRef>
          <a:fillRef idx="3">
            <a:schemeClr val="accent5"/>
          </a:fillRef>
          <a:effectRef idx="3">
            <a:schemeClr val="accent5"/>
          </a:effectRef>
          <a:fontRef idx="minor">
            <a:schemeClr val="lt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Spell check</a:t>
          </a:r>
        </a:p>
      </dgm:t>
    </dgm:pt>
    <dgm:pt modelId="{3F7F3A92-DB36-4A20-9FCE-AB9EFCCA8F52}" type="parTrans" cxnId="{FC378BE4-93B2-4157-90B1-9E6A67994B28}">
      <dgm:prSet/>
      <dgm:spPr/>
      <dgm:t>
        <a:bodyPr/>
        <a:lstStyle/>
        <a:p>
          <a:endParaRPr lang="en-US"/>
        </a:p>
      </dgm:t>
    </dgm:pt>
    <dgm:pt modelId="{56585C04-4917-4049-A1F6-BF9E0057DC16}" type="sibTrans" cxnId="{FC378BE4-93B2-4157-90B1-9E6A67994B28}">
      <dgm:prSet/>
      <dgm:spPr/>
      <dgm:t>
        <a:bodyPr/>
        <a:lstStyle/>
        <a:p>
          <a:endParaRPr lang="en-US"/>
        </a:p>
      </dgm:t>
    </dgm:pt>
    <dgm:pt modelId="{6567268A-7283-43D9-8B70-6539E37476ED}">
      <dgm:prSet phldrT="[Text]">
        <dgm:style>
          <a:lnRef idx="2">
            <a:schemeClr val="accent5"/>
          </a:lnRef>
          <a:fillRef idx="1">
            <a:schemeClr val="lt1"/>
          </a:fillRef>
          <a:effectRef idx="0">
            <a:schemeClr val="accent5"/>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err="1"/>
            <a:t>flavrd</a:t>
          </a:r>
          <a:r>
            <a:rPr lang="en-US" dirty="0"/>
            <a:t>-lord</a:t>
          </a:r>
        </a:p>
      </dgm:t>
    </dgm:pt>
    <dgm:pt modelId="{EC588BE3-ABB7-425B-80E2-C542342C605C}" type="parTrans" cxnId="{ADB33896-B4A3-43BB-AED4-131C84A21889}">
      <dgm:prSet/>
      <dgm:spPr/>
      <dgm:t>
        <a:bodyPr/>
        <a:lstStyle/>
        <a:p>
          <a:endParaRPr lang="en-US"/>
        </a:p>
      </dgm:t>
    </dgm:pt>
    <dgm:pt modelId="{994881F2-B5A6-4599-BED9-B7A329D24FF5}" type="sibTrans" cxnId="{ADB33896-B4A3-43BB-AED4-131C84A21889}">
      <dgm:prSet/>
      <dgm:spPr/>
      <dgm:t>
        <a:bodyPr/>
        <a:lstStyle/>
        <a:p>
          <a:endParaRPr lang="en-US"/>
        </a:p>
      </dgm:t>
    </dgm:pt>
    <dgm:pt modelId="{1A879961-A427-466F-B015-E92033E1110A}">
      <dgm:prSet phldrT="[Text]">
        <dgm:style>
          <a:lnRef idx="0">
            <a:schemeClr val="accent1"/>
          </a:lnRef>
          <a:fillRef idx="3">
            <a:schemeClr val="accent1"/>
          </a:fillRef>
          <a:effectRef idx="3">
            <a:schemeClr val="accent1"/>
          </a:effectRef>
          <a:fontRef idx="minor">
            <a:schemeClr val="lt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Auto-correct</a:t>
          </a:r>
        </a:p>
      </dgm:t>
    </dgm:pt>
    <dgm:pt modelId="{155A48C3-A5DB-48CF-A4B0-66A6E5A0C9E7}" type="parTrans" cxnId="{C4E2B39F-2E66-4D1E-BCA8-F007EB3CBAD6}">
      <dgm:prSet/>
      <dgm:spPr/>
      <dgm:t>
        <a:bodyPr/>
        <a:lstStyle/>
        <a:p>
          <a:endParaRPr lang="en-US"/>
        </a:p>
      </dgm:t>
    </dgm:pt>
    <dgm:pt modelId="{5C5A342F-2F51-4523-BB78-9317B118ABF3}" type="sibTrans" cxnId="{C4E2B39F-2E66-4D1E-BCA8-F007EB3CBAD6}">
      <dgm:prSet/>
      <dgm:spPr/>
      <dgm:t>
        <a:bodyPr/>
        <a:lstStyle/>
        <a:p>
          <a:endParaRPr lang="en-US"/>
        </a:p>
      </dgm:t>
    </dgm:pt>
    <dgm:pt modelId="{45DADA76-5F91-4ECD-966F-8B7867860347}">
      <dgm:prSet phldrT="[Text]">
        <dgm:style>
          <a:lnRef idx="2">
            <a:schemeClr val="accent1"/>
          </a:lnRef>
          <a:fillRef idx="1">
            <a:schemeClr val="lt1"/>
          </a:fillRef>
          <a:effectRef idx="0">
            <a:schemeClr val="accent1"/>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err="1"/>
            <a:t>canela</a:t>
          </a:r>
          <a:r>
            <a:rPr lang="en-US" dirty="0"/>
            <a:t>-camera</a:t>
          </a:r>
        </a:p>
      </dgm:t>
    </dgm:pt>
    <dgm:pt modelId="{4047B0F5-48A6-4D3B-9FC4-A460C647DAC5}" type="parTrans" cxnId="{F4C12848-C854-401C-B658-DC7E570712A7}">
      <dgm:prSet/>
      <dgm:spPr/>
      <dgm:t>
        <a:bodyPr/>
        <a:lstStyle/>
        <a:p>
          <a:endParaRPr lang="en-US"/>
        </a:p>
      </dgm:t>
    </dgm:pt>
    <dgm:pt modelId="{2B6500F0-1432-439B-8DE2-1E6AB9D52265}" type="sibTrans" cxnId="{F4C12848-C854-401C-B658-DC7E570712A7}">
      <dgm:prSet/>
      <dgm:spPr/>
      <dgm:t>
        <a:bodyPr/>
        <a:lstStyle/>
        <a:p>
          <a:endParaRPr lang="en-US"/>
        </a:p>
      </dgm:t>
    </dgm:pt>
    <dgm:pt modelId="{C3295A6A-D73C-49D6-BEC4-021761ADC074}">
      <dgm:prSet phldrT="[Text]">
        <dgm:style>
          <a:lnRef idx="2">
            <a:schemeClr val="accent1"/>
          </a:lnRef>
          <a:fillRef idx="1">
            <a:schemeClr val="lt1"/>
          </a:fillRef>
          <a:effectRef idx="0">
            <a:schemeClr val="accent1"/>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celery-every</a:t>
          </a:r>
        </a:p>
      </dgm:t>
    </dgm:pt>
    <dgm:pt modelId="{A34A2391-66F1-44C0-8C32-CEB5F28B205A}" type="parTrans" cxnId="{F4957FC5-E185-4F13-A8CD-2816FB0FCF3C}">
      <dgm:prSet/>
      <dgm:spPr/>
      <dgm:t>
        <a:bodyPr/>
        <a:lstStyle/>
        <a:p>
          <a:endParaRPr lang="en-US"/>
        </a:p>
      </dgm:t>
    </dgm:pt>
    <dgm:pt modelId="{E80734C6-99AE-4CBE-8F93-FB2C8AD25605}" type="sibTrans" cxnId="{F4957FC5-E185-4F13-A8CD-2816FB0FCF3C}">
      <dgm:prSet/>
      <dgm:spPr/>
      <dgm:t>
        <a:bodyPr/>
        <a:lstStyle/>
        <a:p>
          <a:endParaRPr lang="en-US"/>
        </a:p>
      </dgm:t>
    </dgm:pt>
    <dgm:pt modelId="{F4DAC338-DBEE-44D7-8A9D-242ADF5499FA}">
      <dgm:prSet phldrT="[Text]">
        <dgm:style>
          <a:lnRef idx="0">
            <a:schemeClr val="accent6"/>
          </a:lnRef>
          <a:fillRef idx="3">
            <a:schemeClr val="accent6"/>
          </a:fillRef>
          <a:effectRef idx="3">
            <a:schemeClr val="accent6"/>
          </a:effectRef>
          <a:fontRef idx="minor">
            <a:schemeClr val="lt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Textblob</a:t>
          </a:r>
        </a:p>
      </dgm:t>
    </dgm:pt>
    <dgm:pt modelId="{D5AA3B7C-90DD-401A-9006-D9480B8466D2}" type="parTrans" cxnId="{FA606F3A-9DF6-45F5-8B81-BB6F9AE1B628}">
      <dgm:prSet/>
      <dgm:spPr/>
      <dgm:t>
        <a:bodyPr/>
        <a:lstStyle/>
        <a:p>
          <a:endParaRPr lang="en-US"/>
        </a:p>
      </dgm:t>
    </dgm:pt>
    <dgm:pt modelId="{C0EF412A-20ED-4520-AD79-2C4E8F3D3BFD}" type="sibTrans" cxnId="{FA606F3A-9DF6-45F5-8B81-BB6F9AE1B628}">
      <dgm:prSet/>
      <dgm:spPr/>
      <dgm:t>
        <a:bodyPr/>
        <a:lstStyle/>
        <a:p>
          <a:endParaRPr lang="en-US"/>
        </a:p>
      </dgm:t>
    </dgm:pt>
    <dgm:pt modelId="{509105E0-7DD9-4791-AAFC-27F7268E347A}">
      <dgm:prSet phldrT="[Text]">
        <dgm:style>
          <a:lnRef idx="2">
            <a:schemeClr val="accent6"/>
          </a:lnRef>
          <a:fillRef idx="1">
            <a:schemeClr val="lt1"/>
          </a:fillRef>
          <a:effectRef idx="0">
            <a:schemeClr val="accent6"/>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burger-burgher</a:t>
          </a:r>
        </a:p>
      </dgm:t>
    </dgm:pt>
    <dgm:pt modelId="{6D348732-6256-4F76-A7D6-9F9D9EA1D5BC}" type="parTrans" cxnId="{6E7D797F-15EF-4F3D-9D75-38403CE07556}">
      <dgm:prSet/>
      <dgm:spPr/>
      <dgm:t>
        <a:bodyPr/>
        <a:lstStyle/>
        <a:p>
          <a:endParaRPr lang="en-US"/>
        </a:p>
      </dgm:t>
    </dgm:pt>
    <dgm:pt modelId="{463B3BC4-3FBE-4075-91BD-F69AFE4884F3}" type="sibTrans" cxnId="{6E7D797F-15EF-4F3D-9D75-38403CE07556}">
      <dgm:prSet/>
      <dgm:spPr/>
      <dgm:t>
        <a:bodyPr/>
        <a:lstStyle/>
        <a:p>
          <a:endParaRPr lang="en-US"/>
        </a:p>
      </dgm:t>
    </dgm:pt>
    <dgm:pt modelId="{79F6AAE6-76F2-4E19-991E-63B64A1F5EE7}">
      <dgm:prSet phldrT="[Text]">
        <dgm:style>
          <a:lnRef idx="0">
            <a:schemeClr val="accent4"/>
          </a:lnRef>
          <a:fillRef idx="3">
            <a:schemeClr val="accent4"/>
          </a:fillRef>
          <a:effectRef idx="3">
            <a:schemeClr val="accent4"/>
          </a:effectRef>
          <a:fontRef idx="minor">
            <a:schemeClr val="lt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Snowball Stemming</a:t>
          </a:r>
        </a:p>
      </dgm:t>
    </dgm:pt>
    <dgm:pt modelId="{C846C2E0-6DC7-4EA1-A31B-A0ED7AFD77FA}" type="parTrans" cxnId="{DF96B6C8-674F-412E-8A5C-2C495ED4F6BA}">
      <dgm:prSet/>
      <dgm:spPr/>
      <dgm:t>
        <a:bodyPr/>
        <a:lstStyle/>
        <a:p>
          <a:endParaRPr lang="en-US"/>
        </a:p>
      </dgm:t>
    </dgm:pt>
    <dgm:pt modelId="{5D54641C-2BF1-4936-AD79-41C5C7934458}" type="sibTrans" cxnId="{DF96B6C8-674F-412E-8A5C-2C495ED4F6BA}">
      <dgm:prSet/>
      <dgm:spPr/>
      <dgm:t>
        <a:bodyPr/>
        <a:lstStyle/>
        <a:p>
          <a:endParaRPr lang="en-US"/>
        </a:p>
      </dgm:t>
    </dgm:pt>
    <dgm:pt modelId="{12F6538A-240C-4779-85A5-A70FCDBDADE6}">
      <dgm:prSet>
        <dgm:style>
          <a:lnRef idx="2">
            <a:schemeClr val="accent5"/>
          </a:lnRef>
          <a:fillRef idx="1">
            <a:schemeClr val="lt1"/>
          </a:fillRef>
          <a:effectRef idx="0">
            <a:schemeClr val="accent5"/>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a:t>keylime-kylie</a:t>
          </a:r>
        </a:p>
      </dgm:t>
    </dgm:pt>
    <dgm:pt modelId="{31EDB47F-7490-4B60-A528-F8EB94ED96ED}" type="parTrans" cxnId="{18DFF1D0-766F-4EBB-9BDC-4B9F898D3417}">
      <dgm:prSet/>
      <dgm:spPr/>
      <dgm:t>
        <a:bodyPr/>
        <a:lstStyle/>
        <a:p>
          <a:endParaRPr lang="en-US"/>
        </a:p>
      </dgm:t>
    </dgm:pt>
    <dgm:pt modelId="{94CDF12A-CFB3-436F-B464-FC00B674C1B6}" type="sibTrans" cxnId="{18DFF1D0-766F-4EBB-9BDC-4B9F898D3417}">
      <dgm:prSet/>
      <dgm:spPr/>
      <dgm:t>
        <a:bodyPr/>
        <a:lstStyle/>
        <a:p>
          <a:endParaRPr lang="en-US"/>
        </a:p>
      </dgm:t>
    </dgm:pt>
    <dgm:pt modelId="{14442C80-365D-43F4-8C9C-C5E07D42DD18}">
      <dgm:prSet>
        <dgm:style>
          <a:lnRef idx="2">
            <a:schemeClr val="accent5"/>
          </a:lnRef>
          <a:fillRef idx="1">
            <a:schemeClr val="lt1"/>
          </a:fillRef>
          <a:effectRef idx="0">
            <a:schemeClr val="accent5"/>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a:t>sunflwer-sunflower</a:t>
          </a:r>
        </a:p>
      </dgm:t>
    </dgm:pt>
    <dgm:pt modelId="{8428A40D-7DFE-40D5-8F56-27BA8E8F3BF7}" type="parTrans" cxnId="{D7D76620-CA9B-4C54-B90D-BCDC8901E757}">
      <dgm:prSet/>
      <dgm:spPr/>
      <dgm:t>
        <a:bodyPr/>
        <a:lstStyle/>
        <a:p>
          <a:endParaRPr lang="en-US"/>
        </a:p>
      </dgm:t>
    </dgm:pt>
    <dgm:pt modelId="{635A23E4-EBE3-41AA-9E64-E042B0F8E83E}" type="sibTrans" cxnId="{D7D76620-CA9B-4C54-B90D-BCDC8901E757}">
      <dgm:prSet/>
      <dgm:spPr/>
      <dgm:t>
        <a:bodyPr/>
        <a:lstStyle/>
        <a:p>
          <a:endParaRPr lang="en-US"/>
        </a:p>
      </dgm:t>
    </dgm:pt>
    <dgm:pt modelId="{EB82D994-1D29-4FAA-B75F-8CCE786F4D83}">
      <dgm:prSet>
        <dgm:style>
          <a:lnRef idx="2">
            <a:schemeClr val="accent5"/>
          </a:lnRef>
          <a:fillRef idx="1">
            <a:schemeClr val="lt1"/>
          </a:fillRef>
          <a:effectRef idx="0">
            <a:schemeClr val="accent5"/>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a:t>caulicrmb-caulicrmb</a:t>
          </a:r>
        </a:p>
      </dgm:t>
    </dgm:pt>
    <dgm:pt modelId="{C7D4B719-64D3-4357-8ACB-C3DFEB15DEAA}" type="parTrans" cxnId="{26241C6D-E041-4411-8545-DAF48E024205}">
      <dgm:prSet/>
      <dgm:spPr/>
      <dgm:t>
        <a:bodyPr/>
        <a:lstStyle/>
        <a:p>
          <a:endParaRPr lang="en-US"/>
        </a:p>
      </dgm:t>
    </dgm:pt>
    <dgm:pt modelId="{5A3B4F7C-470D-467F-BC8C-D49729ACCEBF}" type="sibTrans" cxnId="{26241C6D-E041-4411-8545-DAF48E024205}">
      <dgm:prSet/>
      <dgm:spPr/>
      <dgm:t>
        <a:bodyPr/>
        <a:lstStyle/>
        <a:p>
          <a:endParaRPr lang="en-US"/>
        </a:p>
      </dgm:t>
    </dgm:pt>
    <dgm:pt modelId="{E62B5666-1421-4170-85DF-BE82CCCD7EBF}">
      <dgm:prSet>
        <dgm:style>
          <a:lnRef idx="2">
            <a:schemeClr val="accent5"/>
          </a:lnRef>
          <a:fillRef idx="1">
            <a:schemeClr val="lt1"/>
          </a:fillRef>
          <a:effectRef idx="0">
            <a:schemeClr val="accent5"/>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err="1"/>
            <a:t>stayman-starman</a:t>
          </a:r>
          <a:endParaRPr lang="en-US" dirty="0"/>
        </a:p>
      </dgm:t>
    </dgm:pt>
    <dgm:pt modelId="{DA249958-C26D-410C-992D-4162A071141B}" type="parTrans" cxnId="{CCDA0BD9-E693-45D6-ACE8-FED19B833008}">
      <dgm:prSet/>
      <dgm:spPr/>
      <dgm:t>
        <a:bodyPr/>
        <a:lstStyle/>
        <a:p>
          <a:endParaRPr lang="en-US"/>
        </a:p>
      </dgm:t>
    </dgm:pt>
    <dgm:pt modelId="{4F03BB34-E691-47C8-825F-F82C484111E0}" type="sibTrans" cxnId="{CCDA0BD9-E693-45D6-ACE8-FED19B833008}">
      <dgm:prSet/>
      <dgm:spPr/>
      <dgm:t>
        <a:bodyPr/>
        <a:lstStyle/>
        <a:p>
          <a:endParaRPr lang="en-US"/>
        </a:p>
      </dgm:t>
    </dgm:pt>
    <dgm:pt modelId="{4646E2F7-CDB7-4DFF-8C9F-718998930F40}">
      <dgm:prSet>
        <dgm:style>
          <a:lnRef idx="2">
            <a:schemeClr val="accent5"/>
          </a:lnRef>
          <a:fillRef idx="1">
            <a:schemeClr val="lt1"/>
          </a:fillRef>
          <a:effectRef idx="0">
            <a:schemeClr val="accent5"/>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a:t>xref-ref</a:t>
          </a:r>
        </a:p>
      </dgm:t>
    </dgm:pt>
    <dgm:pt modelId="{B569E134-F50E-4E85-BD59-EF71AFEB08A7}" type="parTrans" cxnId="{7E958010-08D2-4BFF-9447-548AE059927D}">
      <dgm:prSet/>
      <dgm:spPr/>
      <dgm:t>
        <a:bodyPr/>
        <a:lstStyle/>
        <a:p>
          <a:endParaRPr lang="en-US"/>
        </a:p>
      </dgm:t>
    </dgm:pt>
    <dgm:pt modelId="{6404063F-3AEC-4C8B-A47D-8B2D83FF0A4F}" type="sibTrans" cxnId="{7E958010-08D2-4BFF-9447-548AE059927D}">
      <dgm:prSet/>
      <dgm:spPr/>
      <dgm:t>
        <a:bodyPr/>
        <a:lstStyle/>
        <a:p>
          <a:endParaRPr lang="en-US"/>
        </a:p>
      </dgm:t>
    </dgm:pt>
    <dgm:pt modelId="{B272B85E-AB95-496B-BFFE-A4129E73BDC9}">
      <dgm:prSet>
        <dgm:style>
          <a:lnRef idx="2">
            <a:schemeClr val="accent5"/>
          </a:lnRef>
          <a:fillRef idx="1">
            <a:schemeClr val="lt1"/>
          </a:fillRef>
          <a:effectRef idx="0">
            <a:schemeClr val="accent5"/>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a:t>braeburn-rayburn</a:t>
          </a:r>
        </a:p>
      </dgm:t>
    </dgm:pt>
    <dgm:pt modelId="{0B74FA95-AE3B-4EFF-B017-A8E93C51A3D6}" type="parTrans" cxnId="{1A5434F1-3D2D-4EEB-8FC4-4F478B300DA9}">
      <dgm:prSet/>
      <dgm:spPr/>
      <dgm:t>
        <a:bodyPr/>
        <a:lstStyle/>
        <a:p>
          <a:endParaRPr lang="en-US"/>
        </a:p>
      </dgm:t>
    </dgm:pt>
    <dgm:pt modelId="{8CD9788C-180D-4923-AC4D-B43B5A6192DB}" type="sibTrans" cxnId="{1A5434F1-3D2D-4EEB-8FC4-4F478B300DA9}">
      <dgm:prSet/>
      <dgm:spPr/>
      <dgm:t>
        <a:bodyPr/>
        <a:lstStyle/>
        <a:p>
          <a:endParaRPr lang="en-US"/>
        </a:p>
      </dgm:t>
    </dgm:pt>
    <dgm:pt modelId="{FB5A7AB4-A7B9-44AF-93DE-8637133B1BD9}">
      <dgm:prSet>
        <dgm:style>
          <a:lnRef idx="2">
            <a:schemeClr val="accent5"/>
          </a:lnRef>
          <a:fillRef idx="1">
            <a:schemeClr val="lt1"/>
          </a:fillRef>
          <a:effectRef idx="0">
            <a:schemeClr val="accent5"/>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err="1"/>
            <a:t>pinkldy</a:t>
          </a:r>
          <a:r>
            <a:rPr lang="en-US" dirty="0"/>
            <a:t>-pinky</a:t>
          </a:r>
        </a:p>
      </dgm:t>
    </dgm:pt>
    <dgm:pt modelId="{472CFCC9-6EA5-4410-B62B-F3C56C338E1B}" type="parTrans" cxnId="{DF703AC7-E2DE-4F75-AD0F-83272DA84439}">
      <dgm:prSet/>
      <dgm:spPr/>
      <dgm:t>
        <a:bodyPr/>
        <a:lstStyle/>
        <a:p>
          <a:endParaRPr lang="en-US"/>
        </a:p>
      </dgm:t>
    </dgm:pt>
    <dgm:pt modelId="{695908AA-9323-465C-BF41-31EBE52BC553}" type="sibTrans" cxnId="{DF703AC7-E2DE-4F75-AD0F-83272DA84439}">
      <dgm:prSet/>
      <dgm:spPr/>
      <dgm:t>
        <a:bodyPr/>
        <a:lstStyle/>
        <a:p>
          <a:endParaRPr lang="en-US"/>
        </a:p>
      </dgm:t>
    </dgm:pt>
    <dgm:pt modelId="{95BC77C9-3CCB-4DED-AFFD-365630D7B230}">
      <dgm:prSet phldrT="[Text]">
        <dgm:style>
          <a:lnRef idx="2">
            <a:schemeClr val="accent4"/>
          </a:lnRef>
          <a:fillRef idx="1">
            <a:schemeClr val="lt1"/>
          </a:fillRef>
          <a:effectRef idx="0">
            <a:schemeClr val="accent4"/>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freshly  :  fresh</a:t>
          </a:r>
        </a:p>
      </dgm:t>
    </dgm:pt>
    <dgm:pt modelId="{064C0C03-3750-4A88-8D73-5C69345C3C98}" type="parTrans" cxnId="{D821F6C6-C7BD-4F78-BBF0-1D482CA5503B}">
      <dgm:prSet/>
      <dgm:spPr/>
      <dgm:t>
        <a:bodyPr/>
        <a:lstStyle/>
        <a:p>
          <a:endParaRPr lang="en-US"/>
        </a:p>
      </dgm:t>
    </dgm:pt>
    <dgm:pt modelId="{6F5B1EC1-93B6-4FEE-B707-8C6020169C11}" type="sibTrans" cxnId="{D821F6C6-C7BD-4F78-BBF0-1D482CA5503B}">
      <dgm:prSet/>
      <dgm:spPr/>
      <dgm:t>
        <a:bodyPr/>
        <a:lstStyle/>
        <a:p>
          <a:endParaRPr lang="en-US"/>
        </a:p>
      </dgm:t>
    </dgm:pt>
    <dgm:pt modelId="{DB410A64-B7CC-4C40-87DB-A006996E988E}">
      <dgm:prSet>
        <dgm:style>
          <a:lnRef idx="2">
            <a:schemeClr val="accent4"/>
          </a:lnRef>
          <a:fillRef idx="1">
            <a:schemeClr val="lt1"/>
          </a:fillRef>
          <a:effectRef idx="0">
            <a:schemeClr val="accent4"/>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freshness  :  fresh</a:t>
          </a:r>
        </a:p>
      </dgm:t>
    </dgm:pt>
    <dgm:pt modelId="{E69C4BA4-AFB4-41EA-B576-1E8F62FB49A4}" type="parTrans" cxnId="{0C034722-781E-4F61-A8C3-F7EEA6031876}">
      <dgm:prSet/>
      <dgm:spPr/>
      <dgm:t>
        <a:bodyPr/>
        <a:lstStyle/>
        <a:p>
          <a:endParaRPr lang="en-US"/>
        </a:p>
      </dgm:t>
    </dgm:pt>
    <dgm:pt modelId="{5D6D2325-0DD5-4519-8BFB-F0A086DD349D}" type="sibTrans" cxnId="{0C034722-781E-4F61-A8C3-F7EEA6031876}">
      <dgm:prSet/>
      <dgm:spPr/>
      <dgm:t>
        <a:bodyPr/>
        <a:lstStyle/>
        <a:p>
          <a:endParaRPr lang="en-US"/>
        </a:p>
      </dgm:t>
    </dgm:pt>
    <dgm:pt modelId="{4216F41D-E77D-4E04-9D00-06D00F83B171}">
      <dgm:prSet>
        <dgm:style>
          <a:lnRef idx="2">
            <a:schemeClr val="accent4"/>
          </a:lnRef>
          <a:fillRef idx="1">
            <a:schemeClr val="lt1"/>
          </a:fillRef>
          <a:effectRef idx="0">
            <a:schemeClr val="accent4"/>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grilled  :  grill</a:t>
          </a:r>
        </a:p>
      </dgm:t>
    </dgm:pt>
    <dgm:pt modelId="{5AE02F74-C875-4371-AA26-6073F06A2643}" type="parTrans" cxnId="{4E2E0B8B-AA26-4213-9A5F-CB9EA0EF6AF9}">
      <dgm:prSet/>
      <dgm:spPr/>
      <dgm:t>
        <a:bodyPr/>
        <a:lstStyle/>
        <a:p>
          <a:endParaRPr lang="en-US"/>
        </a:p>
      </dgm:t>
    </dgm:pt>
    <dgm:pt modelId="{0CA6DB1D-90FE-438D-8AE6-D981E2C17223}" type="sibTrans" cxnId="{4E2E0B8B-AA26-4213-9A5F-CB9EA0EF6AF9}">
      <dgm:prSet/>
      <dgm:spPr/>
      <dgm:t>
        <a:bodyPr/>
        <a:lstStyle/>
        <a:p>
          <a:endParaRPr lang="en-US"/>
        </a:p>
      </dgm:t>
    </dgm:pt>
    <dgm:pt modelId="{62605959-87A2-4FB4-A3EC-884B41367598}">
      <dgm:prSet>
        <dgm:style>
          <a:lnRef idx="2">
            <a:schemeClr val="accent4"/>
          </a:lnRef>
          <a:fillRef idx="1">
            <a:schemeClr val="lt1"/>
          </a:fillRef>
          <a:effectRef idx="0">
            <a:schemeClr val="accent4"/>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grilling  :  grill</a:t>
          </a:r>
        </a:p>
      </dgm:t>
    </dgm:pt>
    <dgm:pt modelId="{C8C42865-C7B6-4C08-9289-C562F37312A3}" type="parTrans" cxnId="{B32ABC04-6666-421E-B4ED-7CD8851B02B2}">
      <dgm:prSet/>
      <dgm:spPr/>
      <dgm:t>
        <a:bodyPr/>
        <a:lstStyle/>
        <a:p>
          <a:endParaRPr lang="en-US"/>
        </a:p>
      </dgm:t>
    </dgm:pt>
    <dgm:pt modelId="{59C65846-2013-40A3-B86A-7E2794E5B823}" type="sibTrans" cxnId="{B32ABC04-6666-421E-B4ED-7CD8851B02B2}">
      <dgm:prSet/>
      <dgm:spPr/>
      <dgm:t>
        <a:bodyPr/>
        <a:lstStyle/>
        <a:p>
          <a:endParaRPr lang="en-US"/>
        </a:p>
      </dgm:t>
    </dgm:pt>
    <dgm:pt modelId="{98F1B151-2DA1-4369-B8D5-F579EF52185C}">
      <dgm:prSet>
        <dgm:style>
          <a:lnRef idx="2">
            <a:schemeClr val="accent4"/>
          </a:lnRef>
          <a:fillRef idx="1">
            <a:schemeClr val="lt1"/>
          </a:fillRef>
          <a:effectRef idx="0">
            <a:schemeClr val="accent4"/>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juice  :  juic</a:t>
          </a:r>
        </a:p>
      </dgm:t>
    </dgm:pt>
    <dgm:pt modelId="{4262B9AE-4FF6-4E18-9B9D-264990B70A28}" type="parTrans" cxnId="{F5C00EA8-6242-44C7-8925-7C7BDF577F1A}">
      <dgm:prSet/>
      <dgm:spPr/>
      <dgm:t>
        <a:bodyPr/>
        <a:lstStyle/>
        <a:p>
          <a:endParaRPr lang="en-US"/>
        </a:p>
      </dgm:t>
    </dgm:pt>
    <dgm:pt modelId="{DADFA361-ED6B-4FA0-BB2E-9482CD2591D7}" type="sibTrans" cxnId="{F5C00EA8-6242-44C7-8925-7C7BDF577F1A}">
      <dgm:prSet/>
      <dgm:spPr/>
      <dgm:t>
        <a:bodyPr/>
        <a:lstStyle/>
        <a:p>
          <a:endParaRPr lang="en-US"/>
        </a:p>
      </dgm:t>
    </dgm:pt>
    <dgm:pt modelId="{D92BB8E2-D6A7-45DD-BE47-14D6E73A279C}">
      <dgm:prSet>
        <dgm:style>
          <a:lnRef idx="2">
            <a:schemeClr val="accent4"/>
          </a:lnRef>
          <a:fillRef idx="1">
            <a:schemeClr val="lt1"/>
          </a:fillRef>
          <a:effectRef idx="0">
            <a:schemeClr val="accent4"/>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juicing  :  juic</a:t>
          </a:r>
        </a:p>
      </dgm:t>
    </dgm:pt>
    <dgm:pt modelId="{F2F3A3D3-128C-48AB-9D05-D74CC0C08185}" type="parTrans" cxnId="{EC889CB8-65E1-4F89-BC2F-7A100F5A7752}">
      <dgm:prSet/>
      <dgm:spPr/>
      <dgm:t>
        <a:bodyPr/>
        <a:lstStyle/>
        <a:p>
          <a:endParaRPr lang="en-US"/>
        </a:p>
      </dgm:t>
    </dgm:pt>
    <dgm:pt modelId="{F4519076-A22D-4129-B4EC-F912F0409113}" type="sibTrans" cxnId="{EC889CB8-65E1-4F89-BC2F-7A100F5A7752}">
      <dgm:prSet/>
      <dgm:spPr/>
      <dgm:t>
        <a:bodyPr/>
        <a:lstStyle/>
        <a:p>
          <a:endParaRPr lang="en-US"/>
        </a:p>
      </dgm:t>
    </dgm:pt>
    <dgm:pt modelId="{B6614B0A-DDE8-41AB-804C-44CE82C2D1DC}">
      <dgm:prSet>
        <dgm:style>
          <a:lnRef idx="2">
            <a:schemeClr val="accent4"/>
          </a:lnRef>
          <a:fillRef idx="1">
            <a:schemeClr val="lt1"/>
          </a:fillRef>
          <a:effectRef idx="0">
            <a:schemeClr val="accent4"/>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berry  :  berri</a:t>
          </a:r>
        </a:p>
      </dgm:t>
    </dgm:pt>
    <dgm:pt modelId="{3CAD7E6E-B07F-4E7A-A008-D7E779664AD4}" type="parTrans" cxnId="{BDFA8F07-3A76-458D-AFDD-26BD1EC731FC}">
      <dgm:prSet/>
      <dgm:spPr/>
      <dgm:t>
        <a:bodyPr/>
        <a:lstStyle/>
        <a:p>
          <a:endParaRPr lang="en-US"/>
        </a:p>
      </dgm:t>
    </dgm:pt>
    <dgm:pt modelId="{54D383CB-1395-4F8E-A974-76B6B2B515D6}" type="sibTrans" cxnId="{BDFA8F07-3A76-458D-AFDD-26BD1EC731FC}">
      <dgm:prSet/>
      <dgm:spPr/>
      <dgm:t>
        <a:bodyPr/>
        <a:lstStyle/>
        <a:p>
          <a:endParaRPr lang="en-US"/>
        </a:p>
      </dgm:t>
    </dgm:pt>
    <dgm:pt modelId="{2EC4A201-406D-4C98-A596-9F7F9D1149D7}">
      <dgm:prSet>
        <dgm:style>
          <a:lnRef idx="2">
            <a:schemeClr val="accent4"/>
          </a:lnRef>
          <a:fillRef idx="1">
            <a:schemeClr val="lt1"/>
          </a:fillRef>
          <a:effectRef idx="0">
            <a:schemeClr val="accent4"/>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beverage  :  beverag</a:t>
          </a:r>
        </a:p>
      </dgm:t>
    </dgm:pt>
    <dgm:pt modelId="{6D3947BC-47E6-4F45-8237-39265623D002}" type="parTrans" cxnId="{B78D85E9-BBF9-456E-B300-168082366772}">
      <dgm:prSet/>
      <dgm:spPr/>
      <dgm:t>
        <a:bodyPr/>
        <a:lstStyle/>
        <a:p>
          <a:endParaRPr lang="en-US"/>
        </a:p>
      </dgm:t>
    </dgm:pt>
    <dgm:pt modelId="{D5A32A67-99B0-4660-AA96-743874EA0227}" type="sibTrans" cxnId="{B78D85E9-BBF9-456E-B300-168082366772}">
      <dgm:prSet/>
      <dgm:spPr/>
      <dgm:t>
        <a:bodyPr/>
        <a:lstStyle/>
        <a:p>
          <a:endParaRPr lang="en-US"/>
        </a:p>
      </dgm:t>
    </dgm:pt>
    <dgm:pt modelId="{A0CA75CA-3166-4F0B-B712-7C46765C1995}">
      <dgm:prSet>
        <dgm:style>
          <a:lnRef idx="2">
            <a:schemeClr val="accent4"/>
          </a:lnRef>
          <a:fillRef idx="1">
            <a:schemeClr val="lt1"/>
          </a:fillRef>
          <a:effectRef idx="0">
            <a:schemeClr val="accent4"/>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blackberry  :  blackberri</a:t>
          </a:r>
        </a:p>
      </dgm:t>
    </dgm:pt>
    <dgm:pt modelId="{93681384-BA93-450B-801C-1B38CEBE2EBD}" type="parTrans" cxnId="{C901000F-0AF8-49DF-BE1C-D1EF43ABF4EF}">
      <dgm:prSet/>
      <dgm:spPr/>
      <dgm:t>
        <a:bodyPr/>
        <a:lstStyle/>
        <a:p>
          <a:endParaRPr lang="en-US"/>
        </a:p>
      </dgm:t>
    </dgm:pt>
    <dgm:pt modelId="{512558EF-4391-48FF-9843-204221E5A957}" type="sibTrans" cxnId="{C901000F-0AF8-49DF-BE1C-D1EF43ABF4EF}">
      <dgm:prSet/>
      <dgm:spPr/>
      <dgm:t>
        <a:bodyPr/>
        <a:lstStyle/>
        <a:p>
          <a:endParaRPr lang="en-US"/>
        </a:p>
      </dgm:t>
    </dgm:pt>
    <dgm:pt modelId="{71FD5E99-0617-494E-AF8E-F48CFCD1514E}">
      <dgm:prSet>
        <dgm:style>
          <a:lnRef idx="2">
            <a:schemeClr val="accent4"/>
          </a:lnRef>
          <a:fillRef idx="1">
            <a:schemeClr val="lt1"/>
          </a:fillRef>
          <a:effectRef idx="0">
            <a:schemeClr val="accent4"/>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aloe  :  alo</a:t>
          </a:r>
        </a:p>
      </dgm:t>
    </dgm:pt>
    <dgm:pt modelId="{C2BA1A10-7D1D-43F6-A73C-7844B1E0EA9F}" type="parTrans" cxnId="{AAD8703C-AC0A-4C14-B8EC-C38A950B161C}">
      <dgm:prSet/>
      <dgm:spPr/>
      <dgm:t>
        <a:bodyPr/>
        <a:lstStyle/>
        <a:p>
          <a:endParaRPr lang="en-US"/>
        </a:p>
      </dgm:t>
    </dgm:pt>
    <dgm:pt modelId="{5F0F76AF-7C64-4482-AE47-E7C563D81E7A}" type="sibTrans" cxnId="{AAD8703C-AC0A-4C14-B8EC-C38A950B161C}">
      <dgm:prSet/>
      <dgm:spPr/>
      <dgm:t>
        <a:bodyPr/>
        <a:lstStyle/>
        <a:p>
          <a:endParaRPr lang="en-US"/>
        </a:p>
      </dgm:t>
    </dgm:pt>
    <dgm:pt modelId="{B73DFD77-AD28-435F-93B1-498738829443}">
      <dgm:prSet>
        <dgm:style>
          <a:lnRef idx="2">
            <a:schemeClr val="accent4"/>
          </a:lnRef>
          <a:fillRef idx="1">
            <a:schemeClr val="lt1"/>
          </a:fillRef>
          <a:effectRef idx="0">
            <a:schemeClr val="accent4"/>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anise  :  anis</a:t>
          </a:r>
        </a:p>
      </dgm:t>
    </dgm:pt>
    <dgm:pt modelId="{6BB0F058-FE4F-4995-809C-F19E41D4B13C}" type="parTrans" cxnId="{45A4CBD2-227E-4B2D-9719-478B1A29AAA0}">
      <dgm:prSet/>
      <dgm:spPr/>
      <dgm:t>
        <a:bodyPr/>
        <a:lstStyle/>
        <a:p>
          <a:endParaRPr lang="en-US"/>
        </a:p>
      </dgm:t>
    </dgm:pt>
    <dgm:pt modelId="{3C215F70-5A88-40F8-9F8B-06F1D66CAE15}" type="sibTrans" cxnId="{45A4CBD2-227E-4B2D-9719-478B1A29AAA0}">
      <dgm:prSet/>
      <dgm:spPr/>
      <dgm:t>
        <a:bodyPr/>
        <a:lstStyle/>
        <a:p>
          <a:endParaRPr lang="en-US"/>
        </a:p>
      </dgm:t>
    </dgm:pt>
    <dgm:pt modelId="{20BC694C-6F40-48DD-A697-420E2D89355C}">
      <dgm:prSet>
        <dgm:style>
          <a:lnRef idx="2">
            <a:schemeClr val="accent4"/>
          </a:lnRef>
          <a:fillRef idx="1">
            <a:schemeClr val="lt1"/>
          </a:fillRef>
          <a:effectRef idx="0">
            <a:schemeClr val="accent4"/>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apple  :  appl</a:t>
          </a:r>
        </a:p>
      </dgm:t>
    </dgm:pt>
    <dgm:pt modelId="{7D5E8FA1-A489-4271-B5C2-EF82B00E172B}" type="parTrans" cxnId="{8D5DEC0B-918C-4F8F-A602-B3C9CA01002C}">
      <dgm:prSet/>
      <dgm:spPr/>
      <dgm:t>
        <a:bodyPr/>
        <a:lstStyle/>
        <a:p>
          <a:endParaRPr lang="en-US"/>
        </a:p>
      </dgm:t>
    </dgm:pt>
    <dgm:pt modelId="{699A0909-87AA-44EE-86D7-4FC0DD27421A}" type="sibTrans" cxnId="{8D5DEC0B-918C-4F8F-A602-B3C9CA01002C}">
      <dgm:prSet/>
      <dgm:spPr/>
      <dgm:t>
        <a:bodyPr/>
        <a:lstStyle/>
        <a:p>
          <a:endParaRPr lang="en-US"/>
        </a:p>
      </dgm:t>
    </dgm:pt>
    <dgm:pt modelId="{E2A1E830-643A-44F1-AC47-5538E7342F5B}">
      <dgm:prSet>
        <dgm:style>
          <a:lnRef idx="2">
            <a:schemeClr val="accent4"/>
          </a:lnRef>
          <a:fillRef idx="1">
            <a:schemeClr val="lt1"/>
          </a:fillRef>
          <a:effectRef idx="0">
            <a:schemeClr val="accent4"/>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cauliflower  :  cauliflow</a:t>
          </a:r>
        </a:p>
      </dgm:t>
    </dgm:pt>
    <dgm:pt modelId="{FFD5C0CD-280C-48C0-B460-068ADF60A0A9}" type="parTrans" cxnId="{B851F84C-BE29-462E-9C2E-526195FC5B62}">
      <dgm:prSet/>
      <dgm:spPr/>
      <dgm:t>
        <a:bodyPr/>
        <a:lstStyle/>
        <a:p>
          <a:endParaRPr lang="en-US"/>
        </a:p>
      </dgm:t>
    </dgm:pt>
    <dgm:pt modelId="{85E72BD0-B3AE-4F58-80A1-209D5B4A071C}" type="sibTrans" cxnId="{B851F84C-BE29-462E-9C2E-526195FC5B62}">
      <dgm:prSet/>
      <dgm:spPr/>
      <dgm:t>
        <a:bodyPr/>
        <a:lstStyle/>
        <a:p>
          <a:endParaRPr lang="en-US"/>
        </a:p>
      </dgm:t>
    </dgm:pt>
    <dgm:pt modelId="{A4604F7B-9463-4702-BD87-079503FC9A01}">
      <dgm:prSet>
        <dgm:style>
          <a:lnRef idx="2">
            <a:schemeClr val="accent4"/>
          </a:lnRef>
          <a:fillRef idx="1">
            <a:schemeClr val="lt1"/>
          </a:fillRef>
          <a:effectRef idx="0">
            <a:schemeClr val="accent4"/>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ccandy  :  ccandi</a:t>
          </a:r>
        </a:p>
      </dgm:t>
    </dgm:pt>
    <dgm:pt modelId="{45A23FCC-3628-4FA1-A265-21C1E9F9241B}" type="parTrans" cxnId="{A695E4CA-D35A-494D-B742-355DFF4E448E}">
      <dgm:prSet/>
      <dgm:spPr/>
      <dgm:t>
        <a:bodyPr/>
        <a:lstStyle/>
        <a:p>
          <a:endParaRPr lang="en-US"/>
        </a:p>
      </dgm:t>
    </dgm:pt>
    <dgm:pt modelId="{F069AD79-1005-4EA5-BB0B-7A44F540722D}" type="sibTrans" cxnId="{A695E4CA-D35A-494D-B742-355DFF4E448E}">
      <dgm:prSet/>
      <dgm:spPr/>
      <dgm:t>
        <a:bodyPr/>
        <a:lstStyle/>
        <a:p>
          <a:endParaRPr lang="en-US"/>
        </a:p>
      </dgm:t>
    </dgm:pt>
    <dgm:pt modelId="{EF1FAC6C-824E-46CD-8D36-A4464E835A0E}">
      <dgm:prSet>
        <dgm:style>
          <a:lnRef idx="2">
            <a:schemeClr val="accent4"/>
          </a:lnRef>
          <a:fillRef idx="1">
            <a:schemeClr val="lt1"/>
          </a:fillRef>
          <a:effectRef idx="0">
            <a:schemeClr val="accent4"/>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celery  :  celery</a:t>
          </a:r>
        </a:p>
      </dgm:t>
    </dgm:pt>
    <dgm:pt modelId="{5D09C2EA-CFC9-44AE-AB87-B9C50AF27AEA}" type="parTrans" cxnId="{1B841001-3535-467B-9688-138B5DF83157}">
      <dgm:prSet/>
      <dgm:spPr/>
      <dgm:t>
        <a:bodyPr/>
        <a:lstStyle/>
        <a:p>
          <a:endParaRPr lang="en-US"/>
        </a:p>
      </dgm:t>
    </dgm:pt>
    <dgm:pt modelId="{559DA485-DC7E-4D6E-B7C6-14E948087506}" type="sibTrans" cxnId="{1B841001-3535-467B-9688-138B5DF83157}">
      <dgm:prSet/>
      <dgm:spPr/>
      <dgm:t>
        <a:bodyPr/>
        <a:lstStyle/>
        <a:p>
          <a:endParaRPr lang="en-US"/>
        </a:p>
      </dgm:t>
    </dgm:pt>
    <dgm:pt modelId="{D89A5008-D3C6-45FF-B598-BCF84EC488A9}">
      <dgm:prSet>
        <dgm:style>
          <a:lnRef idx="2">
            <a:schemeClr val="accent4"/>
          </a:lnRef>
          <a:fillRef idx="1">
            <a:schemeClr val="lt1"/>
          </a:fillRef>
          <a:effectRef idx="0">
            <a:schemeClr val="accent4"/>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sunflower  :  sunflow</a:t>
          </a:r>
        </a:p>
      </dgm:t>
    </dgm:pt>
    <dgm:pt modelId="{9C2D1DF1-AC18-4362-B72F-DF3547DF1B89}" type="parTrans" cxnId="{E737F39A-127C-4DEB-ABBC-6A2573A78619}">
      <dgm:prSet/>
      <dgm:spPr/>
      <dgm:t>
        <a:bodyPr/>
        <a:lstStyle/>
        <a:p>
          <a:endParaRPr lang="en-US"/>
        </a:p>
      </dgm:t>
    </dgm:pt>
    <dgm:pt modelId="{D4BD0F80-5167-404B-99B6-1462E89390AC}" type="sibTrans" cxnId="{E737F39A-127C-4DEB-ABBC-6A2573A78619}">
      <dgm:prSet/>
      <dgm:spPr/>
      <dgm:t>
        <a:bodyPr/>
        <a:lstStyle/>
        <a:p>
          <a:endParaRPr lang="en-US"/>
        </a:p>
      </dgm:t>
    </dgm:pt>
    <dgm:pt modelId="{2CBF4266-58E9-45EE-B222-F6E61C618521}">
      <dgm:prSet>
        <dgm:style>
          <a:lnRef idx="2">
            <a:schemeClr val="accent4"/>
          </a:lnRef>
          <a:fillRef idx="1">
            <a:schemeClr val="lt1"/>
          </a:fillRef>
          <a:effectRef idx="0">
            <a:schemeClr val="accent4"/>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err="1"/>
            <a:t>sunflwr</a:t>
          </a:r>
          <a:r>
            <a:rPr lang="en-US" dirty="0"/>
            <a:t> : </a:t>
          </a:r>
          <a:r>
            <a:rPr lang="en-US" dirty="0" err="1"/>
            <a:t>sunflwr</a:t>
          </a:r>
          <a:endParaRPr lang="en-US" dirty="0"/>
        </a:p>
      </dgm:t>
    </dgm:pt>
    <dgm:pt modelId="{D9CCE878-1762-4EA1-95AF-E6E686354CA0}" type="parTrans" cxnId="{525586C7-69AF-420D-A088-9430F7B8C02C}">
      <dgm:prSet/>
      <dgm:spPr/>
      <dgm:t>
        <a:bodyPr/>
        <a:lstStyle/>
        <a:p>
          <a:endParaRPr lang="en-US"/>
        </a:p>
      </dgm:t>
    </dgm:pt>
    <dgm:pt modelId="{32AA6AA9-A405-49EC-8DCE-77BEA62810AB}" type="sibTrans" cxnId="{525586C7-69AF-420D-A088-9430F7B8C02C}">
      <dgm:prSet/>
      <dgm:spPr/>
      <dgm:t>
        <a:bodyPr/>
        <a:lstStyle/>
        <a:p>
          <a:endParaRPr lang="en-US"/>
        </a:p>
      </dgm:t>
    </dgm:pt>
    <dgm:pt modelId="{E6D3921B-862F-40D0-8541-9BFD1118EDB4}">
      <dgm:prSet>
        <dgm:style>
          <a:lnRef idx="2">
            <a:schemeClr val="accent1"/>
          </a:lnRef>
          <a:fillRef idx="1">
            <a:schemeClr val="lt1"/>
          </a:fillRef>
          <a:effectRef idx="0">
            <a:schemeClr val="accent1"/>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caramel-cartel</a:t>
          </a:r>
        </a:p>
      </dgm:t>
    </dgm:pt>
    <dgm:pt modelId="{AC8151FE-A0B6-4507-A120-74136534E369}" type="parTrans" cxnId="{FBBABE5F-4127-4A0C-B4AE-47C99DB31C05}">
      <dgm:prSet/>
      <dgm:spPr/>
      <dgm:t>
        <a:bodyPr/>
        <a:lstStyle/>
        <a:p>
          <a:endParaRPr lang="en-US"/>
        </a:p>
      </dgm:t>
    </dgm:pt>
    <dgm:pt modelId="{33C63F7F-9DFD-48C4-9B9C-A93212B9722A}" type="sibTrans" cxnId="{FBBABE5F-4127-4A0C-B4AE-47C99DB31C05}">
      <dgm:prSet/>
      <dgm:spPr/>
      <dgm:t>
        <a:bodyPr/>
        <a:lstStyle/>
        <a:p>
          <a:endParaRPr lang="en-US"/>
        </a:p>
      </dgm:t>
    </dgm:pt>
    <dgm:pt modelId="{80E77CF1-0EA8-4F6D-BFE4-BB3574EEC5AB}">
      <dgm:prSet>
        <dgm:style>
          <a:lnRef idx="2">
            <a:schemeClr val="accent1"/>
          </a:lnRef>
          <a:fillRef idx="1">
            <a:schemeClr val="lt1"/>
          </a:fillRef>
          <a:effectRef idx="0">
            <a:schemeClr val="accent1"/>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err="1"/>
            <a:t>cartn</a:t>
          </a:r>
          <a:r>
            <a:rPr lang="en-US" dirty="0"/>
            <a:t>-cart</a:t>
          </a:r>
        </a:p>
      </dgm:t>
    </dgm:pt>
    <dgm:pt modelId="{0AD4EE01-9C3A-4CE2-B5FA-2A325ED42FDB}" type="parTrans" cxnId="{C9171A8C-473C-4AAB-AC7B-05B653DE7137}">
      <dgm:prSet/>
      <dgm:spPr/>
      <dgm:t>
        <a:bodyPr/>
        <a:lstStyle/>
        <a:p>
          <a:endParaRPr lang="en-US"/>
        </a:p>
      </dgm:t>
    </dgm:pt>
    <dgm:pt modelId="{E1744166-B258-4483-B4F4-E563710549BC}" type="sibTrans" cxnId="{C9171A8C-473C-4AAB-AC7B-05B653DE7137}">
      <dgm:prSet/>
      <dgm:spPr/>
      <dgm:t>
        <a:bodyPr/>
        <a:lstStyle/>
        <a:p>
          <a:endParaRPr lang="en-US"/>
        </a:p>
      </dgm:t>
    </dgm:pt>
    <dgm:pt modelId="{C79094C2-4263-4A3A-9DC5-21DBBED4FC25}">
      <dgm:prSet>
        <dgm:style>
          <a:lnRef idx="2">
            <a:schemeClr val="accent1"/>
          </a:lnRef>
          <a:fillRef idx="1">
            <a:schemeClr val="lt1"/>
          </a:fillRef>
          <a:effectRef idx="0">
            <a:schemeClr val="accent1"/>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carton-carbon</a:t>
          </a:r>
        </a:p>
      </dgm:t>
    </dgm:pt>
    <dgm:pt modelId="{25725D99-D39C-4709-AEC5-7D3A804D6E01}" type="parTrans" cxnId="{0ECEA646-539A-4164-97C9-7760F1924985}">
      <dgm:prSet/>
      <dgm:spPr/>
      <dgm:t>
        <a:bodyPr/>
        <a:lstStyle/>
        <a:p>
          <a:endParaRPr lang="en-US"/>
        </a:p>
      </dgm:t>
    </dgm:pt>
    <dgm:pt modelId="{6B7B02C4-C4F7-429A-AA73-12E3EF4CE554}" type="sibTrans" cxnId="{0ECEA646-539A-4164-97C9-7760F1924985}">
      <dgm:prSet/>
      <dgm:spPr/>
      <dgm:t>
        <a:bodyPr/>
        <a:lstStyle/>
        <a:p>
          <a:endParaRPr lang="en-US"/>
        </a:p>
      </dgm:t>
    </dgm:pt>
    <dgm:pt modelId="{1509A9A7-53E9-446B-AA0A-D0A0B9674CFF}">
      <dgm:prSet>
        <dgm:style>
          <a:lnRef idx="2">
            <a:schemeClr val="accent1"/>
          </a:lnRef>
          <a:fillRef idx="1">
            <a:schemeClr val="lt1"/>
          </a:fillRef>
          <a:effectRef idx="0">
            <a:schemeClr val="accent1"/>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cashew-case</a:t>
          </a:r>
        </a:p>
      </dgm:t>
    </dgm:pt>
    <dgm:pt modelId="{8BF7CE60-FEB7-460E-9ECA-9339B4DB7B33}" type="parTrans" cxnId="{7903E290-3F3F-449E-94FA-91ACB1835825}">
      <dgm:prSet/>
      <dgm:spPr/>
      <dgm:t>
        <a:bodyPr/>
        <a:lstStyle/>
        <a:p>
          <a:endParaRPr lang="en-US"/>
        </a:p>
      </dgm:t>
    </dgm:pt>
    <dgm:pt modelId="{F20B3D91-38CB-42C6-8AF1-2847E113FB6D}" type="sibTrans" cxnId="{7903E290-3F3F-449E-94FA-91ACB1835825}">
      <dgm:prSet/>
      <dgm:spPr/>
      <dgm:t>
        <a:bodyPr/>
        <a:lstStyle/>
        <a:p>
          <a:endParaRPr lang="en-US"/>
        </a:p>
      </dgm:t>
    </dgm:pt>
    <dgm:pt modelId="{8C84A898-5482-44D6-8712-C01B865AE816}">
      <dgm:prSet>
        <dgm:style>
          <a:lnRef idx="2">
            <a:schemeClr val="accent1"/>
          </a:lnRef>
          <a:fillRef idx="1">
            <a:schemeClr val="lt1"/>
          </a:fillRef>
          <a:effectRef idx="0">
            <a:schemeClr val="accent1"/>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ccandy-candy</a:t>
          </a:r>
        </a:p>
      </dgm:t>
    </dgm:pt>
    <dgm:pt modelId="{2DD4F767-E12D-44BF-AE7E-2914AF891EAA}" type="parTrans" cxnId="{68A671A4-4576-4BA0-8E99-A93148B4100D}">
      <dgm:prSet/>
      <dgm:spPr/>
      <dgm:t>
        <a:bodyPr/>
        <a:lstStyle/>
        <a:p>
          <a:endParaRPr lang="en-US"/>
        </a:p>
      </dgm:t>
    </dgm:pt>
    <dgm:pt modelId="{122587E3-86EB-4120-AC3E-9FBEE23D82C5}" type="sibTrans" cxnId="{68A671A4-4576-4BA0-8E99-A93148B4100D}">
      <dgm:prSet/>
      <dgm:spPr/>
      <dgm:t>
        <a:bodyPr/>
        <a:lstStyle/>
        <a:p>
          <a:endParaRPr lang="en-US"/>
        </a:p>
      </dgm:t>
    </dgm:pt>
    <dgm:pt modelId="{B4E0FBA8-7EF4-4AF4-AEEC-FEBDBC84D819}">
      <dgm:prSet>
        <dgm:style>
          <a:lnRef idx="2">
            <a:schemeClr val="accent1"/>
          </a:lnRef>
          <a:fillRef idx="1">
            <a:schemeClr val="lt1"/>
          </a:fillRef>
          <a:effectRef idx="0">
            <a:schemeClr val="accent1"/>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sleeved-sleeves</a:t>
          </a:r>
        </a:p>
      </dgm:t>
    </dgm:pt>
    <dgm:pt modelId="{DCAA4C3E-CFD8-4C9E-BF01-9C496DCFF180}" type="parTrans" cxnId="{1A4F6AE5-B573-4D49-B739-0227584B7CC4}">
      <dgm:prSet/>
      <dgm:spPr/>
      <dgm:t>
        <a:bodyPr/>
        <a:lstStyle/>
        <a:p>
          <a:endParaRPr lang="en-US"/>
        </a:p>
      </dgm:t>
    </dgm:pt>
    <dgm:pt modelId="{B2EE8B86-98C9-4FAC-9E77-1629AEB34969}" type="sibTrans" cxnId="{1A4F6AE5-B573-4D49-B739-0227584B7CC4}">
      <dgm:prSet/>
      <dgm:spPr/>
      <dgm:t>
        <a:bodyPr/>
        <a:lstStyle/>
        <a:p>
          <a:endParaRPr lang="en-US"/>
        </a:p>
      </dgm:t>
    </dgm:pt>
    <dgm:pt modelId="{65C29FC5-3D2A-4FDF-9B79-01992222C563}">
      <dgm:prSet>
        <dgm:style>
          <a:lnRef idx="2">
            <a:schemeClr val="accent1"/>
          </a:lnRef>
          <a:fillRef idx="1">
            <a:schemeClr val="lt1"/>
          </a:fillRef>
          <a:effectRef idx="0">
            <a:schemeClr val="accent1"/>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err="1"/>
            <a:t>snacker</a:t>
          </a:r>
          <a:r>
            <a:rPr lang="en-US" dirty="0"/>
            <a:t>-snake</a:t>
          </a:r>
        </a:p>
      </dgm:t>
    </dgm:pt>
    <dgm:pt modelId="{8CB5078E-B59C-459D-B8EA-6601632E9F14}" type="parTrans" cxnId="{888E2B9C-3D2A-45D0-8A1A-81CDC9E8B6CE}">
      <dgm:prSet/>
      <dgm:spPr/>
      <dgm:t>
        <a:bodyPr/>
        <a:lstStyle/>
        <a:p>
          <a:endParaRPr lang="en-US"/>
        </a:p>
      </dgm:t>
    </dgm:pt>
    <dgm:pt modelId="{0F0ADCF4-1116-47CA-8511-54944D3722F2}" type="sibTrans" cxnId="{888E2B9C-3D2A-45D0-8A1A-81CDC9E8B6CE}">
      <dgm:prSet/>
      <dgm:spPr/>
      <dgm:t>
        <a:bodyPr/>
        <a:lstStyle/>
        <a:p>
          <a:endParaRPr lang="en-US"/>
        </a:p>
      </dgm:t>
    </dgm:pt>
    <dgm:pt modelId="{2A4CE492-D9D5-4F3C-989A-6EE823D05B3F}">
      <dgm:prSet>
        <dgm:style>
          <a:lnRef idx="2">
            <a:schemeClr val="accent1"/>
          </a:lnRef>
          <a:fillRef idx="1">
            <a:schemeClr val="lt1"/>
          </a:fillRef>
          <a:effectRef idx="0">
            <a:schemeClr val="accent1"/>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snacking-stacking</a:t>
          </a:r>
        </a:p>
      </dgm:t>
    </dgm:pt>
    <dgm:pt modelId="{99F4FC12-8750-452C-96C2-C4B969A95870}" type="parTrans" cxnId="{E83B9D38-6E19-481E-8C36-33C234367340}">
      <dgm:prSet/>
      <dgm:spPr/>
      <dgm:t>
        <a:bodyPr/>
        <a:lstStyle/>
        <a:p>
          <a:endParaRPr lang="en-US"/>
        </a:p>
      </dgm:t>
    </dgm:pt>
    <dgm:pt modelId="{9E53B57B-6773-405D-A683-7CEE17E44A58}" type="sibTrans" cxnId="{E83B9D38-6E19-481E-8C36-33C234367340}">
      <dgm:prSet/>
      <dgm:spPr/>
      <dgm:t>
        <a:bodyPr/>
        <a:lstStyle/>
        <a:p>
          <a:endParaRPr lang="en-US"/>
        </a:p>
      </dgm:t>
    </dgm:pt>
    <dgm:pt modelId="{8BD6DB91-3B6E-4F97-B5DF-8FE29494A5CD}">
      <dgm:prSet>
        <dgm:style>
          <a:lnRef idx="2">
            <a:schemeClr val="accent1"/>
          </a:lnRef>
          <a:fillRef idx="1">
            <a:schemeClr val="lt1"/>
          </a:fillRef>
          <a:effectRef idx="0">
            <a:schemeClr val="accent1"/>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spiced-spaced</a:t>
          </a:r>
        </a:p>
      </dgm:t>
    </dgm:pt>
    <dgm:pt modelId="{D693998D-B4C6-4103-8A7E-FBA2ABA4B7A0}" type="parTrans" cxnId="{F8C2E9A1-12DC-4394-9973-F245D2948552}">
      <dgm:prSet/>
      <dgm:spPr/>
      <dgm:t>
        <a:bodyPr/>
        <a:lstStyle/>
        <a:p>
          <a:endParaRPr lang="en-US"/>
        </a:p>
      </dgm:t>
    </dgm:pt>
    <dgm:pt modelId="{040B4E93-553D-4ADE-83EA-26DD3486D72F}" type="sibTrans" cxnId="{F8C2E9A1-12DC-4394-9973-F245D2948552}">
      <dgm:prSet/>
      <dgm:spPr/>
      <dgm:t>
        <a:bodyPr/>
        <a:lstStyle/>
        <a:p>
          <a:endParaRPr lang="en-US"/>
        </a:p>
      </dgm:t>
    </dgm:pt>
    <dgm:pt modelId="{81C2660F-D4EB-444C-8F38-E896AE31408D}">
      <dgm:prSet>
        <dgm:style>
          <a:lnRef idx="2">
            <a:schemeClr val="accent1"/>
          </a:lnRef>
          <a:fillRef idx="1">
            <a:schemeClr val="lt1"/>
          </a:fillRef>
          <a:effectRef idx="0">
            <a:schemeClr val="accent1"/>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spkl-spl</a:t>
          </a:r>
        </a:p>
      </dgm:t>
    </dgm:pt>
    <dgm:pt modelId="{0783407A-1D1E-4725-9ED8-CB631951018D}" type="parTrans" cxnId="{02310FA3-4616-44D2-8F7D-A096001ADA07}">
      <dgm:prSet/>
      <dgm:spPr/>
      <dgm:t>
        <a:bodyPr/>
        <a:lstStyle/>
        <a:p>
          <a:endParaRPr lang="en-US"/>
        </a:p>
      </dgm:t>
    </dgm:pt>
    <dgm:pt modelId="{81D6E549-71CF-427A-9C1B-B5DBECE9DDAD}" type="sibTrans" cxnId="{02310FA3-4616-44D2-8F7D-A096001ADA07}">
      <dgm:prSet/>
      <dgm:spPr/>
      <dgm:t>
        <a:bodyPr/>
        <a:lstStyle/>
        <a:p>
          <a:endParaRPr lang="en-US"/>
        </a:p>
      </dgm:t>
    </dgm:pt>
    <dgm:pt modelId="{7F1985F8-B7C5-4AA2-AD81-2BBE340B7062}">
      <dgm:prSet>
        <dgm:style>
          <a:lnRef idx="2">
            <a:schemeClr val="accent1"/>
          </a:lnRef>
          <a:fillRef idx="1">
            <a:schemeClr val="lt1"/>
          </a:fillRef>
          <a:effectRef idx="0">
            <a:schemeClr val="accent1"/>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spmix-pmid</a:t>
          </a:r>
        </a:p>
      </dgm:t>
    </dgm:pt>
    <dgm:pt modelId="{E15FC849-C270-4639-B42A-9212B07B0D1F}" type="parTrans" cxnId="{F84F9BD9-232E-429C-9FCD-FEF06042D641}">
      <dgm:prSet/>
      <dgm:spPr/>
      <dgm:t>
        <a:bodyPr/>
        <a:lstStyle/>
        <a:p>
          <a:endParaRPr lang="en-US"/>
        </a:p>
      </dgm:t>
    </dgm:pt>
    <dgm:pt modelId="{EC0F17DF-1AF0-4C63-92D2-1A76E8B96441}" type="sibTrans" cxnId="{F84F9BD9-232E-429C-9FCD-FEF06042D641}">
      <dgm:prSet/>
      <dgm:spPr/>
      <dgm:t>
        <a:bodyPr/>
        <a:lstStyle/>
        <a:p>
          <a:endParaRPr lang="en-US"/>
        </a:p>
      </dgm:t>
    </dgm:pt>
    <dgm:pt modelId="{0130D3C4-DE96-4A08-AF0C-FA8B80874C84}">
      <dgm:prSet>
        <dgm:style>
          <a:lnRef idx="2">
            <a:schemeClr val="accent1"/>
          </a:lnRef>
          <a:fillRef idx="1">
            <a:schemeClr val="lt1"/>
          </a:fillRef>
          <a:effectRef idx="0">
            <a:schemeClr val="accent1"/>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sprinkle-sprinkled</a:t>
          </a:r>
        </a:p>
      </dgm:t>
    </dgm:pt>
    <dgm:pt modelId="{99A1F1AC-CFC6-40E9-8940-09D16E06FE1D}" type="parTrans" cxnId="{90A5CC51-AE8D-4700-B795-EFCF40262D8C}">
      <dgm:prSet/>
      <dgm:spPr/>
      <dgm:t>
        <a:bodyPr/>
        <a:lstStyle/>
        <a:p>
          <a:endParaRPr lang="en-US"/>
        </a:p>
      </dgm:t>
    </dgm:pt>
    <dgm:pt modelId="{86D1A42E-F467-40AD-9FEC-955509C517A2}" type="sibTrans" cxnId="{90A5CC51-AE8D-4700-B795-EFCF40262D8C}">
      <dgm:prSet/>
      <dgm:spPr/>
      <dgm:t>
        <a:bodyPr/>
        <a:lstStyle/>
        <a:p>
          <a:endParaRPr lang="en-US"/>
        </a:p>
      </dgm:t>
    </dgm:pt>
    <dgm:pt modelId="{00133A0F-8C94-4877-A9E4-81293F3FFBE9}">
      <dgm:prSet>
        <dgm:style>
          <a:lnRef idx="2">
            <a:schemeClr val="accent1"/>
          </a:lnRef>
          <a:fillRef idx="1">
            <a:schemeClr val="lt1"/>
          </a:fillRef>
          <a:effectRef idx="0">
            <a:schemeClr val="accent1"/>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veggie-reggae</a:t>
          </a:r>
        </a:p>
      </dgm:t>
    </dgm:pt>
    <dgm:pt modelId="{D9D211AA-8113-4F81-95E4-AC4CC56DE8EC}" type="parTrans" cxnId="{B83DDB73-FBDC-4FDE-A43F-9631086B7C6E}">
      <dgm:prSet/>
      <dgm:spPr/>
      <dgm:t>
        <a:bodyPr/>
        <a:lstStyle/>
        <a:p>
          <a:endParaRPr lang="en-US"/>
        </a:p>
      </dgm:t>
    </dgm:pt>
    <dgm:pt modelId="{A77064A7-B631-46E1-AD6B-A53E34930289}" type="sibTrans" cxnId="{B83DDB73-FBDC-4FDE-A43F-9631086B7C6E}">
      <dgm:prSet/>
      <dgm:spPr/>
      <dgm:t>
        <a:bodyPr/>
        <a:lstStyle/>
        <a:p>
          <a:endParaRPr lang="en-US"/>
        </a:p>
      </dgm:t>
    </dgm:pt>
    <dgm:pt modelId="{CA1BCE73-0C83-4226-9942-F57DF76C8BC8}">
      <dgm:prSet>
        <dgm:style>
          <a:lnRef idx="2">
            <a:schemeClr val="accent1"/>
          </a:lnRef>
          <a:fillRef idx="1">
            <a:schemeClr val="lt1"/>
          </a:fillRef>
          <a:effectRef idx="0">
            <a:schemeClr val="accent1"/>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grilling-drilling</a:t>
          </a:r>
        </a:p>
      </dgm:t>
    </dgm:pt>
    <dgm:pt modelId="{EECA50BB-9EA8-42FA-A810-6A84DCAB8C44}" type="parTrans" cxnId="{337CA3E9-F4D6-4B6B-AADD-913D3A7E05CE}">
      <dgm:prSet/>
      <dgm:spPr/>
      <dgm:t>
        <a:bodyPr/>
        <a:lstStyle/>
        <a:p>
          <a:endParaRPr lang="en-US"/>
        </a:p>
      </dgm:t>
    </dgm:pt>
    <dgm:pt modelId="{55878C7A-AC12-49CB-BABF-A54DE7502FB9}" type="sibTrans" cxnId="{337CA3E9-F4D6-4B6B-AADD-913D3A7E05CE}">
      <dgm:prSet/>
      <dgm:spPr/>
      <dgm:t>
        <a:bodyPr/>
        <a:lstStyle/>
        <a:p>
          <a:endParaRPr lang="en-US"/>
        </a:p>
      </dgm:t>
    </dgm:pt>
    <dgm:pt modelId="{2B2539BC-30CD-4A77-8142-F76C67B1C16E}">
      <dgm:prSet>
        <dgm:style>
          <a:lnRef idx="2">
            <a:schemeClr val="accent6"/>
          </a:lnRef>
          <a:fillRef idx="1">
            <a:schemeClr val="lt1"/>
          </a:fillRef>
          <a:effectRef idx="0">
            <a:schemeClr val="accent6"/>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chickn-chicken</a:t>
          </a:r>
        </a:p>
      </dgm:t>
    </dgm:pt>
    <dgm:pt modelId="{85490628-0E4E-4A15-8FA8-DA2D79AD860C}" type="parTrans" cxnId="{7AFD1048-84A8-4BBB-8053-C1784B4AC3F3}">
      <dgm:prSet/>
      <dgm:spPr/>
      <dgm:t>
        <a:bodyPr/>
        <a:lstStyle/>
        <a:p>
          <a:endParaRPr lang="en-US"/>
        </a:p>
      </dgm:t>
    </dgm:pt>
    <dgm:pt modelId="{AC5FB0A0-EC3D-47B7-A643-F3300FFAE487}" type="sibTrans" cxnId="{7AFD1048-84A8-4BBB-8053-C1784B4AC3F3}">
      <dgm:prSet/>
      <dgm:spPr/>
      <dgm:t>
        <a:bodyPr/>
        <a:lstStyle/>
        <a:p>
          <a:endParaRPr lang="en-US"/>
        </a:p>
      </dgm:t>
    </dgm:pt>
    <dgm:pt modelId="{2BF90855-4DA4-41F8-91E6-4507A9A3DCDE}">
      <dgm:prSet>
        <dgm:style>
          <a:lnRef idx="2">
            <a:schemeClr val="accent6"/>
          </a:lnRef>
          <a:fillRef idx="1">
            <a:schemeClr val="lt1"/>
          </a:fillRef>
          <a:effectRef idx="0">
            <a:schemeClr val="accent6"/>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chilean-clean</a:t>
          </a:r>
        </a:p>
      </dgm:t>
    </dgm:pt>
    <dgm:pt modelId="{DD5758D7-1082-4845-A2E0-9530CFE2F6D3}" type="parTrans" cxnId="{2250F864-B03F-4ED3-B242-EEA808FB585E}">
      <dgm:prSet/>
      <dgm:spPr/>
      <dgm:t>
        <a:bodyPr/>
        <a:lstStyle/>
        <a:p>
          <a:endParaRPr lang="en-US"/>
        </a:p>
      </dgm:t>
    </dgm:pt>
    <dgm:pt modelId="{60B5FAE5-3B0C-4927-9287-237ECA4AF16B}" type="sibTrans" cxnId="{2250F864-B03F-4ED3-B242-EEA808FB585E}">
      <dgm:prSet/>
      <dgm:spPr/>
      <dgm:t>
        <a:bodyPr/>
        <a:lstStyle/>
        <a:p>
          <a:endParaRPr lang="en-US"/>
        </a:p>
      </dgm:t>
    </dgm:pt>
    <dgm:pt modelId="{89507C43-7479-4EEE-849D-05078B8424E1}">
      <dgm:prSet>
        <dgm:style>
          <a:lnRef idx="2">
            <a:schemeClr val="accent6"/>
          </a:lnRef>
          <a:fillRef idx="1">
            <a:schemeClr val="lt1"/>
          </a:fillRef>
          <a:effectRef idx="0">
            <a:schemeClr val="accent6"/>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chili-child</a:t>
          </a:r>
        </a:p>
      </dgm:t>
    </dgm:pt>
    <dgm:pt modelId="{C0A1EDA4-07CE-4D7F-B30E-C4FCBB5BB01B}" type="parTrans" cxnId="{22E0AF7E-A03B-4485-A69A-980F030DF479}">
      <dgm:prSet/>
      <dgm:spPr/>
      <dgm:t>
        <a:bodyPr/>
        <a:lstStyle/>
        <a:p>
          <a:endParaRPr lang="en-US"/>
        </a:p>
      </dgm:t>
    </dgm:pt>
    <dgm:pt modelId="{7C9C6692-B7D0-40B9-AB6C-B2124F4EB053}" type="sibTrans" cxnId="{22E0AF7E-A03B-4485-A69A-980F030DF479}">
      <dgm:prSet/>
      <dgm:spPr/>
      <dgm:t>
        <a:bodyPr/>
        <a:lstStyle/>
        <a:p>
          <a:endParaRPr lang="en-US"/>
        </a:p>
      </dgm:t>
    </dgm:pt>
    <dgm:pt modelId="{CFC8D099-8A63-4671-B02E-20EA28AD690B}">
      <dgm:prSet>
        <dgm:style>
          <a:lnRef idx="2">
            <a:schemeClr val="accent6"/>
          </a:lnRef>
          <a:fillRef idx="1">
            <a:schemeClr val="lt1"/>
          </a:fillRef>
          <a:effectRef idx="0">
            <a:schemeClr val="accent6"/>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coconut-coronet</a:t>
          </a:r>
        </a:p>
      </dgm:t>
    </dgm:pt>
    <dgm:pt modelId="{887A7FD5-ECEB-4318-8A06-0F29F119106D}" type="parTrans" cxnId="{EF744868-B56A-484D-A9C4-20AA1EB15408}">
      <dgm:prSet/>
      <dgm:spPr/>
      <dgm:t>
        <a:bodyPr/>
        <a:lstStyle/>
        <a:p>
          <a:endParaRPr lang="en-US"/>
        </a:p>
      </dgm:t>
    </dgm:pt>
    <dgm:pt modelId="{00C74C68-B6E1-4B3B-B11B-BA1CBAB77C12}" type="sibTrans" cxnId="{EF744868-B56A-484D-A9C4-20AA1EB15408}">
      <dgm:prSet/>
      <dgm:spPr/>
      <dgm:t>
        <a:bodyPr/>
        <a:lstStyle/>
        <a:p>
          <a:endParaRPr lang="en-US"/>
        </a:p>
      </dgm:t>
    </dgm:pt>
    <dgm:pt modelId="{F035D1A7-0ECC-4FEB-ADFB-BB7F6455F77A}">
      <dgm:prSet>
        <dgm:style>
          <a:lnRef idx="2">
            <a:schemeClr val="accent6"/>
          </a:lnRef>
          <a:fillRef idx="1">
            <a:schemeClr val="lt1"/>
          </a:fillRef>
          <a:effectRef idx="0">
            <a:schemeClr val="accent6"/>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pumpkin-pushkin</a:t>
          </a:r>
        </a:p>
      </dgm:t>
    </dgm:pt>
    <dgm:pt modelId="{E0533707-FEFA-42AE-B7F2-EA61EBBA5F06}" type="parTrans" cxnId="{4FFE5B3F-E75F-4E04-8729-D725659A2159}">
      <dgm:prSet/>
      <dgm:spPr/>
      <dgm:t>
        <a:bodyPr/>
        <a:lstStyle/>
        <a:p>
          <a:endParaRPr lang="en-US"/>
        </a:p>
      </dgm:t>
    </dgm:pt>
    <dgm:pt modelId="{937C00A8-494D-4EDA-9212-7B74C0A3FA7D}" type="sibTrans" cxnId="{4FFE5B3F-E75F-4E04-8729-D725659A2159}">
      <dgm:prSet/>
      <dgm:spPr/>
      <dgm:t>
        <a:bodyPr/>
        <a:lstStyle/>
        <a:p>
          <a:endParaRPr lang="en-US"/>
        </a:p>
      </dgm:t>
    </dgm:pt>
    <dgm:pt modelId="{CC9E0796-B8AC-481D-A62B-1A03900B0115}">
      <dgm:prSet>
        <dgm:style>
          <a:lnRef idx="2">
            <a:schemeClr val="accent6"/>
          </a:lnRef>
          <a:fillRef idx="1">
            <a:schemeClr val="lt1"/>
          </a:fillRef>
          <a:effectRef idx="0">
            <a:schemeClr val="accent6"/>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quince-quincy</a:t>
          </a:r>
        </a:p>
      </dgm:t>
    </dgm:pt>
    <dgm:pt modelId="{1C106123-5E33-4A67-9368-EA5E113F0ACC}" type="parTrans" cxnId="{6456D042-18FD-4328-9A2E-E583ADFEE7CA}">
      <dgm:prSet/>
      <dgm:spPr/>
      <dgm:t>
        <a:bodyPr/>
        <a:lstStyle/>
        <a:p>
          <a:endParaRPr lang="en-US"/>
        </a:p>
      </dgm:t>
    </dgm:pt>
    <dgm:pt modelId="{AA43962B-906D-42F3-B034-E137BAC4E494}" type="sibTrans" cxnId="{6456D042-18FD-4328-9A2E-E583ADFEE7CA}">
      <dgm:prSet/>
      <dgm:spPr/>
      <dgm:t>
        <a:bodyPr/>
        <a:lstStyle/>
        <a:p>
          <a:endParaRPr lang="en-US"/>
        </a:p>
      </dgm:t>
    </dgm:pt>
    <dgm:pt modelId="{CF12E05C-3AB7-49A3-B7E5-808B0F223341}">
      <dgm:prSet>
        <dgm:style>
          <a:lnRef idx="2">
            <a:schemeClr val="accent6"/>
          </a:lnRef>
          <a:fillRef idx="1">
            <a:schemeClr val="lt1"/>
          </a:fillRef>
          <a:effectRef idx="0">
            <a:schemeClr val="accent6"/>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radish-ravish</a:t>
          </a:r>
        </a:p>
      </dgm:t>
    </dgm:pt>
    <dgm:pt modelId="{92FEE0B8-0294-4F5B-B3AE-8EF7BE5A7B76}" type="parTrans" cxnId="{A9650E09-2648-4217-96B0-234221A29746}">
      <dgm:prSet/>
      <dgm:spPr/>
      <dgm:t>
        <a:bodyPr/>
        <a:lstStyle/>
        <a:p>
          <a:endParaRPr lang="en-US"/>
        </a:p>
      </dgm:t>
    </dgm:pt>
    <dgm:pt modelId="{344E79C5-74AA-4562-910C-5724464833E9}" type="sibTrans" cxnId="{A9650E09-2648-4217-96B0-234221A29746}">
      <dgm:prSet/>
      <dgm:spPr/>
      <dgm:t>
        <a:bodyPr/>
        <a:lstStyle/>
        <a:p>
          <a:endParaRPr lang="en-US"/>
        </a:p>
      </dgm:t>
    </dgm:pt>
    <dgm:pt modelId="{B31EB003-2F44-47C9-A7B7-650620F5E51E}">
      <dgm:prSet>
        <dgm:style>
          <a:lnRef idx="2">
            <a:schemeClr val="accent6"/>
          </a:lnRef>
          <a:fillRef idx="1">
            <a:schemeClr val="lt1"/>
          </a:fillRef>
          <a:effectRef idx="0">
            <a:schemeClr val="accent6"/>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raisin-raising</a:t>
          </a:r>
        </a:p>
      </dgm:t>
    </dgm:pt>
    <dgm:pt modelId="{FC658536-32C6-450F-80E9-0C576614001E}" type="parTrans" cxnId="{4ADCBAE3-9ABE-4CB8-A858-ABC8B267FA54}">
      <dgm:prSet/>
      <dgm:spPr/>
      <dgm:t>
        <a:bodyPr/>
        <a:lstStyle/>
        <a:p>
          <a:endParaRPr lang="en-US"/>
        </a:p>
      </dgm:t>
    </dgm:pt>
    <dgm:pt modelId="{10545EA3-9505-4FA0-977B-28B770D898A9}" type="sibTrans" cxnId="{4ADCBAE3-9ABE-4CB8-A858-ABC8B267FA54}">
      <dgm:prSet/>
      <dgm:spPr/>
      <dgm:t>
        <a:bodyPr/>
        <a:lstStyle/>
        <a:p>
          <a:endParaRPr lang="en-US"/>
        </a:p>
      </dgm:t>
    </dgm:pt>
    <dgm:pt modelId="{483C8D7E-0061-4A71-8D94-58CFE3524AB4}">
      <dgm:prSet>
        <dgm:style>
          <a:lnRef idx="2">
            <a:schemeClr val="accent6"/>
          </a:lnRef>
          <a:fillRef idx="1">
            <a:schemeClr val="lt1"/>
          </a:fillRef>
          <a:effectRef idx="0">
            <a:schemeClr val="accent6"/>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thai-that</a:t>
          </a:r>
        </a:p>
      </dgm:t>
    </dgm:pt>
    <dgm:pt modelId="{E6C1D0FB-E0D6-4FFC-AA89-FA9EDC91B823}" type="parTrans" cxnId="{A69C438C-FA2C-4C28-98F7-4D9FAA908E99}">
      <dgm:prSet/>
      <dgm:spPr/>
      <dgm:t>
        <a:bodyPr/>
        <a:lstStyle/>
        <a:p>
          <a:endParaRPr lang="en-US"/>
        </a:p>
      </dgm:t>
    </dgm:pt>
    <dgm:pt modelId="{EAB1261E-6FFF-4754-90A3-CAD12AB6403E}" type="sibTrans" cxnId="{A69C438C-FA2C-4C28-98F7-4D9FAA908E99}">
      <dgm:prSet/>
      <dgm:spPr/>
      <dgm:t>
        <a:bodyPr/>
        <a:lstStyle/>
        <a:p>
          <a:endParaRPr lang="en-US"/>
        </a:p>
      </dgm:t>
    </dgm:pt>
    <dgm:pt modelId="{CC9811DD-6487-413A-A569-64746AAB2096}" type="pres">
      <dgm:prSet presAssocID="{6374AC1B-0229-4FCD-995E-11CD9EE05285}" presName="Name0" presStyleCnt="0">
        <dgm:presLayoutVars>
          <dgm:dir/>
          <dgm:animLvl val="lvl"/>
          <dgm:resizeHandles val="exact"/>
        </dgm:presLayoutVars>
      </dgm:prSet>
      <dgm:spPr/>
    </dgm:pt>
    <dgm:pt modelId="{5A835063-E940-418A-8E56-B5248B253DF2}" type="pres">
      <dgm:prSet presAssocID="{30815E62-40C7-426E-80B2-52357025685F}" presName="composite" presStyleCnt="0"/>
      <dgm:spPr/>
    </dgm:pt>
    <dgm:pt modelId="{A26AD8CC-7F90-418C-A57E-0CCB37A49A94}" type="pres">
      <dgm:prSet presAssocID="{30815E62-40C7-426E-80B2-52357025685F}" presName="parTx" presStyleLbl="alignNode1" presStyleIdx="0" presStyleCnt="4">
        <dgm:presLayoutVars>
          <dgm:chMax val="0"/>
          <dgm:chPref val="0"/>
          <dgm:bulletEnabled val="1"/>
        </dgm:presLayoutVars>
      </dgm:prSet>
      <dgm:spPr/>
    </dgm:pt>
    <dgm:pt modelId="{E0B901FF-34AF-4924-B087-FEEB2EDE543E}" type="pres">
      <dgm:prSet presAssocID="{30815E62-40C7-426E-80B2-52357025685F}" presName="desTx" presStyleLbl="alignAccFollowNode1" presStyleIdx="0" presStyleCnt="4">
        <dgm:presLayoutVars>
          <dgm:bulletEnabled val="1"/>
        </dgm:presLayoutVars>
      </dgm:prSet>
      <dgm:spPr/>
    </dgm:pt>
    <dgm:pt modelId="{AA42046F-9F12-41D2-A135-F380CE1C675B}" type="pres">
      <dgm:prSet presAssocID="{56585C04-4917-4049-A1F6-BF9E0057DC16}" presName="space" presStyleCnt="0"/>
      <dgm:spPr/>
    </dgm:pt>
    <dgm:pt modelId="{BCEA0290-1E0D-4424-A515-0579DCE01777}" type="pres">
      <dgm:prSet presAssocID="{1A879961-A427-466F-B015-E92033E1110A}" presName="composite" presStyleCnt="0"/>
      <dgm:spPr/>
    </dgm:pt>
    <dgm:pt modelId="{29717A32-9863-46C8-9057-CD2C203ABDF1}" type="pres">
      <dgm:prSet presAssocID="{1A879961-A427-466F-B015-E92033E1110A}" presName="parTx" presStyleLbl="alignNode1" presStyleIdx="1" presStyleCnt="4">
        <dgm:presLayoutVars>
          <dgm:chMax val="0"/>
          <dgm:chPref val="0"/>
          <dgm:bulletEnabled val="1"/>
        </dgm:presLayoutVars>
      </dgm:prSet>
      <dgm:spPr/>
    </dgm:pt>
    <dgm:pt modelId="{B52A5248-E5CE-4237-B839-0BD7A358258E}" type="pres">
      <dgm:prSet presAssocID="{1A879961-A427-466F-B015-E92033E1110A}" presName="desTx" presStyleLbl="alignAccFollowNode1" presStyleIdx="1" presStyleCnt="4">
        <dgm:presLayoutVars>
          <dgm:bulletEnabled val="1"/>
        </dgm:presLayoutVars>
      </dgm:prSet>
      <dgm:spPr/>
    </dgm:pt>
    <dgm:pt modelId="{BBDEE0A7-8D40-457A-A3BC-49612C014FE2}" type="pres">
      <dgm:prSet presAssocID="{5C5A342F-2F51-4523-BB78-9317B118ABF3}" presName="space" presStyleCnt="0"/>
      <dgm:spPr/>
    </dgm:pt>
    <dgm:pt modelId="{09D448A6-14FF-40E9-9239-4B401E9B0790}" type="pres">
      <dgm:prSet presAssocID="{F4DAC338-DBEE-44D7-8A9D-242ADF5499FA}" presName="composite" presStyleCnt="0"/>
      <dgm:spPr/>
    </dgm:pt>
    <dgm:pt modelId="{29131D4E-B654-461F-A64B-5135E76942F7}" type="pres">
      <dgm:prSet presAssocID="{F4DAC338-DBEE-44D7-8A9D-242ADF5499FA}" presName="parTx" presStyleLbl="alignNode1" presStyleIdx="2" presStyleCnt="4">
        <dgm:presLayoutVars>
          <dgm:chMax val="0"/>
          <dgm:chPref val="0"/>
          <dgm:bulletEnabled val="1"/>
        </dgm:presLayoutVars>
      </dgm:prSet>
      <dgm:spPr/>
    </dgm:pt>
    <dgm:pt modelId="{55EF346D-B616-4B66-B746-D787CB91C212}" type="pres">
      <dgm:prSet presAssocID="{F4DAC338-DBEE-44D7-8A9D-242ADF5499FA}" presName="desTx" presStyleLbl="alignAccFollowNode1" presStyleIdx="2" presStyleCnt="4">
        <dgm:presLayoutVars>
          <dgm:bulletEnabled val="1"/>
        </dgm:presLayoutVars>
      </dgm:prSet>
      <dgm:spPr/>
    </dgm:pt>
    <dgm:pt modelId="{E8CA8D83-F6C6-4BB8-A343-CC582B796BA5}" type="pres">
      <dgm:prSet presAssocID="{C0EF412A-20ED-4520-AD79-2C4E8F3D3BFD}" presName="space" presStyleCnt="0"/>
      <dgm:spPr/>
    </dgm:pt>
    <dgm:pt modelId="{73490039-E31F-4578-B171-AC02CE0CC18F}" type="pres">
      <dgm:prSet presAssocID="{79F6AAE6-76F2-4E19-991E-63B64A1F5EE7}" presName="composite" presStyleCnt="0"/>
      <dgm:spPr/>
    </dgm:pt>
    <dgm:pt modelId="{33391748-543B-4C45-9F6C-112842578F49}" type="pres">
      <dgm:prSet presAssocID="{79F6AAE6-76F2-4E19-991E-63B64A1F5EE7}" presName="parTx" presStyleLbl="alignNode1" presStyleIdx="3" presStyleCnt="4">
        <dgm:presLayoutVars>
          <dgm:chMax val="0"/>
          <dgm:chPref val="0"/>
          <dgm:bulletEnabled val="1"/>
        </dgm:presLayoutVars>
      </dgm:prSet>
      <dgm:spPr/>
    </dgm:pt>
    <dgm:pt modelId="{1B94C01C-1DC1-498D-8C2C-B8D9F47E5B61}" type="pres">
      <dgm:prSet presAssocID="{79F6AAE6-76F2-4E19-991E-63B64A1F5EE7}" presName="desTx" presStyleLbl="alignAccFollowNode1" presStyleIdx="3" presStyleCnt="4">
        <dgm:presLayoutVars>
          <dgm:bulletEnabled val="1"/>
        </dgm:presLayoutVars>
      </dgm:prSet>
      <dgm:spPr/>
    </dgm:pt>
  </dgm:ptLst>
  <dgm:cxnLst>
    <dgm:cxn modelId="{1B841001-3535-467B-9688-138B5DF83157}" srcId="{79F6AAE6-76F2-4E19-991E-63B64A1F5EE7}" destId="{EF1FAC6C-824E-46CD-8D36-A4464E835A0E}" srcOrd="14" destOrd="0" parTransId="{5D09C2EA-CFC9-44AE-AB87-B9C50AF27AEA}" sibTransId="{559DA485-DC7E-4D6E-B7C6-14E948087506}"/>
    <dgm:cxn modelId="{B32ABC04-6666-421E-B4ED-7CD8851B02B2}" srcId="{79F6AAE6-76F2-4E19-991E-63B64A1F5EE7}" destId="{62605959-87A2-4FB4-A3EC-884B41367598}" srcOrd="3" destOrd="0" parTransId="{C8C42865-C7B6-4C08-9289-C562F37312A3}" sibTransId="{59C65846-2013-40A3-B86A-7E2794E5B823}"/>
    <dgm:cxn modelId="{CB7A9E06-31B3-4F85-BD5B-23DA10F5E6D1}" type="presOf" srcId="{2A4CE492-D9D5-4F3C-989A-6EE823D05B3F}" destId="{B52A5248-E5CE-4237-B839-0BD7A358258E}" srcOrd="0" destOrd="9" presId="urn:microsoft.com/office/officeart/2005/8/layout/hList1"/>
    <dgm:cxn modelId="{9D754A07-D3E9-4FEC-A4DC-0681BD510140}" type="presOf" srcId="{CFC8D099-8A63-4671-B02E-20EA28AD690B}" destId="{55EF346D-B616-4B66-B746-D787CB91C212}" srcOrd="0" destOrd="4" presId="urn:microsoft.com/office/officeart/2005/8/layout/hList1"/>
    <dgm:cxn modelId="{BDFA8F07-3A76-458D-AFDD-26BD1EC731FC}" srcId="{79F6AAE6-76F2-4E19-991E-63B64A1F5EE7}" destId="{B6614B0A-DDE8-41AB-804C-44CE82C2D1DC}" srcOrd="6" destOrd="0" parTransId="{3CAD7E6E-B07F-4E7A-A008-D7E779664AD4}" sibTransId="{54D383CB-1395-4F8E-A974-76B6B2B515D6}"/>
    <dgm:cxn modelId="{D8BCAD07-250C-4B76-B2A8-7FC1047EB09C}" type="presOf" srcId="{8C84A898-5482-44D6-8712-C01B865AE816}" destId="{B52A5248-E5CE-4237-B839-0BD7A358258E}" srcOrd="0" destOrd="5" presId="urn:microsoft.com/office/officeart/2005/8/layout/hList1"/>
    <dgm:cxn modelId="{A9650E09-2648-4217-96B0-234221A29746}" srcId="{F4DAC338-DBEE-44D7-8A9D-242ADF5499FA}" destId="{CF12E05C-3AB7-49A3-B7E5-808B0F223341}" srcOrd="7" destOrd="0" parTransId="{92FEE0B8-0294-4F5B-B3AE-8EF7BE5A7B76}" sibTransId="{344E79C5-74AA-4562-910C-5724464833E9}"/>
    <dgm:cxn modelId="{8D5DEC0B-918C-4F8F-A602-B3C9CA01002C}" srcId="{79F6AAE6-76F2-4E19-991E-63B64A1F5EE7}" destId="{20BC694C-6F40-48DD-A697-420E2D89355C}" srcOrd="11" destOrd="0" parTransId="{7D5E8FA1-A489-4271-B5C2-EF82B00E172B}" sibTransId="{699A0909-87AA-44EE-86D7-4FC0DD27421A}"/>
    <dgm:cxn modelId="{C901000F-0AF8-49DF-BE1C-D1EF43ABF4EF}" srcId="{79F6AAE6-76F2-4E19-991E-63B64A1F5EE7}" destId="{A0CA75CA-3166-4F0B-B712-7C46765C1995}" srcOrd="8" destOrd="0" parTransId="{93681384-BA93-450B-801C-1B38CEBE2EBD}" sibTransId="{512558EF-4391-48FF-9843-204221E5A957}"/>
    <dgm:cxn modelId="{7E958010-08D2-4BFF-9447-548AE059927D}" srcId="{30815E62-40C7-426E-80B2-52357025685F}" destId="{4646E2F7-CDB7-4DFF-8C9F-718998930F40}" srcOrd="5" destOrd="0" parTransId="{B569E134-F50E-4E85-BD59-EF71AFEB08A7}" sibTransId="{6404063F-3AEC-4C8B-A47D-8B2D83FF0A4F}"/>
    <dgm:cxn modelId="{2A84FD1B-72AB-4B5F-B6C3-E1C945BD2EA7}" type="presOf" srcId="{D89A5008-D3C6-45FF-B598-BCF84EC488A9}" destId="{1B94C01C-1DC1-498D-8C2C-B8D9F47E5B61}" srcOrd="0" destOrd="15" presId="urn:microsoft.com/office/officeart/2005/8/layout/hList1"/>
    <dgm:cxn modelId="{B7E9F11D-3F39-43C1-9E23-6549F6D99877}" type="presOf" srcId="{71FD5E99-0617-494E-AF8E-F48CFCD1514E}" destId="{1B94C01C-1DC1-498D-8C2C-B8D9F47E5B61}" srcOrd="0" destOrd="9" presId="urn:microsoft.com/office/officeart/2005/8/layout/hList1"/>
    <dgm:cxn modelId="{D7D76620-CA9B-4C54-B90D-BCDC8901E757}" srcId="{30815E62-40C7-426E-80B2-52357025685F}" destId="{14442C80-365D-43F4-8C9C-C5E07D42DD18}" srcOrd="2" destOrd="0" parTransId="{8428A40D-7DFE-40D5-8F56-27BA8E8F3BF7}" sibTransId="{635A23E4-EBE3-41AA-9E64-E042B0F8E83E}"/>
    <dgm:cxn modelId="{0C034722-781E-4F61-A8C3-F7EEA6031876}" srcId="{79F6AAE6-76F2-4E19-991E-63B64A1F5EE7}" destId="{DB410A64-B7CC-4C40-87DB-A006996E988E}" srcOrd="1" destOrd="0" parTransId="{E69C4BA4-AFB4-41EA-B576-1E8F62FB49A4}" sibTransId="{5D6D2325-0DD5-4519-8BFB-F0A086DD349D}"/>
    <dgm:cxn modelId="{F0FB5C26-E9FA-4826-B639-8292CD402F79}" type="presOf" srcId="{20BC694C-6F40-48DD-A697-420E2D89355C}" destId="{1B94C01C-1DC1-498D-8C2C-B8D9F47E5B61}" srcOrd="0" destOrd="11" presId="urn:microsoft.com/office/officeart/2005/8/layout/hList1"/>
    <dgm:cxn modelId="{AA012032-8FE8-46BE-8C33-59766BFE45E0}" type="presOf" srcId="{79F6AAE6-76F2-4E19-991E-63B64A1F5EE7}" destId="{33391748-543B-4C45-9F6C-112842578F49}" srcOrd="0" destOrd="0" presId="urn:microsoft.com/office/officeart/2005/8/layout/hList1"/>
    <dgm:cxn modelId="{0763A332-FAE4-4D08-94B3-0FFFE0F8B878}" type="presOf" srcId="{D92BB8E2-D6A7-45DD-BE47-14D6E73A279C}" destId="{1B94C01C-1DC1-498D-8C2C-B8D9F47E5B61}" srcOrd="0" destOrd="5" presId="urn:microsoft.com/office/officeart/2005/8/layout/hList1"/>
    <dgm:cxn modelId="{C2209433-6363-4839-8A5C-4E8BABB19EA4}" type="presOf" srcId="{C3295A6A-D73C-49D6-BEC4-021761ADC074}" destId="{B52A5248-E5CE-4237-B839-0BD7A358258E}" srcOrd="0" destOrd="6" presId="urn:microsoft.com/office/officeart/2005/8/layout/hList1"/>
    <dgm:cxn modelId="{A4A51436-DED5-40E2-9A59-35BCA0DAB5BC}" type="presOf" srcId="{12F6538A-240C-4779-85A5-A70FCDBDADE6}" destId="{E0B901FF-34AF-4924-B087-FEEB2EDE543E}" srcOrd="0" destOrd="1" presId="urn:microsoft.com/office/officeart/2005/8/layout/hList1"/>
    <dgm:cxn modelId="{E83B9D38-6E19-481E-8C36-33C234367340}" srcId="{1A879961-A427-466F-B015-E92033E1110A}" destId="{2A4CE492-D9D5-4F3C-989A-6EE823D05B3F}" srcOrd="9" destOrd="0" parTransId="{99F4FC12-8750-452C-96C2-C4B969A95870}" sibTransId="{9E53B57B-6773-405D-A683-7CEE17E44A58}"/>
    <dgm:cxn modelId="{FA606F3A-9DF6-45F5-8B81-BB6F9AE1B628}" srcId="{6374AC1B-0229-4FCD-995E-11CD9EE05285}" destId="{F4DAC338-DBEE-44D7-8A9D-242ADF5499FA}" srcOrd="2" destOrd="0" parTransId="{D5AA3B7C-90DD-401A-9006-D9480B8466D2}" sibTransId="{C0EF412A-20ED-4520-AD79-2C4E8F3D3BFD}"/>
    <dgm:cxn modelId="{AAD8703C-AC0A-4C14-B8EC-C38A950B161C}" srcId="{79F6AAE6-76F2-4E19-991E-63B64A1F5EE7}" destId="{71FD5E99-0617-494E-AF8E-F48CFCD1514E}" srcOrd="9" destOrd="0" parTransId="{C2BA1A10-7D1D-43F6-A73C-7844B1E0EA9F}" sibTransId="{5F0F76AF-7C64-4482-AE47-E7C563D81E7A}"/>
    <dgm:cxn modelId="{4FFE5B3F-E75F-4E04-8729-D725659A2159}" srcId="{F4DAC338-DBEE-44D7-8A9D-242ADF5499FA}" destId="{F035D1A7-0ECC-4FEB-ADFB-BB7F6455F77A}" srcOrd="5" destOrd="0" parTransId="{E0533707-FEFA-42AE-B7F2-EA61EBBA5F06}" sibTransId="{937C00A8-494D-4EDA-9212-7B74C0A3FA7D}"/>
    <dgm:cxn modelId="{D34E375B-5681-4EC8-BE7B-4E1364372E1C}" type="presOf" srcId="{CA1BCE73-0C83-4226-9942-F57DF76C8BC8}" destId="{B52A5248-E5CE-4237-B839-0BD7A358258E}" srcOrd="0" destOrd="15" presId="urn:microsoft.com/office/officeart/2005/8/layout/hList1"/>
    <dgm:cxn modelId="{FBBABE5F-4127-4A0C-B4AE-47C99DB31C05}" srcId="{1A879961-A427-466F-B015-E92033E1110A}" destId="{E6D3921B-862F-40D0-8541-9BFD1118EDB4}" srcOrd="1" destOrd="0" parTransId="{AC8151FE-A0B6-4507-A120-74136534E369}" sibTransId="{33C63F7F-9DFD-48C4-9B9C-A93212B9722A}"/>
    <dgm:cxn modelId="{5C23D85F-6F88-4E1D-88FA-801A9F11198D}" type="presOf" srcId="{8BD6DB91-3B6E-4F97-B5DF-8FE29494A5CD}" destId="{B52A5248-E5CE-4237-B839-0BD7A358258E}" srcOrd="0" destOrd="10" presId="urn:microsoft.com/office/officeart/2005/8/layout/hList1"/>
    <dgm:cxn modelId="{6456D042-18FD-4328-9A2E-E583ADFEE7CA}" srcId="{F4DAC338-DBEE-44D7-8A9D-242ADF5499FA}" destId="{CC9E0796-B8AC-481D-A62B-1A03900B0115}" srcOrd="6" destOrd="0" parTransId="{1C106123-5E33-4A67-9368-EA5E113F0ACC}" sibTransId="{AA43962B-906D-42F3-B034-E137BAC4E494}"/>
    <dgm:cxn modelId="{2E283043-7744-406F-8482-D274522965FD}" type="presOf" srcId="{EB82D994-1D29-4FAA-B75F-8CCE786F4D83}" destId="{E0B901FF-34AF-4924-B087-FEEB2EDE543E}" srcOrd="0" destOrd="3" presId="urn:microsoft.com/office/officeart/2005/8/layout/hList1"/>
    <dgm:cxn modelId="{A0686963-0FFF-40A6-A8D8-574120686AA9}" type="presOf" srcId="{6567268A-7283-43D9-8B70-6539E37476ED}" destId="{E0B901FF-34AF-4924-B087-FEEB2EDE543E}" srcOrd="0" destOrd="0" presId="urn:microsoft.com/office/officeart/2005/8/layout/hList1"/>
    <dgm:cxn modelId="{7734D563-6E23-4D86-A66A-EA770DD5FF77}" type="presOf" srcId="{E62B5666-1421-4170-85DF-BE82CCCD7EBF}" destId="{E0B901FF-34AF-4924-B087-FEEB2EDE543E}" srcOrd="0" destOrd="4" presId="urn:microsoft.com/office/officeart/2005/8/layout/hList1"/>
    <dgm:cxn modelId="{2250F864-B03F-4ED3-B242-EEA808FB585E}" srcId="{F4DAC338-DBEE-44D7-8A9D-242ADF5499FA}" destId="{2BF90855-4DA4-41F8-91E6-4507A9A3DCDE}" srcOrd="2" destOrd="0" parTransId="{DD5758D7-1082-4845-A2E0-9530CFE2F6D3}" sibTransId="{60B5FAE5-3B0C-4927-9287-237ECA4AF16B}"/>
    <dgm:cxn modelId="{0ECEA646-539A-4164-97C9-7760F1924985}" srcId="{1A879961-A427-466F-B015-E92033E1110A}" destId="{C79094C2-4263-4A3A-9DC5-21DBBED4FC25}" srcOrd="3" destOrd="0" parTransId="{25725D99-D39C-4709-AEC5-7D3A804D6E01}" sibTransId="{6B7B02C4-C4F7-429A-AA73-12E3EF4CE554}"/>
    <dgm:cxn modelId="{7AFD1048-84A8-4BBB-8053-C1784B4AC3F3}" srcId="{F4DAC338-DBEE-44D7-8A9D-242ADF5499FA}" destId="{2B2539BC-30CD-4A77-8142-F76C67B1C16E}" srcOrd="1" destOrd="0" parTransId="{85490628-0E4E-4A15-8FA8-DA2D79AD860C}" sibTransId="{AC5FB0A0-EC3D-47B7-A643-F3300FFAE487}"/>
    <dgm:cxn modelId="{F4C12848-C854-401C-B658-DC7E570712A7}" srcId="{1A879961-A427-466F-B015-E92033E1110A}" destId="{45DADA76-5F91-4ECD-966F-8B7867860347}" srcOrd="0" destOrd="0" parTransId="{4047B0F5-48A6-4D3B-9FC4-A460C647DAC5}" sibTransId="{2B6500F0-1432-439B-8DE2-1E6AB9D52265}"/>
    <dgm:cxn modelId="{EF744868-B56A-484D-A9C4-20AA1EB15408}" srcId="{F4DAC338-DBEE-44D7-8A9D-242ADF5499FA}" destId="{CFC8D099-8A63-4671-B02E-20EA28AD690B}" srcOrd="4" destOrd="0" parTransId="{887A7FD5-ECEB-4318-8A06-0F29F119106D}" sibTransId="{00C74C68-B6E1-4B3B-B11B-BA1CBAB77C12}"/>
    <dgm:cxn modelId="{36B86969-153C-4F7F-B36E-BA91E39736B1}" type="presOf" srcId="{30815E62-40C7-426E-80B2-52357025685F}" destId="{A26AD8CC-7F90-418C-A57E-0CCB37A49A94}" srcOrd="0" destOrd="0" presId="urn:microsoft.com/office/officeart/2005/8/layout/hList1"/>
    <dgm:cxn modelId="{C9E9556A-DA48-4F6C-8107-A4187B8A6F5E}" type="presOf" srcId="{7F1985F8-B7C5-4AA2-AD81-2BBE340B7062}" destId="{B52A5248-E5CE-4237-B839-0BD7A358258E}" srcOrd="0" destOrd="12" presId="urn:microsoft.com/office/officeart/2005/8/layout/hList1"/>
    <dgm:cxn modelId="{B851F84C-BE29-462E-9C2E-526195FC5B62}" srcId="{79F6AAE6-76F2-4E19-991E-63B64A1F5EE7}" destId="{E2A1E830-643A-44F1-AC47-5538E7342F5B}" srcOrd="12" destOrd="0" parTransId="{FFD5C0CD-280C-48C0-B460-068ADF60A0A9}" sibTransId="{85E72BD0-B3AE-4F58-80A1-209D5B4A071C}"/>
    <dgm:cxn modelId="{26241C6D-E041-4411-8545-DAF48E024205}" srcId="{30815E62-40C7-426E-80B2-52357025685F}" destId="{EB82D994-1D29-4FAA-B75F-8CCE786F4D83}" srcOrd="3" destOrd="0" parTransId="{C7D4B719-64D3-4357-8ACB-C3DFEB15DEAA}" sibTransId="{5A3B4F7C-470D-467F-BC8C-D49729ACCEBF}"/>
    <dgm:cxn modelId="{9EF32B6D-DE1C-473B-8CA6-FFE8A2A972B1}" type="presOf" srcId="{45DADA76-5F91-4ECD-966F-8B7867860347}" destId="{B52A5248-E5CE-4237-B839-0BD7A358258E}" srcOrd="0" destOrd="0" presId="urn:microsoft.com/office/officeart/2005/8/layout/hList1"/>
    <dgm:cxn modelId="{C85B574D-E075-4DA3-A8C3-DCEDE8A9A837}" type="presOf" srcId="{4646E2F7-CDB7-4DFF-8C9F-718998930F40}" destId="{E0B901FF-34AF-4924-B087-FEEB2EDE543E}" srcOrd="0" destOrd="5" presId="urn:microsoft.com/office/officeart/2005/8/layout/hList1"/>
    <dgm:cxn modelId="{90A5CC51-AE8D-4700-B795-EFCF40262D8C}" srcId="{1A879961-A427-466F-B015-E92033E1110A}" destId="{0130D3C4-DE96-4A08-AF0C-FA8B80874C84}" srcOrd="13" destOrd="0" parTransId="{99A1F1AC-CFC6-40E9-8940-09D16E06FE1D}" sibTransId="{86D1A42E-F467-40AD-9FEC-955509C517A2}"/>
    <dgm:cxn modelId="{B83DDB73-FBDC-4FDE-A43F-9631086B7C6E}" srcId="{1A879961-A427-466F-B015-E92033E1110A}" destId="{00133A0F-8C94-4877-A9E4-81293F3FFBE9}" srcOrd="14" destOrd="0" parTransId="{D9D211AA-8113-4F81-95E4-AC4CC56DE8EC}" sibTransId="{A77064A7-B631-46E1-AD6B-A53E34930289}"/>
    <dgm:cxn modelId="{B86B4374-2E2B-449E-AB02-FABE18A64DFE}" type="presOf" srcId="{C79094C2-4263-4A3A-9DC5-21DBBED4FC25}" destId="{B52A5248-E5CE-4237-B839-0BD7A358258E}" srcOrd="0" destOrd="3" presId="urn:microsoft.com/office/officeart/2005/8/layout/hList1"/>
    <dgm:cxn modelId="{7406FE77-E0C6-4A4D-8DF8-86EC1ACAA5E8}" type="presOf" srcId="{2CBF4266-58E9-45EE-B222-F6E61C618521}" destId="{1B94C01C-1DC1-498D-8C2C-B8D9F47E5B61}" srcOrd="0" destOrd="16" presId="urn:microsoft.com/office/officeart/2005/8/layout/hList1"/>
    <dgm:cxn modelId="{B789175A-0605-4D15-9D80-BBCD7394ED1A}" type="presOf" srcId="{2B2539BC-30CD-4A77-8142-F76C67B1C16E}" destId="{55EF346D-B616-4B66-B746-D787CB91C212}" srcOrd="0" destOrd="1" presId="urn:microsoft.com/office/officeart/2005/8/layout/hList1"/>
    <dgm:cxn modelId="{6AB9157E-9A16-4105-982C-59F4F033EE5D}" type="presOf" srcId="{14442C80-365D-43F4-8C9C-C5E07D42DD18}" destId="{E0B901FF-34AF-4924-B087-FEEB2EDE543E}" srcOrd="0" destOrd="2" presId="urn:microsoft.com/office/officeart/2005/8/layout/hList1"/>
    <dgm:cxn modelId="{57F23D7E-8CFE-4472-9E89-6A312740D66A}" type="presOf" srcId="{B31EB003-2F44-47C9-A7B7-650620F5E51E}" destId="{55EF346D-B616-4B66-B746-D787CB91C212}" srcOrd="0" destOrd="8" presId="urn:microsoft.com/office/officeart/2005/8/layout/hList1"/>
    <dgm:cxn modelId="{22E0AF7E-A03B-4485-A69A-980F030DF479}" srcId="{F4DAC338-DBEE-44D7-8A9D-242ADF5499FA}" destId="{89507C43-7479-4EEE-849D-05078B8424E1}" srcOrd="3" destOrd="0" parTransId="{C0A1EDA4-07CE-4D7F-B30E-C4FCBB5BB01B}" sibTransId="{7C9C6692-B7D0-40B9-AB6C-B2124F4EB053}"/>
    <dgm:cxn modelId="{6E7D797F-15EF-4F3D-9D75-38403CE07556}" srcId="{F4DAC338-DBEE-44D7-8A9D-242ADF5499FA}" destId="{509105E0-7DD9-4791-AAFC-27F7268E347A}" srcOrd="0" destOrd="0" parTransId="{6D348732-6256-4F76-A7D6-9F9D9EA1D5BC}" sibTransId="{463B3BC4-3FBE-4075-91BD-F69AFE4884F3}"/>
    <dgm:cxn modelId="{59F7B181-8BA1-411B-B313-12A62F111DC6}" type="presOf" srcId="{F4DAC338-DBEE-44D7-8A9D-242ADF5499FA}" destId="{29131D4E-B654-461F-A64B-5135E76942F7}" srcOrd="0" destOrd="0" presId="urn:microsoft.com/office/officeart/2005/8/layout/hList1"/>
    <dgm:cxn modelId="{EE1FA686-03F9-45D8-831C-770391F39C33}" type="presOf" srcId="{A0CA75CA-3166-4F0B-B712-7C46765C1995}" destId="{1B94C01C-1DC1-498D-8C2C-B8D9F47E5B61}" srcOrd="0" destOrd="8" presId="urn:microsoft.com/office/officeart/2005/8/layout/hList1"/>
    <dgm:cxn modelId="{BA04AC86-5431-401D-9405-0019F27C2C57}" type="presOf" srcId="{DB410A64-B7CC-4C40-87DB-A006996E988E}" destId="{1B94C01C-1DC1-498D-8C2C-B8D9F47E5B61}" srcOrd="0" destOrd="1" presId="urn:microsoft.com/office/officeart/2005/8/layout/hList1"/>
    <dgm:cxn modelId="{4E2E0B8B-AA26-4213-9A5F-CB9EA0EF6AF9}" srcId="{79F6AAE6-76F2-4E19-991E-63B64A1F5EE7}" destId="{4216F41D-E77D-4E04-9D00-06D00F83B171}" srcOrd="2" destOrd="0" parTransId="{5AE02F74-C875-4371-AA26-6073F06A2643}" sibTransId="{0CA6DB1D-90FE-438D-8AE6-D981E2C17223}"/>
    <dgm:cxn modelId="{C9171A8C-473C-4AAB-AC7B-05B653DE7137}" srcId="{1A879961-A427-466F-B015-E92033E1110A}" destId="{80E77CF1-0EA8-4F6D-BFE4-BB3574EEC5AB}" srcOrd="2" destOrd="0" parTransId="{0AD4EE01-9C3A-4CE2-B5FA-2A325ED42FDB}" sibTransId="{E1744166-B258-4483-B4F4-E563710549BC}"/>
    <dgm:cxn modelId="{A69C438C-FA2C-4C28-98F7-4D9FAA908E99}" srcId="{F4DAC338-DBEE-44D7-8A9D-242ADF5499FA}" destId="{483C8D7E-0061-4A71-8D94-58CFE3524AB4}" srcOrd="9" destOrd="0" parTransId="{E6C1D0FB-E0D6-4FFC-AA89-FA9EDC91B823}" sibTransId="{EAB1261E-6FFF-4754-90A3-CAD12AB6403E}"/>
    <dgm:cxn modelId="{7903E290-3F3F-449E-94FA-91ACB1835825}" srcId="{1A879961-A427-466F-B015-E92033E1110A}" destId="{1509A9A7-53E9-446B-AA0A-D0A0B9674CFF}" srcOrd="4" destOrd="0" parTransId="{8BF7CE60-FEB7-460E-9ECA-9339B4DB7B33}" sibTransId="{F20B3D91-38CB-42C6-8AF1-2847E113FB6D}"/>
    <dgm:cxn modelId="{ADB33896-B4A3-43BB-AED4-131C84A21889}" srcId="{30815E62-40C7-426E-80B2-52357025685F}" destId="{6567268A-7283-43D9-8B70-6539E37476ED}" srcOrd="0" destOrd="0" parTransId="{EC588BE3-ABB7-425B-80E2-C542342C605C}" sibTransId="{994881F2-B5A6-4599-BED9-B7A329D24FF5}"/>
    <dgm:cxn modelId="{884D6898-D1B1-4C9E-9DDC-275A457295B8}" type="presOf" srcId="{62605959-87A2-4FB4-A3EC-884B41367598}" destId="{1B94C01C-1DC1-498D-8C2C-B8D9F47E5B61}" srcOrd="0" destOrd="3" presId="urn:microsoft.com/office/officeart/2005/8/layout/hList1"/>
    <dgm:cxn modelId="{3A7E8298-4C2D-46B8-9752-5BFACB1ED200}" type="presOf" srcId="{483C8D7E-0061-4A71-8D94-58CFE3524AB4}" destId="{55EF346D-B616-4B66-B746-D787CB91C212}" srcOrd="0" destOrd="9" presId="urn:microsoft.com/office/officeart/2005/8/layout/hList1"/>
    <dgm:cxn modelId="{6F84A59A-4ADF-4EA1-B0A9-6DD574013EF1}" type="presOf" srcId="{CC9E0796-B8AC-481D-A62B-1A03900B0115}" destId="{55EF346D-B616-4B66-B746-D787CB91C212}" srcOrd="0" destOrd="6" presId="urn:microsoft.com/office/officeart/2005/8/layout/hList1"/>
    <dgm:cxn modelId="{3818BC9A-BC27-454E-BA95-6C837F077CD0}" type="presOf" srcId="{B272B85E-AB95-496B-BFFE-A4129E73BDC9}" destId="{E0B901FF-34AF-4924-B087-FEEB2EDE543E}" srcOrd="0" destOrd="6" presId="urn:microsoft.com/office/officeart/2005/8/layout/hList1"/>
    <dgm:cxn modelId="{E737F39A-127C-4DEB-ABBC-6A2573A78619}" srcId="{79F6AAE6-76F2-4E19-991E-63B64A1F5EE7}" destId="{D89A5008-D3C6-45FF-B598-BCF84EC488A9}" srcOrd="15" destOrd="0" parTransId="{9C2D1DF1-AC18-4362-B72F-DF3547DF1B89}" sibTransId="{D4BD0F80-5167-404B-99B6-1462E89390AC}"/>
    <dgm:cxn modelId="{888E2B9C-3D2A-45D0-8A1A-81CDC9E8B6CE}" srcId="{1A879961-A427-466F-B015-E92033E1110A}" destId="{65C29FC5-3D2A-4FDF-9B79-01992222C563}" srcOrd="8" destOrd="0" parTransId="{8CB5078E-B59C-459D-B8EA-6601632E9F14}" sibTransId="{0F0ADCF4-1116-47CA-8511-54944D3722F2}"/>
    <dgm:cxn modelId="{1985789C-F733-4720-BC43-DA956F8D826D}" type="presOf" srcId="{1509A9A7-53E9-446B-AA0A-D0A0B9674CFF}" destId="{B52A5248-E5CE-4237-B839-0BD7A358258E}" srcOrd="0" destOrd="4" presId="urn:microsoft.com/office/officeart/2005/8/layout/hList1"/>
    <dgm:cxn modelId="{C4E2B39F-2E66-4D1E-BCA8-F007EB3CBAD6}" srcId="{6374AC1B-0229-4FCD-995E-11CD9EE05285}" destId="{1A879961-A427-466F-B015-E92033E1110A}" srcOrd="1" destOrd="0" parTransId="{155A48C3-A5DB-48CF-A4B0-66A6E5A0C9E7}" sibTransId="{5C5A342F-2F51-4523-BB78-9317B118ABF3}"/>
    <dgm:cxn modelId="{F8C2E9A1-12DC-4394-9973-F245D2948552}" srcId="{1A879961-A427-466F-B015-E92033E1110A}" destId="{8BD6DB91-3B6E-4F97-B5DF-8FE29494A5CD}" srcOrd="10" destOrd="0" parTransId="{D693998D-B4C6-4103-8A7E-FBA2ABA4B7A0}" sibTransId="{040B4E93-553D-4ADE-83EA-26DD3486D72F}"/>
    <dgm:cxn modelId="{02310FA3-4616-44D2-8F7D-A096001ADA07}" srcId="{1A879961-A427-466F-B015-E92033E1110A}" destId="{81C2660F-D4EB-444C-8F38-E896AE31408D}" srcOrd="11" destOrd="0" parTransId="{0783407A-1D1E-4725-9ED8-CB631951018D}" sibTransId="{81D6E549-71CF-427A-9C1B-B5DBECE9DDAD}"/>
    <dgm:cxn modelId="{68A671A4-4576-4BA0-8E99-A93148B4100D}" srcId="{1A879961-A427-466F-B015-E92033E1110A}" destId="{8C84A898-5482-44D6-8712-C01B865AE816}" srcOrd="5" destOrd="0" parTransId="{2DD4F767-E12D-44BF-AE7E-2914AF891EAA}" sibTransId="{122587E3-86EB-4120-AC3E-9FBEE23D82C5}"/>
    <dgm:cxn modelId="{F5C00EA8-6242-44C7-8925-7C7BDF577F1A}" srcId="{79F6AAE6-76F2-4E19-991E-63B64A1F5EE7}" destId="{98F1B151-2DA1-4369-B8D5-F579EF52185C}" srcOrd="4" destOrd="0" parTransId="{4262B9AE-4FF6-4E18-9B9D-264990B70A28}" sibTransId="{DADFA361-ED6B-4FA0-BB2E-9482CD2591D7}"/>
    <dgm:cxn modelId="{768F4CB1-6EB0-41B7-8C57-FDE6C512A81A}" type="presOf" srcId="{0130D3C4-DE96-4A08-AF0C-FA8B80874C84}" destId="{B52A5248-E5CE-4237-B839-0BD7A358258E}" srcOrd="0" destOrd="13" presId="urn:microsoft.com/office/officeart/2005/8/layout/hList1"/>
    <dgm:cxn modelId="{3C07A6B5-1D3F-4FED-A1AE-DF022982844E}" type="presOf" srcId="{F035D1A7-0ECC-4FEB-ADFB-BB7F6455F77A}" destId="{55EF346D-B616-4B66-B746-D787CB91C212}" srcOrd="0" destOrd="5" presId="urn:microsoft.com/office/officeart/2005/8/layout/hList1"/>
    <dgm:cxn modelId="{C89BEAB7-446B-4BEB-A14C-D3485737788C}" type="presOf" srcId="{4216F41D-E77D-4E04-9D00-06D00F83B171}" destId="{1B94C01C-1DC1-498D-8C2C-B8D9F47E5B61}" srcOrd="0" destOrd="2" presId="urn:microsoft.com/office/officeart/2005/8/layout/hList1"/>
    <dgm:cxn modelId="{EC889CB8-65E1-4F89-BC2F-7A100F5A7752}" srcId="{79F6AAE6-76F2-4E19-991E-63B64A1F5EE7}" destId="{D92BB8E2-D6A7-45DD-BE47-14D6E73A279C}" srcOrd="5" destOrd="0" parTransId="{F2F3A3D3-128C-48AB-9D05-D74CC0C08185}" sibTransId="{F4519076-A22D-4129-B4EC-F912F0409113}"/>
    <dgm:cxn modelId="{3546ECB8-7381-46B8-A6C2-689C0950E7F8}" type="presOf" srcId="{80E77CF1-0EA8-4F6D-BFE4-BB3574EEC5AB}" destId="{B52A5248-E5CE-4237-B839-0BD7A358258E}" srcOrd="0" destOrd="2" presId="urn:microsoft.com/office/officeart/2005/8/layout/hList1"/>
    <dgm:cxn modelId="{2D2FDABA-EA0F-4B93-954C-475E3C8D4861}" type="presOf" srcId="{6374AC1B-0229-4FCD-995E-11CD9EE05285}" destId="{CC9811DD-6487-413A-A569-64746AAB2096}" srcOrd="0" destOrd="0" presId="urn:microsoft.com/office/officeart/2005/8/layout/hList1"/>
    <dgm:cxn modelId="{89F8BABD-02E5-4E2B-9EE9-327E63933F2F}" type="presOf" srcId="{CF12E05C-3AB7-49A3-B7E5-808B0F223341}" destId="{55EF346D-B616-4B66-B746-D787CB91C212}" srcOrd="0" destOrd="7" presId="urn:microsoft.com/office/officeart/2005/8/layout/hList1"/>
    <dgm:cxn modelId="{744448C4-A03D-4E7A-B3F8-2FE04BF1F325}" type="presOf" srcId="{E2A1E830-643A-44F1-AC47-5538E7342F5B}" destId="{1B94C01C-1DC1-498D-8C2C-B8D9F47E5B61}" srcOrd="0" destOrd="12" presId="urn:microsoft.com/office/officeart/2005/8/layout/hList1"/>
    <dgm:cxn modelId="{F4957FC5-E185-4F13-A8CD-2816FB0FCF3C}" srcId="{1A879961-A427-466F-B015-E92033E1110A}" destId="{C3295A6A-D73C-49D6-BEC4-021761ADC074}" srcOrd="6" destOrd="0" parTransId="{A34A2391-66F1-44C0-8C32-CEB5F28B205A}" sibTransId="{E80734C6-99AE-4CBE-8F93-FB2C8AD25605}"/>
    <dgm:cxn modelId="{D821F6C6-C7BD-4F78-BBF0-1D482CA5503B}" srcId="{79F6AAE6-76F2-4E19-991E-63B64A1F5EE7}" destId="{95BC77C9-3CCB-4DED-AFFD-365630D7B230}" srcOrd="0" destOrd="0" parTransId="{064C0C03-3750-4A88-8D73-5C69345C3C98}" sibTransId="{6F5B1EC1-93B6-4FEE-B707-8C6020169C11}"/>
    <dgm:cxn modelId="{EC5239C7-88F3-438F-A670-C7B041D951BC}" type="presOf" srcId="{00133A0F-8C94-4877-A9E4-81293F3FFBE9}" destId="{B52A5248-E5CE-4237-B839-0BD7A358258E}" srcOrd="0" destOrd="14" presId="urn:microsoft.com/office/officeart/2005/8/layout/hList1"/>
    <dgm:cxn modelId="{DF703AC7-E2DE-4F75-AD0F-83272DA84439}" srcId="{30815E62-40C7-426E-80B2-52357025685F}" destId="{FB5A7AB4-A7B9-44AF-93DE-8637133B1BD9}" srcOrd="7" destOrd="0" parTransId="{472CFCC9-6EA5-4410-B62B-F3C56C338E1B}" sibTransId="{695908AA-9323-465C-BF41-31EBE52BC553}"/>
    <dgm:cxn modelId="{525586C7-69AF-420D-A088-9430F7B8C02C}" srcId="{79F6AAE6-76F2-4E19-991E-63B64A1F5EE7}" destId="{2CBF4266-58E9-45EE-B222-F6E61C618521}" srcOrd="16" destOrd="0" parTransId="{D9CCE878-1762-4EA1-95AF-E6E686354CA0}" sibTransId="{32AA6AA9-A405-49EC-8DCE-77BEA62810AB}"/>
    <dgm:cxn modelId="{DF96B6C8-674F-412E-8A5C-2C495ED4F6BA}" srcId="{6374AC1B-0229-4FCD-995E-11CD9EE05285}" destId="{79F6AAE6-76F2-4E19-991E-63B64A1F5EE7}" srcOrd="3" destOrd="0" parTransId="{C846C2E0-6DC7-4EA1-A31B-A0ED7AFD77FA}" sibTransId="{5D54641C-2BF1-4936-AD79-41C5C7934458}"/>
    <dgm:cxn modelId="{101630CA-69BC-4870-A0DB-2F659C79EFD0}" type="presOf" srcId="{E6D3921B-862F-40D0-8541-9BFD1118EDB4}" destId="{B52A5248-E5CE-4237-B839-0BD7A358258E}" srcOrd="0" destOrd="1" presId="urn:microsoft.com/office/officeart/2005/8/layout/hList1"/>
    <dgm:cxn modelId="{A695E4CA-D35A-494D-B742-355DFF4E448E}" srcId="{79F6AAE6-76F2-4E19-991E-63B64A1F5EE7}" destId="{A4604F7B-9463-4702-BD87-079503FC9A01}" srcOrd="13" destOrd="0" parTransId="{45A23FCC-3628-4FA1-A265-21C1E9F9241B}" sibTransId="{F069AD79-1005-4EA5-BB0B-7A44F540722D}"/>
    <dgm:cxn modelId="{86B9A7CD-2CA4-4165-A27B-25D759951729}" type="presOf" srcId="{89507C43-7479-4EEE-849D-05078B8424E1}" destId="{55EF346D-B616-4B66-B746-D787CB91C212}" srcOrd="0" destOrd="3" presId="urn:microsoft.com/office/officeart/2005/8/layout/hList1"/>
    <dgm:cxn modelId="{18DFF1D0-766F-4EBB-9BDC-4B9F898D3417}" srcId="{30815E62-40C7-426E-80B2-52357025685F}" destId="{12F6538A-240C-4779-85A5-A70FCDBDADE6}" srcOrd="1" destOrd="0" parTransId="{31EDB47F-7490-4B60-A528-F8EB94ED96ED}" sibTransId="{94CDF12A-CFB3-436F-B464-FC00B674C1B6}"/>
    <dgm:cxn modelId="{45A4CBD2-227E-4B2D-9719-478B1A29AAA0}" srcId="{79F6AAE6-76F2-4E19-991E-63B64A1F5EE7}" destId="{B73DFD77-AD28-435F-93B1-498738829443}" srcOrd="10" destOrd="0" parTransId="{6BB0F058-FE4F-4995-809C-F19E41D4B13C}" sibTransId="{3C215F70-5A88-40F8-9F8B-06F1D66CAE15}"/>
    <dgm:cxn modelId="{F206A3D7-4089-4F67-BB7F-80DC3AC75020}" type="presOf" srcId="{1A879961-A427-466F-B015-E92033E1110A}" destId="{29717A32-9863-46C8-9057-CD2C203ABDF1}" srcOrd="0" destOrd="0" presId="urn:microsoft.com/office/officeart/2005/8/layout/hList1"/>
    <dgm:cxn modelId="{CBE175D8-C6AD-40D6-B0EB-9A1957DFB12B}" type="presOf" srcId="{FB5A7AB4-A7B9-44AF-93DE-8637133B1BD9}" destId="{E0B901FF-34AF-4924-B087-FEEB2EDE543E}" srcOrd="0" destOrd="7" presId="urn:microsoft.com/office/officeart/2005/8/layout/hList1"/>
    <dgm:cxn modelId="{CCDA0BD9-E693-45D6-ACE8-FED19B833008}" srcId="{30815E62-40C7-426E-80B2-52357025685F}" destId="{E62B5666-1421-4170-85DF-BE82CCCD7EBF}" srcOrd="4" destOrd="0" parTransId="{DA249958-C26D-410C-992D-4162A071141B}" sibTransId="{4F03BB34-E691-47C8-825F-F82C484111E0}"/>
    <dgm:cxn modelId="{F84F9BD9-232E-429C-9FCD-FEF06042D641}" srcId="{1A879961-A427-466F-B015-E92033E1110A}" destId="{7F1985F8-B7C5-4AA2-AD81-2BBE340B7062}" srcOrd="12" destOrd="0" parTransId="{E15FC849-C270-4639-B42A-9212B07B0D1F}" sibTransId="{EC0F17DF-1AF0-4C63-92D2-1A76E8B96441}"/>
    <dgm:cxn modelId="{C52817DA-3C07-414E-A3A3-A8C00B159089}" type="presOf" srcId="{A4604F7B-9463-4702-BD87-079503FC9A01}" destId="{1B94C01C-1DC1-498D-8C2C-B8D9F47E5B61}" srcOrd="0" destOrd="13" presId="urn:microsoft.com/office/officeart/2005/8/layout/hList1"/>
    <dgm:cxn modelId="{7301BBE0-4B97-483F-8BF9-96973171E851}" type="presOf" srcId="{65C29FC5-3D2A-4FDF-9B79-01992222C563}" destId="{B52A5248-E5CE-4237-B839-0BD7A358258E}" srcOrd="0" destOrd="8" presId="urn:microsoft.com/office/officeart/2005/8/layout/hList1"/>
    <dgm:cxn modelId="{8B1AA1E1-5FAB-49E7-837B-F2B28AF6EE98}" type="presOf" srcId="{B6614B0A-DDE8-41AB-804C-44CE82C2D1DC}" destId="{1B94C01C-1DC1-498D-8C2C-B8D9F47E5B61}" srcOrd="0" destOrd="6" presId="urn:microsoft.com/office/officeart/2005/8/layout/hList1"/>
    <dgm:cxn modelId="{63C460E3-1031-4C63-AAE9-A3D3BFC50209}" type="presOf" srcId="{509105E0-7DD9-4791-AAFC-27F7268E347A}" destId="{55EF346D-B616-4B66-B746-D787CB91C212}" srcOrd="0" destOrd="0" presId="urn:microsoft.com/office/officeart/2005/8/layout/hList1"/>
    <dgm:cxn modelId="{4ADCBAE3-9ABE-4CB8-A858-ABC8B267FA54}" srcId="{F4DAC338-DBEE-44D7-8A9D-242ADF5499FA}" destId="{B31EB003-2F44-47C9-A7B7-650620F5E51E}" srcOrd="8" destOrd="0" parTransId="{FC658536-32C6-450F-80E9-0C576614001E}" sibTransId="{10545EA3-9505-4FA0-977B-28B770D898A9}"/>
    <dgm:cxn modelId="{4E5F20E4-6FC5-4442-A2AF-936B4E910D87}" type="presOf" srcId="{98F1B151-2DA1-4369-B8D5-F579EF52185C}" destId="{1B94C01C-1DC1-498D-8C2C-B8D9F47E5B61}" srcOrd="0" destOrd="4" presId="urn:microsoft.com/office/officeart/2005/8/layout/hList1"/>
    <dgm:cxn modelId="{FC378BE4-93B2-4157-90B1-9E6A67994B28}" srcId="{6374AC1B-0229-4FCD-995E-11CD9EE05285}" destId="{30815E62-40C7-426E-80B2-52357025685F}" srcOrd="0" destOrd="0" parTransId="{3F7F3A92-DB36-4A20-9FCE-AB9EFCCA8F52}" sibTransId="{56585C04-4917-4049-A1F6-BF9E0057DC16}"/>
    <dgm:cxn modelId="{DAD527E5-BDE8-4D33-B2F2-8DB8A4CAD32F}" type="presOf" srcId="{B4E0FBA8-7EF4-4AF4-AEEC-FEBDBC84D819}" destId="{B52A5248-E5CE-4237-B839-0BD7A358258E}" srcOrd="0" destOrd="7" presId="urn:microsoft.com/office/officeart/2005/8/layout/hList1"/>
    <dgm:cxn modelId="{1A4F6AE5-B573-4D49-B739-0227584B7CC4}" srcId="{1A879961-A427-466F-B015-E92033E1110A}" destId="{B4E0FBA8-7EF4-4AF4-AEEC-FEBDBC84D819}" srcOrd="7" destOrd="0" parTransId="{DCAA4C3E-CFD8-4C9E-BF01-9C496DCFF180}" sibTransId="{B2EE8B86-98C9-4FAC-9E77-1629AEB34969}"/>
    <dgm:cxn modelId="{B78D85E9-BBF9-456E-B300-168082366772}" srcId="{79F6AAE6-76F2-4E19-991E-63B64A1F5EE7}" destId="{2EC4A201-406D-4C98-A596-9F7F9D1149D7}" srcOrd="7" destOrd="0" parTransId="{6D3947BC-47E6-4F45-8237-39265623D002}" sibTransId="{D5A32A67-99B0-4660-AA96-743874EA0227}"/>
    <dgm:cxn modelId="{337CA3E9-F4D6-4B6B-AADD-913D3A7E05CE}" srcId="{1A879961-A427-466F-B015-E92033E1110A}" destId="{CA1BCE73-0C83-4226-9942-F57DF76C8BC8}" srcOrd="15" destOrd="0" parTransId="{EECA50BB-9EA8-42FA-A810-6A84DCAB8C44}" sibTransId="{55878C7A-AC12-49CB-BABF-A54DE7502FB9}"/>
    <dgm:cxn modelId="{9B1D01EF-CF60-45BE-8B03-F295D6DD2AFB}" type="presOf" srcId="{81C2660F-D4EB-444C-8F38-E896AE31408D}" destId="{B52A5248-E5CE-4237-B839-0BD7A358258E}" srcOrd="0" destOrd="11" presId="urn:microsoft.com/office/officeart/2005/8/layout/hList1"/>
    <dgm:cxn modelId="{CC396CEF-14A7-4063-825F-C78BB501D0A3}" type="presOf" srcId="{2EC4A201-406D-4C98-A596-9F7F9D1149D7}" destId="{1B94C01C-1DC1-498D-8C2C-B8D9F47E5B61}" srcOrd="0" destOrd="7" presId="urn:microsoft.com/office/officeart/2005/8/layout/hList1"/>
    <dgm:cxn modelId="{EF21D5F0-C935-429C-BA60-7EFA3CC3AC51}" type="presOf" srcId="{B73DFD77-AD28-435F-93B1-498738829443}" destId="{1B94C01C-1DC1-498D-8C2C-B8D9F47E5B61}" srcOrd="0" destOrd="10" presId="urn:microsoft.com/office/officeart/2005/8/layout/hList1"/>
    <dgm:cxn modelId="{1A5434F1-3D2D-4EEB-8FC4-4F478B300DA9}" srcId="{30815E62-40C7-426E-80B2-52357025685F}" destId="{B272B85E-AB95-496B-BFFE-A4129E73BDC9}" srcOrd="6" destOrd="0" parTransId="{0B74FA95-AE3B-4EFF-B017-A8E93C51A3D6}" sibTransId="{8CD9788C-180D-4923-AC4D-B43B5A6192DB}"/>
    <dgm:cxn modelId="{4CA969F4-7B86-4CC4-A775-4DA39982D97E}" type="presOf" srcId="{95BC77C9-3CCB-4DED-AFFD-365630D7B230}" destId="{1B94C01C-1DC1-498D-8C2C-B8D9F47E5B61}" srcOrd="0" destOrd="0" presId="urn:microsoft.com/office/officeart/2005/8/layout/hList1"/>
    <dgm:cxn modelId="{2767B4FA-B149-4173-AA59-71AE762C671A}" type="presOf" srcId="{2BF90855-4DA4-41F8-91E6-4507A9A3DCDE}" destId="{55EF346D-B616-4B66-B746-D787CB91C212}" srcOrd="0" destOrd="2" presId="urn:microsoft.com/office/officeart/2005/8/layout/hList1"/>
    <dgm:cxn modelId="{FE4C3CFB-932A-4EE9-9898-E45EB9D438DF}" type="presOf" srcId="{EF1FAC6C-824E-46CD-8D36-A4464E835A0E}" destId="{1B94C01C-1DC1-498D-8C2C-B8D9F47E5B61}" srcOrd="0" destOrd="14" presId="urn:microsoft.com/office/officeart/2005/8/layout/hList1"/>
    <dgm:cxn modelId="{EB5867C0-EE7D-4454-BC73-7B4FCD143E78}" type="presParOf" srcId="{CC9811DD-6487-413A-A569-64746AAB2096}" destId="{5A835063-E940-418A-8E56-B5248B253DF2}" srcOrd="0" destOrd="0" presId="urn:microsoft.com/office/officeart/2005/8/layout/hList1"/>
    <dgm:cxn modelId="{1056F9D9-3482-48C5-9E34-E6D0CBD0DBAD}" type="presParOf" srcId="{5A835063-E940-418A-8E56-B5248B253DF2}" destId="{A26AD8CC-7F90-418C-A57E-0CCB37A49A94}" srcOrd="0" destOrd="0" presId="urn:microsoft.com/office/officeart/2005/8/layout/hList1"/>
    <dgm:cxn modelId="{F2ED2DAC-BBE8-43CA-B287-7EE1F78843FC}" type="presParOf" srcId="{5A835063-E940-418A-8E56-B5248B253DF2}" destId="{E0B901FF-34AF-4924-B087-FEEB2EDE543E}" srcOrd="1" destOrd="0" presId="urn:microsoft.com/office/officeart/2005/8/layout/hList1"/>
    <dgm:cxn modelId="{0ED7DAFF-3DD4-4E9A-8937-B96B83C52F13}" type="presParOf" srcId="{CC9811DD-6487-413A-A569-64746AAB2096}" destId="{AA42046F-9F12-41D2-A135-F380CE1C675B}" srcOrd="1" destOrd="0" presId="urn:microsoft.com/office/officeart/2005/8/layout/hList1"/>
    <dgm:cxn modelId="{EF0D6C88-5865-419E-B2CC-22F27F001ABE}" type="presParOf" srcId="{CC9811DD-6487-413A-A569-64746AAB2096}" destId="{BCEA0290-1E0D-4424-A515-0579DCE01777}" srcOrd="2" destOrd="0" presId="urn:microsoft.com/office/officeart/2005/8/layout/hList1"/>
    <dgm:cxn modelId="{91E45ECB-D526-48A0-B60C-A11550A2B2B3}" type="presParOf" srcId="{BCEA0290-1E0D-4424-A515-0579DCE01777}" destId="{29717A32-9863-46C8-9057-CD2C203ABDF1}" srcOrd="0" destOrd="0" presId="urn:microsoft.com/office/officeart/2005/8/layout/hList1"/>
    <dgm:cxn modelId="{D325511D-E53B-4D20-9E0F-2F3CEEFE65AB}" type="presParOf" srcId="{BCEA0290-1E0D-4424-A515-0579DCE01777}" destId="{B52A5248-E5CE-4237-B839-0BD7A358258E}" srcOrd="1" destOrd="0" presId="urn:microsoft.com/office/officeart/2005/8/layout/hList1"/>
    <dgm:cxn modelId="{EE593F84-D32A-40E1-87A0-956A46E0C0AA}" type="presParOf" srcId="{CC9811DD-6487-413A-A569-64746AAB2096}" destId="{BBDEE0A7-8D40-457A-A3BC-49612C014FE2}" srcOrd="3" destOrd="0" presId="urn:microsoft.com/office/officeart/2005/8/layout/hList1"/>
    <dgm:cxn modelId="{71A54BD7-E7C8-42E2-BD9E-B58D2F4C285D}" type="presParOf" srcId="{CC9811DD-6487-413A-A569-64746AAB2096}" destId="{09D448A6-14FF-40E9-9239-4B401E9B0790}" srcOrd="4" destOrd="0" presId="urn:microsoft.com/office/officeart/2005/8/layout/hList1"/>
    <dgm:cxn modelId="{696F7506-1FAC-4B48-A23A-08F7BDE96051}" type="presParOf" srcId="{09D448A6-14FF-40E9-9239-4B401E9B0790}" destId="{29131D4E-B654-461F-A64B-5135E76942F7}" srcOrd="0" destOrd="0" presId="urn:microsoft.com/office/officeart/2005/8/layout/hList1"/>
    <dgm:cxn modelId="{C4C0561A-0291-438E-B2AF-57E7F58E5805}" type="presParOf" srcId="{09D448A6-14FF-40E9-9239-4B401E9B0790}" destId="{55EF346D-B616-4B66-B746-D787CB91C212}" srcOrd="1" destOrd="0" presId="urn:microsoft.com/office/officeart/2005/8/layout/hList1"/>
    <dgm:cxn modelId="{BE202FAB-D4DE-4BE3-8D20-6F7A8881CA34}" type="presParOf" srcId="{CC9811DD-6487-413A-A569-64746AAB2096}" destId="{E8CA8D83-F6C6-4BB8-A343-CC582B796BA5}" srcOrd="5" destOrd="0" presId="urn:microsoft.com/office/officeart/2005/8/layout/hList1"/>
    <dgm:cxn modelId="{2275662D-7FD2-4FCA-9883-52FE274098D6}" type="presParOf" srcId="{CC9811DD-6487-413A-A569-64746AAB2096}" destId="{73490039-E31F-4578-B171-AC02CE0CC18F}" srcOrd="6" destOrd="0" presId="urn:microsoft.com/office/officeart/2005/8/layout/hList1"/>
    <dgm:cxn modelId="{8F8C9384-7A7C-409F-AF2C-F862DE68E26F}" type="presParOf" srcId="{73490039-E31F-4578-B171-AC02CE0CC18F}" destId="{33391748-543B-4C45-9F6C-112842578F49}" srcOrd="0" destOrd="0" presId="urn:microsoft.com/office/officeart/2005/8/layout/hList1"/>
    <dgm:cxn modelId="{5D315946-EDF8-40EE-AAE6-64BCFB209938}" type="presParOf" srcId="{73490039-E31F-4578-B171-AC02CE0CC18F}" destId="{1B94C01C-1DC1-498D-8C2C-B8D9F47E5B61}"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A615D9D9-D56F-41A8-9153-1EFAA560D0DA}" type="doc">
      <dgm:prSet loTypeId="urn:microsoft.com/office/officeart/2018/5/layout/CenteredIconLabelDescriptionList" loCatId="icon" qsTypeId="urn:microsoft.com/office/officeart/2005/8/quickstyle/simple1" qsCatId="simple" csTypeId="urn:microsoft.com/office/officeart/2005/8/colors/colorful3" csCatId="colorful" phldr="1"/>
      <dgm:spPr>
        <a:scene3d>
          <a:camera prst="orthographicFront">
            <a:rot lat="0" lon="0" rev="0"/>
          </a:camera>
          <a:lightRig rig="contrasting" dir="t">
            <a:rot lat="0" lon="0" rev="1500000"/>
          </a:lightRig>
        </a:scene3d>
      </dgm:spPr>
      <dgm:t>
        <a:bodyPr/>
        <a:lstStyle/>
        <a:p>
          <a:endParaRPr lang="en-US"/>
        </a:p>
      </dgm:t>
    </dgm:pt>
    <dgm:pt modelId="{58BB8E95-3BA5-4524-9038-BB6B9916DDA4}">
      <dgm:prSet/>
      <dgm:spPr>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a:lstStyle/>
        <a:p>
          <a:pPr>
            <a:lnSpc>
              <a:spcPct val="100000"/>
            </a:lnSpc>
            <a:defRPr b="1"/>
          </a:pPr>
          <a:r>
            <a:rPr lang="en-US" b="0"/>
            <a:t>Brief recap of previous week</a:t>
          </a:r>
          <a:endParaRPr lang="en-US"/>
        </a:p>
      </dgm:t>
    </dgm:pt>
    <dgm:pt modelId="{40F42D7E-D15C-4205-8211-684E303FE75C}" type="parTrans" cxnId="{D89CF4E1-892F-4429-8ADA-A047C2FE7CB4}">
      <dgm:prSet/>
      <dgm:spPr/>
      <dgm:t>
        <a:bodyPr/>
        <a:lstStyle/>
        <a:p>
          <a:endParaRPr lang="en-US"/>
        </a:p>
      </dgm:t>
    </dgm:pt>
    <dgm:pt modelId="{28A91DD9-C3E9-4EE4-B211-336D89BE6BE1}" type="sibTrans" cxnId="{D89CF4E1-892F-4429-8ADA-A047C2FE7CB4}">
      <dgm:prSet/>
      <dgm:spPr/>
      <dgm:t>
        <a:bodyPr/>
        <a:lstStyle/>
        <a:p>
          <a:endParaRPr lang="en-US"/>
        </a:p>
      </dgm:t>
    </dgm:pt>
    <dgm:pt modelId="{2CBA0BF4-54E2-463B-A849-54D5EA677FA1}">
      <dgm:prSet/>
      <dgm:spPr>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a:lstStyle/>
        <a:p>
          <a:pPr>
            <a:lnSpc>
              <a:spcPct val="100000"/>
            </a:lnSpc>
            <a:defRPr b="1"/>
          </a:pPr>
          <a:r>
            <a:rPr lang="en-US" b="0"/>
            <a:t>Progress made in this week</a:t>
          </a:r>
          <a:endParaRPr lang="en-US"/>
        </a:p>
      </dgm:t>
    </dgm:pt>
    <dgm:pt modelId="{4F90CE70-FDB9-482E-872A-FB749A74679E}" type="parTrans" cxnId="{0F0E7CFE-F163-4E99-B660-AEAC8C226830}">
      <dgm:prSet/>
      <dgm:spPr/>
      <dgm:t>
        <a:bodyPr/>
        <a:lstStyle/>
        <a:p>
          <a:endParaRPr lang="en-US"/>
        </a:p>
      </dgm:t>
    </dgm:pt>
    <dgm:pt modelId="{27B71916-E1C4-4422-88F2-BF814AD87ACA}" type="sibTrans" cxnId="{0F0E7CFE-F163-4E99-B660-AEAC8C226830}">
      <dgm:prSet/>
      <dgm:spPr/>
      <dgm:t>
        <a:bodyPr/>
        <a:lstStyle/>
        <a:p>
          <a:endParaRPr lang="en-US"/>
        </a:p>
      </dgm:t>
    </dgm:pt>
    <dgm:pt modelId="{BD8D258E-218B-4483-82A2-079BC4422D21}">
      <dgm:prSet/>
      <dgm:spPr>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a:lstStyle/>
        <a:p>
          <a:pPr>
            <a:lnSpc>
              <a:spcPct val="100000"/>
            </a:lnSpc>
          </a:pPr>
          <a:r>
            <a:rPr lang="en-US" dirty="0"/>
            <a:t>Difference in distributions</a:t>
          </a:r>
        </a:p>
      </dgm:t>
    </dgm:pt>
    <dgm:pt modelId="{2545F0C9-4A30-4819-A904-BED17AD34C1C}" type="parTrans" cxnId="{3CE59DC1-53C3-464D-9D76-31C4716A05EF}">
      <dgm:prSet/>
      <dgm:spPr/>
      <dgm:t>
        <a:bodyPr/>
        <a:lstStyle/>
        <a:p>
          <a:endParaRPr lang="en-US"/>
        </a:p>
      </dgm:t>
    </dgm:pt>
    <dgm:pt modelId="{7423866D-82B8-4B5B-BEA7-F658DF222B25}" type="sibTrans" cxnId="{3CE59DC1-53C3-464D-9D76-31C4716A05EF}">
      <dgm:prSet/>
      <dgm:spPr/>
      <dgm:t>
        <a:bodyPr/>
        <a:lstStyle/>
        <a:p>
          <a:endParaRPr lang="en-US"/>
        </a:p>
      </dgm:t>
    </dgm:pt>
    <dgm:pt modelId="{0FEE194A-8C62-490F-9B1F-7A1CC31BEBEE}">
      <dgm:prSet/>
      <dgm:spPr>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a:lstStyle/>
        <a:p>
          <a:pPr>
            <a:lnSpc>
              <a:spcPct val="100000"/>
            </a:lnSpc>
          </a:pPr>
          <a:r>
            <a:rPr lang="en-US" dirty="0"/>
            <a:t>Data augmentation using snorkel</a:t>
          </a:r>
        </a:p>
      </dgm:t>
    </dgm:pt>
    <dgm:pt modelId="{2D6E4548-CBBA-4338-9CE3-836672E1AAE2}" type="parTrans" cxnId="{E94D5FD7-9040-46EF-B159-E6051546FAC4}">
      <dgm:prSet/>
      <dgm:spPr/>
      <dgm:t>
        <a:bodyPr/>
        <a:lstStyle/>
        <a:p>
          <a:endParaRPr lang="en-US"/>
        </a:p>
      </dgm:t>
    </dgm:pt>
    <dgm:pt modelId="{EBE745A8-7F5F-4C20-BA61-5AA28B792862}" type="sibTrans" cxnId="{E94D5FD7-9040-46EF-B159-E6051546FAC4}">
      <dgm:prSet/>
      <dgm:spPr/>
      <dgm:t>
        <a:bodyPr/>
        <a:lstStyle/>
        <a:p>
          <a:endParaRPr lang="en-US"/>
        </a:p>
      </dgm:t>
    </dgm:pt>
    <dgm:pt modelId="{C976FD86-6663-49F4-94AB-9FB8D0252CEC}">
      <dgm:prSet/>
      <dgm:spPr>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a:lstStyle/>
        <a:p>
          <a:pPr>
            <a:lnSpc>
              <a:spcPct val="100000"/>
            </a:lnSpc>
            <a:defRPr b="1"/>
          </a:pPr>
          <a:r>
            <a:rPr lang="en-US" b="0" dirty="0"/>
            <a:t>Way forward</a:t>
          </a:r>
          <a:endParaRPr lang="en-US" dirty="0"/>
        </a:p>
      </dgm:t>
    </dgm:pt>
    <dgm:pt modelId="{71AD0EC0-420E-401F-B731-9026E5ADB6D3}" type="parTrans" cxnId="{9D6215BB-A767-437E-BA93-41605A2BFAF7}">
      <dgm:prSet/>
      <dgm:spPr/>
      <dgm:t>
        <a:bodyPr/>
        <a:lstStyle/>
        <a:p>
          <a:endParaRPr lang="en-US"/>
        </a:p>
      </dgm:t>
    </dgm:pt>
    <dgm:pt modelId="{3A11E3D6-7FAD-449A-9208-E94F21D5EBC4}" type="sibTrans" cxnId="{9D6215BB-A767-437E-BA93-41605A2BFAF7}">
      <dgm:prSet/>
      <dgm:spPr/>
      <dgm:t>
        <a:bodyPr/>
        <a:lstStyle/>
        <a:p>
          <a:endParaRPr lang="en-US"/>
        </a:p>
      </dgm:t>
    </dgm:pt>
    <dgm:pt modelId="{613243C9-43FD-4C4C-837D-2B8E0D55D9EA}">
      <dgm:prSet/>
      <dgm:spPr>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a:lstStyle/>
        <a:p>
          <a:pPr>
            <a:lnSpc>
              <a:spcPct val="100000"/>
            </a:lnSpc>
          </a:pPr>
          <a:r>
            <a:rPr lang="en-US" dirty="0"/>
            <a:t>Spell corrections</a:t>
          </a:r>
        </a:p>
      </dgm:t>
    </dgm:pt>
    <dgm:pt modelId="{0F401404-E799-43CF-89D7-04C8B1E2DDDF}" type="parTrans" cxnId="{60B0B88C-289B-4569-8BF4-62E0F934C7E2}">
      <dgm:prSet/>
      <dgm:spPr/>
      <dgm:t>
        <a:bodyPr/>
        <a:lstStyle/>
        <a:p>
          <a:endParaRPr lang="en-US"/>
        </a:p>
      </dgm:t>
    </dgm:pt>
    <dgm:pt modelId="{F9DAC246-8EFE-49A1-BF64-F56036F9C27A}" type="sibTrans" cxnId="{60B0B88C-289B-4569-8BF4-62E0F934C7E2}">
      <dgm:prSet/>
      <dgm:spPr/>
      <dgm:t>
        <a:bodyPr/>
        <a:lstStyle/>
        <a:p>
          <a:endParaRPr lang="en-US"/>
        </a:p>
      </dgm:t>
    </dgm:pt>
    <dgm:pt modelId="{B44F3FA2-E9F2-45BA-8299-40462BE5ED24}">
      <dgm:prSet/>
      <dgm:spPr>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a:lstStyle/>
        <a:p>
          <a:pPr>
            <a:lnSpc>
              <a:spcPct val="100000"/>
            </a:lnSpc>
          </a:pPr>
          <a:r>
            <a:rPr lang="en-US" dirty="0"/>
            <a:t>Voting classifier of RF and LR</a:t>
          </a:r>
        </a:p>
      </dgm:t>
    </dgm:pt>
    <dgm:pt modelId="{D447070B-BF40-4BF5-A66D-07B8E751630F}" type="parTrans" cxnId="{A19C17C7-C6A5-44CF-A469-5DF34F83BC30}">
      <dgm:prSet/>
      <dgm:spPr/>
      <dgm:t>
        <a:bodyPr/>
        <a:lstStyle/>
        <a:p>
          <a:endParaRPr lang="en-US"/>
        </a:p>
      </dgm:t>
    </dgm:pt>
    <dgm:pt modelId="{8C128AEF-73C3-42D5-9683-05D81216F929}" type="sibTrans" cxnId="{A19C17C7-C6A5-44CF-A469-5DF34F83BC30}">
      <dgm:prSet/>
      <dgm:spPr/>
      <dgm:t>
        <a:bodyPr/>
        <a:lstStyle/>
        <a:p>
          <a:endParaRPr lang="en-US"/>
        </a:p>
      </dgm:t>
    </dgm:pt>
    <dgm:pt modelId="{168B6767-CB86-408E-A9C7-F3440419A109}">
      <dgm:prSet/>
      <dgm:spPr>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a:lstStyle/>
        <a:p>
          <a:pPr>
            <a:lnSpc>
              <a:spcPct val="100000"/>
            </a:lnSpc>
          </a:pPr>
          <a:r>
            <a:rPr lang="en-US" dirty="0"/>
            <a:t>FastText model</a:t>
          </a:r>
        </a:p>
      </dgm:t>
    </dgm:pt>
    <dgm:pt modelId="{0F9C8444-0BD1-48FA-A828-01F21F04EA15}" type="parTrans" cxnId="{0076365E-CAB5-41F7-A40F-987E5CC24E54}">
      <dgm:prSet/>
      <dgm:spPr/>
      <dgm:t>
        <a:bodyPr/>
        <a:lstStyle/>
        <a:p>
          <a:endParaRPr lang="en-US"/>
        </a:p>
      </dgm:t>
    </dgm:pt>
    <dgm:pt modelId="{442BE8E4-C303-4C69-AC14-363B45595892}" type="sibTrans" cxnId="{0076365E-CAB5-41F7-A40F-987E5CC24E54}">
      <dgm:prSet/>
      <dgm:spPr/>
      <dgm:t>
        <a:bodyPr/>
        <a:lstStyle/>
        <a:p>
          <a:endParaRPr lang="en-US"/>
        </a:p>
      </dgm:t>
    </dgm:pt>
    <dgm:pt modelId="{AF8339A4-4969-4166-8D78-A9668542A120}" type="pres">
      <dgm:prSet presAssocID="{A615D9D9-D56F-41A8-9153-1EFAA560D0DA}" presName="root" presStyleCnt="0">
        <dgm:presLayoutVars>
          <dgm:dir/>
          <dgm:resizeHandles val="exact"/>
        </dgm:presLayoutVars>
      </dgm:prSet>
      <dgm:spPr/>
    </dgm:pt>
    <dgm:pt modelId="{019FCDB0-C8B1-46E5-B61B-3A4F354739C3}" type="pres">
      <dgm:prSet presAssocID="{58BB8E95-3BA5-4524-9038-BB6B9916DDA4}" presName="compNode" presStyleCnt="0"/>
      <dgm:spPr>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pt>
    <dgm:pt modelId="{30631440-BC67-43E5-999A-82C9909AA415}" type="pres">
      <dgm:prSet presAssocID="{58BB8E95-3BA5-4524-9038-BB6B9916DDA4}"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extLst>
        <a:ext uri="{E40237B7-FDA0-4F09-8148-C483321AD2D9}">
          <dgm14:cNvPr xmlns:dgm14="http://schemas.microsoft.com/office/drawing/2010/diagram" id="0" name="" descr="Checkmark"/>
        </a:ext>
      </dgm:extLst>
    </dgm:pt>
    <dgm:pt modelId="{CD6BF89B-2847-4D78-BDDC-6F3106D28948}" type="pres">
      <dgm:prSet presAssocID="{58BB8E95-3BA5-4524-9038-BB6B9916DDA4}" presName="iconSpace" presStyleCnt="0"/>
      <dgm:spPr>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pt>
    <dgm:pt modelId="{3A0F7255-1AD6-4693-BC0F-CDDA6BA38820}" type="pres">
      <dgm:prSet presAssocID="{58BB8E95-3BA5-4524-9038-BB6B9916DDA4}" presName="parTx" presStyleLbl="revTx" presStyleIdx="0" presStyleCnt="6">
        <dgm:presLayoutVars>
          <dgm:chMax val="0"/>
          <dgm:chPref val="0"/>
        </dgm:presLayoutVars>
      </dgm:prSet>
      <dgm:spPr/>
    </dgm:pt>
    <dgm:pt modelId="{16BE5E57-1543-4EC7-8AD3-FC01159DF563}" type="pres">
      <dgm:prSet presAssocID="{58BB8E95-3BA5-4524-9038-BB6B9916DDA4}" presName="txSpace" presStyleCnt="0"/>
      <dgm:spPr>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pt>
    <dgm:pt modelId="{464C32C9-97E0-4FAC-AB96-14BD65EC5CF4}" type="pres">
      <dgm:prSet presAssocID="{58BB8E95-3BA5-4524-9038-BB6B9916DDA4}" presName="desTx" presStyleLbl="revTx" presStyleIdx="1" presStyleCnt="6">
        <dgm:presLayoutVars/>
      </dgm:prSet>
      <dgm:spPr>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pt>
    <dgm:pt modelId="{586272C0-62EA-4692-B2AD-57761F3A185F}" type="pres">
      <dgm:prSet presAssocID="{28A91DD9-C3E9-4EE4-B211-336D89BE6BE1}" presName="sibTrans" presStyleCnt="0"/>
      <dgm:spPr>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pt>
    <dgm:pt modelId="{FF849A67-248E-4842-8CD8-34B304EA12F3}" type="pres">
      <dgm:prSet presAssocID="{2CBA0BF4-54E2-463B-A849-54D5EA677FA1}" presName="compNode" presStyleCnt="0"/>
      <dgm:spPr>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pt>
    <dgm:pt modelId="{859557B7-7AD7-41A8-ACCC-0BA2B42C1833}" type="pres">
      <dgm:prSet presAssocID="{2CBA0BF4-54E2-463B-A849-54D5EA677FA1}"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extLst>
        <a:ext uri="{E40237B7-FDA0-4F09-8148-C483321AD2D9}">
          <dgm14:cNvPr xmlns:dgm14="http://schemas.microsoft.com/office/drawing/2010/diagram" id="0" name="" descr="Presentation with Checklist"/>
        </a:ext>
      </dgm:extLst>
    </dgm:pt>
    <dgm:pt modelId="{30ABB94C-835E-497D-9A51-BAC8F9D2CF6D}" type="pres">
      <dgm:prSet presAssocID="{2CBA0BF4-54E2-463B-A849-54D5EA677FA1}" presName="iconSpace" presStyleCnt="0"/>
      <dgm:spPr>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pt>
    <dgm:pt modelId="{0691EB6A-B71C-45E5-9D36-0DE3C91EDE8E}" type="pres">
      <dgm:prSet presAssocID="{2CBA0BF4-54E2-463B-A849-54D5EA677FA1}" presName="parTx" presStyleLbl="revTx" presStyleIdx="2" presStyleCnt="6">
        <dgm:presLayoutVars>
          <dgm:chMax val="0"/>
          <dgm:chPref val="0"/>
        </dgm:presLayoutVars>
      </dgm:prSet>
      <dgm:spPr/>
    </dgm:pt>
    <dgm:pt modelId="{CEE4D9A9-0661-4637-B0BF-2DF06C9F2516}" type="pres">
      <dgm:prSet presAssocID="{2CBA0BF4-54E2-463B-A849-54D5EA677FA1}" presName="txSpace" presStyleCnt="0"/>
      <dgm:spPr>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pt>
    <dgm:pt modelId="{344511C2-B581-4A2F-A53C-47FD4732B07C}" type="pres">
      <dgm:prSet presAssocID="{2CBA0BF4-54E2-463B-A849-54D5EA677FA1}" presName="desTx" presStyleLbl="revTx" presStyleIdx="3" presStyleCnt="6">
        <dgm:presLayoutVars/>
      </dgm:prSet>
      <dgm:spPr/>
    </dgm:pt>
    <dgm:pt modelId="{B18AE2A2-C1E9-4ACA-8F8E-6330526F9B00}" type="pres">
      <dgm:prSet presAssocID="{27B71916-E1C4-4422-88F2-BF814AD87ACA}" presName="sibTrans" presStyleCnt="0"/>
      <dgm:spPr>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pt>
    <dgm:pt modelId="{492266CD-7AE6-44C6-90CA-F5A56F6EF7C4}" type="pres">
      <dgm:prSet presAssocID="{C976FD86-6663-49F4-94AB-9FB8D0252CEC}" presName="compNode" presStyleCnt="0"/>
      <dgm:spPr>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pt>
    <dgm:pt modelId="{9AE7C2E3-CC14-4B41-BF36-F8DEF0DC3CED}" type="pres">
      <dgm:prSet presAssocID="{C976FD86-6663-49F4-94AB-9FB8D0252CEC}"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extLst>
        <a:ext uri="{E40237B7-FDA0-4F09-8148-C483321AD2D9}">
          <dgm14:cNvPr xmlns:dgm14="http://schemas.microsoft.com/office/drawing/2010/diagram" id="0" name="" descr="Handshake"/>
        </a:ext>
      </dgm:extLst>
    </dgm:pt>
    <dgm:pt modelId="{6BF9EC99-6526-46FA-B3E6-9E5E0938F110}" type="pres">
      <dgm:prSet presAssocID="{C976FD86-6663-49F4-94AB-9FB8D0252CEC}" presName="iconSpace" presStyleCnt="0"/>
      <dgm:spPr>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pt>
    <dgm:pt modelId="{FFCE3B9E-67C9-4544-9F38-A420A90EFFDB}" type="pres">
      <dgm:prSet presAssocID="{C976FD86-6663-49F4-94AB-9FB8D0252CEC}" presName="parTx" presStyleLbl="revTx" presStyleIdx="4" presStyleCnt="6">
        <dgm:presLayoutVars>
          <dgm:chMax val="0"/>
          <dgm:chPref val="0"/>
        </dgm:presLayoutVars>
      </dgm:prSet>
      <dgm:spPr/>
    </dgm:pt>
    <dgm:pt modelId="{5BCC3A51-DC3C-443E-991D-6A6156C1DEEE}" type="pres">
      <dgm:prSet presAssocID="{C976FD86-6663-49F4-94AB-9FB8D0252CEC}" presName="txSpace" presStyleCnt="0"/>
      <dgm:spPr>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pt>
    <dgm:pt modelId="{706B9664-41A4-4BB4-B2AA-4220C06F7950}" type="pres">
      <dgm:prSet presAssocID="{C976FD86-6663-49F4-94AB-9FB8D0252CEC}" presName="desTx" presStyleLbl="revTx" presStyleIdx="5" presStyleCnt="6">
        <dgm:presLayoutVars/>
      </dgm:prSet>
      <dgm:spPr>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pt>
  </dgm:ptLst>
  <dgm:cxnLst>
    <dgm:cxn modelId="{D17F8C2D-4D27-41C3-B833-F389A3AE381C}" type="presOf" srcId="{C976FD86-6663-49F4-94AB-9FB8D0252CEC}" destId="{FFCE3B9E-67C9-4544-9F38-A420A90EFFDB}" srcOrd="0" destOrd="0" presId="urn:microsoft.com/office/officeart/2018/5/layout/CenteredIconLabelDescriptionList"/>
    <dgm:cxn modelId="{0076365E-CAB5-41F7-A40F-987E5CC24E54}" srcId="{2CBA0BF4-54E2-463B-A849-54D5EA677FA1}" destId="{168B6767-CB86-408E-A9C7-F3440419A109}" srcOrd="3" destOrd="0" parTransId="{0F9C8444-0BD1-48FA-A828-01F21F04EA15}" sibTransId="{442BE8E4-C303-4C69-AC14-363B45595892}"/>
    <dgm:cxn modelId="{F8AB895F-ADDD-4298-AE34-B47A83C03CE6}" type="presOf" srcId="{BD8D258E-218B-4483-82A2-079BC4422D21}" destId="{344511C2-B581-4A2F-A53C-47FD4732B07C}" srcOrd="0" destOrd="0" presId="urn:microsoft.com/office/officeart/2018/5/layout/CenteredIconLabelDescriptionList"/>
    <dgm:cxn modelId="{60B0B88C-289B-4569-8BF4-62E0F934C7E2}" srcId="{2CBA0BF4-54E2-463B-A849-54D5EA677FA1}" destId="{613243C9-43FD-4C4C-837D-2B8E0D55D9EA}" srcOrd="1" destOrd="0" parTransId="{0F401404-E799-43CF-89D7-04C8B1E2DDDF}" sibTransId="{F9DAC246-8EFE-49A1-BF64-F56036F9C27A}"/>
    <dgm:cxn modelId="{39AFDDA7-CA60-4F2F-A9D0-45EC2BC38A05}" type="presOf" srcId="{A615D9D9-D56F-41A8-9153-1EFAA560D0DA}" destId="{AF8339A4-4969-4166-8D78-A9668542A120}" srcOrd="0" destOrd="0" presId="urn:microsoft.com/office/officeart/2018/5/layout/CenteredIconLabelDescriptionList"/>
    <dgm:cxn modelId="{248FC2A9-DACF-4A28-9EA7-4449171F615B}" type="presOf" srcId="{168B6767-CB86-408E-A9C7-F3440419A109}" destId="{344511C2-B581-4A2F-A53C-47FD4732B07C}" srcOrd="0" destOrd="3" presId="urn:microsoft.com/office/officeart/2018/5/layout/CenteredIconLabelDescriptionList"/>
    <dgm:cxn modelId="{F32E26B7-3716-4494-A9EA-B1191CC95B02}" type="presOf" srcId="{2CBA0BF4-54E2-463B-A849-54D5EA677FA1}" destId="{0691EB6A-B71C-45E5-9D36-0DE3C91EDE8E}" srcOrd="0" destOrd="0" presId="urn:microsoft.com/office/officeart/2018/5/layout/CenteredIconLabelDescriptionList"/>
    <dgm:cxn modelId="{9D6215BB-A767-437E-BA93-41605A2BFAF7}" srcId="{A615D9D9-D56F-41A8-9153-1EFAA560D0DA}" destId="{C976FD86-6663-49F4-94AB-9FB8D0252CEC}" srcOrd="2" destOrd="0" parTransId="{71AD0EC0-420E-401F-B731-9026E5ADB6D3}" sibTransId="{3A11E3D6-7FAD-449A-9208-E94F21D5EBC4}"/>
    <dgm:cxn modelId="{3CE59DC1-53C3-464D-9D76-31C4716A05EF}" srcId="{2CBA0BF4-54E2-463B-A849-54D5EA677FA1}" destId="{BD8D258E-218B-4483-82A2-079BC4422D21}" srcOrd="0" destOrd="0" parTransId="{2545F0C9-4A30-4819-A904-BED17AD34C1C}" sibTransId="{7423866D-82B8-4B5B-BEA7-F658DF222B25}"/>
    <dgm:cxn modelId="{A19C17C7-C6A5-44CF-A469-5DF34F83BC30}" srcId="{2CBA0BF4-54E2-463B-A849-54D5EA677FA1}" destId="{B44F3FA2-E9F2-45BA-8299-40462BE5ED24}" srcOrd="4" destOrd="0" parTransId="{D447070B-BF40-4BF5-A66D-07B8E751630F}" sibTransId="{8C128AEF-73C3-42D5-9683-05D81216F929}"/>
    <dgm:cxn modelId="{E94D5FD7-9040-46EF-B159-E6051546FAC4}" srcId="{2CBA0BF4-54E2-463B-A849-54D5EA677FA1}" destId="{0FEE194A-8C62-490F-9B1F-7A1CC31BEBEE}" srcOrd="2" destOrd="0" parTransId="{2D6E4548-CBBA-4338-9CE3-836672E1AAE2}" sibTransId="{EBE745A8-7F5F-4C20-BA61-5AA28B792862}"/>
    <dgm:cxn modelId="{D89CF4E1-892F-4429-8ADA-A047C2FE7CB4}" srcId="{A615D9D9-D56F-41A8-9153-1EFAA560D0DA}" destId="{58BB8E95-3BA5-4524-9038-BB6B9916DDA4}" srcOrd="0" destOrd="0" parTransId="{40F42D7E-D15C-4205-8211-684E303FE75C}" sibTransId="{28A91DD9-C3E9-4EE4-B211-336D89BE6BE1}"/>
    <dgm:cxn modelId="{8BC892E3-A5C3-4926-8F70-93863C815994}" type="presOf" srcId="{613243C9-43FD-4C4C-837D-2B8E0D55D9EA}" destId="{344511C2-B581-4A2F-A53C-47FD4732B07C}" srcOrd="0" destOrd="1" presId="urn:microsoft.com/office/officeart/2018/5/layout/CenteredIconLabelDescriptionList"/>
    <dgm:cxn modelId="{5A88E0E6-CE9D-43FA-9D9C-A670A4B41CB1}" type="presOf" srcId="{58BB8E95-3BA5-4524-9038-BB6B9916DDA4}" destId="{3A0F7255-1AD6-4693-BC0F-CDDA6BA38820}" srcOrd="0" destOrd="0" presId="urn:microsoft.com/office/officeart/2018/5/layout/CenteredIconLabelDescriptionList"/>
    <dgm:cxn modelId="{04D47DEE-ED1E-4141-A25B-FDB1D9CBE04B}" type="presOf" srcId="{0FEE194A-8C62-490F-9B1F-7A1CC31BEBEE}" destId="{344511C2-B581-4A2F-A53C-47FD4732B07C}" srcOrd="0" destOrd="2" presId="urn:microsoft.com/office/officeart/2018/5/layout/CenteredIconLabelDescriptionList"/>
    <dgm:cxn modelId="{425833F5-F0CE-4366-990E-960E0FFEF4AD}" type="presOf" srcId="{B44F3FA2-E9F2-45BA-8299-40462BE5ED24}" destId="{344511C2-B581-4A2F-A53C-47FD4732B07C}" srcOrd="0" destOrd="4" presId="urn:microsoft.com/office/officeart/2018/5/layout/CenteredIconLabelDescriptionList"/>
    <dgm:cxn modelId="{0F0E7CFE-F163-4E99-B660-AEAC8C226830}" srcId="{A615D9D9-D56F-41A8-9153-1EFAA560D0DA}" destId="{2CBA0BF4-54E2-463B-A849-54D5EA677FA1}" srcOrd="1" destOrd="0" parTransId="{4F90CE70-FDB9-482E-872A-FB749A74679E}" sibTransId="{27B71916-E1C4-4422-88F2-BF814AD87ACA}"/>
    <dgm:cxn modelId="{D3337DAB-5D54-4B23-92D5-8A39BD2394CB}" type="presParOf" srcId="{AF8339A4-4969-4166-8D78-A9668542A120}" destId="{019FCDB0-C8B1-46E5-B61B-3A4F354739C3}" srcOrd="0" destOrd="0" presId="urn:microsoft.com/office/officeart/2018/5/layout/CenteredIconLabelDescriptionList"/>
    <dgm:cxn modelId="{2BB6815C-9649-4F44-9B01-B55B9B6CA194}" type="presParOf" srcId="{019FCDB0-C8B1-46E5-B61B-3A4F354739C3}" destId="{30631440-BC67-43E5-999A-82C9909AA415}" srcOrd="0" destOrd="0" presId="urn:microsoft.com/office/officeart/2018/5/layout/CenteredIconLabelDescriptionList"/>
    <dgm:cxn modelId="{852F6373-0BC8-494D-A3BF-8730D2F69548}" type="presParOf" srcId="{019FCDB0-C8B1-46E5-B61B-3A4F354739C3}" destId="{CD6BF89B-2847-4D78-BDDC-6F3106D28948}" srcOrd="1" destOrd="0" presId="urn:microsoft.com/office/officeart/2018/5/layout/CenteredIconLabelDescriptionList"/>
    <dgm:cxn modelId="{F0496D3E-ADB4-4A9E-A8D2-314402CF98FC}" type="presParOf" srcId="{019FCDB0-C8B1-46E5-B61B-3A4F354739C3}" destId="{3A0F7255-1AD6-4693-BC0F-CDDA6BA38820}" srcOrd="2" destOrd="0" presId="urn:microsoft.com/office/officeart/2018/5/layout/CenteredIconLabelDescriptionList"/>
    <dgm:cxn modelId="{37C0F999-323F-46D0-B516-92462312DE87}" type="presParOf" srcId="{019FCDB0-C8B1-46E5-B61B-3A4F354739C3}" destId="{16BE5E57-1543-4EC7-8AD3-FC01159DF563}" srcOrd="3" destOrd="0" presId="urn:microsoft.com/office/officeart/2018/5/layout/CenteredIconLabelDescriptionList"/>
    <dgm:cxn modelId="{FD7AC9A3-7E39-4D0E-9282-45C9279C31E3}" type="presParOf" srcId="{019FCDB0-C8B1-46E5-B61B-3A4F354739C3}" destId="{464C32C9-97E0-4FAC-AB96-14BD65EC5CF4}" srcOrd="4" destOrd="0" presId="urn:microsoft.com/office/officeart/2018/5/layout/CenteredIconLabelDescriptionList"/>
    <dgm:cxn modelId="{9FF90355-B307-4CBD-9B4A-AFD8D856FAA1}" type="presParOf" srcId="{AF8339A4-4969-4166-8D78-A9668542A120}" destId="{586272C0-62EA-4692-B2AD-57761F3A185F}" srcOrd="1" destOrd="0" presId="urn:microsoft.com/office/officeart/2018/5/layout/CenteredIconLabelDescriptionList"/>
    <dgm:cxn modelId="{C2F9806A-4013-4B7D-88AC-B5280796B40F}" type="presParOf" srcId="{AF8339A4-4969-4166-8D78-A9668542A120}" destId="{FF849A67-248E-4842-8CD8-34B304EA12F3}" srcOrd="2" destOrd="0" presId="urn:microsoft.com/office/officeart/2018/5/layout/CenteredIconLabelDescriptionList"/>
    <dgm:cxn modelId="{71B4478F-E18D-439B-973C-D4AACA60648D}" type="presParOf" srcId="{FF849A67-248E-4842-8CD8-34B304EA12F3}" destId="{859557B7-7AD7-41A8-ACCC-0BA2B42C1833}" srcOrd="0" destOrd="0" presId="urn:microsoft.com/office/officeart/2018/5/layout/CenteredIconLabelDescriptionList"/>
    <dgm:cxn modelId="{79943FAF-7DBD-4B84-B15D-F33A8506D993}" type="presParOf" srcId="{FF849A67-248E-4842-8CD8-34B304EA12F3}" destId="{30ABB94C-835E-497D-9A51-BAC8F9D2CF6D}" srcOrd="1" destOrd="0" presId="urn:microsoft.com/office/officeart/2018/5/layout/CenteredIconLabelDescriptionList"/>
    <dgm:cxn modelId="{D22B68F9-E985-4428-A165-93D835AC2CCB}" type="presParOf" srcId="{FF849A67-248E-4842-8CD8-34B304EA12F3}" destId="{0691EB6A-B71C-45E5-9D36-0DE3C91EDE8E}" srcOrd="2" destOrd="0" presId="urn:microsoft.com/office/officeart/2018/5/layout/CenteredIconLabelDescriptionList"/>
    <dgm:cxn modelId="{897EEA5D-2C5C-4D4D-8A52-A6C5BCCB536A}" type="presParOf" srcId="{FF849A67-248E-4842-8CD8-34B304EA12F3}" destId="{CEE4D9A9-0661-4637-B0BF-2DF06C9F2516}" srcOrd="3" destOrd="0" presId="urn:microsoft.com/office/officeart/2018/5/layout/CenteredIconLabelDescriptionList"/>
    <dgm:cxn modelId="{7E49C3B1-3447-40A4-B5B6-2296C51593BE}" type="presParOf" srcId="{FF849A67-248E-4842-8CD8-34B304EA12F3}" destId="{344511C2-B581-4A2F-A53C-47FD4732B07C}" srcOrd="4" destOrd="0" presId="urn:microsoft.com/office/officeart/2018/5/layout/CenteredIconLabelDescriptionList"/>
    <dgm:cxn modelId="{C60752ED-7C34-47A0-8E60-F819D05D77E0}" type="presParOf" srcId="{AF8339A4-4969-4166-8D78-A9668542A120}" destId="{B18AE2A2-C1E9-4ACA-8F8E-6330526F9B00}" srcOrd="3" destOrd="0" presId="urn:microsoft.com/office/officeart/2018/5/layout/CenteredIconLabelDescriptionList"/>
    <dgm:cxn modelId="{E1255392-DB29-4A80-8C04-3522E8BCEE32}" type="presParOf" srcId="{AF8339A4-4969-4166-8D78-A9668542A120}" destId="{492266CD-7AE6-44C6-90CA-F5A56F6EF7C4}" srcOrd="4" destOrd="0" presId="urn:microsoft.com/office/officeart/2018/5/layout/CenteredIconLabelDescriptionList"/>
    <dgm:cxn modelId="{36F2C3E7-B857-44A0-97F8-8C25B909C26F}" type="presParOf" srcId="{492266CD-7AE6-44C6-90CA-F5A56F6EF7C4}" destId="{9AE7C2E3-CC14-4B41-BF36-F8DEF0DC3CED}" srcOrd="0" destOrd="0" presId="urn:microsoft.com/office/officeart/2018/5/layout/CenteredIconLabelDescriptionList"/>
    <dgm:cxn modelId="{9C737B52-2321-458B-A480-F61041B1070F}" type="presParOf" srcId="{492266CD-7AE6-44C6-90CA-F5A56F6EF7C4}" destId="{6BF9EC99-6526-46FA-B3E6-9E5E0938F110}" srcOrd="1" destOrd="0" presId="urn:microsoft.com/office/officeart/2018/5/layout/CenteredIconLabelDescriptionList"/>
    <dgm:cxn modelId="{B27975F1-5840-4423-9F37-D635AD3AF618}" type="presParOf" srcId="{492266CD-7AE6-44C6-90CA-F5A56F6EF7C4}" destId="{FFCE3B9E-67C9-4544-9F38-A420A90EFFDB}" srcOrd="2" destOrd="0" presId="urn:microsoft.com/office/officeart/2018/5/layout/CenteredIconLabelDescriptionList"/>
    <dgm:cxn modelId="{1CE699D1-346A-47D4-8FC5-D20176C21BE5}" type="presParOf" srcId="{492266CD-7AE6-44C6-90CA-F5A56F6EF7C4}" destId="{5BCC3A51-DC3C-443E-991D-6A6156C1DEEE}" srcOrd="3" destOrd="0" presId="urn:microsoft.com/office/officeart/2018/5/layout/CenteredIconLabelDescriptionList"/>
    <dgm:cxn modelId="{BF819A0C-4024-4E2A-B410-DA1281C85DD8}" type="presParOf" srcId="{492266CD-7AE6-44C6-90CA-F5A56F6EF7C4}" destId="{706B9664-41A4-4BB4-B2AA-4220C06F7950}" srcOrd="4" destOrd="0" presId="urn:microsoft.com/office/officeart/2018/5/layout/CenteredIconLabelDescriptionList"/>
  </dgm:cxnLst>
  <dgm:bg/>
  <dgm:whole>
    <a:ln>
      <a:noFill/>
    </a:ln>
  </dgm:whole>
  <dgm:extLst>
    <a:ext uri="http://schemas.microsoft.com/office/drawing/2008/diagram">
      <dsp:dataModelExt xmlns:dsp="http://schemas.microsoft.com/office/drawing/2008/diagram" relId="rId6"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D591A143-B6AA-4DF3-BCF6-100FED7099F1}"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F29EBD5F-E25A-4F3C-939F-69F18002C9B0}">
      <dgm:prSet>
        <dgm:style>
          <a:lnRef idx="0">
            <a:schemeClr val="accent1"/>
          </a:lnRef>
          <a:fillRef idx="3">
            <a:schemeClr val="accent1"/>
          </a:fillRef>
          <a:effectRef idx="3">
            <a:schemeClr val="accent1"/>
          </a:effectRef>
          <a:fontRef idx="minor">
            <a:schemeClr val="lt1"/>
          </a:fontRef>
        </dgm:style>
      </dgm:prSet>
      <dgm:spPr/>
      <dgm:t>
        <a:bodyPr/>
        <a:lstStyle/>
        <a:p>
          <a:r>
            <a:rPr lang="en-US" b="1"/>
            <a:t>Comparing distributions</a:t>
          </a:r>
          <a:endParaRPr lang="en-US"/>
        </a:p>
      </dgm:t>
    </dgm:pt>
    <dgm:pt modelId="{B1689762-1A6F-40ED-B932-B53DB443619E}" type="parTrans" cxnId="{2213F646-166E-4ECD-8465-243F4BF05938}">
      <dgm:prSet/>
      <dgm:spPr/>
      <dgm:t>
        <a:bodyPr/>
        <a:lstStyle/>
        <a:p>
          <a:endParaRPr lang="en-US"/>
        </a:p>
      </dgm:t>
    </dgm:pt>
    <dgm:pt modelId="{F0CA655E-0DCF-4C31-A9A9-62AD6B88E263}" type="sibTrans" cxnId="{2213F646-166E-4ECD-8465-243F4BF05938}">
      <dgm:prSet/>
      <dgm:spPr/>
      <dgm:t>
        <a:bodyPr/>
        <a:lstStyle/>
        <a:p>
          <a:endParaRPr lang="en-US"/>
        </a:p>
      </dgm:t>
    </dgm:pt>
    <dgm:pt modelId="{5F430A6C-7257-423D-9AAA-AAE94249FD45}">
      <dgm:prSet/>
      <dgm:spPr/>
      <dgm:t>
        <a:bodyPr/>
        <a:lstStyle/>
        <a:p>
          <a:r>
            <a:rPr lang="en-US"/>
            <a:t>Removing numbers</a:t>
          </a:r>
        </a:p>
      </dgm:t>
    </dgm:pt>
    <dgm:pt modelId="{06A343AB-9BB4-4324-B646-801B8D0A2946}" type="parTrans" cxnId="{DD8819BE-7311-4979-88B5-642AF11CA8D9}">
      <dgm:prSet/>
      <dgm:spPr/>
      <dgm:t>
        <a:bodyPr/>
        <a:lstStyle/>
        <a:p>
          <a:endParaRPr lang="en-US"/>
        </a:p>
      </dgm:t>
    </dgm:pt>
    <dgm:pt modelId="{CF80821B-C102-4055-A13E-A1F5C058870E}" type="sibTrans" cxnId="{DD8819BE-7311-4979-88B5-642AF11CA8D9}">
      <dgm:prSet/>
      <dgm:spPr/>
      <dgm:t>
        <a:bodyPr/>
        <a:lstStyle/>
        <a:p>
          <a:endParaRPr lang="en-US"/>
        </a:p>
      </dgm:t>
    </dgm:pt>
    <dgm:pt modelId="{05B231EF-A585-41CB-A794-EA557CEE985E}">
      <dgm:prSet/>
      <dgm:spPr/>
      <dgm:t>
        <a:bodyPr/>
        <a:lstStyle/>
        <a:p>
          <a:r>
            <a:rPr lang="en-US"/>
            <a:t>Removing 2 char words</a:t>
          </a:r>
        </a:p>
      </dgm:t>
    </dgm:pt>
    <dgm:pt modelId="{A32F5FBC-505D-4D5F-ABD2-1F96E9FA2192}" type="parTrans" cxnId="{F3DE5047-DC47-4B01-8253-BDF82D1405FC}">
      <dgm:prSet/>
      <dgm:spPr/>
      <dgm:t>
        <a:bodyPr/>
        <a:lstStyle/>
        <a:p>
          <a:endParaRPr lang="en-US"/>
        </a:p>
      </dgm:t>
    </dgm:pt>
    <dgm:pt modelId="{D3B35EC1-C906-4A86-A2B0-7A25ED33989F}" type="sibTrans" cxnId="{F3DE5047-DC47-4B01-8253-BDF82D1405FC}">
      <dgm:prSet/>
      <dgm:spPr/>
      <dgm:t>
        <a:bodyPr/>
        <a:lstStyle/>
        <a:p>
          <a:endParaRPr lang="en-US"/>
        </a:p>
      </dgm:t>
    </dgm:pt>
    <dgm:pt modelId="{0ECF3E35-AE83-4899-86DB-CF8F19DFB28A}">
      <dgm:prSet>
        <dgm:style>
          <a:lnRef idx="0">
            <a:schemeClr val="accent6"/>
          </a:lnRef>
          <a:fillRef idx="3">
            <a:schemeClr val="accent6"/>
          </a:fillRef>
          <a:effectRef idx="3">
            <a:schemeClr val="accent6"/>
          </a:effectRef>
          <a:fontRef idx="minor">
            <a:schemeClr val="lt1"/>
          </a:fontRef>
        </dgm:style>
      </dgm:prSet>
      <dgm:spPr/>
      <dgm:t>
        <a:bodyPr/>
        <a:lstStyle/>
        <a:p>
          <a:r>
            <a:rPr lang="en-US" b="1"/>
            <a:t>Data preprocessing</a:t>
          </a:r>
          <a:endParaRPr lang="en-US"/>
        </a:p>
      </dgm:t>
    </dgm:pt>
    <dgm:pt modelId="{E48E2FEC-62F8-45B2-9869-50CE129522E3}" type="parTrans" cxnId="{0129C893-FE7D-4D0D-A929-BABA99C4642F}">
      <dgm:prSet/>
      <dgm:spPr/>
      <dgm:t>
        <a:bodyPr/>
        <a:lstStyle/>
        <a:p>
          <a:endParaRPr lang="en-US"/>
        </a:p>
      </dgm:t>
    </dgm:pt>
    <dgm:pt modelId="{D7314AB0-6675-43F5-8654-21E2CBC6C640}" type="sibTrans" cxnId="{0129C893-FE7D-4D0D-A929-BABA99C4642F}">
      <dgm:prSet/>
      <dgm:spPr/>
      <dgm:t>
        <a:bodyPr/>
        <a:lstStyle/>
        <a:p>
          <a:endParaRPr lang="en-US"/>
        </a:p>
      </dgm:t>
    </dgm:pt>
    <dgm:pt modelId="{5AEFBAD5-BDD0-4079-BB12-1D4F67F5AB77}">
      <dgm:prSet/>
      <dgm:spPr/>
      <dgm:t>
        <a:bodyPr/>
        <a:lstStyle/>
        <a:p>
          <a:r>
            <a:rPr lang="en-US"/>
            <a:t>Spell check</a:t>
          </a:r>
        </a:p>
      </dgm:t>
    </dgm:pt>
    <dgm:pt modelId="{9DAC2242-B53A-4AA0-AB3F-3D0EC87D0270}" type="parTrans" cxnId="{1A9CAA1E-8C7C-4542-A5AF-98827F0A700A}">
      <dgm:prSet/>
      <dgm:spPr/>
      <dgm:t>
        <a:bodyPr/>
        <a:lstStyle/>
        <a:p>
          <a:endParaRPr lang="en-US"/>
        </a:p>
      </dgm:t>
    </dgm:pt>
    <dgm:pt modelId="{9B474ED1-E680-4446-9FF0-0B1BBDF1902B}" type="sibTrans" cxnId="{1A9CAA1E-8C7C-4542-A5AF-98827F0A700A}">
      <dgm:prSet/>
      <dgm:spPr/>
      <dgm:t>
        <a:bodyPr/>
        <a:lstStyle/>
        <a:p>
          <a:endParaRPr lang="en-US"/>
        </a:p>
      </dgm:t>
    </dgm:pt>
    <dgm:pt modelId="{C1B8A746-48B7-4B43-95E6-D34333F5868C}">
      <dgm:prSet/>
      <dgm:spPr/>
      <dgm:t>
        <a:bodyPr/>
        <a:lstStyle/>
        <a:p>
          <a:r>
            <a:rPr lang="en-US"/>
            <a:t>Autocorrect</a:t>
          </a:r>
        </a:p>
      </dgm:t>
    </dgm:pt>
    <dgm:pt modelId="{2EC12EAB-508E-4DDE-B478-25965C4485A7}" type="parTrans" cxnId="{207AF099-D8A2-409B-A33E-652263E549CE}">
      <dgm:prSet/>
      <dgm:spPr/>
      <dgm:t>
        <a:bodyPr/>
        <a:lstStyle/>
        <a:p>
          <a:endParaRPr lang="en-US"/>
        </a:p>
      </dgm:t>
    </dgm:pt>
    <dgm:pt modelId="{A15A2930-3E18-4D4A-9EF7-20B1852E2B4D}" type="sibTrans" cxnId="{207AF099-D8A2-409B-A33E-652263E549CE}">
      <dgm:prSet/>
      <dgm:spPr/>
      <dgm:t>
        <a:bodyPr/>
        <a:lstStyle/>
        <a:p>
          <a:endParaRPr lang="en-US"/>
        </a:p>
      </dgm:t>
    </dgm:pt>
    <dgm:pt modelId="{916FCDA9-C491-430C-9CF5-93D8F746AC8E}">
      <dgm:prSet/>
      <dgm:spPr/>
      <dgm:t>
        <a:bodyPr/>
        <a:lstStyle/>
        <a:p>
          <a:r>
            <a:rPr lang="en-US"/>
            <a:t>Snowball stemming</a:t>
          </a:r>
        </a:p>
      </dgm:t>
    </dgm:pt>
    <dgm:pt modelId="{48A65D90-7040-4526-A401-FE6A3F4C8534}" type="parTrans" cxnId="{42994BDB-AD71-406D-A52D-41B908D39852}">
      <dgm:prSet/>
      <dgm:spPr/>
      <dgm:t>
        <a:bodyPr/>
        <a:lstStyle/>
        <a:p>
          <a:endParaRPr lang="en-US"/>
        </a:p>
      </dgm:t>
    </dgm:pt>
    <dgm:pt modelId="{33B9C196-7CC1-4F08-9F90-9C3033C84664}" type="sibTrans" cxnId="{42994BDB-AD71-406D-A52D-41B908D39852}">
      <dgm:prSet/>
      <dgm:spPr/>
      <dgm:t>
        <a:bodyPr/>
        <a:lstStyle/>
        <a:p>
          <a:endParaRPr lang="en-US"/>
        </a:p>
      </dgm:t>
    </dgm:pt>
    <dgm:pt modelId="{037BC76C-A28F-4014-A440-84185E04E1AD}">
      <dgm:prSet/>
      <dgm:spPr/>
      <dgm:t>
        <a:bodyPr/>
        <a:lstStyle/>
        <a:p>
          <a:r>
            <a:rPr lang="en-US"/>
            <a:t>Textblob</a:t>
          </a:r>
        </a:p>
      </dgm:t>
    </dgm:pt>
    <dgm:pt modelId="{E9B30165-43E4-4393-8676-178B1C276103}" type="parTrans" cxnId="{2A82BA98-F145-4C44-B5D6-D6212F709648}">
      <dgm:prSet/>
      <dgm:spPr/>
      <dgm:t>
        <a:bodyPr/>
        <a:lstStyle/>
        <a:p>
          <a:endParaRPr lang="en-US"/>
        </a:p>
      </dgm:t>
    </dgm:pt>
    <dgm:pt modelId="{AE8A7066-9A7C-4FB3-B237-0B40151A7DCD}" type="sibTrans" cxnId="{2A82BA98-F145-4C44-B5D6-D6212F709648}">
      <dgm:prSet/>
      <dgm:spPr/>
      <dgm:t>
        <a:bodyPr/>
        <a:lstStyle/>
        <a:p>
          <a:endParaRPr lang="en-US"/>
        </a:p>
      </dgm:t>
    </dgm:pt>
    <dgm:pt modelId="{178F4362-0AD7-47C2-A542-3AE40951839F}">
      <dgm:prSet>
        <dgm:style>
          <a:lnRef idx="0">
            <a:schemeClr val="accent5"/>
          </a:lnRef>
          <a:fillRef idx="3">
            <a:schemeClr val="accent5"/>
          </a:fillRef>
          <a:effectRef idx="3">
            <a:schemeClr val="accent5"/>
          </a:effectRef>
          <a:fontRef idx="minor">
            <a:schemeClr val="lt1"/>
          </a:fontRef>
        </dgm:style>
      </dgm:prSet>
      <dgm:spPr/>
      <dgm:t>
        <a:bodyPr/>
        <a:lstStyle/>
        <a:p>
          <a:r>
            <a:rPr lang="en-US" b="1" dirty="0"/>
            <a:t>Voting classifier model</a:t>
          </a:r>
          <a:endParaRPr lang="en-US" dirty="0"/>
        </a:p>
      </dgm:t>
    </dgm:pt>
    <dgm:pt modelId="{CC14B29B-7163-43BD-90C6-B3FE92A4C134}" type="parTrans" cxnId="{26B37D8C-2FD8-43A9-9790-8AD45EA5BA2E}">
      <dgm:prSet/>
      <dgm:spPr/>
      <dgm:t>
        <a:bodyPr/>
        <a:lstStyle/>
        <a:p>
          <a:endParaRPr lang="en-US"/>
        </a:p>
      </dgm:t>
    </dgm:pt>
    <dgm:pt modelId="{9B6BDD20-1467-4761-A474-3E321E6EDFD7}" type="sibTrans" cxnId="{26B37D8C-2FD8-43A9-9790-8AD45EA5BA2E}">
      <dgm:prSet/>
      <dgm:spPr/>
      <dgm:t>
        <a:bodyPr/>
        <a:lstStyle/>
        <a:p>
          <a:endParaRPr lang="en-US"/>
        </a:p>
      </dgm:t>
    </dgm:pt>
    <dgm:pt modelId="{5648C8D6-97C9-48B3-BA27-56B019EEB466}">
      <dgm:prSet/>
      <dgm:spPr/>
      <dgm:t>
        <a:bodyPr/>
        <a:lstStyle/>
        <a:p>
          <a:r>
            <a:rPr lang="en-US" dirty="0"/>
            <a:t>Hard voting</a:t>
          </a:r>
        </a:p>
      </dgm:t>
    </dgm:pt>
    <dgm:pt modelId="{81CE0080-945E-4CDA-B593-A9C2B638CC26}" type="parTrans" cxnId="{A783F738-225E-4C1B-9AA5-0EFAE362F03F}">
      <dgm:prSet/>
      <dgm:spPr/>
      <dgm:t>
        <a:bodyPr/>
        <a:lstStyle/>
        <a:p>
          <a:endParaRPr lang="en-US"/>
        </a:p>
      </dgm:t>
    </dgm:pt>
    <dgm:pt modelId="{C6613706-2C8A-4552-8247-E5826000E96E}" type="sibTrans" cxnId="{A783F738-225E-4C1B-9AA5-0EFAE362F03F}">
      <dgm:prSet/>
      <dgm:spPr/>
      <dgm:t>
        <a:bodyPr/>
        <a:lstStyle/>
        <a:p>
          <a:endParaRPr lang="en-US"/>
        </a:p>
      </dgm:t>
    </dgm:pt>
    <dgm:pt modelId="{3AE5955F-CC1B-4039-AC93-91DE452FC09A}">
      <dgm:prSet>
        <dgm:style>
          <a:lnRef idx="0">
            <a:schemeClr val="accent3"/>
          </a:lnRef>
          <a:fillRef idx="3">
            <a:schemeClr val="accent3"/>
          </a:fillRef>
          <a:effectRef idx="3">
            <a:schemeClr val="accent3"/>
          </a:effectRef>
          <a:fontRef idx="minor">
            <a:schemeClr val="lt1"/>
          </a:fontRef>
        </dgm:style>
      </dgm:prSet>
      <dgm:spPr/>
      <dgm:t>
        <a:bodyPr/>
        <a:lstStyle/>
        <a:p>
          <a:r>
            <a:rPr lang="en-US" b="1" dirty="0"/>
            <a:t>Trust factor calculations</a:t>
          </a:r>
          <a:endParaRPr lang="en-US" dirty="0"/>
        </a:p>
      </dgm:t>
    </dgm:pt>
    <dgm:pt modelId="{B89FE006-476C-47D9-A917-D044B7D28C04}" type="parTrans" cxnId="{B26AC271-B3F6-4012-87C6-B4D7C1404DB9}">
      <dgm:prSet/>
      <dgm:spPr/>
      <dgm:t>
        <a:bodyPr/>
        <a:lstStyle/>
        <a:p>
          <a:endParaRPr lang="en-US"/>
        </a:p>
      </dgm:t>
    </dgm:pt>
    <dgm:pt modelId="{ACC20D01-BCA1-4DAE-94C8-D3FCBF76CAC2}" type="sibTrans" cxnId="{B26AC271-B3F6-4012-87C6-B4D7C1404DB9}">
      <dgm:prSet/>
      <dgm:spPr/>
      <dgm:t>
        <a:bodyPr/>
        <a:lstStyle/>
        <a:p>
          <a:endParaRPr lang="en-US"/>
        </a:p>
      </dgm:t>
    </dgm:pt>
    <dgm:pt modelId="{C6716EDE-05E5-4161-8B57-6D964E8DF5B6}">
      <dgm:prSet/>
      <dgm:spPr/>
      <dgm:t>
        <a:bodyPr/>
        <a:lstStyle/>
        <a:p>
          <a:r>
            <a:rPr lang="en-US" dirty="0"/>
            <a:t>Soft voting</a:t>
          </a:r>
        </a:p>
      </dgm:t>
    </dgm:pt>
    <dgm:pt modelId="{28CDFD06-56D3-4ABE-9796-F5C9C544ECD0}" type="parTrans" cxnId="{B360191A-3961-420F-97A0-5DD1AB0985C3}">
      <dgm:prSet/>
      <dgm:spPr/>
      <dgm:t>
        <a:bodyPr/>
        <a:lstStyle/>
        <a:p>
          <a:endParaRPr lang="en-US"/>
        </a:p>
      </dgm:t>
    </dgm:pt>
    <dgm:pt modelId="{9F14E07B-6678-45C0-9860-CE4AE9F14597}" type="sibTrans" cxnId="{B360191A-3961-420F-97A0-5DD1AB0985C3}">
      <dgm:prSet/>
      <dgm:spPr/>
      <dgm:t>
        <a:bodyPr/>
        <a:lstStyle/>
        <a:p>
          <a:endParaRPr lang="en-US"/>
        </a:p>
      </dgm:t>
    </dgm:pt>
    <dgm:pt modelId="{8983F279-08D8-4ADA-BA72-8884C097D013}">
      <dgm:prSet/>
      <dgm:spPr/>
      <dgm:t>
        <a:bodyPr/>
        <a:lstStyle/>
        <a:p>
          <a:r>
            <a:rPr lang="en-US" dirty="0"/>
            <a:t>Hard voting model of RF &amp; LR</a:t>
          </a:r>
        </a:p>
      </dgm:t>
    </dgm:pt>
    <dgm:pt modelId="{EB00783A-FB1A-422A-ADBC-3364475ABF5F}" type="parTrans" cxnId="{99244660-1D0D-4D3D-A6B9-E33237A48B6E}">
      <dgm:prSet/>
      <dgm:spPr/>
      <dgm:t>
        <a:bodyPr/>
        <a:lstStyle/>
        <a:p>
          <a:endParaRPr lang="en-US"/>
        </a:p>
      </dgm:t>
    </dgm:pt>
    <dgm:pt modelId="{7582FE24-C343-4CE3-9AA3-1C890B515A24}" type="sibTrans" cxnId="{99244660-1D0D-4D3D-A6B9-E33237A48B6E}">
      <dgm:prSet/>
      <dgm:spPr/>
      <dgm:t>
        <a:bodyPr/>
        <a:lstStyle/>
        <a:p>
          <a:endParaRPr lang="en-US"/>
        </a:p>
      </dgm:t>
    </dgm:pt>
    <dgm:pt modelId="{3646FA43-E89D-41B9-B899-5AB83945AFF5}">
      <dgm:prSet/>
      <dgm:spPr/>
      <dgm:t>
        <a:bodyPr/>
        <a:lstStyle/>
        <a:p>
          <a:r>
            <a:rPr lang="en-US" dirty="0"/>
            <a:t>TF category = 68.22  , TF variety = 81.19</a:t>
          </a:r>
        </a:p>
      </dgm:t>
    </dgm:pt>
    <dgm:pt modelId="{1D2E42C9-2036-4487-8710-07A5BA76B9B6}" type="parTrans" cxnId="{6EBB4B6C-6C80-495C-9263-3C3F427B8AB4}">
      <dgm:prSet/>
      <dgm:spPr/>
      <dgm:t>
        <a:bodyPr/>
        <a:lstStyle/>
        <a:p>
          <a:endParaRPr lang="en-US"/>
        </a:p>
      </dgm:t>
    </dgm:pt>
    <dgm:pt modelId="{6D8F0309-8939-499A-8E5D-510FB583F329}" type="sibTrans" cxnId="{6EBB4B6C-6C80-495C-9263-3C3F427B8AB4}">
      <dgm:prSet/>
      <dgm:spPr/>
      <dgm:t>
        <a:bodyPr/>
        <a:lstStyle/>
        <a:p>
          <a:endParaRPr lang="en-US"/>
        </a:p>
      </dgm:t>
    </dgm:pt>
    <dgm:pt modelId="{BB615CEF-99E7-450E-A25E-F49F40D85A34}" type="pres">
      <dgm:prSet presAssocID="{D591A143-B6AA-4DF3-BCF6-100FED7099F1}" presName="linear" presStyleCnt="0">
        <dgm:presLayoutVars>
          <dgm:animLvl val="lvl"/>
          <dgm:resizeHandles val="exact"/>
        </dgm:presLayoutVars>
      </dgm:prSet>
      <dgm:spPr/>
    </dgm:pt>
    <dgm:pt modelId="{2FC62A59-6F22-40D5-84A5-1916CACBEF02}" type="pres">
      <dgm:prSet presAssocID="{F29EBD5F-E25A-4F3C-939F-69F18002C9B0}" presName="parentText" presStyleLbl="node1" presStyleIdx="0" presStyleCnt="4">
        <dgm:presLayoutVars>
          <dgm:chMax val="0"/>
          <dgm:bulletEnabled val="1"/>
        </dgm:presLayoutVars>
      </dgm:prSet>
      <dgm:spPr/>
    </dgm:pt>
    <dgm:pt modelId="{286BC135-5CCB-433B-BB36-73950941D597}" type="pres">
      <dgm:prSet presAssocID="{F29EBD5F-E25A-4F3C-939F-69F18002C9B0}" presName="childText" presStyleLbl="revTx" presStyleIdx="0" presStyleCnt="4">
        <dgm:presLayoutVars>
          <dgm:bulletEnabled val="1"/>
        </dgm:presLayoutVars>
      </dgm:prSet>
      <dgm:spPr/>
    </dgm:pt>
    <dgm:pt modelId="{872F974E-1A5E-40EE-A328-0C8F3DC81B54}" type="pres">
      <dgm:prSet presAssocID="{0ECF3E35-AE83-4899-86DB-CF8F19DFB28A}" presName="parentText" presStyleLbl="node1" presStyleIdx="1" presStyleCnt="4">
        <dgm:presLayoutVars>
          <dgm:chMax val="0"/>
          <dgm:bulletEnabled val="1"/>
        </dgm:presLayoutVars>
      </dgm:prSet>
      <dgm:spPr/>
    </dgm:pt>
    <dgm:pt modelId="{CD6D4658-03B0-42D7-B877-84FF41085FFB}" type="pres">
      <dgm:prSet presAssocID="{0ECF3E35-AE83-4899-86DB-CF8F19DFB28A}" presName="childText" presStyleLbl="revTx" presStyleIdx="1" presStyleCnt="4">
        <dgm:presLayoutVars>
          <dgm:bulletEnabled val="1"/>
        </dgm:presLayoutVars>
      </dgm:prSet>
      <dgm:spPr/>
    </dgm:pt>
    <dgm:pt modelId="{5B52343A-A377-49A7-B4CC-C429E466565A}" type="pres">
      <dgm:prSet presAssocID="{178F4362-0AD7-47C2-A542-3AE40951839F}" presName="parentText" presStyleLbl="node1" presStyleIdx="2" presStyleCnt="4">
        <dgm:presLayoutVars>
          <dgm:chMax val="0"/>
          <dgm:bulletEnabled val="1"/>
        </dgm:presLayoutVars>
      </dgm:prSet>
      <dgm:spPr/>
    </dgm:pt>
    <dgm:pt modelId="{453F5174-A217-49A3-AD2C-17984D9F4DF3}" type="pres">
      <dgm:prSet presAssocID="{178F4362-0AD7-47C2-A542-3AE40951839F}" presName="childText" presStyleLbl="revTx" presStyleIdx="2" presStyleCnt="4">
        <dgm:presLayoutVars>
          <dgm:bulletEnabled val="1"/>
        </dgm:presLayoutVars>
      </dgm:prSet>
      <dgm:spPr/>
    </dgm:pt>
    <dgm:pt modelId="{A40E5878-52D6-4786-964B-21B4227CFBE9}" type="pres">
      <dgm:prSet presAssocID="{3AE5955F-CC1B-4039-AC93-91DE452FC09A}" presName="parentText" presStyleLbl="node1" presStyleIdx="3" presStyleCnt="4">
        <dgm:presLayoutVars>
          <dgm:chMax val="0"/>
          <dgm:bulletEnabled val="1"/>
        </dgm:presLayoutVars>
      </dgm:prSet>
      <dgm:spPr/>
    </dgm:pt>
    <dgm:pt modelId="{CBBD3E7A-2124-449B-98A3-7C6359887EC6}" type="pres">
      <dgm:prSet presAssocID="{3AE5955F-CC1B-4039-AC93-91DE452FC09A}" presName="childText" presStyleLbl="revTx" presStyleIdx="3" presStyleCnt="4">
        <dgm:presLayoutVars>
          <dgm:bulletEnabled val="1"/>
        </dgm:presLayoutVars>
      </dgm:prSet>
      <dgm:spPr/>
    </dgm:pt>
  </dgm:ptLst>
  <dgm:cxnLst>
    <dgm:cxn modelId="{BBC0A407-9772-4DE8-ABAA-50F0FA7188CF}" type="presOf" srcId="{C6716EDE-05E5-4161-8B57-6D964E8DF5B6}" destId="{453F5174-A217-49A3-AD2C-17984D9F4DF3}" srcOrd="0" destOrd="1" presId="urn:microsoft.com/office/officeart/2005/8/layout/vList2"/>
    <dgm:cxn modelId="{B360191A-3961-420F-97A0-5DD1AB0985C3}" srcId="{178F4362-0AD7-47C2-A542-3AE40951839F}" destId="{C6716EDE-05E5-4161-8B57-6D964E8DF5B6}" srcOrd="1" destOrd="0" parTransId="{28CDFD06-56D3-4ABE-9796-F5C9C544ECD0}" sibTransId="{9F14E07B-6678-45C0-9860-CE4AE9F14597}"/>
    <dgm:cxn modelId="{1A9CAA1E-8C7C-4542-A5AF-98827F0A700A}" srcId="{0ECF3E35-AE83-4899-86DB-CF8F19DFB28A}" destId="{5AEFBAD5-BDD0-4079-BB12-1D4F67F5AB77}" srcOrd="0" destOrd="0" parTransId="{9DAC2242-B53A-4AA0-AB3F-3D0EC87D0270}" sibTransId="{9B474ED1-E680-4446-9FF0-0B1BBDF1902B}"/>
    <dgm:cxn modelId="{8A87C324-F810-4BD9-8E2D-A73AD5774926}" type="presOf" srcId="{178F4362-0AD7-47C2-A542-3AE40951839F}" destId="{5B52343A-A377-49A7-B4CC-C429E466565A}" srcOrd="0" destOrd="0" presId="urn:microsoft.com/office/officeart/2005/8/layout/vList2"/>
    <dgm:cxn modelId="{E05D4C30-A850-4516-964D-61E360A311F4}" type="presOf" srcId="{F29EBD5F-E25A-4F3C-939F-69F18002C9B0}" destId="{2FC62A59-6F22-40D5-84A5-1916CACBEF02}" srcOrd="0" destOrd="0" presId="urn:microsoft.com/office/officeart/2005/8/layout/vList2"/>
    <dgm:cxn modelId="{A783F738-225E-4C1B-9AA5-0EFAE362F03F}" srcId="{178F4362-0AD7-47C2-A542-3AE40951839F}" destId="{5648C8D6-97C9-48B3-BA27-56B019EEB466}" srcOrd="0" destOrd="0" parTransId="{81CE0080-945E-4CDA-B593-A9C2B638CC26}" sibTransId="{C6613706-2C8A-4552-8247-E5826000E96E}"/>
    <dgm:cxn modelId="{FD8AF539-2071-41F5-94BA-15E75630E56E}" type="presOf" srcId="{3AE5955F-CC1B-4039-AC93-91DE452FC09A}" destId="{A40E5878-52D6-4786-964B-21B4227CFBE9}" srcOrd="0" destOrd="0" presId="urn:microsoft.com/office/officeart/2005/8/layout/vList2"/>
    <dgm:cxn modelId="{AFB4455E-7EE5-45D9-84F7-F51DE46018DA}" type="presOf" srcId="{D591A143-B6AA-4DF3-BCF6-100FED7099F1}" destId="{BB615CEF-99E7-450E-A25E-F49F40D85A34}" srcOrd="0" destOrd="0" presId="urn:microsoft.com/office/officeart/2005/8/layout/vList2"/>
    <dgm:cxn modelId="{99244660-1D0D-4D3D-A6B9-E33237A48B6E}" srcId="{3AE5955F-CC1B-4039-AC93-91DE452FC09A}" destId="{8983F279-08D8-4ADA-BA72-8884C097D013}" srcOrd="0" destOrd="0" parTransId="{EB00783A-FB1A-422A-ADBC-3364475ABF5F}" sibTransId="{7582FE24-C343-4CE3-9AA3-1C890B515A24}"/>
    <dgm:cxn modelId="{2213F646-166E-4ECD-8465-243F4BF05938}" srcId="{D591A143-B6AA-4DF3-BCF6-100FED7099F1}" destId="{F29EBD5F-E25A-4F3C-939F-69F18002C9B0}" srcOrd="0" destOrd="0" parTransId="{B1689762-1A6F-40ED-B932-B53DB443619E}" sibTransId="{F0CA655E-0DCF-4C31-A9A9-62AD6B88E263}"/>
    <dgm:cxn modelId="{F3DE5047-DC47-4B01-8253-BDF82D1405FC}" srcId="{F29EBD5F-E25A-4F3C-939F-69F18002C9B0}" destId="{05B231EF-A585-41CB-A794-EA557CEE985E}" srcOrd="1" destOrd="0" parTransId="{A32F5FBC-505D-4D5F-ABD2-1F96E9FA2192}" sibTransId="{D3B35EC1-C906-4A86-A2B0-7A25ED33989F}"/>
    <dgm:cxn modelId="{6EBB4B6C-6C80-495C-9263-3C3F427B8AB4}" srcId="{3AE5955F-CC1B-4039-AC93-91DE452FC09A}" destId="{3646FA43-E89D-41B9-B899-5AB83945AFF5}" srcOrd="1" destOrd="0" parTransId="{1D2E42C9-2036-4487-8710-07A5BA76B9B6}" sibTransId="{6D8F0309-8939-499A-8E5D-510FB583F329}"/>
    <dgm:cxn modelId="{B26AC271-B3F6-4012-87C6-B4D7C1404DB9}" srcId="{D591A143-B6AA-4DF3-BCF6-100FED7099F1}" destId="{3AE5955F-CC1B-4039-AC93-91DE452FC09A}" srcOrd="3" destOrd="0" parTransId="{B89FE006-476C-47D9-A917-D044B7D28C04}" sibTransId="{ACC20D01-BCA1-4DAE-94C8-D3FCBF76CAC2}"/>
    <dgm:cxn modelId="{24D01075-BD3F-4A25-A35E-AA07B6D76E5D}" type="presOf" srcId="{05B231EF-A585-41CB-A794-EA557CEE985E}" destId="{286BC135-5CCB-433B-BB36-73950941D597}" srcOrd="0" destOrd="1" presId="urn:microsoft.com/office/officeart/2005/8/layout/vList2"/>
    <dgm:cxn modelId="{E0CA6555-C585-4EA3-97F3-C6E8CE9CFACE}" type="presOf" srcId="{3646FA43-E89D-41B9-B899-5AB83945AFF5}" destId="{CBBD3E7A-2124-449B-98A3-7C6359887EC6}" srcOrd="0" destOrd="1" presId="urn:microsoft.com/office/officeart/2005/8/layout/vList2"/>
    <dgm:cxn modelId="{A13A1386-ABF9-45C3-BD47-677F2828D946}" type="presOf" srcId="{0ECF3E35-AE83-4899-86DB-CF8F19DFB28A}" destId="{872F974E-1A5E-40EE-A328-0C8F3DC81B54}" srcOrd="0" destOrd="0" presId="urn:microsoft.com/office/officeart/2005/8/layout/vList2"/>
    <dgm:cxn modelId="{26B37D8C-2FD8-43A9-9790-8AD45EA5BA2E}" srcId="{D591A143-B6AA-4DF3-BCF6-100FED7099F1}" destId="{178F4362-0AD7-47C2-A542-3AE40951839F}" srcOrd="2" destOrd="0" parTransId="{CC14B29B-7163-43BD-90C6-B3FE92A4C134}" sibTransId="{9B6BDD20-1467-4761-A474-3E321E6EDFD7}"/>
    <dgm:cxn modelId="{EAC4948C-8EC3-44D7-95EE-1EB5F341426E}" type="presOf" srcId="{916FCDA9-C491-430C-9CF5-93D8F746AC8E}" destId="{CD6D4658-03B0-42D7-B877-84FF41085FFB}" srcOrd="0" destOrd="2" presId="urn:microsoft.com/office/officeart/2005/8/layout/vList2"/>
    <dgm:cxn modelId="{0129C893-FE7D-4D0D-A929-BABA99C4642F}" srcId="{D591A143-B6AA-4DF3-BCF6-100FED7099F1}" destId="{0ECF3E35-AE83-4899-86DB-CF8F19DFB28A}" srcOrd="1" destOrd="0" parTransId="{E48E2FEC-62F8-45B2-9869-50CE129522E3}" sibTransId="{D7314AB0-6675-43F5-8654-21E2CBC6C640}"/>
    <dgm:cxn modelId="{2A82BA98-F145-4C44-B5D6-D6212F709648}" srcId="{0ECF3E35-AE83-4899-86DB-CF8F19DFB28A}" destId="{037BC76C-A28F-4014-A440-84185E04E1AD}" srcOrd="3" destOrd="0" parTransId="{E9B30165-43E4-4393-8676-178B1C276103}" sibTransId="{AE8A7066-9A7C-4FB3-B237-0B40151A7DCD}"/>
    <dgm:cxn modelId="{4FFFB399-D722-440E-AC71-1AA0FBA625D1}" type="presOf" srcId="{5AEFBAD5-BDD0-4079-BB12-1D4F67F5AB77}" destId="{CD6D4658-03B0-42D7-B877-84FF41085FFB}" srcOrd="0" destOrd="0" presId="urn:microsoft.com/office/officeart/2005/8/layout/vList2"/>
    <dgm:cxn modelId="{207AF099-D8A2-409B-A33E-652263E549CE}" srcId="{0ECF3E35-AE83-4899-86DB-CF8F19DFB28A}" destId="{C1B8A746-48B7-4B43-95E6-D34333F5868C}" srcOrd="1" destOrd="0" parTransId="{2EC12EAB-508E-4DDE-B478-25965C4485A7}" sibTransId="{A15A2930-3E18-4D4A-9EF7-20B1852E2B4D}"/>
    <dgm:cxn modelId="{636D39B1-A415-4CFC-BF46-FCA88039DDD8}" type="presOf" srcId="{037BC76C-A28F-4014-A440-84185E04E1AD}" destId="{CD6D4658-03B0-42D7-B877-84FF41085FFB}" srcOrd="0" destOrd="3" presId="urn:microsoft.com/office/officeart/2005/8/layout/vList2"/>
    <dgm:cxn modelId="{DD8819BE-7311-4979-88B5-642AF11CA8D9}" srcId="{F29EBD5F-E25A-4F3C-939F-69F18002C9B0}" destId="{5F430A6C-7257-423D-9AAA-AAE94249FD45}" srcOrd="0" destOrd="0" parTransId="{06A343AB-9BB4-4324-B646-801B8D0A2946}" sibTransId="{CF80821B-C102-4055-A13E-A1F5C058870E}"/>
    <dgm:cxn modelId="{8CCC80C3-1BC7-410E-B2B9-34B50C7A43D2}" type="presOf" srcId="{8983F279-08D8-4ADA-BA72-8884C097D013}" destId="{CBBD3E7A-2124-449B-98A3-7C6359887EC6}" srcOrd="0" destOrd="0" presId="urn:microsoft.com/office/officeart/2005/8/layout/vList2"/>
    <dgm:cxn modelId="{C8AB10C9-B95C-48D6-8BC2-50245C5AA4DC}" type="presOf" srcId="{5648C8D6-97C9-48B3-BA27-56B019EEB466}" destId="{453F5174-A217-49A3-AD2C-17984D9F4DF3}" srcOrd="0" destOrd="0" presId="urn:microsoft.com/office/officeart/2005/8/layout/vList2"/>
    <dgm:cxn modelId="{42994BDB-AD71-406D-A52D-41B908D39852}" srcId="{0ECF3E35-AE83-4899-86DB-CF8F19DFB28A}" destId="{916FCDA9-C491-430C-9CF5-93D8F746AC8E}" srcOrd="2" destOrd="0" parTransId="{48A65D90-7040-4526-A401-FE6A3F4C8534}" sibTransId="{33B9C196-7CC1-4F08-9F90-9C3033C84664}"/>
    <dgm:cxn modelId="{E57664F3-8221-46BE-9EF3-E81FDCA506A8}" type="presOf" srcId="{5F430A6C-7257-423D-9AAA-AAE94249FD45}" destId="{286BC135-5CCB-433B-BB36-73950941D597}" srcOrd="0" destOrd="0" presId="urn:microsoft.com/office/officeart/2005/8/layout/vList2"/>
    <dgm:cxn modelId="{D37CB2FE-91B6-4048-9633-D7F5751BC8A0}" type="presOf" srcId="{C1B8A746-48B7-4B43-95E6-D34333F5868C}" destId="{CD6D4658-03B0-42D7-B877-84FF41085FFB}" srcOrd="0" destOrd="1" presId="urn:microsoft.com/office/officeart/2005/8/layout/vList2"/>
    <dgm:cxn modelId="{6D1A6C56-7296-4D25-86B8-06853F728A95}" type="presParOf" srcId="{BB615CEF-99E7-450E-A25E-F49F40D85A34}" destId="{2FC62A59-6F22-40D5-84A5-1916CACBEF02}" srcOrd="0" destOrd="0" presId="urn:microsoft.com/office/officeart/2005/8/layout/vList2"/>
    <dgm:cxn modelId="{0157B601-A637-4680-BE65-45B7EE905278}" type="presParOf" srcId="{BB615CEF-99E7-450E-A25E-F49F40D85A34}" destId="{286BC135-5CCB-433B-BB36-73950941D597}" srcOrd="1" destOrd="0" presId="urn:microsoft.com/office/officeart/2005/8/layout/vList2"/>
    <dgm:cxn modelId="{85709B56-1BDC-4C56-B4CD-C7F2CD016515}" type="presParOf" srcId="{BB615CEF-99E7-450E-A25E-F49F40D85A34}" destId="{872F974E-1A5E-40EE-A328-0C8F3DC81B54}" srcOrd="2" destOrd="0" presId="urn:microsoft.com/office/officeart/2005/8/layout/vList2"/>
    <dgm:cxn modelId="{E51FAFCD-3728-4A4F-83F2-A55999C16D7B}" type="presParOf" srcId="{BB615CEF-99E7-450E-A25E-F49F40D85A34}" destId="{CD6D4658-03B0-42D7-B877-84FF41085FFB}" srcOrd="3" destOrd="0" presId="urn:microsoft.com/office/officeart/2005/8/layout/vList2"/>
    <dgm:cxn modelId="{CD9B3819-B166-4E44-A59F-A3B1D1E7F9D1}" type="presParOf" srcId="{BB615CEF-99E7-450E-A25E-F49F40D85A34}" destId="{5B52343A-A377-49A7-B4CC-C429E466565A}" srcOrd="4" destOrd="0" presId="urn:microsoft.com/office/officeart/2005/8/layout/vList2"/>
    <dgm:cxn modelId="{7890D263-F328-4440-BAFD-25D27D17952B}" type="presParOf" srcId="{BB615CEF-99E7-450E-A25E-F49F40D85A34}" destId="{453F5174-A217-49A3-AD2C-17984D9F4DF3}" srcOrd="5" destOrd="0" presId="urn:microsoft.com/office/officeart/2005/8/layout/vList2"/>
    <dgm:cxn modelId="{56E53129-C460-4A2E-9CC0-D6CFBF45E7D7}" type="presParOf" srcId="{BB615CEF-99E7-450E-A25E-F49F40D85A34}" destId="{A40E5878-52D6-4786-964B-21B4227CFBE9}" srcOrd="6" destOrd="0" presId="urn:microsoft.com/office/officeart/2005/8/layout/vList2"/>
    <dgm:cxn modelId="{5FE0A5B1-5378-456A-B04C-59C61CB23B64}" type="presParOf" srcId="{BB615CEF-99E7-450E-A25E-F49F40D85A34}" destId="{CBBD3E7A-2124-449B-98A3-7C6359887EC6}" srcOrd="7"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21B3D1FD-6481-45AC-B520-D1DD5385F960}" type="doc">
      <dgm:prSet loTypeId="urn:microsoft.com/office/officeart/2005/8/layout/hChevron3" loCatId="process" qsTypeId="urn:microsoft.com/office/officeart/2005/8/quickstyle/simple1" qsCatId="simple" csTypeId="urn:microsoft.com/office/officeart/2005/8/colors/accent1_2" csCatId="accent1" phldr="1"/>
      <dgm:spPr/>
    </dgm:pt>
    <dgm:pt modelId="{A0795A3D-F5CA-4E14-B978-D50E60770CE9}">
      <dgm:prSet phldrT="[Text]">
        <dgm:style>
          <a:lnRef idx="2">
            <a:schemeClr val="accent5"/>
          </a:lnRef>
          <a:fillRef idx="1">
            <a:schemeClr val="lt1"/>
          </a:fillRef>
          <a:effectRef idx="0">
            <a:schemeClr val="accent5"/>
          </a:effectRef>
          <a:fontRef idx="minor">
            <a:schemeClr val="dk1"/>
          </a:fontRef>
        </dgm:style>
      </dgm:prSet>
      <dgm:spPr/>
      <dgm:t>
        <a:bodyPr/>
        <a:lstStyle/>
        <a:p>
          <a:r>
            <a:rPr lang="en-US" dirty="0"/>
            <a:t>Spell correction, Stopwords removed, lemmatize &gt; 3, single char removed, noise words removed</a:t>
          </a:r>
        </a:p>
      </dgm:t>
    </dgm:pt>
    <dgm:pt modelId="{88E3EB50-17B0-434E-82B6-34F8DDACE6CB}" type="parTrans" cxnId="{31471F7F-0102-4031-9E01-787CCBB5CA48}">
      <dgm:prSet/>
      <dgm:spPr/>
      <dgm:t>
        <a:bodyPr/>
        <a:lstStyle/>
        <a:p>
          <a:endParaRPr lang="en-US"/>
        </a:p>
      </dgm:t>
    </dgm:pt>
    <dgm:pt modelId="{9E42C07E-3B7C-4BA3-B481-4C2BF4074EBD}" type="sibTrans" cxnId="{31471F7F-0102-4031-9E01-787CCBB5CA48}">
      <dgm:prSet/>
      <dgm:spPr/>
      <dgm:t>
        <a:bodyPr/>
        <a:lstStyle/>
        <a:p>
          <a:endParaRPr lang="en-US"/>
        </a:p>
      </dgm:t>
    </dgm:pt>
    <dgm:pt modelId="{AB3338A9-DEE8-4DF3-8473-710A81D4918F}">
      <dgm:prSet phldrT="[Text]">
        <dgm:style>
          <a:lnRef idx="2">
            <a:schemeClr val="accent5"/>
          </a:lnRef>
          <a:fillRef idx="1">
            <a:schemeClr val="lt1"/>
          </a:fillRef>
          <a:effectRef idx="0">
            <a:schemeClr val="accent5"/>
          </a:effectRef>
          <a:fontRef idx="minor">
            <a:schemeClr val="dk1"/>
          </a:fontRef>
        </dgm:style>
      </dgm:prSet>
      <dgm:spPr/>
      <dgm:t>
        <a:bodyPr/>
        <a:lstStyle/>
        <a:p>
          <a:r>
            <a:rPr lang="en-US" dirty="0"/>
            <a:t>Fit on model = LR(100)</a:t>
          </a:r>
          <a:r>
            <a:rPr lang="en-US" dirty="0">
              <a:sym typeface="Wingdings" panose="05000000000000000000" pitchFamily="2" charset="2"/>
            </a:rPr>
            <a:t> predict the probability distributions for </a:t>
          </a:r>
          <a:r>
            <a:rPr lang="en-US" dirty="0" err="1">
              <a:sym typeface="Wingdings" panose="05000000000000000000" pitchFamily="2" charset="2"/>
            </a:rPr>
            <a:t>X_test</a:t>
          </a:r>
          <a:endParaRPr lang="en-US" dirty="0"/>
        </a:p>
      </dgm:t>
    </dgm:pt>
    <dgm:pt modelId="{2FD4956E-5ED7-407C-817E-40A1A63A1C06}" type="parTrans" cxnId="{9C1F861C-26C6-4525-A4AE-CFF6092717FE}">
      <dgm:prSet/>
      <dgm:spPr/>
      <dgm:t>
        <a:bodyPr/>
        <a:lstStyle/>
        <a:p>
          <a:endParaRPr lang="en-US"/>
        </a:p>
      </dgm:t>
    </dgm:pt>
    <dgm:pt modelId="{98400BBD-AD9F-40BF-88B7-0EFBA1EF848C}" type="sibTrans" cxnId="{9C1F861C-26C6-4525-A4AE-CFF6092717FE}">
      <dgm:prSet/>
      <dgm:spPr/>
      <dgm:t>
        <a:bodyPr/>
        <a:lstStyle/>
        <a:p>
          <a:endParaRPr lang="en-US"/>
        </a:p>
      </dgm:t>
    </dgm:pt>
    <dgm:pt modelId="{7F563DAF-768B-4B1D-9948-0DB99D9EA5B3}">
      <dgm:prSet phldrT="[Text]">
        <dgm:style>
          <a:lnRef idx="2">
            <a:schemeClr val="accent5"/>
          </a:lnRef>
          <a:fillRef idx="1">
            <a:schemeClr val="lt1"/>
          </a:fillRef>
          <a:effectRef idx="0">
            <a:schemeClr val="accent5"/>
          </a:effectRef>
          <a:fontRef idx="minor">
            <a:schemeClr val="dk1"/>
          </a:fontRef>
        </dgm:style>
      </dgm:prSet>
      <dgm:spPr>
        <a:effectLst>
          <a:glow rad="139700">
            <a:schemeClr val="accent4">
              <a:satMod val="175000"/>
              <a:alpha val="40000"/>
            </a:schemeClr>
          </a:glow>
        </a:effectLst>
      </dgm:spPr>
      <dgm:t>
        <a:bodyPr/>
        <a:lstStyle/>
        <a:p>
          <a:r>
            <a:rPr lang="en-US" dirty="0"/>
            <a:t>Store the indexes for top 3 probabilities for each row</a:t>
          </a:r>
        </a:p>
      </dgm:t>
    </dgm:pt>
    <dgm:pt modelId="{46BA9298-7DC9-4AFD-8CD7-21E4D68B4649}" type="parTrans" cxnId="{39D2D313-6218-46FE-9C01-E69A741FFA6C}">
      <dgm:prSet/>
      <dgm:spPr/>
      <dgm:t>
        <a:bodyPr/>
        <a:lstStyle/>
        <a:p>
          <a:endParaRPr lang="en-US"/>
        </a:p>
      </dgm:t>
    </dgm:pt>
    <dgm:pt modelId="{ACC01A85-9C17-471C-B83D-97BD24BA43D8}" type="sibTrans" cxnId="{39D2D313-6218-46FE-9C01-E69A741FFA6C}">
      <dgm:prSet/>
      <dgm:spPr/>
      <dgm:t>
        <a:bodyPr/>
        <a:lstStyle/>
        <a:p>
          <a:endParaRPr lang="en-US"/>
        </a:p>
      </dgm:t>
    </dgm:pt>
    <dgm:pt modelId="{6E7F31E9-46AB-4CD0-9418-E83CA4D58BD0}">
      <dgm:prSet phldrT="[Text]">
        <dgm:style>
          <a:lnRef idx="0">
            <a:schemeClr val="accent5"/>
          </a:lnRef>
          <a:fillRef idx="3">
            <a:schemeClr val="accent5"/>
          </a:fillRef>
          <a:effectRef idx="3">
            <a:schemeClr val="accent5"/>
          </a:effectRef>
          <a:fontRef idx="minor">
            <a:schemeClr val="lt1"/>
          </a:fontRef>
        </dgm:style>
      </dgm:prSet>
      <dgm:spPr/>
      <dgm:t>
        <a:bodyPr/>
        <a:lstStyle/>
        <a:p>
          <a:r>
            <a:rPr lang="en-US" dirty="0"/>
            <a:t>Only the values at those indexes </a:t>
          </a:r>
          <a:r>
            <a:rPr lang="en-US" dirty="0">
              <a:sym typeface="Wingdings" panose="05000000000000000000" pitchFamily="2" charset="2"/>
            </a:rPr>
            <a:t> </a:t>
          </a:r>
          <a:r>
            <a:rPr lang="en-US" b="1" dirty="0">
              <a:sym typeface="Wingdings" panose="05000000000000000000" pitchFamily="2" charset="2"/>
            </a:rPr>
            <a:t>Distribution-1 (48197 x 3)</a:t>
          </a:r>
          <a:endParaRPr lang="en-US" b="1" dirty="0"/>
        </a:p>
      </dgm:t>
    </dgm:pt>
    <dgm:pt modelId="{1FB8E8B5-FEF9-48C2-AEFA-ECB054AA6480}" type="parTrans" cxnId="{2425218A-F752-4BEC-993F-2C0647661495}">
      <dgm:prSet/>
      <dgm:spPr/>
      <dgm:t>
        <a:bodyPr/>
        <a:lstStyle/>
        <a:p>
          <a:endParaRPr lang="en-US"/>
        </a:p>
      </dgm:t>
    </dgm:pt>
    <dgm:pt modelId="{B89A6B1F-378C-4DFF-81B9-5DF0474CD8CC}" type="sibTrans" cxnId="{2425218A-F752-4BEC-993F-2C0647661495}">
      <dgm:prSet/>
      <dgm:spPr/>
      <dgm:t>
        <a:bodyPr/>
        <a:lstStyle/>
        <a:p>
          <a:endParaRPr lang="en-US"/>
        </a:p>
      </dgm:t>
    </dgm:pt>
    <dgm:pt modelId="{033E7CDA-AE65-47CB-9562-CACFEE179754}" type="pres">
      <dgm:prSet presAssocID="{21B3D1FD-6481-45AC-B520-D1DD5385F960}" presName="Name0" presStyleCnt="0">
        <dgm:presLayoutVars>
          <dgm:dir/>
          <dgm:resizeHandles val="exact"/>
        </dgm:presLayoutVars>
      </dgm:prSet>
      <dgm:spPr/>
    </dgm:pt>
    <dgm:pt modelId="{D14598FA-136F-4B7E-83A2-0B4C508F31B5}" type="pres">
      <dgm:prSet presAssocID="{A0795A3D-F5CA-4E14-B978-D50E60770CE9}" presName="parTxOnly" presStyleLbl="node1" presStyleIdx="0" presStyleCnt="4">
        <dgm:presLayoutVars>
          <dgm:bulletEnabled val="1"/>
        </dgm:presLayoutVars>
      </dgm:prSet>
      <dgm:spPr/>
    </dgm:pt>
    <dgm:pt modelId="{2FC78ACA-7FAF-48D5-B44B-2563EA62EE2E}" type="pres">
      <dgm:prSet presAssocID="{9E42C07E-3B7C-4BA3-B481-4C2BF4074EBD}" presName="parSpace" presStyleCnt="0"/>
      <dgm:spPr/>
    </dgm:pt>
    <dgm:pt modelId="{778B25C9-FFBC-4A96-9652-3414B5B8A2B2}" type="pres">
      <dgm:prSet presAssocID="{AB3338A9-DEE8-4DF3-8473-710A81D4918F}" presName="parTxOnly" presStyleLbl="node1" presStyleIdx="1" presStyleCnt="4">
        <dgm:presLayoutVars>
          <dgm:bulletEnabled val="1"/>
        </dgm:presLayoutVars>
      </dgm:prSet>
      <dgm:spPr/>
    </dgm:pt>
    <dgm:pt modelId="{CC9D345E-EA1A-473F-806A-825CC43858F3}" type="pres">
      <dgm:prSet presAssocID="{98400BBD-AD9F-40BF-88B7-0EFBA1EF848C}" presName="parSpace" presStyleCnt="0"/>
      <dgm:spPr/>
    </dgm:pt>
    <dgm:pt modelId="{263BA08A-D998-4911-89F5-173BB1C5440D}" type="pres">
      <dgm:prSet presAssocID="{7F563DAF-768B-4B1D-9948-0DB99D9EA5B3}" presName="parTxOnly" presStyleLbl="node1" presStyleIdx="2" presStyleCnt="4">
        <dgm:presLayoutVars>
          <dgm:bulletEnabled val="1"/>
        </dgm:presLayoutVars>
      </dgm:prSet>
      <dgm:spPr/>
    </dgm:pt>
    <dgm:pt modelId="{0979FD08-A460-4F94-86F4-DC155884FC5C}" type="pres">
      <dgm:prSet presAssocID="{ACC01A85-9C17-471C-B83D-97BD24BA43D8}" presName="parSpace" presStyleCnt="0"/>
      <dgm:spPr/>
    </dgm:pt>
    <dgm:pt modelId="{0F62B5FC-2DD4-4E5E-ACC8-09A8DBF870F1}" type="pres">
      <dgm:prSet presAssocID="{6E7F31E9-46AB-4CD0-9418-E83CA4D58BD0}" presName="parTxOnly" presStyleLbl="node1" presStyleIdx="3" presStyleCnt="4">
        <dgm:presLayoutVars>
          <dgm:bulletEnabled val="1"/>
        </dgm:presLayoutVars>
      </dgm:prSet>
      <dgm:spPr/>
    </dgm:pt>
  </dgm:ptLst>
  <dgm:cxnLst>
    <dgm:cxn modelId="{39D2D313-6218-46FE-9C01-E69A741FFA6C}" srcId="{21B3D1FD-6481-45AC-B520-D1DD5385F960}" destId="{7F563DAF-768B-4B1D-9948-0DB99D9EA5B3}" srcOrd="2" destOrd="0" parTransId="{46BA9298-7DC9-4AFD-8CD7-21E4D68B4649}" sibTransId="{ACC01A85-9C17-471C-B83D-97BD24BA43D8}"/>
    <dgm:cxn modelId="{EEF02417-114C-413C-9613-D2ED54B15DE5}" type="presOf" srcId="{AB3338A9-DEE8-4DF3-8473-710A81D4918F}" destId="{778B25C9-FFBC-4A96-9652-3414B5B8A2B2}" srcOrd="0" destOrd="0" presId="urn:microsoft.com/office/officeart/2005/8/layout/hChevron3"/>
    <dgm:cxn modelId="{9C1F861C-26C6-4525-A4AE-CFF6092717FE}" srcId="{21B3D1FD-6481-45AC-B520-D1DD5385F960}" destId="{AB3338A9-DEE8-4DF3-8473-710A81D4918F}" srcOrd="1" destOrd="0" parTransId="{2FD4956E-5ED7-407C-817E-40A1A63A1C06}" sibTransId="{98400BBD-AD9F-40BF-88B7-0EFBA1EF848C}"/>
    <dgm:cxn modelId="{EA970F33-7832-45E5-B293-E1393E8C29B1}" type="presOf" srcId="{A0795A3D-F5CA-4E14-B978-D50E60770CE9}" destId="{D14598FA-136F-4B7E-83A2-0B4C508F31B5}" srcOrd="0" destOrd="0" presId="urn:microsoft.com/office/officeart/2005/8/layout/hChevron3"/>
    <dgm:cxn modelId="{31471F7F-0102-4031-9E01-787CCBB5CA48}" srcId="{21B3D1FD-6481-45AC-B520-D1DD5385F960}" destId="{A0795A3D-F5CA-4E14-B978-D50E60770CE9}" srcOrd="0" destOrd="0" parTransId="{88E3EB50-17B0-434E-82B6-34F8DDACE6CB}" sibTransId="{9E42C07E-3B7C-4BA3-B481-4C2BF4074EBD}"/>
    <dgm:cxn modelId="{2425218A-F752-4BEC-993F-2C0647661495}" srcId="{21B3D1FD-6481-45AC-B520-D1DD5385F960}" destId="{6E7F31E9-46AB-4CD0-9418-E83CA4D58BD0}" srcOrd="3" destOrd="0" parTransId="{1FB8E8B5-FEF9-48C2-AEFA-ECB054AA6480}" sibTransId="{B89A6B1F-378C-4DFF-81B9-5DF0474CD8CC}"/>
    <dgm:cxn modelId="{CFE83BC7-CF85-42A5-9970-76F192CDAFAE}" type="presOf" srcId="{7F563DAF-768B-4B1D-9948-0DB99D9EA5B3}" destId="{263BA08A-D998-4911-89F5-173BB1C5440D}" srcOrd="0" destOrd="0" presId="urn:microsoft.com/office/officeart/2005/8/layout/hChevron3"/>
    <dgm:cxn modelId="{33B177DD-0FCF-4153-8534-7A7D4EEE88E4}" type="presOf" srcId="{6E7F31E9-46AB-4CD0-9418-E83CA4D58BD0}" destId="{0F62B5FC-2DD4-4E5E-ACC8-09A8DBF870F1}" srcOrd="0" destOrd="0" presId="urn:microsoft.com/office/officeart/2005/8/layout/hChevron3"/>
    <dgm:cxn modelId="{6A8460F4-B59E-4EA8-8376-A968DAFA0914}" type="presOf" srcId="{21B3D1FD-6481-45AC-B520-D1DD5385F960}" destId="{033E7CDA-AE65-47CB-9562-CACFEE179754}" srcOrd="0" destOrd="0" presId="urn:microsoft.com/office/officeart/2005/8/layout/hChevron3"/>
    <dgm:cxn modelId="{8FE42D9F-865F-4EF2-9970-5C4C671F80A5}" type="presParOf" srcId="{033E7CDA-AE65-47CB-9562-CACFEE179754}" destId="{D14598FA-136F-4B7E-83A2-0B4C508F31B5}" srcOrd="0" destOrd="0" presId="urn:microsoft.com/office/officeart/2005/8/layout/hChevron3"/>
    <dgm:cxn modelId="{43C782BD-D790-425E-B585-C5A05246B10C}" type="presParOf" srcId="{033E7CDA-AE65-47CB-9562-CACFEE179754}" destId="{2FC78ACA-7FAF-48D5-B44B-2563EA62EE2E}" srcOrd="1" destOrd="0" presId="urn:microsoft.com/office/officeart/2005/8/layout/hChevron3"/>
    <dgm:cxn modelId="{958A1C42-EC76-4DEC-8DE1-96F52C094A58}" type="presParOf" srcId="{033E7CDA-AE65-47CB-9562-CACFEE179754}" destId="{778B25C9-FFBC-4A96-9652-3414B5B8A2B2}" srcOrd="2" destOrd="0" presId="urn:microsoft.com/office/officeart/2005/8/layout/hChevron3"/>
    <dgm:cxn modelId="{342B9629-58C1-4898-881C-DF8EC88CCA5F}" type="presParOf" srcId="{033E7CDA-AE65-47CB-9562-CACFEE179754}" destId="{CC9D345E-EA1A-473F-806A-825CC43858F3}" srcOrd="3" destOrd="0" presId="urn:microsoft.com/office/officeart/2005/8/layout/hChevron3"/>
    <dgm:cxn modelId="{F34B8E27-09B5-4199-86A1-C1A4BE946D40}" type="presParOf" srcId="{033E7CDA-AE65-47CB-9562-CACFEE179754}" destId="{263BA08A-D998-4911-89F5-173BB1C5440D}" srcOrd="4" destOrd="0" presId="urn:microsoft.com/office/officeart/2005/8/layout/hChevron3"/>
    <dgm:cxn modelId="{55E06F95-93B3-415F-85AC-C1DC63263FF9}" type="presParOf" srcId="{033E7CDA-AE65-47CB-9562-CACFEE179754}" destId="{0979FD08-A460-4F94-86F4-DC155884FC5C}" srcOrd="5" destOrd="0" presId="urn:microsoft.com/office/officeart/2005/8/layout/hChevron3"/>
    <dgm:cxn modelId="{C0638794-91A9-4155-977F-B1D885EC8319}" type="presParOf" srcId="{033E7CDA-AE65-47CB-9562-CACFEE179754}" destId="{0F62B5FC-2DD4-4E5E-ACC8-09A8DBF870F1}" srcOrd="6"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21B3D1FD-6481-45AC-B520-D1DD5385F960}" type="doc">
      <dgm:prSet loTypeId="urn:microsoft.com/office/officeart/2005/8/layout/hChevron3" loCatId="process" qsTypeId="urn:microsoft.com/office/officeart/2005/8/quickstyle/simple1" qsCatId="simple" csTypeId="urn:microsoft.com/office/officeart/2005/8/colors/accent1_2" csCatId="accent1" phldr="1"/>
      <dgm:spPr/>
    </dgm:pt>
    <dgm:pt modelId="{A0795A3D-F5CA-4E14-B978-D50E60770CE9}">
      <dgm:prSet phldrT="[Text]">
        <dgm:style>
          <a:lnRef idx="2">
            <a:schemeClr val="accent3"/>
          </a:lnRef>
          <a:fillRef idx="1">
            <a:schemeClr val="lt1"/>
          </a:fillRef>
          <a:effectRef idx="0">
            <a:schemeClr val="accent3"/>
          </a:effectRef>
          <a:fontRef idx="minor">
            <a:schemeClr val="dk1"/>
          </a:fontRef>
        </dgm:style>
      </dgm:prSet>
      <dgm:spPr/>
      <dgm:t>
        <a:bodyPr/>
        <a:lstStyle/>
        <a:p>
          <a:pPr algn="l"/>
          <a:r>
            <a:rPr lang="en-US" dirty="0"/>
            <a:t>Spell correction, Stopwords removed, </a:t>
          </a:r>
          <a:r>
            <a:rPr lang="en-US" dirty="0">
              <a:highlight>
                <a:srgbClr val="FFFF00"/>
              </a:highlight>
            </a:rPr>
            <a:t>numbers removed</a:t>
          </a:r>
          <a:r>
            <a:rPr lang="en-US" dirty="0"/>
            <a:t>, lemmatized &gt; 3, single char removed, noise words removed</a:t>
          </a:r>
        </a:p>
      </dgm:t>
    </dgm:pt>
    <dgm:pt modelId="{88E3EB50-17B0-434E-82B6-34F8DDACE6CB}" type="parTrans" cxnId="{31471F7F-0102-4031-9E01-787CCBB5CA48}">
      <dgm:prSet/>
      <dgm:spPr/>
      <dgm:t>
        <a:bodyPr/>
        <a:lstStyle/>
        <a:p>
          <a:endParaRPr lang="en-US"/>
        </a:p>
      </dgm:t>
    </dgm:pt>
    <dgm:pt modelId="{9E42C07E-3B7C-4BA3-B481-4C2BF4074EBD}" type="sibTrans" cxnId="{31471F7F-0102-4031-9E01-787CCBB5CA48}">
      <dgm:prSet/>
      <dgm:spPr/>
      <dgm:t>
        <a:bodyPr/>
        <a:lstStyle/>
        <a:p>
          <a:endParaRPr lang="en-US"/>
        </a:p>
      </dgm:t>
    </dgm:pt>
    <dgm:pt modelId="{AB3338A9-DEE8-4DF3-8473-710A81D4918F}">
      <dgm:prSet phldrT="[Text]">
        <dgm:style>
          <a:lnRef idx="2">
            <a:schemeClr val="accent3"/>
          </a:lnRef>
          <a:fillRef idx="1">
            <a:schemeClr val="lt1"/>
          </a:fillRef>
          <a:effectRef idx="0">
            <a:schemeClr val="accent3"/>
          </a:effectRef>
          <a:fontRef idx="minor">
            <a:schemeClr val="dk1"/>
          </a:fontRef>
        </dgm:style>
      </dgm:prSet>
      <dgm:spPr/>
      <dgm:t>
        <a:bodyPr/>
        <a:lstStyle/>
        <a:p>
          <a:pPr algn="l"/>
          <a:r>
            <a:rPr lang="en-US" dirty="0"/>
            <a:t>Model = LR(100)</a:t>
          </a:r>
          <a:r>
            <a:rPr lang="en-US" dirty="0">
              <a:sym typeface="Wingdings" panose="05000000000000000000" pitchFamily="2" charset="2"/>
            </a:rPr>
            <a:t> predict the probability distributions using X_test_updated</a:t>
          </a:r>
          <a:endParaRPr lang="en-US" dirty="0"/>
        </a:p>
      </dgm:t>
    </dgm:pt>
    <dgm:pt modelId="{2FD4956E-5ED7-407C-817E-40A1A63A1C06}" type="parTrans" cxnId="{9C1F861C-26C6-4525-A4AE-CFF6092717FE}">
      <dgm:prSet/>
      <dgm:spPr/>
      <dgm:t>
        <a:bodyPr/>
        <a:lstStyle/>
        <a:p>
          <a:endParaRPr lang="en-US"/>
        </a:p>
      </dgm:t>
    </dgm:pt>
    <dgm:pt modelId="{98400BBD-AD9F-40BF-88B7-0EFBA1EF848C}" type="sibTrans" cxnId="{9C1F861C-26C6-4525-A4AE-CFF6092717FE}">
      <dgm:prSet/>
      <dgm:spPr/>
      <dgm:t>
        <a:bodyPr/>
        <a:lstStyle/>
        <a:p>
          <a:endParaRPr lang="en-US"/>
        </a:p>
      </dgm:t>
    </dgm:pt>
    <dgm:pt modelId="{6E7F31E9-46AB-4CD0-9418-E83CA4D58BD0}">
      <dgm:prSet phldrT="[Text]" custT="1">
        <dgm:style>
          <a:lnRef idx="0">
            <a:schemeClr val="accent3"/>
          </a:lnRef>
          <a:fillRef idx="3">
            <a:schemeClr val="accent3"/>
          </a:fillRef>
          <a:effectRef idx="3">
            <a:schemeClr val="accent3"/>
          </a:effectRef>
          <a:fontRef idx="minor">
            <a:schemeClr val="lt1"/>
          </a:fontRef>
        </dgm:style>
      </dgm:prSet>
      <dgm:spPr/>
      <dgm:t>
        <a:bodyPr/>
        <a:lstStyle/>
        <a:p>
          <a:r>
            <a:rPr lang="en-US" sz="1500" dirty="0">
              <a:sym typeface="Wingdings" panose="05000000000000000000" pitchFamily="2" charset="2"/>
            </a:rPr>
            <a:t>Only the values at the found indexes </a:t>
          </a:r>
          <a:r>
            <a:rPr lang="en-US" sz="1800" b="1" dirty="0">
              <a:sym typeface="Wingdings" panose="05000000000000000000" pitchFamily="2" charset="2"/>
            </a:rPr>
            <a:t>Distribution-2 (48197 x 3)</a:t>
          </a:r>
          <a:endParaRPr lang="en-US" sz="1500" b="1" dirty="0"/>
        </a:p>
      </dgm:t>
    </dgm:pt>
    <dgm:pt modelId="{1FB8E8B5-FEF9-48C2-AEFA-ECB054AA6480}" type="parTrans" cxnId="{2425218A-F752-4BEC-993F-2C0647661495}">
      <dgm:prSet/>
      <dgm:spPr/>
      <dgm:t>
        <a:bodyPr/>
        <a:lstStyle/>
        <a:p>
          <a:endParaRPr lang="en-US"/>
        </a:p>
      </dgm:t>
    </dgm:pt>
    <dgm:pt modelId="{B89A6B1F-378C-4DFF-81B9-5DF0474CD8CC}" type="sibTrans" cxnId="{2425218A-F752-4BEC-993F-2C0647661495}">
      <dgm:prSet/>
      <dgm:spPr/>
      <dgm:t>
        <a:bodyPr/>
        <a:lstStyle/>
        <a:p>
          <a:endParaRPr lang="en-US"/>
        </a:p>
      </dgm:t>
    </dgm:pt>
    <dgm:pt modelId="{033E7CDA-AE65-47CB-9562-CACFEE179754}" type="pres">
      <dgm:prSet presAssocID="{21B3D1FD-6481-45AC-B520-D1DD5385F960}" presName="Name0" presStyleCnt="0">
        <dgm:presLayoutVars>
          <dgm:dir/>
          <dgm:resizeHandles val="exact"/>
        </dgm:presLayoutVars>
      </dgm:prSet>
      <dgm:spPr/>
    </dgm:pt>
    <dgm:pt modelId="{D14598FA-136F-4B7E-83A2-0B4C508F31B5}" type="pres">
      <dgm:prSet presAssocID="{A0795A3D-F5CA-4E14-B978-D50E60770CE9}" presName="parTxOnly" presStyleLbl="node1" presStyleIdx="0" presStyleCnt="3">
        <dgm:presLayoutVars>
          <dgm:bulletEnabled val="1"/>
        </dgm:presLayoutVars>
      </dgm:prSet>
      <dgm:spPr/>
    </dgm:pt>
    <dgm:pt modelId="{2FC78ACA-7FAF-48D5-B44B-2563EA62EE2E}" type="pres">
      <dgm:prSet presAssocID="{9E42C07E-3B7C-4BA3-B481-4C2BF4074EBD}" presName="parSpace" presStyleCnt="0"/>
      <dgm:spPr/>
    </dgm:pt>
    <dgm:pt modelId="{778B25C9-FFBC-4A96-9652-3414B5B8A2B2}" type="pres">
      <dgm:prSet presAssocID="{AB3338A9-DEE8-4DF3-8473-710A81D4918F}" presName="parTxOnly" presStyleLbl="node1" presStyleIdx="1" presStyleCnt="3" custScaleX="100823">
        <dgm:presLayoutVars>
          <dgm:bulletEnabled val="1"/>
        </dgm:presLayoutVars>
      </dgm:prSet>
      <dgm:spPr/>
    </dgm:pt>
    <dgm:pt modelId="{CC9D345E-EA1A-473F-806A-825CC43858F3}" type="pres">
      <dgm:prSet presAssocID="{98400BBD-AD9F-40BF-88B7-0EFBA1EF848C}" presName="parSpace" presStyleCnt="0"/>
      <dgm:spPr/>
    </dgm:pt>
    <dgm:pt modelId="{0F62B5FC-2DD4-4E5E-ACC8-09A8DBF870F1}" type="pres">
      <dgm:prSet presAssocID="{6E7F31E9-46AB-4CD0-9418-E83CA4D58BD0}" presName="parTxOnly" presStyleLbl="node1" presStyleIdx="2" presStyleCnt="3">
        <dgm:presLayoutVars>
          <dgm:bulletEnabled val="1"/>
        </dgm:presLayoutVars>
      </dgm:prSet>
      <dgm:spPr/>
    </dgm:pt>
  </dgm:ptLst>
  <dgm:cxnLst>
    <dgm:cxn modelId="{EEF02417-114C-413C-9613-D2ED54B15DE5}" type="presOf" srcId="{AB3338A9-DEE8-4DF3-8473-710A81D4918F}" destId="{778B25C9-FFBC-4A96-9652-3414B5B8A2B2}" srcOrd="0" destOrd="0" presId="urn:microsoft.com/office/officeart/2005/8/layout/hChevron3"/>
    <dgm:cxn modelId="{9C1F861C-26C6-4525-A4AE-CFF6092717FE}" srcId="{21B3D1FD-6481-45AC-B520-D1DD5385F960}" destId="{AB3338A9-DEE8-4DF3-8473-710A81D4918F}" srcOrd="1" destOrd="0" parTransId="{2FD4956E-5ED7-407C-817E-40A1A63A1C06}" sibTransId="{98400BBD-AD9F-40BF-88B7-0EFBA1EF848C}"/>
    <dgm:cxn modelId="{EA970F33-7832-45E5-B293-E1393E8C29B1}" type="presOf" srcId="{A0795A3D-F5CA-4E14-B978-D50E60770CE9}" destId="{D14598FA-136F-4B7E-83A2-0B4C508F31B5}" srcOrd="0" destOrd="0" presId="urn:microsoft.com/office/officeart/2005/8/layout/hChevron3"/>
    <dgm:cxn modelId="{31471F7F-0102-4031-9E01-787CCBB5CA48}" srcId="{21B3D1FD-6481-45AC-B520-D1DD5385F960}" destId="{A0795A3D-F5CA-4E14-B978-D50E60770CE9}" srcOrd="0" destOrd="0" parTransId="{88E3EB50-17B0-434E-82B6-34F8DDACE6CB}" sibTransId="{9E42C07E-3B7C-4BA3-B481-4C2BF4074EBD}"/>
    <dgm:cxn modelId="{2425218A-F752-4BEC-993F-2C0647661495}" srcId="{21B3D1FD-6481-45AC-B520-D1DD5385F960}" destId="{6E7F31E9-46AB-4CD0-9418-E83CA4D58BD0}" srcOrd="2" destOrd="0" parTransId="{1FB8E8B5-FEF9-48C2-AEFA-ECB054AA6480}" sibTransId="{B89A6B1F-378C-4DFF-81B9-5DF0474CD8CC}"/>
    <dgm:cxn modelId="{33B177DD-0FCF-4153-8534-7A7D4EEE88E4}" type="presOf" srcId="{6E7F31E9-46AB-4CD0-9418-E83CA4D58BD0}" destId="{0F62B5FC-2DD4-4E5E-ACC8-09A8DBF870F1}" srcOrd="0" destOrd="0" presId="urn:microsoft.com/office/officeart/2005/8/layout/hChevron3"/>
    <dgm:cxn modelId="{6A8460F4-B59E-4EA8-8376-A968DAFA0914}" type="presOf" srcId="{21B3D1FD-6481-45AC-B520-D1DD5385F960}" destId="{033E7CDA-AE65-47CB-9562-CACFEE179754}" srcOrd="0" destOrd="0" presId="urn:microsoft.com/office/officeart/2005/8/layout/hChevron3"/>
    <dgm:cxn modelId="{8FE42D9F-865F-4EF2-9970-5C4C671F80A5}" type="presParOf" srcId="{033E7CDA-AE65-47CB-9562-CACFEE179754}" destId="{D14598FA-136F-4B7E-83A2-0B4C508F31B5}" srcOrd="0" destOrd="0" presId="urn:microsoft.com/office/officeart/2005/8/layout/hChevron3"/>
    <dgm:cxn modelId="{43C782BD-D790-425E-B585-C5A05246B10C}" type="presParOf" srcId="{033E7CDA-AE65-47CB-9562-CACFEE179754}" destId="{2FC78ACA-7FAF-48D5-B44B-2563EA62EE2E}" srcOrd="1" destOrd="0" presId="urn:microsoft.com/office/officeart/2005/8/layout/hChevron3"/>
    <dgm:cxn modelId="{958A1C42-EC76-4DEC-8DE1-96F52C094A58}" type="presParOf" srcId="{033E7CDA-AE65-47CB-9562-CACFEE179754}" destId="{778B25C9-FFBC-4A96-9652-3414B5B8A2B2}" srcOrd="2" destOrd="0" presId="urn:microsoft.com/office/officeart/2005/8/layout/hChevron3"/>
    <dgm:cxn modelId="{342B9629-58C1-4898-881C-DF8EC88CCA5F}" type="presParOf" srcId="{033E7CDA-AE65-47CB-9562-CACFEE179754}" destId="{CC9D345E-EA1A-473F-806A-825CC43858F3}" srcOrd="3" destOrd="0" presId="urn:microsoft.com/office/officeart/2005/8/layout/hChevron3"/>
    <dgm:cxn modelId="{C0638794-91A9-4155-977F-B1D885EC8319}" type="presParOf" srcId="{033E7CDA-AE65-47CB-9562-CACFEE179754}" destId="{0F62B5FC-2DD4-4E5E-ACC8-09A8DBF870F1}" srcOrd="4" destOrd="0" presId="urn:microsoft.com/office/officeart/2005/8/layout/hChevron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21B3D1FD-6481-45AC-B520-D1DD5385F960}" type="doc">
      <dgm:prSet loTypeId="urn:microsoft.com/office/officeart/2005/8/layout/hChevron3" loCatId="process" qsTypeId="urn:microsoft.com/office/officeart/2005/8/quickstyle/simple1" qsCatId="simple" csTypeId="urn:microsoft.com/office/officeart/2005/8/colors/accent1_2" csCatId="accent1" phldr="1"/>
      <dgm:spPr/>
    </dgm:pt>
    <dgm:pt modelId="{A0795A3D-F5CA-4E14-B978-D50E60770CE9}">
      <dgm:prSet phldrT="[Text]">
        <dgm:style>
          <a:lnRef idx="2">
            <a:schemeClr val="accent6"/>
          </a:lnRef>
          <a:fillRef idx="1">
            <a:schemeClr val="lt1"/>
          </a:fillRef>
          <a:effectRef idx="0">
            <a:schemeClr val="accent6"/>
          </a:effectRef>
          <a:fontRef idx="minor">
            <a:schemeClr val="dk1"/>
          </a:fontRef>
        </dgm:style>
      </dgm:prSet>
      <dgm:spPr/>
      <dgm:t>
        <a:bodyPr/>
        <a:lstStyle/>
        <a:p>
          <a:pPr algn="l"/>
          <a:r>
            <a:rPr lang="en-US" dirty="0"/>
            <a:t>Spell corrections, Stopwords removed, lemmatized &gt; 3, single char and </a:t>
          </a:r>
          <a:r>
            <a:rPr lang="en-US" dirty="0">
              <a:highlight>
                <a:srgbClr val="FFFF00"/>
              </a:highlight>
            </a:rPr>
            <a:t>2 chars words removed</a:t>
          </a:r>
          <a:r>
            <a:rPr lang="en-US" dirty="0"/>
            <a:t>, noise words removed</a:t>
          </a:r>
        </a:p>
      </dgm:t>
    </dgm:pt>
    <dgm:pt modelId="{88E3EB50-17B0-434E-82B6-34F8DDACE6CB}" type="parTrans" cxnId="{31471F7F-0102-4031-9E01-787CCBB5CA48}">
      <dgm:prSet/>
      <dgm:spPr/>
      <dgm:t>
        <a:bodyPr/>
        <a:lstStyle/>
        <a:p>
          <a:endParaRPr lang="en-US"/>
        </a:p>
      </dgm:t>
    </dgm:pt>
    <dgm:pt modelId="{9E42C07E-3B7C-4BA3-B481-4C2BF4074EBD}" type="sibTrans" cxnId="{31471F7F-0102-4031-9E01-787CCBB5CA48}">
      <dgm:prSet/>
      <dgm:spPr/>
      <dgm:t>
        <a:bodyPr/>
        <a:lstStyle/>
        <a:p>
          <a:endParaRPr lang="en-US"/>
        </a:p>
      </dgm:t>
    </dgm:pt>
    <dgm:pt modelId="{AB3338A9-DEE8-4DF3-8473-710A81D4918F}">
      <dgm:prSet phldrT="[Text]">
        <dgm:style>
          <a:lnRef idx="2">
            <a:schemeClr val="accent6"/>
          </a:lnRef>
          <a:fillRef idx="1">
            <a:schemeClr val="lt1"/>
          </a:fillRef>
          <a:effectRef idx="0">
            <a:schemeClr val="accent6"/>
          </a:effectRef>
          <a:fontRef idx="minor">
            <a:schemeClr val="dk1"/>
          </a:fontRef>
        </dgm:style>
      </dgm:prSet>
      <dgm:spPr/>
      <dgm:t>
        <a:bodyPr/>
        <a:lstStyle/>
        <a:p>
          <a:pPr algn="l"/>
          <a:r>
            <a:rPr lang="en-US" dirty="0"/>
            <a:t>Fit on model = LR(100)</a:t>
          </a:r>
          <a:r>
            <a:rPr lang="en-US" dirty="0">
              <a:sym typeface="Wingdings" panose="05000000000000000000" pitchFamily="2" charset="2"/>
            </a:rPr>
            <a:t> get the probability distributions using </a:t>
          </a:r>
          <a:r>
            <a:rPr lang="en-US" dirty="0" err="1">
              <a:sym typeface="Wingdings" panose="05000000000000000000" pitchFamily="2" charset="2"/>
            </a:rPr>
            <a:t>X_test</a:t>
          </a:r>
          <a:endParaRPr lang="en-US" dirty="0"/>
        </a:p>
      </dgm:t>
    </dgm:pt>
    <dgm:pt modelId="{2FD4956E-5ED7-407C-817E-40A1A63A1C06}" type="parTrans" cxnId="{9C1F861C-26C6-4525-A4AE-CFF6092717FE}">
      <dgm:prSet/>
      <dgm:spPr/>
      <dgm:t>
        <a:bodyPr/>
        <a:lstStyle/>
        <a:p>
          <a:endParaRPr lang="en-US"/>
        </a:p>
      </dgm:t>
    </dgm:pt>
    <dgm:pt modelId="{98400BBD-AD9F-40BF-88B7-0EFBA1EF848C}" type="sibTrans" cxnId="{9C1F861C-26C6-4525-A4AE-CFF6092717FE}">
      <dgm:prSet/>
      <dgm:spPr/>
      <dgm:t>
        <a:bodyPr/>
        <a:lstStyle/>
        <a:p>
          <a:endParaRPr lang="en-US"/>
        </a:p>
      </dgm:t>
    </dgm:pt>
    <dgm:pt modelId="{6E7F31E9-46AB-4CD0-9418-E83CA4D58BD0}">
      <dgm:prSet phldrT="[Text]" custT="1">
        <dgm:style>
          <a:lnRef idx="0">
            <a:schemeClr val="accent6"/>
          </a:lnRef>
          <a:fillRef idx="3">
            <a:schemeClr val="accent6"/>
          </a:fillRef>
          <a:effectRef idx="3">
            <a:schemeClr val="accent6"/>
          </a:effectRef>
          <a:fontRef idx="minor">
            <a:schemeClr val="lt1"/>
          </a:fontRef>
        </dgm:style>
      </dgm:prSet>
      <dgm:spPr/>
      <dgm:t>
        <a:bodyPr/>
        <a:lstStyle/>
        <a:p>
          <a:r>
            <a:rPr lang="en-US" sz="1500" dirty="0">
              <a:sym typeface="Wingdings" panose="05000000000000000000" pitchFamily="2" charset="2"/>
            </a:rPr>
            <a:t>Only the values at the found indexes </a:t>
          </a:r>
          <a:r>
            <a:rPr lang="en-US" sz="1500" b="1" dirty="0">
              <a:sym typeface="Wingdings" panose="05000000000000000000" pitchFamily="2" charset="2"/>
            </a:rPr>
            <a:t>Distribution-3 (48197 x 3)</a:t>
          </a:r>
          <a:endParaRPr lang="en-US" sz="1500" b="1" dirty="0"/>
        </a:p>
      </dgm:t>
    </dgm:pt>
    <dgm:pt modelId="{1FB8E8B5-FEF9-48C2-AEFA-ECB054AA6480}" type="parTrans" cxnId="{2425218A-F752-4BEC-993F-2C0647661495}">
      <dgm:prSet/>
      <dgm:spPr/>
      <dgm:t>
        <a:bodyPr/>
        <a:lstStyle/>
        <a:p>
          <a:endParaRPr lang="en-US"/>
        </a:p>
      </dgm:t>
    </dgm:pt>
    <dgm:pt modelId="{B89A6B1F-378C-4DFF-81B9-5DF0474CD8CC}" type="sibTrans" cxnId="{2425218A-F752-4BEC-993F-2C0647661495}">
      <dgm:prSet/>
      <dgm:spPr/>
      <dgm:t>
        <a:bodyPr/>
        <a:lstStyle/>
        <a:p>
          <a:endParaRPr lang="en-US"/>
        </a:p>
      </dgm:t>
    </dgm:pt>
    <dgm:pt modelId="{033E7CDA-AE65-47CB-9562-CACFEE179754}" type="pres">
      <dgm:prSet presAssocID="{21B3D1FD-6481-45AC-B520-D1DD5385F960}" presName="Name0" presStyleCnt="0">
        <dgm:presLayoutVars>
          <dgm:dir/>
          <dgm:resizeHandles val="exact"/>
        </dgm:presLayoutVars>
      </dgm:prSet>
      <dgm:spPr/>
    </dgm:pt>
    <dgm:pt modelId="{D14598FA-136F-4B7E-83A2-0B4C508F31B5}" type="pres">
      <dgm:prSet presAssocID="{A0795A3D-F5CA-4E14-B978-D50E60770CE9}" presName="parTxOnly" presStyleLbl="node1" presStyleIdx="0" presStyleCnt="3">
        <dgm:presLayoutVars>
          <dgm:bulletEnabled val="1"/>
        </dgm:presLayoutVars>
      </dgm:prSet>
      <dgm:spPr/>
    </dgm:pt>
    <dgm:pt modelId="{2FC78ACA-7FAF-48D5-B44B-2563EA62EE2E}" type="pres">
      <dgm:prSet presAssocID="{9E42C07E-3B7C-4BA3-B481-4C2BF4074EBD}" presName="parSpace" presStyleCnt="0"/>
      <dgm:spPr/>
    </dgm:pt>
    <dgm:pt modelId="{778B25C9-FFBC-4A96-9652-3414B5B8A2B2}" type="pres">
      <dgm:prSet presAssocID="{AB3338A9-DEE8-4DF3-8473-710A81D4918F}" presName="parTxOnly" presStyleLbl="node1" presStyleIdx="1" presStyleCnt="3">
        <dgm:presLayoutVars>
          <dgm:bulletEnabled val="1"/>
        </dgm:presLayoutVars>
      </dgm:prSet>
      <dgm:spPr/>
    </dgm:pt>
    <dgm:pt modelId="{CC9D345E-EA1A-473F-806A-825CC43858F3}" type="pres">
      <dgm:prSet presAssocID="{98400BBD-AD9F-40BF-88B7-0EFBA1EF848C}" presName="parSpace" presStyleCnt="0"/>
      <dgm:spPr/>
    </dgm:pt>
    <dgm:pt modelId="{0F62B5FC-2DD4-4E5E-ACC8-09A8DBF870F1}" type="pres">
      <dgm:prSet presAssocID="{6E7F31E9-46AB-4CD0-9418-E83CA4D58BD0}" presName="parTxOnly" presStyleLbl="node1" presStyleIdx="2" presStyleCnt="3">
        <dgm:presLayoutVars>
          <dgm:bulletEnabled val="1"/>
        </dgm:presLayoutVars>
      </dgm:prSet>
      <dgm:spPr/>
    </dgm:pt>
  </dgm:ptLst>
  <dgm:cxnLst>
    <dgm:cxn modelId="{EEF02417-114C-413C-9613-D2ED54B15DE5}" type="presOf" srcId="{AB3338A9-DEE8-4DF3-8473-710A81D4918F}" destId="{778B25C9-FFBC-4A96-9652-3414B5B8A2B2}" srcOrd="0" destOrd="0" presId="urn:microsoft.com/office/officeart/2005/8/layout/hChevron3"/>
    <dgm:cxn modelId="{9C1F861C-26C6-4525-A4AE-CFF6092717FE}" srcId="{21B3D1FD-6481-45AC-B520-D1DD5385F960}" destId="{AB3338A9-DEE8-4DF3-8473-710A81D4918F}" srcOrd="1" destOrd="0" parTransId="{2FD4956E-5ED7-407C-817E-40A1A63A1C06}" sibTransId="{98400BBD-AD9F-40BF-88B7-0EFBA1EF848C}"/>
    <dgm:cxn modelId="{EA970F33-7832-45E5-B293-E1393E8C29B1}" type="presOf" srcId="{A0795A3D-F5CA-4E14-B978-D50E60770CE9}" destId="{D14598FA-136F-4B7E-83A2-0B4C508F31B5}" srcOrd="0" destOrd="0" presId="urn:microsoft.com/office/officeart/2005/8/layout/hChevron3"/>
    <dgm:cxn modelId="{31471F7F-0102-4031-9E01-787CCBB5CA48}" srcId="{21B3D1FD-6481-45AC-B520-D1DD5385F960}" destId="{A0795A3D-F5CA-4E14-B978-D50E60770CE9}" srcOrd="0" destOrd="0" parTransId="{88E3EB50-17B0-434E-82B6-34F8DDACE6CB}" sibTransId="{9E42C07E-3B7C-4BA3-B481-4C2BF4074EBD}"/>
    <dgm:cxn modelId="{2425218A-F752-4BEC-993F-2C0647661495}" srcId="{21B3D1FD-6481-45AC-B520-D1DD5385F960}" destId="{6E7F31E9-46AB-4CD0-9418-E83CA4D58BD0}" srcOrd="2" destOrd="0" parTransId="{1FB8E8B5-FEF9-48C2-AEFA-ECB054AA6480}" sibTransId="{B89A6B1F-378C-4DFF-81B9-5DF0474CD8CC}"/>
    <dgm:cxn modelId="{33B177DD-0FCF-4153-8534-7A7D4EEE88E4}" type="presOf" srcId="{6E7F31E9-46AB-4CD0-9418-E83CA4D58BD0}" destId="{0F62B5FC-2DD4-4E5E-ACC8-09A8DBF870F1}" srcOrd="0" destOrd="0" presId="urn:microsoft.com/office/officeart/2005/8/layout/hChevron3"/>
    <dgm:cxn modelId="{6A8460F4-B59E-4EA8-8376-A968DAFA0914}" type="presOf" srcId="{21B3D1FD-6481-45AC-B520-D1DD5385F960}" destId="{033E7CDA-AE65-47CB-9562-CACFEE179754}" srcOrd="0" destOrd="0" presId="urn:microsoft.com/office/officeart/2005/8/layout/hChevron3"/>
    <dgm:cxn modelId="{8FE42D9F-865F-4EF2-9970-5C4C671F80A5}" type="presParOf" srcId="{033E7CDA-AE65-47CB-9562-CACFEE179754}" destId="{D14598FA-136F-4B7E-83A2-0B4C508F31B5}" srcOrd="0" destOrd="0" presId="urn:microsoft.com/office/officeart/2005/8/layout/hChevron3"/>
    <dgm:cxn modelId="{43C782BD-D790-425E-B585-C5A05246B10C}" type="presParOf" srcId="{033E7CDA-AE65-47CB-9562-CACFEE179754}" destId="{2FC78ACA-7FAF-48D5-B44B-2563EA62EE2E}" srcOrd="1" destOrd="0" presId="urn:microsoft.com/office/officeart/2005/8/layout/hChevron3"/>
    <dgm:cxn modelId="{958A1C42-EC76-4DEC-8DE1-96F52C094A58}" type="presParOf" srcId="{033E7CDA-AE65-47CB-9562-CACFEE179754}" destId="{778B25C9-FFBC-4A96-9652-3414B5B8A2B2}" srcOrd="2" destOrd="0" presId="urn:microsoft.com/office/officeart/2005/8/layout/hChevron3"/>
    <dgm:cxn modelId="{342B9629-58C1-4898-881C-DF8EC88CCA5F}" type="presParOf" srcId="{033E7CDA-AE65-47CB-9562-CACFEE179754}" destId="{CC9D345E-EA1A-473F-806A-825CC43858F3}" srcOrd="3" destOrd="0" presId="urn:microsoft.com/office/officeart/2005/8/layout/hChevron3"/>
    <dgm:cxn modelId="{C0638794-91A9-4155-977F-B1D885EC8319}" type="presParOf" srcId="{033E7CDA-AE65-47CB-9562-CACFEE179754}" destId="{0F62B5FC-2DD4-4E5E-ACC8-09A8DBF870F1}" srcOrd="4"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1.xml><?xml version="1.0" encoding="utf-8"?>
<dgm:dataModel xmlns:dgm="http://schemas.openxmlformats.org/drawingml/2006/diagram" xmlns:a="http://schemas.openxmlformats.org/drawingml/2006/main">
  <dgm:ptLst>
    <dgm:pt modelId="{21B3D1FD-6481-45AC-B520-D1DD5385F960}" type="doc">
      <dgm:prSet loTypeId="urn:microsoft.com/office/officeart/2005/8/layout/hChevron3" loCatId="process" qsTypeId="urn:microsoft.com/office/officeart/2005/8/quickstyle/simple1" qsCatId="simple" csTypeId="urn:microsoft.com/office/officeart/2005/8/colors/accent1_2" csCatId="accent1" phldr="1"/>
      <dgm:spPr/>
    </dgm:pt>
    <dgm:pt modelId="{A0795A3D-F5CA-4E14-B978-D50E60770CE9}">
      <dgm:prSet phldrT="[Text]">
        <dgm:style>
          <a:lnRef idx="2">
            <a:schemeClr val="accent5"/>
          </a:lnRef>
          <a:fillRef idx="1">
            <a:schemeClr val="lt1"/>
          </a:fillRef>
          <a:effectRef idx="0">
            <a:schemeClr val="accent5"/>
          </a:effectRef>
          <a:fontRef idx="minor">
            <a:schemeClr val="dk1"/>
          </a:fontRef>
        </dgm:style>
      </dgm:prSet>
      <dgm:spPr/>
      <dgm:t>
        <a:bodyPr/>
        <a:lstStyle/>
        <a:p>
          <a:r>
            <a:rPr lang="en-US" dirty="0"/>
            <a:t>Spell correction, Stopwords removed, lemmatize &gt; 3, single char removed, noise words removed</a:t>
          </a:r>
        </a:p>
      </dgm:t>
    </dgm:pt>
    <dgm:pt modelId="{88E3EB50-17B0-434E-82B6-34F8DDACE6CB}" type="parTrans" cxnId="{31471F7F-0102-4031-9E01-787CCBB5CA48}">
      <dgm:prSet/>
      <dgm:spPr/>
      <dgm:t>
        <a:bodyPr/>
        <a:lstStyle/>
        <a:p>
          <a:endParaRPr lang="en-US"/>
        </a:p>
      </dgm:t>
    </dgm:pt>
    <dgm:pt modelId="{9E42C07E-3B7C-4BA3-B481-4C2BF4074EBD}" type="sibTrans" cxnId="{31471F7F-0102-4031-9E01-787CCBB5CA48}">
      <dgm:prSet/>
      <dgm:spPr/>
      <dgm:t>
        <a:bodyPr/>
        <a:lstStyle/>
        <a:p>
          <a:endParaRPr lang="en-US"/>
        </a:p>
      </dgm:t>
    </dgm:pt>
    <dgm:pt modelId="{AB3338A9-DEE8-4DF3-8473-710A81D4918F}">
      <dgm:prSet phldrT="[Text]">
        <dgm:style>
          <a:lnRef idx="2">
            <a:schemeClr val="accent5"/>
          </a:lnRef>
          <a:fillRef idx="1">
            <a:schemeClr val="lt1"/>
          </a:fillRef>
          <a:effectRef idx="0">
            <a:schemeClr val="accent5"/>
          </a:effectRef>
          <a:fontRef idx="minor">
            <a:schemeClr val="dk1"/>
          </a:fontRef>
        </dgm:style>
      </dgm:prSet>
      <dgm:spPr/>
      <dgm:t>
        <a:bodyPr/>
        <a:lstStyle/>
        <a:p>
          <a:r>
            <a:rPr lang="en-US" dirty="0"/>
            <a:t>Fit on model = LR(100)</a:t>
          </a:r>
          <a:r>
            <a:rPr lang="en-US" dirty="0">
              <a:sym typeface="Wingdings" panose="05000000000000000000" pitchFamily="2" charset="2"/>
            </a:rPr>
            <a:t> get the probability distributions for X-test</a:t>
          </a:r>
          <a:endParaRPr lang="en-US" dirty="0"/>
        </a:p>
      </dgm:t>
    </dgm:pt>
    <dgm:pt modelId="{2FD4956E-5ED7-407C-817E-40A1A63A1C06}" type="parTrans" cxnId="{9C1F861C-26C6-4525-A4AE-CFF6092717FE}">
      <dgm:prSet/>
      <dgm:spPr/>
      <dgm:t>
        <a:bodyPr/>
        <a:lstStyle/>
        <a:p>
          <a:endParaRPr lang="en-US"/>
        </a:p>
      </dgm:t>
    </dgm:pt>
    <dgm:pt modelId="{98400BBD-AD9F-40BF-88B7-0EFBA1EF848C}" type="sibTrans" cxnId="{9C1F861C-26C6-4525-A4AE-CFF6092717FE}">
      <dgm:prSet/>
      <dgm:spPr/>
      <dgm:t>
        <a:bodyPr/>
        <a:lstStyle/>
        <a:p>
          <a:endParaRPr lang="en-US"/>
        </a:p>
      </dgm:t>
    </dgm:pt>
    <dgm:pt modelId="{7F563DAF-768B-4B1D-9948-0DB99D9EA5B3}">
      <dgm:prSet phldrT="[Text]">
        <dgm:style>
          <a:lnRef idx="2">
            <a:schemeClr val="accent5"/>
          </a:lnRef>
          <a:fillRef idx="1">
            <a:schemeClr val="lt1"/>
          </a:fillRef>
          <a:effectRef idx="0">
            <a:schemeClr val="accent5"/>
          </a:effectRef>
          <a:fontRef idx="minor">
            <a:schemeClr val="dk1"/>
          </a:fontRef>
        </dgm:style>
      </dgm:prSet>
      <dgm:spPr>
        <a:effectLst>
          <a:glow rad="139700">
            <a:schemeClr val="accent4">
              <a:satMod val="175000"/>
              <a:alpha val="40000"/>
            </a:schemeClr>
          </a:glow>
        </a:effectLst>
      </dgm:spPr>
      <dgm:t>
        <a:bodyPr/>
        <a:lstStyle/>
        <a:p>
          <a:r>
            <a:rPr lang="en-US" dirty="0"/>
            <a:t>Store the indexes for top 3 probabilities for each row</a:t>
          </a:r>
        </a:p>
      </dgm:t>
    </dgm:pt>
    <dgm:pt modelId="{46BA9298-7DC9-4AFD-8CD7-21E4D68B4649}" type="parTrans" cxnId="{39D2D313-6218-46FE-9C01-E69A741FFA6C}">
      <dgm:prSet/>
      <dgm:spPr/>
      <dgm:t>
        <a:bodyPr/>
        <a:lstStyle/>
        <a:p>
          <a:endParaRPr lang="en-US"/>
        </a:p>
      </dgm:t>
    </dgm:pt>
    <dgm:pt modelId="{ACC01A85-9C17-471C-B83D-97BD24BA43D8}" type="sibTrans" cxnId="{39D2D313-6218-46FE-9C01-E69A741FFA6C}">
      <dgm:prSet/>
      <dgm:spPr/>
      <dgm:t>
        <a:bodyPr/>
        <a:lstStyle/>
        <a:p>
          <a:endParaRPr lang="en-US"/>
        </a:p>
      </dgm:t>
    </dgm:pt>
    <dgm:pt modelId="{6E7F31E9-46AB-4CD0-9418-E83CA4D58BD0}">
      <dgm:prSet phldrT="[Text]">
        <dgm:style>
          <a:lnRef idx="0">
            <a:schemeClr val="accent5"/>
          </a:lnRef>
          <a:fillRef idx="3">
            <a:schemeClr val="accent5"/>
          </a:fillRef>
          <a:effectRef idx="3">
            <a:schemeClr val="accent5"/>
          </a:effectRef>
          <a:fontRef idx="minor">
            <a:schemeClr val="lt1"/>
          </a:fontRef>
        </dgm:style>
      </dgm:prSet>
      <dgm:spPr/>
      <dgm:t>
        <a:bodyPr/>
        <a:lstStyle/>
        <a:p>
          <a:r>
            <a:rPr lang="en-US" dirty="0"/>
            <a:t>Only the values at those indexes </a:t>
          </a:r>
          <a:r>
            <a:rPr lang="en-US" dirty="0">
              <a:sym typeface="Wingdings" panose="05000000000000000000" pitchFamily="2" charset="2"/>
            </a:rPr>
            <a:t> </a:t>
          </a:r>
          <a:r>
            <a:rPr lang="en-US" b="1" dirty="0">
              <a:sym typeface="Wingdings" panose="05000000000000000000" pitchFamily="2" charset="2"/>
            </a:rPr>
            <a:t>Distribution-1 (48197 x 3)</a:t>
          </a:r>
          <a:endParaRPr lang="en-US" b="1" dirty="0"/>
        </a:p>
      </dgm:t>
    </dgm:pt>
    <dgm:pt modelId="{1FB8E8B5-FEF9-48C2-AEFA-ECB054AA6480}" type="parTrans" cxnId="{2425218A-F752-4BEC-993F-2C0647661495}">
      <dgm:prSet/>
      <dgm:spPr/>
      <dgm:t>
        <a:bodyPr/>
        <a:lstStyle/>
        <a:p>
          <a:endParaRPr lang="en-US"/>
        </a:p>
      </dgm:t>
    </dgm:pt>
    <dgm:pt modelId="{B89A6B1F-378C-4DFF-81B9-5DF0474CD8CC}" type="sibTrans" cxnId="{2425218A-F752-4BEC-993F-2C0647661495}">
      <dgm:prSet/>
      <dgm:spPr/>
      <dgm:t>
        <a:bodyPr/>
        <a:lstStyle/>
        <a:p>
          <a:endParaRPr lang="en-US"/>
        </a:p>
      </dgm:t>
    </dgm:pt>
    <dgm:pt modelId="{033E7CDA-AE65-47CB-9562-CACFEE179754}" type="pres">
      <dgm:prSet presAssocID="{21B3D1FD-6481-45AC-B520-D1DD5385F960}" presName="Name0" presStyleCnt="0">
        <dgm:presLayoutVars>
          <dgm:dir/>
          <dgm:resizeHandles val="exact"/>
        </dgm:presLayoutVars>
      </dgm:prSet>
      <dgm:spPr/>
    </dgm:pt>
    <dgm:pt modelId="{D14598FA-136F-4B7E-83A2-0B4C508F31B5}" type="pres">
      <dgm:prSet presAssocID="{A0795A3D-F5CA-4E14-B978-D50E60770CE9}" presName="parTxOnly" presStyleLbl="node1" presStyleIdx="0" presStyleCnt="4">
        <dgm:presLayoutVars>
          <dgm:bulletEnabled val="1"/>
        </dgm:presLayoutVars>
      </dgm:prSet>
      <dgm:spPr/>
    </dgm:pt>
    <dgm:pt modelId="{2FC78ACA-7FAF-48D5-B44B-2563EA62EE2E}" type="pres">
      <dgm:prSet presAssocID="{9E42C07E-3B7C-4BA3-B481-4C2BF4074EBD}" presName="parSpace" presStyleCnt="0"/>
      <dgm:spPr/>
    </dgm:pt>
    <dgm:pt modelId="{778B25C9-FFBC-4A96-9652-3414B5B8A2B2}" type="pres">
      <dgm:prSet presAssocID="{AB3338A9-DEE8-4DF3-8473-710A81D4918F}" presName="parTxOnly" presStyleLbl="node1" presStyleIdx="1" presStyleCnt="4">
        <dgm:presLayoutVars>
          <dgm:bulletEnabled val="1"/>
        </dgm:presLayoutVars>
      </dgm:prSet>
      <dgm:spPr/>
    </dgm:pt>
    <dgm:pt modelId="{CC9D345E-EA1A-473F-806A-825CC43858F3}" type="pres">
      <dgm:prSet presAssocID="{98400BBD-AD9F-40BF-88B7-0EFBA1EF848C}" presName="parSpace" presStyleCnt="0"/>
      <dgm:spPr/>
    </dgm:pt>
    <dgm:pt modelId="{263BA08A-D998-4911-89F5-173BB1C5440D}" type="pres">
      <dgm:prSet presAssocID="{7F563DAF-768B-4B1D-9948-0DB99D9EA5B3}" presName="parTxOnly" presStyleLbl="node1" presStyleIdx="2" presStyleCnt="4">
        <dgm:presLayoutVars>
          <dgm:bulletEnabled val="1"/>
        </dgm:presLayoutVars>
      </dgm:prSet>
      <dgm:spPr/>
    </dgm:pt>
    <dgm:pt modelId="{0979FD08-A460-4F94-86F4-DC155884FC5C}" type="pres">
      <dgm:prSet presAssocID="{ACC01A85-9C17-471C-B83D-97BD24BA43D8}" presName="parSpace" presStyleCnt="0"/>
      <dgm:spPr/>
    </dgm:pt>
    <dgm:pt modelId="{0F62B5FC-2DD4-4E5E-ACC8-09A8DBF870F1}" type="pres">
      <dgm:prSet presAssocID="{6E7F31E9-46AB-4CD0-9418-E83CA4D58BD0}" presName="parTxOnly" presStyleLbl="node1" presStyleIdx="3" presStyleCnt="4">
        <dgm:presLayoutVars>
          <dgm:bulletEnabled val="1"/>
        </dgm:presLayoutVars>
      </dgm:prSet>
      <dgm:spPr/>
    </dgm:pt>
  </dgm:ptLst>
  <dgm:cxnLst>
    <dgm:cxn modelId="{39D2D313-6218-46FE-9C01-E69A741FFA6C}" srcId="{21B3D1FD-6481-45AC-B520-D1DD5385F960}" destId="{7F563DAF-768B-4B1D-9948-0DB99D9EA5B3}" srcOrd="2" destOrd="0" parTransId="{46BA9298-7DC9-4AFD-8CD7-21E4D68B4649}" sibTransId="{ACC01A85-9C17-471C-B83D-97BD24BA43D8}"/>
    <dgm:cxn modelId="{EEF02417-114C-413C-9613-D2ED54B15DE5}" type="presOf" srcId="{AB3338A9-DEE8-4DF3-8473-710A81D4918F}" destId="{778B25C9-FFBC-4A96-9652-3414B5B8A2B2}" srcOrd="0" destOrd="0" presId="urn:microsoft.com/office/officeart/2005/8/layout/hChevron3"/>
    <dgm:cxn modelId="{9C1F861C-26C6-4525-A4AE-CFF6092717FE}" srcId="{21B3D1FD-6481-45AC-B520-D1DD5385F960}" destId="{AB3338A9-DEE8-4DF3-8473-710A81D4918F}" srcOrd="1" destOrd="0" parTransId="{2FD4956E-5ED7-407C-817E-40A1A63A1C06}" sibTransId="{98400BBD-AD9F-40BF-88B7-0EFBA1EF848C}"/>
    <dgm:cxn modelId="{EA970F33-7832-45E5-B293-E1393E8C29B1}" type="presOf" srcId="{A0795A3D-F5CA-4E14-B978-D50E60770CE9}" destId="{D14598FA-136F-4B7E-83A2-0B4C508F31B5}" srcOrd="0" destOrd="0" presId="urn:microsoft.com/office/officeart/2005/8/layout/hChevron3"/>
    <dgm:cxn modelId="{31471F7F-0102-4031-9E01-787CCBB5CA48}" srcId="{21B3D1FD-6481-45AC-B520-D1DD5385F960}" destId="{A0795A3D-F5CA-4E14-B978-D50E60770CE9}" srcOrd="0" destOrd="0" parTransId="{88E3EB50-17B0-434E-82B6-34F8DDACE6CB}" sibTransId="{9E42C07E-3B7C-4BA3-B481-4C2BF4074EBD}"/>
    <dgm:cxn modelId="{2425218A-F752-4BEC-993F-2C0647661495}" srcId="{21B3D1FD-6481-45AC-B520-D1DD5385F960}" destId="{6E7F31E9-46AB-4CD0-9418-E83CA4D58BD0}" srcOrd="3" destOrd="0" parTransId="{1FB8E8B5-FEF9-48C2-AEFA-ECB054AA6480}" sibTransId="{B89A6B1F-378C-4DFF-81B9-5DF0474CD8CC}"/>
    <dgm:cxn modelId="{CFE83BC7-CF85-42A5-9970-76F192CDAFAE}" type="presOf" srcId="{7F563DAF-768B-4B1D-9948-0DB99D9EA5B3}" destId="{263BA08A-D998-4911-89F5-173BB1C5440D}" srcOrd="0" destOrd="0" presId="urn:microsoft.com/office/officeart/2005/8/layout/hChevron3"/>
    <dgm:cxn modelId="{33B177DD-0FCF-4153-8534-7A7D4EEE88E4}" type="presOf" srcId="{6E7F31E9-46AB-4CD0-9418-E83CA4D58BD0}" destId="{0F62B5FC-2DD4-4E5E-ACC8-09A8DBF870F1}" srcOrd="0" destOrd="0" presId="urn:microsoft.com/office/officeart/2005/8/layout/hChevron3"/>
    <dgm:cxn modelId="{6A8460F4-B59E-4EA8-8376-A968DAFA0914}" type="presOf" srcId="{21B3D1FD-6481-45AC-B520-D1DD5385F960}" destId="{033E7CDA-AE65-47CB-9562-CACFEE179754}" srcOrd="0" destOrd="0" presId="urn:microsoft.com/office/officeart/2005/8/layout/hChevron3"/>
    <dgm:cxn modelId="{8FE42D9F-865F-4EF2-9970-5C4C671F80A5}" type="presParOf" srcId="{033E7CDA-AE65-47CB-9562-CACFEE179754}" destId="{D14598FA-136F-4B7E-83A2-0B4C508F31B5}" srcOrd="0" destOrd="0" presId="urn:microsoft.com/office/officeart/2005/8/layout/hChevron3"/>
    <dgm:cxn modelId="{43C782BD-D790-425E-B585-C5A05246B10C}" type="presParOf" srcId="{033E7CDA-AE65-47CB-9562-CACFEE179754}" destId="{2FC78ACA-7FAF-48D5-B44B-2563EA62EE2E}" srcOrd="1" destOrd="0" presId="urn:microsoft.com/office/officeart/2005/8/layout/hChevron3"/>
    <dgm:cxn modelId="{958A1C42-EC76-4DEC-8DE1-96F52C094A58}" type="presParOf" srcId="{033E7CDA-AE65-47CB-9562-CACFEE179754}" destId="{778B25C9-FFBC-4A96-9652-3414B5B8A2B2}" srcOrd="2" destOrd="0" presId="urn:microsoft.com/office/officeart/2005/8/layout/hChevron3"/>
    <dgm:cxn modelId="{342B9629-58C1-4898-881C-DF8EC88CCA5F}" type="presParOf" srcId="{033E7CDA-AE65-47CB-9562-CACFEE179754}" destId="{CC9D345E-EA1A-473F-806A-825CC43858F3}" srcOrd="3" destOrd="0" presId="urn:microsoft.com/office/officeart/2005/8/layout/hChevron3"/>
    <dgm:cxn modelId="{F34B8E27-09B5-4199-86A1-C1A4BE946D40}" type="presParOf" srcId="{033E7CDA-AE65-47CB-9562-CACFEE179754}" destId="{263BA08A-D998-4911-89F5-173BB1C5440D}" srcOrd="4" destOrd="0" presId="urn:microsoft.com/office/officeart/2005/8/layout/hChevron3"/>
    <dgm:cxn modelId="{55E06F95-93B3-415F-85AC-C1DC63263FF9}" type="presParOf" srcId="{033E7CDA-AE65-47CB-9562-CACFEE179754}" destId="{0979FD08-A460-4F94-86F4-DC155884FC5C}" srcOrd="5" destOrd="0" presId="urn:microsoft.com/office/officeart/2005/8/layout/hChevron3"/>
    <dgm:cxn modelId="{C0638794-91A9-4155-977F-B1D885EC8319}" type="presParOf" srcId="{033E7CDA-AE65-47CB-9562-CACFEE179754}" destId="{0F62B5FC-2DD4-4E5E-ACC8-09A8DBF870F1}" srcOrd="6" destOrd="0" presId="urn:microsoft.com/office/officeart/2005/8/layout/hChevron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2.xml><?xml version="1.0" encoding="utf-8"?>
<dgm:dataModel xmlns:dgm="http://schemas.openxmlformats.org/drawingml/2006/diagram" xmlns:a="http://schemas.openxmlformats.org/drawingml/2006/main">
  <dgm:ptLst>
    <dgm:pt modelId="{21B3D1FD-6481-45AC-B520-D1DD5385F960}" type="doc">
      <dgm:prSet loTypeId="urn:microsoft.com/office/officeart/2005/8/layout/hChevron3" loCatId="process" qsTypeId="urn:microsoft.com/office/officeart/2005/8/quickstyle/simple1" qsCatId="simple" csTypeId="urn:microsoft.com/office/officeart/2005/8/colors/accent1_2" csCatId="accent1" phldr="1"/>
      <dgm:spPr/>
    </dgm:pt>
    <dgm:pt modelId="{A0795A3D-F5CA-4E14-B978-D50E60770CE9}">
      <dgm:prSet phldrT="[Text]" custT="1">
        <dgm:style>
          <a:lnRef idx="2">
            <a:schemeClr val="accent6"/>
          </a:lnRef>
          <a:fillRef idx="1">
            <a:schemeClr val="lt1"/>
          </a:fillRef>
          <a:effectRef idx="0">
            <a:schemeClr val="accent6"/>
          </a:effectRef>
          <a:fontRef idx="minor">
            <a:schemeClr val="dk1"/>
          </a:fontRef>
        </dgm:style>
      </dgm:prSet>
      <dgm:spPr/>
      <dgm:t>
        <a:bodyPr/>
        <a:lstStyle/>
        <a:p>
          <a:pPr algn="l"/>
          <a:r>
            <a:rPr lang="en-US" sz="1600" dirty="0"/>
            <a:t>Spell correction, Stopwords removed, </a:t>
          </a:r>
          <a:r>
            <a:rPr lang="en-US" sz="1600" dirty="0">
              <a:highlight>
                <a:srgbClr val="FFFF00"/>
              </a:highlight>
            </a:rPr>
            <a:t>numbers removed</a:t>
          </a:r>
          <a:r>
            <a:rPr lang="en-US" sz="1600" dirty="0"/>
            <a:t>, lemmatized &gt; 3, single char and </a:t>
          </a:r>
          <a:r>
            <a:rPr lang="en-US" sz="1600" dirty="0">
              <a:highlight>
                <a:srgbClr val="FFFF00"/>
              </a:highlight>
            </a:rPr>
            <a:t>2 chars words removed</a:t>
          </a:r>
          <a:r>
            <a:rPr lang="en-US" sz="1600" dirty="0"/>
            <a:t>, noise words removed</a:t>
          </a:r>
        </a:p>
      </dgm:t>
    </dgm:pt>
    <dgm:pt modelId="{88E3EB50-17B0-434E-82B6-34F8DDACE6CB}" type="parTrans" cxnId="{31471F7F-0102-4031-9E01-787CCBB5CA48}">
      <dgm:prSet/>
      <dgm:spPr/>
      <dgm:t>
        <a:bodyPr/>
        <a:lstStyle/>
        <a:p>
          <a:endParaRPr lang="en-US"/>
        </a:p>
      </dgm:t>
    </dgm:pt>
    <dgm:pt modelId="{9E42C07E-3B7C-4BA3-B481-4C2BF4074EBD}" type="sibTrans" cxnId="{31471F7F-0102-4031-9E01-787CCBB5CA48}">
      <dgm:prSet/>
      <dgm:spPr/>
      <dgm:t>
        <a:bodyPr/>
        <a:lstStyle/>
        <a:p>
          <a:endParaRPr lang="en-US"/>
        </a:p>
      </dgm:t>
    </dgm:pt>
    <dgm:pt modelId="{AB3338A9-DEE8-4DF3-8473-710A81D4918F}">
      <dgm:prSet phldrT="[Text]" custT="1">
        <dgm:style>
          <a:lnRef idx="2">
            <a:schemeClr val="accent6"/>
          </a:lnRef>
          <a:fillRef idx="1">
            <a:schemeClr val="lt1"/>
          </a:fillRef>
          <a:effectRef idx="0">
            <a:schemeClr val="accent6"/>
          </a:effectRef>
          <a:fontRef idx="minor">
            <a:schemeClr val="dk1"/>
          </a:fontRef>
        </dgm:style>
      </dgm:prSet>
      <dgm:spPr/>
      <dgm:t>
        <a:bodyPr/>
        <a:lstStyle/>
        <a:p>
          <a:pPr algn="l"/>
          <a:r>
            <a:rPr lang="en-US" sz="1600" dirty="0"/>
            <a:t>Fit on model = LR(100)</a:t>
          </a:r>
          <a:r>
            <a:rPr lang="en-US" sz="1600" dirty="0">
              <a:sym typeface="Wingdings" panose="05000000000000000000" pitchFamily="2" charset="2"/>
            </a:rPr>
            <a:t> get the probability distributions</a:t>
          </a:r>
          <a:endParaRPr lang="en-US" sz="1600" dirty="0"/>
        </a:p>
      </dgm:t>
    </dgm:pt>
    <dgm:pt modelId="{2FD4956E-5ED7-407C-817E-40A1A63A1C06}" type="parTrans" cxnId="{9C1F861C-26C6-4525-A4AE-CFF6092717FE}">
      <dgm:prSet/>
      <dgm:spPr/>
      <dgm:t>
        <a:bodyPr/>
        <a:lstStyle/>
        <a:p>
          <a:endParaRPr lang="en-US"/>
        </a:p>
      </dgm:t>
    </dgm:pt>
    <dgm:pt modelId="{98400BBD-AD9F-40BF-88B7-0EFBA1EF848C}" type="sibTrans" cxnId="{9C1F861C-26C6-4525-A4AE-CFF6092717FE}">
      <dgm:prSet/>
      <dgm:spPr/>
      <dgm:t>
        <a:bodyPr/>
        <a:lstStyle/>
        <a:p>
          <a:endParaRPr lang="en-US"/>
        </a:p>
      </dgm:t>
    </dgm:pt>
    <dgm:pt modelId="{6E7F31E9-46AB-4CD0-9418-E83CA4D58BD0}">
      <dgm:prSet phldrT="[Text]" custT="1">
        <dgm:style>
          <a:lnRef idx="0">
            <a:schemeClr val="accent1"/>
          </a:lnRef>
          <a:fillRef idx="3">
            <a:schemeClr val="accent1"/>
          </a:fillRef>
          <a:effectRef idx="3">
            <a:schemeClr val="accent1"/>
          </a:effectRef>
          <a:fontRef idx="minor">
            <a:schemeClr val="lt1"/>
          </a:fontRef>
        </dgm:style>
      </dgm:prSet>
      <dgm:spPr/>
      <dgm:t>
        <a:bodyPr/>
        <a:lstStyle/>
        <a:p>
          <a:r>
            <a:rPr lang="en-US" sz="1500" dirty="0"/>
            <a:t>Only the values at those indexes </a:t>
          </a:r>
          <a:r>
            <a:rPr lang="en-US" sz="1500" dirty="0">
              <a:sym typeface="Wingdings" panose="05000000000000000000" pitchFamily="2" charset="2"/>
            </a:rPr>
            <a:t> </a:t>
          </a:r>
          <a:r>
            <a:rPr lang="en-US" sz="1500" b="1" dirty="0">
              <a:sym typeface="Wingdings" panose="05000000000000000000" pitchFamily="2" charset="2"/>
            </a:rPr>
            <a:t>Distribution-3 (48197 x 3)</a:t>
          </a:r>
          <a:endParaRPr lang="en-US" sz="1500" b="1" dirty="0"/>
        </a:p>
      </dgm:t>
    </dgm:pt>
    <dgm:pt modelId="{1FB8E8B5-FEF9-48C2-AEFA-ECB054AA6480}" type="parTrans" cxnId="{2425218A-F752-4BEC-993F-2C0647661495}">
      <dgm:prSet/>
      <dgm:spPr/>
      <dgm:t>
        <a:bodyPr/>
        <a:lstStyle/>
        <a:p>
          <a:endParaRPr lang="en-US"/>
        </a:p>
      </dgm:t>
    </dgm:pt>
    <dgm:pt modelId="{B89A6B1F-378C-4DFF-81B9-5DF0474CD8CC}" type="sibTrans" cxnId="{2425218A-F752-4BEC-993F-2C0647661495}">
      <dgm:prSet/>
      <dgm:spPr/>
      <dgm:t>
        <a:bodyPr/>
        <a:lstStyle/>
        <a:p>
          <a:endParaRPr lang="en-US"/>
        </a:p>
      </dgm:t>
    </dgm:pt>
    <dgm:pt modelId="{033E7CDA-AE65-47CB-9562-CACFEE179754}" type="pres">
      <dgm:prSet presAssocID="{21B3D1FD-6481-45AC-B520-D1DD5385F960}" presName="Name0" presStyleCnt="0">
        <dgm:presLayoutVars>
          <dgm:dir/>
          <dgm:resizeHandles val="exact"/>
        </dgm:presLayoutVars>
      </dgm:prSet>
      <dgm:spPr/>
    </dgm:pt>
    <dgm:pt modelId="{D14598FA-136F-4B7E-83A2-0B4C508F31B5}" type="pres">
      <dgm:prSet presAssocID="{A0795A3D-F5CA-4E14-B978-D50E60770CE9}" presName="parTxOnly" presStyleLbl="node1" presStyleIdx="0" presStyleCnt="3">
        <dgm:presLayoutVars>
          <dgm:bulletEnabled val="1"/>
        </dgm:presLayoutVars>
      </dgm:prSet>
      <dgm:spPr/>
    </dgm:pt>
    <dgm:pt modelId="{2FC78ACA-7FAF-48D5-B44B-2563EA62EE2E}" type="pres">
      <dgm:prSet presAssocID="{9E42C07E-3B7C-4BA3-B481-4C2BF4074EBD}" presName="parSpace" presStyleCnt="0"/>
      <dgm:spPr/>
    </dgm:pt>
    <dgm:pt modelId="{778B25C9-FFBC-4A96-9652-3414B5B8A2B2}" type="pres">
      <dgm:prSet presAssocID="{AB3338A9-DEE8-4DF3-8473-710A81D4918F}" presName="parTxOnly" presStyleLbl="node1" presStyleIdx="1" presStyleCnt="3">
        <dgm:presLayoutVars>
          <dgm:bulletEnabled val="1"/>
        </dgm:presLayoutVars>
      </dgm:prSet>
      <dgm:spPr/>
    </dgm:pt>
    <dgm:pt modelId="{CC9D345E-EA1A-473F-806A-825CC43858F3}" type="pres">
      <dgm:prSet presAssocID="{98400BBD-AD9F-40BF-88B7-0EFBA1EF848C}" presName="parSpace" presStyleCnt="0"/>
      <dgm:spPr/>
    </dgm:pt>
    <dgm:pt modelId="{0F62B5FC-2DD4-4E5E-ACC8-09A8DBF870F1}" type="pres">
      <dgm:prSet presAssocID="{6E7F31E9-46AB-4CD0-9418-E83CA4D58BD0}" presName="parTxOnly" presStyleLbl="node1" presStyleIdx="2" presStyleCnt="3">
        <dgm:presLayoutVars>
          <dgm:bulletEnabled val="1"/>
        </dgm:presLayoutVars>
      </dgm:prSet>
      <dgm:spPr/>
    </dgm:pt>
  </dgm:ptLst>
  <dgm:cxnLst>
    <dgm:cxn modelId="{EEF02417-114C-413C-9613-D2ED54B15DE5}" type="presOf" srcId="{AB3338A9-DEE8-4DF3-8473-710A81D4918F}" destId="{778B25C9-FFBC-4A96-9652-3414B5B8A2B2}" srcOrd="0" destOrd="0" presId="urn:microsoft.com/office/officeart/2005/8/layout/hChevron3"/>
    <dgm:cxn modelId="{9C1F861C-26C6-4525-A4AE-CFF6092717FE}" srcId="{21B3D1FD-6481-45AC-B520-D1DD5385F960}" destId="{AB3338A9-DEE8-4DF3-8473-710A81D4918F}" srcOrd="1" destOrd="0" parTransId="{2FD4956E-5ED7-407C-817E-40A1A63A1C06}" sibTransId="{98400BBD-AD9F-40BF-88B7-0EFBA1EF848C}"/>
    <dgm:cxn modelId="{EA970F33-7832-45E5-B293-E1393E8C29B1}" type="presOf" srcId="{A0795A3D-F5CA-4E14-B978-D50E60770CE9}" destId="{D14598FA-136F-4B7E-83A2-0B4C508F31B5}" srcOrd="0" destOrd="0" presId="urn:microsoft.com/office/officeart/2005/8/layout/hChevron3"/>
    <dgm:cxn modelId="{31471F7F-0102-4031-9E01-787CCBB5CA48}" srcId="{21B3D1FD-6481-45AC-B520-D1DD5385F960}" destId="{A0795A3D-F5CA-4E14-B978-D50E60770CE9}" srcOrd="0" destOrd="0" parTransId="{88E3EB50-17B0-434E-82B6-34F8DDACE6CB}" sibTransId="{9E42C07E-3B7C-4BA3-B481-4C2BF4074EBD}"/>
    <dgm:cxn modelId="{2425218A-F752-4BEC-993F-2C0647661495}" srcId="{21B3D1FD-6481-45AC-B520-D1DD5385F960}" destId="{6E7F31E9-46AB-4CD0-9418-E83CA4D58BD0}" srcOrd="2" destOrd="0" parTransId="{1FB8E8B5-FEF9-48C2-AEFA-ECB054AA6480}" sibTransId="{B89A6B1F-378C-4DFF-81B9-5DF0474CD8CC}"/>
    <dgm:cxn modelId="{33B177DD-0FCF-4153-8534-7A7D4EEE88E4}" type="presOf" srcId="{6E7F31E9-46AB-4CD0-9418-E83CA4D58BD0}" destId="{0F62B5FC-2DD4-4E5E-ACC8-09A8DBF870F1}" srcOrd="0" destOrd="0" presId="urn:microsoft.com/office/officeart/2005/8/layout/hChevron3"/>
    <dgm:cxn modelId="{6A8460F4-B59E-4EA8-8376-A968DAFA0914}" type="presOf" srcId="{21B3D1FD-6481-45AC-B520-D1DD5385F960}" destId="{033E7CDA-AE65-47CB-9562-CACFEE179754}" srcOrd="0" destOrd="0" presId="urn:microsoft.com/office/officeart/2005/8/layout/hChevron3"/>
    <dgm:cxn modelId="{8FE42D9F-865F-4EF2-9970-5C4C671F80A5}" type="presParOf" srcId="{033E7CDA-AE65-47CB-9562-CACFEE179754}" destId="{D14598FA-136F-4B7E-83A2-0B4C508F31B5}" srcOrd="0" destOrd="0" presId="urn:microsoft.com/office/officeart/2005/8/layout/hChevron3"/>
    <dgm:cxn modelId="{43C782BD-D790-425E-B585-C5A05246B10C}" type="presParOf" srcId="{033E7CDA-AE65-47CB-9562-CACFEE179754}" destId="{2FC78ACA-7FAF-48D5-B44B-2563EA62EE2E}" srcOrd="1" destOrd="0" presId="urn:microsoft.com/office/officeart/2005/8/layout/hChevron3"/>
    <dgm:cxn modelId="{958A1C42-EC76-4DEC-8DE1-96F52C094A58}" type="presParOf" srcId="{033E7CDA-AE65-47CB-9562-CACFEE179754}" destId="{778B25C9-FFBC-4A96-9652-3414B5B8A2B2}" srcOrd="2" destOrd="0" presId="urn:microsoft.com/office/officeart/2005/8/layout/hChevron3"/>
    <dgm:cxn modelId="{342B9629-58C1-4898-881C-DF8EC88CCA5F}" type="presParOf" srcId="{033E7CDA-AE65-47CB-9562-CACFEE179754}" destId="{CC9D345E-EA1A-473F-806A-825CC43858F3}" srcOrd="3" destOrd="0" presId="urn:microsoft.com/office/officeart/2005/8/layout/hChevron3"/>
    <dgm:cxn modelId="{C0638794-91A9-4155-977F-B1D885EC8319}" type="presParOf" srcId="{033E7CDA-AE65-47CB-9562-CACFEE179754}" destId="{0F62B5FC-2DD4-4E5E-ACC8-09A8DBF870F1}" srcOrd="4"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3.xml><?xml version="1.0" encoding="utf-8"?>
<dgm:dataModel xmlns:dgm="http://schemas.openxmlformats.org/drawingml/2006/diagram" xmlns:a="http://schemas.openxmlformats.org/drawingml/2006/main">
  <dgm:ptLst>
    <dgm:pt modelId="{21B3D1FD-6481-45AC-B520-D1DD5385F960}" type="doc">
      <dgm:prSet loTypeId="urn:microsoft.com/office/officeart/2005/8/layout/hChevron3" loCatId="process" qsTypeId="urn:microsoft.com/office/officeart/2005/8/quickstyle/simple1" qsCatId="simple" csTypeId="urn:microsoft.com/office/officeart/2005/8/colors/accent1_2" csCatId="accent1" phldr="1"/>
      <dgm:spPr/>
    </dgm:pt>
    <dgm:pt modelId="{A0795A3D-F5CA-4E14-B978-D50E60770CE9}">
      <dgm:prSet phldrT="[Text]">
        <dgm:style>
          <a:lnRef idx="2">
            <a:schemeClr val="accent5"/>
          </a:lnRef>
          <a:fillRef idx="1">
            <a:schemeClr val="lt1"/>
          </a:fillRef>
          <a:effectRef idx="0">
            <a:schemeClr val="accent5"/>
          </a:effectRef>
          <a:fontRef idx="minor">
            <a:schemeClr val="dk1"/>
          </a:fontRef>
        </dgm:style>
      </dgm:prSet>
      <dgm:spPr/>
      <dgm:t>
        <a:bodyPr/>
        <a:lstStyle/>
        <a:p>
          <a:r>
            <a:rPr lang="en-US" dirty="0"/>
            <a:t>Spell correction, Stopwords removed, lemmatize &gt; 3, single char removed, noise words removed</a:t>
          </a:r>
        </a:p>
      </dgm:t>
    </dgm:pt>
    <dgm:pt modelId="{88E3EB50-17B0-434E-82B6-34F8DDACE6CB}" type="parTrans" cxnId="{31471F7F-0102-4031-9E01-787CCBB5CA48}">
      <dgm:prSet/>
      <dgm:spPr/>
      <dgm:t>
        <a:bodyPr/>
        <a:lstStyle/>
        <a:p>
          <a:endParaRPr lang="en-US"/>
        </a:p>
      </dgm:t>
    </dgm:pt>
    <dgm:pt modelId="{9E42C07E-3B7C-4BA3-B481-4C2BF4074EBD}" type="sibTrans" cxnId="{31471F7F-0102-4031-9E01-787CCBB5CA48}">
      <dgm:prSet/>
      <dgm:spPr/>
      <dgm:t>
        <a:bodyPr/>
        <a:lstStyle/>
        <a:p>
          <a:endParaRPr lang="en-US"/>
        </a:p>
      </dgm:t>
    </dgm:pt>
    <dgm:pt modelId="{AB3338A9-DEE8-4DF3-8473-710A81D4918F}">
      <dgm:prSet phldrT="[Text]">
        <dgm:style>
          <a:lnRef idx="2">
            <a:schemeClr val="accent5"/>
          </a:lnRef>
          <a:fillRef idx="1">
            <a:schemeClr val="lt1"/>
          </a:fillRef>
          <a:effectRef idx="0">
            <a:schemeClr val="accent5"/>
          </a:effectRef>
          <a:fontRef idx="minor">
            <a:schemeClr val="dk1"/>
          </a:fontRef>
        </dgm:style>
      </dgm:prSet>
      <dgm:spPr/>
      <dgm:t>
        <a:bodyPr/>
        <a:lstStyle/>
        <a:p>
          <a:r>
            <a:rPr lang="en-US" dirty="0"/>
            <a:t>Fit on model = LR(100)</a:t>
          </a:r>
          <a:r>
            <a:rPr lang="en-US" dirty="0">
              <a:sym typeface="Wingdings" panose="05000000000000000000" pitchFamily="2" charset="2"/>
            </a:rPr>
            <a:t> get the probability distributions</a:t>
          </a:r>
          <a:endParaRPr lang="en-US" dirty="0"/>
        </a:p>
      </dgm:t>
    </dgm:pt>
    <dgm:pt modelId="{2FD4956E-5ED7-407C-817E-40A1A63A1C06}" type="parTrans" cxnId="{9C1F861C-26C6-4525-A4AE-CFF6092717FE}">
      <dgm:prSet/>
      <dgm:spPr/>
      <dgm:t>
        <a:bodyPr/>
        <a:lstStyle/>
        <a:p>
          <a:endParaRPr lang="en-US"/>
        </a:p>
      </dgm:t>
    </dgm:pt>
    <dgm:pt modelId="{98400BBD-AD9F-40BF-88B7-0EFBA1EF848C}" type="sibTrans" cxnId="{9C1F861C-26C6-4525-A4AE-CFF6092717FE}">
      <dgm:prSet/>
      <dgm:spPr/>
      <dgm:t>
        <a:bodyPr/>
        <a:lstStyle/>
        <a:p>
          <a:endParaRPr lang="en-US"/>
        </a:p>
      </dgm:t>
    </dgm:pt>
    <dgm:pt modelId="{7F563DAF-768B-4B1D-9948-0DB99D9EA5B3}">
      <dgm:prSet phldrT="[Text]">
        <dgm:style>
          <a:lnRef idx="2">
            <a:schemeClr val="accent5"/>
          </a:lnRef>
          <a:fillRef idx="1">
            <a:schemeClr val="lt1"/>
          </a:fillRef>
          <a:effectRef idx="0">
            <a:schemeClr val="accent5"/>
          </a:effectRef>
          <a:fontRef idx="minor">
            <a:schemeClr val="dk1"/>
          </a:fontRef>
        </dgm:style>
      </dgm:prSet>
      <dgm:spPr>
        <a:effectLst>
          <a:glow rad="139700">
            <a:schemeClr val="accent4">
              <a:satMod val="175000"/>
              <a:alpha val="40000"/>
            </a:schemeClr>
          </a:glow>
        </a:effectLst>
      </dgm:spPr>
      <dgm:t>
        <a:bodyPr/>
        <a:lstStyle/>
        <a:p>
          <a:r>
            <a:rPr lang="en-US" dirty="0"/>
            <a:t>Store the indexes for top 3 probabilities for each row</a:t>
          </a:r>
        </a:p>
      </dgm:t>
    </dgm:pt>
    <dgm:pt modelId="{46BA9298-7DC9-4AFD-8CD7-21E4D68B4649}" type="parTrans" cxnId="{39D2D313-6218-46FE-9C01-E69A741FFA6C}">
      <dgm:prSet/>
      <dgm:spPr/>
      <dgm:t>
        <a:bodyPr/>
        <a:lstStyle/>
        <a:p>
          <a:endParaRPr lang="en-US"/>
        </a:p>
      </dgm:t>
    </dgm:pt>
    <dgm:pt modelId="{ACC01A85-9C17-471C-B83D-97BD24BA43D8}" type="sibTrans" cxnId="{39D2D313-6218-46FE-9C01-E69A741FFA6C}">
      <dgm:prSet/>
      <dgm:spPr/>
      <dgm:t>
        <a:bodyPr/>
        <a:lstStyle/>
        <a:p>
          <a:endParaRPr lang="en-US"/>
        </a:p>
      </dgm:t>
    </dgm:pt>
    <dgm:pt modelId="{6E7F31E9-46AB-4CD0-9418-E83CA4D58BD0}">
      <dgm:prSet phldrT="[Text]">
        <dgm:style>
          <a:lnRef idx="0">
            <a:schemeClr val="accent5"/>
          </a:lnRef>
          <a:fillRef idx="3">
            <a:schemeClr val="accent5"/>
          </a:fillRef>
          <a:effectRef idx="3">
            <a:schemeClr val="accent5"/>
          </a:effectRef>
          <a:fontRef idx="minor">
            <a:schemeClr val="lt1"/>
          </a:fontRef>
        </dgm:style>
      </dgm:prSet>
      <dgm:spPr/>
      <dgm:t>
        <a:bodyPr/>
        <a:lstStyle/>
        <a:p>
          <a:r>
            <a:rPr lang="en-US" dirty="0"/>
            <a:t>Only the values at those indexes </a:t>
          </a:r>
          <a:r>
            <a:rPr lang="en-US" dirty="0">
              <a:sym typeface="Wingdings" panose="05000000000000000000" pitchFamily="2" charset="2"/>
            </a:rPr>
            <a:t> </a:t>
          </a:r>
          <a:r>
            <a:rPr lang="en-US" b="1" dirty="0">
              <a:sym typeface="Wingdings" panose="05000000000000000000" pitchFamily="2" charset="2"/>
            </a:rPr>
            <a:t>Distribution-1 (48197 x 3)</a:t>
          </a:r>
          <a:endParaRPr lang="en-US" b="1" dirty="0"/>
        </a:p>
      </dgm:t>
    </dgm:pt>
    <dgm:pt modelId="{1FB8E8B5-FEF9-48C2-AEFA-ECB054AA6480}" type="parTrans" cxnId="{2425218A-F752-4BEC-993F-2C0647661495}">
      <dgm:prSet/>
      <dgm:spPr/>
      <dgm:t>
        <a:bodyPr/>
        <a:lstStyle/>
        <a:p>
          <a:endParaRPr lang="en-US"/>
        </a:p>
      </dgm:t>
    </dgm:pt>
    <dgm:pt modelId="{B89A6B1F-378C-4DFF-81B9-5DF0474CD8CC}" type="sibTrans" cxnId="{2425218A-F752-4BEC-993F-2C0647661495}">
      <dgm:prSet/>
      <dgm:spPr/>
      <dgm:t>
        <a:bodyPr/>
        <a:lstStyle/>
        <a:p>
          <a:endParaRPr lang="en-US"/>
        </a:p>
      </dgm:t>
    </dgm:pt>
    <dgm:pt modelId="{033E7CDA-AE65-47CB-9562-CACFEE179754}" type="pres">
      <dgm:prSet presAssocID="{21B3D1FD-6481-45AC-B520-D1DD5385F960}" presName="Name0" presStyleCnt="0">
        <dgm:presLayoutVars>
          <dgm:dir/>
          <dgm:resizeHandles val="exact"/>
        </dgm:presLayoutVars>
      </dgm:prSet>
      <dgm:spPr/>
    </dgm:pt>
    <dgm:pt modelId="{D14598FA-136F-4B7E-83A2-0B4C508F31B5}" type="pres">
      <dgm:prSet presAssocID="{A0795A3D-F5CA-4E14-B978-D50E60770CE9}" presName="parTxOnly" presStyleLbl="node1" presStyleIdx="0" presStyleCnt="4">
        <dgm:presLayoutVars>
          <dgm:bulletEnabled val="1"/>
        </dgm:presLayoutVars>
      </dgm:prSet>
      <dgm:spPr/>
    </dgm:pt>
    <dgm:pt modelId="{2FC78ACA-7FAF-48D5-B44B-2563EA62EE2E}" type="pres">
      <dgm:prSet presAssocID="{9E42C07E-3B7C-4BA3-B481-4C2BF4074EBD}" presName="parSpace" presStyleCnt="0"/>
      <dgm:spPr/>
    </dgm:pt>
    <dgm:pt modelId="{778B25C9-FFBC-4A96-9652-3414B5B8A2B2}" type="pres">
      <dgm:prSet presAssocID="{AB3338A9-DEE8-4DF3-8473-710A81D4918F}" presName="parTxOnly" presStyleLbl="node1" presStyleIdx="1" presStyleCnt="4">
        <dgm:presLayoutVars>
          <dgm:bulletEnabled val="1"/>
        </dgm:presLayoutVars>
      </dgm:prSet>
      <dgm:spPr/>
    </dgm:pt>
    <dgm:pt modelId="{CC9D345E-EA1A-473F-806A-825CC43858F3}" type="pres">
      <dgm:prSet presAssocID="{98400BBD-AD9F-40BF-88B7-0EFBA1EF848C}" presName="parSpace" presStyleCnt="0"/>
      <dgm:spPr/>
    </dgm:pt>
    <dgm:pt modelId="{263BA08A-D998-4911-89F5-173BB1C5440D}" type="pres">
      <dgm:prSet presAssocID="{7F563DAF-768B-4B1D-9948-0DB99D9EA5B3}" presName="parTxOnly" presStyleLbl="node1" presStyleIdx="2" presStyleCnt="4">
        <dgm:presLayoutVars>
          <dgm:bulletEnabled val="1"/>
        </dgm:presLayoutVars>
      </dgm:prSet>
      <dgm:spPr/>
    </dgm:pt>
    <dgm:pt modelId="{0979FD08-A460-4F94-86F4-DC155884FC5C}" type="pres">
      <dgm:prSet presAssocID="{ACC01A85-9C17-471C-B83D-97BD24BA43D8}" presName="parSpace" presStyleCnt="0"/>
      <dgm:spPr/>
    </dgm:pt>
    <dgm:pt modelId="{0F62B5FC-2DD4-4E5E-ACC8-09A8DBF870F1}" type="pres">
      <dgm:prSet presAssocID="{6E7F31E9-46AB-4CD0-9418-E83CA4D58BD0}" presName="parTxOnly" presStyleLbl="node1" presStyleIdx="3" presStyleCnt="4">
        <dgm:presLayoutVars>
          <dgm:bulletEnabled val="1"/>
        </dgm:presLayoutVars>
      </dgm:prSet>
      <dgm:spPr/>
    </dgm:pt>
  </dgm:ptLst>
  <dgm:cxnLst>
    <dgm:cxn modelId="{39D2D313-6218-46FE-9C01-E69A741FFA6C}" srcId="{21B3D1FD-6481-45AC-B520-D1DD5385F960}" destId="{7F563DAF-768B-4B1D-9948-0DB99D9EA5B3}" srcOrd="2" destOrd="0" parTransId="{46BA9298-7DC9-4AFD-8CD7-21E4D68B4649}" sibTransId="{ACC01A85-9C17-471C-B83D-97BD24BA43D8}"/>
    <dgm:cxn modelId="{EEF02417-114C-413C-9613-D2ED54B15DE5}" type="presOf" srcId="{AB3338A9-DEE8-4DF3-8473-710A81D4918F}" destId="{778B25C9-FFBC-4A96-9652-3414B5B8A2B2}" srcOrd="0" destOrd="0" presId="urn:microsoft.com/office/officeart/2005/8/layout/hChevron3"/>
    <dgm:cxn modelId="{9C1F861C-26C6-4525-A4AE-CFF6092717FE}" srcId="{21B3D1FD-6481-45AC-B520-D1DD5385F960}" destId="{AB3338A9-DEE8-4DF3-8473-710A81D4918F}" srcOrd="1" destOrd="0" parTransId="{2FD4956E-5ED7-407C-817E-40A1A63A1C06}" sibTransId="{98400BBD-AD9F-40BF-88B7-0EFBA1EF848C}"/>
    <dgm:cxn modelId="{EA970F33-7832-45E5-B293-E1393E8C29B1}" type="presOf" srcId="{A0795A3D-F5CA-4E14-B978-D50E60770CE9}" destId="{D14598FA-136F-4B7E-83A2-0B4C508F31B5}" srcOrd="0" destOrd="0" presId="urn:microsoft.com/office/officeart/2005/8/layout/hChevron3"/>
    <dgm:cxn modelId="{31471F7F-0102-4031-9E01-787CCBB5CA48}" srcId="{21B3D1FD-6481-45AC-B520-D1DD5385F960}" destId="{A0795A3D-F5CA-4E14-B978-D50E60770CE9}" srcOrd="0" destOrd="0" parTransId="{88E3EB50-17B0-434E-82B6-34F8DDACE6CB}" sibTransId="{9E42C07E-3B7C-4BA3-B481-4C2BF4074EBD}"/>
    <dgm:cxn modelId="{2425218A-F752-4BEC-993F-2C0647661495}" srcId="{21B3D1FD-6481-45AC-B520-D1DD5385F960}" destId="{6E7F31E9-46AB-4CD0-9418-E83CA4D58BD0}" srcOrd="3" destOrd="0" parTransId="{1FB8E8B5-FEF9-48C2-AEFA-ECB054AA6480}" sibTransId="{B89A6B1F-378C-4DFF-81B9-5DF0474CD8CC}"/>
    <dgm:cxn modelId="{CFE83BC7-CF85-42A5-9970-76F192CDAFAE}" type="presOf" srcId="{7F563DAF-768B-4B1D-9948-0DB99D9EA5B3}" destId="{263BA08A-D998-4911-89F5-173BB1C5440D}" srcOrd="0" destOrd="0" presId="urn:microsoft.com/office/officeart/2005/8/layout/hChevron3"/>
    <dgm:cxn modelId="{33B177DD-0FCF-4153-8534-7A7D4EEE88E4}" type="presOf" srcId="{6E7F31E9-46AB-4CD0-9418-E83CA4D58BD0}" destId="{0F62B5FC-2DD4-4E5E-ACC8-09A8DBF870F1}" srcOrd="0" destOrd="0" presId="urn:microsoft.com/office/officeart/2005/8/layout/hChevron3"/>
    <dgm:cxn modelId="{6A8460F4-B59E-4EA8-8376-A968DAFA0914}" type="presOf" srcId="{21B3D1FD-6481-45AC-B520-D1DD5385F960}" destId="{033E7CDA-AE65-47CB-9562-CACFEE179754}" srcOrd="0" destOrd="0" presId="urn:microsoft.com/office/officeart/2005/8/layout/hChevron3"/>
    <dgm:cxn modelId="{8FE42D9F-865F-4EF2-9970-5C4C671F80A5}" type="presParOf" srcId="{033E7CDA-AE65-47CB-9562-CACFEE179754}" destId="{D14598FA-136F-4B7E-83A2-0B4C508F31B5}" srcOrd="0" destOrd="0" presId="urn:microsoft.com/office/officeart/2005/8/layout/hChevron3"/>
    <dgm:cxn modelId="{43C782BD-D790-425E-B585-C5A05246B10C}" type="presParOf" srcId="{033E7CDA-AE65-47CB-9562-CACFEE179754}" destId="{2FC78ACA-7FAF-48D5-B44B-2563EA62EE2E}" srcOrd="1" destOrd="0" presId="urn:microsoft.com/office/officeart/2005/8/layout/hChevron3"/>
    <dgm:cxn modelId="{958A1C42-EC76-4DEC-8DE1-96F52C094A58}" type="presParOf" srcId="{033E7CDA-AE65-47CB-9562-CACFEE179754}" destId="{778B25C9-FFBC-4A96-9652-3414B5B8A2B2}" srcOrd="2" destOrd="0" presId="urn:microsoft.com/office/officeart/2005/8/layout/hChevron3"/>
    <dgm:cxn modelId="{342B9629-58C1-4898-881C-DF8EC88CCA5F}" type="presParOf" srcId="{033E7CDA-AE65-47CB-9562-CACFEE179754}" destId="{CC9D345E-EA1A-473F-806A-825CC43858F3}" srcOrd="3" destOrd="0" presId="urn:microsoft.com/office/officeart/2005/8/layout/hChevron3"/>
    <dgm:cxn modelId="{F34B8E27-09B5-4199-86A1-C1A4BE946D40}" type="presParOf" srcId="{033E7CDA-AE65-47CB-9562-CACFEE179754}" destId="{263BA08A-D998-4911-89F5-173BB1C5440D}" srcOrd="4" destOrd="0" presId="urn:microsoft.com/office/officeart/2005/8/layout/hChevron3"/>
    <dgm:cxn modelId="{55E06F95-93B3-415F-85AC-C1DC63263FF9}" type="presParOf" srcId="{033E7CDA-AE65-47CB-9562-CACFEE179754}" destId="{0979FD08-A460-4F94-86F4-DC155884FC5C}" srcOrd="5" destOrd="0" presId="urn:microsoft.com/office/officeart/2005/8/layout/hChevron3"/>
    <dgm:cxn modelId="{C0638794-91A9-4155-977F-B1D885EC8319}" type="presParOf" srcId="{033E7CDA-AE65-47CB-9562-CACFEE179754}" destId="{0F62B5FC-2DD4-4E5E-ACC8-09A8DBF870F1}" srcOrd="6" destOrd="0" presId="urn:microsoft.com/office/officeart/2005/8/layout/hChevron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4.xml><?xml version="1.0" encoding="utf-8"?>
<dgm:dataModel xmlns:dgm="http://schemas.openxmlformats.org/drawingml/2006/diagram" xmlns:a="http://schemas.openxmlformats.org/drawingml/2006/main">
  <dgm:ptLst>
    <dgm:pt modelId="{B5D22866-C0D3-47B2-9B72-4B62C9A88111}"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06DA441A-4E24-4FA4-94B0-27ACBF841BE3}">
      <dgm:prSet phldrT="[Text]">
        <dgm:style>
          <a:lnRef idx="0">
            <a:schemeClr val="accent1"/>
          </a:lnRef>
          <a:fillRef idx="3">
            <a:schemeClr val="accent1"/>
          </a:fillRef>
          <a:effectRef idx="3">
            <a:schemeClr val="accent1"/>
          </a:effectRef>
          <a:fontRef idx="minor">
            <a:schemeClr val="lt1"/>
          </a:fontRef>
        </dgm:style>
      </dgm:prSet>
      <dgm:spPr/>
      <dgm:t>
        <a:bodyPr/>
        <a:lstStyle/>
        <a:p>
          <a:r>
            <a:rPr lang="en-US" dirty="0"/>
            <a:t>My list</a:t>
          </a:r>
        </a:p>
      </dgm:t>
    </dgm:pt>
    <dgm:pt modelId="{40D80EE9-E8DB-4B1E-916F-0E16E3FAC4CA}" type="parTrans" cxnId="{3D443D2C-B9DD-481B-9EA7-72203DC156FD}">
      <dgm:prSet/>
      <dgm:spPr/>
      <dgm:t>
        <a:bodyPr/>
        <a:lstStyle/>
        <a:p>
          <a:endParaRPr lang="en-US"/>
        </a:p>
      </dgm:t>
    </dgm:pt>
    <dgm:pt modelId="{9343B0C6-6626-4EFD-ABD0-C75837264B19}" type="sibTrans" cxnId="{3D443D2C-B9DD-481B-9EA7-72203DC156FD}">
      <dgm:prSet/>
      <dgm:spPr/>
      <dgm:t>
        <a:bodyPr/>
        <a:lstStyle/>
        <a:p>
          <a:endParaRPr lang="en-US"/>
        </a:p>
      </dgm:t>
    </dgm:pt>
    <dgm:pt modelId="{CE49EAA3-F0F5-44B1-8755-4687D8D1B15A}">
      <dgm:prSet phldrT="[Text]"/>
      <dgm:spPr/>
      <dgm:t>
        <a:bodyPr/>
        <a:lstStyle/>
        <a:p>
          <a:r>
            <a:rPr lang="en-US" dirty="0"/>
            <a:t>CHICKN </a:t>
          </a:r>
          <a:r>
            <a:rPr lang="en-US" dirty="0">
              <a:sym typeface="Wingdings" panose="05000000000000000000" pitchFamily="2" charset="2"/>
            </a:rPr>
            <a:t> CHICKEN</a:t>
          </a:r>
          <a:endParaRPr lang="en-US" dirty="0"/>
        </a:p>
      </dgm:t>
    </dgm:pt>
    <dgm:pt modelId="{7AB94C4D-6B96-4398-B70F-0413364AC9F5}" type="parTrans" cxnId="{992406E8-E458-49DA-AC0B-F51C9AF009CE}">
      <dgm:prSet/>
      <dgm:spPr/>
      <dgm:t>
        <a:bodyPr/>
        <a:lstStyle/>
        <a:p>
          <a:endParaRPr lang="en-US"/>
        </a:p>
      </dgm:t>
    </dgm:pt>
    <dgm:pt modelId="{B2CA02F5-DE98-4A01-8735-AB8BD3BC2F33}" type="sibTrans" cxnId="{992406E8-E458-49DA-AC0B-F51C9AF009CE}">
      <dgm:prSet/>
      <dgm:spPr/>
      <dgm:t>
        <a:bodyPr/>
        <a:lstStyle/>
        <a:p>
          <a:endParaRPr lang="en-US"/>
        </a:p>
      </dgm:t>
    </dgm:pt>
    <dgm:pt modelId="{0232A7FA-96AB-4930-A378-2D542AA299A7}">
      <dgm:prSet phldrT="[Text]">
        <dgm:style>
          <a:lnRef idx="0">
            <a:schemeClr val="accent6"/>
          </a:lnRef>
          <a:fillRef idx="3">
            <a:schemeClr val="accent6"/>
          </a:fillRef>
          <a:effectRef idx="3">
            <a:schemeClr val="accent6"/>
          </a:effectRef>
          <a:fontRef idx="minor">
            <a:schemeClr val="lt1"/>
          </a:fontRef>
        </dgm:style>
      </dgm:prSet>
      <dgm:spPr/>
      <dgm:t>
        <a:bodyPr/>
        <a:lstStyle/>
        <a:p>
          <a:r>
            <a:rPr lang="en-US" dirty="0"/>
            <a:t>Walmart’s list</a:t>
          </a:r>
        </a:p>
      </dgm:t>
    </dgm:pt>
    <dgm:pt modelId="{D3083ADF-092D-48A7-A988-DA80F480C022}" type="parTrans" cxnId="{1C4A7F64-ACE3-4399-9BFD-1941E006A246}">
      <dgm:prSet/>
      <dgm:spPr/>
      <dgm:t>
        <a:bodyPr/>
        <a:lstStyle/>
        <a:p>
          <a:endParaRPr lang="en-US"/>
        </a:p>
      </dgm:t>
    </dgm:pt>
    <dgm:pt modelId="{132F935D-CF13-43E1-BC30-96B74A280DA9}" type="sibTrans" cxnId="{1C4A7F64-ACE3-4399-9BFD-1941E006A246}">
      <dgm:prSet/>
      <dgm:spPr/>
      <dgm:t>
        <a:bodyPr/>
        <a:lstStyle/>
        <a:p>
          <a:endParaRPr lang="en-US"/>
        </a:p>
      </dgm:t>
    </dgm:pt>
    <dgm:pt modelId="{03A245C5-132B-4D68-A3AE-9A6B051638C1}">
      <dgm:prSet phldrT="[Text]"/>
      <dgm:spPr/>
      <dgm:t>
        <a:bodyPr/>
        <a:lstStyle/>
        <a:p>
          <a:r>
            <a:rPr lang="en-US" dirty="0"/>
            <a:t>Total words present in the list: 40,745</a:t>
          </a:r>
        </a:p>
      </dgm:t>
    </dgm:pt>
    <dgm:pt modelId="{0CFE2188-6C04-4A87-AD9C-D11D38233115}" type="parTrans" cxnId="{85C1F1C6-BF2E-4261-8F59-D38A834727A3}">
      <dgm:prSet/>
      <dgm:spPr/>
      <dgm:t>
        <a:bodyPr/>
        <a:lstStyle/>
        <a:p>
          <a:endParaRPr lang="en-US"/>
        </a:p>
      </dgm:t>
    </dgm:pt>
    <dgm:pt modelId="{5BD728CB-D492-4F13-B7F8-EC0BD25E8E81}" type="sibTrans" cxnId="{85C1F1C6-BF2E-4261-8F59-D38A834727A3}">
      <dgm:prSet/>
      <dgm:spPr/>
      <dgm:t>
        <a:bodyPr/>
        <a:lstStyle/>
        <a:p>
          <a:endParaRPr lang="en-US"/>
        </a:p>
      </dgm:t>
    </dgm:pt>
    <dgm:pt modelId="{A3684D38-0C49-43ED-A826-1B717FB7D23A}">
      <dgm:prSet phldrT="[Text]"/>
      <dgm:spPr/>
      <dgm:t>
        <a:bodyPr/>
        <a:lstStyle/>
        <a:p>
          <a:r>
            <a:rPr lang="en-US" dirty="0"/>
            <a:t>JUICI </a:t>
          </a:r>
          <a:r>
            <a:rPr lang="en-US" dirty="0">
              <a:sym typeface="Wingdings" panose="05000000000000000000" pitchFamily="2" charset="2"/>
            </a:rPr>
            <a:t> JUICE</a:t>
          </a:r>
          <a:endParaRPr lang="en-US" dirty="0"/>
        </a:p>
      </dgm:t>
    </dgm:pt>
    <dgm:pt modelId="{842FAE28-DB4B-43BD-8E03-C2FF667A7975}" type="parTrans" cxnId="{82206ECD-B703-41D4-8EDD-DD47B1C7854C}">
      <dgm:prSet/>
      <dgm:spPr/>
      <dgm:t>
        <a:bodyPr/>
        <a:lstStyle/>
        <a:p>
          <a:endParaRPr lang="en-US"/>
        </a:p>
      </dgm:t>
    </dgm:pt>
    <dgm:pt modelId="{5E955FFC-8B6D-468C-AA23-9104A87848E5}" type="sibTrans" cxnId="{82206ECD-B703-41D4-8EDD-DD47B1C7854C}">
      <dgm:prSet/>
      <dgm:spPr/>
      <dgm:t>
        <a:bodyPr/>
        <a:lstStyle/>
        <a:p>
          <a:endParaRPr lang="en-US"/>
        </a:p>
      </dgm:t>
    </dgm:pt>
    <dgm:pt modelId="{C4C48168-961A-4FEF-8E5E-52C583FA0FFE}">
      <dgm:prSet phldrT="[Text]"/>
      <dgm:spPr/>
      <dgm:t>
        <a:bodyPr/>
        <a:lstStyle/>
        <a:p>
          <a:r>
            <a:rPr lang="en-US" dirty="0"/>
            <a:t>Total words I’ve found from eyeballing:  31</a:t>
          </a:r>
        </a:p>
      </dgm:t>
    </dgm:pt>
    <dgm:pt modelId="{F79BA5A5-2F60-42A6-9FA5-4594DCC51FE6}" type="parTrans" cxnId="{E8318049-69B5-4EC9-8C47-CBD5D75BB133}">
      <dgm:prSet/>
      <dgm:spPr/>
      <dgm:t>
        <a:bodyPr/>
        <a:lstStyle/>
        <a:p>
          <a:endParaRPr lang="en-US"/>
        </a:p>
      </dgm:t>
    </dgm:pt>
    <dgm:pt modelId="{AF6EB4F1-4982-4B69-85D0-22F7286C5BA8}" type="sibTrans" cxnId="{E8318049-69B5-4EC9-8C47-CBD5D75BB133}">
      <dgm:prSet/>
      <dgm:spPr/>
      <dgm:t>
        <a:bodyPr/>
        <a:lstStyle/>
        <a:p>
          <a:endParaRPr lang="en-US"/>
        </a:p>
      </dgm:t>
    </dgm:pt>
    <dgm:pt modelId="{B8538BAA-2A81-460F-9D0E-5E16B2666FEB}">
      <dgm:prSet phldrT="[Text]"/>
      <dgm:spPr/>
      <dgm:t>
        <a:bodyPr/>
        <a:lstStyle/>
        <a:p>
          <a:r>
            <a:rPr lang="en-US" dirty="0"/>
            <a:t>GARC </a:t>
          </a:r>
          <a:r>
            <a:rPr lang="en-US" dirty="0">
              <a:sym typeface="Wingdings" panose="05000000000000000000" pitchFamily="2" charset="2"/>
            </a:rPr>
            <a:t> GARLIC</a:t>
          </a:r>
          <a:endParaRPr lang="en-US" dirty="0"/>
        </a:p>
      </dgm:t>
    </dgm:pt>
    <dgm:pt modelId="{5999FF61-A990-411F-85F3-66CD0E2D78DD}" type="parTrans" cxnId="{F9B5C815-A5FE-4BBD-9929-AEFD3989E5F1}">
      <dgm:prSet/>
      <dgm:spPr/>
      <dgm:t>
        <a:bodyPr/>
        <a:lstStyle/>
        <a:p>
          <a:endParaRPr lang="en-US"/>
        </a:p>
      </dgm:t>
    </dgm:pt>
    <dgm:pt modelId="{484439AF-1D29-4713-9515-9B85AA98A7AA}" type="sibTrans" cxnId="{F9B5C815-A5FE-4BBD-9929-AEFD3989E5F1}">
      <dgm:prSet/>
      <dgm:spPr/>
      <dgm:t>
        <a:bodyPr/>
        <a:lstStyle/>
        <a:p>
          <a:endParaRPr lang="en-US"/>
        </a:p>
      </dgm:t>
    </dgm:pt>
    <dgm:pt modelId="{F3494FE5-7E54-47BD-85D6-7B753F8E0323}">
      <dgm:prSet phldrT="[Text]"/>
      <dgm:spPr/>
      <dgm:t>
        <a:bodyPr/>
        <a:lstStyle/>
        <a:p>
          <a:r>
            <a:rPr lang="en-US" dirty="0"/>
            <a:t>ALMOND </a:t>
          </a:r>
          <a:r>
            <a:rPr lang="en-US" dirty="0">
              <a:sym typeface="Wingdings" panose="05000000000000000000" pitchFamily="2" charset="2"/>
            </a:rPr>
            <a:t> ALMONDS</a:t>
          </a:r>
          <a:endParaRPr lang="en-US" dirty="0"/>
        </a:p>
      </dgm:t>
    </dgm:pt>
    <dgm:pt modelId="{2A08A277-68A6-47FB-AF8F-E148904FFC2B}" type="parTrans" cxnId="{31AF8EB0-6056-438A-9581-7A27DE4E93E0}">
      <dgm:prSet/>
      <dgm:spPr/>
      <dgm:t>
        <a:bodyPr/>
        <a:lstStyle/>
        <a:p>
          <a:endParaRPr lang="en-US"/>
        </a:p>
      </dgm:t>
    </dgm:pt>
    <dgm:pt modelId="{9B8B90AA-2318-4A84-A9BD-DCF7A832B533}" type="sibTrans" cxnId="{31AF8EB0-6056-438A-9581-7A27DE4E93E0}">
      <dgm:prSet/>
      <dgm:spPr/>
      <dgm:t>
        <a:bodyPr/>
        <a:lstStyle/>
        <a:p>
          <a:endParaRPr lang="en-US"/>
        </a:p>
      </dgm:t>
    </dgm:pt>
    <dgm:pt modelId="{97E9D663-E7FF-459F-9F0A-01E5102F82BB}">
      <dgm:prSet phldrT="[Text]">
        <dgm:style>
          <a:lnRef idx="0">
            <a:schemeClr val="accent5"/>
          </a:lnRef>
          <a:fillRef idx="3">
            <a:schemeClr val="accent5"/>
          </a:fillRef>
          <a:effectRef idx="3">
            <a:schemeClr val="accent5"/>
          </a:effectRef>
          <a:fontRef idx="minor">
            <a:schemeClr val="lt1"/>
          </a:fontRef>
        </dgm:style>
      </dgm:prSet>
      <dgm:spPr/>
      <dgm:t>
        <a:bodyPr/>
        <a:lstStyle/>
        <a:p>
          <a:r>
            <a:rPr lang="en-US" dirty="0"/>
            <a:t>Applied on</a:t>
          </a:r>
        </a:p>
      </dgm:t>
    </dgm:pt>
    <dgm:pt modelId="{0218BDD8-E60F-40CD-8049-5493849184B5}" type="parTrans" cxnId="{CA738A67-C46E-4FA8-9740-B120842B95E7}">
      <dgm:prSet/>
      <dgm:spPr/>
      <dgm:t>
        <a:bodyPr/>
        <a:lstStyle/>
        <a:p>
          <a:endParaRPr lang="en-US"/>
        </a:p>
      </dgm:t>
    </dgm:pt>
    <dgm:pt modelId="{F96650F0-A656-4C06-8373-C7433CC27491}" type="sibTrans" cxnId="{CA738A67-C46E-4FA8-9740-B120842B95E7}">
      <dgm:prSet/>
      <dgm:spPr/>
      <dgm:t>
        <a:bodyPr/>
        <a:lstStyle/>
        <a:p>
          <a:endParaRPr lang="en-US"/>
        </a:p>
      </dgm:t>
    </dgm:pt>
    <dgm:pt modelId="{590B8A14-BB21-465F-83F7-AF96D189E52A}">
      <dgm:prSet phldrT="[Text]"/>
      <dgm:spPr/>
      <dgm:t>
        <a:bodyPr/>
        <a:lstStyle/>
        <a:p>
          <a:r>
            <a:rPr lang="en-US" dirty="0" err="1"/>
            <a:t>Train_df</a:t>
          </a:r>
          <a:r>
            <a:rPr lang="en-US" dirty="0"/>
            <a:t>[‘FEAT1’], </a:t>
          </a:r>
          <a:r>
            <a:rPr lang="en-US" dirty="0" err="1"/>
            <a:t>test_df</a:t>
          </a:r>
          <a:r>
            <a:rPr lang="en-US" dirty="0"/>
            <a:t>[‘FEAT1’]</a:t>
          </a:r>
        </a:p>
      </dgm:t>
    </dgm:pt>
    <dgm:pt modelId="{FECFA867-AE19-456B-BF3B-C040686EAD86}" type="parTrans" cxnId="{C5451FBB-7A29-47B3-AC2A-B822AFC1C74A}">
      <dgm:prSet/>
      <dgm:spPr/>
      <dgm:t>
        <a:bodyPr/>
        <a:lstStyle/>
        <a:p>
          <a:endParaRPr lang="en-US"/>
        </a:p>
      </dgm:t>
    </dgm:pt>
    <dgm:pt modelId="{1031C879-EF92-4292-A82A-EDEF069A4FC7}" type="sibTrans" cxnId="{C5451FBB-7A29-47B3-AC2A-B822AFC1C74A}">
      <dgm:prSet/>
      <dgm:spPr/>
      <dgm:t>
        <a:bodyPr/>
        <a:lstStyle/>
        <a:p>
          <a:endParaRPr lang="en-US"/>
        </a:p>
      </dgm:t>
    </dgm:pt>
    <dgm:pt modelId="{4252D494-F4A1-4057-8453-5CE261672A1E}">
      <dgm:prSet phldrT="[Text]"/>
      <dgm:spPr/>
      <dgm:t>
        <a:bodyPr/>
        <a:lstStyle/>
        <a:p>
          <a:r>
            <a:rPr lang="en-US" dirty="0"/>
            <a:t>Before calculating trust factor, I’ll apply on predicted category and predicted variety.</a:t>
          </a:r>
        </a:p>
      </dgm:t>
    </dgm:pt>
    <dgm:pt modelId="{C9A7A7AD-A1D5-474E-922C-FCF85595FCCF}" type="parTrans" cxnId="{0CF0BE80-548C-4111-8346-CF10FD45D4C4}">
      <dgm:prSet/>
      <dgm:spPr/>
      <dgm:t>
        <a:bodyPr/>
        <a:lstStyle/>
        <a:p>
          <a:endParaRPr lang="en-US"/>
        </a:p>
      </dgm:t>
    </dgm:pt>
    <dgm:pt modelId="{57AA22A8-56E2-4ED0-87CD-1C6555AFB45C}" type="sibTrans" cxnId="{0CF0BE80-548C-4111-8346-CF10FD45D4C4}">
      <dgm:prSet/>
      <dgm:spPr/>
      <dgm:t>
        <a:bodyPr/>
        <a:lstStyle/>
        <a:p>
          <a:endParaRPr lang="en-US"/>
        </a:p>
      </dgm:t>
    </dgm:pt>
    <dgm:pt modelId="{84048103-9530-4A39-BE6B-4733728D90D1}" type="pres">
      <dgm:prSet presAssocID="{B5D22866-C0D3-47B2-9B72-4B62C9A88111}" presName="linear" presStyleCnt="0">
        <dgm:presLayoutVars>
          <dgm:animLvl val="lvl"/>
          <dgm:resizeHandles val="exact"/>
        </dgm:presLayoutVars>
      </dgm:prSet>
      <dgm:spPr/>
    </dgm:pt>
    <dgm:pt modelId="{1589CA76-8959-4CF4-8521-22E6A689BEB5}" type="pres">
      <dgm:prSet presAssocID="{06DA441A-4E24-4FA4-94B0-27ACBF841BE3}" presName="parentText" presStyleLbl="node1" presStyleIdx="0" presStyleCnt="3">
        <dgm:presLayoutVars>
          <dgm:chMax val="0"/>
          <dgm:bulletEnabled val="1"/>
        </dgm:presLayoutVars>
      </dgm:prSet>
      <dgm:spPr/>
    </dgm:pt>
    <dgm:pt modelId="{997DCE63-F019-4ECB-902A-C06308C7D37B}" type="pres">
      <dgm:prSet presAssocID="{06DA441A-4E24-4FA4-94B0-27ACBF841BE3}" presName="childText" presStyleLbl="revTx" presStyleIdx="0" presStyleCnt="3">
        <dgm:presLayoutVars>
          <dgm:bulletEnabled val="1"/>
        </dgm:presLayoutVars>
      </dgm:prSet>
      <dgm:spPr/>
    </dgm:pt>
    <dgm:pt modelId="{E541FF1A-3FFA-4828-AA71-9E7F39B4C5A7}" type="pres">
      <dgm:prSet presAssocID="{0232A7FA-96AB-4930-A378-2D542AA299A7}" presName="parentText" presStyleLbl="node1" presStyleIdx="1" presStyleCnt="3">
        <dgm:presLayoutVars>
          <dgm:chMax val="0"/>
          <dgm:bulletEnabled val="1"/>
        </dgm:presLayoutVars>
      </dgm:prSet>
      <dgm:spPr/>
    </dgm:pt>
    <dgm:pt modelId="{8DEDDC4D-4C17-4930-981B-59020FCD352E}" type="pres">
      <dgm:prSet presAssocID="{0232A7FA-96AB-4930-A378-2D542AA299A7}" presName="childText" presStyleLbl="revTx" presStyleIdx="1" presStyleCnt="3">
        <dgm:presLayoutVars>
          <dgm:bulletEnabled val="1"/>
        </dgm:presLayoutVars>
      </dgm:prSet>
      <dgm:spPr/>
    </dgm:pt>
    <dgm:pt modelId="{0238F5EC-39D5-40A3-AECA-3209C1898319}" type="pres">
      <dgm:prSet presAssocID="{97E9D663-E7FF-459F-9F0A-01E5102F82BB}" presName="parentText" presStyleLbl="node1" presStyleIdx="2" presStyleCnt="3">
        <dgm:presLayoutVars>
          <dgm:chMax val="0"/>
          <dgm:bulletEnabled val="1"/>
        </dgm:presLayoutVars>
      </dgm:prSet>
      <dgm:spPr/>
    </dgm:pt>
    <dgm:pt modelId="{89DB7315-CD75-4560-8DD9-6B46070A760C}" type="pres">
      <dgm:prSet presAssocID="{97E9D663-E7FF-459F-9F0A-01E5102F82BB}" presName="childText" presStyleLbl="revTx" presStyleIdx="2" presStyleCnt="3">
        <dgm:presLayoutVars>
          <dgm:bulletEnabled val="1"/>
        </dgm:presLayoutVars>
      </dgm:prSet>
      <dgm:spPr/>
    </dgm:pt>
  </dgm:ptLst>
  <dgm:cxnLst>
    <dgm:cxn modelId="{F9B5C815-A5FE-4BBD-9929-AEFD3989E5F1}" srcId="{0232A7FA-96AB-4930-A378-2D542AA299A7}" destId="{B8538BAA-2A81-460F-9D0E-5E16B2666FEB}" srcOrd="1" destOrd="0" parTransId="{5999FF61-A990-411F-85F3-66CD0E2D78DD}" sibTransId="{484439AF-1D29-4713-9515-9B85AA98A7AA}"/>
    <dgm:cxn modelId="{76AD8E1F-5061-45ED-BB34-50803E1C0516}" type="presOf" srcId="{0232A7FA-96AB-4930-A378-2D542AA299A7}" destId="{E541FF1A-3FFA-4828-AA71-9E7F39B4C5A7}" srcOrd="0" destOrd="0" presId="urn:microsoft.com/office/officeart/2005/8/layout/vList2"/>
    <dgm:cxn modelId="{3D443D2C-B9DD-481B-9EA7-72203DC156FD}" srcId="{B5D22866-C0D3-47B2-9B72-4B62C9A88111}" destId="{06DA441A-4E24-4FA4-94B0-27ACBF841BE3}" srcOrd="0" destOrd="0" parTransId="{40D80EE9-E8DB-4B1E-916F-0E16E3FAC4CA}" sibTransId="{9343B0C6-6626-4EFD-ABD0-C75837264B19}"/>
    <dgm:cxn modelId="{F7515E3B-88BD-44F7-AABD-FBE99CCAC49D}" type="presOf" srcId="{B5D22866-C0D3-47B2-9B72-4B62C9A88111}" destId="{84048103-9530-4A39-BE6B-4733728D90D1}" srcOrd="0" destOrd="0" presId="urn:microsoft.com/office/officeart/2005/8/layout/vList2"/>
    <dgm:cxn modelId="{4340C05C-0B31-4DDC-ABCF-03CFBDBE8CAA}" type="presOf" srcId="{03A245C5-132B-4D68-A3AE-9A6B051638C1}" destId="{8DEDDC4D-4C17-4930-981B-59020FCD352E}" srcOrd="0" destOrd="0" presId="urn:microsoft.com/office/officeart/2005/8/layout/vList2"/>
    <dgm:cxn modelId="{151D7D61-BF98-4555-986D-33DB21309FF4}" type="presOf" srcId="{F3494FE5-7E54-47BD-85D6-7B753F8E0323}" destId="{8DEDDC4D-4C17-4930-981B-59020FCD352E}" srcOrd="0" destOrd="2" presId="urn:microsoft.com/office/officeart/2005/8/layout/vList2"/>
    <dgm:cxn modelId="{1C4A7F64-ACE3-4399-9BFD-1941E006A246}" srcId="{B5D22866-C0D3-47B2-9B72-4B62C9A88111}" destId="{0232A7FA-96AB-4930-A378-2D542AA299A7}" srcOrd="1" destOrd="0" parTransId="{D3083ADF-092D-48A7-A988-DA80F480C022}" sibTransId="{132F935D-CF13-43E1-BC30-96B74A280DA9}"/>
    <dgm:cxn modelId="{03E44E45-43A9-4C72-AC54-8394F0182D16}" type="presOf" srcId="{B8538BAA-2A81-460F-9D0E-5E16B2666FEB}" destId="{8DEDDC4D-4C17-4930-981B-59020FCD352E}" srcOrd="0" destOrd="1" presId="urn:microsoft.com/office/officeart/2005/8/layout/vList2"/>
    <dgm:cxn modelId="{CA738A67-C46E-4FA8-9740-B120842B95E7}" srcId="{B5D22866-C0D3-47B2-9B72-4B62C9A88111}" destId="{97E9D663-E7FF-459F-9F0A-01E5102F82BB}" srcOrd="2" destOrd="0" parTransId="{0218BDD8-E60F-40CD-8049-5493849184B5}" sibTransId="{F96650F0-A656-4C06-8373-C7433CC27491}"/>
    <dgm:cxn modelId="{E8318049-69B5-4EC9-8C47-CBD5D75BB133}" srcId="{06DA441A-4E24-4FA4-94B0-27ACBF841BE3}" destId="{C4C48168-961A-4FEF-8E5E-52C583FA0FFE}" srcOrd="0" destOrd="0" parTransId="{F79BA5A5-2F60-42A6-9FA5-4594DCC51FE6}" sibTransId="{AF6EB4F1-4982-4B69-85D0-22F7286C5BA8}"/>
    <dgm:cxn modelId="{E68D636C-5A26-45C6-923D-8CF015754916}" type="presOf" srcId="{CE49EAA3-F0F5-44B1-8755-4687D8D1B15A}" destId="{997DCE63-F019-4ECB-902A-C06308C7D37B}" srcOrd="0" destOrd="1" presId="urn:microsoft.com/office/officeart/2005/8/layout/vList2"/>
    <dgm:cxn modelId="{0CF0BE80-548C-4111-8346-CF10FD45D4C4}" srcId="{97E9D663-E7FF-459F-9F0A-01E5102F82BB}" destId="{4252D494-F4A1-4057-8453-5CE261672A1E}" srcOrd="1" destOrd="0" parTransId="{C9A7A7AD-A1D5-474E-922C-FCF85595FCCF}" sibTransId="{57AA22A8-56E2-4ED0-87CD-1C6555AFB45C}"/>
    <dgm:cxn modelId="{2AF93695-697B-41F8-BFDB-6A3FD82D8B91}" type="presOf" srcId="{A3684D38-0C49-43ED-A826-1B717FB7D23A}" destId="{997DCE63-F019-4ECB-902A-C06308C7D37B}" srcOrd="0" destOrd="2" presId="urn:microsoft.com/office/officeart/2005/8/layout/vList2"/>
    <dgm:cxn modelId="{8D84B79B-FED4-4A49-9377-88AA2989BFFE}" type="presOf" srcId="{06DA441A-4E24-4FA4-94B0-27ACBF841BE3}" destId="{1589CA76-8959-4CF4-8521-22E6A689BEB5}" srcOrd="0" destOrd="0" presId="urn:microsoft.com/office/officeart/2005/8/layout/vList2"/>
    <dgm:cxn modelId="{31AF8EB0-6056-438A-9581-7A27DE4E93E0}" srcId="{0232A7FA-96AB-4930-A378-2D542AA299A7}" destId="{F3494FE5-7E54-47BD-85D6-7B753F8E0323}" srcOrd="2" destOrd="0" parTransId="{2A08A277-68A6-47FB-AF8F-E148904FFC2B}" sibTransId="{9B8B90AA-2318-4A84-A9BD-DCF7A832B533}"/>
    <dgm:cxn modelId="{C89F78B8-F7B3-4D26-810A-FE3DB0CCAC14}" type="presOf" srcId="{C4C48168-961A-4FEF-8E5E-52C583FA0FFE}" destId="{997DCE63-F019-4ECB-902A-C06308C7D37B}" srcOrd="0" destOrd="0" presId="urn:microsoft.com/office/officeart/2005/8/layout/vList2"/>
    <dgm:cxn modelId="{C5451FBB-7A29-47B3-AC2A-B822AFC1C74A}" srcId="{97E9D663-E7FF-459F-9F0A-01E5102F82BB}" destId="{590B8A14-BB21-465F-83F7-AF96D189E52A}" srcOrd="0" destOrd="0" parTransId="{FECFA867-AE19-456B-BF3B-C040686EAD86}" sibTransId="{1031C879-EF92-4292-A82A-EDEF069A4FC7}"/>
    <dgm:cxn modelId="{85C1F1C6-BF2E-4261-8F59-D38A834727A3}" srcId="{0232A7FA-96AB-4930-A378-2D542AA299A7}" destId="{03A245C5-132B-4D68-A3AE-9A6B051638C1}" srcOrd="0" destOrd="0" parTransId="{0CFE2188-6C04-4A87-AD9C-D11D38233115}" sibTransId="{5BD728CB-D492-4F13-B7F8-EC0BD25E8E81}"/>
    <dgm:cxn modelId="{82206ECD-B703-41D4-8EDD-DD47B1C7854C}" srcId="{06DA441A-4E24-4FA4-94B0-27ACBF841BE3}" destId="{A3684D38-0C49-43ED-A826-1B717FB7D23A}" srcOrd="2" destOrd="0" parTransId="{842FAE28-DB4B-43BD-8E03-C2FF667A7975}" sibTransId="{5E955FFC-8B6D-468C-AA23-9104A87848E5}"/>
    <dgm:cxn modelId="{5141E4D6-3C47-4E18-AEB1-48B1A9AAE75B}" type="presOf" srcId="{4252D494-F4A1-4057-8453-5CE261672A1E}" destId="{89DB7315-CD75-4560-8DD9-6B46070A760C}" srcOrd="0" destOrd="1" presId="urn:microsoft.com/office/officeart/2005/8/layout/vList2"/>
    <dgm:cxn modelId="{F4245DDA-28BC-4421-B11F-0B8AE33801DE}" type="presOf" srcId="{590B8A14-BB21-465F-83F7-AF96D189E52A}" destId="{89DB7315-CD75-4560-8DD9-6B46070A760C}" srcOrd="0" destOrd="0" presId="urn:microsoft.com/office/officeart/2005/8/layout/vList2"/>
    <dgm:cxn modelId="{D886D3E5-757B-4D3D-BBC4-6833A1BAAC96}" type="presOf" srcId="{97E9D663-E7FF-459F-9F0A-01E5102F82BB}" destId="{0238F5EC-39D5-40A3-AECA-3209C1898319}" srcOrd="0" destOrd="0" presId="urn:microsoft.com/office/officeart/2005/8/layout/vList2"/>
    <dgm:cxn modelId="{992406E8-E458-49DA-AC0B-F51C9AF009CE}" srcId="{06DA441A-4E24-4FA4-94B0-27ACBF841BE3}" destId="{CE49EAA3-F0F5-44B1-8755-4687D8D1B15A}" srcOrd="1" destOrd="0" parTransId="{7AB94C4D-6B96-4398-B70F-0413364AC9F5}" sibTransId="{B2CA02F5-DE98-4A01-8735-AB8BD3BC2F33}"/>
    <dgm:cxn modelId="{52D7CCDF-C141-4045-90BE-293D2FBA31DF}" type="presParOf" srcId="{84048103-9530-4A39-BE6B-4733728D90D1}" destId="{1589CA76-8959-4CF4-8521-22E6A689BEB5}" srcOrd="0" destOrd="0" presId="urn:microsoft.com/office/officeart/2005/8/layout/vList2"/>
    <dgm:cxn modelId="{D795C8C2-2BDA-4D49-B039-55F6C4741A65}" type="presParOf" srcId="{84048103-9530-4A39-BE6B-4733728D90D1}" destId="{997DCE63-F019-4ECB-902A-C06308C7D37B}" srcOrd="1" destOrd="0" presId="urn:microsoft.com/office/officeart/2005/8/layout/vList2"/>
    <dgm:cxn modelId="{9FE5E71F-276F-49B3-BF9E-ED6E9EF40197}" type="presParOf" srcId="{84048103-9530-4A39-BE6B-4733728D90D1}" destId="{E541FF1A-3FFA-4828-AA71-9E7F39B4C5A7}" srcOrd="2" destOrd="0" presId="urn:microsoft.com/office/officeart/2005/8/layout/vList2"/>
    <dgm:cxn modelId="{CC3EEC6C-1512-4159-A00D-348DCA266909}" type="presParOf" srcId="{84048103-9530-4A39-BE6B-4733728D90D1}" destId="{8DEDDC4D-4C17-4930-981B-59020FCD352E}" srcOrd="3" destOrd="0" presId="urn:microsoft.com/office/officeart/2005/8/layout/vList2"/>
    <dgm:cxn modelId="{E409A969-4239-458C-8F91-EFC7E79867C0}" type="presParOf" srcId="{84048103-9530-4A39-BE6B-4733728D90D1}" destId="{0238F5EC-39D5-40A3-AECA-3209C1898319}" srcOrd="4" destOrd="0" presId="urn:microsoft.com/office/officeart/2005/8/layout/vList2"/>
    <dgm:cxn modelId="{8E55DB5F-9585-471C-ADDC-BB4F4F0967E1}" type="presParOf" srcId="{84048103-9530-4A39-BE6B-4733728D90D1}" destId="{89DB7315-CD75-4560-8DD9-6B46070A760C}"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5.xml><?xml version="1.0" encoding="utf-8"?>
<dgm:dataModel xmlns:dgm="http://schemas.openxmlformats.org/drawingml/2006/diagram" xmlns:a="http://schemas.openxmlformats.org/drawingml/2006/main">
  <dgm:ptLst>
    <dgm:pt modelId="{9678A1C1-BF4A-4A5A-B48C-80C68A323196}"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579F8662-6CF8-47E8-AE03-16A328D95368}">
      <dgm:prSet phldrT="[Text]" custT="1"/>
      <dgm:spPr/>
      <dgm:t>
        <a:bodyPr/>
        <a:lstStyle/>
        <a:p>
          <a:r>
            <a:rPr lang="en-US" sz="3200" dirty="0"/>
            <a:t>Simple wordnet</a:t>
          </a:r>
        </a:p>
      </dgm:t>
    </dgm:pt>
    <dgm:pt modelId="{B6F0F48F-2C33-4D21-AFFD-7EFA3BB29270}" type="parTrans" cxnId="{1E3BD821-370E-4035-82D1-135DD16DAD40}">
      <dgm:prSet/>
      <dgm:spPr/>
      <dgm:t>
        <a:bodyPr/>
        <a:lstStyle/>
        <a:p>
          <a:endParaRPr lang="en-US"/>
        </a:p>
      </dgm:t>
    </dgm:pt>
    <dgm:pt modelId="{F209AA7D-DE88-4FD5-8F75-F649A38A95BB}" type="sibTrans" cxnId="{1E3BD821-370E-4035-82D1-135DD16DAD40}">
      <dgm:prSet/>
      <dgm:spPr/>
      <dgm:t>
        <a:bodyPr/>
        <a:lstStyle/>
        <a:p>
          <a:endParaRPr lang="en-US"/>
        </a:p>
      </dgm:t>
    </dgm:pt>
    <dgm:pt modelId="{08B6B361-0C95-4DCB-9086-E4D05E012C1B}">
      <dgm:prSet phldrT="[Text]" custT="1">
        <dgm:style>
          <a:lnRef idx="0">
            <a:schemeClr val="accent6"/>
          </a:lnRef>
          <a:fillRef idx="3">
            <a:schemeClr val="accent6"/>
          </a:fillRef>
          <a:effectRef idx="3">
            <a:schemeClr val="accent6"/>
          </a:effectRef>
          <a:fontRef idx="minor">
            <a:schemeClr val="lt1"/>
          </a:fontRef>
        </dgm:style>
      </dgm:prSet>
      <dgm:spPr/>
      <dgm:t>
        <a:bodyPr/>
        <a:lstStyle/>
        <a:p>
          <a:r>
            <a:rPr lang="en-US" sz="3200" dirty="0"/>
            <a:t>Simple Walmart</a:t>
          </a:r>
        </a:p>
      </dgm:t>
    </dgm:pt>
    <dgm:pt modelId="{D78FE1EC-F099-48D7-A926-7A60BB925346}" type="parTrans" cxnId="{87FEB556-4812-4CBD-81C4-C929F8023FF2}">
      <dgm:prSet/>
      <dgm:spPr/>
      <dgm:t>
        <a:bodyPr/>
        <a:lstStyle/>
        <a:p>
          <a:endParaRPr lang="en-US"/>
        </a:p>
      </dgm:t>
    </dgm:pt>
    <dgm:pt modelId="{8BDFCBD1-2D9A-4DC7-9C40-E43EF2BCC8E7}" type="sibTrans" cxnId="{87FEB556-4812-4CBD-81C4-C929F8023FF2}">
      <dgm:prSet/>
      <dgm:spPr/>
      <dgm:t>
        <a:bodyPr/>
        <a:lstStyle/>
        <a:p>
          <a:endParaRPr lang="en-US"/>
        </a:p>
      </dgm:t>
    </dgm:pt>
    <dgm:pt modelId="{D5670C89-8396-48DD-A1B6-092EA3A002FC}">
      <dgm:prSet phldrT="[Text]" custT="1">
        <dgm:style>
          <a:lnRef idx="0">
            <a:schemeClr val="accent5"/>
          </a:lnRef>
          <a:fillRef idx="3">
            <a:schemeClr val="accent5"/>
          </a:fillRef>
          <a:effectRef idx="3">
            <a:schemeClr val="accent5"/>
          </a:effectRef>
          <a:fontRef idx="minor">
            <a:schemeClr val="lt1"/>
          </a:fontRef>
        </dgm:style>
      </dgm:prSet>
      <dgm:spPr/>
      <dgm:t>
        <a:bodyPr/>
        <a:lstStyle/>
        <a:p>
          <a:r>
            <a:rPr lang="en-US" sz="3200" dirty="0"/>
            <a:t>Complex Walmart</a:t>
          </a:r>
        </a:p>
      </dgm:t>
    </dgm:pt>
    <dgm:pt modelId="{BF5D7828-D311-414E-A595-73F762780B71}" type="parTrans" cxnId="{A52C5C4A-E4E3-4F27-9C9E-5ED5221A8CD9}">
      <dgm:prSet/>
      <dgm:spPr/>
      <dgm:t>
        <a:bodyPr/>
        <a:lstStyle/>
        <a:p>
          <a:endParaRPr lang="en-US"/>
        </a:p>
      </dgm:t>
    </dgm:pt>
    <dgm:pt modelId="{1A79AEED-D974-4FEC-BF2C-7A62F6ABEE26}" type="sibTrans" cxnId="{A52C5C4A-E4E3-4F27-9C9E-5ED5221A8CD9}">
      <dgm:prSet/>
      <dgm:spPr/>
      <dgm:t>
        <a:bodyPr/>
        <a:lstStyle/>
        <a:p>
          <a:endParaRPr lang="en-US"/>
        </a:p>
      </dgm:t>
    </dgm:pt>
    <dgm:pt modelId="{1A67DF27-9E57-4627-87D0-3265C971A13B}">
      <dgm:prSet phldrT="[Text]"/>
      <dgm:spPr/>
      <dgm:t>
        <a:bodyPr/>
        <a:lstStyle/>
        <a:p>
          <a:r>
            <a:rPr lang="en-US" dirty="0"/>
            <a:t>Randomly choose a word in the sentence and look for its synonym in “Wordnet”. If found, then replace it otherwise return nothing.</a:t>
          </a:r>
        </a:p>
      </dgm:t>
    </dgm:pt>
    <dgm:pt modelId="{3B3944CC-F3FA-4C62-840A-EACE5B7E7FD2}" type="parTrans" cxnId="{5C97B0DB-2F9A-48D4-B313-9CB6B9D351D8}">
      <dgm:prSet/>
      <dgm:spPr/>
      <dgm:t>
        <a:bodyPr/>
        <a:lstStyle/>
        <a:p>
          <a:endParaRPr lang="en-US"/>
        </a:p>
      </dgm:t>
    </dgm:pt>
    <dgm:pt modelId="{FEA61949-8837-4784-B6DD-73D67C4C4A8F}" type="sibTrans" cxnId="{5C97B0DB-2F9A-48D4-B313-9CB6B9D351D8}">
      <dgm:prSet/>
      <dgm:spPr/>
      <dgm:t>
        <a:bodyPr/>
        <a:lstStyle/>
        <a:p>
          <a:endParaRPr lang="en-US"/>
        </a:p>
      </dgm:t>
    </dgm:pt>
    <dgm:pt modelId="{784D3E40-8AC6-4134-9F89-E8B9971C07B0}">
      <dgm:prSet phldrT="[Text]"/>
      <dgm:spPr/>
      <dgm:t>
        <a:bodyPr/>
        <a:lstStyle/>
        <a:p>
          <a:r>
            <a:rPr lang="en-US" dirty="0"/>
            <a:t>Few issues- SAM: surface-to-air missile, Premium: Insurance Premium</a:t>
          </a:r>
        </a:p>
      </dgm:t>
    </dgm:pt>
    <dgm:pt modelId="{7980E3B6-6291-4230-8E0F-FA5C04DDB5B6}" type="parTrans" cxnId="{889DF8BE-F57D-4CDA-8E75-6069F7A319C0}">
      <dgm:prSet/>
      <dgm:spPr/>
      <dgm:t>
        <a:bodyPr/>
        <a:lstStyle/>
        <a:p>
          <a:endParaRPr lang="en-US"/>
        </a:p>
      </dgm:t>
    </dgm:pt>
    <dgm:pt modelId="{C2F1B717-61E0-40AC-A1E7-0E6AEF8D021C}" type="sibTrans" cxnId="{889DF8BE-F57D-4CDA-8E75-6069F7A319C0}">
      <dgm:prSet/>
      <dgm:spPr/>
      <dgm:t>
        <a:bodyPr/>
        <a:lstStyle/>
        <a:p>
          <a:endParaRPr lang="en-US"/>
        </a:p>
      </dgm:t>
    </dgm:pt>
    <dgm:pt modelId="{EC68286B-D5CC-495C-B8E5-05EDAC97E96A}">
      <dgm:prSet phldrT="[Text]"/>
      <dgm:spPr>
        <a:ln>
          <a:solidFill>
            <a:schemeClr val="accent6"/>
          </a:solidFill>
        </a:ln>
      </dgm:spPr>
      <dgm:t>
        <a:bodyPr/>
        <a:lstStyle/>
        <a:p>
          <a:r>
            <a:rPr lang="en-US" dirty="0"/>
            <a:t>Randomly choose a word in the sentence and look for its synonym. If that word is present in Walmart list, return its list of synonyms and replace with any of them randomly. If word not found in Walmart list, return nothing. </a:t>
          </a:r>
        </a:p>
      </dgm:t>
    </dgm:pt>
    <dgm:pt modelId="{61B564A3-EF79-4850-8B86-E1B2884B6F29}" type="parTrans" cxnId="{0DDFCD9C-C01A-4518-9CC3-E23D4638D0D8}">
      <dgm:prSet/>
      <dgm:spPr/>
      <dgm:t>
        <a:bodyPr/>
        <a:lstStyle/>
        <a:p>
          <a:endParaRPr lang="en-US"/>
        </a:p>
      </dgm:t>
    </dgm:pt>
    <dgm:pt modelId="{F0C4AF72-D275-405B-8E26-7F00A4BCC280}" type="sibTrans" cxnId="{0DDFCD9C-C01A-4518-9CC3-E23D4638D0D8}">
      <dgm:prSet/>
      <dgm:spPr/>
      <dgm:t>
        <a:bodyPr/>
        <a:lstStyle/>
        <a:p>
          <a:endParaRPr lang="en-US"/>
        </a:p>
      </dgm:t>
    </dgm:pt>
    <dgm:pt modelId="{0E0CD684-75EF-420A-BAD5-A7BB23523A9B}">
      <dgm:prSet phldrT="[Text]"/>
      <dgm:spPr>
        <a:ln>
          <a:solidFill>
            <a:schemeClr val="accent5"/>
          </a:solidFill>
        </a:ln>
      </dgm:spPr>
      <dgm:t>
        <a:bodyPr/>
        <a:lstStyle/>
        <a:p>
          <a:r>
            <a:rPr lang="en-US" dirty="0"/>
            <a:t>Set the ratio of verb, noun and adjectives.</a:t>
          </a:r>
        </a:p>
      </dgm:t>
    </dgm:pt>
    <dgm:pt modelId="{2CFEA8EC-0DA1-428C-9791-783611BC18FB}" type="parTrans" cxnId="{CBBD737D-893C-44F5-84F3-AFDF3D074581}">
      <dgm:prSet/>
      <dgm:spPr/>
      <dgm:t>
        <a:bodyPr/>
        <a:lstStyle/>
        <a:p>
          <a:endParaRPr lang="en-US"/>
        </a:p>
      </dgm:t>
    </dgm:pt>
    <dgm:pt modelId="{5BA7A1B9-9A4F-4214-9A60-3BF318259A64}" type="sibTrans" cxnId="{CBBD737D-893C-44F5-84F3-AFDF3D074581}">
      <dgm:prSet/>
      <dgm:spPr/>
      <dgm:t>
        <a:bodyPr/>
        <a:lstStyle/>
        <a:p>
          <a:endParaRPr lang="en-US"/>
        </a:p>
      </dgm:t>
    </dgm:pt>
    <dgm:pt modelId="{5B696CF4-243B-4888-AE07-E11A960025B5}">
      <dgm:prSet phldrT="[Text]"/>
      <dgm:spPr>
        <a:ln>
          <a:solidFill>
            <a:schemeClr val="accent5"/>
          </a:solidFill>
        </a:ln>
      </dgm:spPr>
      <dgm:t>
        <a:bodyPr/>
        <a:lstStyle/>
        <a:p>
          <a:r>
            <a:rPr lang="en-US" dirty="0"/>
            <a:t>If transformation function for verb is applied, then it will find all the verbs in the sentence, and randomly select any of them to look for synonym.</a:t>
          </a:r>
        </a:p>
      </dgm:t>
    </dgm:pt>
    <dgm:pt modelId="{6DB90AF7-3989-45FD-8FAA-5EF936A76B97}" type="parTrans" cxnId="{6A4DD98A-8143-4C9C-B67A-09E595FE5853}">
      <dgm:prSet/>
      <dgm:spPr/>
      <dgm:t>
        <a:bodyPr/>
        <a:lstStyle/>
        <a:p>
          <a:endParaRPr lang="en-US"/>
        </a:p>
      </dgm:t>
    </dgm:pt>
    <dgm:pt modelId="{839DCA7D-0381-435A-AAD4-6B01D656E06D}" type="sibTrans" cxnId="{6A4DD98A-8143-4C9C-B67A-09E595FE5853}">
      <dgm:prSet/>
      <dgm:spPr/>
      <dgm:t>
        <a:bodyPr/>
        <a:lstStyle/>
        <a:p>
          <a:endParaRPr lang="en-US"/>
        </a:p>
      </dgm:t>
    </dgm:pt>
    <dgm:pt modelId="{436E850A-8F2B-4BCC-BB0D-A845A46B6AAB}">
      <dgm:prSet phldrT="[Text]"/>
      <dgm:spPr>
        <a:ln>
          <a:solidFill>
            <a:schemeClr val="accent5"/>
          </a:solidFill>
        </a:ln>
      </dgm:spPr>
      <dgm:t>
        <a:bodyPr/>
        <a:lstStyle/>
        <a:p>
          <a:r>
            <a:rPr lang="en-US" dirty="0"/>
            <a:t>If the chosen verb is present in our Walmart list, then it is replaced with anyone of its synonyms, else if the verb is not present then return nothing.</a:t>
          </a:r>
        </a:p>
      </dgm:t>
    </dgm:pt>
    <dgm:pt modelId="{35FBCA05-5FD0-496D-AC3B-F4F3079FDA55}" type="parTrans" cxnId="{4A4E21C7-4193-4E63-937A-66CBCAEFCD05}">
      <dgm:prSet/>
      <dgm:spPr/>
      <dgm:t>
        <a:bodyPr/>
        <a:lstStyle/>
        <a:p>
          <a:endParaRPr lang="en-US"/>
        </a:p>
      </dgm:t>
    </dgm:pt>
    <dgm:pt modelId="{B77A2326-FB4D-44DE-8418-86ECCB79F98E}" type="sibTrans" cxnId="{4A4E21C7-4193-4E63-937A-66CBCAEFCD05}">
      <dgm:prSet/>
      <dgm:spPr/>
      <dgm:t>
        <a:bodyPr/>
        <a:lstStyle/>
        <a:p>
          <a:endParaRPr lang="en-US"/>
        </a:p>
      </dgm:t>
    </dgm:pt>
    <dgm:pt modelId="{469F1184-B716-4202-8730-05CF53716F31}" type="pres">
      <dgm:prSet presAssocID="{9678A1C1-BF4A-4A5A-B48C-80C68A323196}" presName="linear" presStyleCnt="0">
        <dgm:presLayoutVars>
          <dgm:dir/>
          <dgm:animLvl val="lvl"/>
          <dgm:resizeHandles val="exact"/>
        </dgm:presLayoutVars>
      </dgm:prSet>
      <dgm:spPr/>
    </dgm:pt>
    <dgm:pt modelId="{FE7071AA-23A4-4410-B53A-A9AE5B31D12F}" type="pres">
      <dgm:prSet presAssocID="{579F8662-6CF8-47E8-AE03-16A328D95368}" presName="parentLin" presStyleCnt="0"/>
      <dgm:spPr/>
    </dgm:pt>
    <dgm:pt modelId="{845AECA8-AD66-4397-AC12-B33102C0E44B}" type="pres">
      <dgm:prSet presAssocID="{579F8662-6CF8-47E8-AE03-16A328D95368}" presName="parentLeftMargin" presStyleLbl="node1" presStyleIdx="0" presStyleCnt="3"/>
      <dgm:spPr/>
    </dgm:pt>
    <dgm:pt modelId="{3F6EB0EE-79AA-4413-9F89-D84D826A61F0}" type="pres">
      <dgm:prSet presAssocID="{579F8662-6CF8-47E8-AE03-16A328D95368}" presName="parentText" presStyleLbl="node1" presStyleIdx="0" presStyleCnt="3">
        <dgm:presLayoutVars>
          <dgm:chMax val="0"/>
          <dgm:bulletEnabled val="1"/>
        </dgm:presLayoutVars>
      </dgm:prSet>
      <dgm:spPr/>
    </dgm:pt>
    <dgm:pt modelId="{5B9FB9F9-1B6C-4EE5-A14D-29B3E0BCDF20}" type="pres">
      <dgm:prSet presAssocID="{579F8662-6CF8-47E8-AE03-16A328D95368}" presName="negativeSpace" presStyleCnt="0"/>
      <dgm:spPr/>
    </dgm:pt>
    <dgm:pt modelId="{C853E562-2233-4C87-9163-C84C75EBB75B}" type="pres">
      <dgm:prSet presAssocID="{579F8662-6CF8-47E8-AE03-16A328D95368}" presName="childText" presStyleLbl="conFgAcc1" presStyleIdx="0" presStyleCnt="3">
        <dgm:presLayoutVars>
          <dgm:bulletEnabled val="1"/>
        </dgm:presLayoutVars>
      </dgm:prSet>
      <dgm:spPr/>
    </dgm:pt>
    <dgm:pt modelId="{6989E75E-D413-4F59-A12C-9454B616565B}" type="pres">
      <dgm:prSet presAssocID="{F209AA7D-DE88-4FD5-8F75-F649A38A95BB}" presName="spaceBetweenRectangles" presStyleCnt="0"/>
      <dgm:spPr/>
    </dgm:pt>
    <dgm:pt modelId="{B5B2EF53-9048-44FD-AD27-AF81D406C8DE}" type="pres">
      <dgm:prSet presAssocID="{08B6B361-0C95-4DCB-9086-E4D05E012C1B}" presName="parentLin" presStyleCnt="0"/>
      <dgm:spPr/>
    </dgm:pt>
    <dgm:pt modelId="{5CF7478E-2DDE-45CD-8D0C-A12EC3A70766}" type="pres">
      <dgm:prSet presAssocID="{08B6B361-0C95-4DCB-9086-E4D05E012C1B}" presName="parentLeftMargin" presStyleLbl="node1" presStyleIdx="0" presStyleCnt="3"/>
      <dgm:spPr/>
    </dgm:pt>
    <dgm:pt modelId="{4F931AB2-0D6D-4D3C-B4CF-AA2C9E60CFB4}" type="pres">
      <dgm:prSet presAssocID="{08B6B361-0C95-4DCB-9086-E4D05E012C1B}" presName="parentText" presStyleLbl="node1" presStyleIdx="1" presStyleCnt="3">
        <dgm:presLayoutVars>
          <dgm:chMax val="0"/>
          <dgm:bulletEnabled val="1"/>
        </dgm:presLayoutVars>
      </dgm:prSet>
      <dgm:spPr/>
    </dgm:pt>
    <dgm:pt modelId="{362A17A0-4F45-421C-BA35-6C646CBFAE96}" type="pres">
      <dgm:prSet presAssocID="{08B6B361-0C95-4DCB-9086-E4D05E012C1B}" presName="negativeSpace" presStyleCnt="0"/>
      <dgm:spPr/>
    </dgm:pt>
    <dgm:pt modelId="{47596F64-7F36-470B-972D-B3FDAB19EDF0}" type="pres">
      <dgm:prSet presAssocID="{08B6B361-0C95-4DCB-9086-E4D05E012C1B}" presName="childText" presStyleLbl="conFgAcc1" presStyleIdx="1" presStyleCnt="3">
        <dgm:presLayoutVars>
          <dgm:bulletEnabled val="1"/>
        </dgm:presLayoutVars>
      </dgm:prSet>
      <dgm:spPr/>
    </dgm:pt>
    <dgm:pt modelId="{CCF3D787-FF58-4815-93FE-B3E20F00057D}" type="pres">
      <dgm:prSet presAssocID="{8BDFCBD1-2D9A-4DC7-9C40-E43EF2BCC8E7}" presName="spaceBetweenRectangles" presStyleCnt="0"/>
      <dgm:spPr/>
    </dgm:pt>
    <dgm:pt modelId="{8148903B-A36C-4287-8B53-DF9955F8AB4D}" type="pres">
      <dgm:prSet presAssocID="{D5670C89-8396-48DD-A1B6-092EA3A002FC}" presName="parentLin" presStyleCnt="0"/>
      <dgm:spPr/>
    </dgm:pt>
    <dgm:pt modelId="{6B913E73-826C-45EC-8E62-DA5D75ECF48D}" type="pres">
      <dgm:prSet presAssocID="{D5670C89-8396-48DD-A1B6-092EA3A002FC}" presName="parentLeftMargin" presStyleLbl="node1" presStyleIdx="1" presStyleCnt="3"/>
      <dgm:spPr/>
    </dgm:pt>
    <dgm:pt modelId="{9E66FA2E-830C-4801-9633-B75CE60B3D8C}" type="pres">
      <dgm:prSet presAssocID="{D5670C89-8396-48DD-A1B6-092EA3A002FC}" presName="parentText" presStyleLbl="node1" presStyleIdx="2" presStyleCnt="3">
        <dgm:presLayoutVars>
          <dgm:chMax val="0"/>
          <dgm:bulletEnabled val="1"/>
        </dgm:presLayoutVars>
      </dgm:prSet>
      <dgm:spPr/>
    </dgm:pt>
    <dgm:pt modelId="{2EF42D6B-B6EB-4AAC-A9AD-99E17675AEA2}" type="pres">
      <dgm:prSet presAssocID="{D5670C89-8396-48DD-A1B6-092EA3A002FC}" presName="negativeSpace" presStyleCnt="0"/>
      <dgm:spPr/>
    </dgm:pt>
    <dgm:pt modelId="{93CF770A-E78D-45D5-AE26-CCB8B5A717ED}" type="pres">
      <dgm:prSet presAssocID="{D5670C89-8396-48DD-A1B6-092EA3A002FC}" presName="childText" presStyleLbl="conFgAcc1" presStyleIdx="2" presStyleCnt="3">
        <dgm:presLayoutVars>
          <dgm:bulletEnabled val="1"/>
        </dgm:presLayoutVars>
      </dgm:prSet>
      <dgm:spPr/>
    </dgm:pt>
  </dgm:ptLst>
  <dgm:cxnLst>
    <dgm:cxn modelId="{17AE5709-3544-4497-AF93-97707993D9BD}" type="presOf" srcId="{579F8662-6CF8-47E8-AE03-16A328D95368}" destId="{845AECA8-AD66-4397-AC12-B33102C0E44B}" srcOrd="0" destOrd="0" presId="urn:microsoft.com/office/officeart/2005/8/layout/list1"/>
    <dgm:cxn modelId="{1E3BD821-370E-4035-82D1-135DD16DAD40}" srcId="{9678A1C1-BF4A-4A5A-B48C-80C68A323196}" destId="{579F8662-6CF8-47E8-AE03-16A328D95368}" srcOrd="0" destOrd="0" parTransId="{B6F0F48F-2C33-4D21-AFFD-7EFA3BB29270}" sibTransId="{F209AA7D-DE88-4FD5-8F75-F649A38A95BB}"/>
    <dgm:cxn modelId="{5B98BD62-B576-4897-8D8E-A9147C730859}" type="presOf" srcId="{436E850A-8F2B-4BCC-BB0D-A845A46B6AAB}" destId="{93CF770A-E78D-45D5-AE26-CCB8B5A717ED}" srcOrd="0" destOrd="2" presId="urn:microsoft.com/office/officeart/2005/8/layout/list1"/>
    <dgm:cxn modelId="{A52C5C4A-E4E3-4F27-9C9E-5ED5221A8CD9}" srcId="{9678A1C1-BF4A-4A5A-B48C-80C68A323196}" destId="{D5670C89-8396-48DD-A1B6-092EA3A002FC}" srcOrd="2" destOrd="0" parTransId="{BF5D7828-D311-414E-A595-73F762780B71}" sibTransId="{1A79AEED-D974-4FEC-BF2C-7A62F6ABEE26}"/>
    <dgm:cxn modelId="{20A6106E-BCA9-4062-AC7D-FB934E8C914A}" type="presOf" srcId="{08B6B361-0C95-4DCB-9086-E4D05E012C1B}" destId="{5CF7478E-2DDE-45CD-8D0C-A12EC3A70766}" srcOrd="0" destOrd="0" presId="urn:microsoft.com/office/officeart/2005/8/layout/list1"/>
    <dgm:cxn modelId="{87FEB556-4812-4CBD-81C4-C929F8023FF2}" srcId="{9678A1C1-BF4A-4A5A-B48C-80C68A323196}" destId="{08B6B361-0C95-4DCB-9086-E4D05E012C1B}" srcOrd="1" destOrd="0" parTransId="{D78FE1EC-F099-48D7-A926-7A60BB925346}" sibTransId="{8BDFCBD1-2D9A-4DC7-9C40-E43EF2BCC8E7}"/>
    <dgm:cxn modelId="{4F4A9878-76E5-4BE4-8071-C2A70C9C775D}" type="presOf" srcId="{D5670C89-8396-48DD-A1B6-092EA3A002FC}" destId="{9E66FA2E-830C-4801-9633-B75CE60B3D8C}" srcOrd="1" destOrd="0" presId="urn:microsoft.com/office/officeart/2005/8/layout/list1"/>
    <dgm:cxn modelId="{CBBD737D-893C-44F5-84F3-AFDF3D074581}" srcId="{D5670C89-8396-48DD-A1B6-092EA3A002FC}" destId="{0E0CD684-75EF-420A-BAD5-A7BB23523A9B}" srcOrd="0" destOrd="0" parTransId="{2CFEA8EC-0DA1-428C-9791-783611BC18FB}" sibTransId="{5BA7A1B9-9A4F-4214-9A60-3BF318259A64}"/>
    <dgm:cxn modelId="{6A4DD98A-8143-4C9C-B67A-09E595FE5853}" srcId="{D5670C89-8396-48DD-A1B6-092EA3A002FC}" destId="{5B696CF4-243B-4888-AE07-E11A960025B5}" srcOrd="1" destOrd="0" parTransId="{6DB90AF7-3989-45FD-8FAA-5EF936A76B97}" sibTransId="{839DCA7D-0381-435A-AAD4-6B01D656E06D}"/>
    <dgm:cxn modelId="{32528A91-5F09-400A-BB27-56AE6089766F}" type="presOf" srcId="{9678A1C1-BF4A-4A5A-B48C-80C68A323196}" destId="{469F1184-B716-4202-8730-05CF53716F31}" srcOrd="0" destOrd="0" presId="urn:microsoft.com/office/officeart/2005/8/layout/list1"/>
    <dgm:cxn modelId="{0DDFCD9C-C01A-4518-9CC3-E23D4638D0D8}" srcId="{08B6B361-0C95-4DCB-9086-E4D05E012C1B}" destId="{EC68286B-D5CC-495C-B8E5-05EDAC97E96A}" srcOrd="0" destOrd="0" parTransId="{61B564A3-EF79-4850-8B86-E1B2884B6F29}" sibTransId="{F0C4AF72-D275-405B-8E26-7F00A4BCC280}"/>
    <dgm:cxn modelId="{057759A7-7E6A-4D2F-818C-B4FC0AA2DC7C}" type="presOf" srcId="{1A67DF27-9E57-4627-87D0-3265C971A13B}" destId="{C853E562-2233-4C87-9163-C84C75EBB75B}" srcOrd="0" destOrd="0" presId="urn:microsoft.com/office/officeart/2005/8/layout/list1"/>
    <dgm:cxn modelId="{4FD3B2AA-2C2C-41E8-94E4-F38CE69EE45D}" type="presOf" srcId="{784D3E40-8AC6-4134-9F89-E8B9971C07B0}" destId="{C853E562-2233-4C87-9163-C84C75EBB75B}" srcOrd="0" destOrd="1" presId="urn:microsoft.com/office/officeart/2005/8/layout/list1"/>
    <dgm:cxn modelId="{46532EBE-1F2E-4205-B720-0BCDE9599157}" type="presOf" srcId="{0E0CD684-75EF-420A-BAD5-A7BB23523A9B}" destId="{93CF770A-E78D-45D5-AE26-CCB8B5A717ED}" srcOrd="0" destOrd="0" presId="urn:microsoft.com/office/officeart/2005/8/layout/list1"/>
    <dgm:cxn modelId="{889DF8BE-F57D-4CDA-8E75-6069F7A319C0}" srcId="{579F8662-6CF8-47E8-AE03-16A328D95368}" destId="{784D3E40-8AC6-4134-9F89-E8B9971C07B0}" srcOrd="1" destOrd="0" parTransId="{7980E3B6-6291-4230-8E0F-FA5C04DDB5B6}" sibTransId="{C2F1B717-61E0-40AC-A1E7-0E6AEF8D021C}"/>
    <dgm:cxn modelId="{4A4E21C7-4193-4E63-937A-66CBCAEFCD05}" srcId="{D5670C89-8396-48DD-A1B6-092EA3A002FC}" destId="{436E850A-8F2B-4BCC-BB0D-A845A46B6AAB}" srcOrd="2" destOrd="0" parTransId="{35FBCA05-5FD0-496D-AC3B-F4F3079FDA55}" sibTransId="{B77A2326-FB4D-44DE-8418-86ECCB79F98E}"/>
    <dgm:cxn modelId="{26C99FCE-14D1-49D8-8D36-884370B6CC7E}" type="presOf" srcId="{5B696CF4-243B-4888-AE07-E11A960025B5}" destId="{93CF770A-E78D-45D5-AE26-CCB8B5A717ED}" srcOrd="0" destOrd="1" presId="urn:microsoft.com/office/officeart/2005/8/layout/list1"/>
    <dgm:cxn modelId="{C450E9D1-61CF-42B8-8586-B476448E8B39}" type="presOf" srcId="{D5670C89-8396-48DD-A1B6-092EA3A002FC}" destId="{6B913E73-826C-45EC-8E62-DA5D75ECF48D}" srcOrd="0" destOrd="0" presId="urn:microsoft.com/office/officeart/2005/8/layout/list1"/>
    <dgm:cxn modelId="{5C97B0DB-2F9A-48D4-B313-9CB6B9D351D8}" srcId="{579F8662-6CF8-47E8-AE03-16A328D95368}" destId="{1A67DF27-9E57-4627-87D0-3265C971A13B}" srcOrd="0" destOrd="0" parTransId="{3B3944CC-F3FA-4C62-840A-EACE5B7E7FD2}" sibTransId="{FEA61949-8837-4784-B6DD-73D67C4C4A8F}"/>
    <dgm:cxn modelId="{B324C1DF-03D5-4076-8736-D0658102A43E}" type="presOf" srcId="{EC68286B-D5CC-495C-B8E5-05EDAC97E96A}" destId="{47596F64-7F36-470B-972D-B3FDAB19EDF0}" srcOrd="0" destOrd="0" presId="urn:microsoft.com/office/officeart/2005/8/layout/list1"/>
    <dgm:cxn modelId="{A7FC05F2-B708-44B6-8049-08CDB8F41FF2}" type="presOf" srcId="{579F8662-6CF8-47E8-AE03-16A328D95368}" destId="{3F6EB0EE-79AA-4413-9F89-D84D826A61F0}" srcOrd="1" destOrd="0" presId="urn:microsoft.com/office/officeart/2005/8/layout/list1"/>
    <dgm:cxn modelId="{B3B07EFB-74BA-440A-86D4-73B971C4690C}" type="presOf" srcId="{08B6B361-0C95-4DCB-9086-E4D05E012C1B}" destId="{4F931AB2-0D6D-4D3C-B4CF-AA2C9E60CFB4}" srcOrd="1" destOrd="0" presId="urn:microsoft.com/office/officeart/2005/8/layout/list1"/>
    <dgm:cxn modelId="{BEEAC054-EB6C-4F04-9427-BF9E6E179A29}" type="presParOf" srcId="{469F1184-B716-4202-8730-05CF53716F31}" destId="{FE7071AA-23A4-4410-B53A-A9AE5B31D12F}" srcOrd="0" destOrd="0" presId="urn:microsoft.com/office/officeart/2005/8/layout/list1"/>
    <dgm:cxn modelId="{0D2512A6-D768-4B95-94C8-CF3849B81B5A}" type="presParOf" srcId="{FE7071AA-23A4-4410-B53A-A9AE5B31D12F}" destId="{845AECA8-AD66-4397-AC12-B33102C0E44B}" srcOrd="0" destOrd="0" presId="urn:microsoft.com/office/officeart/2005/8/layout/list1"/>
    <dgm:cxn modelId="{05A00A4F-61BF-490E-8AC1-0AB0E4638D72}" type="presParOf" srcId="{FE7071AA-23A4-4410-B53A-A9AE5B31D12F}" destId="{3F6EB0EE-79AA-4413-9F89-D84D826A61F0}" srcOrd="1" destOrd="0" presId="urn:microsoft.com/office/officeart/2005/8/layout/list1"/>
    <dgm:cxn modelId="{EE5E659A-3635-425E-8A39-F0277D814E35}" type="presParOf" srcId="{469F1184-B716-4202-8730-05CF53716F31}" destId="{5B9FB9F9-1B6C-4EE5-A14D-29B3E0BCDF20}" srcOrd="1" destOrd="0" presId="urn:microsoft.com/office/officeart/2005/8/layout/list1"/>
    <dgm:cxn modelId="{BD7A5503-D8D4-4CB0-AA67-0E5619453200}" type="presParOf" srcId="{469F1184-B716-4202-8730-05CF53716F31}" destId="{C853E562-2233-4C87-9163-C84C75EBB75B}" srcOrd="2" destOrd="0" presId="urn:microsoft.com/office/officeart/2005/8/layout/list1"/>
    <dgm:cxn modelId="{F846BA7F-F594-4B1B-A46B-6612689DE93C}" type="presParOf" srcId="{469F1184-B716-4202-8730-05CF53716F31}" destId="{6989E75E-D413-4F59-A12C-9454B616565B}" srcOrd="3" destOrd="0" presId="urn:microsoft.com/office/officeart/2005/8/layout/list1"/>
    <dgm:cxn modelId="{48AECA71-C3DE-43A6-BB6A-07EFF781F98B}" type="presParOf" srcId="{469F1184-B716-4202-8730-05CF53716F31}" destId="{B5B2EF53-9048-44FD-AD27-AF81D406C8DE}" srcOrd="4" destOrd="0" presId="urn:microsoft.com/office/officeart/2005/8/layout/list1"/>
    <dgm:cxn modelId="{730C06CA-0980-45AE-BE71-194F5DBB4B7A}" type="presParOf" srcId="{B5B2EF53-9048-44FD-AD27-AF81D406C8DE}" destId="{5CF7478E-2DDE-45CD-8D0C-A12EC3A70766}" srcOrd="0" destOrd="0" presId="urn:microsoft.com/office/officeart/2005/8/layout/list1"/>
    <dgm:cxn modelId="{0018025D-0D6C-48A0-8A37-4243859709FE}" type="presParOf" srcId="{B5B2EF53-9048-44FD-AD27-AF81D406C8DE}" destId="{4F931AB2-0D6D-4D3C-B4CF-AA2C9E60CFB4}" srcOrd="1" destOrd="0" presId="urn:microsoft.com/office/officeart/2005/8/layout/list1"/>
    <dgm:cxn modelId="{7E6F6461-D264-45D2-B588-47AC922DB2D9}" type="presParOf" srcId="{469F1184-B716-4202-8730-05CF53716F31}" destId="{362A17A0-4F45-421C-BA35-6C646CBFAE96}" srcOrd="5" destOrd="0" presId="urn:microsoft.com/office/officeart/2005/8/layout/list1"/>
    <dgm:cxn modelId="{538AF120-F89A-4928-BAFB-76603CD2204B}" type="presParOf" srcId="{469F1184-B716-4202-8730-05CF53716F31}" destId="{47596F64-7F36-470B-972D-B3FDAB19EDF0}" srcOrd="6" destOrd="0" presId="urn:microsoft.com/office/officeart/2005/8/layout/list1"/>
    <dgm:cxn modelId="{6D4F6A2C-EDBF-46E5-A0A6-3E8EC3E1955D}" type="presParOf" srcId="{469F1184-B716-4202-8730-05CF53716F31}" destId="{CCF3D787-FF58-4815-93FE-B3E20F00057D}" srcOrd="7" destOrd="0" presId="urn:microsoft.com/office/officeart/2005/8/layout/list1"/>
    <dgm:cxn modelId="{FB948FA6-EFB8-48BF-8242-37411C24BEA0}" type="presParOf" srcId="{469F1184-B716-4202-8730-05CF53716F31}" destId="{8148903B-A36C-4287-8B53-DF9955F8AB4D}" srcOrd="8" destOrd="0" presId="urn:microsoft.com/office/officeart/2005/8/layout/list1"/>
    <dgm:cxn modelId="{764BAB7A-E0F6-46CE-8E63-44DE6B7A04F1}" type="presParOf" srcId="{8148903B-A36C-4287-8B53-DF9955F8AB4D}" destId="{6B913E73-826C-45EC-8E62-DA5D75ECF48D}" srcOrd="0" destOrd="0" presId="urn:microsoft.com/office/officeart/2005/8/layout/list1"/>
    <dgm:cxn modelId="{C92072C4-9F94-4656-A25E-E4F2F52EC305}" type="presParOf" srcId="{8148903B-A36C-4287-8B53-DF9955F8AB4D}" destId="{9E66FA2E-830C-4801-9633-B75CE60B3D8C}" srcOrd="1" destOrd="0" presId="urn:microsoft.com/office/officeart/2005/8/layout/list1"/>
    <dgm:cxn modelId="{11E35355-CDB5-4DDA-8CEE-E82C97F1B8E8}" type="presParOf" srcId="{469F1184-B716-4202-8730-05CF53716F31}" destId="{2EF42D6B-B6EB-4AAC-A9AD-99E17675AEA2}" srcOrd="9" destOrd="0" presId="urn:microsoft.com/office/officeart/2005/8/layout/list1"/>
    <dgm:cxn modelId="{03F1E93B-8043-4F2B-AE94-75A71FCEAE69}" type="presParOf" srcId="{469F1184-B716-4202-8730-05CF53716F31}" destId="{93CF770A-E78D-45D5-AE26-CCB8B5A717ED}"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6.xml><?xml version="1.0" encoding="utf-8"?>
<dgm:dataModel xmlns:dgm="http://schemas.openxmlformats.org/drawingml/2006/diagram" xmlns:a="http://schemas.openxmlformats.org/drawingml/2006/main">
  <dgm:ptLst>
    <dgm:pt modelId="{BE05E081-ACB3-45F3-AD04-3013674F5118}" type="doc">
      <dgm:prSet loTypeId="urn:microsoft.com/office/officeart/2005/8/layout/hChevron3" loCatId="process" qsTypeId="urn:microsoft.com/office/officeart/2005/8/quickstyle/simple1" qsCatId="simple" csTypeId="urn:microsoft.com/office/officeart/2005/8/colors/accent1_2" csCatId="accent1" phldr="1"/>
      <dgm:spPr/>
    </dgm:pt>
    <dgm:pt modelId="{08915160-1DE5-44AC-96E3-80C3D4DC96BC}">
      <dgm:prSet phldrT="[Text]">
        <dgm:style>
          <a:lnRef idx="2">
            <a:schemeClr val="accent3"/>
          </a:lnRef>
          <a:fillRef idx="1">
            <a:schemeClr val="lt1"/>
          </a:fillRef>
          <a:effectRef idx="0">
            <a:schemeClr val="accent3"/>
          </a:effectRef>
          <a:fontRef idx="minor">
            <a:schemeClr val="dk1"/>
          </a:fontRef>
        </dgm:style>
      </dgm:prSet>
      <dgm:spPr/>
      <dgm:t>
        <a:bodyPr/>
        <a:lstStyle/>
        <a:p>
          <a:pPr algn="l"/>
          <a:r>
            <a:rPr lang="en-US" dirty="0"/>
            <a:t>Spell correction (manual &amp; Walmart)</a:t>
          </a:r>
        </a:p>
      </dgm:t>
    </dgm:pt>
    <dgm:pt modelId="{5B22A861-08DE-4F08-9AB9-6D9FC60843A8}" type="parTrans" cxnId="{74E0B377-B80F-48EA-AC34-748F4D18FDA3}">
      <dgm:prSet/>
      <dgm:spPr/>
      <dgm:t>
        <a:bodyPr/>
        <a:lstStyle/>
        <a:p>
          <a:endParaRPr lang="en-US"/>
        </a:p>
      </dgm:t>
    </dgm:pt>
    <dgm:pt modelId="{F4B069E6-2A26-46E6-9C60-689F94ECDCDF}" type="sibTrans" cxnId="{74E0B377-B80F-48EA-AC34-748F4D18FDA3}">
      <dgm:prSet/>
      <dgm:spPr/>
      <dgm:t>
        <a:bodyPr/>
        <a:lstStyle/>
        <a:p>
          <a:endParaRPr lang="en-US"/>
        </a:p>
      </dgm:t>
    </dgm:pt>
    <dgm:pt modelId="{C00AEC5F-43C2-437F-A99A-69B6E753DF06}">
      <dgm:prSet phldrT="[Text]">
        <dgm:style>
          <a:lnRef idx="2">
            <a:schemeClr val="accent3"/>
          </a:lnRef>
          <a:fillRef idx="1">
            <a:schemeClr val="lt1"/>
          </a:fillRef>
          <a:effectRef idx="0">
            <a:schemeClr val="accent3"/>
          </a:effectRef>
          <a:fontRef idx="minor">
            <a:schemeClr val="dk1"/>
          </a:fontRef>
        </dgm:style>
      </dgm:prSet>
      <dgm:spPr/>
      <dgm:t>
        <a:bodyPr/>
        <a:lstStyle/>
        <a:p>
          <a:r>
            <a:rPr lang="en-US" dirty="0"/>
            <a:t>Stopwords and Numbers removed</a:t>
          </a:r>
        </a:p>
      </dgm:t>
    </dgm:pt>
    <dgm:pt modelId="{DEDBA2D4-2FE2-46F9-923E-945C4AF9FE8A}" type="parTrans" cxnId="{FA957598-F66A-492A-B223-18FE812C4E77}">
      <dgm:prSet/>
      <dgm:spPr/>
      <dgm:t>
        <a:bodyPr/>
        <a:lstStyle/>
        <a:p>
          <a:endParaRPr lang="en-US"/>
        </a:p>
      </dgm:t>
    </dgm:pt>
    <dgm:pt modelId="{935F94FE-DA67-4268-9194-AAD21557149E}" type="sibTrans" cxnId="{FA957598-F66A-492A-B223-18FE812C4E77}">
      <dgm:prSet/>
      <dgm:spPr/>
      <dgm:t>
        <a:bodyPr/>
        <a:lstStyle/>
        <a:p>
          <a:endParaRPr lang="en-US"/>
        </a:p>
      </dgm:t>
    </dgm:pt>
    <dgm:pt modelId="{E91B8BDF-02DC-484B-BDB9-954C4A2AF85A}">
      <dgm:prSet phldrT="[Text]">
        <dgm:style>
          <a:lnRef idx="2">
            <a:schemeClr val="accent3"/>
          </a:lnRef>
          <a:fillRef idx="1">
            <a:schemeClr val="lt1"/>
          </a:fillRef>
          <a:effectRef idx="0">
            <a:schemeClr val="accent3"/>
          </a:effectRef>
          <a:fontRef idx="minor">
            <a:schemeClr val="dk1"/>
          </a:fontRef>
        </dgm:style>
      </dgm:prSet>
      <dgm:spPr/>
      <dgm:t>
        <a:bodyPr/>
        <a:lstStyle/>
        <a:p>
          <a:r>
            <a:rPr lang="en-US" dirty="0"/>
            <a:t>Lemmatize words with chars more than 3</a:t>
          </a:r>
        </a:p>
      </dgm:t>
    </dgm:pt>
    <dgm:pt modelId="{2FEC74A4-5CAB-499B-B7CE-EBC2FDB1AC64}" type="parTrans" cxnId="{FDAB2FAE-0746-4EAB-96DE-8F16E8AE81C5}">
      <dgm:prSet/>
      <dgm:spPr/>
      <dgm:t>
        <a:bodyPr/>
        <a:lstStyle/>
        <a:p>
          <a:endParaRPr lang="en-US"/>
        </a:p>
      </dgm:t>
    </dgm:pt>
    <dgm:pt modelId="{8A20B5D4-BC86-4519-B072-D045C2589C74}" type="sibTrans" cxnId="{FDAB2FAE-0746-4EAB-96DE-8F16E8AE81C5}">
      <dgm:prSet/>
      <dgm:spPr/>
      <dgm:t>
        <a:bodyPr/>
        <a:lstStyle/>
        <a:p>
          <a:endParaRPr lang="en-US"/>
        </a:p>
      </dgm:t>
    </dgm:pt>
    <dgm:pt modelId="{ADB53CB2-D5EB-4299-A425-58CBAF205A11}">
      <dgm:prSet phldrT="[Text]">
        <dgm:style>
          <a:lnRef idx="2">
            <a:schemeClr val="accent3"/>
          </a:lnRef>
          <a:fillRef idx="1">
            <a:schemeClr val="lt1"/>
          </a:fillRef>
          <a:effectRef idx="0">
            <a:schemeClr val="accent3"/>
          </a:effectRef>
          <a:fontRef idx="minor">
            <a:schemeClr val="dk1"/>
          </a:fontRef>
        </dgm:style>
      </dgm:prSet>
      <dgm:spPr/>
      <dgm:t>
        <a:bodyPr/>
        <a:lstStyle/>
        <a:p>
          <a:r>
            <a:rPr lang="en-US" dirty="0"/>
            <a:t>Remove words with 1 and 2 chars</a:t>
          </a:r>
        </a:p>
      </dgm:t>
    </dgm:pt>
    <dgm:pt modelId="{178B3195-347E-47BD-A29B-D637132CDB7B}" type="parTrans" cxnId="{250BBE22-42C4-4D9C-87BD-7DF2EE8570F2}">
      <dgm:prSet/>
      <dgm:spPr/>
      <dgm:t>
        <a:bodyPr/>
        <a:lstStyle/>
        <a:p>
          <a:endParaRPr lang="en-US"/>
        </a:p>
      </dgm:t>
    </dgm:pt>
    <dgm:pt modelId="{57D254AF-23CD-413A-83AE-920D6208764C}" type="sibTrans" cxnId="{250BBE22-42C4-4D9C-87BD-7DF2EE8570F2}">
      <dgm:prSet/>
      <dgm:spPr/>
      <dgm:t>
        <a:bodyPr/>
        <a:lstStyle/>
        <a:p>
          <a:endParaRPr lang="en-US"/>
        </a:p>
      </dgm:t>
    </dgm:pt>
    <dgm:pt modelId="{17BD8BCF-A2F2-4B63-B572-0586D6F1E032}">
      <dgm:prSet phldrT="[Text]">
        <dgm:style>
          <a:lnRef idx="2">
            <a:schemeClr val="accent3"/>
          </a:lnRef>
          <a:fillRef idx="1">
            <a:schemeClr val="lt1"/>
          </a:fillRef>
          <a:effectRef idx="0">
            <a:schemeClr val="accent3"/>
          </a:effectRef>
          <a:fontRef idx="minor">
            <a:schemeClr val="dk1"/>
          </a:fontRef>
        </dgm:style>
      </dgm:prSet>
      <dgm:spPr/>
      <dgm:t>
        <a:bodyPr/>
        <a:lstStyle/>
        <a:p>
          <a:r>
            <a:rPr lang="en-US" dirty="0"/>
            <a:t>Remove noise words</a:t>
          </a:r>
        </a:p>
      </dgm:t>
    </dgm:pt>
    <dgm:pt modelId="{110949F1-0B59-45BA-B967-4204DD4679C9}" type="parTrans" cxnId="{6BF48A0E-7FDE-4511-A225-E89A6909EA55}">
      <dgm:prSet/>
      <dgm:spPr/>
      <dgm:t>
        <a:bodyPr/>
        <a:lstStyle/>
        <a:p>
          <a:endParaRPr lang="en-US"/>
        </a:p>
      </dgm:t>
    </dgm:pt>
    <dgm:pt modelId="{38C52040-65AA-4D78-B749-7C15AD94E7D4}" type="sibTrans" cxnId="{6BF48A0E-7FDE-4511-A225-E89A6909EA55}">
      <dgm:prSet/>
      <dgm:spPr/>
      <dgm:t>
        <a:bodyPr/>
        <a:lstStyle/>
        <a:p>
          <a:endParaRPr lang="en-US"/>
        </a:p>
      </dgm:t>
    </dgm:pt>
    <dgm:pt modelId="{2807E277-9B60-41A8-A7C1-30D9F6688772}" type="pres">
      <dgm:prSet presAssocID="{BE05E081-ACB3-45F3-AD04-3013674F5118}" presName="Name0" presStyleCnt="0">
        <dgm:presLayoutVars>
          <dgm:dir/>
          <dgm:resizeHandles val="exact"/>
        </dgm:presLayoutVars>
      </dgm:prSet>
      <dgm:spPr/>
    </dgm:pt>
    <dgm:pt modelId="{B745144D-B56C-4D9E-B13C-1E0C0F297FC5}" type="pres">
      <dgm:prSet presAssocID="{08915160-1DE5-44AC-96E3-80C3D4DC96BC}" presName="parTxOnly" presStyleLbl="node1" presStyleIdx="0" presStyleCnt="5">
        <dgm:presLayoutVars>
          <dgm:bulletEnabled val="1"/>
        </dgm:presLayoutVars>
      </dgm:prSet>
      <dgm:spPr/>
    </dgm:pt>
    <dgm:pt modelId="{8C3763E4-20A0-4B02-8E80-6B75CCC56445}" type="pres">
      <dgm:prSet presAssocID="{F4B069E6-2A26-46E6-9C60-689F94ECDCDF}" presName="parSpace" presStyleCnt="0"/>
      <dgm:spPr/>
    </dgm:pt>
    <dgm:pt modelId="{89C150D6-5B3B-4081-AE70-9E8130210A9C}" type="pres">
      <dgm:prSet presAssocID="{C00AEC5F-43C2-437F-A99A-69B6E753DF06}" presName="parTxOnly" presStyleLbl="node1" presStyleIdx="1" presStyleCnt="5">
        <dgm:presLayoutVars>
          <dgm:bulletEnabled val="1"/>
        </dgm:presLayoutVars>
      </dgm:prSet>
      <dgm:spPr/>
    </dgm:pt>
    <dgm:pt modelId="{7FED2D97-076E-46F4-B6B5-A3B9DA781CAE}" type="pres">
      <dgm:prSet presAssocID="{935F94FE-DA67-4268-9194-AAD21557149E}" presName="parSpace" presStyleCnt="0"/>
      <dgm:spPr/>
    </dgm:pt>
    <dgm:pt modelId="{FFE7DF76-4792-484F-B7AE-8FA74E7654E6}" type="pres">
      <dgm:prSet presAssocID="{E91B8BDF-02DC-484B-BDB9-954C4A2AF85A}" presName="parTxOnly" presStyleLbl="node1" presStyleIdx="2" presStyleCnt="5">
        <dgm:presLayoutVars>
          <dgm:bulletEnabled val="1"/>
        </dgm:presLayoutVars>
      </dgm:prSet>
      <dgm:spPr/>
    </dgm:pt>
    <dgm:pt modelId="{61BC2021-44F8-44E3-B574-29F16CFBBEF8}" type="pres">
      <dgm:prSet presAssocID="{8A20B5D4-BC86-4519-B072-D045C2589C74}" presName="parSpace" presStyleCnt="0"/>
      <dgm:spPr/>
    </dgm:pt>
    <dgm:pt modelId="{8C66FF4B-097E-4732-AED2-26DEEDF85B87}" type="pres">
      <dgm:prSet presAssocID="{ADB53CB2-D5EB-4299-A425-58CBAF205A11}" presName="parTxOnly" presStyleLbl="node1" presStyleIdx="3" presStyleCnt="5">
        <dgm:presLayoutVars>
          <dgm:bulletEnabled val="1"/>
        </dgm:presLayoutVars>
      </dgm:prSet>
      <dgm:spPr/>
    </dgm:pt>
    <dgm:pt modelId="{02E17A7B-9DD5-4E26-8BA7-21DD225776AA}" type="pres">
      <dgm:prSet presAssocID="{57D254AF-23CD-413A-83AE-920D6208764C}" presName="parSpace" presStyleCnt="0"/>
      <dgm:spPr/>
    </dgm:pt>
    <dgm:pt modelId="{2DDCA9B3-0437-46F8-952B-95E21CD23159}" type="pres">
      <dgm:prSet presAssocID="{17BD8BCF-A2F2-4B63-B572-0586D6F1E032}" presName="parTxOnly" presStyleLbl="node1" presStyleIdx="4" presStyleCnt="5">
        <dgm:presLayoutVars>
          <dgm:bulletEnabled val="1"/>
        </dgm:presLayoutVars>
      </dgm:prSet>
      <dgm:spPr/>
    </dgm:pt>
  </dgm:ptLst>
  <dgm:cxnLst>
    <dgm:cxn modelId="{6BF48A0E-7FDE-4511-A225-E89A6909EA55}" srcId="{BE05E081-ACB3-45F3-AD04-3013674F5118}" destId="{17BD8BCF-A2F2-4B63-B572-0586D6F1E032}" srcOrd="4" destOrd="0" parTransId="{110949F1-0B59-45BA-B967-4204DD4679C9}" sibTransId="{38C52040-65AA-4D78-B749-7C15AD94E7D4}"/>
    <dgm:cxn modelId="{3CE4A218-4186-46B4-858F-F1C3D91776E7}" type="presOf" srcId="{E91B8BDF-02DC-484B-BDB9-954C4A2AF85A}" destId="{FFE7DF76-4792-484F-B7AE-8FA74E7654E6}" srcOrd="0" destOrd="0" presId="urn:microsoft.com/office/officeart/2005/8/layout/hChevron3"/>
    <dgm:cxn modelId="{9C2E1621-1809-48D8-827B-D2633BB16FB5}" type="presOf" srcId="{08915160-1DE5-44AC-96E3-80C3D4DC96BC}" destId="{B745144D-B56C-4D9E-B13C-1E0C0F297FC5}" srcOrd="0" destOrd="0" presId="urn:microsoft.com/office/officeart/2005/8/layout/hChevron3"/>
    <dgm:cxn modelId="{250BBE22-42C4-4D9C-87BD-7DF2EE8570F2}" srcId="{BE05E081-ACB3-45F3-AD04-3013674F5118}" destId="{ADB53CB2-D5EB-4299-A425-58CBAF205A11}" srcOrd="3" destOrd="0" parTransId="{178B3195-347E-47BD-A29B-D637132CDB7B}" sibTransId="{57D254AF-23CD-413A-83AE-920D6208764C}"/>
    <dgm:cxn modelId="{87DFE025-7B7E-4CA2-82EA-10D68DF07BCE}" type="presOf" srcId="{C00AEC5F-43C2-437F-A99A-69B6E753DF06}" destId="{89C150D6-5B3B-4081-AE70-9E8130210A9C}" srcOrd="0" destOrd="0" presId="urn:microsoft.com/office/officeart/2005/8/layout/hChevron3"/>
    <dgm:cxn modelId="{35616C4C-175C-4B0A-A387-4F59DBEDD751}" type="presOf" srcId="{ADB53CB2-D5EB-4299-A425-58CBAF205A11}" destId="{8C66FF4B-097E-4732-AED2-26DEEDF85B87}" srcOrd="0" destOrd="0" presId="urn:microsoft.com/office/officeart/2005/8/layout/hChevron3"/>
    <dgm:cxn modelId="{74E0B377-B80F-48EA-AC34-748F4D18FDA3}" srcId="{BE05E081-ACB3-45F3-AD04-3013674F5118}" destId="{08915160-1DE5-44AC-96E3-80C3D4DC96BC}" srcOrd="0" destOrd="0" parTransId="{5B22A861-08DE-4F08-9AB9-6D9FC60843A8}" sibTransId="{F4B069E6-2A26-46E6-9C60-689F94ECDCDF}"/>
    <dgm:cxn modelId="{490CB587-1B95-47DA-A085-D07768523B87}" type="presOf" srcId="{17BD8BCF-A2F2-4B63-B572-0586D6F1E032}" destId="{2DDCA9B3-0437-46F8-952B-95E21CD23159}" srcOrd="0" destOrd="0" presId="urn:microsoft.com/office/officeart/2005/8/layout/hChevron3"/>
    <dgm:cxn modelId="{FA957598-F66A-492A-B223-18FE812C4E77}" srcId="{BE05E081-ACB3-45F3-AD04-3013674F5118}" destId="{C00AEC5F-43C2-437F-A99A-69B6E753DF06}" srcOrd="1" destOrd="0" parTransId="{DEDBA2D4-2FE2-46F9-923E-945C4AF9FE8A}" sibTransId="{935F94FE-DA67-4268-9194-AAD21557149E}"/>
    <dgm:cxn modelId="{FDAB2FAE-0746-4EAB-96DE-8F16E8AE81C5}" srcId="{BE05E081-ACB3-45F3-AD04-3013674F5118}" destId="{E91B8BDF-02DC-484B-BDB9-954C4A2AF85A}" srcOrd="2" destOrd="0" parTransId="{2FEC74A4-5CAB-499B-B7CE-EBC2FDB1AC64}" sibTransId="{8A20B5D4-BC86-4519-B072-D045C2589C74}"/>
    <dgm:cxn modelId="{EFF17EC4-33E8-4027-8097-2BB89D98EC13}" type="presOf" srcId="{BE05E081-ACB3-45F3-AD04-3013674F5118}" destId="{2807E277-9B60-41A8-A7C1-30D9F6688772}" srcOrd="0" destOrd="0" presId="urn:microsoft.com/office/officeart/2005/8/layout/hChevron3"/>
    <dgm:cxn modelId="{3E4F1919-424B-44D9-8D0C-98D70353ABAB}" type="presParOf" srcId="{2807E277-9B60-41A8-A7C1-30D9F6688772}" destId="{B745144D-B56C-4D9E-B13C-1E0C0F297FC5}" srcOrd="0" destOrd="0" presId="urn:microsoft.com/office/officeart/2005/8/layout/hChevron3"/>
    <dgm:cxn modelId="{95853A5F-D4B7-48F7-9B88-CACCDFFB446F}" type="presParOf" srcId="{2807E277-9B60-41A8-A7C1-30D9F6688772}" destId="{8C3763E4-20A0-4B02-8E80-6B75CCC56445}" srcOrd="1" destOrd="0" presId="urn:microsoft.com/office/officeart/2005/8/layout/hChevron3"/>
    <dgm:cxn modelId="{F55CCE32-A66E-41D0-BDDF-9D10CE83B51A}" type="presParOf" srcId="{2807E277-9B60-41A8-A7C1-30D9F6688772}" destId="{89C150D6-5B3B-4081-AE70-9E8130210A9C}" srcOrd="2" destOrd="0" presId="urn:microsoft.com/office/officeart/2005/8/layout/hChevron3"/>
    <dgm:cxn modelId="{6C6F1104-C8B6-4DA3-AC7D-D299608B347D}" type="presParOf" srcId="{2807E277-9B60-41A8-A7C1-30D9F6688772}" destId="{7FED2D97-076E-46F4-B6B5-A3B9DA781CAE}" srcOrd="3" destOrd="0" presId="urn:microsoft.com/office/officeart/2005/8/layout/hChevron3"/>
    <dgm:cxn modelId="{A076A100-4D19-467C-ADB8-551451E4BC04}" type="presParOf" srcId="{2807E277-9B60-41A8-A7C1-30D9F6688772}" destId="{FFE7DF76-4792-484F-B7AE-8FA74E7654E6}" srcOrd="4" destOrd="0" presId="urn:microsoft.com/office/officeart/2005/8/layout/hChevron3"/>
    <dgm:cxn modelId="{EFC22242-C3AA-4A65-824F-843DFF2A738D}" type="presParOf" srcId="{2807E277-9B60-41A8-A7C1-30D9F6688772}" destId="{61BC2021-44F8-44E3-B574-29F16CFBBEF8}" srcOrd="5" destOrd="0" presId="urn:microsoft.com/office/officeart/2005/8/layout/hChevron3"/>
    <dgm:cxn modelId="{39194070-6001-4C30-93BE-19930075D4B8}" type="presParOf" srcId="{2807E277-9B60-41A8-A7C1-30D9F6688772}" destId="{8C66FF4B-097E-4732-AED2-26DEEDF85B87}" srcOrd="6" destOrd="0" presId="urn:microsoft.com/office/officeart/2005/8/layout/hChevron3"/>
    <dgm:cxn modelId="{226C8C8C-092C-492F-AF2E-A2A8DB324BF1}" type="presParOf" srcId="{2807E277-9B60-41A8-A7C1-30D9F6688772}" destId="{02E17A7B-9DD5-4E26-8BA7-21DD225776AA}" srcOrd="7" destOrd="0" presId="urn:microsoft.com/office/officeart/2005/8/layout/hChevron3"/>
    <dgm:cxn modelId="{3A471D38-F14C-4559-9ADA-801F695CAD24}" type="presParOf" srcId="{2807E277-9B60-41A8-A7C1-30D9F6688772}" destId="{2DDCA9B3-0437-46F8-952B-95E21CD23159}" srcOrd="8"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7.xml><?xml version="1.0" encoding="utf-8"?>
<dgm:dataModel xmlns:dgm="http://schemas.openxmlformats.org/drawingml/2006/diagram" xmlns:a="http://schemas.openxmlformats.org/drawingml/2006/main">
  <dgm:ptLst>
    <dgm:pt modelId="{A615D9D9-D56F-41A8-9153-1EFAA560D0DA}" type="doc">
      <dgm:prSet loTypeId="urn:microsoft.com/office/officeart/2018/5/layout/CenteredIconLabelDescriptionList" loCatId="icon" qsTypeId="urn:microsoft.com/office/officeart/2005/8/quickstyle/simple1" qsCatId="simple" csTypeId="urn:microsoft.com/office/officeart/2005/8/colors/colorful3" csCatId="colorful" phldr="1"/>
      <dgm:spPr/>
      <dgm:t>
        <a:bodyPr/>
        <a:lstStyle/>
        <a:p>
          <a:endParaRPr lang="en-US"/>
        </a:p>
      </dgm:t>
    </dgm:pt>
    <dgm:pt modelId="{58BB8E95-3BA5-4524-9038-BB6B9916DDA4}">
      <dgm:prSet/>
      <dgm:spPr>
        <a:ln>
          <a:noFill/>
        </a:ln>
        <a:effectLst/>
        <a:sp3d prstMaterial="metal">
          <a:bevelT w="88900" h="88900"/>
        </a:sp3d>
      </dgm:spPr>
      <dgm:t>
        <a:bodyPr/>
        <a:lstStyle/>
        <a:p>
          <a:pPr>
            <a:lnSpc>
              <a:spcPct val="100000"/>
            </a:lnSpc>
            <a:defRPr b="1"/>
          </a:pPr>
          <a:r>
            <a:rPr lang="en-US" b="0" dirty="0"/>
            <a:t>Brief recap of previous week</a:t>
          </a:r>
          <a:endParaRPr lang="en-US" dirty="0"/>
        </a:p>
      </dgm:t>
    </dgm:pt>
    <dgm:pt modelId="{40F42D7E-D15C-4205-8211-684E303FE75C}" type="parTrans" cxnId="{D89CF4E1-892F-4429-8ADA-A047C2FE7CB4}">
      <dgm:prSet/>
      <dgm:spPr/>
      <dgm:t>
        <a:bodyPr/>
        <a:lstStyle/>
        <a:p>
          <a:endParaRPr lang="en-US"/>
        </a:p>
      </dgm:t>
    </dgm:pt>
    <dgm:pt modelId="{28A91DD9-C3E9-4EE4-B211-336D89BE6BE1}" type="sibTrans" cxnId="{D89CF4E1-892F-4429-8ADA-A047C2FE7CB4}">
      <dgm:prSet/>
      <dgm:spPr/>
      <dgm:t>
        <a:bodyPr/>
        <a:lstStyle/>
        <a:p>
          <a:endParaRPr lang="en-US"/>
        </a:p>
      </dgm:t>
    </dgm:pt>
    <dgm:pt modelId="{2CBA0BF4-54E2-463B-A849-54D5EA677FA1}">
      <dgm:prSet/>
      <dgm:spPr>
        <a:ln>
          <a:noFill/>
        </a:ln>
        <a:effectLst/>
        <a:sp3d prstMaterial="metal">
          <a:bevelT w="88900" h="88900"/>
        </a:sp3d>
      </dgm:spPr>
      <dgm:t>
        <a:bodyPr/>
        <a:lstStyle/>
        <a:p>
          <a:pPr>
            <a:lnSpc>
              <a:spcPct val="100000"/>
            </a:lnSpc>
            <a:defRPr b="1"/>
          </a:pPr>
          <a:r>
            <a:rPr lang="en-US" b="0" dirty="0"/>
            <a:t>Progress made in this week</a:t>
          </a:r>
          <a:endParaRPr lang="en-US" dirty="0"/>
        </a:p>
      </dgm:t>
    </dgm:pt>
    <dgm:pt modelId="{4F90CE70-FDB9-482E-872A-FB749A74679E}" type="parTrans" cxnId="{0F0E7CFE-F163-4E99-B660-AEAC8C226830}">
      <dgm:prSet/>
      <dgm:spPr/>
      <dgm:t>
        <a:bodyPr/>
        <a:lstStyle/>
        <a:p>
          <a:endParaRPr lang="en-US"/>
        </a:p>
      </dgm:t>
    </dgm:pt>
    <dgm:pt modelId="{27B71916-E1C4-4422-88F2-BF814AD87ACA}" type="sibTrans" cxnId="{0F0E7CFE-F163-4E99-B660-AEAC8C226830}">
      <dgm:prSet/>
      <dgm:spPr/>
      <dgm:t>
        <a:bodyPr/>
        <a:lstStyle/>
        <a:p>
          <a:endParaRPr lang="en-US"/>
        </a:p>
      </dgm:t>
    </dgm:pt>
    <dgm:pt modelId="{BD8D258E-218B-4483-82A2-079BC4422D21}">
      <dgm:prSet/>
      <dgm:spPr>
        <a:ln>
          <a:noFill/>
        </a:ln>
        <a:effectLst/>
      </dgm:spPr>
      <dgm:t>
        <a:bodyPr/>
        <a:lstStyle/>
        <a:p>
          <a:pPr>
            <a:lnSpc>
              <a:spcPct val="100000"/>
            </a:lnSpc>
          </a:pPr>
          <a:r>
            <a:rPr lang="en-US" dirty="0"/>
            <a:t>FastText model </a:t>
          </a:r>
        </a:p>
      </dgm:t>
    </dgm:pt>
    <dgm:pt modelId="{2545F0C9-4A30-4819-A904-BED17AD34C1C}" type="parTrans" cxnId="{3CE59DC1-53C3-464D-9D76-31C4716A05EF}">
      <dgm:prSet/>
      <dgm:spPr/>
      <dgm:t>
        <a:bodyPr/>
        <a:lstStyle/>
        <a:p>
          <a:endParaRPr lang="en-US"/>
        </a:p>
      </dgm:t>
    </dgm:pt>
    <dgm:pt modelId="{7423866D-82B8-4B5B-BEA7-F658DF222B25}" type="sibTrans" cxnId="{3CE59DC1-53C3-464D-9D76-31C4716A05EF}">
      <dgm:prSet/>
      <dgm:spPr/>
      <dgm:t>
        <a:bodyPr/>
        <a:lstStyle/>
        <a:p>
          <a:endParaRPr lang="en-US"/>
        </a:p>
      </dgm:t>
    </dgm:pt>
    <dgm:pt modelId="{C976FD86-6663-49F4-94AB-9FB8D0252CEC}">
      <dgm:prSet/>
      <dgm:spPr>
        <a:ln>
          <a:noFill/>
        </a:ln>
        <a:effectLst/>
        <a:sp3d prstMaterial="metal">
          <a:bevelT w="88900" h="88900"/>
        </a:sp3d>
      </dgm:spPr>
      <dgm:t>
        <a:bodyPr/>
        <a:lstStyle/>
        <a:p>
          <a:pPr>
            <a:lnSpc>
              <a:spcPct val="100000"/>
            </a:lnSpc>
            <a:defRPr b="1"/>
          </a:pPr>
          <a:r>
            <a:rPr lang="en-US" b="0" dirty="0"/>
            <a:t>Way forward</a:t>
          </a:r>
          <a:endParaRPr lang="en-US" dirty="0"/>
        </a:p>
      </dgm:t>
    </dgm:pt>
    <dgm:pt modelId="{71AD0EC0-420E-401F-B731-9026E5ADB6D3}" type="parTrans" cxnId="{9D6215BB-A767-437E-BA93-41605A2BFAF7}">
      <dgm:prSet/>
      <dgm:spPr/>
      <dgm:t>
        <a:bodyPr/>
        <a:lstStyle/>
        <a:p>
          <a:endParaRPr lang="en-US"/>
        </a:p>
      </dgm:t>
    </dgm:pt>
    <dgm:pt modelId="{3A11E3D6-7FAD-449A-9208-E94F21D5EBC4}" type="sibTrans" cxnId="{9D6215BB-A767-437E-BA93-41605A2BFAF7}">
      <dgm:prSet/>
      <dgm:spPr/>
      <dgm:t>
        <a:bodyPr/>
        <a:lstStyle/>
        <a:p>
          <a:endParaRPr lang="en-US"/>
        </a:p>
      </dgm:t>
    </dgm:pt>
    <dgm:pt modelId="{613243C9-43FD-4C4C-837D-2B8E0D55D9EA}">
      <dgm:prSet/>
      <dgm:spPr>
        <a:ln>
          <a:noFill/>
        </a:ln>
        <a:effectLst/>
      </dgm:spPr>
      <dgm:t>
        <a:bodyPr/>
        <a:lstStyle/>
        <a:p>
          <a:pPr>
            <a:lnSpc>
              <a:spcPct val="100000"/>
            </a:lnSpc>
          </a:pPr>
          <a:r>
            <a:rPr lang="en-US" dirty="0"/>
            <a:t>Voting hard (RF + LR + SVM)</a:t>
          </a:r>
        </a:p>
        <a:p>
          <a:pPr>
            <a:lnSpc>
              <a:spcPct val="100000"/>
            </a:lnSpc>
          </a:pPr>
          <a:r>
            <a:rPr lang="en-US" dirty="0"/>
            <a:t>ITEM1_DESC Mapping</a:t>
          </a:r>
        </a:p>
        <a:p>
          <a:pPr>
            <a:lnSpc>
              <a:spcPct val="100000"/>
            </a:lnSpc>
          </a:pPr>
          <a:r>
            <a:rPr lang="en-US" dirty="0"/>
            <a:t>Fuzzy match</a:t>
          </a:r>
        </a:p>
      </dgm:t>
    </dgm:pt>
    <dgm:pt modelId="{0F401404-E799-43CF-89D7-04C8B1E2DDDF}" type="parTrans" cxnId="{60B0B88C-289B-4569-8BF4-62E0F934C7E2}">
      <dgm:prSet/>
      <dgm:spPr/>
      <dgm:t>
        <a:bodyPr/>
        <a:lstStyle/>
        <a:p>
          <a:endParaRPr lang="en-US"/>
        </a:p>
      </dgm:t>
    </dgm:pt>
    <dgm:pt modelId="{F9DAC246-8EFE-49A1-BF64-F56036F9C27A}" type="sibTrans" cxnId="{60B0B88C-289B-4569-8BF4-62E0F934C7E2}">
      <dgm:prSet/>
      <dgm:spPr/>
      <dgm:t>
        <a:bodyPr/>
        <a:lstStyle/>
        <a:p>
          <a:endParaRPr lang="en-US"/>
        </a:p>
      </dgm:t>
    </dgm:pt>
    <dgm:pt modelId="{AF8339A4-4969-4166-8D78-A9668542A120}" type="pres">
      <dgm:prSet presAssocID="{A615D9D9-D56F-41A8-9153-1EFAA560D0DA}" presName="root" presStyleCnt="0">
        <dgm:presLayoutVars>
          <dgm:dir/>
          <dgm:resizeHandles val="exact"/>
        </dgm:presLayoutVars>
      </dgm:prSet>
      <dgm:spPr/>
    </dgm:pt>
    <dgm:pt modelId="{019FCDB0-C8B1-46E5-B61B-3A4F354739C3}" type="pres">
      <dgm:prSet presAssocID="{58BB8E95-3BA5-4524-9038-BB6B9916DDA4}" presName="compNode" presStyleCnt="0"/>
      <dgm:spPr>
        <a:ln>
          <a:noFill/>
        </a:ln>
        <a:effectLst>
          <a:outerShdw blurRad="149987" dist="250190" dir="8460000" algn="ctr">
            <a:srgbClr val="000000">
              <a:alpha val="28000"/>
            </a:srgbClr>
          </a:outerShdw>
        </a:effectLst>
        <a:sp3d prstMaterial="metal">
          <a:bevelT w="88900" h="88900"/>
        </a:sp3d>
      </dgm:spPr>
    </dgm:pt>
    <dgm:pt modelId="{30631440-BC67-43E5-999A-82C9909AA415}" type="pres">
      <dgm:prSet presAssocID="{58BB8E95-3BA5-4524-9038-BB6B9916DDA4}"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a:effectLst>
          <a:outerShdw blurRad="149987" dist="250190" dir="8460000" algn="ctr">
            <a:srgbClr val="000000">
              <a:alpha val="28000"/>
            </a:srgbClr>
          </a:outerShdw>
        </a:effectLst>
        <a:sp3d prstMaterial="metal">
          <a:bevelT w="88900" h="88900"/>
        </a:sp3d>
      </dgm:spPr>
      <dgm:extLst>
        <a:ext uri="{E40237B7-FDA0-4F09-8148-C483321AD2D9}">
          <dgm14:cNvPr xmlns:dgm14="http://schemas.microsoft.com/office/drawing/2010/diagram" id="0" name="" descr="Checkmark"/>
        </a:ext>
      </dgm:extLst>
    </dgm:pt>
    <dgm:pt modelId="{CD6BF89B-2847-4D78-BDDC-6F3106D28948}" type="pres">
      <dgm:prSet presAssocID="{58BB8E95-3BA5-4524-9038-BB6B9916DDA4}" presName="iconSpace" presStyleCnt="0"/>
      <dgm:spPr>
        <a:ln>
          <a:noFill/>
        </a:ln>
        <a:effectLst>
          <a:outerShdw blurRad="149987" dist="250190" dir="8460000" algn="ctr">
            <a:srgbClr val="000000">
              <a:alpha val="28000"/>
            </a:srgbClr>
          </a:outerShdw>
        </a:effectLst>
        <a:sp3d prstMaterial="metal">
          <a:bevelT w="88900" h="88900"/>
        </a:sp3d>
      </dgm:spPr>
    </dgm:pt>
    <dgm:pt modelId="{3A0F7255-1AD6-4693-BC0F-CDDA6BA38820}" type="pres">
      <dgm:prSet presAssocID="{58BB8E95-3BA5-4524-9038-BB6B9916DDA4}" presName="parTx" presStyleLbl="revTx" presStyleIdx="0" presStyleCnt="6">
        <dgm:presLayoutVars>
          <dgm:chMax val="0"/>
          <dgm:chPref val="0"/>
        </dgm:presLayoutVars>
      </dgm:prSet>
      <dgm:spPr/>
    </dgm:pt>
    <dgm:pt modelId="{16BE5E57-1543-4EC7-8AD3-FC01159DF563}" type="pres">
      <dgm:prSet presAssocID="{58BB8E95-3BA5-4524-9038-BB6B9916DDA4}" presName="txSpace" presStyleCnt="0"/>
      <dgm:spPr>
        <a:ln>
          <a:noFill/>
        </a:ln>
        <a:effectLst>
          <a:outerShdw blurRad="149987" dist="250190" dir="8460000" algn="ctr">
            <a:srgbClr val="000000">
              <a:alpha val="28000"/>
            </a:srgbClr>
          </a:outerShdw>
        </a:effectLst>
        <a:sp3d prstMaterial="metal">
          <a:bevelT w="88900" h="88900"/>
        </a:sp3d>
      </dgm:spPr>
    </dgm:pt>
    <dgm:pt modelId="{464C32C9-97E0-4FAC-AB96-14BD65EC5CF4}" type="pres">
      <dgm:prSet presAssocID="{58BB8E95-3BA5-4524-9038-BB6B9916DDA4}" presName="desTx" presStyleLbl="revTx" presStyleIdx="1" presStyleCnt="6">
        <dgm:presLayoutVars/>
      </dgm:prSet>
      <dgm:spPr>
        <a:ln>
          <a:noFill/>
        </a:ln>
        <a:effectLst>
          <a:outerShdw blurRad="149987" dist="250190" dir="8460000" algn="ctr">
            <a:srgbClr val="000000">
              <a:alpha val="28000"/>
            </a:srgbClr>
          </a:outerShdw>
        </a:effectLst>
        <a:sp3d prstMaterial="metal">
          <a:bevelT w="88900" h="88900"/>
        </a:sp3d>
      </dgm:spPr>
    </dgm:pt>
    <dgm:pt modelId="{586272C0-62EA-4692-B2AD-57761F3A185F}" type="pres">
      <dgm:prSet presAssocID="{28A91DD9-C3E9-4EE4-B211-336D89BE6BE1}" presName="sibTrans" presStyleCnt="0"/>
      <dgm:spPr>
        <a:ln>
          <a:noFill/>
        </a:ln>
        <a:effectLst>
          <a:outerShdw blurRad="149987" dist="250190" dir="8460000" algn="ctr">
            <a:srgbClr val="000000">
              <a:alpha val="28000"/>
            </a:srgbClr>
          </a:outerShdw>
        </a:effectLst>
        <a:sp3d prstMaterial="metal">
          <a:bevelT w="88900" h="88900"/>
        </a:sp3d>
      </dgm:spPr>
    </dgm:pt>
    <dgm:pt modelId="{FF849A67-248E-4842-8CD8-34B304EA12F3}" type="pres">
      <dgm:prSet presAssocID="{2CBA0BF4-54E2-463B-A849-54D5EA677FA1}" presName="compNode" presStyleCnt="0"/>
      <dgm:spPr>
        <a:ln>
          <a:noFill/>
        </a:ln>
        <a:effectLst>
          <a:outerShdw blurRad="149987" dist="250190" dir="8460000" algn="ctr">
            <a:srgbClr val="000000">
              <a:alpha val="28000"/>
            </a:srgbClr>
          </a:outerShdw>
        </a:effectLst>
        <a:sp3d prstMaterial="metal">
          <a:bevelT w="88900" h="88900"/>
        </a:sp3d>
      </dgm:spPr>
    </dgm:pt>
    <dgm:pt modelId="{859557B7-7AD7-41A8-ACCC-0BA2B42C1833}" type="pres">
      <dgm:prSet presAssocID="{2CBA0BF4-54E2-463B-A849-54D5EA677FA1}"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a:effectLst>
          <a:outerShdw blurRad="149987" dist="250190" dir="8460000" algn="ctr">
            <a:srgbClr val="000000">
              <a:alpha val="28000"/>
            </a:srgbClr>
          </a:outerShdw>
        </a:effectLst>
        <a:sp3d prstMaterial="metal">
          <a:bevelT w="88900" h="88900"/>
        </a:sp3d>
      </dgm:spPr>
      <dgm:extLst>
        <a:ext uri="{E40237B7-FDA0-4F09-8148-C483321AD2D9}">
          <dgm14:cNvPr xmlns:dgm14="http://schemas.microsoft.com/office/drawing/2010/diagram" id="0" name="" descr="Presentation with Checklist"/>
        </a:ext>
      </dgm:extLst>
    </dgm:pt>
    <dgm:pt modelId="{30ABB94C-835E-497D-9A51-BAC8F9D2CF6D}" type="pres">
      <dgm:prSet presAssocID="{2CBA0BF4-54E2-463B-A849-54D5EA677FA1}" presName="iconSpace" presStyleCnt="0"/>
      <dgm:spPr>
        <a:ln>
          <a:noFill/>
        </a:ln>
        <a:effectLst>
          <a:outerShdw blurRad="149987" dist="250190" dir="8460000" algn="ctr">
            <a:srgbClr val="000000">
              <a:alpha val="28000"/>
            </a:srgbClr>
          </a:outerShdw>
        </a:effectLst>
        <a:sp3d prstMaterial="metal">
          <a:bevelT w="88900" h="88900"/>
        </a:sp3d>
      </dgm:spPr>
    </dgm:pt>
    <dgm:pt modelId="{0691EB6A-B71C-45E5-9D36-0DE3C91EDE8E}" type="pres">
      <dgm:prSet presAssocID="{2CBA0BF4-54E2-463B-A849-54D5EA677FA1}" presName="parTx" presStyleLbl="revTx" presStyleIdx="2" presStyleCnt="6">
        <dgm:presLayoutVars>
          <dgm:chMax val="0"/>
          <dgm:chPref val="0"/>
        </dgm:presLayoutVars>
      </dgm:prSet>
      <dgm:spPr/>
    </dgm:pt>
    <dgm:pt modelId="{CEE4D9A9-0661-4637-B0BF-2DF06C9F2516}" type="pres">
      <dgm:prSet presAssocID="{2CBA0BF4-54E2-463B-A849-54D5EA677FA1}" presName="txSpace" presStyleCnt="0"/>
      <dgm:spPr>
        <a:ln>
          <a:noFill/>
        </a:ln>
        <a:effectLst>
          <a:outerShdw blurRad="149987" dist="250190" dir="8460000" algn="ctr">
            <a:srgbClr val="000000">
              <a:alpha val="28000"/>
            </a:srgbClr>
          </a:outerShdw>
        </a:effectLst>
        <a:sp3d prstMaterial="metal">
          <a:bevelT w="88900" h="88900"/>
        </a:sp3d>
      </dgm:spPr>
    </dgm:pt>
    <dgm:pt modelId="{344511C2-B581-4A2F-A53C-47FD4732B07C}" type="pres">
      <dgm:prSet presAssocID="{2CBA0BF4-54E2-463B-A849-54D5EA677FA1}" presName="desTx" presStyleLbl="revTx" presStyleIdx="3" presStyleCnt="6">
        <dgm:presLayoutVars/>
      </dgm:prSet>
      <dgm:spPr/>
    </dgm:pt>
    <dgm:pt modelId="{B18AE2A2-C1E9-4ACA-8F8E-6330526F9B00}" type="pres">
      <dgm:prSet presAssocID="{27B71916-E1C4-4422-88F2-BF814AD87ACA}" presName="sibTrans" presStyleCnt="0"/>
      <dgm:spPr>
        <a:ln>
          <a:noFill/>
        </a:ln>
        <a:effectLst>
          <a:outerShdw blurRad="149987" dist="250190" dir="8460000" algn="ctr">
            <a:srgbClr val="000000">
              <a:alpha val="28000"/>
            </a:srgbClr>
          </a:outerShdw>
        </a:effectLst>
        <a:sp3d prstMaterial="metal">
          <a:bevelT w="88900" h="88900"/>
        </a:sp3d>
      </dgm:spPr>
    </dgm:pt>
    <dgm:pt modelId="{492266CD-7AE6-44C6-90CA-F5A56F6EF7C4}" type="pres">
      <dgm:prSet presAssocID="{C976FD86-6663-49F4-94AB-9FB8D0252CEC}" presName="compNode" presStyleCnt="0"/>
      <dgm:spPr>
        <a:ln>
          <a:noFill/>
        </a:ln>
        <a:effectLst>
          <a:outerShdw blurRad="149987" dist="250190" dir="8460000" algn="ctr">
            <a:srgbClr val="000000">
              <a:alpha val="28000"/>
            </a:srgbClr>
          </a:outerShdw>
        </a:effectLst>
        <a:sp3d prstMaterial="metal">
          <a:bevelT w="88900" h="88900"/>
        </a:sp3d>
      </dgm:spPr>
    </dgm:pt>
    <dgm:pt modelId="{9AE7C2E3-CC14-4B41-BF36-F8DEF0DC3CED}" type="pres">
      <dgm:prSet presAssocID="{C976FD86-6663-49F4-94AB-9FB8D0252CEC}"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a:effectLst>
          <a:outerShdw blurRad="149987" dist="250190" dir="8460000" algn="ctr">
            <a:srgbClr val="000000">
              <a:alpha val="28000"/>
            </a:srgbClr>
          </a:outerShdw>
        </a:effectLst>
        <a:sp3d prstMaterial="metal">
          <a:bevelT w="88900" h="88900"/>
        </a:sp3d>
      </dgm:spPr>
      <dgm:extLst>
        <a:ext uri="{E40237B7-FDA0-4F09-8148-C483321AD2D9}">
          <dgm14:cNvPr xmlns:dgm14="http://schemas.microsoft.com/office/drawing/2010/diagram" id="0" name="" descr="Handshake"/>
        </a:ext>
      </dgm:extLst>
    </dgm:pt>
    <dgm:pt modelId="{6BF9EC99-6526-46FA-B3E6-9E5E0938F110}" type="pres">
      <dgm:prSet presAssocID="{C976FD86-6663-49F4-94AB-9FB8D0252CEC}" presName="iconSpace" presStyleCnt="0"/>
      <dgm:spPr>
        <a:ln>
          <a:noFill/>
        </a:ln>
        <a:effectLst>
          <a:outerShdw blurRad="149987" dist="250190" dir="8460000" algn="ctr">
            <a:srgbClr val="000000">
              <a:alpha val="28000"/>
            </a:srgbClr>
          </a:outerShdw>
        </a:effectLst>
        <a:sp3d prstMaterial="metal">
          <a:bevelT w="88900" h="88900"/>
        </a:sp3d>
      </dgm:spPr>
    </dgm:pt>
    <dgm:pt modelId="{FFCE3B9E-67C9-4544-9F38-A420A90EFFDB}" type="pres">
      <dgm:prSet presAssocID="{C976FD86-6663-49F4-94AB-9FB8D0252CEC}" presName="parTx" presStyleLbl="revTx" presStyleIdx="4" presStyleCnt="6">
        <dgm:presLayoutVars>
          <dgm:chMax val="0"/>
          <dgm:chPref val="0"/>
        </dgm:presLayoutVars>
      </dgm:prSet>
      <dgm:spPr/>
    </dgm:pt>
    <dgm:pt modelId="{5BCC3A51-DC3C-443E-991D-6A6156C1DEEE}" type="pres">
      <dgm:prSet presAssocID="{C976FD86-6663-49F4-94AB-9FB8D0252CEC}" presName="txSpace" presStyleCnt="0"/>
      <dgm:spPr>
        <a:ln>
          <a:noFill/>
        </a:ln>
        <a:effectLst>
          <a:outerShdw blurRad="149987" dist="250190" dir="8460000" algn="ctr">
            <a:srgbClr val="000000">
              <a:alpha val="28000"/>
            </a:srgbClr>
          </a:outerShdw>
        </a:effectLst>
        <a:sp3d prstMaterial="metal">
          <a:bevelT w="88900" h="88900"/>
        </a:sp3d>
      </dgm:spPr>
    </dgm:pt>
    <dgm:pt modelId="{706B9664-41A4-4BB4-B2AA-4220C06F7950}" type="pres">
      <dgm:prSet presAssocID="{C976FD86-6663-49F4-94AB-9FB8D0252CEC}" presName="desTx" presStyleLbl="revTx" presStyleIdx="5" presStyleCnt="6">
        <dgm:presLayoutVars/>
      </dgm:prSet>
      <dgm:spPr>
        <a:ln>
          <a:noFill/>
        </a:ln>
        <a:effectLst>
          <a:outerShdw blurRad="149987" dist="250190" dir="8460000" algn="ctr">
            <a:srgbClr val="000000">
              <a:alpha val="28000"/>
            </a:srgbClr>
          </a:outerShdw>
        </a:effectLst>
        <a:sp3d prstMaterial="metal">
          <a:bevelT w="88900" h="88900"/>
        </a:sp3d>
      </dgm:spPr>
    </dgm:pt>
  </dgm:ptLst>
  <dgm:cxnLst>
    <dgm:cxn modelId="{D17F8C2D-4D27-41C3-B833-F389A3AE381C}" type="presOf" srcId="{C976FD86-6663-49F4-94AB-9FB8D0252CEC}" destId="{FFCE3B9E-67C9-4544-9F38-A420A90EFFDB}" srcOrd="0" destOrd="0" presId="urn:microsoft.com/office/officeart/2018/5/layout/CenteredIconLabelDescriptionList"/>
    <dgm:cxn modelId="{F8AB895F-ADDD-4298-AE34-B47A83C03CE6}" type="presOf" srcId="{BD8D258E-218B-4483-82A2-079BC4422D21}" destId="{344511C2-B581-4A2F-A53C-47FD4732B07C}" srcOrd="0" destOrd="0" presId="urn:microsoft.com/office/officeart/2018/5/layout/CenteredIconLabelDescriptionList"/>
    <dgm:cxn modelId="{60B0B88C-289B-4569-8BF4-62E0F934C7E2}" srcId="{2CBA0BF4-54E2-463B-A849-54D5EA677FA1}" destId="{613243C9-43FD-4C4C-837D-2B8E0D55D9EA}" srcOrd="1" destOrd="0" parTransId="{0F401404-E799-43CF-89D7-04C8B1E2DDDF}" sibTransId="{F9DAC246-8EFE-49A1-BF64-F56036F9C27A}"/>
    <dgm:cxn modelId="{39AFDDA7-CA60-4F2F-A9D0-45EC2BC38A05}" type="presOf" srcId="{A615D9D9-D56F-41A8-9153-1EFAA560D0DA}" destId="{AF8339A4-4969-4166-8D78-A9668542A120}" srcOrd="0" destOrd="0" presId="urn:microsoft.com/office/officeart/2018/5/layout/CenteredIconLabelDescriptionList"/>
    <dgm:cxn modelId="{F32E26B7-3716-4494-A9EA-B1191CC95B02}" type="presOf" srcId="{2CBA0BF4-54E2-463B-A849-54D5EA677FA1}" destId="{0691EB6A-B71C-45E5-9D36-0DE3C91EDE8E}" srcOrd="0" destOrd="0" presId="urn:microsoft.com/office/officeart/2018/5/layout/CenteredIconLabelDescriptionList"/>
    <dgm:cxn modelId="{9D6215BB-A767-437E-BA93-41605A2BFAF7}" srcId="{A615D9D9-D56F-41A8-9153-1EFAA560D0DA}" destId="{C976FD86-6663-49F4-94AB-9FB8D0252CEC}" srcOrd="2" destOrd="0" parTransId="{71AD0EC0-420E-401F-B731-9026E5ADB6D3}" sibTransId="{3A11E3D6-7FAD-449A-9208-E94F21D5EBC4}"/>
    <dgm:cxn modelId="{3CE59DC1-53C3-464D-9D76-31C4716A05EF}" srcId="{2CBA0BF4-54E2-463B-A849-54D5EA677FA1}" destId="{BD8D258E-218B-4483-82A2-079BC4422D21}" srcOrd="0" destOrd="0" parTransId="{2545F0C9-4A30-4819-A904-BED17AD34C1C}" sibTransId="{7423866D-82B8-4B5B-BEA7-F658DF222B25}"/>
    <dgm:cxn modelId="{D89CF4E1-892F-4429-8ADA-A047C2FE7CB4}" srcId="{A615D9D9-D56F-41A8-9153-1EFAA560D0DA}" destId="{58BB8E95-3BA5-4524-9038-BB6B9916DDA4}" srcOrd="0" destOrd="0" parTransId="{40F42D7E-D15C-4205-8211-684E303FE75C}" sibTransId="{28A91DD9-C3E9-4EE4-B211-336D89BE6BE1}"/>
    <dgm:cxn modelId="{8BC892E3-A5C3-4926-8F70-93863C815994}" type="presOf" srcId="{613243C9-43FD-4C4C-837D-2B8E0D55D9EA}" destId="{344511C2-B581-4A2F-A53C-47FD4732B07C}" srcOrd="0" destOrd="1" presId="urn:microsoft.com/office/officeart/2018/5/layout/CenteredIconLabelDescriptionList"/>
    <dgm:cxn modelId="{5A88E0E6-CE9D-43FA-9D9C-A670A4B41CB1}" type="presOf" srcId="{58BB8E95-3BA5-4524-9038-BB6B9916DDA4}" destId="{3A0F7255-1AD6-4693-BC0F-CDDA6BA38820}" srcOrd="0" destOrd="0" presId="urn:microsoft.com/office/officeart/2018/5/layout/CenteredIconLabelDescriptionList"/>
    <dgm:cxn modelId="{0F0E7CFE-F163-4E99-B660-AEAC8C226830}" srcId="{A615D9D9-D56F-41A8-9153-1EFAA560D0DA}" destId="{2CBA0BF4-54E2-463B-A849-54D5EA677FA1}" srcOrd="1" destOrd="0" parTransId="{4F90CE70-FDB9-482E-872A-FB749A74679E}" sibTransId="{27B71916-E1C4-4422-88F2-BF814AD87ACA}"/>
    <dgm:cxn modelId="{D3337DAB-5D54-4B23-92D5-8A39BD2394CB}" type="presParOf" srcId="{AF8339A4-4969-4166-8D78-A9668542A120}" destId="{019FCDB0-C8B1-46E5-B61B-3A4F354739C3}" srcOrd="0" destOrd="0" presId="urn:microsoft.com/office/officeart/2018/5/layout/CenteredIconLabelDescriptionList"/>
    <dgm:cxn modelId="{2BB6815C-9649-4F44-9B01-B55B9B6CA194}" type="presParOf" srcId="{019FCDB0-C8B1-46E5-B61B-3A4F354739C3}" destId="{30631440-BC67-43E5-999A-82C9909AA415}" srcOrd="0" destOrd="0" presId="urn:microsoft.com/office/officeart/2018/5/layout/CenteredIconLabelDescriptionList"/>
    <dgm:cxn modelId="{852F6373-0BC8-494D-A3BF-8730D2F69548}" type="presParOf" srcId="{019FCDB0-C8B1-46E5-B61B-3A4F354739C3}" destId="{CD6BF89B-2847-4D78-BDDC-6F3106D28948}" srcOrd="1" destOrd="0" presId="urn:microsoft.com/office/officeart/2018/5/layout/CenteredIconLabelDescriptionList"/>
    <dgm:cxn modelId="{F0496D3E-ADB4-4A9E-A8D2-314402CF98FC}" type="presParOf" srcId="{019FCDB0-C8B1-46E5-B61B-3A4F354739C3}" destId="{3A0F7255-1AD6-4693-BC0F-CDDA6BA38820}" srcOrd="2" destOrd="0" presId="urn:microsoft.com/office/officeart/2018/5/layout/CenteredIconLabelDescriptionList"/>
    <dgm:cxn modelId="{37C0F999-323F-46D0-B516-92462312DE87}" type="presParOf" srcId="{019FCDB0-C8B1-46E5-B61B-3A4F354739C3}" destId="{16BE5E57-1543-4EC7-8AD3-FC01159DF563}" srcOrd="3" destOrd="0" presId="urn:microsoft.com/office/officeart/2018/5/layout/CenteredIconLabelDescriptionList"/>
    <dgm:cxn modelId="{FD7AC9A3-7E39-4D0E-9282-45C9279C31E3}" type="presParOf" srcId="{019FCDB0-C8B1-46E5-B61B-3A4F354739C3}" destId="{464C32C9-97E0-4FAC-AB96-14BD65EC5CF4}" srcOrd="4" destOrd="0" presId="urn:microsoft.com/office/officeart/2018/5/layout/CenteredIconLabelDescriptionList"/>
    <dgm:cxn modelId="{9FF90355-B307-4CBD-9B4A-AFD8D856FAA1}" type="presParOf" srcId="{AF8339A4-4969-4166-8D78-A9668542A120}" destId="{586272C0-62EA-4692-B2AD-57761F3A185F}" srcOrd="1" destOrd="0" presId="urn:microsoft.com/office/officeart/2018/5/layout/CenteredIconLabelDescriptionList"/>
    <dgm:cxn modelId="{C2F9806A-4013-4B7D-88AC-B5280796B40F}" type="presParOf" srcId="{AF8339A4-4969-4166-8D78-A9668542A120}" destId="{FF849A67-248E-4842-8CD8-34B304EA12F3}" srcOrd="2" destOrd="0" presId="urn:microsoft.com/office/officeart/2018/5/layout/CenteredIconLabelDescriptionList"/>
    <dgm:cxn modelId="{71B4478F-E18D-439B-973C-D4AACA60648D}" type="presParOf" srcId="{FF849A67-248E-4842-8CD8-34B304EA12F3}" destId="{859557B7-7AD7-41A8-ACCC-0BA2B42C1833}" srcOrd="0" destOrd="0" presId="urn:microsoft.com/office/officeart/2018/5/layout/CenteredIconLabelDescriptionList"/>
    <dgm:cxn modelId="{79943FAF-7DBD-4B84-B15D-F33A8506D993}" type="presParOf" srcId="{FF849A67-248E-4842-8CD8-34B304EA12F3}" destId="{30ABB94C-835E-497D-9A51-BAC8F9D2CF6D}" srcOrd="1" destOrd="0" presId="urn:microsoft.com/office/officeart/2018/5/layout/CenteredIconLabelDescriptionList"/>
    <dgm:cxn modelId="{D22B68F9-E985-4428-A165-93D835AC2CCB}" type="presParOf" srcId="{FF849A67-248E-4842-8CD8-34B304EA12F3}" destId="{0691EB6A-B71C-45E5-9D36-0DE3C91EDE8E}" srcOrd="2" destOrd="0" presId="urn:microsoft.com/office/officeart/2018/5/layout/CenteredIconLabelDescriptionList"/>
    <dgm:cxn modelId="{897EEA5D-2C5C-4D4D-8A52-A6C5BCCB536A}" type="presParOf" srcId="{FF849A67-248E-4842-8CD8-34B304EA12F3}" destId="{CEE4D9A9-0661-4637-B0BF-2DF06C9F2516}" srcOrd="3" destOrd="0" presId="urn:microsoft.com/office/officeart/2018/5/layout/CenteredIconLabelDescriptionList"/>
    <dgm:cxn modelId="{7E49C3B1-3447-40A4-B5B6-2296C51593BE}" type="presParOf" srcId="{FF849A67-248E-4842-8CD8-34B304EA12F3}" destId="{344511C2-B581-4A2F-A53C-47FD4732B07C}" srcOrd="4" destOrd="0" presId="urn:microsoft.com/office/officeart/2018/5/layout/CenteredIconLabelDescriptionList"/>
    <dgm:cxn modelId="{C60752ED-7C34-47A0-8E60-F819D05D77E0}" type="presParOf" srcId="{AF8339A4-4969-4166-8D78-A9668542A120}" destId="{B18AE2A2-C1E9-4ACA-8F8E-6330526F9B00}" srcOrd="3" destOrd="0" presId="urn:microsoft.com/office/officeart/2018/5/layout/CenteredIconLabelDescriptionList"/>
    <dgm:cxn modelId="{E1255392-DB29-4A80-8C04-3522E8BCEE32}" type="presParOf" srcId="{AF8339A4-4969-4166-8D78-A9668542A120}" destId="{492266CD-7AE6-44C6-90CA-F5A56F6EF7C4}" srcOrd="4" destOrd="0" presId="urn:microsoft.com/office/officeart/2018/5/layout/CenteredIconLabelDescriptionList"/>
    <dgm:cxn modelId="{36F2C3E7-B857-44A0-97F8-8C25B909C26F}" type="presParOf" srcId="{492266CD-7AE6-44C6-90CA-F5A56F6EF7C4}" destId="{9AE7C2E3-CC14-4B41-BF36-F8DEF0DC3CED}" srcOrd="0" destOrd="0" presId="urn:microsoft.com/office/officeart/2018/5/layout/CenteredIconLabelDescriptionList"/>
    <dgm:cxn modelId="{9C737B52-2321-458B-A480-F61041B1070F}" type="presParOf" srcId="{492266CD-7AE6-44C6-90CA-F5A56F6EF7C4}" destId="{6BF9EC99-6526-46FA-B3E6-9E5E0938F110}" srcOrd="1" destOrd="0" presId="urn:microsoft.com/office/officeart/2018/5/layout/CenteredIconLabelDescriptionList"/>
    <dgm:cxn modelId="{B27975F1-5840-4423-9F37-D635AD3AF618}" type="presParOf" srcId="{492266CD-7AE6-44C6-90CA-F5A56F6EF7C4}" destId="{FFCE3B9E-67C9-4544-9F38-A420A90EFFDB}" srcOrd="2" destOrd="0" presId="urn:microsoft.com/office/officeart/2018/5/layout/CenteredIconLabelDescriptionList"/>
    <dgm:cxn modelId="{1CE699D1-346A-47D4-8FC5-D20176C21BE5}" type="presParOf" srcId="{492266CD-7AE6-44C6-90CA-F5A56F6EF7C4}" destId="{5BCC3A51-DC3C-443E-991D-6A6156C1DEEE}" srcOrd="3" destOrd="0" presId="urn:microsoft.com/office/officeart/2018/5/layout/CenteredIconLabelDescriptionList"/>
    <dgm:cxn modelId="{BF819A0C-4024-4E2A-B410-DA1281C85DD8}" type="presParOf" srcId="{492266CD-7AE6-44C6-90CA-F5A56F6EF7C4}" destId="{706B9664-41A4-4BB4-B2AA-4220C06F7950}" srcOrd="4" destOrd="0" presId="urn:microsoft.com/office/officeart/2018/5/layout/CenteredIconLabelDescriptionList"/>
  </dgm:cxnLst>
  <dgm:bg>
    <a:effectLst/>
  </dgm:bg>
  <dgm:whole>
    <a:ln>
      <a:noFill/>
    </a:ln>
  </dgm:whole>
  <dgm:extLst>
    <a:ext uri="http://schemas.microsoft.com/office/drawing/2008/diagram">
      <dsp:dataModelExt xmlns:dsp="http://schemas.microsoft.com/office/drawing/2008/diagram" relId="rId6" minVer="http://schemas.openxmlformats.org/drawingml/2006/diagram"/>
    </a:ext>
  </dgm:extLst>
</dgm:dataModel>
</file>

<file path=ppt/diagrams/data38.xml><?xml version="1.0" encoding="utf-8"?>
<dgm:dataModel xmlns:dgm="http://schemas.openxmlformats.org/drawingml/2006/diagram" xmlns:a="http://schemas.openxmlformats.org/drawingml/2006/main">
  <dgm:ptLst>
    <dgm:pt modelId="{1B651A8D-5D05-42AF-BC9B-C1C136929AD8}" type="doc">
      <dgm:prSet loTypeId="urn:microsoft.com/office/officeart/2005/8/layout/hierarchy3" loCatId="list" qsTypeId="urn:microsoft.com/office/officeart/2005/8/quickstyle/simple1" qsCatId="simple" csTypeId="urn:microsoft.com/office/officeart/2005/8/colors/accent1_2" csCatId="accent1" phldr="1"/>
      <dgm:spPr/>
      <dgm:t>
        <a:bodyPr/>
        <a:lstStyle/>
        <a:p>
          <a:endParaRPr lang="en-US"/>
        </a:p>
      </dgm:t>
    </dgm:pt>
    <dgm:pt modelId="{76EA8B74-A42A-4AFF-B29B-E2467BCEF637}">
      <dgm:prSet custT="1">
        <dgm:style>
          <a:lnRef idx="0">
            <a:schemeClr val="accent1"/>
          </a:lnRef>
          <a:fillRef idx="3">
            <a:schemeClr val="accent1"/>
          </a:fillRef>
          <a:effectRef idx="3">
            <a:schemeClr val="accent1"/>
          </a:effectRef>
          <a:fontRef idx="minor">
            <a:schemeClr val="lt1"/>
          </a:fontRef>
        </dgm:style>
      </dgm:prSet>
      <dgm:spPr/>
      <dgm:t>
        <a:bodyPr/>
        <a:lstStyle/>
        <a:p>
          <a:r>
            <a:rPr lang="en-US" sz="2400" b="1" dirty="0"/>
            <a:t>Spell correction</a:t>
          </a:r>
          <a:endParaRPr lang="en-US" sz="2400" dirty="0"/>
        </a:p>
      </dgm:t>
    </dgm:pt>
    <dgm:pt modelId="{4CC2AC18-3E67-49FB-A7C0-3849AC7DDF87}" type="parTrans" cxnId="{F6F59EC1-3F0E-4AF5-A0A5-09300E56F585}">
      <dgm:prSet/>
      <dgm:spPr/>
      <dgm:t>
        <a:bodyPr/>
        <a:lstStyle/>
        <a:p>
          <a:endParaRPr lang="en-US"/>
        </a:p>
      </dgm:t>
    </dgm:pt>
    <dgm:pt modelId="{535EC7D8-1518-4453-A181-1C8933C90FED}" type="sibTrans" cxnId="{F6F59EC1-3F0E-4AF5-A0A5-09300E56F585}">
      <dgm:prSet/>
      <dgm:spPr/>
      <dgm:t>
        <a:bodyPr/>
        <a:lstStyle/>
        <a:p>
          <a:endParaRPr lang="en-US"/>
        </a:p>
      </dgm:t>
    </dgm:pt>
    <dgm:pt modelId="{80AF72EF-C864-4C99-8578-2EFEF37F5EC6}">
      <dgm:prSet custT="1"/>
      <dgm:spPr/>
      <dgm:t>
        <a:bodyPr/>
        <a:lstStyle/>
        <a:p>
          <a:r>
            <a:rPr lang="en-US" sz="2000"/>
            <a:t>Manual list</a:t>
          </a:r>
        </a:p>
      </dgm:t>
    </dgm:pt>
    <dgm:pt modelId="{242B09E9-9857-4345-9D14-63D79E59D066}" type="parTrans" cxnId="{88B24AB5-9D17-4C1B-9D4A-D045C0CED66C}">
      <dgm:prSet/>
      <dgm:spPr/>
      <dgm:t>
        <a:bodyPr/>
        <a:lstStyle/>
        <a:p>
          <a:endParaRPr lang="en-US" sz="1600"/>
        </a:p>
      </dgm:t>
    </dgm:pt>
    <dgm:pt modelId="{5D9681E7-2882-484F-9748-8D73665C0361}" type="sibTrans" cxnId="{88B24AB5-9D17-4C1B-9D4A-D045C0CED66C}">
      <dgm:prSet/>
      <dgm:spPr/>
      <dgm:t>
        <a:bodyPr/>
        <a:lstStyle/>
        <a:p>
          <a:endParaRPr lang="en-US"/>
        </a:p>
      </dgm:t>
    </dgm:pt>
    <dgm:pt modelId="{754D2181-CB96-4D93-A49C-74A4BFB63AB0}">
      <dgm:prSet custT="1"/>
      <dgm:spPr/>
      <dgm:t>
        <a:bodyPr/>
        <a:lstStyle/>
        <a:p>
          <a:r>
            <a:rPr lang="en-US" sz="2000"/>
            <a:t>All correction list</a:t>
          </a:r>
        </a:p>
      </dgm:t>
    </dgm:pt>
    <dgm:pt modelId="{54C25EDE-4614-4823-B555-04DB4D3531E2}" type="parTrans" cxnId="{17B61BEC-90CF-43E2-ADE8-867122578121}">
      <dgm:prSet/>
      <dgm:spPr/>
      <dgm:t>
        <a:bodyPr/>
        <a:lstStyle/>
        <a:p>
          <a:endParaRPr lang="en-US" sz="1600"/>
        </a:p>
      </dgm:t>
    </dgm:pt>
    <dgm:pt modelId="{C6D00D55-7E9C-4814-94B4-F609B1395D8F}" type="sibTrans" cxnId="{17B61BEC-90CF-43E2-ADE8-867122578121}">
      <dgm:prSet/>
      <dgm:spPr/>
      <dgm:t>
        <a:bodyPr/>
        <a:lstStyle/>
        <a:p>
          <a:endParaRPr lang="en-US"/>
        </a:p>
      </dgm:t>
    </dgm:pt>
    <dgm:pt modelId="{5720BF58-7D38-4775-9F9A-E770115AF6C2}">
      <dgm:prSet custT="1">
        <dgm:style>
          <a:lnRef idx="0">
            <a:schemeClr val="accent5"/>
          </a:lnRef>
          <a:fillRef idx="3">
            <a:schemeClr val="accent5"/>
          </a:fillRef>
          <a:effectRef idx="3">
            <a:schemeClr val="accent5"/>
          </a:effectRef>
          <a:fontRef idx="minor">
            <a:schemeClr val="lt1"/>
          </a:fontRef>
        </dgm:style>
      </dgm:prSet>
      <dgm:spPr/>
      <dgm:t>
        <a:bodyPr/>
        <a:lstStyle/>
        <a:p>
          <a:r>
            <a:rPr lang="en-US" sz="2400" b="1"/>
            <a:t>Data augmentation</a:t>
          </a:r>
          <a:endParaRPr lang="en-US" sz="2400"/>
        </a:p>
      </dgm:t>
    </dgm:pt>
    <dgm:pt modelId="{16A5D933-B641-4FBB-AAFB-66BF9680A12D}" type="parTrans" cxnId="{09136CF0-FA8E-41A0-9198-6504EC75345A}">
      <dgm:prSet/>
      <dgm:spPr/>
      <dgm:t>
        <a:bodyPr/>
        <a:lstStyle/>
        <a:p>
          <a:endParaRPr lang="en-US"/>
        </a:p>
      </dgm:t>
    </dgm:pt>
    <dgm:pt modelId="{EDB50BA3-114C-465E-8304-E11EB4AC18C5}" type="sibTrans" cxnId="{09136CF0-FA8E-41A0-9198-6504EC75345A}">
      <dgm:prSet/>
      <dgm:spPr/>
      <dgm:t>
        <a:bodyPr/>
        <a:lstStyle/>
        <a:p>
          <a:endParaRPr lang="en-US"/>
        </a:p>
      </dgm:t>
    </dgm:pt>
    <dgm:pt modelId="{CB82CC84-7A01-4458-9BF2-26E5FE0AA1E3}">
      <dgm:prSet custT="1"/>
      <dgm:spPr/>
      <dgm:t>
        <a:bodyPr/>
        <a:lstStyle/>
        <a:p>
          <a:r>
            <a:rPr lang="en-US" sz="2000" dirty="0"/>
            <a:t>Wordnet</a:t>
          </a:r>
        </a:p>
      </dgm:t>
    </dgm:pt>
    <dgm:pt modelId="{D34E41FE-A5A1-4151-B13F-534B73246394}" type="parTrans" cxnId="{B3B2B76D-1F2E-487E-84AE-25D5464C390F}">
      <dgm:prSet/>
      <dgm:spPr/>
      <dgm:t>
        <a:bodyPr/>
        <a:lstStyle/>
        <a:p>
          <a:endParaRPr lang="en-US" sz="1600"/>
        </a:p>
      </dgm:t>
    </dgm:pt>
    <dgm:pt modelId="{8BD7ED85-91F2-424A-B733-22C988DF042B}" type="sibTrans" cxnId="{B3B2B76D-1F2E-487E-84AE-25D5464C390F}">
      <dgm:prSet/>
      <dgm:spPr/>
      <dgm:t>
        <a:bodyPr/>
        <a:lstStyle/>
        <a:p>
          <a:endParaRPr lang="en-US"/>
        </a:p>
      </dgm:t>
    </dgm:pt>
    <dgm:pt modelId="{00F91071-2696-417C-8D18-81100FBD66B0}">
      <dgm:prSet custT="1"/>
      <dgm:spPr/>
      <dgm:t>
        <a:bodyPr/>
        <a:lstStyle/>
        <a:p>
          <a:r>
            <a:rPr lang="en-US" sz="2000"/>
            <a:t>Walmart’s sample synonyms list</a:t>
          </a:r>
        </a:p>
      </dgm:t>
    </dgm:pt>
    <dgm:pt modelId="{27F88C12-8300-4B52-B448-12BD9916D28A}" type="parTrans" cxnId="{1F67EAC9-CE29-4287-9035-C732461B8C8E}">
      <dgm:prSet/>
      <dgm:spPr/>
      <dgm:t>
        <a:bodyPr/>
        <a:lstStyle/>
        <a:p>
          <a:endParaRPr lang="en-US" sz="1600"/>
        </a:p>
      </dgm:t>
    </dgm:pt>
    <dgm:pt modelId="{02FF33BA-263C-429C-B1B8-DE9B557660F4}" type="sibTrans" cxnId="{1F67EAC9-CE29-4287-9035-C732461B8C8E}">
      <dgm:prSet/>
      <dgm:spPr/>
      <dgm:t>
        <a:bodyPr/>
        <a:lstStyle/>
        <a:p>
          <a:endParaRPr lang="en-US"/>
        </a:p>
      </dgm:t>
    </dgm:pt>
    <dgm:pt modelId="{382E8E9A-AF8D-4574-9555-E91F2B0FDFD4}">
      <dgm:prSet custT="1">
        <dgm:style>
          <a:lnRef idx="0">
            <a:schemeClr val="accent6"/>
          </a:lnRef>
          <a:fillRef idx="3">
            <a:schemeClr val="accent6"/>
          </a:fillRef>
          <a:effectRef idx="3">
            <a:schemeClr val="accent6"/>
          </a:effectRef>
          <a:fontRef idx="minor">
            <a:schemeClr val="lt1"/>
          </a:fontRef>
        </dgm:style>
      </dgm:prSet>
      <dgm:spPr/>
      <dgm:t>
        <a:bodyPr/>
        <a:lstStyle/>
        <a:p>
          <a:r>
            <a:rPr lang="en-US" sz="2400" b="1" dirty="0"/>
            <a:t>FastText model</a:t>
          </a:r>
          <a:endParaRPr lang="en-US" sz="2400" dirty="0"/>
        </a:p>
      </dgm:t>
    </dgm:pt>
    <dgm:pt modelId="{2991F32C-1158-4FD4-8416-606B3DD58057}" type="parTrans" cxnId="{B3EE7E52-0A9D-4C9E-8809-CE2EA0D83591}">
      <dgm:prSet/>
      <dgm:spPr/>
      <dgm:t>
        <a:bodyPr/>
        <a:lstStyle/>
        <a:p>
          <a:endParaRPr lang="en-US"/>
        </a:p>
      </dgm:t>
    </dgm:pt>
    <dgm:pt modelId="{FCB27EC3-8371-45ED-AB53-B93D1BAB0AE9}" type="sibTrans" cxnId="{B3EE7E52-0A9D-4C9E-8809-CE2EA0D83591}">
      <dgm:prSet/>
      <dgm:spPr/>
      <dgm:t>
        <a:bodyPr/>
        <a:lstStyle/>
        <a:p>
          <a:endParaRPr lang="en-US"/>
        </a:p>
      </dgm:t>
    </dgm:pt>
    <dgm:pt modelId="{9A991371-F6D1-4BE1-B49D-02508FFBCB40}">
      <dgm:prSet custT="1"/>
      <dgm:spPr/>
      <dgm:t>
        <a:bodyPr/>
        <a:lstStyle/>
        <a:p>
          <a:r>
            <a:rPr lang="en-US" sz="2000"/>
            <a:t>TF category &gt; TF variety</a:t>
          </a:r>
        </a:p>
      </dgm:t>
    </dgm:pt>
    <dgm:pt modelId="{D84B17F4-C67B-4086-9688-04D771DBAFFB}" type="parTrans" cxnId="{E24D54EE-74CC-4357-8A90-84628EA21B3E}">
      <dgm:prSet/>
      <dgm:spPr/>
      <dgm:t>
        <a:bodyPr/>
        <a:lstStyle/>
        <a:p>
          <a:endParaRPr lang="en-US" sz="1600"/>
        </a:p>
      </dgm:t>
    </dgm:pt>
    <dgm:pt modelId="{28C8ADB5-CB1A-4768-9F4C-829D8888F5BF}" type="sibTrans" cxnId="{E24D54EE-74CC-4357-8A90-84628EA21B3E}">
      <dgm:prSet/>
      <dgm:spPr/>
      <dgm:t>
        <a:bodyPr/>
        <a:lstStyle/>
        <a:p>
          <a:endParaRPr lang="en-US"/>
        </a:p>
      </dgm:t>
    </dgm:pt>
    <dgm:pt modelId="{1BBDD2DE-C33A-4EB7-B5C5-A7F5704B00D6}">
      <dgm:prSet custT="1"/>
      <dgm:spPr/>
      <dgm:t>
        <a:bodyPr/>
        <a:lstStyle/>
        <a:p>
          <a:r>
            <a:rPr lang="en-US" sz="2000"/>
            <a:t>Autotuning of parameters</a:t>
          </a:r>
        </a:p>
      </dgm:t>
    </dgm:pt>
    <dgm:pt modelId="{F4AE95D8-4AC2-4E11-B9CE-6FDE73474D26}" type="parTrans" cxnId="{82F01C3B-0734-4129-AC51-47E5BDFDA990}">
      <dgm:prSet/>
      <dgm:spPr/>
      <dgm:t>
        <a:bodyPr/>
        <a:lstStyle/>
        <a:p>
          <a:endParaRPr lang="en-US" sz="1600"/>
        </a:p>
      </dgm:t>
    </dgm:pt>
    <dgm:pt modelId="{0F5A3863-F02A-4E66-8805-53BC41061B5E}" type="sibTrans" cxnId="{82F01C3B-0734-4129-AC51-47E5BDFDA990}">
      <dgm:prSet/>
      <dgm:spPr/>
      <dgm:t>
        <a:bodyPr/>
        <a:lstStyle/>
        <a:p>
          <a:endParaRPr lang="en-US"/>
        </a:p>
      </dgm:t>
    </dgm:pt>
    <dgm:pt modelId="{6A9EC466-1FB1-4F81-86E4-E5064BD83107}">
      <dgm:prSet custT="1">
        <dgm:style>
          <a:lnRef idx="0">
            <a:schemeClr val="accent4"/>
          </a:lnRef>
          <a:fillRef idx="3">
            <a:schemeClr val="accent4"/>
          </a:fillRef>
          <a:effectRef idx="3">
            <a:schemeClr val="accent4"/>
          </a:effectRef>
          <a:fontRef idx="minor">
            <a:schemeClr val="lt1"/>
          </a:fontRef>
        </dgm:style>
      </dgm:prSet>
      <dgm:spPr/>
      <dgm:t>
        <a:bodyPr/>
        <a:lstStyle/>
        <a:p>
          <a:r>
            <a:rPr lang="en-US" sz="2400" b="1"/>
            <a:t>Voting hard classifier</a:t>
          </a:r>
          <a:endParaRPr lang="en-US" sz="2400"/>
        </a:p>
      </dgm:t>
    </dgm:pt>
    <dgm:pt modelId="{EC691084-0185-44CA-ABA7-CA99A2ECC5E5}" type="parTrans" cxnId="{B269169E-A3B3-4E41-AB60-300137FA1248}">
      <dgm:prSet/>
      <dgm:spPr/>
      <dgm:t>
        <a:bodyPr/>
        <a:lstStyle/>
        <a:p>
          <a:endParaRPr lang="en-US"/>
        </a:p>
      </dgm:t>
    </dgm:pt>
    <dgm:pt modelId="{91FC6954-8622-4C0B-8D8D-BCE4DC9A2524}" type="sibTrans" cxnId="{B269169E-A3B3-4E41-AB60-300137FA1248}">
      <dgm:prSet/>
      <dgm:spPr/>
      <dgm:t>
        <a:bodyPr/>
        <a:lstStyle/>
        <a:p>
          <a:endParaRPr lang="en-US"/>
        </a:p>
      </dgm:t>
    </dgm:pt>
    <dgm:pt modelId="{1DCAF11F-F9B0-48A5-88B3-DC49FE00F563}">
      <dgm:prSet custT="1"/>
      <dgm:spPr/>
      <dgm:t>
        <a:bodyPr/>
        <a:lstStyle/>
        <a:p>
          <a:r>
            <a:rPr lang="en-US" sz="2000"/>
            <a:t>TF category = 70.58</a:t>
          </a:r>
        </a:p>
      </dgm:t>
    </dgm:pt>
    <dgm:pt modelId="{5FBB8151-AE94-43F2-B78B-E97C8799D0D0}" type="parTrans" cxnId="{7CBA0B82-C232-4145-99B8-770063CC6E27}">
      <dgm:prSet/>
      <dgm:spPr/>
      <dgm:t>
        <a:bodyPr/>
        <a:lstStyle/>
        <a:p>
          <a:endParaRPr lang="en-US" sz="1600"/>
        </a:p>
      </dgm:t>
    </dgm:pt>
    <dgm:pt modelId="{7C0DC2D4-2155-4FBE-8BA8-24ACB66C53E3}" type="sibTrans" cxnId="{7CBA0B82-C232-4145-99B8-770063CC6E27}">
      <dgm:prSet/>
      <dgm:spPr/>
      <dgm:t>
        <a:bodyPr/>
        <a:lstStyle/>
        <a:p>
          <a:endParaRPr lang="en-US"/>
        </a:p>
      </dgm:t>
    </dgm:pt>
    <dgm:pt modelId="{7971B477-4752-427B-B569-A5C2905DF9B0}">
      <dgm:prSet custT="1"/>
      <dgm:spPr/>
      <dgm:t>
        <a:bodyPr/>
        <a:lstStyle/>
        <a:p>
          <a:r>
            <a:rPr lang="en-US" sz="2000"/>
            <a:t>TF variety = 80.7</a:t>
          </a:r>
        </a:p>
      </dgm:t>
    </dgm:pt>
    <dgm:pt modelId="{A325ADC4-7304-4003-B66F-15A12A5911DB}" type="parTrans" cxnId="{2B16E3DA-052F-4568-A047-3722F3095F25}">
      <dgm:prSet/>
      <dgm:spPr/>
      <dgm:t>
        <a:bodyPr/>
        <a:lstStyle/>
        <a:p>
          <a:endParaRPr lang="en-US" sz="1600"/>
        </a:p>
      </dgm:t>
    </dgm:pt>
    <dgm:pt modelId="{763C3A0C-F104-4128-9BFC-D2D5F3F032A9}" type="sibTrans" cxnId="{2B16E3DA-052F-4568-A047-3722F3095F25}">
      <dgm:prSet/>
      <dgm:spPr/>
      <dgm:t>
        <a:bodyPr/>
        <a:lstStyle/>
        <a:p>
          <a:endParaRPr lang="en-US"/>
        </a:p>
      </dgm:t>
    </dgm:pt>
    <dgm:pt modelId="{FE46291A-A0BB-45AF-91C1-01E4158B14A0}" type="pres">
      <dgm:prSet presAssocID="{1B651A8D-5D05-42AF-BC9B-C1C136929AD8}" presName="diagram" presStyleCnt="0">
        <dgm:presLayoutVars>
          <dgm:chPref val="1"/>
          <dgm:dir/>
          <dgm:animOne val="branch"/>
          <dgm:animLvl val="lvl"/>
          <dgm:resizeHandles/>
        </dgm:presLayoutVars>
      </dgm:prSet>
      <dgm:spPr/>
    </dgm:pt>
    <dgm:pt modelId="{FFA6A92A-8403-40E5-B581-29B34A9F3743}" type="pres">
      <dgm:prSet presAssocID="{76EA8B74-A42A-4AFF-B29B-E2467BCEF637}" presName="root" presStyleCnt="0"/>
      <dgm:spPr/>
    </dgm:pt>
    <dgm:pt modelId="{B1B3FDA2-9355-46CC-96C4-461F241B36DA}" type="pres">
      <dgm:prSet presAssocID="{76EA8B74-A42A-4AFF-B29B-E2467BCEF637}" presName="rootComposite" presStyleCnt="0"/>
      <dgm:spPr/>
    </dgm:pt>
    <dgm:pt modelId="{9ED16B2E-99A5-4D5C-8852-B14D09EF60CE}" type="pres">
      <dgm:prSet presAssocID="{76EA8B74-A42A-4AFF-B29B-E2467BCEF637}" presName="rootText" presStyleLbl="node1" presStyleIdx="0" presStyleCnt="4"/>
      <dgm:spPr/>
    </dgm:pt>
    <dgm:pt modelId="{1BAEBC3A-845B-4C78-80E9-290651A050A1}" type="pres">
      <dgm:prSet presAssocID="{76EA8B74-A42A-4AFF-B29B-E2467BCEF637}" presName="rootConnector" presStyleLbl="node1" presStyleIdx="0" presStyleCnt="4"/>
      <dgm:spPr/>
    </dgm:pt>
    <dgm:pt modelId="{AC6C05C0-F043-464F-81AD-8D841632E260}" type="pres">
      <dgm:prSet presAssocID="{76EA8B74-A42A-4AFF-B29B-E2467BCEF637}" presName="childShape" presStyleCnt="0"/>
      <dgm:spPr/>
    </dgm:pt>
    <dgm:pt modelId="{FE73CA43-4B25-472A-B426-EF60BC92A634}" type="pres">
      <dgm:prSet presAssocID="{242B09E9-9857-4345-9D14-63D79E59D066}" presName="Name13" presStyleLbl="parChTrans1D2" presStyleIdx="0" presStyleCnt="8"/>
      <dgm:spPr/>
    </dgm:pt>
    <dgm:pt modelId="{CFFB920F-74F9-4B39-AD61-7FF5C566CD66}" type="pres">
      <dgm:prSet presAssocID="{80AF72EF-C864-4C99-8578-2EFEF37F5EC6}" presName="childText" presStyleLbl="bgAcc1" presStyleIdx="0" presStyleCnt="8">
        <dgm:presLayoutVars>
          <dgm:bulletEnabled val="1"/>
        </dgm:presLayoutVars>
      </dgm:prSet>
      <dgm:spPr/>
    </dgm:pt>
    <dgm:pt modelId="{4E352BA7-BEF0-49D3-A17C-1C7A1F97996D}" type="pres">
      <dgm:prSet presAssocID="{54C25EDE-4614-4823-B555-04DB4D3531E2}" presName="Name13" presStyleLbl="parChTrans1D2" presStyleIdx="1" presStyleCnt="8"/>
      <dgm:spPr/>
    </dgm:pt>
    <dgm:pt modelId="{E095C083-3D64-42B2-B552-C16FBD29D34F}" type="pres">
      <dgm:prSet presAssocID="{754D2181-CB96-4D93-A49C-74A4BFB63AB0}" presName="childText" presStyleLbl="bgAcc1" presStyleIdx="1" presStyleCnt="8">
        <dgm:presLayoutVars>
          <dgm:bulletEnabled val="1"/>
        </dgm:presLayoutVars>
      </dgm:prSet>
      <dgm:spPr/>
    </dgm:pt>
    <dgm:pt modelId="{2CA9BD72-C58E-43A8-A48A-9B50369AAEED}" type="pres">
      <dgm:prSet presAssocID="{5720BF58-7D38-4775-9F9A-E770115AF6C2}" presName="root" presStyleCnt="0"/>
      <dgm:spPr/>
    </dgm:pt>
    <dgm:pt modelId="{43EEF34E-B382-48B5-83A6-148E5C545A10}" type="pres">
      <dgm:prSet presAssocID="{5720BF58-7D38-4775-9F9A-E770115AF6C2}" presName="rootComposite" presStyleCnt="0"/>
      <dgm:spPr/>
    </dgm:pt>
    <dgm:pt modelId="{80127E78-5457-4242-9509-3BEE4E15BFF1}" type="pres">
      <dgm:prSet presAssocID="{5720BF58-7D38-4775-9F9A-E770115AF6C2}" presName="rootText" presStyleLbl="node1" presStyleIdx="1" presStyleCnt="4"/>
      <dgm:spPr/>
    </dgm:pt>
    <dgm:pt modelId="{EEC5A598-3A81-4F6F-8A08-E4697EB721E9}" type="pres">
      <dgm:prSet presAssocID="{5720BF58-7D38-4775-9F9A-E770115AF6C2}" presName="rootConnector" presStyleLbl="node1" presStyleIdx="1" presStyleCnt="4"/>
      <dgm:spPr/>
    </dgm:pt>
    <dgm:pt modelId="{0DEB5BC9-607D-4867-B5A6-64876549A655}" type="pres">
      <dgm:prSet presAssocID="{5720BF58-7D38-4775-9F9A-E770115AF6C2}" presName="childShape" presStyleCnt="0"/>
      <dgm:spPr/>
    </dgm:pt>
    <dgm:pt modelId="{334F31B2-81E0-4064-B800-280BA4D16B1F}" type="pres">
      <dgm:prSet presAssocID="{D34E41FE-A5A1-4151-B13F-534B73246394}" presName="Name13" presStyleLbl="parChTrans1D2" presStyleIdx="2" presStyleCnt="8"/>
      <dgm:spPr/>
    </dgm:pt>
    <dgm:pt modelId="{CC39FBCD-1E14-419B-973C-E80560C8E0D6}" type="pres">
      <dgm:prSet presAssocID="{CB82CC84-7A01-4458-9BF2-26E5FE0AA1E3}" presName="childText" presStyleLbl="bgAcc1" presStyleIdx="2" presStyleCnt="8">
        <dgm:presLayoutVars>
          <dgm:bulletEnabled val="1"/>
        </dgm:presLayoutVars>
      </dgm:prSet>
      <dgm:spPr/>
    </dgm:pt>
    <dgm:pt modelId="{D3AC0D1A-E8EF-4702-9320-E5455291E01F}" type="pres">
      <dgm:prSet presAssocID="{27F88C12-8300-4B52-B448-12BD9916D28A}" presName="Name13" presStyleLbl="parChTrans1D2" presStyleIdx="3" presStyleCnt="8"/>
      <dgm:spPr/>
    </dgm:pt>
    <dgm:pt modelId="{5B053593-003C-401F-8019-557B9439619F}" type="pres">
      <dgm:prSet presAssocID="{00F91071-2696-417C-8D18-81100FBD66B0}" presName="childText" presStyleLbl="bgAcc1" presStyleIdx="3" presStyleCnt="8">
        <dgm:presLayoutVars>
          <dgm:bulletEnabled val="1"/>
        </dgm:presLayoutVars>
      </dgm:prSet>
      <dgm:spPr/>
    </dgm:pt>
    <dgm:pt modelId="{E7AD9CFC-3375-4EA0-A6D3-15E9960E251B}" type="pres">
      <dgm:prSet presAssocID="{382E8E9A-AF8D-4574-9555-E91F2B0FDFD4}" presName="root" presStyleCnt="0"/>
      <dgm:spPr/>
    </dgm:pt>
    <dgm:pt modelId="{8537EF13-332E-4C42-9F26-814F54DB5D8D}" type="pres">
      <dgm:prSet presAssocID="{382E8E9A-AF8D-4574-9555-E91F2B0FDFD4}" presName="rootComposite" presStyleCnt="0"/>
      <dgm:spPr/>
    </dgm:pt>
    <dgm:pt modelId="{8911FF8E-98ED-4980-80DE-0EC35E6881F5}" type="pres">
      <dgm:prSet presAssocID="{382E8E9A-AF8D-4574-9555-E91F2B0FDFD4}" presName="rootText" presStyleLbl="node1" presStyleIdx="2" presStyleCnt="4"/>
      <dgm:spPr/>
    </dgm:pt>
    <dgm:pt modelId="{7EF4B9AB-C673-4138-8E2C-571F0C8010E3}" type="pres">
      <dgm:prSet presAssocID="{382E8E9A-AF8D-4574-9555-E91F2B0FDFD4}" presName="rootConnector" presStyleLbl="node1" presStyleIdx="2" presStyleCnt="4"/>
      <dgm:spPr/>
    </dgm:pt>
    <dgm:pt modelId="{EBFBB58E-46FC-4E5C-9567-299B13BC26EC}" type="pres">
      <dgm:prSet presAssocID="{382E8E9A-AF8D-4574-9555-E91F2B0FDFD4}" presName="childShape" presStyleCnt="0"/>
      <dgm:spPr/>
    </dgm:pt>
    <dgm:pt modelId="{65902B0C-EC7F-4A40-AA32-CB49BD85BDE3}" type="pres">
      <dgm:prSet presAssocID="{D84B17F4-C67B-4086-9688-04D771DBAFFB}" presName="Name13" presStyleLbl="parChTrans1D2" presStyleIdx="4" presStyleCnt="8"/>
      <dgm:spPr/>
    </dgm:pt>
    <dgm:pt modelId="{9B996DB8-C085-491D-8648-075804B883BE}" type="pres">
      <dgm:prSet presAssocID="{9A991371-F6D1-4BE1-B49D-02508FFBCB40}" presName="childText" presStyleLbl="bgAcc1" presStyleIdx="4" presStyleCnt="8">
        <dgm:presLayoutVars>
          <dgm:bulletEnabled val="1"/>
        </dgm:presLayoutVars>
      </dgm:prSet>
      <dgm:spPr/>
    </dgm:pt>
    <dgm:pt modelId="{89ED0F36-DD17-4B80-A304-E8A3A3209887}" type="pres">
      <dgm:prSet presAssocID="{F4AE95D8-4AC2-4E11-B9CE-6FDE73474D26}" presName="Name13" presStyleLbl="parChTrans1D2" presStyleIdx="5" presStyleCnt="8"/>
      <dgm:spPr/>
    </dgm:pt>
    <dgm:pt modelId="{D662D6EE-E316-4338-9600-E234AF058540}" type="pres">
      <dgm:prSet presAssocID="{1BBDD2DE-C33A-4EB7-B5C5-A7F5704B00D6}" presName="childText" presStyleLbl="bgAcc1" presStyleIdx="5" presStyleCnt="8">
        <dgm:presLayoutVars>
          <dgm:bulletEnabled val="1"/>
        </dgm:presLayoutVars>
      </dgm:prSet>
      <dgm:spPr/>
    </dgm:pt>
    <dgm:pt modelId="{06E78D5B-5930-403D-A10A-CDB2418DBEC6}" type="pres">
      <dgm:prSet presAssocID="{6A9EC466-1FB1-4F81-86E4-E5064BD83107}" presName="root" presStyleCnt="0"/>
      <dgm:spPr/>
    </dgm:pt>
    <dgm:pt modelId="{29A2565E-F912-4249-9D10-E8372ED18EF9}" type="pres">
      <dgm:prSet presAssocID="{6A9EC466-1FB1-4F81-86E4-E5064BD83107}" presName="rootComposite" presStyleCnt="0"/>
      <dgm:spPr/>
    </dgm:pt>
    <dgm:pt modelId="{40103C75-FABE-4F96-931A-BE0BF4F5919A}" type="pres">
      <dgm:prSet presAssocID="{6A9EC466-1FB1-4F81-86E4-E5064BD83107}" presName="rootText" presStyleLbl="node1" presStyleIdx="3" presStyleCnt="4"/>
      <dgm:spPr/>
    </dgm:pt>
    <dgm:pt modelId="{1CB8E026-B61D-4A4F-A98C-86CF36E3CB20}" type="pres">
      <dgm:prSet presAssocID="{6A9EC466-1FB1-4F81-86E4-E5064BD83107}" presName="rootConnector" presStyleLbl="node1" presStyleIdx="3" presStyleCnt="4"/>
      <dgm:spPr/>
    </dgm:pt>
    <dgm:pt modelId="{ABEF181B-AE44-4EEC-813E-24D95A00CB0F}" type="pres">
      <dgm:prSet presAssocID="{6A9EC466-1FB1-4F81-86E4-E5064BD83107}" presName="childShape" presStyleCnt="0"/>
      <dgm:spPr/>
    </dgm:pt>
    <dgm:pt modelId="{D229FB14-9A4C-4427-8DC3-B81C2B807AE0}" type="pres">
      <dgm:prSet presAssocID="{5FBB8151-AE94-43F2-B78B-E97C8799D0D0}" presName="Name13" presStyleLbl="parChTrans1D2" presStyleIdx="6" presStyleCnt="8"/>
      <dgm:spPr/>
    </dgm:pt>
    <dgm:pt modelId="{491ABA40-2FD9-457A-9B7C-6B60B8B0CC43}" type="pres">
      <dgm:prSet presAssocID="{1DCAF11F-F9B0-48A5-88B3-DC49FE00F563}" presName="childText" presStyleLbl="bgAcc1" presStyleIdx="6" presStyleCnt="8">
        <dgm:presLayoutVars>
          <dgm:bulletEnabled val="1"/>
        </dgm:presLayoutVars>
      </dgm:prSet>
      <dgm:spPr/>
    </dgm:pt>
    <dgm:pt modelId="{9F3ADC99-1909-4837-868F-024A61DA3C51}" type="pres">
      <dgm:prSet presAssocID="{A325ADC4-7304-4003-B66F-15A12A5911DB}" presName="Name13" presStyleLbl="parChTrans1D2" presStyleIdx="7" presStyleCnt="8"/>
      <dgm:spPr/>
    </dgm:pt>
    <dgm:pt modelId="{192CE314-0FE0-423C-BB66-23A4EADD02A0}" type="pres">
      <dgm:prSet presAssocID="{7971B477-4752-427B-B569-A5C2905DF9B0}" presName="childText" presStyleLbl="bgAcc1" presStyleIdx="7" presStyleCnt="8">
        <dgm:presLayoutVars>
          <dgm:bulletEnabled val="1"/>
        </dgm:presLayoutVars>
      </dgm:prSet>
      <dgm:spPr/>
    </dgm:pt>
  </dgm:ptLst>
  <dgm:cxnLst>
    <dgm:cxn modelId="{D8735307-6298-4960-B243-A165D2D4AAE2}" type="presOf" srcId="{6A9EC466-1FB1-4F81-86E4-E5064BD83107}" destId="{1CB8E026-B61D-4A4F-A98C-86CF36E3CB20}" srcOrd="1" destOrd="0" presId="urn:microsoft.com/office/officeart/2005/8/layout/hierarchy3"/>
    <dgm:cxn modelId="{9597F50D-FD02-4685-B68C-5673598AA6BA}" type="presOf" srcId="{76EA8B74-A42A-4AFF-B29B-E2467BCEF637}" destId="{1BAEBC3A-845B-4C78-80E9-290651A050A1}" srcOrd="1" destOrd="0" presId="urn:microsoft.com/office/officeart/2005/8/layout/hierarchy3"/>
    <dgm:cxn modelId="{D6A54B11-6C3E-4663-BD35-9418788FFD44}" type="presOf" srcId="{F4AE95D8-4AC2-4E11-B9CE-6FDE73474D26}" destId="{89ED0F36-DD17-4B80-A304-E8A3A3209887}" srcOrd="0" destOrd="0" presId="urn:microsoft.com/office/officeart/2005/8/layout/hierarchy3"/>
    <dgm:cxn modelId="{2335D319-E28A-4F02-BEFF-2720A2824253}" type="presOf" srcId="{5720BF58-7D38-4775-9F9A-E770115AF6C2}" destId="{80127E78-5457-4242-9509-3BEE4E15BFF1}" srcOrd="0" destOrd="0" presId="urn:microsoft.com/office/officeart/2005/8/layout/hierarchy3"/>
    <dgm:cxn modelId="{632FC11B-7551-4B6A-9891-C7ED79C096E6}" type="presOf" srcId="{5720BF58-7D38-4775-9F9A-E770115AF6C2}" destId="{EEC5A598-3A81-4F6F-8A08-E4697EB721E9}" srcOrd="1" destOrd="0" presId="urn:microsoft.com/office/officeart/2005/8/layout/hierarchy3"/>
    <dgm:cxn modelId="{3CBFAA2F-A6F9-466D-A7DA-B14B92A17E3B}" type="presOf" srcId="{80AF72EF-C864-4C99-8578-2EFEF37F5EC6}" destId="{CFFB920F-74F9-4B39-AD61-7FF5C566CD66}" srcOrd="0" destOrd="0" presId="urn:microsoft.com/office/officeart/2005/8/layout/hierarchy3"/>
    <dgm:cxn modelId="{029CB430-815C-4493-8788-5CD647CEE2AC}" type="presOf" srcId="{242B09E9-9857-4345-9D14-63D79E59D066}" destId="{FE73CA43-4B25-472A-B426-EF60BC92A634}" srcOrd="0" destOrd="0" presId="urn:microsoft.com/office/officeart/2005/8/layout/hierarchy3"/>
    <dgm:cxn modelId="{82F01C3B-0734-4129-AC51-47E5BDFDA990}" srcId="{382E8E9A-AF8D-4574-9555-E91F2B0FDFD4}" destId="{1BBDD2DE-C33A-4EB7-B5C5-A7F5704B00D6}" srcOrd="1" destOrd="0" parTransId="{F4AE95D8-4AC2-4E11-B9CE-6FDE73474D26}" sibTransId="{0F5A3863-F02A-4E66-8805-53BC41061B5E}"/>
    <dgm:cxn modelId="{FA6FA46B-9350-4E0B-8C30-1CEE99A746F9}" type="presOf" srcId="{00F91071-2696-417C-8D18-81100FBD66B0}" destId="{5B053593-003C-401F-8019-557B9439619F}" srcOrd="0" destOrd="0" presId="urn:microsoft.com/office/officeart/2005/8/layout/hierarchy3"/>
    <dgm:cxn modelId="{B3B2B76D-1F2E-487E-84AE-25D5464C390F}" srcId="{5720BF58-7D38-4775-9F9A-E770115AF6C2}" destId="{CB82CC84-7A01-4458-9BF2-26E5FE0AA1E3}" srcOrd="0" destOrd="0" parTransId="{D34E41FE-A5A1-4151-B13F-534B73246394}" sibTransId="{8BD7ED85-91F2-424A-B733-22C988DF042B}"/>
    <dgm:cxn modelId="{B3EE7E52-0A9D-4C9E-8809-CE2EA0D83591}" srcId="{1B651A8D-5D05-42AF-BC9B-C1C136929AD8}" destId="{382E8E9A-AF8D-4574-9555-E91F2B0FDFD4}" srcOrd="2" destOrd="0" parTransId="{2991F32C-1158-4FD4-8416-606B3DD58057}" sibTransId="{FCB27EC3-8371-45ED-AB53-B93D1BAB0AE9}"/>
    <dgm:cxn modelId="{43DE3953-2BA5-44C7-B459-4A402956A499}" type="presOf" srcId="{D34E41FE-A5A1-4151-B13F-534B73246394}" destId="{334F31B2-81E0-4064-B800-280BA4D16B1F}" srcOrd="0" destOrd="0" presId="urn:microsoft.com/office/officeart/2005/8/layout/hierarchy3"/>
    <dgm:cxn modelId="{2CA6A056-0514-4032-9527-3D3F0A42639E}" type="presOf" srcId="{1BBDD2DE-C33A-4EB7-B5C5-A7F5704B00D6}" destId="{D662D6EE-E316-4338-9600-E234AF058540}" srcOrd="0" destOrd="0" presId="urn:microsoft.com/office/officeart/2005/8/layout/hierarchy3"/>
    <dgm:cxn modelId="{BE59B556-3D93-4CA5-802C-EA048D828958}" type="presOf" srcId="{382E8E9A-AF8D-4574-9555-E91F2B0FDFD4}" destId="{7EF4B9AB-C673-4138-8E2C-571F0C8010E3}" srcOrd="1" destOrd="0" presId="urn:microsoft.com/office/officeart/2005/8/layout/hierarchy3"/>
    <dgm:cxn modelId="{7CBA0B82-C232-4145-99B8-770063CC6E27}" srcId="{6A9EC466-1FB1-4F81-86E4-E5064BD83107}" destId="{1DCAF11F-F9B0-48A5-88B3-DC49FE00F563}" srcOrd="0" destOrd="0" parTransId="{5FBB8151-AE94-43F2-B78B-E97C8799D0D0}" sibTransId="{7C0DC2D4-2155-4FBE-8BA8-24ACB66C53E3}"/>
    <dgm:cxn modelId="{3334E689-B92B-40EA-A7EC-D4692B6A73CE}" type="presOf" srcId="{7971B477-4752-427B-B569-A5C2905DF9B0}" destId="{192CE314-0FE0-423C-BB66-23A4EADD02A0}" srcOrd="0" destOrd="0" presId="urn:microsoft.com/office/officeart/2005/8/layout/hierarchy3"/>
    <dgm:cxn modelId="{9B09BB8E-C94D-4401-98DF-C66169B5DC30}" type="presOf" srcId="{5FBB8151-AE94-43F2-B78B-E97C8799D0D0}" destId="{D229FB14-9A4C-4427-8DC3-B81C2B807AE0}" srcOrd="0" destOrd="0" presId="urn:microsoft.com/office/officeart/2005/8/layout/hierarchy3"/>
    <dgm:cxn modelId="{9190DD98-A5E2-4106-8D26-FE4F2E273A21}" type="presOf" srcId="{27F88C12-8300-4B52-B448-12BD9916D28A}" destId="{D3AC0D1A-E8EF-4702-9320-E5455291E01F}" srcOrd="0" destOrd="0" presId="urn:microsoft.com/office/officeart/2005/8/layout/hierarchy3"/>
    <dgm:cxn modelId="{B269169E-A3B3-4E41-AB60-300137FA1248}" srcId="{1B651A8D-5D05-42AF-BC9B-C1C136929AD8}" destId="{6A9EC466-1FB1-4F81-86E4-E5064BD83107}" srcOrd="3" destOrd="0" parTransId="{EC691084-0185-44CA-ABA7-CA99A2ECC5E5}" sibTransId="{91FC6954-8622-4C0B-8D8D-BCE4DC9A2524}"/>
    <dgm:cxn modelId="{6ADCD99E-D192-475C-A32F-C1C024181E84}" type="presOf" srcId="{76EA8B74-A42A-4AFF-B29B-E2467BCEF637}" destId="{9ED16B2E-99A5-4D5C-8852-B14D09EF60CE}" srcOrd="0" destOrd="0" presId="urn:microsoft.com/office/officeart/2005/8/layout/hierarchy3"/>
    <dgm:cxn modelId="{D28E1FB3-1F77-48CE-AC6F-0AA09FD21D5F}" type="presOf" srcId="{382E8E9A-AF8D-4574-9555-E91F2B0FDFD4}" destId="{8911FF8E-98ED-4980-80DE-0EC35E6881F5}" srcOrd="0" destOrd="0" presId="urn:microsoft.com/office/officeart/2005/8/layout/hierarchy3"/>
    <dgm:cxn modelId="{88B24AB5-9D17-4C1B-9D4A-D045C0CED66C}" srcId="{76EA8B74-A42A-4AFF-B29B-E2467BCEF637}" destId="{80AF72EF-C864-4C99-8578-2EFEF37F5EC6}" srcOrd="0" destOrd="0" parTransId="{242B09E9-9857-4345-9D14-63D79E59D066}" sibTransId="{5D9681E7-2882-484F-9748-8D73665C0361}"/>
    <dgm:cxn modelId="{61E41AB8-11CE-4564-B8BF-43F5A51E371A}" type="presOf" srcId="{CB82CC84-7A01-4458-9BF2-26E5FE0AA1E3}" destId="{CC39FBCD-1E14-419B-973C-E80560C8E0D6}" srcOrd="0" destOrd="0" presId="urn:microsoft.com/office/officeart/2005/8/layout/hierarchy3"/>
    <dgm:cxn modelId="{F6F59EC1-3F0E-4AF5-A0A5-09300E56F585}" srcId="{1B651A8D-5D05-42AF-BC9B-C1C136929AD8}" destId="{76EA8B74-A42A-4AFF-B29B-E2467BCEF637}" srcOrd="0" destOrd="0" parTransId="{4CC2AC18-3E67-49FB-A7C0-3849AC7DDF87}" sibTransId="{535EC7D8-1518-4453-A181-1C8933C90FED}"/>
    <dgm:cxn modelId="{94B08EC8-338E-444F-BE26-A6B79DDAB14E}" type="presOf" srcId="{1B651A8D-5D05-42AF-BC9B-C1C136929AD8}" destId="{FE46291A-A0BB-45AF-91C1-01E4158B14A0}" srcOrd="0" destOrd="0" presId="urn:microsoft.com/office/officeart/2005/8/layout/hierarchy3"/>
    <dgm:cxn modelId="{1F67EAC9-CE29-4287-9035-C732461B8C8E}" srcId="{5720BF58-7D38-4775-9F9A-E770115AF6C2}" destId="{00F91071-2696-417C-8D18-81100FBD66B0}" srcOrd="1" destOrd="0" parTransId="{27F88C12-8300-4B52-B448-12BD9916D28A}" sibTransId="{02FF33BA-263C-429C-B1B8-DE9B557660F4}"/>
    <dgm:cxn modelId="{7498D3CD-51D0-4D8E-8F90-2745CF8922FE}" type="presOf" srcId="{A325ADC4-7304-4003-B66F-15A12A5911DB}" destId="{9F3ADC99-1909-4837-868F-024A61DA3C51}" srcOrd="0" destOrd="0" presId="urn:microsoft.com/office/officeart/2005/8/layout/hierarchy3"/>
    <dgm:cxn modelId="{8707D4D2-71BA-4B14-ADD9-9D1093A20E24}" type="presOf" srcId="{6A9EC466-1FB1-4F81-86E4-E5064BD83107}" destId="{40103C75-FABE-4F96-931A-BE0BF4F5919A}" srcOrd="0" destOrd="0" presId="urn:microsoft.com/office/officeart/2005/8/layout/hierarchy3"/>
    <dgm:cxn modelId="{2B16E3DA-052F-4568-A047-3722F3095F25}" srcId="{6A9EC466-1FB1-4F81-86E4-E5064BD83107}" destId="{7971B477-4752-427B-B569-A5C2905DF9B0}" srcOrd="1" destOrd="0" parTransId="{A325ADC4-7304-4003-B66F-15A12A5911DB}" sibTransId="{763C3A0C-F104-4128-9BFC-D2D5F3F032A9}"/>
    <dgm:cxn modelId="{8B7D26DE-9F6C-4F05-9132-FF32B2EE7608}" type="presOf" srcId="{754D2181-CB96-4D93-A49C-74A4BFB63AB0}" destId="{E095C083-3D64-42B2-B552-C16FBD29D34F}" srcOrd="0" destOrd="0" presId="urn:microsoft.com/office/officeart/2005/8/layout/hierarchy3"/>
    <dgm:cxn modelId="{994FDBE7-8E00-4595-93A2-6D49A389F787}" type="presOf" srcId="{1DCAF11F-F9B0-48A5-88B3-DC49FE00F563}" destId="{491ABA40-2FD9-457A-9B7C-6B60B8B0CC43}" srcOrd="0" destOrd="0" presId="urn:microsoft.com/office/officeart/2005/8/layout/hierarchy3"/>
    <dgm:cxn modelId="{AC76C6EA-6FCF-4DEB-99C9-077AEB92FB59}" type="presOf" srcId="{9A991371-F6D1-4BE1-B49D-02508FFBCB40}" destId="{9B996DB8-C085-491D-8648-075804B883BE}" srcOrd="0" destOrd="0" presId="urn:microsoft.com/office/officeart/2005/8/layout/hierarchy3"/>
    <dgm:cxn modelId="{17B61BEC-90CF-43E2-ADE8-867122578121}" srcId="{76EA8B74-A42A-4AFF-B29B-E2467BCEF637}" destId="{754D2181-CB96-4D93-A49C-74A4BFB63AB0}" srcOrd="1" destOrd="0" parTransId="{54C25EDE-4614-4823-B555-04DB4D3531E2}" sibTransId="{C6D00D55-7E9C-4814-94B4-F609B1395D8F}"/>
    <dgm:cxn modelId="{E24D54EE-74CC-4357-8A90-84628EA21B3E}" srcId="{382E8E9A-AF8D-4574-9555-E91F2B0FDFD4}" destId="{9A991371-F6D1-4BE1-B49D-02508FFBCB40}" srcOrd="0" destOrd="0" parTransId="{D84B17F4-C67B-4086-9688-04D771DBAFFB}" sibTransId="{28C8ADB5-CB1A-4768-9F4C-829D8888F5BF}"/>
    <dgm:cxn modelId="{09136CF0-FA8E-41A0-9198-6504EC75345A}" srcId="{1B651A8D-5D05-42AF-BC9B-C1C136929AD8}" destId="{5720BF58-7D38-4775-9F9A-E770115AF6C2}" srcOrd="1" destOrd="0" parTransId="{16A5D933-B641-4FBB-AAFB-66BF9680A12D}" sibTransId="{EDB50BA3-114C-465E-8304-E11EB4AC18C5}"/>
    <dgm:cxn modelId="{411409FD-884F-4ED0-9CBC-1DB640548E3E}" type="presOf" srcId="{54C25EDE-4614-4823-B555-04DB4D3531E2}" destId="{4E352BA7-BEF0-49D3-A17C-1C7A1F97996D}" srcOrd="0" destOrd="0" presId="urn:microsoft.com/office/officeart/2005/8/layout/hierarchy3"/>
    <dgm:cxn modelId="{DF2B5DFE-D7F0-4AC9-BC75-3177314ECE52}" type="presOf" srcId="{D84B17F4-C67B-4086-9688-04D771DBAFFB}" destId="{65902B0C-EC7F-4A40-AA32-CB49BD85BDE3}" srcOrd="0" destOrd="0" presId="urn:microsoft.com/office/officeart/2005/8/layout/hierarchy3"/>
    <dgm:cxn modelId="{35517C27-B328-4FBE-92CE-30C9193D609F}" type="presParOf" srcId="{FE46291A-A0BB-45AF-91C1-01E4158B14A0}" destId="{FFA6A92A-8403-40E5-B581-29B34A9F3743}" srcOrd="0" destOrd="0" presId="urn:microsoft.com/office/officeart/2005/8/layout/hierarchy3"/>
    <dgm:cxn modelId="{D6876780-567E-4272-91E4-E076BF61616A}" type="presParOf" srcId="{FFA6A92A-8403-40E5-B581-29B34A9F3743}" destId="{B1B3FDA2-9355-46CC-96C4-461F241B36DA}" srcOrd="0" destOrd="0" presId="urn:microsoft.com/office/officeart/2005/8/layout/hierarchy3"/>
    <dgm:cxn modelId="{06FFB2A5-5276-4CA2-8FCD-F8BDE747C8A4}" type="presParOf" srcId="{B1B3FDA2-9355-46CC-96C4-461F241B36DA}" destId="{9ED16B2E-99A5-4D5C-8852-B14D09EF60CE}" srcOrd="0" destOrd="0" presId="urn:microsoft.com/office/officeart/2005/8/layout/hierarchy3"/>
    <dgm:cxn modelId="{A48008D1-2347-4D17-83FB-810A882D3424}" type="presParOf" srcId="{B1B3FDA2-9355-46CC-96C4-461F241B36DA}" destId="{1BAEBC3A-845B-4C78-80E9-290651A050A1}" srcOrd="1" destOrd="0" presId="urn:microsoft.com/office/officeart/2005/8/layout/hierarchy3"/>
    <dgm:cxn modelId="{E2115493-EB6F-453F-8B43-34C4C4010E14}" type="presParOf" srcId="{FFA6A92A-8403-40E5-B581-29B34A9F3743}" destId="{AC6C05C0-F043-464F-81AD-8D841632E260}" srcOrd="1" destOrd="0" presId="urn:microsoft.com/office/officeart/2005/8/layout/hierarchy3"/>
    <dgm:cxn modelId="{FF999D9F-1B12-4A01-9CD4-0BF30C2F85AA}" type="presParOf" srcId="{AC6C05C0-F043-464F-81AD-8D841632E260}" destId="{FE73CA43-4B25-472A-B426-EF60BC92A634}" srcOrd="0" destOrd="0" presId="urn:microsoft.com/office/officeart/2005/8/layout/hierarchy3"/>
    <dgm:cxn modelId="{722343EE-F470-4535-9F0E-97F67C8636FE}" type="presParOf" srcId="{AC6C05C0-F043-464F-81AD-8D841632E260}" destId="{CFFB920F-74F9-4B39-AD61-7FF5C566CD66}" srcOrd="1" destOrd="0" presId="urn:microsoft.com/office/officeart/2005/8/layout/hierarchy3"/>
    <dgm:cxn modelId="{769969CD-5CAE-4415-86EA-8AA16094E4CB}" type="presParOf" srcId="{AC6C05C0-F043-464F-81AD-8D841632E260}" destId="{4E352BA7-BEF0-49D3-A17C-1C7A1F97996D}" srcOrd="2" destOrd="0" presId="urn:microsoft.com/office/officeart/2005/8/layout/hierarchy3"/>
    <dgm:cxn modelId="{A79A4AE7-E7BF-4D4A-8CF9-6727A52D4FE7}" type="presParOf" srcId="{AC6C05C0-F043-464F-81AD-8D841632E260}" destId="{E095C083-3D64-42B2-B552-C16FBD29D34F}" srcOrd="3" destOrd="0" presId="urn:microsoft.com/office/officeart/2005/8/layout/hierarchy3"/>
    <dgm:cxn modelId="{015CC0C7-B026-461C-978A-1086D2F1CC2C}" type="presParOf" srcId="{FE46291A-A0BB-45AF-91C1-01E4158B14A0}" destId="{2CA9BD72-C58E-43A8-A48A-9B50369AAEED}" srcOrd="1" destOrd="0" presId="urn:microsoft.com/office/officeart/2005/8/layout/hierarchy3"/>
    <dgm:cxn modelId="{668C203C-064B-47A3-9BC6-7D547D7A1C5F}" type="presParOf" srcId="{2CA9BD72-C58E-43A8-A48A-9B50369AAEED}" destId="{43EEF34E-B382-48B5-83A6-148E5C545A10}" srcOrd="0" destOrd="0" presId="urn:microsoft.com/office/officeart/2005/8/layout/hierarchy3"/>
    <dgm:cxn modelId="{75FC52E9-2A72-4F9B-9823-F826E04ABF50}" type="presParOf" srcId="{43EEF34E-B382-48B5-83A6-148E5C545A10}" destId="{80127E78-5457-4242-9509-3BEE4E15BFF1}" srcOrd="0" destOrd="0" presId="urn:microsoft.com/office/officeart/2005/8/layout/hierarchy3"/>
    <dgm:cxn modelId="{2C80A88B-71EA-44C4-8467-C88E5EC7C913}" type="presParOf" srcId="{43EEF34E-B382-48B5-83A6-148E5C545A10}" destId="{EEC5A598-3A81-4F6F-8A08-E4697EB721E9}" srcOrd="1" destOrd="0" presId="urn:microsoft.com/office/officeart/2005/8/layout/hierarchy3"/>
    <dgm:cxn modelId="{131111C3-EA23-4D6E-A01C-2A7736DB9070}" type="presParOf" srcId="{2CA9BD72-C58E-43A8-A48A-9B50369AAEED}" destId="{0DEB5BC9-607D-4867-B5A6-64876549A655}" srcOrd="1" destOrd="0" presId="urn:microsoft.com/office/officeart/2005/8/layout/hierarchy3"/>
    <dgm:cxn modelId="{1A4D114F-6462-4DA2-95ED-4E3A2B9BE928}" type="presParOf" srcId="{0DEB5BC9-607D-4867-B5A6-64876549A655}" destId="{334F31B2-81E0-4064-B800-280BA4D16B1F}" srcOrd="0" destOrd="0" presId="urn:microsoft.com/office/officeart/2005/8/layout/hierarchy3"/>
    <dgm:cxn modelId="{50264D7F-1630-4B7B-80F6-0396AFC496C8}" type="presParOf" srcId="{0DEB5BC9-607D-4867-B5A6-64876549A655}" destId="{CC39FBCD-1E14-419B-973C-E80560C8E0D6}" srcOrd="1" destOrd="0" presId="urn:microsoft.com/office/officeart/2005/8/layout/hierarchy3"/>
    <dgm:cxn modelId="{55E6AAAB-E4C2-4FA1-B670-C3D6ED35CDF5}" type="presParOf" srcId="{0DEB5BC9-607D-4867-B5A6-64876549A655}" destId="{D3AC0D1A-E8EF-4702-9320-E5455291E01F}" srcOrd="2" destOrd="0" presId="urn:microsoft.com/office/officeart/2005/8/layout/hierarchy3"/>
    <dgm:cxn modelId="{26C56F1B-EE20-4D89-AAA5-915648C5F9C6}" type="presParOf" srcId="{0DEB5BC9-607D-4867-B5A6-64876549A655}" destId="{5B053593-003C-401F-8019-557B9439619F}" srcOrd="3" destOrd="0" presId="urn:microsoft.com/office/officeart/2005/8/layout/hierarchy3"/>
    <dgm:cxn modelId="{1AA8DAB0-6B22-44BB-B78B-0230D44CAAC3}" type="presParOf" srcId="{FE46291A-A0BB-45AF-91C1-01E4158B14A0}" destId="{E7AD9CFC-3375-4EA0-A6D3-15E9960E251B}" srcOrd="2" destOrd="0" presId="urn:microsoft.com/office/officeart/2005/8/layout/hierarchy3"/>
    <dgm:cxn modelId="{88468AA9-7EF7-4E90-AFBA-29B237AE2067}" type="presParOf" srcId="{E7AD9CFC-3375-4EA0-A6D3-15E9960E251B}" destId="{8537EF13-332E-4C42-9F26-814F54DB5D8D}" srcOrd="0" destOrd="0" presId="urn:microsoft.com/office/officeart/2005/8/layout/hierarchy3"/>
    <dgm:cxn modelId="{086FF5BD-9C22-4E97-ADCE-E6A826637BCF}" type="presParOf" srcId="{8537EF13-332E-4C42-9F26-814F54DB5D8D}" destId="{8911FF8E-98ED-4980-80DE-0EC35E6881F5}" srcOrd="0" destOrd="0" presId="urn:microsoft.com/office/officeart/2005/8/layout/hierarchy3"/>
    <dgm:cxn modelId="{4D0E6651-6F90-445D-9788-90C0840560C0}" type="presParOf" srcId="{8537EF13-332E-4C42-9F26-814F54DB5D8D}" destId="{7EF4B9AB-C673-4138-8E2C-571F0C8010E3}" srcOrd="1" destOrd="0" presId="urn:microsoft.com/office/officeart/2005/8/layout/hierarchy3"/>
    <dgm:cxn modelId="{96BF7994-9469-4107-89DE-76D44F9E6828}" type="presParOf" srcId="{E7AD9CFC-3375-4EA0-A6D3-15E9960E251B}" destId="{EBFBB58E-46FC-4E5C-9567-299B13BC26EC}" srcOrd="1" destOrd="0" presId="urn:microsoft.com/office/officeart/2005/8/layout/hierarchy3"/>
    <dgm:cxn modelId="{D4B726B3-0691-4FCD-972B-9C3F9A98E279}" type="presParOf" srcId="{EBFBB58E-46FC-4E5C-9567-299B13BC26EC}" destId="{65902B0C-EC7F-4A40-AA32-CB49BD85BDE3}" srcOrd="0" destOrd="0" presId="urn:microsoft.com/office/officeart/2005/8/layout/hierarchy3"/>
    <dgm:cxn modelId="{4936E04F-5821-4DBD-ADF9-0495A5BF7B8E}" type="presParOf" srcId="{EBFBB58E-46FC-4E5C-9567-299B13BC26EC}" destId="{9B996DB8-C085-491D-8648-075804B883BE}" srcOrd="1" destOrd="0" presId="urn:microsoft.com/office/officeart/2005/8/layout/hierarchy3"/>
    <dgm:cxn modelId="{E548F56D-3C8A-4FD6-88C9-E1997ACB6484}" type="presParOf" srcId="{EBFBB58E-46FC-4E5C-9567-299B13BC26EC}" destId="{89ED0F36-DD17-4B80-A304-E8A3A3209887}" srcOrd="2" destOrd="0" presId="urn:microsoft.com/office/officeart/2005/8/layout/hierarchy3"/>
    <dgm:cxn modelId="{B09C6242-4C9C-4746-9BCE-BFF62D2AE33E}" type="presParOf" srcId="{EBFBB58E-46FC-4E5C-9567-299B13BC26EC}" destId="{D662D6EE-E316-4338-9600-E234AF058540}" srcOrd="3" destOrd="0" presId="urn:microsoft.com/office/officeart/2005/8/layout/hierarchy3"/>
    <dgm:cxn modelId="{907B8EA8-3284-4D33-9F8B-C78B80EA6DA4}" type="presParOf" srcId="{FE46291A-A0BB-45AF-91C1-01E4158B14A0}" destId="{06E78D5B-5930-403D-A10A-CDB2418DBEC6}" srcOrd="3" destOrd="0" presId="urn:microsoft.com/office/officeart/2005/8/layout/hierarchy3"/>
    <dgm:cxn modelId="{FAC7CD15-1397-467B-B6AE-5241F5E61427}" type="presParOf" srcId="{06E78D5B-5930-403D-A10A-CDB2418DBEC6}" destId="{29A2565E-F912-4249-9D10-E8372ED18EF9}" srcOrd="0" destOrd="0" presId="urn:microsoft.com/office/officeart/2005/8/layout/hierarchy3"/>
    <dgm:cxn modelId="{F1BD6D5C-FED5-414E-9876-42DBD67822F4}" type="presParOf" srcId="{29A2565E-F912-4249-9D10-E8372ED18EF9}" destId="{40103C75-FABE-4F96-931A-BE0BF4F5919A}" srcOrd="0" destOrd="0" presId="urn:microsoft.com/office/officeart/2005/8/layout/hierarchy3"/>
    <dgm:cxn modelId="{3A29155F-E9F7-4D3E-82EB-066BC2AB90FB}" type="presParOf" srcId="{29A2565E-F912-4249-9D10-E8372ED18EF9}" destId="{1CB8E026-B61D-4A4F-A98C-86CF36E3CB20}" srcOrd="1" destOrd="0" presId="urn:microsoft.com/office/officeart/2005/8/layout/hierarchy3"/>
    <dgm:cxn modelId="{1A7BDEFD-CEB1-4CD5-9FEB-DB0F754D02DE}" type="presParOf" srcId="{06E78D5B-5930-403D-A10A-CDB2418DBEC6}" destId="{ABEF181B-AE44-4EEC-813E-24D95A00CB0F}" srcOrd="1" destOrd="0" presId="urn:microsoft.com/office/officeart/2005/8/layout/hierarchy3"/>
    <dgm:cxn modelId="{07978EC2-6183-4A45-958D-247ED1BC28AA}" type="presParOf" srcId="{ABEF181B-AE44-4EEC-813E-24D95A00CB0F}" destId="{D229FB14-9A4C-4427-8DC3-B81C2B807AE0}" srcOrd="0" destOrd="0" presId="urn:microsoft.com/office/officeart/2005/8/layout/hierarchy3"/>
    <dgm:cxn modelId="{7BFAC0F0-A9AD-4E8B-9DBB-BBAC436F1888}" type="presParOf" srcId="{ABEF181B-AE44-4EEC-813E-24D95A00CB0F}" destId="{491ABA40-2FD9-457A-9B7C-6B60B8B0CC43}" srcOrd="1" destOrd="0" presId="urn:microsoft.com/office/officeart/2005/8/layout/hierarchy3"/>
    <dgm:cxn modelId="{2BF6AA12-2F90-4A22-89A9-C8C84BCCDDB3}" type="presParOf" srcId="{ABEF181B-AE44-4EEC-813E-24D95A00CB0F}" destId="{9F3ADC99-1909-4837-868F-024A61DA3C51}" srcOrd="2" destOrd="0" presId="urn:microsoft.com/office/officeart/2005/8/layout/hierarchy3"/>
    <dgm:cxn modelId="{664FC842-8FA7-4167-AA6E-59542B455B2D}" type="presParOf" srcId="{ABEF181B-AE44-4EEC-813E-24D95A00CB0F}" destId="{192CE314-0FE0-423C-BB66-23A4EADD02A0}" srcOrd="3"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9.xml><?xml version="1.0" encoding="utf-8"?>
<dgm:dataModel xmlns:dgm="http://schemas.openxmlformats.org/drawingml/2006/diagram" xmlns:a="http://schemas.openxmlformats.org/drawingml/2006/main">
  <dgm:ptLst>
    <dgm:pt modelId="{A615D9D9-D56F-41A8-9153-1EFAA560D0DA}" type="doc">
      <dgm:prSet loTypeId="urn:microsoft.com/office/officeart/2018/5/layout/CenteredIconLabelDescriptionList" loCatId="icon" qsTypeId="urn:microsoft.com/office/officeart/2005/8/quickstyle/simple1" qsCatId="simple" csTypeId="urn:microsoft.com/office/officeart/2005/8/colors/colorful3" csCatId="colorful" phldr="1"/>
      <dgm:spPr/>
      <dgm:t>
        <a:bodyPr/>
        <a:lstStyle/>
        <a:p>
          <a:endParaRPr lang="en-US"/>
        </a:p>
      </dgm:t>
    </dgm:pt>
    <dgm:pt modelId="{58BB8E95-3BA5-4524-9038-BB6B9916DDA4}">
      <dgm:prSet/>
      <dgm:spPr>
        <a:ln>
          <a:noFill/>
        </a:ln>
        <a:effectLst/>
        <a:sp3d prstMaterial="metal">
          <a:bevelT w="88900" h="88900"/>
        </a:sp3d>
      </dgm:spPr>
      <dgm:t>
        <a:bodyPr/>
        <a:lstStyle/>
        <a:p>
          <a:pPr>
            <a:lnSpc>
              <a:spcPct val="100000"/>
            </a:lnSpc>
            <a:defRPr b="1"/>
          </a:pPr>
          <a:r>
            <a:rPr lang="en-US" b="0" dirty="0"/>
            <a:t>Brief recap of previous week</a:t>
          </a:r>
          <a:endParaRPr lang="en-US" dirty="0"/>
        </a:p>
      </dgm:t>
    </dgm:pt>
    <dgm:pt modelId="{40F42D7E-D15C-4205-8211-684E303FE75C}" type="parTrans" cxnId="{D89CF4E1-892F-4429-8ADA-A047C2FE7CB4}">
      <dgm:prSet/>
      <dgm:spPr/>
      <dgm:t>
        <a:bodyPr/>
        <a:lstStyle/>
        <a:p>
          <a:endParaRPr lang="en-US"/>
        </a:p>
      </dgm:t>
    </dgm:pt>
    <dgm:pt modelId="{28A91DD9-C3E9-4EE4-B211-336D89BE6BE1}" type="sibTrans" cxnId="{D89CF4E1-892F-4429-8ADA-A047C2FE7CB4}">
      <dgm:prSet/>
      <dgm:spPr/>
      <dgm:t>
        <a:bodyPr/>
        <a:lstStyle/>
        <a:p>
          <a:endParaRPr lang="en-US"/>
        </a:p>
      </dgm:t>
    </dgm:pt>
    <dgm:pt modelId="{2CBA0BF4-54E2-463B-A849-54D5EA677FA1}">
      <dgm:prSet/>
      <dgm:spPr>
        <a:ln>
          <a:noFill/>
        </a:ln>
        <a:effectLst/>
        <a:sp3d prstMaterial="metal">
          <a:bevelT w="88900" h="88900"/>
        </a:sp3d>
      </dgm:spPr>
      <dgm:t>
        <a:bodyPr/>
        <a:lstStyle/>
        <a:p>
          <a:pPr>
            <a:lnSpc>
              <a:spcPct val="100000"/>
            </a:lnSpc>
            <a:defRPr b="1"/>
          </a:pPr>
          <a:r>
            <a:rPr lang="en-US" b="0" dirty="0"/>
            <a:t>Progress made in this week</a:t>
          </a:r>
          <a:endParaRPr lang="en-US" dirty="0"/>
        </a:p>
      </dgm:t>
    </dgm:pt>
    <dgm:pt modelId="{4F90CE70-FDB9-482E-872A-FB749A74679E}" type="parTrans" cxnId="{0F0E7CFE-F163-4E99-B660-AEAC8C226830}">
      <dgm:prSet/>
      <dgm:spPr/>
      <dgm:t>
        <a:bodyPr/>
        <a:lstStyle/>
        <a:p>
          <a:endParaRPr lang="en-US"/>
        </a:p>
      </dgm:t>
    </dgm:pt>
    <dgm:pt modelId="{27B71916-E1C4-4422-88F2-BF814AD87ACA}" type="sibTrans" cxnId="{0F0E7CFE-F163-4E99-B660-AEAC8C226830}">
      <dgm:prSet/>
      <dgm:spPr/>
      <dgm:t>
        <a:bodyPr/>
        <a:lstStyle/>
        <a:p>
          <a:endParaRPr lang="en-US"/>
        </a:p>
      </dgm:t>
    </dgm:pt>
    <dgm:pt modelId="{BD8D258E-218B-4483-82A2-079BC4422D21}">
      <dgm:prSet/>
      <dgm:spPr>
        <a:ln>
          <a:noFill/>
        </a:ln>
        <a:effectLst/>
      </dgm:spPr>
      <dgm:t>
        <a:bodyPr/>
        <a:lstStyle/>
        <a:p>
          <a:pPr>
            <a:lnSpc>
              <a:spcPct val="100000"/>
            </a:lnSpc>
          </a:pPr>
          <a:r>
            <a:rPr lang="en-US" dirty="0"/>
            <a:t>New data &amp; Complete synonyms list</a:t>
          </a:r>
        </a:p>
        <a:p>
          <a:pPr>
            <a:lnSpc>
              <a:spcPct val="100000"/>
            </a:lnSpc>
          </a:pPr>
          <a:r>
            <a:rPr lang="en-US" dirty="0"/>
            <a:t>ITEM1_DESC Mapping </a:t>
          </a:r>
        </a:p>
        <a:p>
          <a:pPr>
            <a:lnSpc>
              <a:spcPct val="100000"/>
            </a:lnSpc>
          </a:pPr>
          <a:r>
            <a:rPr lang="en-US" dirty="0"/>
            <a:t>FastText model </a:t>
          </a:r>
        </a:p>
      </dgm:t>
    </dgm:pt>
    <dgm:pt modelId="{2545F0C9-4A30-4819-A904-BED17AD34C1C}" type="parTrans" cxnId="{3CE59DC1-53C3-464D-9D76-31C4716A05EF}">
      <dgm:prSet/>
      <dgm:spPr/>
      <dgm:t>
        <a:bodyPr/>
        <a:lstStyle/>
        <a:p>
          <a:endParaRPr lang="en-US"/>
        </a:p>
      </dgm:t>
    </dgm:pt>
    <dgm:pt modelId="{7423866D-82B8-4B5B-BEA7-F658DF222B25}" type="sibTrans" cxnId="{3CE59DC1-53C3-464D-9D76-31C4716A05EF}">
      <dgm:prSet/>
      <dgm:spPr/>
      <dgm:t>
        <a:bodyPr/>
        <a:lstStyle/>
        <a:p>
          <a:endParaRPr lang="en-US"/>
        </a:p>
      </dgm:t>
    </dgm:pt>
    <dgm:pt modelId="{C976FD86-6663-49F4-94AB-9FB8D0252CEC}">
      <dgm:prSet/>
      <dgm:spPr>
        <a:ln>
          <a:noFill/>
        </a:ln>
        <a:effectLst/>
        <a:sp3d prstMaterial="metal">
          <a:bevelT w="88900" h="88900"/>
        </a:sp3d>
      </dgm:spPr>
      <dgm:t>
        <a:bodyPr/>
        <a:lstStyle/>
        <a:p>
          <a:pPr>
            <a:lnSpc>
              <a:spcPct val="100000"/>
            </a:lnSpc>
            <a:defRPr b="1"/>
          </a:pPr>
          <a:r>
            <a:rPr lang="en-US" b="0" dirty="0"/>
            <a:t>Way forward</a:t>
          </a:r>
          <a:endParaRPr lang="en-US" dirty="0"/>
        </a:p>
      </dgm:t>
    </dgm:pt>
    <dgm:pt modelId="{71AD0EC0-420E-401F-B731-9026E5ADB6D3}" type="parTrans" cxnId="{9D6215BB-A767-437E-BA93-41605A2BFAF7}">
      <dgm:prSet/>
      <dgm:spPr/>
      <dgm:t>
        <a:bodyPr/>
        <a:lstStyle/>
        <a:p>
          <a:endParaRPr lang="en-US"/>
        </a:p>
      </dgm:t>
    </dgm:pt>
    <dgm:pt modelId="{3A11E3D6-7FAD-449A-9208-E94F21D5EBC4}" type="sibTrans" cxnId="{9D6215BB-A767-437E-BA93-41605A2BFAF7}">
      <dgm:prSet/>
      <dgm:spPr/>
      <dgm:t>
        <a:bodyPr/>
        <a:lstStyle/>
        <a:p>
          <a:endParaRPr lang="en-US"/>
        </a:p>
      </dgm:t>
    </dgm:pt>
    <dgm:pt modelId="{613243C9-43FD-4C4C-837D-2B8E0D55D9EA}">
      <dgm:prSet/>
      <dgm:spPr>
        <a:ln>
          <a:noFill/>
        </a:ln>
        <a:effectLst/>
      </dgm:spPr>
      <dgm:t>
        <a:bodyPr/>
        <a:lstStyle/>
        <a:p>
          <a:pPr>
            <a:lnSpc>
              <a:spcPct val="100000"/>
            </a:lnSpc>
          </a:pPr>
          <a:r>
            <a:rPr lang="en-US" dirty="0"/>
            <a:t>Voting hard </a:t>
          </a:r>
        </a:p>
        <a:p>
          <a:pPr>
            <a:lnSpc>
              <a:spcPct val="100000"/>
            </a:lnSpc>
          </a:pPr>
          <a:r>
            <a:rPr lang="en-US" dirty="0"/>
            <a:t>Fuzzy match of FEAT1</a:t>
          </a:r>
        </a:p>
      </dgm:t>
    </dgm:pt>
    <dgm:pt modelId="{0F401404-E799-43CF-89D7-04C8B1E2DDDF}" type="parTrans" cxnId="{60B0B88C-289B-4569-8BF4-62E0F934C7E2}">
      <dgm:prSet/>
      <dgm:spPr/>
      <dgm:t>
        <a:bodyPr/>
        <a:lstStyle/>
        <a:p>
          <a:endParaRPr lang="en-US"/>
        </a:p>
      </dgm:t>
    </dgm:pt>
    <dgm:pt modelId="{F9DAC246-8EFE-49A1-BF64-F56036F9C27A}" type="sibTrans" cxnId="{60B0B88C-289B-4569-8BF4-62E0F934C7E2}">
      <dgm:prSet/>
      <dgm:spPr/>
      <dgm:t>
        <a:bodyPr/>
        <a:lstStyle/>
        <a:p>
          <a:endParaRPr lang="en-US"/>
        </a:p>
      </dgm:t>
    </dgm:pt>
    <dgm:pt modelId="{AF8339A4-4969-4166-8D78-A9668542A120}" type="pres">
      <dgm:prSet presAssocID="{A615D9D9-D56F-41A8-9153-1EFAA560D0DA}" presName="root" presStyleCnt="0">
        <dgm:presLayoutVars>
          <dgm:dir/>
          <dgm:resizeHandles val="exact"/>
        </dgm:presLayoutVars>
      </dgm:prSet>
      <dgm:spPr/>
    </dgm:pt>
    <dgm:pt modelId="{019FCDB0-C8B1-46E5-B61B-3A4F354739C3}" type="pres">
      <dgm:prSet presAssocID="{58BB8E95-3BA5-4524-9038-BB6B9916DDA4}" presName="compNode" presStyleCnt="0"/>
      <dgm:spPr>
        <a:ln>
          <a:noFill/>
        </a:ln>
        <a:effectLst>
          <a:outerShdw blurRad="149987" dist="250190" dir="8460000" algn="ctr">
            <a:srgbClr val="000000">
              <a:alpha val="28000"/>
            </a:srgbClr>
          </a:outerShdw>
        </a:effectLst>
        <a:sp3d prstMaterial="metal">
          <a:bevelT w="88900" h="88900"/>
        </a:sp3d>
      </dgm:spPr>
    </dgm:pt>
    <dgm:pt modelId="{30631440-BC67-43E5-999A-82C9909AA415}" type="pres">
      <dgm:prSet presAssocID="{58BB8E95-3BA5-4524-9038-BB6B9916DDA4}"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a:effectLst>
          <a:outerShdw blurRad="149987" dist="250190" dir="8460000" algn="ctr">
            <a:srgbClr val="000000">
              <a:alpha val="28000"/>
            </a:srgbClr>
          </a:outerShdw>
        </a:effectLst>
        <a:sp3d prstMaterial="metal">
          <a:bevelT w="88900" h="88900"/>
        </a:sp3d>
      </dgm:spPr>
      <dgm:extLst>
        <a:ext uri="{E40237B7-FDA0-4F09-8148-C483321AD2D9}">
          <dgm14:cNvPr xmlns:dgm14="http://schemas.microsoft.com/office/drawing/2010/diagram" id="0" name="" descr="Checkmark"/>
        </a:ext>
      </dgm:extLst>
    </dgm:pt>
    <dgm:pt modelId="{CD6BF89B-2847-4D78-BDDC-6F3106D28948}" type="pres">
      <dgm:prSet presAssocID="{58BB8E95-3BA5-4524-9038-BB6B9916DDA4}" presName="iconSpace" presStyleCnt="0"/>
      <dgm:spPr>
        <a:ln>
          <a:noFill/>
        </a:ln>
        <a:effectLst>
          <a:outerShdw blurRad="149987" dist="250190" dir="8460000" algn="ctr">
            <a:srgbClr val="000000">
              <a:alpha val="28000"/>
            </a:srgbClr>
          </a:outerShdw>
        </a:effectLst>
        <a:sp3d prstMaterial="metal">
          <a:bevelT w="88900" h="88900"/>
        </a:sp3d>
      </dgm:spPr>
    </dgm:pt>
    <dgm:pt modelId="{3A0F7255-1AD6-4693-BC0F-CDDA6BA38820}" type="pres">
      <dgm:prSet presAssocID="{58BB8E95-3BA5-4524-9038-BB6B9916DDA4}" presName="parTx" presStyleLbl="revTx" presStyleIdx="0" presStyleCnt="6">
        <dgm:presLayoutVars>
          <dgm:chMax val="0"/>
          <dgm:chPref val="0"/>
        </dgm:presLayoutVars>
      </dgm:prSet>
      <dgm:spPr/>
    </dgm:pt>
    <dgm:pt modelId="{16BE5E57-1543-4EC7-8AD3-FC01159DF563}" type="pres">
      <dgm:prSet presAssocID="{58BB8E95-3BA5-4524-9038-BB6B9916DDA4}" presName="txSpace" presStyleCnt="0"/>
      <dgm:spPr>
        <a:ln>
          <a:noFill/>
        </a:ln>
        <a:effectLst>
          <a:outerShdw blurRad="149987" dist="250190" dir="8460000" algn="ctr">
            <a:srgbClr val="000000">
              <a:alpha val="28000"/>
            </a:srgbClr>
          </a:outerShdw>
        </a:effectLst>
        <a:sp3d prstMaterial="metal">
          <a:bevelT w="88900" h="88900"/>
        </a:sp3d>
      </dgm:spPr>
    </dgm:pt>
    <dgm:pt modelId="{464C32C9-97E0-4FAC-AB96-14BD65EC5CF4}" type="pres">
      <dgm:prSet presAssocID="{58BB8E95-3BA5-4524-9038-BB6B9916DDA4}" presName="desTx" presStyleLbl="revTx" presStyleIdx="1" presStyleCnt="6">
        <dgm:presLayoutVars/>
      </dgm:prSet>
      <dgm:spPr>
        <a:ln>
          <a:noFill/>
        </a:ln>
        <a:effectLst>
          <a:outerShdw blurRad="149987" dist="250190" dir="8460000" algn="ctr">
            <a:srgbClr val="000000">
              <a:alpha val="28000"/>
            </a:srgbClr>
          </a:outerShdw>
        </a:effectLst>
        <a:sp3d prstMaterial="metal">
          <a:bevelT w="88900" h="88900"/>
        </a:sp3d>
      </dgm:spPr>
    </dgm:pt>
    <dgm:pt modelId="{586272C0-62EA-4692-B2AD-57761F3A185F}" type="pres">
      <dgm:prSet presAssocID="{28A91DD9-C3E9-4EE4-B211-336D89BE6BE1}" presName="sibTrans" presStyleCnt="0"/>
      <dgm:spPr>
        <a:ln>
          <a:noFill/>
        </a:ln>
        <a:effectLst>
          <a:outerShdw blurRad="149987" dist="250190" dir="8460000" algn="ctr">
            <a:srgbClr val="000000">
              <a:alpha val="28000"/>
            </a:srgbClr>
          </a:outerShdw>
        </a:effectLst>
        <a:sp3d prstMaterial="metal">
          <a:bevelT w="88900" h="88900"/>
        </a:sp3d>
      </dgm:spPr>
    </dgm:pt>
    <dgm:pt modelId="{FF849A67-248E-4842-8CD8-34B304EA12F3}" type="pres">
      <dgm:prSet presAssocID="{2CBA0BF4-54E2-463B-A849-54D5EA677FA1}" presName="compNode" presStyleCnt="0"/>
      <dgm:spPr>
        <a:ln>
          <a:noFill/>
        </a:ln>
        <a:effectLst>
          <a:outerShdw blurRad="149987" dist="250190" dir="8460000" algn="ctr">
            <a:srgbClr val="000000">
              <a:alpha val="28000"/>
            </a:srgbClr>
          </a:outerShdw>
        </a:effectLst>
        <a:sp3d prstMaterial="metal">
          <a:bevelT w="88900" h="88900"/>
        </a:sp3d>
      </dgm:spPr>
    </dgm:pt>
    <dgm:pt modelId="{859557B7-7AD7-41A8-ACCC-0BA2B42C1833}" type="pres">
      <dgm:prSet presAssocID="{2CBA0BF4-54E2-463B-A849-54D5EA677FA1}"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a:effectLst>
          <a:outerShdw blurRad="149987" dist="250190" dir="8460000" algn="ctr">
            <a:srgbClr val="000000">
              <a:alpha val="28000"/>
            </a:srgbClr>
          </a:outerShdw>
        </a:effectLst>
        <a:sp3d prstMaterial="metal">
          <a:bevelT w="88900" h="88900"/>
        </a:sp3d>
      </dgm:spPr>
      <dgm:extLst>
        <a:ext uri="{E40237B7-FDA0-4F09-8148-C483321AD2D9}">
          <dgm14:cNvPr xmlns:dgm14="http://schemas.microsoft.com/office/drawing/2010/diagram" id="0" name="" descr="Presentation with Checklist"/>
        </a:ext>
      </dgm:extLst>
    </dgm:pt>
    <dgm:pt modelId="{30ABB94C-835E-497D-9A51-BAC8F9D2CF6D}" type="pres">
      <dgm:prSet presAssocID="{2CBA0BF4-54E2-463B-A849-54D5EA677FA1}" presName="iconSpace" presStyleCnt="0"/>
      <dgm:spPr>
        <a:ln>
          <a:noFill/>
        </a:ln>
        <a:effectLst>
          <a:outerShdw blurRad="149987" dist="250190" dir="8460000" algn="ctr">
            <a:srgbClr val="000000">
              <a:alpha val="28000"/>
            </a:srgbClr>
          </a:outerShdw>
        </a:effectLst>
        <a:sp3d prstMaterial="metal">
          <a:bevelT w="88900" h="88900"/>
        </a:sp3d>
      </dgm:spPr>
    </dgm:pt>
    <dgm:pt modelId="{0691EB6A-B71C-45E5-9D36-0DE3C91EDE8E}" type="pres">
      <dgm:prSet presAssocID="{2CBA0BF4-54E2-463B-A849-54D5EA677FA1}" presName="parTx" presStyleLbl="revTx" presStyleIdx="2" presStyleCnt="6">
        <dgm:presLayoutVars>
          <dgm:chMax val="0"/>
          <dgm:chPref val="0"/>
        </dgm:presLayoutVars>
      </dgm:prSet>
      <dgm:spPr/>
    </dgm:pt>
    <dgm:pt modelId="{CEE4D9A9-0661-4637-B0BF-2DF06C9F2516}" type="pres">
      <dgm:prSet presAssocID="{2CBA0BF4-54E2-463B-A849-54D5EA677FA1}" presName="txSpace" presStyleCnt="0"/>
      <dgm:spPr>
        <a:ln>
          <a:noFill/>
        </a:ln>
        <a:effectLst>
          <a:outerShdw blurRad="149987" dist="250190" dir="8460000" algn="ctr">
            <a:srgbClr val="000000">
              <a:alpha val="28000"/>
            </a:srgbClr>
          </a:outerShdw>
        </a:effectLst>
        <a:sp3d prstMaterial="metal">
          <a:bevelT w="88900" h="88900"/>
        </a:sp3d>
      </dgm:spPr>
    </dgm:pt>
    <dgm:pt modelId="{344511C2-B581-4A2F-A53C-47FD4732B07C}" type="pres">
      <dgm:prSet presAssocID="{2CBA0BF4-54E2-463B-A849-54D5EA677FA1}" presName="desTx" presStyleLbl="revTx" presStyleIdx="3" presStyleCnt="6">
        <dgm:presLayoutVars/>
      </dgm:prSet>
      <dgm:spPr/>
    </dgm:pt>
    <dgm:pt modelId="{B18AE2A2-C1E9-4ACA-8F8E-6330526F9B00}" type="pres">
      <dgm:prSet presAssocID="{27B71916-E1C4-4422-88F2-BF814AD87ACA}" presName="sibTrans" presStyleCnt="0"/>
      <dgm:spPr>
        <a:ln>
          <a:noFill/>
        </a:ln>
        <a:effectLst>
          <a:outerShdw blurRad="149987" dist="250190" dir="8460000" algn="ctr">
            <a:srgbClr val="000000">
              <a:alpha val="28000"/>
            </a:srgbClr>
          </a:outerShdw>
        </a:effectLst>
        <a:sp3d prstMaterial="metal">
          <a:bevelT w="88900" h="88900"/>
        </a:sp3d>
      </dgm:spPr>
    </dgm:pt>
    <dgm:pt modelId="{492266CD-7AE6-44C6-90CA-F5A56F6EF7C4}" type="pres">
      <dgm:prSet presAssocID="{C976FD86-6663-49F4-94AB-9FB8D0252CEC}" presName="compNode" presStyleCnt="0"/>
      <dgm:spPr>
        <a:ln>
          <a:noFill/>
        </a:ln>
        <a:effectLst>
          <a:outerShdw blurRad="149987" dist="250190" dir="8460000" algn="ctr">
            <a:srgbClr val="000000">
              <a:alpha val="28000"/>
            </a:srgbClr>
          </a:outerShdw>
        </a:effectLst>
        <a:sp3d prstMaterial="metal">
          <a:bevelT w="88900" h="88900"/>
        </a:sp3d>
      </dgm:spPr>
    </dgm:pt>
    <dgm:pt modelId="{9AE7C2E3-CC14-4B41-BF36-F8DEF0DC3CED}" type="pres">
      <dgm:prSet presAssocID="{C976FD86-6663-49F4-94AB-9FB8D0252CEC}"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a:effectLst>
          <a:outerShdw blurRad="149987" dist="250190" dir="8460000" algn="ctr">
            <a:srgbClr val="000000">
              <a:alpha val="28000"/>
            </a:srgbClr>
          </a:outerShdw>
        </a:effectLst>
        <a:sp3d prstMaterial="metal">
          <a:bevelT w="88900" h="88900"/>
        </a:sp3d>
      </dgm:spPr>
      <dgm:extLst>
        <a:ext uri="{E40237B7-FDA0-4F09-8148-C483321AD2D9}">
          <dgm14:cNvPr xmlns:dgm14="http://schemas.microsoft.com/office/drawing/2010/diagram" id="0" name="" descr="Handshake"/>
        </a:ext>
      </dgm:extLst>
    </dgm:pt>
    <dgm:pt modelId="{6BF9EC99-6526-46FA-B3E6-9E5E0938F110}" type="pres">
      <dgm:prSet presAssocID="{C976FD86-6663-49F4-94AB-9FB8D0252CEC}" presName="iconSpace" presStyleCnt="0"/>
      <dgm:spPr>
        <a:ln>
          <a:noFill/>
        </a:ln>
        <a:effectLst>
          <a:outerShdw blurRad="149987" dist="250190" dir="8460000" algn="ctr">
            <a:srgbClr val="000000">
              <a:alpha val="28000"/>
            </a:srgbClr>
          </a:outerShdw>
        </a:effectLst>
        <a:sp3d prstMaterial="metal">
          <a:bevelT w="88900" h="88900"/>
        </a:sp3d>
      </dgm:spPr>
    </dgm:pt>
    <dgm:pt modelId="{FFCE3B9E-67C9-4544-9F38-A420A90EFFDB}" type="pres">
      <dgm:prSet presAssocID="{C976FD86-6663-49F4-94AB-9FB8D0252CEC}" presName="parTx" presStyleLbl="revTx" presStyleIdx="4" presStyleCnt="6">
        <dgm:presLayoutVars>
          <dgm:chMax val="0"/>
          <dgm:chPref val="0"/>
        </dgm:presLayoutVars>
      </dgm:prSet>
      <dgm:spPr/>
    </dgm:pt>
    <dgm:pt modelId="{5BCC3A51-DC3C-443E-991D-6A6156C1DEEE}" type="pres">
      <dgm:prSet presAssocID="{C976FD86-6663-49F4-94AB-9FB8D0252CEC}" presName="txSpace" presStyleCnt="0"/>
      <dgm:spPr>
        <a:ln>
          <a:noFill/>
        </a:ln>
        <a:effectLst>
          <a:outerShdw blurRad="149987" dist="250190" dir="8460000" algn="ctr">
            <a:srgbClr val="000000">
              <a:alpha val="28000"/>
            </a:srgbClr>
          </a:outerShdw>
        </a:effectLst>
        <a:sp3d prstMaterial="metal">
          <a:bevelT w="88900" h="88900"/>
        </a:sp3d>
      </dgm:spPr>
    </dgm:pt>
    <dgm:pt modelId="{706B9664-41A4-4BB4-B2AA-4220C06F7950}" type="pres">
      <dgm:prSet presAssocID="{C976FD86-6663-49F4-94AB-9FB8D0252CEC}" presName="desTx" presStyleLbl="revTx" presStyleIdx="5" presStyleCnt="6">
        <dgm:presLayoutVars/>
      </dgm:prSet>
      <dgm:spPr>
        <a:ln>
          <a:noFill/>
        </a:ln>
        <a:effectLst>
          <a:outerShdw blurRad="149987" dist="250190" dir="8460000" algn="ctr">
            <a:srgbClr val="000000">
              <a:alpha val="28000"/>
            </a:srgbClr>
          </a:outerShdw>
        </a:effectLst>
        <a:sp3d prstMaterial="metal">
          <a:bevelT w="88900" h="88900"/>
        </a:sp3d>
      </dgm:spPr>
    </dgm:pt>
  </dgm:ptLst>
  <dgm:cxnLst>
    <dgm:cxn modelId="{D17F8C2D-4D27-41C3-B833-F389A3AE381C}" type="presOf" srcId="{C976FD86-6663-49F4-94AB-9FB8D0252CEC}" destId="{FFCE3B9E-67C9-4544-9F38-A420A90EFFDB}" srcOrd="0" destOrd="0" presId="urn:microsoft.com/office/officeart/2018/5/layout/CenteredIconLabelDescriptionList"/>
    <dgm:cxn modelId="{F8AB895F-ADDD-4298-AE34-B47A83C03CE6}" type="presOf" srcId="{BD8D258E-218B-4483-82A2-079BC4422D21}" destId="{344511C2-B581-4A2F-A53C-47FD4732B07C}" srcOrd="0" destOrd="0" presId="urn:microsoft.com/office/officeart/2018/5/layout/CenteredIconLabelDescriptionList"/>
    <dgm:cxn modelId="{60B0B88C-289B-4569-8BF4-62E0F934C7E2}" srcId="{2CBA0BF4-54E2-463B-A849-54D5EA677FA1}" destId="{613243C9-43FD-4C4C-837D-2B8E0D55D9EA}" srcOrd="1" destOrd="0" parTransId="{0F401404-E799-43CF-89D7-04C8B1E2DDDF}" sibTransId="{F9DAC246-8EFE-49A1-BF64-F56036F9C27A}"/>
    <dgm:cxn modelId="{39AFDDA7-CA60-4F2F-A9D0-45EC2BC38A05}" type="presOf" srcId="{A615D9D9-D56F-41A8-9153-1EFAA560D0DA}" destId="{AF8339A4-4969-4166-8D78-A9668542A120}" srcOrd="0" destOrd="0" presId="urn:microsoft.com/office/officeart/2018/5/layout/CenteredIconLabelDescriptionList"/>
    <dgm:cxn modelId="{F32E26B7-3716-4494-A9EA-B1191CC95B02}" type="presOf" srcId="{2CBA0BF4-54E2-463B-A849-54D5EA677FA1}" destId="{0691EB6A-B71C-45E5-9D36-0DE3C91EDE8E}" srcOrd="0" destOrd="0" presId="urn:microsoft.com/office/officeart/2018/5/layout/CenteredIconLabelDescriptionList"/>
    <dgm:cxn modelId="{9D6215BB-A767-437E-BA93-41605A2BFAF7}" srcId="{A615D9D9-D56F-41A8-9153-1EFAA560D0DA}" destId="{C976FD86-6663-49F4-94AB-9FB8D0252CEC}" srcOrd="2" destOrd="0" parTransId="{71AD0EC0-420E-401F-B731-9026E5ADB6D3}" sibTransId="{3A11E3D6-7FAD-449A-9208-E94F21D5EBC4}"/>
    <dgm:cxn modelId="{3CE59DC1-53C3-464D-9D76-31C4716A05EF}" srcId="{2CBA0BF4-54E2-463B-A849-54D5EA677FA1}" destId="{BD8D258E-218B-4483-82A2-079BC4422D21}" srcOrd="0" destOrd="0" parTransId="{2545F0C9-4A30-4819-A904-BED17AD34C1C}" sibTransId="{7423866D-82B8-4B5B-BEA7-F658DF222B25}"/>
    <dgm:cxn modelId="{D89CF4E1-892F-4429-8ADA-A047C2FE7CB4}" srcId="{A615D9D9-D56F-41A8-9153-1EFAA560D0DA}" destId="{58BB8E95-3BA5-4524-9038-BB6B9916DDA4}" srcOrd="0" destOrd="0" parTransId="{40F42D7E-D15C-4205-8211-684E303FE75C}" sibTransId="{28A91DD9-C3E9-4EE4-B211-336D89BE6BE1}"/>
    <dgm:cxn modelId="{8BC892E3-A5C3-4926-8F70-93863C815994}" type="presOf" srcId="{613243C9-43FD-4C4C-837D-2B8E0D55D9EA}" destId="{344511C2-B581-4A2F-A53C-47FD4732B07C}" srcOrd="0" destOrd="1" presId="urn:microsoft.com/office/officeart/2018/5/layout/CenteredIconLabelDescriptionList"/>
    <dgm:cxn modelId="{5A88E0E6-CE9D-43FA-9D9C-A670A4B41CB1}" type="presOf" srcId="{58BB8E95-3BA5-4524-9038-BB6B9916DDA4}" destId="{3A0F7255-1AD6-4693-BC0F-CDDA6BA38820}" srcOrd="0" destOrd="0" presId="urn:microsoft.com/office/officeart/2018/5/layout/CenteredIconLabelDescriptionList"/>
    <dgm:cxn modelId="{0F0E7CFE-F163-4E99-B660-AEAC8C226830}" srcId="{A615D9D9-D56F-41A8-9153-1EFAA560D0DA}" destId="{2CBA0BF4-54E2-463B-A849-54D5EA677FA1}" srcOrd="1" destOrd="0" parTransId="{4F90CE70-FDB9-482E-872A-FB749A74679E}" sibTransId="{27B71916-E1C4-4422-88F2-BF814AD87ACA}"/>
    <dgm:cxn modelId="{D3337DAB-5D54-4B23-92D5-8A39BD2394CB}" type="presParOf" srcId="{AF8339A4-4969-4166-8D78-A9668542A120}" destId="{019FCDB0-C8B1-46E5-B61B-3A4F354739C3}" srcOrd="0" destOrd="0" presId="urn:microsoft.com/office/officeart/2018/5/layout/CenteredIconLabelDescriptionList"/>
    <dgm:cxn modelId="{2BB6815C-9649-4F44-9B01-B55B9B6CA194}" type="presParOf" srcId="{019FCDB0-C8B1-46E5-B61B-3A4F354739C3}" destId="{30631440-BC67-43E5-999A-82C9909AA415}" srcOrd="0" destOrd="0" presId="urn:microsoft.com/office/officeart/2018/5/layout/CenteredIconLabelDescriptionList"/>
    <dgm:cxn modelId="{852F6373-0BC8-494D-A3BF-8730D2F69548}" type="presParOf" srcId="{019FCDB0-C8B1-46E5-B61B-3A4F354739C3}" destId="{CD6BF89B-2847-4D78-BDDC-6F3106D28948}" srcOrd="1" destOrd="0" presId="urn:microsoft.com/office/officeart/2018/5/layout/CenteredIconLabelDescriptionList"/>
    <dgm:cxn modelId="{F0496D3E-ADB4-4A9E-A8D2-314402CF98FC}" type="presParOf" srcId="{019FCDB0-C8B1-46E5-B61B-3A4F354739C3}" destId="{3A0F7255-1AD6-4693-BC0F-CDDA6BA38820}" srcOrd="2" destOrd="0" presId="urn:microsoft.com/office/officeart/2018/5/layout/CenteredIconLabelDescriptionList"/>
    <dgm:cxn modelId="{37C0F999-323F-46D0-B516-92462312DE87}" type="presParOf" srcId="{019FCDB0-C8B1-46E5-B61B-3A4F354739C3}" destId="{16BE5E57-1543-4EC7-8AD3-FC01159DF563}" srcOrd="3" destOrd="0" presId="urn:microsoft.com/office/officeart/2018/5/layout/CenteredIconLabelDescriptionList"/>
    <dgm:cxn modelId="{FD7AC9A3-7E39-4D0E-9282-45C9279C31E3}" type="presParOf" srcId="{019FCDB0-C8B1-46E5-B61B-3A4F354739C3}" destId="{464C32C9-97E0-4FAC-AB96-14BD65EC5CF4}" srcOrd="4" destOrd="0" presId="urn:microsoft.com/office/officeart/2018/5/layout/CenteredIconLabelDescriptionList"/>
    <dgm:cxn modelId="{9FF90355-B307-4CBD-9B4A-AFD8D856FAA1}" type="presParOf" srcId="{AF8339A4-4969-4166-8D78-A9668542A120}" destId="{586272C0-62EA-4692-B2AD-57761F3A185F}" srcOrd="1" destOrd="0" presId="urn:microsoft.com/office/officeart/2018/5/layout/CenteredIconLabelDescriptionList"/>
    <dgm:cxn modelId="{C2F9806A-4013-4B7D-88AC-B5280796B40F}" type="presParOf" srcId="{AF8339A4-4969-4166-8D78-A9668542A120}" destId="{FF849A67-248E-4842-8CD8-34B304EA12F3}" srcOrd="2" destOrd="0" presId="urn:microsoft.com/office/officeart/2018/5/layout/CenteredIconLabelDescriptionList"/>
    <dgm:cxn modelId="{71B4478F-E18D-439B-973C-D4AACA60648D}" type="presParOf" srcId="{FF849A67-248E-4842-8CD8-34B304EA12F3}" destId="{859557B7-7AD7-41A8-ACCC-0BA2B42C1833}" srcOrd="0" destOrd="0" presId="urn:microsoft.com/office/officeart/2018/5/layout/CenteredIconLabelDescriptionList"/>
    <dgm:cxn modelId="{79943FAF-7DBD-4B84-B15D-F33A8506D993}" type="presParOf" srcId="{FF849A67-248E-4842-8CD8-34B304EA12F3}" destId="{30ABB94C-835E-497D-9A51-BAC8F9D2CF6D}" srcOrd="1" destOrd="0" presId="urn:microsoft.com/office/officeart/2018/5/layout/CenteredIconLabelDescriptionList"/>
    <dgm:cxn modelId="{D22B68F9-E985-4428-A165-93D835AC2CCB}" type="presParOf" srcId="{FF849A67-248E-4842-8CD8-34B304EA12F3}" destId="{0691EB6A-B71C-45E5-9D36-0DE3C91EDE8E}" srcOrd="2" destOrd="0" presId="urn:microsoft.com/office/officeart/2018/5/layout/CenteredIconLabelDescriptionList"/>
    <dgm:cxn modelId="{897EEA5D-2C5C-4D4D-8A52-A6C5BCCB536A}" type="presParOf" srcId="{FF849A67-248E-4842-8CD8-34B304EA12F3}" destId="{CEE4D9A9-0661-4637-B0BF-2DF06C9F2516}" srcOrd="3" destOrd="0" presId="urn:microsoft.com/office/officeart/2018/5/layout/CenteredIconLabelDescriptionList"/>
    <dgm:cxn modelId="{7E49C3B1-3447-40A4-B5B6-2296C51593BE}" type="presParOf" srcId="{FF849A67-248E-4842-8CD8-34B304EA12F3}" destId="{344511C2-B581-4A2F-A53C-47FD4732B07C}" srcOrd="4" destOrd="0" presId="urn:microsoft.com/office/officeart/2018/5/layout/CenteredIconLabelDescriptionList"/>
    <dgm:cxn modelId="{C60752ED-7C34-47A0-8E60-F819D05D77E0}" type="presParOf" srcId="{AF8339A4-4969-4166-8D78-A9668542A120}" destId="{B18AE2A2-C1E9-4ACA-8F8E-6330526F9B00}" srcOrd="3" destOrd="0" presId="urn:microsoft.com/office/officeart/2018/5/layout/CenteredIconLabelDescriptionList"/>
    <dgm:cxn modelId="{E1255392-DB29-4A80-8C04-3522E8BCEE32}" type="presParOf" srcId="{AF8339A4-4969-4166-8D78-A9668542A120}" destId="{492266CD-7AE6-44C6-90CA-F5A56F6EF7C4}" srcOrd="4" destOrd="0" presId="urn:microsoft.com/office/officeart/2018/5/layout/CenteredIconLabelDescriptionList"/>
    <dgm:cxn modelId="{36F2C3E7-B857-44A0-97F8-8C25B909C26F}" type="presParOf" srcId="{492266CD-7AE6-44C6-90CA-F5A56F6EF7C4}" destId="{9AE7C2E3-CC14-4B41-BF36-F8DEF0DC3CED}" srcOrd="0" destOrd="0" presId="urn:microsoft.com/office/officeart/2018/5/layout/CenteredIconLabelDescriptionList"/>
    <dgm:cxn modelId="{9C737B52-2321-458B-A480-F61041B1070F}" type="presParOf" srcId="{492266CD-7AE6-44C6-90CA-F5A56F6EF7C4}" destId="{6BF9EC99-6526-46FA-B3E6-9E5E0938F110}" srcOrd="1" destOrd="0" presId="urn:microsoft.com/office/officeart/2018/5/layout/CenteredIconLabelDescriptionList"/>
    <dgm:cxn modelId="{B27975F1-5840-4423-9F37-D635AD3AF618}" type="presParOf" srcId="{492266CD-7AE6-44C6-90CA-F5A56F6EF7C4}" destId="{FFCE3B9E-67C9-4544-9F38-A420A90EFFDB}" srcOrd="2" destOrd="0" presId="urn:microsoft.com/office/officeart/2018/5/layout/CenteredIconLabelDescriptionList"/>
    <dgm:cxn modelId="{1CE699D1-346A-47D4-8FC5-D20176C21BE5}" type="presParOf" srcId="{492266CD-7AE6-44C6-90CA-F5A56F6EF7C4}" destId="{5BCC3A51-DC3C-443E-991D-6A6156C1DEEE}" srcOrd="3" destOrd="0" presId="urn:microsoft.com/office/officeart/2018/5/layout/CenteredIconLabelDescriptionList"/>
    <dgm:cxn modelId="{BF819A0C-4024-4E2A-B410-DA1281C85DD8}" type="presParOf" srcId="{492266CD-7AE6-44C6-90CA-F5A56F6EF7C4}" destId="{706B9664-41A4-4BB4-B2AA-4220C06F7950}" srcOrd="4" destOrd="0" presId="urn:microsoft.com/office/officeart/2018/5/layout/CenteredIconLabelDescriptionList"/>
  </dgm:cxnLst>
  <dgm:bg>
    <a:effectLst/>
  </dgm:bg>
  <dgm:whole>
    <a:ln>
      <a:noFill/>
    </a:ln>
  </dgm:whole>
  <dgm:extLst>
    <a:ext uri="http://schemas.microsoft.com/office/drawing/2008/diagram">
      <dsp:dataModelExt xmlns:dsp="http://schemas.microsoft.com/office/drawing/2008/diagram" relId="rId6" minVer="http://schemas.openxmlformats.org/drawingml/2006/diagram"/>
    </a:ext>
  </dgm:extLst>
</dgm:dataModel>
</file>

<file path=ppt/diagrams/data40.xml><?xml version="1.0" encoding="utf-8"?>
<dgm:dataModel xmlns:dgm="http://schemas.openxmlformats.org/drawingml/2006/diagram" xmlns:a="http://schemas.openxmlformats.org/drawingml/2006/main">
  <dgm:ptLst>
    <dgm:pt modelId="{1B651A8D-5D05-42AF-BC9B-C1C136929AD8}" type="doc">
      <dgm:prSet loTypeId="urn:microsoft.com/office/officeart/2005/8/layout/hierarchy3" loCatId="list" qsTypeId="urn:microsoft.com/office/officeart/2005/8/quickstyle/simple1" qsCatId="simple" csTypeId="urn:microsoft.com/office/officeart/2005/8/colors/accent1_2" csCatId="accent1" phldr="1"/>
      <dgm:spPr/>
      <dgm:t>
        <a:bodyPr/>
        <a:lstStyle/>
        <a:p>
          <a:endParaRPr lang="en-US"/>
        </a:p>
      </dgm:t>
    </dgm:pt>
    <dgm:pt modelId="{5720BF58-7D38-4775-9F9A-E770115AF6C2}">
      <dgm:prSet custT="1">
        <dgm:style>
          <a:lnRef idx="0">
            <a:schemeClr val="accent5"/>
          </a:lnRef>
          <a:fillRef idx="3">
            <a:schemeClr val="accent5"/>
          </a:fillRef>
          <a:effectRef idx="3">
            <a:schemeClr val="accent5"/>
          </a:effectRef>
          <a:fontRef idx="minor">
            <a:schemeClr val="lt1"/>
          </a:fontRef>
        </dgm:style>
      </dgm:prSet>
      <dgm:spPr/>
      <dgm:t>
        <a:bodyPr/>
        <a:lstStyle/>
        <a:p>
          <a:r>
            <a:rPr lang="en-US" sz="2400" dirty="0"/>
            <a:t>Voting hard for RF, LR, SVM</a:t>
          </a:r>
        </a:p>
      </dgm:t>
    </dgm:pt>
    <dgm:pt modelId="{16A5D933-B641-4FBB-AAFB-66BF9680A12D}" type="parTrans" cxnId="{09136CF0-FA8E-41A0-9198-6504EC75345A}">
      <dgm:prSet/>
      <dgm:spPr/>
      <dgm:t>
        <a:bodyPr/>
        <a:lstStyle/>
        <a:p>
          <a:endParaRPr lang="en-US"/>
        </a:p>
      </dgm:t>
    </dgm:pt>
    <dgm:pt modelId="{EDB50BA3-114C-465E-8304-E11EB4AC18C5}" type="sibTrans" cxnId="{09136CF0-FA8E-41A0-9198-6504EC75345A}">
      <dgm:prSet/>
      <dgm:spPr/>
      <dgm:t>
        <a:bodyPr/>
        <a:lstStyle/>
        <a:p>
          <a:endParaRPr lang="en-US"/>
        </a:p>
      </dgm:t>
    </dgm:pt>
    <dgm:pt modelId="{CB82CC84-7A01-4458-9BF2-26E5FE0AA1E3}">
      <dgm:prSet custT="1"/>
      <dgm:spPr/>
      <dgm:t>
        <a:bodyPr/>
        <a:lstStyle/>
        <a:p>
          <a:r>
            <a:rPr lang="en-US" sz="2000" dirty="0"/>
            <a:t>TF cat: 68.77</a:t>
          </a:r>
        </a:p>
      </dgm:t>
    </dgm:pt>
    <dgm:pt modelId="{8BD7ED85-91F2-424A-B733-22C988DF042B}" type="sibTrans" cxnId="{B3B2B76D-1F2E-487E-84AE-25D5464C390F}">
      <dgm:prSet/>
      <dgm:spPr/>
      <dgm:t>
        <a:bodyPr/>
        <a:lstStyle/>
        <a:p>
          <a:endParaRPr lang="en-US"/>
        </a:p>
      </dgm:t>
    </dgm:pt>
    <dgm:pt modelId="{D34E41FE-A5A1-4151-B13F-534B73246394}" type="parTrans" cxnId="{B3B2B76D-1F2E-487E-84AE-25D5464C390F}">
      <dgm:prSet/>
      <dgm:spPr/>
      <dgm:t>
        <a:bodyPr/>
        <a:lstStyle/>
        <a:p>
          <a:endParaRPr lang="en-US" sz="1600"/>
        </a:p>
      </dgm:t>
    </dgm:pt>
    <dgm:pt modelId="{00F91071-2696-417C-8D18-81100FBD66B0}">
      <dgm:prSet custT="1"/>
      <dgm:spPr/>
      <dgm:t>
        <a:bodyPr/>
        <a:lstStyle/>
        <a:p>
          <a:r>
            <a:rPr lang="en-US" sz="2000" dirty="0"/>
            <a:t>TF var: 78.25</a:t>
          </a:r>
        </a:p>
      </dgm:t>
    </dgm:pt>
    <dgm:pt modelId="{02FF33BA-263C-429C-B1B8-DE9B557660F4}" type="sibTrans" cxnId="{1F67EAC9-CE29-4287-9035-C732461B8C8E}">
      <dgm:prSet/>
      <dgm:spPr/>
      <dgm:t>
        <a:bodyPr/>
        <a:lstStyle/>
        <a:p>
          <a:endParaRPr lang="en-US"/>
        </a:p>
      </dgm:t>
    </dgm:pt>
    <dgm:pt modelId="{27F88C12-8300-4B52-B448-12BD9916D28A}" type="parTrans" cxnId="{1F67EAC9-CE29-4287-9035-C732461B8C8E}">
      <dgm:prSet/>
      <dgm:spPr/>
      <dgm:t>
        <a:bodyPr/>
        <a:lstStyle/>
        <a:p>
          <a:endParaRPr lang="en-US" sz="1600"/>
        </a:p>
      </dgm:t>
    </dgm:pt>
    <dgm:pt modelId="{382E8E9A-AF8D-4574-9555-E91F2B0FDFD4}">
      <dgm:prSet custT="1">
        <dgm:style>
          <a:lnRef idx="0">
            <a:schemeClr val="accent6"/>
          </a:lnRef>
          <a:fillRef idx="3">
            <a:schemeClr val="accent6"/>
          </a:fillRef>
          <a:effectRef idx="3">
            <a:schemeClr val="accent6"/>
          </a:effectRef>
          <a:fontRef idx="minor">
            <a:schemeClr val="lt1"/>
          </a:fontRef>
        </dgm:style>
      </dgm:prSet>
      <dgm:spPr/>
      <dgm:t>
        <a:bodyPr/>
        <a:lstStyle/>
        <a:p>
          <a:r>
            <a:rPr lang="en-US" sz="2400" b="1" dirty="0"/>
            <a:t>FastText model</a:t>
          </a:r>
          <a:endParaRPr lang="en-US" sz="2400" dirty="0"/>
        </a:p>
      </dgm:t>
    </dgm:pt>
    <dgm:pt modelId="{FCB27EC3-8371-45ED-AB53-B93D1BAB0AE9}" type="sibTrans" cxnId="{B3EE7E52-0A9D-4C9E-8809-CE2EA0D83591}">
      <dgm:prSet/>
      <dgm:spPr/>
      <dgm:t>
        <a:bodyPr/>
        <a:lstStyle/>
        <a:p>
          <a:endParaRPr lang="en-US"/>
        </a:p>
      </dgm:t>
    </dgm:pt>
    <dgm:pt modelId="{2991F32C-1158-4FD4-8416-606B3DD58057}" type="parTrans" cxnId="{B3EE7E52-0A9D-4C9E-8809-CE2EA0D83591}">
      <dgm:prSet/>
      <dgm:spPr/>
      <dgm:t>
        <a:bodyPr/>
        <a:lstStyle/>
        <a:p>
          <a:endParaRPr lang="en-US"/>
        </a:p>
      </dgm:t>
    </dgm:pt>
    <dgm:pt modelId="{1BBDD2DE-C33A-4EB7-B5C5-A7F5704B00D6}">
      <dgm:prSet custT="1"/>
      <dgm:spPr/>
      <dgm:t>
        <a:bodyPr/>
        <a:lstStyle/>
        <a:p>
          <a:r>
            <a:rPr lang="en-US" sz="2000" dirty="0"/>
            <a:t>Autotuning of parameters</a:t>
          </a:r>
        </a:p>
      </dgm:t>
    </dgm:pt>
    <dgm:pt modelId="{0F5A3863-F02A-4E66-8805-53BC41061B5E}" type="sibTrans" cxnId="{82F01C3B-0734-4129-AC51-47E5BDFDA990}">
      <dgm:prSet/>
      <dgm:spPr/>
      <dgm:t>
        <a:bodyPr/>
        <a:lstStyle/>
        <a:p>
          <a:endParaRPr lang="en-US"/>
        </a:p>
      </dgm:t>
    </dgm:pt>
    <dgm:pt modelId="{F4AE95D8-4AC2-4E11-B9CE-6FDE73474D26}" type="parTrans" cxnId="{82F01C3B-0734-4129-AC51-47E5BDFDA990}">
      <dgm:prSet/>
      <dgm:spPr/>
      <dgm:t>
        <a:bodyPr/>
        <a:lstStyle/>
        <a:p>
          <a:endParaRPr lang="en-US" sz="1600"/>
        </a:p>
      </dgm:t>
    </dgm:pt>
    <dgm:pt modelId="{4A48766C-3DF5-4C44-A605-D9A2679CA786}">
      <dgm:prSet custT="1"/>
      <dgm:spPr/>
      <dgm:t>
        <a:bodyPr/>
        <a:lstStyle/>
        <a:p>
          <a:r>
            <a:rPr lang="en-US" sz="2000" dirty="0"/>
            <a:t>Playing with parameters</a:t>
          </a:r>
        </a:p>
      </dgm:t>
    </dgm:pt>
    <dgm:pt modelId="{FB4B76CD-C3BB-44B5-A2F1-3473F6DDCD7A}" type="sibTrans" cxnId="{CE1CAD50-F3A2-4D07-83D7-D87EBA08C5FC}">
      <dgm:prSet/>
      <dgm:spPr/>
      <dgm:t>
        <a:bodyPr/>
        <a:lstStyle/>
        <a:p>
          <a:endParaRPr lang="en-US"/>
        </a:p>
      </dgm:t>
    </dgm:pt>
    <dgm:pt modelId="{BA1DAAEA-BFB6-4EA8-9D64-D75B2367E26C}" type="parTrans" cxnId="{CE1CAD50-F3A2-4D07-83D7-D87EBA08C5FC}">
      <dgm:prSet/>
      <dgm:spPr/>
      <dgm:t>
        <a:bodyPr/>
        <a:lstStyle/>
        <a:p>
          <a:endParaRPr lang="en-US"/>
        </a:p>
      </dgm:t>
    </dgm:pt>
    <dgm:pt modelId="{2E162005-7514-4B6B-B327-CC631379DDFD}">
      <dgm:prSet custT="1"/>
      <dgm:spPr/>
      <dgm:t>
        <a:bodyPr/>
        <a:lstStyle/>
        <a:p>
          <a:r>
            <a:rPr lang="en-US" sz="2000" dirty="0"/>
            <a:t>TF cat: 72.48</a:t>
          </a:r>
        </a:p>
      </dgm:t>
    </dgm:pt>
    <dgm:pt modelId="{0043E693-357B-42ED-BD9D-2923CA698222}" type="sibTrans" cxnId="{2247A0D3-25A5-424F-91C0-30988AB445E7}">
      <dgm:prSet/>
      <dgm:spPr/>
      <dgm:t>
        <a:bodyPr/>
        <a:lstStyle/>
        <a:p>
          <a:endParaRPr lang="en-US"/>
        </a:p>
      </dgm:t>
    </dgm:pt>
    <dgm:pt modelId="{D00ED88B-D1FB-4E4A-A94E-5B0989EE80DE}" type="parTrans" cxnId="{2247A0D3-25A5-424F-91C0-30988AB445E7}">
      <dgm:prSet/>
      <dgm:spPr/>
      <dgm:t>
        <a:bodyPr/>
        <a:lstStyle/>
        <a:p>
          <a:endParaRPr lang="en-US"/>
        </a:p>
      </dgm:t>
    </dgm:pt>
    <dgm:pt modelId="{D9B720AD-B39E-420A-9F27-A6B7D166ABE0}">
      <dgm:prSet custT="1"/>
      <dgm:spPr/>
      <dgm:t>
        <a:bodyPr/>
        <a:lstStyle/>
        <a:p>
          <a:r>
            <a:rPr lang="en-US" sz="2000"/>
            <a:t>TF </a:t>
          </a:r>
          <a:r>
            <a:rPr lang="en-US" sz="2000" dirty="0"/>
            <a:t>var: 70.59</a:t>
          </a:r>
        </a:p>
      </dgm:t>
    </dgm:pt>
    <dgm:pt modelId="{54A6847D-1FB2-4D47-AD13-9470CD97F390}" type="sibTrans" cxnId="{7EB67BFB-C560-4129-864B-CC8062920C23}">
      <dgm:prSet/>
      <dgm:spPr/>
      <dgm:t>
        <a:bodyPr/>
        <a:lstStyle/>
        <a:p>
          <a:endParaRPr lang="en-US"/>
        </a:p>
      </dgm:t>
    </dgm:pt>
    <dgm:pt modelId="{2ECBE8BC-0CD3-4D49-BB70-DE22148DABB1}" type="parTrans" cxnId="{7EB67BFB-C560-4129-864B-CC8062920C23}">
      <dgm:prSet/>
      <dgm:spPr/>
      <dgm:t>
        <a:bodyPr/>
        <a:lstStyle/>
        <a:p>
          <a:endParaRPr lang="en-US"/>
        </a:p>
      </dgm:t>
    </dgm:pt>
    <dgm:pt modelId="{55C399EE-83FC-4895-95F0-0C621ABFC8F0}">
      <dgm:prSet custT="1">
        <dgm:style>
          <a:lnRef idx="0">
            <a:schemeClr val="accent4"/>
          </a:lnRef>
          <a:fillRef idx="3">
            <a:schemeClr val="accent4"/>
          </a:fillRef>
          <a:effectRef idx="3">
            <a:schemeClr val="accent4"/>
          </a:effectRef>
          <a:fontRef idx="minor">
            <a:schemeClr val="lt1"/>
          </a:fontRef>
        </dgm:style>
      </dgm:prSet>
      <dgm:spPr/>
      <dgm:t>
        <a:bodyPr/>
        <a:lstStyle/>
        <a:p>
          <a:r>
            <a:rPr lang="en-US" sz="2400" dirty="0"/>
            <a:t>Item1_DESC mapping</a:t>
          </a:r>
        </a:p>
      </dgm:t>
    </dgm:pt>
    <dgm:pt modelId="{B574EBBC-3332-4301-A5C6-3D2F3FA2686A}" type="sibTrans" cxnId="{DE57C1F1-0898-4FB1-8FED-5A656CF605C2}">
      <dgm:prSet/>
      <dgm:spPr/>
      <dgm:t>
        <a:bodyPr/>
        <a:lstStyle/>
        <a:p>
          <a:endParaRPr lang="en-US"/>
        </a:p>
      </dgm:t>
    </dgm:pt>
    <dgm:pt modelId="{500E0345-A212-4857-8F24-236E088C73A2}" type="parTrans" cxnId="{DE57C1F1-0898-4FB1-8FED-5A656CF605C2}">
      <dgm:prSet/>
      <dgm:spPr/>
      <dgm:t>
        <a:bodyPr/>
        <a:lstStyle/>
        <a:p>
          <a:endParaRPr lang="en-US"/>
        </a:p>
      </dgm:t>
    </dgm:pt>
    <dgm:pt modelId="{81188C88-6FC4-4F35-9A9D-49DDD12A7DFB}">
      <dgm:prSet custT="1">
        <dgm:style>
          <a:lnRef idx="2">
            <a:schemeClr val="accent1"/>
          </a:lnRef>
          <a:fillRef idx="1">
            <a:schemeClr val="lt1"/>
          </a:fillRef>
          <a:effectRef idx="0">
            <a:schemeClr val="accent1"/>
          </a:effectRef>
          <a:fontRef idx="minor">
            <a:schemeClr val="dk1"/>
          </a:fontRef>
        </dgm:style>
      </dgm:prSet>
      <dgm:spPr/>
      <dgm:t>
        <a:bodyPr/>
        <a:lstStyle/>
        <a:p>
          <a:r>
            <a:rPr lang="en-US" sz="2400" dirty="0"/>
            <a:t>Unique: 136</a:t>
          </a:r>
        </a:p>
      </dgm:t>
    </dgm:pt>
    <dgm:pt modelId="{F48BEC87-8344-44BD-B16B-DA2E12979F8A}" type="sibTrans" cxnId="{152BA956-C6B1-425E-B96A-1CABA92E3C66}">
      <dgm:prSet/>
      <dgm:spPr/>
      <dgm:t>
        <a:bodyPr/>
        <a:lstStyle/>
        <a:p>
          <a:endParaRPr lang="en-US"/>
        </a:p>
      </dgm:t>
    </dgm:pt>
    <dgm:pt modelId="{D0502DBF-6FDA-4303-A785-9C63504102DE}" type="parTrans" cxnId="{152BA956-C6B1-425E-B96A-1CABA92E3C66}">
      <dgm:prSet/>
      <dgm:spPr/>
      <dgm:t>
        <a:bodyPr/>
        <a:lstStyle/>
        <a:p>
          <a:endParaRPr lang="en-US"/>
        </a:p>
      </dgm:t>
    </dgm:pt>
    <dgm:pt modelId="{3462DE31-1E1E-453A-85FB-6B8DA6B6CF8E}">
      <dgm:prSet custT="1">
        <dgm:style>
          <a:lnRef idx="2">
            <a:schemeClr val="accent1"/>
          </a:lnRef>
          <a:fillRef idx="1">
            <a:schemeClr val="lt1"/>
          </a:fillRef>
          <a:effectRef idx="0">
            <a:schemeClr val="accent1"/>
          </a:effectRef>
          <a:fontRef idx="minor">
            <a:schemeClr val="dk1"/>
          </a:fontRef>
        </dgm:style>
      </dgm:prSet>
      <dgm:spPr/>
      <dgm:t>
        <a:bodyPr/>
        <a:lstStyle/>
        <a:p>
          <a:r>
            <a:rPr lang="en-US" sz="2400" dirty="0"/>
            <a:t>Total: 1750</a:t>
          </a:r>
        </a:p>
      </dgm:t>
    </dgm:pt>
    <dgm:pt modelId="{CF814BE2-FE85-429A-9AEE-DE675EB2F9EF}" type="sibTrans" cxnId="{0DE96334-8BCC-4472-8159-1E4143C54D88}">
      <dgm:prSet/>
      <dgm:spPr/>
      <dgm:t>
        <a:bodyPr/>
        <a:lstStyle/>
        <a:p>
          <a:endParaRPr lang="en-US"/>
        </a:p>
      </dgm:t>
    </dgm:pt>
    <dgm:pt modelId="{98478D2A-C770-4006-84F4-9F01A02B472E}" type="parTrans" cxnId="{0DE96334-8BCC-4472-8159-1E4143C54D88}">
      <dgm:prSet/>
      <dgm:spPr/>
      <dgm:t>
        <a:bodyPr/>
        <a:lstStyle/>
        <a:p>
          <a:endParaRPr lang="en-US"/>
        </a:p>
      </dgm:t>
    </dgm:pt>
    <dgm:pt modelId="{825C46F3-9136-46AD-B528-EB3E49EA9D48}">
      <dgm:prSet custT="1">
        <dgm:style>
          <a:lnRef idx="2">
            <a:schemeClr val="accent1"/>
          </a:lnRef>
          <a:fillRef idx="1">
            <a:schemeClr val="lt1"/>
          </a:fillRef>
          <a:effectRef idx="0">
            <a:schemeClr val="accent1"/>
          </a:effectRef>
          <a:fontRef idx="minor">
            <a:schemeClr val="dk1"/>
          </a:fontRef>
        </dgm:style>
      </dgm:prSet>
      <dgm:spPr/>
      <dgm:t>
        <a:bodyPr/>
        <a:lstStyle/>
        <a:p>
          <a:r>
            <a:rPr lang="en-US" sz="2400" dirty="0"/>
            <a:t>TF cat: 68.28</a:t>
          </a:r>
        </a:p>
      </dgm:t>
    </dgm:pt>
    <dgm:pt modelId="{F04F50DC-BADA-463C-B960-740EF7D8751E}" type="sibTrans" cxnId="{26181811-CC0B-46E1-B69A-134DAA60518E}">
      <dgm:prSet/>
      <dgm:spPr/>
      <dgm:t>
        <a:bodyPr/>
        <a:lstStyle/>
        <a:p>
          <a:endParaRPr lang="en-US"/>
        </a:p>
      </dgm:t>
    </dgm:pt>
    <dgm:pt modelId="{3E1D73C2-7262-4B19-BA3C-D56AB1251EE1}" type="parTrans" cxnId="{26181811-CC0B-46E1-B69A-134DAA60518E}">
      <dgm:prSet/>
      <dgm:spPr/>
      <dgm:t>
        <a:bodyPr/>
        <a:lstStyle/>
        <a:p>
          <a:endParaRPr lang="en-US"/>
        </a:p>
      </dgm:t>
    </dgm:pt>
    <dgm:pt modelId="{6BCA0E4E-F096-4122-88E0-7578995A4393}">
      <dgm:prSet/>
      <dgm:spPr/>
      <dgm:t>
        <a:bodyPr/>
        <a:lstStyle/>
        <a:p>
          <a:r>
            <a:rPr lang="en-US"/>
            <a:t>TF var: 93.20</a:t>
          </a:r>
          <a:endParaRPr lang="en-US" dirty="0"/>
        </a:p>
      </dgm:t>
    </dgm:pt>
    <dgm:pt modelId="{4844FDAF-A65E-4551-9022-544AC710CA4E}" type="sibTrans" cxnId="{41DE4F10-72B8-4777-8491-BB556A4A84C8}">
      <dgm:prSet/>
      <dgm:spPr/>
      <dgm:t>
        <a:bodyPr/>
        <a:lstStyle/>
        <a:p>
          <a:endParaRPr lang="en-US"/>
        </a:p>
      </dgm:t>
    </dgm:pt>
    <dgm:pt modelId="{2915B044-F3DD-42E3-9D6C-F1082FB2E910}" type="parTrans" cxnId="{41DE4F10-72B8-4777-8491-BB556A4A84C8}">
      <dgm:prSet/>
      <dgm:spPr/>
      <dgm:t>
        <a:bodyPr/>
        <a:lstStyle/>
        <a:p>
          <a:endParaRPr lang="en-US"/>
        </a:p>
      </dgm:t>
    </dgm:pt>
    <dgm:pt modelId="{6A9EC466-1FB1-4F81-86E4-E5064BD83107}">
      <dgm:prSet custT="1">
        <dgm:style>
          <a:lnRef idx="0">
            <a:schemeClr val="accent1"/>
          </a:lnRef>
          <a:fillRef idx="3">
            <a:schemeClr val="accent1"/>
          </a:fillRef>
          <a:effectRef idx="3">
            <a:schemeClr val="accent1"/>
          </a:effectRef>
          <a:fontRef idx="minor">
            <a:schemeClr val="lt1"/>
          </a:fontRef>
        </dgm:style>
      </dgm:prSet>
      <dgm:spPr/>
      <dgm:t>
        <a:bodyPr/>
        <a:lstStyle/>
        <a:p>
          <a:r>
            <a:rPr lang="en-US" sz="2400" b="1" dirty="0"/>
            <a:t>Voting hard classifier</a:t>
          </a:r>
          <a:endParaRPr lang="en-US" sz="2400" dirty="0"/>
        </a:p>
      </dgm:t>
    </dgm:pt>
    <dgm:pt modelId="{91FC6954-8622-4C0B-8D8D-BCE4DC9A2524}" type="sibTrans" cxnId="{B269169E-A3B3-4E41-AB60-300137FA1248}">
      <dgm:prSet/>
      <dgm:spPr/>
      <dgm:t>
        <a:bodyPr/>
        <a:lstStyle/>
        <a:p>
          <a:endParaRPr lang="en-US"/>
        </a:p>
      </dgm:t>
    </dgm:pt>
    <dgm:pt modelId="{EC691084-0185-44CA-ABA7-CA99A2ECC5E5}" type="parTrans" cxnId="{B269169E-A3B3-4E41-AB60-300137FA1248}">
      <dgm:prSet/>
      <dgm:spPr/>
      <dgm:t>
        <a:bodyPr/>
        <a:lstStyle/>
        <a:p>
          <a:endParaRPr lang="en-US"/>
        </a:p>
      </dgm:t>
    </dgm:pt>
    <dgm:pt modelId="{07EE115D-3273-4D39-9C8E-A8786DCA9BFA}">
      <dgm:prSet custT="1"/>
      <dgm:spPr/>
      <dgm:t>
        <a:bodyPr/>
        <a:lstStyle/>
        <a:p>
          <a:r>
            <a:rPr lang="en-US" sz="2000" dirty="0"/>
            <a:t>With RF, LR &amp; SVM</a:t>
          </a:r>
        </a:p>
      </dgm:t>
    </dgm:pt>
    <dgm:pt modelId="{6CD82B2F-8600-4238-A128-1A1190CCA02B}" type="sibTrans" cxnId="{DE385721-F33E-41EC-B881-9FE2D08133FD}">
      <dgm:prSet/>
      <dgm:spPr/>
      <dgm:t>
        <a:bodyPr/>
        <a:lstStyle/>
        <a:p>
          <a:endParaRPr lang="en-US"/>
        </a:p>
      </dgm:t>
    </dgm:pt>
    <dgm:pt modelId="{862956C5-5913-4479-86D8-3D687E503FE8}" type="parTrans" cxnId="{DE385721-F33E-41EC-B881-9FE2D08133FD}">
      <dgm:prSet/>
      <dgm:spPr/>
      <dgm:t>
        <a:bodyPr/>
        <a:lstStyle/>
        <a:p>
          <a:endParaRPr lang="en-US"/>
        </a:p>
      </dgm:t>
    </dgm:pt>
    <dgm:pt modelId="{1DCAF11F-F9B0-48A5-88B3-DC49FE00F563}">
      <dgm:prSet custT="1"/>
      <dgm:spPr/>
      <dgm:t>
        <a:bodyPr/>
        <a:lstStyle/>
        <a:p>
          <a:r>
            <a:rPr lang="en-US" sz="2000" dirty="0"/>
            <a:t>With RF &amp; LR</a:t>
          </a:r>
        </a:p>
      </dgm:t>
    </dgm:pt>
    <dgm:pt modelId="{7C0DC2D4-2155-4FBE-8BA8-24ACB66C53E3}" type="sibTrans" cxnId="{7CBA0B82-C232-4145-99B8-770063CC6E27}">
      <dgm:prSet/>
      <dgm:spPr/>
      <dgm:t>
        <a:bodyPr/>
        <a:lstStyle/>
        <a:p>
          <a:endParaRPr lang="en-US"/>
        </a:p>
      </dgm:t>
    </dgm:pt>
    <dgm:pt modelId="{5FBB8151-AE94-43F2-B78B-E97C8799D0D0}" type="parTrans" cxnId="{7CBA0B82-C232-4145-99B8-770063CC6E27}">
      <dgm:prSet/>
      <dgm:spPr/>
      <dgm:t>
        <a:bodyPr/>
        <a:lstStyle/>
        <a:p>
          <a:endParaRPr lang="en-US" sz="1600"/>
        </a:p>
      </dgm:t>
    </dgm:pt>
    <dgm:pt modelId="{4B4C273F-8851-4F76-B2EC-752CA64DCABF}">
      <dgm:prSet custT="1"/>
      <dgm:spPr/>
      <dgm:t>
        <a:bodyPr/>
        <a:lstStyle/>
        <a:p>
          <a:r>
            <a:rPr lang="en-US" sz="2000" dirty="0"/>
            <a:t>TF cat: 70.30</a:t>
          </a:r>
        </a:p>
      </dgm:t>
    </dgm:pt>
    <dgm:pt modelId="{9DDE4834-B3E3-4364-AFC2-5DDEFF1EACFD}" type="sibTrans" cxnId="{6D1BFDFB-3BAA-4369-8408-FDB804FD5CDE}">
      <dgm:prSet/>
      <dgm:spPr/>
      <dgm:t>
        <a:bodyPr/>
        <a:lstStyle/>
        <a:p>
          <a:endParaRPr lang="en-US"/>
        </a:p>
      </dgm:t>
    </dgm:pt>
    <dgm:pt modelId="{F4AB2D1A-47F2-4668-B66E-FFE3F644D472}" type="parTrans" cxnId="{6D1BFDFB-3BAA-4369-8408-FDB804FD5CDE}">
      <dgm:prSet/>
      <dgm:spPr/>
      <dgm:t>
        <a:bodyPr/>
        <a:lstStyle/>
        <a:p>
          <a:endParaRPr lang="en-US"/>
        </a:p>
      </dgm:t>
    </dgm:pt>
    <dgm:pt modelId="{F7C2DC38-DF39-4AEB-84F4-3FA2C061DA4A}">
      <dgm:prSet custT="1"/>
      <dgm:spPr/>
      <dgm:t>
        <a:bodyPr/>
        <a:lstStyle/>
        <a:p>
          <a:r>
            <a:rPr lang="en-US" sz="2000" dirty="0"/>
            <a:t>TF var: 82.19</a:t>
          </a:r>
        </a:p>
      </dgm:t>
    </dgm:pt>
    <dgm:pt modelId="{5772FCC1-2D35-4DD3-92CF-D04075668926}" type="sibTrans" cxnId="{1C700C61-387A-4C79-A47D-F285BD6D1C2A}">
      <dgm:prSet/>
      <dgm:spPr/>
      <dgm:t>
        <a:bodyPr/>
        <a:lstStyle/>
        <a:p>
          <a:endParaRPr lang="en-US"/>
        </a:p>
      </dgm:t>
    </dgm:pt>
    <dgm:pt modelId="{18222A0F-A081-4FE0-AF03-7165EF1AE496}" type="parTrans" cxnId="{1C700C61-387A-4C79-A47D-F285BD6D1C2A}">
      <dgm:prSet/>
      <dgm:spPr/>
      <dgm:t>
        <a:bodyPr/>
        <a:lstStyle/>
        <a:p>
          <a:endParaRPr lang="en-US"/>
        </a:p>
      </dgm:t>
    </dgm:pt>
    <dgm:pt modelId="{FE46291A-A0BB-45AF-91C1-01E4158B14A0}" type="pres">
      <dgm:prSet presAssocID="{1B651A8D-5D05-42AF-BC9B-C1C136929AD8}" presName="diagram" presStyleCnt="0">
        <dgm:presLayoutVars>
          <dgm:chPref val="1"/>
          <dgm:dir/>
          <dgm:animOne val="branch"/>
          <dgm:animLvl val="lvl"/>
          <dgm:resizeHandles/>
        </dgm:presLayoutVars>
      </dgm:prSet>
      <dgm:spPr/>
    </dgm:pt>
    <dgm:pt modelId="{2CA9BD72-C58E-43A8-A48A-9B50369AAEED}" type="pres">
      <dgm:prSet presAssocID="{5720BF58-7D38-4775-9F9A-E770115AF6C2}" presName="root" presStyleCnt="0"/>
      <dgm:spPr/>
    </dgm:pt>
    <dgm:pt modelId="{43EEF34E-B382-48B5-83A6-148E5C545A10}" type="pres">
      <dgm:prSet presAssocID="{5720BF58-7D38-4775-9F9A-E770115AF6C2}" presName="rootComposite" presStyleCnt="0"/>
      <dgm:spPr/>
    </dgm:pt>
    <dgm:pt modelId="{80127E78-5457-4242-9509-3BEE4E15BFF1}" type="pres">
      <dgm:prSet presAssocID="{5720BF58-7D38-4775-9F9A-E770115AF6C2}" presName="rootText" presStyleLbl="node1" presStyleIdx="0" presStyleCnt="4" custScaleX="122390"/>
      <dgm:spPr/>
    </dgm:pt>
    <dgm:pt modelId="{EEC5A598-3A81-4F6F-8A08-E4697EB721E9}" type="pres">
      <dgm:prSet presAssocID="{5720BF58-7D38-4775-9F9A-E770115AF6C2}" presName="rootConnector" presStyleLbl="node1" presStyleIdx="0" presStyleCnt="4"/>
      <dgm:spPr/>
    </dgm:pt>
    <dgm:pt modelId="{0DEB5BC9-607D-4867-B5A6-64876549A655}" type="pres">
      <dgm:prSet presAssocID="{5720BF58-7D38-4775-9F9A-E770115AF6C2}" presName="childShape" presStyleCnt="0"/>
      <dgm:spPr/>
    </dgm:pt>
    <dgm:pt modelId="{334F31B2-81E0-4064-B800-280BA4D16B1F}" type="pres">
      <dgm:prSet presAssocID="{D34E41FE-A5A1-4151-B13F-534B73246394}" presName="Name13" presStyleLbl="parChTrans1D2" presStyleIdx="0" presStyleCnt="14"/>
      <dgm:spPr/>
    </dgm:pt>
    <dgm:pt modelId="{CC39FBCD-1E14-419B-973C-E80560C8E0D6}" type="pres">
      <dgm:prSet presAssocID="{CB82CC84-7A01-4458-9BF2-26E5FE0AA1E3}" presName="childText" presStyleLbl="bgAcc1" presStyleIdx="0" presStyleCnt="14">
        <dgm:presLayoutVars>
          <dgm:bulletEnabled val="1"/>
        </dgm:presLayoutVars>
      </dgm:prSet>
      <dgm:spPr/>
    </dgm:pt>
    <dgm:pt modelId="{D3AC0D1A-E8EF-4702-9320-E5455291E01F}" type="pres">
      <dgm:prSet presAssocID="{27F88C12-8300-4B52-B448-12BD9916D28A}" presName="Name13" presStyleLbl="parChTrans1D2" presStyleIdx="1" presStyleCnt="14"/>
      <dgm:spPr/>
    </dgm:pt>
    <dgm:pt modelId="{5B053593-003C-401F-8019-557B9439619F}" type="pres">
      <dgm:prSet presAssocID="{00F91071-2696-417C-8D18-81100FBD66B0}" presName="childText" presStyleLbl="bgAcc1" presStyleIdx="1" presStyleCnt="14">
        <dgm:presLayoutVars>
          <dgm:bulletEnabled val="1"/>
        </dgm:presLayoutVars>
      </dgm:prSet>
      <dgm:spPr/>
    </dgm:pt>
    <dgm:pt modelId="{E7AD9CFC-3375-4EA0-A6D3-15E9960E251B}" type="pres">
      <dgm:prSet presAssocID="{382E8E9A-AF8D-4574-9555-E91F2B0FDFD4}" presName="root" presStyleCnt="0"/>
      <dgm:spPr/>
    </dgm:pt>
    <dgm:pt modelId="{8537EF13-332E-4C42-9F26-814F54DB5D8D}" type="pres">
      <dgm:prSet presAssocID="{382E8E9A-AF8D-4574-9555-E91F2B0FDFD4}" presName="rootComposite" presStyleCnt="0"/>
      <dgm:spPr/>
    </dgm:pt>
    <dgm:pt modelId="{8911FF8E-98ED-4980-80DE-0EC35E6881F5}" type="pres">
      <dgm:prSet presAssocID="{382E8E9A-AF8D-4574-9555-E91F2B0FDFD4}" presName="rootText" presStyleLbl="node1" presStyleIdx="1" presStyleCnt="4"/>
      <dgm:spPr/>
    </dgm:pt>
    <dgm:pt modelId="{7EF4B9AB-C673-4138-8E2C-571F0C8010E3}" type="pres">
      <dgm:prSet presAssocID="{382E8E9A-AF8D-4574-9555-E91F2B0FDFD4}" presName="rootConnector" presStyleLbl="node1" presStyleIdx="1" presStyleCnt="4"/>
      <dgm:spPr/>
    </dgm:pt>
    <dgm:pt modelId="{EBFBB58E-46FC-4E5C-9567-299B13BC26EC}" type="pres">
      <dgm:prSet presAssocID="{382E8E9A-AF8D-4574-9555-E91F2B0FDFD4}" presName="childShape" presStyleCnt="0"/>
      <dgm:spPr/>
    </dgm:pt>
    <dgm:pt modelId="{89ED0F36-DD17-4B80-A304-E8A3A3209887}" type="pres">
      <dgm:prSet presAssocID="{F4AE95D8-4AC2-4E11-B9CE-6FDE73474D26}" presName="Name13" presStyleLbl="parChTrans1D2" presStyleIdx="2" presStyleCnt="14"/>
      <dgm:spPr/>
    </dgm:pt>
    <dgm:pt modelId="{D662D6EE-E316-4338-9600-E234AF058540}" type="pres">
      <dgm:prSet presAssocID="{1BBDD2DE-C33A-4EB7-B5C5-A7F5704B00D6}" presName="childText" presStyleLbl="bgAcc1" presStyleIdx="2" presStyleCnt="14">
        <dgm:presLayoutVars>
          <dgm:bulletEnabled val="1"/>
        </dgm:presLayoutVars>
      </dgm:prSet>
      <dgm:spPr/>
    </dgm:pt>
    <dgm:pt modelId="{1B20A9BA-4BF1-432B-8D6A-8AFA16E3EAE4}" type="pres">
      <dgm:prSet presAssocID="{BA1DAAEA-BFB6-4EA8-9D64-D75B2367E26C}" presName="Name13" presStyleLbl="parChTrans1D2" presStyleIdx="3" presStyleCnt="14"/>
      <dgm:spPr/>
    </dgm:pt>
    <dgm:pt modelId="{D6576675-5888-42A8-AEB9-BCB2DD23D673}" type="pres">
      <dgm:prSet presAssocID="{4A48766C-3DF5-4C44-A605-D9A2679CA786}" presName="childText" presStyleLbl="bgAcc1" presStyleIdx="3" presStyleCnt="14">
        <dgm:presLayoutVars>
          <dgm:bulletEnabled val="1"/>
        </dgm:presLayoutVars>
      </dgm:prSet>
      <dgm:spPr/>
    </dgm:pt>
    <dgm:pt modelId="{C58E6A71-623C-4FF7-B259-A9D84E4E1E10}" type="pres">
      <dgm:prSet presAssocID="{D00ED88B-D1FB-4E4A-A94E-5B0989EE80DE}" presName="Name13" presStyleLbl="parChTrans1D2" presStyleIdx="4" presStyleCnt="14"/>
      <dgm:spPr/>
    </dgm:pt>
    <dgm:pt modelId="{583A7816-7363-4123-A4F2-B648CEB78AAF}" type="pres">
      <dgm:prSet presAssocID="{2E162005-7514-4B6B-B327-CC631379DDFD}" presName="childText" presStyleLbl="bgAcc1" presStyleIdx="4" presStyleCnt="14">
        <dgm:presLayoutVars>
          <dgm:bulletEnabled val="1"/>
        </dgm:presLayoutVars>
      </dgm:prSet>
      <dgm:spPr/>
    </dgm:pt>
    <dgm:pt modelId="{2543CA19-BE45-4A84-AD00-0B39EC59B250}" type="pres">
      <dgm:prSet presAssocID="{2ECBE8BC-0CD3-4D49-BB70-DE22148DABB1}" presName="Name13" presStyleLbl="parChTrans1D2" presStyleIdx="5" presStyleCnt="14"/>
      <dgm:spPr/>
    </dgm:pt>
    <dgm:pt modelId="{01D4AB74-99A7-4B8C-BD2A-D007818BF580}" type="pres">
      <dgm:prSet presAssocID="{D9B720AD-B39E-420A-9F27-A6B7D166ABE0}" presName="childText" presStyleLbl="bgAcc1" presStyleIdx="5" presStyleCnt="14">
        <dgm:presLayoutVars>
          <dgm:bulletEnabled val="1"/>
        </dgm:presLayoutVars>
      </dgm:prSet>
      <dgm:spPr/>
    </dgm:pt>
    <dgm:pt modelId="{F706AAFC-16B9-4C79-86FF-57B73A2D9CE7}" type="pres">
      <dgm:prSet presAssocID="{55C399EE-83FC-4895-95F0-0C621ABFC8F0}" presName="root" presStyleCnt="0"/>
      <dgm:spPr/>
    </dgm:pt>
    <dgm:pt modelId="{420377FF-944C-4034-92DA-9A54B54F94E3}" type="pres">
      <dgm:prSet presAssocID="{55C399EE-83FC-4895-95F0-0C621ABFC8F0}" presName="rootComposite" presStyleCnt="0"/>
      <dgm:spPr/>
    </dgm:pt>
    <dgm:pt modelId="{0D530BF9-D14B-4354-BBAA-CD1BDCF669F2}" type="pres">
      <dgm:prSet presAssocID="{55C399EE-83FC-4895-95F0-0C621ABFC8F0}" presName="rootText" presStyleLbl="node1" presStyleIdx="2" presStyleCnt="4"/>
      <dgm:spPr/>
    </dgm:pt>
    <dgm:pt modelId="{8F26596F-1BBC-4D53-99FB-D9850EFAC42A}" type="pres">
      <dgm:prSet presAssocID="{55C399EE-83FC-4895-95F0-0C621ABFC8F0}" presName="rootConnector" presStyleLbl="node1" presStyleIdx="2" presStyleCnt="4"/>
      <dgm:spPr/>
    </dgm:pt>
    <dgm:pt modelId="{EC923DEC-A68B-42F2-AA53-6CA6E0A94202}" type="pres">
      <dgm:prSet presAssocID="{55C399EE-83FC-4895-95F0-0C621ABFC8F0}" presName="childShape" presStyleCnt="0"/>
      <dgm:spPr/>
    </dgm:pt>
    <dgm:pt modelId="{5513A41E-BDA1-48AD-A83B-46DC7D3CE459}" type="pres">
      <dgm:prSet presAssocID="{D0502DBF-6FDA-4303-A785-9C63504102DE}" presName="Name13" presStyleLbl="parChTrans1D2" presStyleIdx="6" presStyleCnt="14"/>
      <dgm:spPr/>
    </dgm:pt>
    <dgm:pt modelId="{65A3EC42-A1AF-458F-90C3-CEFBB0BE6354}" type="pres">
      <dgm:prSet presAssocID="{81188C88-6FC4-4F35-9A9D-49DDD12A7DFB}" presName="childText" presStyleLbl="bgAcc1" presStyleIdx="6" presStyleCnt="14">
        <dgm:presLayoutVars>
          <dgm:bulletEnabled val="1"/>
        </dgm:presLayoutVars>
      </dgm:prSet>
      <dgm:spPr/>
    </dgm:pt>
    <dgm:pt modelId="{1B4C58D4-52F1-4913-A4B5-2FD9EF3D6B5B}" type="pres">
      <dgm:prSet presAssocID="{98478D2A-C770-4006-84F4-9F01A02B472E}" presName="Name13" presStyleLbl="parChTrans1D2" presStyleIdx="7" presStyleCnt="14"/>
      <dgm:spPr/>
    </dgm:pt>
    <dgm:pt modelId="{456FC2AD-661C-4A3F-AC2E-17E9AFFE9625}" type="pres">
      <dgm:prSet presAssocID="{3462DE31-1E1E-453A-85FB-6B8DA6B6CF8E}" presName="childText" presStyleLbl="bgAcc1" presStyleIdx="7" presStyleCnt="14">
        <dgm:presLayoutVars>
          <dgm:bulletEnabled val="1"/>
        </dgm:presLayoutVars>
      </dgm:prSet>
      <dgm:spPr/>
    </dgm:pt>
    <dgm:pt modelId="{92331B8E-451C-4DE1-96F5-8156D67E7022}" type="pres">
      <dgm:prSet presAssocID="{3E1D73C2-7262-4B19-BA3C-D56AB1251EE1}" presName="Name13" presStyleLbl="parChTrans1D2" presStyleIdx="8" presStyleCnt="14"/>
      <dgm:spPr/>
    </dgm:pt>
    <dgm:pt modelId="{758B6DD3-6EA6-41DE-ADFF-682B4416A1FD}" type="pres">
      <dgm:prSet presAssocID="{825C46F3-9136-46AD-B528-EB3E49EA9D48}" presName="childText" presStyleLbl="bgAcc1" presStyleIdx="8" presStyleCnt="14">
        <dgm:presLayoutVars>
          <dgm:bulletEnabled val="1"/>
        </dgm:presLayoutVars>
      </dgm:prSet>
      <dgm:spPr/>
    </dgm:pt>
    <dgm:pt modelId="{0B0AAF17-57DE-428D-ADCA-5FE9A739FEF2}" type="pres">
      <dgm:prSet presAssocID="{2915B044-F3DD-42E3-9D6C-F1082FB2E910}" presName="Name13" presStyleLbl="parChTrans1D2" presStyleIdx="9" presStyleCnt="14"/>
      <dgm:spPr/>
    </dgm:pt>
    <dgm:pt modelId="{4AF73A30-762D-49E1-B7BD-8CFCEC748EC6}" type="pres">
      <dgm:prSet presAssocID="{6BCA0E4E-F096-4122-88E0-7578995A4393}" presName="childText" presStyleLbl="bgAcc1" presStyleIdx="9" presStyleCnt="14">
        <dgm:presLayoutVars>
          <dgm:bulletEnabled val="1"/>
        </dgm:presLayoutVars>
      </dgm:prSet>
      <dgm:spPr/>
    </dgm:pt>
    <dgm:pt modelId="{06E78D5B-5930-403D-A10A-CDB2418DBEC6}" type="pres">
      <dgm:prSet presAssocID="{6A9EC466-1FB1-4F81-86E4-E5064BD83107}" presName="root" presStyleCnt="0"/>
      <dgm:spPr/>
    </dgm:pt>
    <dgm:pt modelId="{29A2565E-F912-4249-9D10-E8372ED18EF9}" type="pres">
      <dgm:prSet presAssocID="{6A9EC466-1FB1-4F81-86E4-E5064BD83107}" presName="rootComposite" presStyleCnt="0"/>
      <dgm:spPr/>
    </dgm:pt>
    <dgm:pt modelId="{40103C75-FABE-4F96-931A-BE0BF4F5919A}" type="pres">
      <dgm:prSet presAssocID="{6A9EC466-1FB1-4F81-86E4-E5064BD83107}" presName="rootText" presStyleLbl="node1" presStyleIdx="3" presStyleCnt="4"/>
      <dgm:spPr/>
    </dgm:pt>
    <dgm:pt modelId="{1CB8E026-B61D-4A4F-A98C-86CF36E3CB20}" type="pres">
      <dgm:prSet presAssocID="{6A9EC466-1FB1-4F81-86E4-E5064BD83107}" presName="rootConnector" presStyleLbl="node1" presStyleIdx="3" presStyleCnt="4"/>
      <dgm:spPr/>
    </dgm:pt>
    <dgm:pt modelId="{ABEF181B-AE44-4EEC-813E-24D95A00CB0F}" type="pres">
      <dgm:prSet presAssocID="{6A9EC466-1FB1-4F81-86E4-E5064BD83107}" presName="childShape" presStyleCnt="0"/>
      <dgm:spPr/>
    </dgm:pt>
    <dgm:pt modelId="{62D0EEB2-7403-4197-893F-C4E380220341}" type="pres">
      <dgm:prSet presAssocID="{862956C5-5913-4479-86D8-3D687E503FE8}" presName="Name13" presStyleLbl="parChTrans1D2" presStyleIdx="10" presStyleCnt="14"/>
      <dgm:spPr/>
    </dgm:pt>
    <dgm:pt modelId="{2FE61C90-2791-454D-8DDA-FE37D5301D53}" type="pres">
      <dgm:prSet presAssocID="{07EE115D-3273-4D39-9C8E-A8786DCA9BFA}" presName="childText" presStyleLbl="bgAcc1" presStyleIdx="10" presStyleCnt="14">
        <dgm:presLayoutVars>
          <dgm:bulletEnabled val="1"/>
        </dgm:presLayoutVars>
      </dgm:prSet>
      <dgm:spPr/>
    </dgm:pt>
    <dgm:pt modelId="{D229FB14-9A4C-4427-8DC3-B81C2B807AE0}" type="pres">
      <dgm:prSet presAssocID="{5FBB8151-AE94-43F2-B78B-E97C8799D0D0}" presName="Name13" presStyleLbl="parChTrans1D2" presStyleIdx="11" presStyleCnt="14"/>
      <dgm:spPr/>
    </dgm:pt>
    <dgm:pt modelId="{491ABA40-2FD9-457A-9B7C-6B60B8B0CC43}" type="pres">
      <dgm:prSet presAssocID="{1DCAF11F-F9B0-48A5-88B3-DC49FE00F563}" presName="childText" presStyleLbl="bgAcc1" presStyleIdx="11" presStyleCnt="14">
        <dgm:presLayoutVars>
          <dgm:bulletEnabled val="1"/>
        </dgm:presLayoutVars>
      </dgm:prSet>
      <dgm:spPr/>
    </dgm:pt>
    <dgm:pt modelId="{2DCD28A8-0C61-4301-8C34-48648A290F33}" type="pres">
      <dgm:prSet presAssocID="{F4AB2D1A-47F2-4668-B66E-FFE3F644D472}" presName="Name13" presStyleLbl="parChTrans1D2" presStyleIdx="12" presStyleCnt="14"/>
      <dgm:spPr/>
    </dgm:pt>
    <dgm:pt modelId="{2C6CEFB8-5B88-4269-AB79-A44F03CDB37B}" type="pres">
      <dgm:prSet presAssocID="{4B4C273F-8851-4F76-B2EC-752CA64DCABF}" presName="childText" presStyleLbl="bgAcc1" presStyleIdx="12" presStyleCnt="14">
        <dgm:presLayoutVars>
          <dgm:bulletEnabled val="1"/>
        </dgm:presLayoutVars>
      </dgm:prSet>
      <dgm:spPr/>
    </dgm:pt>
    <dgm:pt modelId="{6F154A90-C5B6-437E-9CD5-000BEC1F2A38}" type="pres">
      <dgm:prSet presAssocID="{18222A0F-A081-4FE0-AF03-7165EF1AE496}" presName="Name13" presStyleLbl="parChTrans1D2" presStyleIdx="13" presStyleCnt="14"/>
      <dgm:spPr/>
    </dgm:pt>
    <dgm:pt modelId="{4C3092EA-8289-47C0-969C-173B1C3A209D}" type="pres">
      <dgm:prSet presAssocID="{F7C2DC38-DF39-4AEB-84F4-3FA2C061DA4A}" presName="childText" presStyleLbl="bgAcc1" presStyleIdx="13" presStyleCnt="14">
        <dgm:presLayoutVars>
          <dgm:bulletEnabled val="1"/>
        </dgm:presLayoutVars>
      </dgm:prSet>
      <dgm:spPr/>
    </dgm:pt>
  </dgm:ptLst>
  <dgm:cxnLst>
    <dgm:cxn modelId="{E70B4C00-DA8A-4A62-82EF-112F63A3DCE4}" type="presOf" srcId="{55C399EE-83FC-4895-95F0-0C621ABFC8F0}" destId="{8F26596F-1BBC-4D53-99FB-D9850EFAC42A}" srcOrd="1" destOrd="0" presId="urn:microsoft.com/office/officeart/2005/8/layout/hierarchy3"/>
    <dgm:cxn modelId="{D8735307-6298-4960-B243-A165D2D4AAE2}" type="presOf" srcId="{6A9EC466-1FB1-4F81-86E4-E5064BD83107}" destId="{1CB8E026-B61D-4A4F-A98C-86CF36E3CB20}" srcOrd="1" destOrd="0" presId="urn:microsoft.com/office/officeart/2005/8/layout/hierarchy3"/>
    <dgm:cxn modelId="{41DE4F10-72B8-4777-8491-BB556A4A84C8}" srcId="{55C399EE-83FC-4895-95F0-0C621ABFC8F0}" destId="{6BCA0E4E-F096-4122-88E0-7578995A4393}" srcOrd="3" destOrd="0" parTransId="{2915B044-F3DD-42E3-9D6C-F1082FB2E910}" sibTransId="{4844FDAF-A65E-4551-9022-544AC710CA4E}"/>
    <dgm:cxn modelId="{26181811-CC0B-46E1-B69A-134DAA60518E}" srcId="{55C399EE-83FC-4895-95F0-0C621ABFC8F0}" destId="{825C46F3-9136-46AD-B528-EB3E49EA9D48}" srcOrd="2" destOrd="0" parTransId="{3E1D73C2-7262-4B19-BA3C-D56AB1251EE1}" sibTransId="{F04F50DC-BADA-463C-B960-740EF7D8751E}"/>
    <dgm:cxn modelId="{D6A54B11-6C3E-4663-BD35-9418788FFD44}" type="presOf" srcId="{F4AE95D8-4AC2-4E11-B9CE-6FDE73474D26}" destId="{89ED0F36-DD17-4B80-A304-E8A3A3209887}" srcOrd="0" destOrd="0" presId="urn:microsoft.com/office/officeart/2005/8/layout/hierarchy3"/>
    <dgm:cxn modelId="{11EA4E16-52C2-4DF6-B68A-7D0006EFDF17}" type="presOf" srcId="{07EE115D-3273-4D39-9C8E-A8786DCA9BFA}" destId="{2FE61C90-2791-454D-8DDA-FE37D5301D53}" srcOrd="0" destOrd="0" presId="urn:microsoft.com/office/officeart/2005/8/layout/hierarchy3"/>
    <dgm:cxn modelId="{2335D319-E28A-4F02-BEFF-2720A2824253}" type="presOf" srcId="{5720BF58-7D38-4775-9F9A-E770115AF6C2}" destId="{80127E78-5457-4242-9509-3BEE4E15BFF1}" srcOrd="0" destOrd="0" presId="urn:microsoft.com/office/officeart/2005/8/layout/hierarchy3"/>
    <dgm:cxn modelId="{632FC11B-7551-4B6A-9891-C7ED79C096E6}" type="presOf" srcId="{5720BF58-7D38-4775-9F9A-E770115AF6C2}" destId="{EEC5A598-3A81-4F6F-8A08-E4697EB721E9}" srcOrd="1" destOrd="0" presId="urn:microsoft.com/office/officeart/2005/8/layout/hierarchy3"/>
    <dgm:cxn modelId="{DE385721-F33E-41EC-B881-9FE2D08133FD}" srcId="{6A9EC466-1FB1-4F81-86E4-E5064BD83107}" destId="{07EE115D-3273-4D39-9C8E-A8786DCA9BFA}" srcOrd="0" destOrd="0" parTransId="{862956C5-5913-4479-86D8-3D687E503FE8}" sibTransId="{6CD82B2F-8600-4238-A128-1A1190CCA02B}"/>
    <dgm:cxn modelId="{0DE96334-8BCC-4472-8159-1E4143C54D88}" srcId="{55C399EE-83FC-4895-95F0-0C621ABFC8F0}" destId="{3462DE31-1E1E-453A-85FB-6B8DA6B6CF8E}" srcOrd="1" destOrd="0" parTransId="{98478D2A-C770-4006-84F4-9F01A02B472E}" sibTransId="{CF814BE2-FE85-429A-9AEE-DE675EB2F9EF}"/>
    <dgm:cxn modelId="{82F01C3B-0734-4129-AC51-47E5BDFDA990}" srcId="{382E8E9A-AF8D-4574-9555-E91F2B0FDFD4}" destId="{1BBDD2DE-C33A-4EB7-B5C5-A7F5704B00D6}" srcOrd="0" destOrd="0" parTransId="{F4AE95D8-4AC2-4E11-B9CE-6FDE73474D26}" sibTransId="{0F5A3863-F02A-4E66-8805-53BC41061B5E}"/>
    <dgm:cxn modelId="{D75A9C3F-958E-4610-A447-046657BD1A2A}" type="presOf" srcId="{3E1D73C2-7262-4B19-BA3C-D56AB1251EE1}" destId="{92331B8E-451C-4DE1-96F5-8156D67E7022}" srcOrd="0" destOrd="0" presId="urn:microsoft.com/office/officeart/2005/8/layout/hierarchy3"/>
    <dgm:cxn modelId="{8AA91F5D-1D65-4E08-84A2-FB218EC889C9}" type="presOf" srcId="{55C399EE-83FC-4895-95F0-0C621ABFC8F0}" destId="{0D530BF9-D14B-4354-BBAA-CD1BDCF669F2}" srcOrd="0" destOrd="0" presId="urn:microsoft.com/office/officeart/2005/8/layout/hierarchy3"/>
    <dgm:cxn modelId="{1C700C61-387A-4C79-A47D-F285BD6D1C2A}" srcId="{6A9EC466-1FB1-4F81-86E4-E5064BD83107}" destId="{F7C2DC38-DF39-4AEB-84F4-3FA2C061DA4A}" srcOrd="3" destOrd="0" parTransId="{18222A0F-A081-4FE0-AF03-7165EF1AE496}" sibTransId="{5772FCC1-2D35-4DD3-92CF-D04075668926}"/>
    <dgm:cxn modelId="{782B8F64-1BD2-47AD-B5C7-0F19A60F6CE7}" type="presOf" srcId="{4A48766C-3DF5-4C44-A605-D9A2679CA786}" destId="{D6576675-5888-42A8-AEB9-BCB2DD23D673}" srcOrd="0" destOrd="0" presId="urn:microsoft.com/office/officeart/2005/8/layout/hierarchy3"/>
    <dgm:cxn modelId="{79DFD444-B6F0-4F87-9C1D-3D83E790DFF4}" type="presOf" srcId="{4B4C273F-8851-4F76-B2EC-752CA64DCABF}" destId="{2C6CEFB8-5B88-4269-AB79-A44F03CDB37B}" srcOrd="0" destOrd="0" presId="urn:microsoft.com/office/officeart/2005/8/layout/hierarchy3"/>
    <dgm:cxn modelId="{3AC5A56A-70F9-4778-B418-F214341AF54F}" type="presOf" srcId="{862956C5-5913-4479-86D8-3D687E503FE8}" destId="{62D0EEB2-7403-4197-893F-C4E380220341}" srcOrd="0" destOrd="0" presId="urn:microsoft.com/office/officeart/2005/8/layout/hierarchy3"/>
    <dgm:cxn modelId="{D7D3124B-E27A-4AF0-8F6A-E305E6D3C9E9}" type="presOf" srcId="{6BCA0E4E-F096-4122-88E0-7578995A4393}" destId="{4AF73A30-762D-49E1-B7BD-8CFCEC748EC6}" srcOrd="0" destOrd="0" presId="urn:microsoft.com/office/officeart/2005/8/layout/hierarchy3"/>
    <dgm:cxn modelId="{FA6FA46B-9350-4E0B-8C30-1CEE99A746F9}" type="presOf" srcId="{00F91071-2696-417C-8D18-81100FBD66B0}" destId="{5B053593-003C-401F-8019-557B9439619F}" srcOrd="0" destOrd="0" presId="urn:microsoft.com/office/officeart/2005/8/layout/hierarchy3"/>
    <dgm:cxn modelId="{B3B2B76D-1F2E-487E-84AE-25D5464C390F}" srcId="{5720BF58-7D38-4775-9F9A-E770115AF6C2}" destId="{CB82CC84-7A01-4458-9BF2-26E5FE0AA1E3}" srcOrd="0" destOrd="0" parTransId="{D34E41FE-A5A1-4151-B13F-534B73246394}" sibTransId="{8BD7ED85-91F2-424A-B733-22C988DF042B}"/>
    <dgm:cxn modelId="{2CF8344E-3864-4B1B-B315-2F00DD7516AF}" type="presOf" srcId="{825C46F3-9136-46AD-B528-EB3E49EA9D48}" destId="{758B6DD3-6EA6-41DE-ADFF-682B4416A1FD}" srcOrd="0" destOrd="0" presId="urn:microsoft.com/office/officeart/2005/8/layout/hierarchy3"/>
    <dgm:cxn modelId="{CE1CAD50-F3A2-4D07-83D7-D87EBA08C5FC}" srcId="{382E8E9A-AF8D-4574-9555-E91F2B0FDFD4}" destId="{4A48766C-3DF5-4C44-A605-D9A2679CA786}" srcOrd="1" destOrd="0" parTransId="{BA1DAAEA-BFB6-4EA8-9D64-D75B2367E26C}" sibTransId="{FB4B76CD-C3BB-44B5-A2F1-3473F6DDCD7A}"/>
    <dgm:cxn modelId="{B3EE7E52-0A9D-4C9E-8809-CE2EA0D83591}" srcId="{1B651A8D-5D05-42AF-BC9B-C1C136929AD8}" destId="{382E8E9A-AF8D-4574-9555-E91F2B0FDFD4}" srcOrd="1" destOrd="0" parTransId="{2991F32C-1158-4FD4-8416-606B3DD58057}" sibTransId="{FCB27EC3-8371-45ED-AB53-B93D1BAB0AE9}"/>
    <dgm:cxn modelId="{43DE3953-2BA5-44C7-B459-4A402956A499}" type="presOf" srcId="{D34E41FE-A5A1-4151-B13F-534B73246394}" destId="{334F31B2-81E0-4064-B800-280BA4D16B1F}" srcOrd="0" destOrd="0" presId="urn:microsoft.com/office/officeart/2005/8/layout/hierarchy3"/>
    <dgm:cxn modelId="{DE949576-423D-4BC2-9796-4B49158BFA80}" type="presOf" srcId="{D0502DBF-6FDA-4303-A785-9C63504102DE}" destId="{5513A41E-BDA1-48AD-A83B-46DC7D3CE459}" srcOrd="0" destOrd="0" presId="urn:microsoft.com/office/officeart/2005/8/layout/hierarchy3"/>
    <dgm:cxn modelId="{2CA6A056-0514-4032-9527-3D3F0A42639E}" type="presOf" srcId="{1BBDD2DE-C33A-4EB7-B5C5-A7F5704B00D6}" destId="{D662D6EE-E316-4338-9600-E234AF058540}" srcOrd="0" destOrd="0" presId="urn:microsoft.com/office/officeart/2005/8/layout/hierarchy3"/>
    <dgm:cxn modelId="{152BA956-C6B1-425E-B96A-1CABA92E3C66}" srcId="{55C399EE-83FC-4895-95F0-0C621ABFC8F0}" destId="{81188C88-6FC4-4F35-9A9D-49DDD12A7DFB}" srcOrd="0" destOrd="0" parTransId="{D0502DBF-6FDA-4303-A785-9C63504102DE}" sibTransId="{F48BEC87-8344-44BD-B16B-DA2E12979F8A}"/>
    <dgm:cxn modelId="{BE59B556-3D93-4CA5-802C-EA048D828958}" type="presOf" srcId="{382E8E9A-AF8D-4574-9555-E91F2B0FDFD4}" destId="{7EF4B9AB-C673-4138-8E2C-571F0C8010E3}" srcOrd="1" destOrd="0" presId="urn:microsoft.com/office/officeart/2005/8/layout/hierarchy3"/>
    <dgm:cxn modelId="{5B1E7377-B86C-443F-B19A-1594067891E8}" type="presOf" srcId="{F7C2DC38-DF39-4AEB-84F4-3FA2C061DA4A}" destId="{4C3092EA-8289-47C0-969C-173B1C3A209D}" srcOrd="0" destOrd="0" presId="urn:microsoft.com/office/officeart/2005/8/layout/hierarchy3"/>
    <dgm:cxn modelId="{6599AB77-7B79-4E04-A76E-5683CCE84AA0}" type="presOf" srcId="{2915B044-F3DD-42E3-9D6C-F1082FB2E910}" destId="{0B0AAF17-57DE-428D-ADCA-5FE9A739FEF2}" srcOrd="0" destOrd="0" presId="urn:microsoft.com/office/officeart/2005/8/layout/hierarchy3"/>
    <dgm:cxn modelId="{6E17F857-D14D-441F-ACA4-3C88C97E5FA0}" type="presOf" srcId="{F4AB2D1A-47F2-4668-B66E-FFE3F644D472}" destId="{2DCD28A8-0C61-4301-8C34-48648A290F33}" srcOrd="0" destOrd="0" presId="urn:microsoft.com/office/officeart/2005/8/layout/hierarchy3"/>
    <dgm:cxn modelId="{7CBA0B82-C232-4145-99B8-770063CC6E27}" srcId="{6A9EC466-1FB1-4F81-86E4-E5064BD83107}" destId="{1DCAF11F-F9B0-48A5-88B3-DC49FE00F563}" srcOrd="1" destOrd="0" parTransId="{5FBB8151-AE94-43F2-B78B-E97C8799D0D0}" sibTransId="{7C0DC2D4-2155-4FBE-8BA8-24ACB66C53E3}"/>
    <dgm:cxn modelId="{24B14C8A-C7FF-4061-A90F-72EA42F385FE}" type="presOf" srcId="{D00ED88B-D1FB-4E4A-A94E-5B0989EE80DE}" destId="{C58E6A71-623C-4FF7-B259-A9D84E4E1E10}" srcOrd="0" destOrd="0" presId="urn:microsoft.com/office/officeart/2005/8/layout/hierarchy3"/>
    <dgm:cxn modelId="{9B09BB8E-C94D-4401-98DF-C66169B5DC30}" type="presOf" srcId="{5FBB8151-AE94-43F2-B78B-E97C8799D0D0}" destId="{D229FB14-9A4C-4427-8DC3-B81C2B807AE0}" srcOrd="0" destOrd="0" presId="urn:microsoft.com/office/officeart/2005/8/layout/hierarchy3"/>
    <dgm:cxn modelId="{9190DD98-A5E2-4106-8D26-FE4F2E273A21}" type="presOf" srcId="{27F88C12-8300-4B52-B448-12BD9916D28A}" destId="{D3AC0D1A-E8EF-4702-9320-E5455291E01F}" srcOrd="0" destOrd="0" presId="urn:microsoft.com/office/officeart/2005/8/layout/hierarchy3"/>
    <dgm:cxn modelId="{B269169E-A3B3-4E41-AB60-300137FA1248}" srcId="{1B651A8D-5D05-42AF-BC9B-C1C136929AD8}" destId="{6A9EC466-1FB1-4F81-86E4-E5064BD83107}" srcOrd="3" destOrd="0" parTransId="{EC691084-0185-44CA-ABA7-CA99A2ECC5E5}" sibTransId="{91FC6954-8622-4C0B-8D8D-BCE4DC9A2524}"/>
    <dgm:cxn modelId="{9851BBAA-7806-469D-8A6E-51A5763A1772}" type="presOf" srcId="{D9B720AD-B39E-420A-9F27-A6B7D166ABE0}" destId="{01D4AB74-99A7-4B8C-BD2A-D007818BF580}" srcOrd="0" destOrd="0" presId="urn:microsoft.com/office/officeart/2005/8/layout/hierarchy3"/>
    <dgm:cxn modelId="{D28E1FB3-1F77-48CE-AC6F-0AA09FD21D5F}" type="presOf" srcId="{382E8E9A-AF8D-4574-9555-E91F2B0FDFD4}" destId="{8911FF8E-98ED-4980-80DE-0EC35E6881F5}" srcOrd="0" destOrd="0" presId="urn:microsoft.com/office/officeart/2005/8/layout/hierarchy3"/>
    <dgm:cxn modelId="{61E41AB8-11CE-4564-B8BF-43F5A51E371A}" type="presOf" srcId="{CB82CC84-7A01-4458-9BF2-26E5FE0AA1E3}" destId="{CC39FBCD-1E14-419B-973C-E80560C8E0D6}" srcOrd="0" destOrd="0" presId="urn:microsoft.com/office/officeart/2005/8/layout/hierarchy3"/>
    <dgm:cxn modelId="{94B08EC8-338E-444F-BE26-A6B79DDAB14E}" type="presOf" srcId="{1B651A8D-5D05-42AF-BC9B-C1C136929AD8}" destId="{FE46291A-A0BB-45AF-91C1-01E4158B14A0}" srcOrd="0" destOrd="0" presId="urn:microsoft.com/office/officeart/2005/8/layout/hierarchy3"/>
    <dgm:cxn modelId="{1F67EAC9-CE29-4287-9035-C732461B8C8E}" srcId="{5720BF58-7D38-4775-9F9A-E770115AF6C2}" destId="{00F91071-2696-417C-8D18-81100FBD66B0}" srcOrd="1" destOrd="0" parTransId="{27F88C12-8300-4B52-B448-12BD9916D28A}" sibTransId="{02FF33BA-263C-429C-B1B8-DE9B557660F4}"/>
    <dgm:cxn modelId="{5D53F8CB-80A9-4E48-9068-88F64E944ADC}" type="presOf" srcId="{2E162005-7514-4B6B-B327-CC631379DDFD}" destId="{583A7816-7363-4123-A4F2-B648CEB78AAF}" srcOrd="0" destOrd="0" presId="urn:microsoft.com/office/officeart/2005/8/layout/hierarchy3"/>
    <dgm:cxn modelId="{BA603CCD-0A53-495E-8144-A33347DBDFBB}" type="presOf" srcId="{18222A0F-A081-4FE0-AF03-7165EF1AE496}" destId="{6F154A90-C5B6-437E-9CD5-000BEC1F2A38}" srcOrd="0" destOrd="0" presId="urn:microsoft.com/office/officeart/2005/8/layout/hierarchy3"/>
    <dgm:cxn modelId="{FDAA1DCE-FA06-449C-9A35-6216CA443761}" type="presOf" srcId="{2ECBE8BC-0CD3-4D49-BB70-DE22148DABB1}" destId="{2543CA19-BE45-4A84-AD00-0B39EC59B250}" srcOrd="0" destOrd="0" presId="urn:microsoft.com/office/officeart/2005/8/layout/hierarchy3"/>
    <dgm:cxn modelId="{9603D0D0-0B2A-4502-B2B7-6751F4C05EBD}" type="presOf" srcId="{3462DE31-1E1E-453A-85FB-6B8DA6B6CF8E}" destId="{456FC2AD-661C-4A3F-AC2E-17E9AFFE9625}" srcOrd="0" destOrd="0" presId="urn:microsoft.com/office/officeart/2005/8/layout/hierarchy3"/>
    <dgm:cxn modelId="{8707D4D2-71BA-4B14-ADD9-9D1093A20E24}" type="presOf" srcId="{6A9EC466-1FB1-4F81-86E4-E5064BD83107}" destId="{40103C75-FABE-4F96-931A-BE0BF4F5919A}" srcOrd="0" destOrd="0" presId="urn:microsoft.com/office/officeart/2005/8/layout/hierarchy3"/>
    <dgm:cxn modelId="{2247A0D3-25A5-424F-91C0-30988AB445E7}" srcId="{382E8E9A-AF8D-4574-9555-E91F2B0FDFD4}" destId="{2E162005-7514-4B6B-B327-CC631379DDFD}" srcOrd="2" destOrd="0" parTransId="{D00ED88B-D1FB-4E4A-A94E-5B0989EE80DE}" sibTransId="{0043E693-357B-42ED-BD9D-2923CA698222}"/>
    <dgm:cxn modelId="{994FDBE7-8E00-4595-93A2-6D49A389F787}" type="presOf" srcId="{1DCAF11F-F9B0-48A5-88B3-DC49FE00F563}" destId="{491ABA40-2FD9-457A-9B7C-6B60B8B0CC43}" srcOrd="0" destOrd="0" presId="urn:microsoft.com/office/officeart/2005/8/layout/hierarchy3"/>
    <dgm:cxn modelId="{09136CF0-FA8E-41A0-9198-6504EC75345A}" srcId="{1B651A8D-5D05-42AF-BC9B-C1C136929AD8}" destId="{5720BF58-7D38-4775-9F9A-E770115AF6C2}" srcOrd="0" destOrd="0" parTransId="{16A5D933-B641-4FBB-AAFB-66BF9680A12D}" sibTransId="{EDB50BA3-114C-465E-8304-E11EB4AC18C5}"/>
    <dgm:cxn modelId="{BF2F22F1-3294-4087-9B86-66DAE45A173D}" type="presOf" srcId="{BA1DAAEA-BFB6-4EA8-9D64-D75B2367E26C}" destId="{1B20A9BA-4BF1-432B-8D6A-8AFA16E3EAE4}" srcOrd="0" destOrd="0" presId="urn:microsoft.com/office/officeart/2005/8/layout/hierarchy3"/>
    <dgm:cxn modelId="{DE57C1F1-0898-4FB1-8FED-5A656CF605C2}" srcId="{1B651A8D-5D05-42AF-BC9B-C1C136929AD8}" destId="{55C399EE-83FC-4895-95F0-0C621ABFC8F0}" srcOrd="2" destOrd="0" parTransId="{500E0345-A212-4857-8F24-236E088C73A2}" sibTransId="{B574EBBC-3332-4301-A5C6-3D2F3FA2686A}"/>
    <dgm:cxn modelId="{7EB67BFB-C560-4129-864B-CC8062920C23}" srcId="{382E8E9A-AF8D-4574-9555-E91F2B0FDFD4}" destId="{D9B720AD-B39E-420A-9F27-A6B7D166ABE0}" srcOrd="3" destOrd="0" parTransId="{2ECBE8BC-0CD3-4D49-BB70-DE22148DABB1}" sibTransId="{54A6847D-1FB2-4D47-AD13-9470CD97F390}"/>
    <dgm:cxn modelId="{6D1BFDFB-3BAA-4369-8408-FDB804FD5CDE}" srcId="{6A9EC466-1FB1-4F81-86E4-E5064BD83107}" destId="{4B4C273F-8851-4F76-B2EC-752CA64DCABF}" srcOrd="2" destOrd="0" parTransId="{F4AB2D1A-47F2-4668-B66E-FFE3F644D472}" sibTransId="{9DDE4834-B3E3-4364-AFC2-5DDEFF1EACFD}"/>
    <dgm:cxn modelId="{D9B16CFE-B610-4128-A41F-A8C6A005BA98}" type="presOf" srcId="{98478D2A-C770-4006-84F4-9F01A02B472E}" destId="{1B4C58D4-52F1-4913-A4B5-2FD9EF3D6B5B}" srcOrd="0" destOrd="0" presId="urn:microsoft.com/office/officeart/2005/8/layout/hierarchy3"/>
    <dgm:cxn modelId="{4A0A7AFF-3670-4F57-8106-D5B76E77C22E}" type="presOf" srcId="{81188C88-6FC4-4F35-9A9D-49DDD12A7DFB}" destId="{65A3EC42-A1AF-458F-90C3-CEFBB0BE6354}" srcOrd="0" destOrd="0" presId="urn:microsoft.com/office/officeart/2005/8/layout/hierarchy3"/>
    <dgm:cxn modelId="{015CC0C7-B026-461C-978A-1086D2F1CC2C}" type="presParOf" srcId="{FE46291A-A0BB-45AF-91C1-01E4158B14A0}" destId="{2CA9BD72-C58E-43A8-A48A-9B50369AAEED}" srcOrd="0" destOrd="0" presId="urn:microsoft.com/office/officeart/2005/8/layout/hierarchy3"/>
    <dgm:cxn modelId="{668C203C-064B-47A3-9BC6-7D547D7A1C5F}" type="presParOf" srcId="{2CA9BD72-C58E-43A8-A48A-9B50369AAEED}" destId="{43EEF34E-B382-48B5-83A6-148E5C545A10}" srcOrd="0" destOrd="0" presId="urn:microsoft.com/office/officeart/2005/8/layout/hierarchy3"/>
    <dgm:cxn modelId="{75FC52E9-2A72-4F9B-9823-F826E04ABF50}" type="presParOf" srcId="{43EEF34E-B382-48B5-83A6-148E5C545A10}" destId="{80127E78-5457-4242-9509-3BEE4E15BFF1}" srcOrd="0" destOrd="0" presId="urn:microsoft.com/office/officeart/2005/8/layout/hierarchy3"/>
    <dgm:cxn modelId="{2C80A88B-71EA-44C4-8467-C88E5EC7C913}" type="presParOf" srcId="{43EEF34E-B382-48B5-83A6-148E5C545A10}" destId="{EEC5A598-3A81-4F6F-8A08-E4697EB721E9}" srcOrd="1" destOrd="0" presId="urn:microsoft.com/office/officeart/2005/8/layout/hierarchy3"/>
    <dgm:cxn modelId="{131111C3-EA23-4D6E-A01C-2A7736DB9070}" type="presParOf" srcId="{2CA9BD72-C58E-43A8-A48A-9B50369AAEED}" destId="{0DEB5BC9-607D-4867-B5A6-64876549A655}" srcOrd="1" destOrd="0" presId="urn:microsoft.com/office/officeart/2005/8/layout/hierarchy3"/>
    <dgm:cxn modelId="{1A4D114F-6462-4DA2-95ED-4E3A2B9BE928}" type="presParOf" srcId="{0DEB5BC9-607D-4867-B5A6-64876549A655}" destId="{334F31B2-81E0-4064-B800-280BA4D16B1F}" srcOrd="0" destOrd="0" presId="urn:microsoft.com/office/officeart/2005/8/layout/hierarchy3"/>
    <dgm:cxn modelId="{50264D7F-1630-4B7B-80F6-0396AFC496C8}" type="presParOf" srcId="{0DEB5BC9-607D-4867-B5A6-64876549A655}" destId="{CC39FBCD-1E14-419B-973C-E80560C8E0D6}" srcOrd="1" destOrd="0" presId="urn:microsoft.com/office/officeart/2005/8/layout/hierarchy3"/>
    <dgm:cxn modelId="{55E6AAAB-E4C2-4FA1-B670-C3D6ED35CDF5}" type="presParOf" srcId="{0DEB5BC9-607D-4867-B5A6-64876549A655}" destId="{D3AC0D1A-E8EF-4702-9320-E5455291E01F}" srcOrd="2" destOrd="0" presId="urn:microsoft.com/office/officeart/2005/8/layout/hierarchy3"/>
    <dgm:cxn modelId="{26C56F1B-EE20-4D89-AAA5-915648C5F9C6}" type="presParOf" srcId="{0DEB5BC9-607D-4867-B5A6-64876549A655}" destId="{5B053593-003C-401F-8019-557B9439619F}" srcOrd="3" destOrd="0" presId="urn:microsoft.com/office/officeart/2005/8/layout/hierarchy3"/>
    <dgm:cxn modelId="{1AA8DAB0-6B22-44BB-B78B-0230D44CAAC3}" type="presParOf" srcId="{FE46291A-A0BB-45AF-91C1-01E4158B14A0}" destId="{E7AD9CFC-3375-4EA0-A6D3-15E9960E251B}" srcOrd="1" destOrd="0" presId="urn:microsoft.com/office/officeart/2005/8/layout/hierarchy3"/>
    <dgm:cxn modelId="{88468AA9-7EF7-4E90-AFBA-29B237AE2067}" type="presParOf" srcId="{E7AD9CFC-3375-4EA0-A6D3-15E9960E251B}" destId="{8537EF13-332E-4C42-9F26-814F54DB5D8D}" srcOrd="0" destOrd="0" presId="urn:microsoft.com/office/officeart/2005/8/layout/hierarchy3"/>
    <dgm:cxn modelId="{086FF5BD-9C22-4E97-ADCE-E6A826637BCF}" type="presParOf" srcId="{8537EF13-332E-4C42-9F26-814F54DB5D8D}" destId="{8911FF8E-98ED-4980-80DE-0EC35E6881F5}" srcOrd="0" destOrd="0" presId="urn:microsoft.com/office/officeart/2005/8/layout/hierarchy3"/>
    <dgm:cxn modelId="{4D0E6651-6F90-445D-9788-90C0840560C0}" type="presParOf" srcId="{8537EF13-332E-4C42-9F26-814F54DB5D8D}" destId="{7EF4B9AB-C673-4138-8E2C-571F0C8010E3}" srcOrd="1" destOrd="0" presId="urn:microsoft.com/office/officeart/2005/8/layout/hierarchy3"/>
    <dgm:cxn modelId="{96BF7994-9469-4107-89DE-76D44F9E6828}" type="presParOf" srcId="{E7AD9CFC-3375-4EA0-A6D3-15E9960E251B}" destId="{EBFBB58E-46FC-4E5C-9567-299B13BC26EC}" srcOrd="1" destOrd="0" presId="urn:microsoft.com/office/officeart/2005/8/layout/hierarchy3"/>
    <dgm:cxn modelId="{E548F56D-3C8A-4FD6-88C9-E1997ACB6484}" type="presParOf" srcId="{EBFBB58E-46FC-4E5C-9567-299B13BC26EC}" destId="{89ED0F36-DD17-4B80-A304-E8A3A3209887}" srcOrd="0" destOrd="0" presId="urn:microsoft.com/office/officeart/2005/8/layout/hierarchy3"/>
    <dgm:cxn modelId="{B09C6242-4C9C-4746-9BCE-BFF62D2AE33E}" type="presParOf" srcId="{EBFBB58E-46FC-4E5C-9567-299B13BC26EC}" destId="{D662D6EE-E316-4338-9600-E234AF058540}" srcOrd="1" destOrd="0" presId="urn:microsoft.com/office/officeart/2005/8/layout/hierarchy3"/>
    <dgm:cxn modelId="{F98F60FF-9A2D-4D82-8526-B34F72FDCBE1}" type="presParOf" srcId="{EBFBB58E-46FC-4E5C-9567-299B13BC26EC}" destId="{1B20A9BA-4BF1-432B-8D6A-8AFA16E3EAE4}" srcOrd="2" destOrd="0" presId="urn:microsoft.com/office/officeart/2005/8/layout/hierarchy3"/>
    <dgm:cxn modelId="{A6D32C74-F228-4540-9C23-FE462DCA14A5}" type="presParOf" srcId="{EBFBB58E-46FC-4E5C-9567-299B13BC26EC}" destId="{D6576675-5888-42A8-AEB9-BCB2DD23D673}" srcOrd="3" destOrd="0" presId="urn:microsoft.com/office/officeart/2005/8/layout/hierarchy3"/>
    <dgm:cxn modelId="{7ACC9E6E-7655-4004-8F6E-B3AB80B8F220}" type="presParOf" srcId="{EBFBB58E-46FC-4E5C-9567-299B13BC26EC}" destId="{C58E6A71-623C-4FF7-B259-A9D84E4E1E10}" srcOrd="4" destOrd="0" presId="urn:microsoft.com/office/officeart/2005/8/layout/hierarchy3"/>
    <dgm:cxn modelId="{FE54DEEB-626F-4C65-854F-8B6156F9FB02}" type="presParOf" srcId="{EBFBB58E-46FC-4E5C-9567-299B13BC26EC}" destId="{583A7816-7363-4123-A4F2-B648CEB78AAF}" srcOrd="5" destOrd="0" presId="urn:microsoft.com/office/officeart/2005/8/layout/hierarchy3"/>
    <dgm:cxn modelId="{0EEDF1B0-49A8-4117-B01B-C002479D970E}" type="presParOf" srcId="{EBFBB58E-46FC-4E5C-9567-299B13BC26EC}" destId="{2543CA19-BE45-4A84-AD00-0B39EC59B250}" srcOrd="6" destOrd="0" presId="urn:microsoft.com/office/officeart/2005/8/layout/hierarchy3"/>
    <dgm:cxn modelId="{5C72763F-B1E9-46EE-BA00-18A8184A081F}" type="presParOf" srcId="{EBFBB58E-46FC-4E5C-9567-299B13BC26EC}" destId="{01D4AB74-99A7-4B8C-BD2A-D007818BF580}" srcOrd="7" destOrd="0" presId="urn:microsoft.com/office/officeart/2005/8/layout/hierarchy3"/>
    <dgm:cxn modelId="{FA6EDB91-738C-4187-AC9B-067A6EF0AD70}" type="presParOf" srcId="{FE46291A-A0BB-45AF-91C1-01E4158B14A0}" destId="{F706AAFC-16B9-4C79-86FF-57B73A2D9CE7}" srcOrd="2" destOrd="0" presId="urn:microsoft.com/office/officeart/2005/8/layout/hierarchy3"/>
    <dgm:cxn modelId="{F2ED7593-29AC-4064-A1D4-AA9AE59F92AF}" type="presParOf" srcId="{F706AAFC-16B9-4C79-86FF-57B73A2D9CE7}" destId="{420377FF-944C-4034-92DA-9A54B54F94E3}" srcOrd="0" destOrd="0" presId="urn:microsoft.com/office/officeart/2005/8/layout/hierarchy3"/>
    <dgm:cxn modelId="{A6BA6458-EADB-4E3B-91F7-0E51A3220C06}" type="presParOf" srcId="{420377FF-944C-4034-92DA-9A54B54F94E3}" destId="{0D530BF9-D14B-4354-BBAA-CD1BDCF669F2}" srcOrd="0" destOrd="0" presId="urn:microsoft.com/office/officeart/2005/8/layout/hierarchy3"/>
    <dgm:cxn modelId="{57361422-47AE-4F1F-9246-84E86B8CB043}" type="presParOf" srcId="{420377FF-944C-4034-92DA-9A54B54F94E3}" destId="{8F26596F-1BBC-4D53-99FB-D9850EFAC42A}" srcOrd="1" destOrd="0" presId="urn:microsoft.com/office/officeart/2005/8/layout/hierarchy3"/>
    <dgm:cxn modelId="{173F9B8C-C44D-4E65-8E17-0ABCFA5A4392}" type="presParOf" srcId="{F706AAFC-16B9-4C79-86FF-57B73A2D9CE7}" destId="{EC923DEC-A68B-42F2-AA53-6CA6E0A94202}" srcOrd="1" destOrd="0" presId="urn:microsoft.com/office/officeart/2005/8/layout/hierarchy3"/>
    <dgm:cxn modelId="{A2AA0A3D-35F9-43E2-8820-B06331DA9CC8}" type="presParOf" srcId="{EC923DEC-A68B-42F2-AA53-6CA6E0A94202}" destId="{5513A41E-BDA1-48AD-A83B-46DC7D3CE459}" srcOrd="0" destOrd="0" presId="urn:microsoft.com/office/officeart/2005/8/layout/hierarchy3"/>
    <dgm:cxn modelId="{59413BA6-443F-4910-B6B4-DF6D6DFCC119}" type="presParOf" srcId="{EC923DEC-A68B-42F2-AA53-6CA6E0A94202}" destId="{65A3EC42-A1AF-458F-90C3-CEFBB0BE6354}" srcOrd="1" destOrd="0" presId="urn:microsoft.com/office/officeart/2005/8/layout/hierarchy3"/>
    <dgm:cxn modelId="{805A9903-E69C-4D43-9431-43BE82771583}" type="presParOf" srcId="{EC923DEC-A68B-42F2-AA53-6CA6E0A94202}" destId="{1B4C58D4-52F1-4913-A4B5-2FD9EF3D6B5B}" srcOrd="2" destOrd="0" presId="urn:microsoft.com/office/officeart/2005/8/layout/hierarchy3"/>
    <dgm:cxn modelId="{2E20309E-BB54-41BA-8C5E-BBAEBFEF0316}" type="presParOf" srcId="{EC923DEC-A68B-42F2-AA53-6CA6E0A94202}" destId="{456FC2AD-661C-4A3F-AC2E-17E9AFFE9625}" srcOrd="3" destOrd="0" presId="urn:microsoft.com/office/officeart/2005/8/layout/hierarchy3"/>
    <dgm:cxn modelId="{E29B8167-D446-41AD-8C1C-79F9CD88AF43}" type="presParOf" srcId="{EC923DEC-A68B-42F2-AA53-6CA6E0A94202}" destId="{92331B8E-451C-4DE1-96F5-8156D67E7022}" srcOrd="4" destOrd="0" presId="urn:microsoft.com/office/officeart/2005/8/layout/hierarchy3"/>
    <dgm:cxn modelId="{7332E248-D4A8-47EC-8DE6-9B5762360C80}" type="presParOf" srcId="{EC923DEC-A68B-42F2-AA53-6CA6E0A94202}" destId="{758B6DD3-6EA6-41DE-ADFF-682B4416A1FD}" srcOrd="5" destOrd="0" presId="urn:microsoft.com/office/officeart/2005/8/layout/hierarchy3"/>
    <dgm:cxn modelId="{8C5E5BF9-284C-417E-81B6-CB455D0F92A1}" type="presParOf" srcId="{EC923DEC-A68B-42F2-AA53-6CA6E0A94202}" destId="{0B0AAF17-57DE-428D-ADCA-5FE9A739FEF2}" srcOrd="6" destOrd="0" presId="urn:microsoft.com/office/officeart/2005/8/layout/hierarchy3"/>
    <dgm:cxn modelId="{2F536287-47AF-484F-8648-59494D380BD9}" type="presParOf" srcId="{EC923DEC-A68B-42F2-AA53-6CA6E0A94202}" destId="{4AF73A30-762D-49E1-B7BD-8CFCEC748EC6}" srcOrd="7" destOrd="0" presId="urn:microsoft.com/office/officeart/2005/8/layout/hierarchy3"/>
    <dgm:cxn modelId="{907B8EA8-3284-4D33-9F8B-C78B80EA6DA4}" type="presParOf" srcId="{FE46291A-A0BB-45AF-91C1-01E4158B14A0}" destId="{06E78D5B-5930-403D-A10A-CDB2418DBEC6}" srcOrd="3" destOrd="0" presId="urn:microsoft.com/office/officeart/2005/8/layout/hierarchy3"/>
    <dgm:cxn modelId="{FAC7CD15-1397-467B-B6AE-5241F5E61427}" type="presParOf" srcId="{06E78D5B-5930-403D-A10A-CDB2418DBEC6}" destId="{29A2565E-F912-4249-9D10-E8372ED18EF9}" srcOrd="0" destOrd="0" presId="urn:microsoft.com/office/officeart/2005/8/layout/hierarchy3"/>
    <dgm:cxn modelId="{F1BD6D5C-FED5-414E-9876-42DBD67822F4}" type="presParOf" srcId="{29A2565E-F912-4249-9D10-E8372ED18EF9}" destId="{40103C75-FABE-4F96-931A-BE0BF4F5919A}" srcOrd="0" destOrd="0" presId="urn:microsoft.com/office/officeart/2005/8/layout/hierarchy3"/>
    <dgm:cxn modelId="{3A29155F-E9F7-4D3E-82EB-066BC2AB90FB}" type="presParOf" srcId="{29A2565E-F912-4249-9D10-E8372ED18EF9}" destId="{1CB8E026-B61D-4A4F-A98C-86CF36E3CB20}" srcOrd="1" destOrd="0" presId="urn:microsoft.com/office/officeart/2005/8/layout/hierarchy3"/>
    <dgm:cxn modelId="{1A7BDEFD-CEB1-4CD5-9FEB-DB0F754D02DE}" type="presParOf" srcId="{06E78D5B-5930-403D-A10A-CDB2418DBEC6}" destId="{ABEF181B-AE44-4EEC-813E-24D95A00CB0F}" srcOrd="1" destOrd="0" presId="urn:microsoft.com/office/officeart/2005/8/layout/hierarchy3"/>
    <dgm:cxn modelId="{DE6CEF8E-7633-472C-BB25-18667D53D14F}" type="presParOf" srcId="{ABEF181B-AE44-4EEC-813E-24D95A00CB0F}" destId="{62D0EEB2-7403-4197-893F-C4E380220341}" srcOrd="0" destOrd="0" presId="urn:microsoft.com/office/officeart/2005/8/layout/hierarchy3"/>
    <dgm:cxn modelId="{2D32CFE6-5455-4A97-8658-26CF107D4561}" type="presParOf" srcId="{ABEF181B-AE44-4EEC-813E-24D95A00CB0F}" destId="{2FE61C90-2791-454D-8DDA-FE37D5301D53}" srcOrd="1" destOrd="0" presId="urn:microsoft.com/office/officeart/2005/8/layout/hierarchy3"/>
    <dgm:cxn modelId="{07978EC2-6183-4A45-958D-247ED1BC28AA}" type="presParOf" srcId="{ABEF181B-AE44-4EEC-813E-24D95A00CB0F}" destId="{D229FB14-9A4C-4427-8DC3-B81C2B807AE0}" srcOrd="2" destOrd="0" presId="urn:microsoft.com/office/officeart/2005/8/layout/hierarchy3"/>
    <dgm:cxn modelId="{7BFAC0F0-A9AD-4E8B-9DBB-BBAC436F1888}" type="presParOf" srcId="{ABEF181B-AE44-4EEC-813E-24D95A00CB0F}" destId="{491ABA40-2FD9-457A-9B7C-6B60B8B0CC43}" srcOrd="3" destOrd="0" presId="urn:microsoft.com/office/officeart/2005/8/layout/hierarchy3"/>
    <dgm:cxn modelId="{8F122D9C-F185-4648-8464-6A1221EB84BB}" type="presParOf" srcId="{ABEF181B-AE44-4EEC-813E-24D95A00CB0F}" destId="{2DCD28A8-0C61-4301-8C34-48648A290F33}" srcOrd="4" destOrd="0" presId="urn:microsoft.com/office/officeart/2005/8/layout/hierarchy3"/>
    <dgm:cxn modelId="{B21AF22C-FBC0-41CC-8BFC-B6F08B04D720}" type="presParOf" srcId="{ABEF181B-AE44-4EEC-813E-24D95A00CB0F}" destId="{2C6CEFB8-5B88-4269-AB79-A44F03CDB37B}" srcOrd="5" destOrd="0" presId="urn:microsoft.com/office/officeart/2005/8/layout/hierarchy3"/>
    <dgm:cxn modelId="{D873E16E-9630-40A4-A375-662F95F61A5C}" type="presParOf" srcId="{ABEF181B-AE44-4EEC-813E-24D95A00CB0F}" destId="{6F154A90-C5B6-437E-9CD5-000BEC1F2A38}" srcOrd="6" destOrd="0" presId="urn:microsoft.com/office/officeart/2005/8/layout/hierarchy3"/>
    <dgm:cxn modelId="{B2336AD3-A81C-4FE2-A14A-E4BD52774CF5}" type="presParOf" srcId="{ABEF181B-AE44-4EEC-813E-24D95A00CB0F}" destId="{4C3092EA-8289-47C0-969C-173B1C3A209D}" srcOrd="7"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1.xml><?xml version="1.0" encoding="utf-8"?>
<dgm:dataModel xmlns:dgm="http://schemas.openxmlformats.org/drawingml/2006/diagram" xmlns:a="http://schemas.openxmlformats.org/drawingml/2006/main">
  <dgm:ptLst>
    <dgm:pt modelId="{6767BB3F-F793-4C8E-B437-6756DAC0C5FD}"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72FFBA09-5531-4732-9A4C-6ED8FF446D62}">
      <dgm:prSet phldrT="[Text]" custT="1">
        <dgm:style>
          <a:lnRef idx="0">
            <a:schemeClr val="accent1"/>
          </a:lnRef>
          <a:fillRef idx="3">
            <a:schemeClr val="accent1"/>
          </a:fillRef>
          <a:effectRef idx="3">
            <a:schemeClr val="accent1"/>
          </a:effectRef>
          <a:fontRef idx="minor">
            <a:schemeClr val="lt1"/>
          </a:fontRef>
        </dgm:style>
      </dgm:prSet>
      <dgm:spPr/>
      <dgm:t>
        <a:bodyPr/>
        <a:lstStyle/>
        <a:p>
          <a:r>
            <a:rPr lang="en-US" sz="2800" dirty="0"/>
            <a:t>New Data</a:t>
          </a:r>
        </a:p>
      </dgm:t>
    </dgm:pt>
    <dgm:pt modelId="{0936566A-CFEE-4CA8-9A4E-421A45AD97AD}" type="parTrans" cxnId="{1E80A9F0-AE25-4469-A849-BC56D89BC089}">
      <dgm:prSet/>
      <dgm:spPr/>
      <dgm:t>
        <a:bodyPr/>
        <a:lstStyle/>
        <a:p>
          <a:endParaRPr lang="en-US"/>
        </a:p>
      </dgm:t>
    </dgm:pt>
    <dgm:pt modelId="{042817AC-8A5E-48D1-A960-E7F284F7D905}" type="sibTrans" cxnId="{1E80A9F0-AE25-4469-A849-BC56D89BC089}">
      <dgm:prSet/>
      <dgm:spPr/>
      <dgm:t>
        <a:bodyPr/>
        <a:lstStyle/>
        <a:p>
          <a:endParaRPr lang="en-US"/>
        </a:p>
      </dgm:t>
    </dgm:pt>
    <dgm:pt modelId="{67202288-3879-426D-BED8-84CB8D1B6F42}">
      <dgm:prSet phldrT="[Text]" custT="1">
        <dgm:style>
          <a:lnRef idx="0">
            <a:schemeClr val="accent6"/>
          </a:lnRef>
          <a:fillRef idx="3">
            <a:schemeClr val="accent6"/>
          </a:fillRef>
          <a:effectRef idx="3">
            <a:schemeClr val="accent6"/>
          </a:effectRef>
          <a:fontRef idx="minor">
            <a:schemeClr val="lt1"/>
          </a:fontRef>
        </dgm:style>
      </dgm:prSet>
      <dgm:spPr/>
      <dgm:t>
        <a:bodyPr/>
        <a:lstStyle/>
        <a:p>
          <a:r>
            <a:rPr lang="en-US" sz="2800" dirty="0"/>
            <a:t>Complete synonyms list</a:t>
          </a:r>
        </a:p>
      </dgm:t>
    </dgm:pt>
    <dgm:pt modelId="{6AD70458-6D8F-404A-8490-653D9934108A}" type="parTrans" cxnId="{626D0314-CD37-4CFC-8097-5C703128F8F0}">
      <dgm:prSet/>
      <dgm:spPr/>
      <dgm:t>
        <a:bodyPr/>
        <a:lstStyle/>
        <a:p>
          <a:endParaRPr lang="en-US"/>
        </a:p>
      </dgm:t>
    </dgm:pt>
    <dgm:pt modelId="{8E626334-AB22-4738-8780-55752C28A9E6}" type="sibTrans" cxnId="{626D0314-CD37-4CFC-8097-5C703128F8F0}">
      <dgm:prSet/>
      <dgm:spPr/>
      <dgm:t>
        <a:bodyPr/>
        <a:lstStyle/>
        <a:p>
          <a:endParaRPr lang="en-US"/>
        </a:p>
      </dgm:t>
    </dgm:pt>
    <dgm:pt modelId="{594B0D12-5335-40CB-8591-7950165A463D}">
      <dgm:prSet phldrT="[Text]" custT="1">
        <dgm:style>
          <a:lnRef idx="0">
            <a:schemeClr val="accent5"/>
          </a:lnRef>
          <a:fillRef idx="3">
            <a:schemeClr val="accent5"/>
          </a:fillRef>
          <a:effectRef idx="3">
            <a:schemeClr val="accent5"/>
          </a:effectRef>
          <a:fontRef idx="minor">
            <a:schemeClr val="lt1"/>
          </a:fontRef>
        </dgm:style>
      </dgm:prSet>
      <dgm:spPr/>
      <dgm:t>
        <a:bodyPr/>
        <a:lstStyle/>
        <a:p>
          <a:r>
            <a:rPr lang="en-US" sz="2800" dirty="0"/>
            <a:t>Performance with new data</a:t>
          </a:r>
        </a:p>
      </dgm:t>
    </dgm:pt>
    <dgm:pt modelId="{3EEFD6B7-BF38-4447-9CD3-07C67A632687}" type="parTrans" cxnId="{4524283F-F71D-4E21-B4F3-E6850230EA9E}">
      <dgm:prSet/>
      <dgm:spPr/>
      <dgm:t>
        <a:bodyPr/>
        <a:lstStyle/>
        <a:p>
          <a:endParaRPr lang="en-US"/>
        </a:p>
      </dgm:t>
    </dgm:pt>
    <dgm:pt modelId="{27F3C012-CD52-433C-829D-FAEE9BD9C466}" type="sibTrans" cxnId="{4524283F-F71D-4E21-B4F3-E6850230EA9E}">
      <dgm:prSet/>
      <dgm:spPr/>
      <dgm:t>
        <a:bodyPr/>
        <a:lstStyle/>
        <a:p>
          <a:endParaRPr lang="en-US"/>
        </a:p>
      </dgm:t>
    </dgm:pt>
    <dgm:pt modelId="{587151AC-55FA-4D86-AB9D-3E9A3C020545}">
      <dgm:prSet phldrT="[Text]"/>
      <dgm:spPr/>
      <dgm:t>
        <a:bodyPr/>
        <a:lstStyle/>
        <a:p>
          <a:r>
            <a:rPr lang="en-US" dirty="0"/>
            <a:t>Train data: 50248</a:t>
          </a:r>
        </a:p>
      </dgm:t>
    </dgm:pt>
    <dgm:pt modelId="{B4208832-8FB8-4E64-BD38-CB22CA20D7EE}" type="parTrans" cxnId="{7FCB9BD6-D182-4ECF-BE8D-6738C56B0B29}">
      <dgm:prSet/>
      <dgm:spPr/>
      <dgm:t>
        <a:bodyPr/>
        <a:lstStyle/>
        <a:p>
          <a:endParaRPr lang="en-US"/>
        </a:p>
      </dgm:t>
    </dgm:pt>
    <dgm:pt modelId="{2D7A2E65-132D-487C-8C37-BFD4B9FDE75A}" type="sibTrans" cxnId="{7FCB9BD6-D182-4ECF-BE8D-6738C56B0B29}">
      <dgm:prSet/>
      <dgm:spPr/>
      <dgm:t>
        <a:bodyPr/>
        <a:lstStyle/>
        <a:p>
          <a:endParaRPr lang="en-US"/>
        </a:p>
      </dgm:t>
    </dgm:pt>
    <dgm:pt modelId="{81274BAD-93F8-4EBD-89C2-FC1D93AA4FE2}">
      <dgm:prSet phldrT="[Text]"/>
      <dgm:spPr/>
      <dgm:t>
        <a:bodyPr/>
        <a:lstStyle/>
        <a:p>
          <a:r>
            <a:rPr lang="en-US" dirty="0"/>
            <a:t>Test data: 244187</a:t>
          </a:r>
        </a:p>
      </dgm:t>
    </dgm:pt>
    <dgm:pt modelId="{5B4BE620-C748-4DB3-8EB8-14019F66F645}" type="parTrans" cxnId="{0D2ABB02-ADBC-4854-B619-3D35E9C6E4E7}">
      <dgm:prSet/>
      <dgm:spPr/>
      <dgm:t>
        <a:bodyPr/>
        <a:lstStyle/>
        <a:p>
          <a:endParaRPr lang="en-US"/>
        </a:p>
      </dgm:t>
    </dgm:pt>
    <dgm:pt modelId="{3687F92F-355E-4A05-BB09-854AD8E153F1}" type="sibTrans" cxnId="{0D2ABB02-ADBC-4854-B619-3D35E9C6E4E7}">
      <dgm:prSet/>
      <dgm:spPr/>
      <dgm:t>
        <a:bodyPr/>
        <a:lstStyle/>
        <a:p>
          <a:endParaRPr lang="en-US"/>
        </a:p>
      </dgm:t>
    </dgm:pt>
    <dgm:pt modelId="{43D04FC5-99F7-473D-B94A-CFD1338986F2}">
      <dgm:prSet phldrT="[Text]"/>
      <dgm:spPr/>
      <dgm:t>
        <a:bodyPr/>
        <a:lstStyle/>
        <a:p>
          <a:r>
            <a:rPr lang="en-US" dirty="0"/>
            <a:t>Total words: 4853</a:t>
          </a:r>
        </a:p>
      </dgm:t>
    </dgm:pt>
    <dgm:pt modelId="{72A70B7B-D4CD-4D1F-87DF-DEC15B39C5A1}" type="parTrans" cxnId="{6C490E90-12F0-4CCB-87E9-E0F4F0EE5914}">
      <dgm:prSet/>
      <dgm:spPr/>
      <dgm:t>
        <a:bodyPr/>
        <a:lstStyle/>
        <a:p>
          <a:endParaRPr lang="en-US"/>
        </a:p>
      </dgm:t>
    </dgm:pt>
    <dgm:pt modelId="{668F52F4-0691-427E-BCC5-B885036D8063}" type="sibTrans" cxnId="{6C490E90-12F0-4CCB-87E9-E0F4F0EE5914}">
      <dgm:prSet/>
      <dgm:spPr/>
      <dgm:t>
        <a:bodyPr/>
        <a:lstStyle/>
        <a:p>
          <a:endParaRPr lang="en-US"/>
        </a:p>
      </dgm:t>
    </dgm:pt>
    <dgm:pt modelId="{773D1129-4B5C-4D3A-9A6D-F5D9F0A2DBB3}">
      <dgm:prSet phldrT="[Text]"/>
      <dgm:spPr/>
      <dgm:t>
        <a:bodyPr/>
        <a:lstStyle/>
        <a:p>
          <a:r>
            <a:rPr lang="en-US" dirty="0"/>
            <a:t>For </a:t>
          </a:r>
          <a:r>
            <a:rPr lang="en-US" dirty="0" err="1"/>
            <a:t>n_per_original</a:t>
          </a:r>
          <a:r>
            <a:rPr lang="en-US" dirty="0"/>
            <a:t> = 2,</a:t>
          </a:r>
        </a:p>
      </dgm:t>
    </dgm:pt>
    <dgm:pt modelId="{7E3A6A37-ECAA-4F8E-AD84-876E5FE7DC64}" type="parTrans" cxnId="{5B72AEAC-4717-4B49-A622-8ECDF6EDF0B3}">
      <dgm:prSet/>
      <dgm:spPr/>
      <dgm:t>
        <a:bodyPr/>
        <a:lstStyle/>
        <a:p>
          <a:endParaRPr lang="en-US"/>
        </a:p>
      </dgm:t>
    </dgm:pt>
    <dgm:pt modelId="{24A7718B-41C8-4B77-9EBC-714137C00603}" type="sibTrans" cxnId="{5B72AEAC-4717-4B49-A622-8ECDF6EDF0B3}">
      <dgm:prSet/>
      <dgm:spPr/>
      <dgm:t>
        <a:bodyPr/>
        <a:lstStyle/>
        <a:p>
          <a:endParaRPr lang="en-US"/>
        </a:p>
      </dgm:t>
    </dgm:pt>
    <dgm:pt modelId="{C96F339F-61B6-4231-819F-FBB44C18BAF3}">
      <dgm:prSet phldrT="[Text]"/>
      <dgm:spPr/>
      <dgm:t>
        <a:bodyPr/>
        <a:lstStyle/>
        <a:p>
          <a:r>
            <a:rPr lang="en-US" dirty="0"/>
            <a:t>Increases the old training data to: around 66k</a:t>
          </a:r>
        </a:p>
      </dgm:t>
    </dgm:pt>
    <dgm:pt modelId="{B7A419D8-5FFA-4DCE-A65B-2546C54407CF}" type="parTrans" cxnId="{F045750C-232A-47B7-958C-C3CEEB8CB4F0}">
      <dgm:prSet/>
      <dgm:spPr/>
      <dgm:t>
        <a:bodyPr/>
        <a:lstStyle/>
        <a:p>
          <a:endParaRPr lang="en-US"/>
        </a:p>
      </dgm:t>
    </dgm:pt>
    <dgm:pt modelId="{788FDD9E-8C3F-4D33-9D25-7CE7478F8DB5}" type="sibTrans" cxnId="{F045750C-232A-47B7-958C-C3CEEB8CB4F0}">
      <dgm:prSet/>
      <dgm:spPr/>
      <dgm:t>
        <a:bodyPr/>
        <a:lstStyle/>
        <a:p>
          <a:endParaRPr lang="en-US"/>
        </a:p>
      </dgm:t>
    </dgm:pt>
    <dgm:pt modelId="{0F60647D-183C-4E11-8F56-E87CC436A62C}">
      <dgm:prSet phldrT="[Text]"/>
      <dgm:spPr/>
      <dgm:t>
        <a:bodyPr/>
        <a:lstStyle/>
        <a:p>
          <a:r>
            <a:rPr lang="en-US" dirty="0"/>
            <a:t>Increases the new training data to: around 69k</a:t>
          </a:r>
        </a:p>
      </dgm:t>
    </dgm:pt>
    <dgm:pt modelId="{D3BDDBD4-7797-4645-A2D4-304E54F31583}" type="parTrans" cxnId="{4739ABCF-CE50-4711-B1D3-7C2652D2A4A1}">
      <dgm:prSet/>
      <dgm:spPr/>
      <dgm:t>
        <a:bodyPr/>
        <a:lstStyle/>
        <a:p>
          <a:endParaRPr lang="en-US"/>
        </a:p>
      </dgm:t>
    </dgm:pt>
    <dgm:pt modelId="{E62558C7-C736-40C5-B51F-FACA5665D76D}" type="sibTrans" cxnId="{4739ABCF-CE50-4711-B1D3-7C2652D2A4A1}">
      <dgm:prSet/>
      <dgm:spPr/>
      <dgm:t>
        <a:bodyPr/>
        <a:lstStyle/>
        <a:p>
          <a:endParaRPr lang="en-US"/>
        </a:p>
      </dgm:t>
    </dgm:pt>
    <dgm:pt modelId="{991948FA-EC60-4B11-8430-57FB349AC219}">
      <dgm:prSet phldrT="[Text]"/>
      <dgm:spPr/>
      <dgm:t>
        <a:bodyPr/>
        <a:lstStyle/>
        <a:p>
          <a:r>
            <a:rPr lang="en-US" dirty="0"/>
            <a:t>Without data augmentation-</a:t>
          </a:r>
        </a:p>
      </dgm:t>
    </dgm:pt>
    <dgm:pt modelId="{CDD1F0DB-7B0F-429E-8E9B-2F208E4536B7}" type="parTrans" cxnId="{85BB647D-ECBC-4CCA-BD21-C9AC0930DE2E}">
      <dgm:prSet/>
      <dgm:spPr/>
      <dgm:t>
        <a:bodyPr/>
        <a:lstStyle/>
        <a:p>
          <a:endParaRPr lang="en-US"/>
        </a:p>
      </dgm:t>
    </dgm:pt>
    <dgm:pt modelId="{9A716398-D3B2-445A-964B-521123048251}" type="sibTrans" cxnId="{85BB647D-ECBC-4CCA-BD21-C9AC0930DE2E}">
      <dgm:prSet/>
      <dgm:spPr/>
      <dgm:t>
        <a:bodyPr/>
        <a:lstStyle/>
        <a:p>
          <a:endParaRPr lang="en-US"/>
        </a:p>
      </dgm:t>
    </dgm:pt>
    <dgm:pt modelId="{2B9C7D16-BF40-4734-BE2F-F9EF7348E8B2}">
      <dgm:prSet/>
      <dgm:spPr/>
      <dgm:t>
        <a:bodyPr/>
        <a:lstStyle/>
        <a:p>
          <a:r>
            <a:rPr lang="en-US" dirty="0"/>
            <a:t>TF var: 74.37</a:t>
          </a:r>
        </a:p>
      </dgm:t>
    </dgm:pt>
    <dgm:pt modelId="{D821166E-1A41-4288-B7C4-997FF463B1CA}" type="parTrans" cxnId="{201F2205-CB8A-4691-BBF2-BEC487CAFC0C}">
      <dgm:prSet/>
      <dgm:spPr/>
      <dgm:t>
        <a:bodyPr/>
        <a:lstStyle/>
        <a:p>
          <a:endParaRPr lang="en-US"/>
        </a:p>
      </dgm:t>
    </dgm:pt>
    <dgm:pt modelId="{49C67F76-0972-4A6F-9D76-EF31B74BB8A1}" type="sibTrans" cxnId="{201F2205-CB8A-4691-BBF2-BEC487CAFC0C}">
      <dgm:prSet/>
      <dgm:spPr/>
      <dgm:t>
        <a:bodyPr/>
        <a:lstStyle/>
        <a:p>
          <a:endParaRPr lang="en-US"/>
        </a:p>
      </dgm:t>
    </dgm:pt>
    <dgm:pt modelId="{264932E4-8E2C-48A8-84CE-251FBE359607}">
      <dgm:prSet/>
      <dgm:spPr/>
      <dgm:t>
        <a:bodyPr/>
        <a:lstStyle/>
        <a:p>
          <a:r>
            <a:rPr lang="en-US" dirty="0"/>
            <a:t>With data augmentation-</a:t>
          </a:r>
        </a:p>
      </dgm:t>
    </dgm:pt>
    <dgm:pt modelId="{BBD0C73F-B456-4378-9971-571E70973535}" type="parTrans" cxnId="{ECDCE1CD-1641-4FA6-98BB-4357B1802617}">
      <dgm:prSet/>
      <dgm:spPr/>
      <dgm:t>
        <a:bodyPr/>
        <a:lstStyle/>
        <a:p>
          <a:endParaRPr lang="en-US"/>
        </a:p>
      </dgm:t>
    </dgm:pt>
    <dgm:pt modelId="{8A198FD0-D887-4909-9371-B1F02990A675}" type="sibTrans" cxnId="{ECDCE1CD-1641-4FA6-98BB-4357B1802617}">
      <dgm:prSet/>
      <dgm:spPr/>
      <dgm:t>
        <a:bodyPr/>
        <a:lstStyle/>
        <a:p>
          <a:endParaRPr lang="en-US"/>
        </a:p>
      </dgm:t>
    </dgm:pt>
    <dgm:pt modelId="{2FE6DAAA-FC58-4264-89B1-CB49768E90B0}">
      <dgm:prSet/>
      <dgm:spPr/>
      <dgm:t>
        <a:bodyPr/>
        <a:lstStyle/>
        <a:p>
          <a:r>
            <a:rPr lang="en-US" dirty="0"/>
            <a:t>Train data: 69996</a:t>
          </a:r>
        </a:p>
      </dgm:t>
    </dgm:pt>
    <dgm:pt modelId="{FE3226FC-3761-43BE-8FF0-F8DB805ADC49}" type="parTrans" cxnId="{6D4083C2-62D8-4ABA-A27A-1F25BFDCAB56}">
      <dgm:prSet/>
      <dgm:spPr/>
      <dgm:t>
        <a:bodyPr/>
        <a:lstStyle/>
        <a:p>
          <a:endParaRPr lang="en-US"/>
        </a:p>
      </dgm:t>
    </dgm:pt>
    <dgm:pt modelId="{9C76D40B-753B-427E-AF9F-69DC43FE350E}" type="sibTrans" cxnId="{6D4083C2-62D8-4ABA-A27A-1F25BFDCAB56}">
      <dgm:prSet/>
      <dgm:spPr/>
      <dgm:t>
        <a:bodyPr/>
        <a:lstStyle/>
        <a:p>
          <a:endParaRPr lang="en-US"/>
        </a:p>
      </dgm:t>
    </dgm:pt>
    <dgm:pt modelId="{85439EB5-7A43-4ABF-9FBB-15B803D2C1E7}">
      <dgm:prSet/>
      <dgm:spPr/>
      <dgm:t>
        <a:bodyPr/>
        <a:lstStyle/>
        <a:p>
          <a:r>
            <a:rPr lang="en-US" dirty="0"/>
            <a:t>TF cat: 67.31	</a:t>
          </a:r>
        </a:p>
      </dgm:t>
    </dgm:pt>
    <dgm:pt modelId="{7DDF3D97-287C-4F5F-A19D-5FBF1EA31875}" type="parTrans" cxnId="{8B300465-9576-45EB-B118-B566D841F168}">
      <dgm:prSet/>
      <dgm:spPr/>
      <dgm:t>
        <a:bodyPr/>
        <a:lstStyle/>
        <a:p>
          <a:endParaRPr lang="en-US"/>
        </a:p>
      </dgm:t>
    </dgm:pt>
    <dgm:pt modelId="{3ADBEA11-65D4-452B-A5A6-F45A5AB36F6E}" type="sibTrans" cxnId="{8B300465-9576-45EB-B118-B566D841F168}">
      <dgm:prSet/>
      <dgm:spPr/>
      <dgm:t>
        <a:bodyPr/>
        <a:lstStyle/>
        <a:p>
          <a:endParaRPr lang="en-US"/>
        </a:p>
      </dgm:t>
    </dgm:pt>
    <dgm:pt modelId="{6899EBCA-DFCD-47DC-AA17-D6138BF7C5A5}">
      <dgm:prSet/>
      <dgm:spPr/>
      <dgm:t>
        <a:bodyPr/>
        <a:lstStyle/>
        <a:p>
          <a:r>
            <a:rPr lang="en-US" dirty="0"/>
            <a:t>TF var: 79.05</a:t>
          </a:r>
        </a:p>
      </dgm:t>
    </dgm:pt>
    <dgm:pt modelId="{7586E9DB-B183-46EE-B4ED-3FDDEF8156E0}" type="parTrans" cxnId="{2E1643CB-64CB-45DB-8743-B1F11EAEB7A1}">
      <dgm:prSet/>
      <dgm:spPr/>
      <dgm:t>
        <a:bodyPr/>
        <a:lstStyle/>
        <a:p>
          <a:endParaRPr lang="en-US"/>
        </a:p>
      </dgm:t>
    </dgm:pt>
    <dgm:pt modelId="{0F68B178-F6AE-438F-8E0D-FEDF062863BB}" type="sibTrans" cxnId="{2E1643CB-64CB-45DB-8743-B1F11EAEB7A1}">
      <dgm:prSet/>
      <dgm:spPr/>
      <dgm:t>
        <a:bodyPr/>
        <a:lstStyle/>
        <a:p>
          <a:endParaRPr lang="en-US"/>
        </a:p>
      </dgm:t>
    </dgm:pt>
    <dgm:pt modelId="{1F7167A7-5361-4ADF-A971-C910FCBA5F05}">
      <dgm:prSet phldrT="[Text]"/>
      <dgm:spPr/>
      <dgm:t>
        <a:bodyPr/>
        <a:lstStyle/>
        <a:p>
          <a:r>
            <a:rPr lang="en-US"/>
            <a:t>TF </a:t>
          </a:r>
          <a:r>
            <a:rPr lang="en-US" dirty="0"/>
            <a:t>cat: 63.56</a:t>
          </a:r>
        </a:p>
      </dgm:t>
    </dgm:pt>
    <dgm:pt modelId="{4627729C-5097-4D18-AE7D-CBF6286D4463}" type="parTrans" cxnId="{1BAC083B-A461-45E7-805F-70D897D02A15}">
      <dgm:prSet/>
      <dgm:spPr/>
      <dgm:t>
        <a:bodyPr/>
        <a:lstStyle/>
        <a:p>
          <a:endParaRPr lang="en-US"/>
        </a:p>
      </dgm:t>
    </dgm:pt>
    <dgm:pt modelId="{6D7745D5-829D-4B36-800E-9EF9F3DC3F5E}" type="sibTrans" cxnId="{1BAC083B-A461-45E7-805F-70D897D02A15}">
      <dgm:prSet/>
      <dgm:spPr/>
      <dgm:t>
        <a:bodyPr/>
        <a:lstStyle/>
        <a:p>
          <a:endParaRPr lang="en-US"/>
        </a:p>
      </dgm:t>
    </dgm:pt>
    <dgm:pt modelId="{B2795D98-06EA-4A07-993B-BEFB577454BE}" type="pres">
      <dgm:prSet presAssocID="{6767BB3F-F793-4C8E-B437-6756DAC0C5FD}" presName="linear" presStyleCnt="0">
        <dgm:presLayoutVars>
          <dgm:dir/>
          <dgm:animLvl val="lvl"/>
          <dgm:resizeHandles val="exact"/>
        </dgm:presLayoutVars>
      </dgm:prSet>
      <dgm:spPr/>
    </dgm:pt>
    <dgm:pt modelId="{2B7737BD-33D1-4C35-A361-007B68B14F58}" type="pres">
      <dgm:prSet presAssocID="{72FFBA09-5531-4732-9A4C-6ED8FF446D62}" presName="parentLin" presStyleCnt="0"/>
      <dgm:spPr/>
    </dgm:pt>
    <dgm:pt modelId="{66FCEEE5-107E-4008-8457-A1C74538E805}" type="pres">
      <dgm:prSet presAssocID="{72FFBA09-5531-4732-9A4C-6ED8FF446D62}" presName="parentLeftMargin" presStyleLbl="node1" presStyleIdx="0" presStyleCnt="3"/>
      <dgm:spPr/>
    </dgm:pt>
    <dgm:pt modelId="{D1ABDE8A-3B27-403D-B8E4-56DF577A64E6}" type="pres">
      <dgm:prSet presAssocID="{72FFBA09-5531-4732-9A4C-6ED8FF446D62}" presName="parentText" presStyleLbl="node1" presStyleIdx="0" presStyleCnt="3">
        <dgm:presLayoutVars>
          <dgm:chMax val="0"/>
          <dgm:bulletEnabled val="1"/>
        </dgm:presLayoutVars>
      </dgm:prSet>
      <dgm:spPr/>
    </dgm:pt>
    <dgm:pt modelId="{B7F2C35F-CF7E-4E63-AEC0-B5FDF30097EB}" type="pres">
      <dgm:prSet presAssocID="{72FFBA09-5531-4732-9A4C-6ED8FF446D62}" presName="negativeSpace" presStyleCnt="0"/>
      <dgm:spPr/>
    </dgm:pt>
    <dgm:pt modelId="{62F2A1EB-CA52-41A7-8441-6D7D4E6EBBF4}" type="pres">
      <dgm:prSet presAssocID="{72FFBA09-5531-4732-9A4C-6ED8FF446D62}" presName="childText" presStyleLbl="conFgAcc1" presStyleIdx="0" presStyleCnt="3">
        <dgm:presLayoutVars>
          <dgm:bulletEnabled val="1"/>
        </dgm:presLayoutVars>
      </dgm:prSet>
      <dgm:spPr/>
    </dgm:pt>
    <dgm:pt modelId="{C8DD588D-44B1-4883-BD4F-E7501469205C}" type="pres">
      <dgm:prSet presAssocID="{042817AC-8A5E-48D1-A960-E7F284F7D905}" presName="spaceBetweenRectangles" presStyleCnt="0"/>
      <dgm:spPr/>
    </dgm:pt>
    <dgm:pt modelId="{3BF80BC3-B3B4-4CDA-9636-CD71F91F9D8C}" type="pres">
      <dgm:prSet presAssocID="{67202288-3879-426D-BED8-84CB8D1B6F42}" presName="parentLin" presStyleCnt="0"/>
      <dgm:spPr/>
    </dgm:pt>
    <dgm:pt modelId="{9B1A1F55-A751-4506-8ED3-E23B9B8519D3}" type="pres">
      <dgm:prSet presAssocID="{67202288-3879-426D-BED8-84CB8D1B6F42}" presName="parentLeftMargin" presStyleLbl="node1" presStyleIdx="0" presStyleCnt="3"/>
      <dgm:spPr/>
    </dgm:pt>
    <dgm:pt modelId="{F4FDCDF6-CFB1-4573-B4DE-2A2F6D8A0017}" type="pres">
      <dgm:prSet presAssocID="{67202288-3879-426D-BED8-84CB8D1B6F42}" presName="parentText" presStyleLbl="node1" presStyleIdx="1" presStyleCnt="3">
        <dgm:presLayoutVars>
          <dgm:chMax val="0"/>
          <dgm:bulletEnabled val="1"/>
        </dgm:presLayoutVars>
      </dgm:prSet>
      <dgm:spPr/>
    </dgm:pt>
    <dgm:pt modelId="{A2376540-6820-4C81-9C14-DEFB18A810F0}" type="pres">
      <dgm:prSet presAssocID="{67202288-3879-426D-BED8-84CB8D1B6F42}" presName="negativeSpace" presStyleCnt="0"/>
      <dgm:spPr/>
    </dgm:pt>
    <dgm:pt modelId="{FC9026AC-CD4D-46F2-A4DC-88622C09CB62}" type="pres">
      <dgm:prSet presAssocID="{67202288-3879-426D-BED8-84CB8D1B6F42}" presName="childText" presStyleLbl="conFgAcc1" presStyleIdx="1" presStyleCnt="3">
        <dgm:presLayoutVars>
          <dgm:bulletEnabled val="1"/>
        </dgm:presLayoutVars>
      </dgm:prSet>
      <dgm:spPr/>
    </dgm:pt>
    <dgm:pt modelId="{9D5608E5-57A0-42F5-B253-E64E10817DAC}" type="pres">
      <dgm:prSet presAssocID="{8E626334-AB22-4738-8780-55752C28A9E6}" presName="spaceBetweenRectangles" presStyleCnt="0"/>
      <dgm:spPr/>
    </dgm:pt>
    <dgm:pt modelId="{C720C411-0814-4BFB-8D9D-45F189F3F59E}" type="pres">
      <dgm:prSet presAssocID="{594B0D12-5335-40CB-8591-7950165A463D}" presName="parentLin" presStyleCnt="0"/>
      <dgm:spPr/>
    </dgm:pt>
    <dgm:pt modelId="{46903009-1095-4E50-B1EE-FA5FD2C5B721}" type="pres">
      <dgm:prSet presAssocID="{594B0D12-5335-40CB-8591-7950165A463D}" presName="parentLeftMargin" presStyleLbl="node1" presStyleIdx="1" presStyleCnt="3"/>
      <dgm:spPr/>
    </dgm:pt>
    <dgm:pt modelId="{14F81F7B-2C8B-4BD3-8798-81254FAE95A8}" type="pres">
      <dgm:prSet presAssocID="{594B0D12-5335-40CB-8591-7950165A463D}" presName="parentText" presStyleLbl="node1" presStyleIdx="2" presStyleCnt="3">
        <dgm:presLayoutVars>
          <dgm:chMax val="0"/>
          <dgm:bulletEnabled val="1"/>
        </dgm:presLayoutVars>
      </dgm:prSet>
      <dgm:spPr/>
    </dgm:pt>
    <dgm:pt modelId="{FC8EAB24-015A-4A65-9597-E3230173277B}" type="pres">
      <dgm:prSet presAssocID="{594B0D12-5335-40CB-8591-7950165A463D}" presName="negativeSpace" presStyleCnt="0"/>
      <dgm:spPr/>
    </dgm:pt>
    <dgm:pt modelId="{582E13C3-827D-46B7-A5FF-62BB13B3EE41}" type="pres">
      <dgm:prSet presAssocID="{594B0D12-5335-40CB-8591-7950165A463D}" presName="childText" presStyleLbl="conFgAcc1" presStyleIdx="2" presStyleCnt="3">
        <dgm:presLayoutVars>
          <dgm:bulletEnabled val="1"/>
        </dgm:presLayoutVars>
      </dgm:prSet>
      <dgm:spPr/>
    </dgm:pt>
  </dgm:ptLst>
  <dgm:cxnLst>
    <dgm:cxn modelId="{249A3A00-5836-4463-812F-277FA196CCC8}" type="presOf" srcId="{C96F339F-61B6-4231-819F-FBB44C18BAF3}" destId="{FC9026AC-CD4D-46F2-A4DC-88622C09CB62}" srcOrd="0" destOrd="2" presId="urn:microsoft.com/office/officeart/2005/8/layout/list1"/>
    <dgm:cxn modelId="{0D2ABB02-ADBC-4854-B619-3D35E9C6E4E7}" srcId="{72FFBA09-5531-4732-9A4C-6ED8FF446D62}" destId="{81274BAD-93F8-4EBD-89C2-FC1D93AA4FE2}" srcOrd="1" destOrd="0" parTransId="{5B4BE620-C748-4DB3-8EB8-14019F66F645}" sibTransId="{3687F92F-355E-4A05-BB09-854AD8E153F1}"/>
    <dgm:cxn modelId="{201F2205-CB8A-4691-BBF2-BEC487CAFC0C}" srcId="{991948FA-EC60-4B11-8430-57FB349AC219}" destId="{2B9C7D16-BF40-4734-BE2F-F9EF7348E8B2}" srcOrd="1" destOrd="0" parTransId="{D821166E-1A41-4288-B7C4-997FF463B1CA}" sibTransId="{49C67F76-0972-4A6F-9D76-EF31B74BB8A1}"/>
    <dgm:cxn modelId="{F045750C-232A-47B7-958C-C3CEEB8CB4F0}" srcId="{773D1129-4B5C-4D3A-9A6D-F5D9F0A2DBB3}" destId="{C96F339F-61B6-4231-819F-FBB44C18BAF3}" srcOrd="0" destOrd="0" parTransId="{B7A419D8-5FFA-4DCE-A65B-2546C54407CF}" sibTransId="{788FDD9E-8C3F-4D33-9D25-7CE7478F8DB5}"/>
    <dgm:cxn modelId="{2229BA12-7C79-4520-9C95-823EF8742F20}" type="presOf" srcId="{6899EBCA-DFCD-47DC-AA17-D6138BF7C5A5}" destId="{582E13C3-827D-46B7-A5FF-62BB13B3EE41}" srcOrd="0" destOrd="6" presId="urn:microsoft.com/office/officeart/2005/8/layout/list1"/>
    <dgm:cxn modelId="{626D0314-CD37-4CFC-8097-5C703128F8F0}" srcId="{6767BB3F-F793-4C8E-B437-6756DAC0C5FD}" destId="{67202288-3879-426D-BED8-84CB8D1B6F42}" srcOrd="1" destOrd="0" parTransId="{6AD70458-6D8F-404A-8490-653D9934108A}" sibTransId="{8E626334-AB22-4738-8780-55752C28A9E6}"/>
    <dgm:cxn modelId="{21483C19-DC7B-4892-A8E9-4803D70F3E81}" type="presOf" srcId="{72FFBA09-5531-4732-9A4C-6ED8FF446D62}" destId="{D1ABDE8A-3B27-403D-B8E4-56DF577A64E6}" srcOrd="1" destOrd="0" presId="urn:microsoft.com/office/officeart/2005/8/layout/list1"/>
    <dgm:cxn modelId="{D6631D2F-C8B0-41B7-AC2E-51F8BCB4F6FF}" type="presOf" srcId="{264932E4-8E2C-48A8-84CE-251FBE359607}" destId="{582E13C3-827D-46B7-A5FF-62BB13B3EE41}" srcOrd="0" destOrd="3" presId="urn:microsoft.com/office/officeart/2005/8/layout/list1"/>
    <dgm:cxn modelId="{1BAC083B-A461-45E7-805F-70D897D02A15}" srcId="{991948FA-EC60-4B11-8430-57FB349AC219}" destId="{1F7167A7-5361-4ADF-A971-C910FCBA5F05}" srcOrd="0" destOrd="0" parTransId="{4627729C-5097-4D18-AE7D-CBF6286D4463}" sibTransId="{6D7745D5-829D-4B36-800E-9EF9F3DC3F5E}"/>
    <dgm:cxn modelId="{4524283F-F71D-4E21-B4F3-E6850230EA9E}" srcId="{6767BB3F-F793-4C8E-B437-6756DAC0C5FD}" destId="{594B0D12-5335-40CB-8591-7950165A463D}" srcOrd="2" destOrd="0" parTransId="{3EEFD6B7-BF38-4447-9CD3-07C67A632687}" sibTransId="{27F3C012-CD52-433C-829D-FAEE9BD9C466}"/>
    <dgm:cxn modelId="{FEE5695F-4813-46CA-8CB6-576B01C6B923}" type="presOf" srcId="{594B0D12-5335-40CB-8591-7950165A463D}" destId="{14F81F7B-2C8B-4BD3-8798-81254FAE95A8}" srcOrd="1" destOrd="0" presId="urn:microsoft.com/office/officeart/2005/8/layout/list1"/>
    <dgm:cxn modelId="{F0202C41-8C6F-4234-B7DD-46AB0C77DEAC}" type="presOf" srcId="{2FE6DAAA-FC58-4264-89B1-CB49768E90B0}" destId="{582E13C3-827D-46B7-A5FF-62BB13B3EE41}" srcOrd="0" destOrd="4" presId="urn:microsoft.com/office/officeart/2005/8/layout/list1"/>
    <dgm:cxn modelId="{8B300465-9576-45EB-B118-B566D841F168}" srcId="{264932E4-8E2C-48A8-84CE-251FBE359607}" destId="{85439EB5-7A43-4ABF-9FBB-15B803D2C1E7}" srcOrd="1" destOrd="0" parTransId="{7DDF3D97-287C-4F5F-A19D-5FBF1EA31875}" sibTransId="{3ADBEA11-65D4-452B-A5A6-F45A5AB36F6E}"/>
    <dgm:cxn modelId="{CEB6EB47-077A-48BF-A09F-5AA82A60A67E}" type="presOf" srcId="{991948FA-EC60-4B11-8430-57FB349AC219}" destId="{582E13C3-827D-46B7-A5FF-62BB13B3EE41}" srcOrd="0" destOrd="0" presId="urn:microsoft.com/office/officeart/2005/8/layout/list1"/>
    <dgm:cxn modelId="{60457248-7DB4-4366-B25A-6674DD4E3F59}" type="presOf" srcId="{6767BB3F-F793-4C8E-B437-6756DAC0C5FD}" destId="{B2795D98-06EA-4A07-993B-BEFB577454BE}" srcOrd="0" destOrd="0" presId="urn:microsoft.com/office/officeart/2005/8/layout/list1"/>
    <dgm:cxn modelId="{4AC2AC4F-69E1-4828-B30E-FDA24519C8A6}" type="presOf" srcId="{81274BAD-93F8-4EBD-89C2-FC1D93AA4FE2}" destId="{62F2A1EB-CA52-41A7-8441-6D7D4E6EBBF4}" srcOrd="0" destOrd="1" presId="urn:microsoft.com/office/officeart/2005/8/layout/list1"/>
    <dgm:cxn modelId="{6C5BD150-9FEA-48E2-B182-3C002C9BF52F}" type="presOf" srcId="{2B9C7D16-BF40-4734-BE2F-F9EF7348E8B2}" destId="{582E13C3-827D-46B7-A5FF-62BB13B3EE41}" srcOrd="0" destOrd="2" presId="urn:microsoft.com/office/officeart/2005/8/layout/list1"/>
    <dgm:cxn modelId="{85BB647D-ECBC-4CCA-BD21-C9AC0930DE2E}" srcId="{594B0D12-5335-40CB-8591-7950165A463D}" destId="{991948FA-EC60-4B11-8430-57FB349AC219}" srcOrd="0" destOrd="0" parTransId="{CDD1F0DB-7B0F-429E-8E9B-2F208E4536B7}" sibTransId="{9A716398-D3B2-445A-964B-521123048251}"/>
    <dgm:cxn modelId="{5312CA84-128F-43DB-8A06-93BEB32083A5}" type="presOf" srcId="{85439EB5-7A43-4ABF-9FBB-15B803D2C1E7}" destId="{582E13C3-827D-46B7-A5FF-62BB13B3EE41}" srcOrd="0" destOrd="5" presId="urn:microsoft.com/office/officeart/2005/8/layout/list1"/>
    <dgm:cxn modelId="{C740A488-30C1-4726-B296-A3CBFB84ECBC}" type="presOf" srcId="{1F7167A7-5361-4ADF-A971-C910FCBA5F05}" destId="{582E13C3-827D-46B7-A5FF-62BB13B3EE41}" srcOrd="0" destOrd="1" presId="urn:microsoft.com/office/officeart/2005/8/layout/list1"/>
    <dgm:cxn modelId="{6C490E90-12F0-4CCB-87E9-E0F4F0EE5914}" srcId="{67202288-3879-426D-BED8-84CB8D1B6F42}" destId="{43D04FC5-99F7-473D-B94A-CFD1338986F2}" srcOrd="0" destOrd="0" parTransId="{72A70B7B-D4CD-4D1F-87DF-DEC15B39C5A1}" sibTransId="{668F52F4-0691-427E-BCC5-B885036D8063}"/>
    <dgm:cxn modelId="{7F709E96-51F9-4676-A854-C9C4B9D29C23}" type="presOf" srcId="{0F60647D-183C-4E11-8F56-E87CC436A62C}" destId="{FC9026AC-CD4D-46F2-A4DC-88622C09CB62}" srcOrd="0" destOrd="3" presId="urn:microsoft.com/office/officeart/2005/8/layout/list1"/>
    <dgm:cxn modelId="{3920B69E-2E19-4A52-AC86-5245FEC60955}" type="presOf" srcId="{67202288-3879-426D-BED8-84CB8D1B6F42}" destId="{9B1A1F55-A751-4506-8ED3-E23B9B8519D3}" srcOrd="0" destOrd="0" presId="urn:microsoft.com/office/officeart/2005/8/layout/list1"/>
    <dgm:cxn modelId="{C3F109A6-1D15-450F-8C00-F469828D9FCC}" type="presOf" srcId="{67202288-3879-426D-BED8-84CB8D1B6F42}" destId="{F4FDCDF6-CFB1-4573-B4DE-2A2F6D8A0017}" srcOrd="1" destOrd="0" presId="urn:microsoft.com/office/officeart/2005/8/layout/list1"/>
    <dgm:cxn modelId="{5B72AEAC-4717-4B49-A622-8ECDF6EDF0B3}" srcId="{67202288-3879-426D-BED8-84CB8D1B6F42}" destId="{773D1129-4B5C-4D3A-9A6D-F5D9F0A2DBB3}" srcOrd="1" destOrd="0" parTransId="{7E3A6A37-ECAA-4F8E-AD84-876E5FE7DC64}" sibTransId="{24A7718B-41C8-4B77-9EBC-714137C00603}"/>
    <dgm:cxn modelId="{6D4083C2-62D8-4ABA-A27A-1F25BFDCAB56}" srcId="{264932E4-8E2C-48A8-84CE-251FBE359607}" destId="{2FE6DAAA-FC58-4264-89B1-CB49768E90B0}" srcOrd="0" destOrd="0" parTransId="{FE3226FC-3761-43BE-8FF0-F8DB805ADC49}" sibTransId="{9C76D40B-753B-427E-AF9F-69DC43FE350E}"/>
    <dgm:cxn modelId="{2E1643CB-64CB-45DB-8743-B1F11EAEB7A1}" srcId="{264932E4-8E2C-48A8-84CE-251FBE359607}" destId="{6899EBCA-DFCD-47DC-AA17-D6138BF7C5A5}" srcOrd="2" destOrd="0" parTransId="{7586E9DB-B183-46EE-B4ED-3FDDEF8156E0}" sibTransId="{0F68B178-F6AE-438F-8E0D-FEDF062863BB}"/>
    <dgm:cxn modelId="{194A48CC-D8F8-473D-B178-62C65E7E0CA1}" type="presOf" srcId="{72FFBA09-5531-4732-9A4C-6ED8FF446D62}" destId="{66FCEEE5-107E-4008-8457-A1C74538E805}" srcOrd="0" destOrd="0" presId="urn:microsoft.com/office/officeart/2005/8/layout/list1"/>
    <dgm:cxn modelId="{ECDCE1CD-1641-4FA6-98BB-4357B1802617}" srcId="{594B0D12-5335-40CB-8591-7950165A463D}" destId="{264932E4-8E2C-48A8-84CE-251FBE359607}" srcOrd="1" destOrd="0" parTransId="{BBD0C73F-B456-4378-9971-571E70973535}" sibTransId="{8A198FD0-D887-4909-9371-B1F02990A675}"/>
    <dgm:cxn modelId="{4739ABCF-CE50-4711-B1D3-7C2652D2A4A1}" srcId="{773D1129-4B5C-4D3A-9A6D-F5D9F0A2DBB3}" destId="{0F60647D-183C-4E11-8F56-E87CC436A62C}" srcOrd="1" destOrd="0" parTransId="{D3BDDBD4-7797-4645-A2D4-304E54F31583}" sibTransId="{E62558C7-C736-40C5-B51F-FACA5665D76D}"/>
    <dgm:cxn modelId="{7FCB9BD6-D182-4ECF-BE8D-6738C56B0B29}" srcId="{72FFBA09-5531-4732-9A4C-6ED8FF446D62}" destId="{587151AC-55FA-4D86-AB9D-3E9A3C020545}" srcOrd="0" destOrd="0" parTransId="{B4208832-8FB8-4E64-BD38-CB22CA20D7EE}" sibTransId="{2D7A2E65-132D-487C-8C37-BFD4B9FDE75A}"/>
    <dgm:cxn modelId="{57A34FDE-769D-46C3-97D5-9AFC34536DB2}" type="presOf" srcId="{43D04FC5-99F7-473D-B94A-CFD1338986F2}" destId="{FC9026AC-CD4D-46F2-A4DC-88622C09CB62}" srcOrd="0" destOrd="0" presId="urn:microsoft.com/office/officeart/2005/8/layout/list1"/>
    <dgm:cxn modelId="{8B059BDE-8748-43CE-B5D9-CA871D618732}" type="presOf" srcId="{594B0D12-5335-40CB-8591-7950165A463D}" destId="{46903009-1095-4E50-B1EE-FA5FD2C5B721}" srcOrd="0" destOrd="0" presId="urn:microsoft.com/office/officeart/2005/8/layout/list1"/>
    <dgm:cxn modelId="{C4FAAAE3-DB12-466A-8E13-7369917051DF}" type="presOf" srcId="{587151AC-55FA-4D86-AB9D-3E9A3C020545}" destId="{62F2A1EB-CA52-41A7-8441-6D7D4E6EBBF4}" srcOrd="0" destOrd="0" presId="urn:microsoft.com/office/officeart/2005/8/layout/list1"/>
    <dgm:cxn modelId="{A8E2EBEA-A514-47AD-B7F7-BBDDD79BE56F}" type="presOf" srcId="{773D1129-4B5C-4D3A-9A6D-F5D9F0A2DBB3}" destId="{FC9026AC-CD4D-46F2-A4DC-88622C09CB62}" srcOrd="0" destOrd="1" presId="urn:microsoft.com/office/officeart/2005/8/layout/list1"/>
    <dgm:cxn modelId="{1E80A9F0-AE25-4469-A849-BC56D89BC089}" srcId="{6767BB3F-F793-4C8E-B437-6756DAC0C5FD}" destId="{72FFBA09-5531-4732-9A4C-6ED8FF446D62}" srcOrd="0" destOrd="0" parTransId="{0936566A-CFEE-4CA8-9A4E-421A45AD97AD}" sibTransId="{042817AC-8A5E-48D1-A960-E7F284F7D905}"/>
    <dgm:cxn modelId="{C66991BA-A75A-4B94-8A76-2C650D9DD899}" type="presParOf" srcId="{B2795D98-06EA-4A07-993B-BEFB577454BE}" destId="{2B7737BD-33D1-4C35-A361-007B68B14F58}" srcOrd="0" destOrd="0" presId="urn:microsoft.com/office/officeart/2005/8/layout/list1"/>
    <dgm:cxn modelId="{5EEA90FD-A55B-409D-8E56-F0BFC1EABBEE}" type="presParOf" srcId="{2B7737BD-33D1-4C35-A361-007B68B14F58}" destId="{66FCEEE5-107E-4008-8457-A1C74538E805}" srcOrd="0" destOrd="0" presId="urn:microsoft.com/office/officeart/2005/8/layout/list1"/>
    <dgm:cxn modelId="{9486931C-C8FC-418E-881B-610617033931}" type="presParOf" srcId="{2B7737BD-33D1-4C35-A361-007B68B14F58}" destId="{D1ABDE8A-3B27-403D-B8E4-56DF577A64E6}" srcOrd="1" destOrd="0" presId="urn:microsoft.com/office/officeart/2005/8/layout/list1"/>
    <dgm:cxn modelId="{FAF4D4F2-4221-4BBB-A55D-6527445F7440}" type="presParOf" srcId="{B2795D98-06EA-4A07-993B-BEFB577454BE}" destId="{B7F2C35F-CF7E-4E63-AEC0-B5FDF30097EB}" srcOrd="1" destOrd="0" presId="urn:microsoft.com/office/officeart/2005/8/layout/list1"/>
    <dgm:cxn modelId="{52E1B3DB-ACD5-4BD5-9E36-82DF9BB19D6C}" type="presParOf" srcId="{B2795D98-06EA-4A07-993B-BEFB577454BE}" destId="{62F2A1EB-CA52-41A7-8441-6D7D4E6EBBF4}" srcOrd="2" destOrd="0" presId="urn:microsoft.com/office/officeart/2005/8/layout/list1"/>
    <dgm:cxn modelId="{D1310D16-6B2C-4B99-9071-CB8B8F0ADA54}" type="presParOf" srcId="{B2795D98-06EA-4A07-993B-BEFB577454BE}" destId="{C8DD588D-44B1-4883-BD4F-E7501469205C}" srcOrd="3" destOrd="0" presId="urn:microsoft.com/office/officeart/2005/8/layout/list1"/>
    <dgm:cxn modelId="{B88DB88F-CDB5-417E-A77C-83D184F03920}" type="presParOf" srcId="{B2795D98-06EA-4A07-993B-BEFB577454BE}" destId="{3BF80BC3-B3B4-4CDA-9636-CD71F91F9D8C}" srcOrd="4" destOrd="0" presId="urn:microsoft.com/office/officeart/2005/8/layout/list1"/>
    <dgm:cxn modelId="{B19F9F83-F010-49C9-BF42-C7AFFAE4E2D5}" type="presParOf" srcId="{3BF80BC3-B3B4-4CDA-9636-CD71F91F9D8C}" destId="{9B1A1F55-A751-4506-8ED3-E23B9B8519D3}" srcOrd="0" destOrd="0" presId="urn:microsoft.com/office/officeart/2005/8/layout/list1"/>
    <dgm:cxn modelId="{F33E1BE2-4E45-4CD9-B295-A0395AC8C8C8}" type="presParOf" srcId="{3BF80BC3-B3B4-4CDA-9636-CD71F91F9D8C}" destId="{F4FDCDF6-CFB1-4573-B4DE-2A2F6D8A0017}" srcOrd="1" destOrd="0" presId="urn:microsoft.com/office/officeart/2005/8/layout/list1"/>
    <dgm:cxn modelId="{9FED3EDB-7C8A-4560-8066-D7D9374EEA89}" type="presParOf" srcId="{B2795D98-06EA-4A07-993B-BEFB577454BE}" destId="{A2376540-6820-4C81-9C14-DEFB18A810F0}" srcOrd="5" destOrd="0" presId="urn:microsoft.com/office/officeart/2005/8/layout/list1"/>
    <dgm:cxn modelId="{A09C4C05-C32E-4DAF-A654-6E27536D9DC1}" type="presParOf" srcId="{B2795D98-06EA-4A07-993B-BEFB577454BE}" destId="{FC9026AC-CD4D-46F2-A4DC-88622C09CB62}" srcOrd="6" destOrd="0" presId="urn:microsoft.com/office/officeart/2005/8/layout/list1"/>
    <dgm:cxn modelId="{45326637-4048-4B94-9494-3397E2BD779C}" type="presParOf" srcId="{B2795D98-06EA-4A07-993B-BEFB577454BE}" destId="{9D5608E5-57A0-42F5-B253-E64E10817DAC}" srcOrd="7" destOrd="0" presId="urn:microsoft.com/office/officeart/2005/8/layout/list1"/>
    <dgm:cxn modelId="{3436AC88-D47E-4BF3-997F-835AB5D4E045}" type="presParOf" srcId="{B2795D98-06EA-4A07-993B-BEFB577454BE}" destId="{C720C411-0814-4BFB-8D9D-45F189F3F59E}" srcOrd="8" destOrd="0" presId="urn:microsoft.com/office/officeart/2005/8/layout/list1"/>
    <dgm:cxn modelId="{F08AEA4D-A3CD-478A-8C67-683A17B89137}" type="presParOf" srcId="{C720C411-0814-4BFB-8D9D-45F189F3F59E}" destId="{46903009-1095-4E50-B1EE-FA5FD2C5B721}" srcOrd="0" destOrd="0" presId="urn:microsoft.com/office/officeart/2005/8/layout/list1"/>
    <dgm:cxn modelId="{6F53B542-0EA4-4FE7-B0AF-AD48B82C645B}" type="presParOf" srcId="{C720C411-0814-4BFB-8D9D-45F189F3F59E}" destId="{14F81F7B-2C8B-4BD3-8798-81254FAE95A8}" srcOrd="1" destOrd="0" presId="urn:microsoft.com/office/officeart/2005/8/layout/list1"/>
    <dgm:cxn modelId="{FAC386F7-F498-4830-9191-4CDD962D7E70}" type="presParOf" srcId="{B2795D98-06EA-4A07-993B-BEFB577454BE}" destId="{FC8EAB24-015A-4A65-9597-E3230173277B}" srcOrd="9" destOrd="0" presId="urn:microsoft.com/office/officeart/2005/8/layout/list1"/>
    <dgm:cxn modelId="{7A405540-654C-47FE-B962-DE044BE3535A}" type="presParOf" srcId="{B2795D98-06EA-4A07-993B-BEFB577454BE}" destId="{582E13C3-827D-46B7-A5FF-62BB13B3EE41}"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2.xml><?xml version="1.0" encoding="utf-8"?>
<dgm:dataModel xmlns:dgm="http://schemas.openxmlformats.org/drawingml/2006/diagram" xmlns:a="http://schemas.openxmlformats.org/drawingml/2006/main">
  <dgm:ptLst>
    <dgm:pt modelId="{A615D9D9-D56F-41A8-9153-1EFAA560D0DA}" type="doc">
      <dgm:prSet loTypeId="urn:microsoft.com/office/officeart/2018/5/layout/CenteredIconLabelDescriptionList" loCatId="icon" qsTypeId="urn:microsoft.com/office/officeart/2005/8/quickstyle/simple1" qsCatId="simple" csTypeId="urn:microsoft.com/office/officeart/2005/8/colors/colorful3" csCatId="colorful" phldr="1"/>
      <dgm:spPr/>
      <dgm:t>
        <a:bodyPr/>
        <a:lstStyle/>
        <a:p>
          <a:endParaRPr lang="en-US"/>
        </a:p>
      </dgm:t>
    </dgm:pt>
    <dgm:pt modelId="{58BB8E95-3BA5-4524-9038-BB6B9916DDA4}">
      <dgm:prSet/>
      <dgm:spPr>
        <a:ln>
          <a:noFill/>
        </a:ln>
        <a:effectLst/>
        <a:sp3d prstMaterial="metal">
          <a:bevelT w="88900" h="88900"/>
        </a:sp3d>
      </dgm:spPr>
      <dgm:t>
        <a:bodyPr/>
        <a:lstStyle/>
        <a:p>
          <a:pPr>
            <a:lnSpc>
              <a:spcPct val="100000"/>
            </a:lnSpc>
            <a:defRPr b="1"/>
          </a:pPr>
          <a:r>
            <a:rPr lang="en-US" b="0"/>
            <a:t>Brief recap of previous week</a:t>
          </a:r>
          <a:endParaRPr lang="en-US" dirty="0"/>
        </a:p>
      </dgm:t>
    </dgm:pt>
    <dgm:pt modelId="{40F42D7E-D15C-4205-8211-684E303FE75C}" type="parTrans" cxnId="{D89CF4E1-892F-4429-8ADA-A047C2FE7CB4}">
      <dgm:prSet/>
      <dgm:spPr/>
      <dgm:t>
        <a:bodyPr/>
        <a:lstStyle/>
        <a:p>
          <a:endParaRPr lang="en-US"/>
        </a:p>
      </dgm:t>
    </dgm:pt>
    <dgm:pt modelId="{28A91DD9-C3E9-4EE4-B211-336D89BE6BE1}" type="sibTrans" cxnId="{D89CF4E1-892F-4429-8ADA-A047C2FE7CB4}">
      <dgm:prSet/>
      <dgm:spPr/>
      <dgm:t>
        <a:bodyPr/>
        <a:lstStyle/>
        <a:p>
          <a:endParaRPr lang="en-US"/>
        </a:p>
      </dgm:t>
    </dgm:pt>
    <dgm:pt modelId="{2CBA0BF4-54E2-463B-A849-54D5EA677FA1}">
      <dgm:prSet/>
      <dgm:spPr>
        <a:ln>
          <a:noFill/>
        </a:ln>
        <a:effectLst/>
        <a:sp3d prstMaterial="metal">
          <a:bevelT w="88900" h="88900"/>
        </a:sp3d>
      </dgm:spPr>
      <dgm:t>
        <a:bodyPr/>
        <a:lstStyle/>
        <a:p>
          <a:pPr>
            <a:lnSpc>
              <a:spcPct val="100000"/>
            </a:lnSpc>
            <a:defRPr b="1"/>
          </a:pPr>
          <a:r>
            <a:rPr lang="en-US" b="0"/>
            <a:t>Progress made in this week</a:t>
          </a:r>
          <a:endParaRPr lang="en-US" dirty="0"/>
        </a:p>
      </dgm:t>
    </dgm:pt>
    <dgm:pt modelId="{4F90CE70-FDB9-482E-872A-FB749A74679E}" type="parTrans" cxnId="{0F0E7CFE-F163-4E99-B660-AEAC8C226830}">
      <dgm:prSet/>
      <dgm:spPr/>
      <dgm:t>
        <a:bodyPr/>
        <a:lstStyle/>
        <a:p>
          <a:endParaRPr lang="en-US"/>
        </a:p>
      </dgm:t>
    </dgm:pt>
    <dgm:pt modelId="{27B71916-E1C4-4422-88F2-BF814AD87ACA}" type="sibTrans" cxnId="{0F0E7CFE-F163-4E99-B660-AEAC8C226830}">
      <dgm:prSet/>
      <dgm:spPr/>
      <dgm:t>
        <a:bodyPr/>
        <a:lstStyle/>
        <a:p>
          <a:endParaRPr lang="en-US"/>
        </a:p>
      </dgm:t>
    </dgm:pt>
    <dgm:pt modelId="{BD8D258E-218B-4483-82A2-079BC4422D21}">
      <dgm:prSet/>
      <dgm:spPr>
        <a:ln>
          <a:noFill/>
        </a:ln>
        <a:effectLst/>
      </dgm:spPr>
      <dgm:t>
        <a:bodyPr/>
        <a:lstStyle/>
        <a:p>
          <a:pPr>
            <a:lnSpc>
              <a:spcPct val="100000"/>
            </a:lnSpc>
          </a:pPr>
          <a:r>
            <a:rPr lang="en-US" dirty="0"/>
            <a:t>All correction list</a:t>
          </a:r>
        </a:p>
        <a:p>
          <a:pPr>
            <a:lnSpc>
              <a:spcPct val="100000"/>
            </a:lnSpc>
          </a:pPr>
          <a:r>
            <a:rPr lang="en-US" dirty="0"/>
            <a:t>Finalize the train data after augmentation </a:t>
          </a:r>
        </a:p>
        <a:p>
          <a:pPr>
            <a:lnSpc>
              <a:spcPct val="100000"/>
            </a:lnSpc>
          </a:pPr>
          <a:r>
            <a:rPr lang="en-US" dirty="0"/>
            <a:t>Final results for Voting Hard</a:t>
          </a:r>
        </a:p>
      </dgm:t>
    </dgm:pt>
    <dgm:pt modelId="{2545F0C9-4A30-4819-A904-BED17AD34C1C}" type="parTrans" cxnId="{3CE59DC1-53C3-464D-9D76-31C4716A05EF}">
      <dgm:prSet/>
      <dgm:spPr/>
      <dgm:t>
        <a:bodyPr/>
        <a:lstStyle/>
        <a:p>
          <a:endParaRPr lang="en-US"/>
        </a:p>
      </dgm:t>
    </dgm:pt>
    <dgm:pt modelId="{7423866D-82B8-4B5B-BEA7-F658DF222B25}" type="sibTrans" cxnId="{3CE59DC1-53C3-464D-9D76-31C4716A05EF}">
      <dgm:prSet/>
      <dgm:spPr/>
      <dgm:t>
        <a:bodyPr/>
        <a:lstStyle/>
        <a:p>
          <a:endParaRPr lang="en-US"/>
        </a:p>
      </dgm:t>
    </dgm:pt>
    <dgm:pt modelId="{C976FD86-6663-49F4-94AB-9FB8D0252CEC}">
      <dgm:prSet/>
      <dgm:spPr>
        <a:ln>
          <a:noFill/>
        </a:ln>
        <a:effectLst/>
        <a:sp3d prstMaterial="metal">
          <a:bevelT w="88900" h="88900"/>
        </a:sp3d>
      </dgm:spPr>
      <dgm:t>
        <a:bodyPr/>
        <a:lstStyle/>
        <a:p>
          <a:pPr>
            <a:lnSpc>
              <a:spcPct val="100000"/>
            </a:lnSpc>
            <a:defRPr b="1"/>
          </a:pPr>
          <a:r>
            <a:rPr lang="en-US" b="0"/>
            <a:t>Way forward</a:t>
          </a:r>
          <a:endParaRPr lang="en-US" dirty="0"/>
        </a:p>
      </dgm:t>
    </dgm:pt>
    <dgm:pt modelId="{71AD0EC0-420E-401F-B731-9026E5ADB6D3}" type="parTrans" cxnId="{9D6215BB-A767-437E-BA93-41605A2BFAF7}">
      <dgm:prSet/>
      <dgm:spPr/>
      <dgm:t>
        <a:bodyPr/>
        <a:lstStyle/>
        <a:p>
          <a:endParaRPr lang="en-US"/>
        </a:p>
      </dgm:t>
    </dgm:pt>
    <dgm:pt modelId="{3A11E3D6-7FAD-449A-9208-E94F21D5EBC4}" type="sibTrans" cxnId="{9D6215BB-A767-437E-BA93-41605A2BFAF7}">
      <dgm:prSet/>
      <dgm:spPr/>
      <dgm:t>
        <a:bodyPr/>
        <a:lstStyle/>
        <a:p>
          <a:endParaRPr lang="en-US"/>
        </a:p>
      </dgm:t>
    </dgm:pt>
    <dgm:pt modelId="{613243C9-43FD-4C4C-837D-2B8E0D55D9EA}">
      <dgm:prSet/>
      <dgm:spPr>
        <a:ln>
          <a:noFill/>
        </a:ln>
        <a:effectLst/>
      </dgm:spPr>
      <dgm:t>
        <a:bodyPr/>
        <a:lstStyle/>
        <a:p>
          <a:pPr>
            <a:lnSpc>
              <a:spcPct val="100000"/>
            </a:lnSpc>
          </a:pPr>
          <a:r>
            <a:rPr lang="en-US" dirty="0"/>
            <a:t>Final results for FastText</a:t>
          </a:r>
        </a:p>
      </dgm:t>
    </dgm:pt>
    <dgm:pt modelId="{0F401404-E799-43CF-89D7-04C8B1E2DDDF}" type="parTrans" cxnId="{60B0B88C-289B-4569-8BF4-62E0F934C7E2}">
      <dgm:prSet/>
      <dgm:spPr/>
      <dgm:t>
        <a:bodyPr/>
        <a:lstStyle/>
        <a:p>
          <a:endParaRPr lang="en-US"/>
        </a:p>
      </dgm:t>
    </dgm:pt>
    <dgm:pt modelId="{F9DAC246-8EFE-49A1-BF64-F56036F9C27A}" type="sibTrans" cxnId="{60B0B88C-289B-4569-8BF4-62E0F934C7E2}">
      <dgm:prSet/>
      <dgm:spPr/>
      <dgm:t>
        <a:bodyPr/>
        <a:lstStyle/>
        <a:p>
          <a:endParaRPr lang="en-US"/>
        </a:p>
      </dgm:t>
    </dgm:pt>
    <dgm:pt modelId="{AF8339A4-4969-4166-8D78-A9668542A120}" type="pres">
      <dgm:prSet presAssocID="{A615D9D9-D56F-41A8-9153-1EFAA560D0DA}" presName="root" presStyleCnt="0">
        <dgm:presLayoutVars>
          <dgm:dir/>
          <dgm:resizeHandles val="exact"/>
        </dgm:presLayoutVars>
      </dgm:prSet>
      <dgm:spPr/>
    </dgm:pt>
    <dgm:pt modelId="{019FCDB0-C8B1-46E5-B61B-3A4F354739C3}" type="pres">
      <dgm:prSet presAssocID="{58BB8E95-3BA5-4524-9038-BB6B9916DDA4}" presName="compNode" presStyleCnt="0"/>
      <dgm:spPr>
        <a:ln>
          <a:noFill/>
        </a:ln>
        <a:effectLst>
          <a:outerShdw blurRad="149987" dist="250190" dir="8460000" algn="ctr">
            <a:srgbClr val="000000">
              <a:alpha val="28000"/>
            </a:srgbClr>
          </a:outerShdw>
        </a:effectLst>
        <a:sp3d prstMaterial="metal">
          <a:bevelT w="88900" h="88900"/>
        </a:sp3d>
      </dgm:spPr>
    </dgm:pt>
    <dgm:pt modelId="{30631440-BC67-43E5-999A-82C9909AA415}" type="pres">
      <dgm:prSet presAssocID="{58BB8E95-3BA5-4524-9038-BB6B9916DDA4}"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a:effectLst/>
        <a:sp3d prstMaterial="metal">
          <a:bevelT w="88900" h="88900"/>
        </a:sp3d>
      </dgm:spPr>
      <dgm:extLst>
        <a:ext uri="{E40237B7-FDA0-4F09-8148-C483321AD2D9}">
          <dgm14:cNvPr xmlns:dgm14="http://schemas.microsoft.com/office/drawing/2010/diagram" id="0" name="" descr="Checkmark"/>
        </a:ext>
      </dgm:extLst>
    </dgm:pt>
    <dgm:pt modelId="{CD6BF89B-2847-4D78-BDDC-6F3106D28948}" type="pres">
      <dgm:prSet presAssocID="{58BB8E95-3BA5-4524-9038-BB6B9916DDA4}" presName="iconSpace" presStyleCnt="0"/>
      <dgm:spPr>
        <a:ln>
          <a:noFill/>
        </a:ln>
        <a:effectLst>
          <a:outerShdw blurRad="149987" dist="250190" dir="8460000" algn="ctr">
            <a:srgbClr val="000000">
              <a:alpha val="28000"/>
            </a:srgbClr>
          </a:outerShdw>
        </a:effectLst>
        <a:sp3d prstMaterial="metal">
          <a:bevelT w="88900" h="88900"/>
        </a:sp3d>
      </dgm:spPr>
    </dgm:pt>
    <dgm:pt modelId="{3A0F7255-1AD6-4693-BC0F-CDDA6BA38820}" type="pres">
      <dgm:prSet presAssocID="{58BB8E95-3BA5-4524-9038-BB6B9916DDA4}" presName="parTx" presStyleLbl="revTx" presStyleIdx="0" presStyleCnt="6">
        <dgm:presLayoutVars>
          <dgm:chMax val="0"/>
          <dgm:chPref val="0"/>
        </dgm:presLayoutVars>
      </dgm:prSet>
      <dgm:spPr/>
    </dgm:pt>
    <dgm:pt modelId="{16BE5E57-1543-4EC7-8AD3-FC01159DF563}" type="pres">
      <dgm:prSet presAssocID="{58BB8E95-3BA5-4524-9038-BB6B9916DDA4}" presName="txSpace" presStyleCnt="0"/>
      <dgm:spPr>
        <a:ln>
          <a:noFill/>
        </a:ln>
        <a:effectLst>
          <a:outerShdw blurRad="149987" dist="250190" dir="8460000" algn="ctr">
            <a:srgbClr val="000000">
              <a:alpha val="28000"/>
            </a:srgbClr>
          </a:outerShdw>
        </a:effectLst>
        <a:sp3d prstMaterial="metal">
          <a:bevelT w="88900" h="88900"/>
        </a:sp3d>
      </dgm:spPr>
    </dgm:pt>
    <dgm:pt modelId="{464C32C9-97E0-4FAC-AB96-14BD65EC5CF4}" type="pres">
      <dgm:prSet presAssocID="{58BB8E95-3BA5-4524-9038-BB6B9916DDA4}" presName="desTx" presStyleLbl="revTx" presStyleIdx="1" presStyleCnt="6">
        <dgm:presLayoutVars/>
      </dgm:prSet>
      <dgm:spPr>
        <a:ln>
          <a:noFill/>
        </a:ln>
        <a:effectLst>
          <a:outerShdw blurRad="149987" dist="250190" dir="8460000" algn="ctr">
            <a:srgbClr val="000000">
              <a:alpha val="28000"/>
            </a:srgbClr>
          </a:outerShdw>
        </a:effectLst>
        <a:sp3d prstMaterial="metal">
          <a:bevelT w="88900" h="88900"/>
        </a:sp3d>
      </dgm:spPr>
    </dgm:pt>
    <dgm:pt modelId="{586272C0-62EA-4692-B2AD-57761F3A185F}" type="pres">
      <dgm:prSet presAssocID="{28A91DD9-C3E9-4EE4-B211-336D89BE6BE1}" presName="sibTrans" presStyleCnt="0"/>
      <dgm:spPr>
        <a:ln>
          <a:noFill/>
        </a:ln>
        <a:effectLst>
          <a:outerShdw blurRad="149987" dist="250190" dir="8460000" algn="ctr">
            <a:srgbClr val="000000">
              <a:alpha val="28000"/>
            </a:srgbClr>
          </a:outerShdw>
        </a:effectLst>
        <a:sp3d prstMaterial="metal">
          <a:bevelT w="88900" h="88900"/>
        </a:sp3d>
      </dgm:spPr>
    </dgm:pt>
    <dgm:pt modelId="{FF849A67-248E-4842-8CD8-34B304EA12F3}" type="pres">
      <dgm:prSet presAssocID="{2CBA0BF4-54E2-463B-A849-54D5EA677FA1}" presName="compNode" presStyleCnt="0"/>
      <dgm:spPr>
        <a:ln>
          <a:noFill/>
        </a:ln>
        <a:effectLst>
          <a:outerShdw blurRad="149987" dist="250190" dir="8460000" algn="ctr">
            <a:srgbClr val="000000">
              <a:alpha val="28000"/>
            </a:srgbClr>
          </a:outerShdw>
        </a:effectLst>
        <a:sp3d prstMaterial="metal">
          <a:bevelT w="88900" h="88900"/>
        </a:sp3d>
      </dgm:spPr>
    </dgm:pt>
    <dgm:pt modelId="{859557B7-7AD7-41A8-ACCC-0BA2B42C1833}" type="pres">
      <dgm:prSet presAssocID="{2CBA0BF4-54E2-463B-A849-54D5EA677FA1}"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a:effectLst/>
        <a:sp3d prstMaterial="metal">
          <a:bevelT w="88900" h="88900"/>
        </a:sp3d>
      </dgm:spPr>
      <dgm:extLst>
        <a:ext uri="{E40237B7-FDA0-4F09-8148-C483321AD2D9}">
          <dgm14:cNvPr xmlns:dgm14="http://schemas.microsoft.com/office/drawing/2010/diagram" id="0" name="" descr="Presentation with Checklist"/>
        </a:ext>
      </dgm:extLst>
    </dgm:pt>
    <dgm:pt modelId="{30ABB94C-835E-497D-9A51-BAC8F9D2CF6D}" type="pres">
      <dgm:prSet presAssocID="{2CBA0BF4-54E2-463B-A849-54D5EA677FA1}" presName="iconSpace" presStyleCnt="0"/>
      <dgm:spPr>
        <a:ln>
          <a:noFill/>
        </a:ln>
        <a:effectLst>
          <a:outerShdw blurRad="149987" dist="250190" dir="8460000" algn="ctr">
            <a:srgbClr val="000000">
              <a:alpha val="28000"/>
            </a:srgbClr>
          </a:outerShdw>
        </a:effectLst>
        <a:sp3d prstMaterial="metal">
          <a:bevelT w="88900" h="88900"/>
        </a:sp3d>
      </dgm:spPr>
    </dgm:pt>
    <dgm:pt modelId="{0691EB6A-B71C-45E5-9D36-0DE3C91EDE8E}" type="pres">
      <dgm:prSet presAssocID="{2CBA0BF4-54E2-463B-A849-54D5EA677FA1}" presName="parTx" presStyleLbl="revTx" presStyleIdx="2" presStyleCnt="6">
        <dgm:presLayoutVars>
          <dgm:chMax val="0"/>
          <dgm:chPref val="0"/>
        </dgm:presLayoutVars>
      </dgm:prSet>
      <dgm:spPr/>
    </dgm:pt>
    <dgm:pt modelId="{CEE4D9A9-0661-4637-B0BF-2DF06C9F2516}" type="pres">
      <dgm:prSet presAssocID="{2CBA0BF4-54E2-463B-A849-54D5EA677FA1}" presName="txSpace" presStyleCnt="0"/>
      <dgm:spPr>
        <a:ln>
          <a:noFill/>
        </a:ln>
        <a:effectLst>
          <a:outerShdw blurRad="149987" dist="250190" dir="8460000" algn="ctr">
            <a:srgbClr val="000000">
              <a:alpha val="28000"/>
            </a:srgbClr>
          </a:outerShdw>
        </a:effectLst>
        <a:sp3d prstMaterial="metal">
          <a:bevelT w="88900" h="88900"/>
        </a:sp3d>
      </dgm:spPr>
    </dgm:pt>
    <dgm:pt modelId="{344511C2-B581-4A2F-A53C-47FD4732B07C}" type="pres">
      <dgm:prSet presAssocID="{2CBA0BF4-54E2-463B-A849-54D5EA677FA1}" presName="desTx" presStyleLbl="revTx" presStyleIdx="3" presStyleCnt="6">
        <dgm:presLayoutVars/>
      </dgm:prSet>
      <dgm:spPr/>
    </dgm:pt>
    <dgm:pt modelId="{B18AE2A2-C1E9-4ACA-8F8E-6330526F9B00}" type="pres">
      <dgm:prSet presAssocID="{27B71916-E1C4-4422-88F2-BF814AD87ACA}" presName="sibTrans" presStyleCnt="0"/>
      <dgm:spPr>
        <a:ln>
          <a:noFill/>
        </a:ln>
        <a:effectLst>
          <a:outerShdw blurRad="149987" dist="250190" dir="8460000" algn="ctr">
            <a:srgbClr val="000000">
              <a:alpha val="28000"/>
            </a:srgbClr>
          </a:outerShdw>
        </a:effectLst>
        <a:sp3d prstMaterial="metal">
          <a:bevelT w="88900" h="88900"/>
        </a:sp3d>
      </dgm:spPr>
    </dgm:pt>
    <dgm:pt modelId="{492266CD-7AE6-44C6-90CA-F5A56F6EF7C4}" type="pres">
      <dgm:prSet presAssocID="{C976FD86-6663-49F4-94AB-9FB8D0252CEC}" presName="compNode" presStyleCnt="0"/>
      <dgm:spPr>
        <a:ln>
          <a:noFill/>
        </a:ln>
        <a:effectLst>
          <a:outerShdw blurRad="149987" dist="250190" dir="8460000" algn="ctr">
            <a:srgbClr val="000000">
              <a:alpha val="28000"/>
            </a:srgbClr>
          </a:outerShdw>
        </a:effectLst>
        <a:sp3d prstMaterial="metal">
          <a:bevelT w="88900" h="88900"/>
        </a:sp3d>
      </dgm:spPr>
    </dgm:pt>
    <dgm:pt modelId="{9AE7C2E3-CC14-4B41-BF36-F8DEF0DC3CED}" type="pres">
      <dgm:prSet presAssocID="{C976FD86-6663-49F4-94AB-9FB8D0252CEC}"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a:effectLst/>
        <a:sp3d prstMaterial="metal">
          <a:bevelT w="88900" h="88900"/>
        </a:sp3d>
      </dgm:spPr>
      <dgm:extLst>
        <a:ext uri="{E40237B7-FDA0-4F09-8148-C483321AD2D9}">
          <dgm14:cNvPr xmlns:dgm14="http://schemas.microsoft.com/office/drawing/2010/diagram" id="0" name="" descr="Handshake"/>
        </a:ext>
      </dgm:extLst>
    </dgm:pt>
    <dgm:pt modelId="{6BF9EC99-6526-46FA-B3E6-9E5E0938F110}" type="pres">
      <dgm:prSet presAssocID="{C976FD86-6663-49F4-94AB-9FB8D0252CEC}" presName="iconSpace" presStyleCnt="0"/>
      <dgm:spPr>
        <a:ln>
          <a:noFill/>
        </a:ln>
        <a:effectLst>
          <a:outerShdw blurRad="149987" dist="250190" dir="8460000" algn="ctr">
            <a:srgbClr val="000000">
              <a:alpha val="28000"/>
            </a:srgbClr>
          </a:outerShdw>
        </a:effectLst>
        <a:sp3d prstMaterial="metal">
          <a:bevelT w="88900" h="88900"/>
        </a:sp3d>
      </dgm:spPr>
    </dgm:pt>
    <dgm:pt modelId="{FFCE3B9E-67C9-4544-9F38-A420A90EFFDB}" type="pres">
      <dgm:prSet presAssocID="{C976FD86-6663-49F4-94AB-9FB8D0252CEC}" presName="parTx" presStyleLbl="revTx" presStyleIdx="4" presStyleCnt="6">
        <dgm:presLayoutVars>
          <dgm:chMax val="0"/>
          <dgm:chPref val="0"/>
        </dgm:presLayoutVars>
      </dgm:prSet>
      <dgm:spPr/>
    </dgm:pt>
    <dgm:pt modelId="{5BCC3A51-DC3C-443E-991D-6A6156C1DEEE}" type="pres">
      <dgm:prSet presAssocID="{C976FD86-6663-49F4-94AB-9FB8D0252CEC}" presName="txSpace" presStyleCnt="0"/>
      <dgm:spPr>
        <a:ln>
          <a:noFill/>
        </a:ln>
        <a:effectLst>
          <a:outerShdw blurRad="149987" dist="250190" dir="8460000" algn="ctr">
            <a:srgbClr val="000000">
              <a:alpha val="28000"/>
            </a:srgbClr>
          </a:outerShdw>
        </a:effectLst>
        <a:sp3d prstMaterial="metal">
          <a:bevelT w="88900" h="88900"/>
        </a:sp3d>
      </dgm:spPr>
    </dgm:pt>
    <dgm:pt modelId="{706B9664-41A4-4BB4-B2AA-4220C06F7950}" type="pres">
      <dgm:prSet presAssocID="{C976FD86-6663-49F4-94AB-9FB8D0252CEC}" presName="desTx" presStyleLbl="revTx" presStyleIdx="5" presStyleCnt="6">
        <dgm:presLayoutVars/>
      </dgm:prSet>
      <dgm:spPr>
        <a:ln>
          <a:noFill/>
        </a:ln>
        <a:effectLst>
          <a:outerShdw blurRad="149987" dist="250190" dir="8460000" algn="ctr">
            <a:srgbClr val="000000">
              <a:alpha val="28000"/>
            </a:srgbClr>
          </a:outerShdw>
        </a:effectLst>
        <a:sp3d prstMaterial="metal">
          <a:bevelT w="88900" h="88900"/>
        </a:sp3d>
      </dgm:spPr>
    </dgm:pt>
  </dgm:ptLst>
  <dgm:cxnLst>
    <dgm:cxn modelId="{D9488602-4418-4E1C-B6B4-AD1C6F8C57A6}" type="presOf" srcId="{C976FD86-6663-49F4-94AB-9FB8D0252CEC}" destId="{FFCE3B9E-67C9-4544-9F38-A420A90EFFDB}" srcOrd="0" destOrd="0" presId="urn:microsoft.com/office/officeart/2018/5/layout/CenteredIconLabelDescriptionList"/>
    <dgm:cxn modelId="{EEA35249-F280-4F2B-8C14-CA7AE52C8C8D}" type="presOf" srcId="{A615D9D9-D56F-41A8-9153-1EFAA560D0DA}" destId="{AF8339A4-4969-4166-8D78-A9668542A120}" srcOrd="0" destOrd="0" presId="urn:microsoft.com/office/officeart/2018/5/layout/CenteredIconLabelDescriptionList"/>
    <dgm:cxn modelId="{436A9B4A-274E-48C7-A446-E5C58EC0BDF5}" type="presOf" srcId="{2CBA0BF4-54E2-463B-A849-54D5EA677FA1}" destId="{0691EB6A-B71C-45E5-9D36-0DE3C91EDE8E}" srcOrd="0" destOrd="0" presId="urn:microsoft.com/office/officeart/2018/5/layout/CenteredIconLabelDescriptionList"/>
    <dgm:cxn modelId="{38F3636F-4400-4012-BED5-074CB6429E15}" type="presOf" srcId="{BD8D258E-218B-4483-82A2-079BC4422D21}" destId="{344511C2-B581-4A2F-A53C-47FD4732B07C}" srcOrd="0" destOrd="0" presId="urn:microsoft.com/office/officeart/2018/5/layout/CenteredIconLabelDescriptionList"/>
    <dgm:cxn modelId="{60B0B88C-289B-4569-8BF4-62E0F934C7E2}" srcId="{2CBA0BF4-54E2-463B-A849-54D5EA677FA1}" destId="{613243C9-43FD-4C4C-837D-2B8E0D55D9EA}" srcOrd="1" destOrd="0" parTransId="{0F401404-E799-43CF-89D7-04C8B1E2DDDF}" sibTransId="{F9DAC246-8EFE-49A1-BF64-F56036F9C27A}"/>
    <dgm:cxn modelId="{74F39B8D-A240-4E07-A439-D8DC23ADE2E1}" type="presOf" srcId="{58BB8E95-3BA5-4524-9038-BB6B9916DDA4}" destId="{3A0F7255-1AD6-4693-BC0F-CDDA6BA38820}" srcOrd="0" destOrd="0" presId="urn:microsoft.com/office/officeart/2018/5/layout/CenteredIconLabelDescriptionList"/>
    <dgm:cxn modelId="{9D6215BB-A767-437E-BA93-41605A2BFAF7}" srcId="{A615D9D9-D56F-41A8-9153-1EFAA560D0DA}" destId="{C976FD86-6663-49F4-94AB-9FB8D0252CEC}" srcOrd="2" destOrd="0" parTransId="{71AD0EC0-420E-401F-B731-9026E5ADB6D3}" sibTransId="{3A11E3D6-7FAD-449A-9208-E94F21D5EBC4}"/>
    <dgm:cxn modelId="{3CE59DC1-53C3-464D-9D76-31C4716A05EF}" srcId="{2CBA0BF4-54E2-463B-A849-54D5EA677FA1}" destId="{BD8D258E-218B-4483-82A2-079BC4422D21}" srcOrd="0" destOrd="0" parTransId="{2545F0C9-4A30-4819-A904-BED17AD34C1C}" sibTransId="{7423866D-82B8-4B5B-BEA7-F658DF222B25}"/>
    <dgm:cxn modelId="{90DBD0DC-CD8C-4DA6-886B-F70D5B318DE4}" type="presOf" srcId="{613243C9-43FD-4C4C-837D-2B8E0D55D9EA}" destId="{344511C2-B581-4A2F-A53C-47FD4732B07C}" srcOrd="0" destOrd="1" presId="urn:microsoft.com/office/officeart/2018/5/layout/CenteredIconLabelDescriptionList"/>
    <dgm:cxn modelId="{D89CF4E1-892F-4429-8ADA-A047C2FE7CB4}" srcId="{A615D9D9-D56F-41A8-9153-1EFAA560D0DA}" destId="{58BB8E95-3BA5-4524-9038-BB6B9916DDA4}" srcOrd="0" destOrd="0" parTransId="{40F42D7E-D15C-4205-8211-684E303FE75C}" sibTransId="{28A91DD9-C3E9-4EE4-B211-336D89BE6BE1}"/>
    <dgm:cxn modelId="{0F0E7CFE-F163-4E99-B660-AEAC8C226830}" srcId="{A615D9D9-D56F-41A8-9153-1EFAA560D0DA}" destId="{2CBA0BF4-54E2-463B-A849-54D5EA677FA1}" srcOrd="1" destOrd="0" parTransId="{4F90CE70-FDB9-482E-872A-FB749A74679E}" sibTransId="{27B71916-E1C4-4422-88F2-BF814AD87ACA}"/>
    <dgm:cxn modelId="{6E276574-7DCB-4F23-971E-3A61E6B1CC09}" type="presParOf" srcId="{AF8339A4-4969-4166-8D78-A9668542A120}" destId="{019FCDB0-C8B1-46E5-B61B-3A4F354739C3}" srcOrd="0" destOrd="0" presId="urn:microsoft.com/office/officeart/2018/5/layout/CenteredIconLabelDescriptionList"/>
    <dgm:cxn modelId="{9E9F7899-CD5B-48C7-BE63-844B32BA2501}" type="presParOf" srcId="{019FCDB0-C8B1-46E5-B61B-3A4F354739C3}" destId="{30631440-BC67-43E5-999A-82C9909AA415}" srcOrd="0" destOrd="0" presId="urn:microsoft.com/office/officeart/2018/5/layout/CenteredIconLabelDescriptionList"/>
    <dgm:cxn modelId="{960D8D2F-B70E-452C-B09E-B0850159537D}" type="presParOf" srcId="{019FCDB0-C8B1-46E5-B61B-3A4F354739C3}" destId="{CD6BF89B-2847-4D78-BDDC-6F3106D28948}" srcOrd="1" destOrd="0" presId="urn:microsoft.com/office/officeart/2018/5/layout/CenteredIconLabelDescriptionList"/>
    <dgm:cxn modelId="{15895672-33CA-4E8F-9DEA-D0B36C3E74B5}" type="presParOf" srcId="{019FCDB0-C8B1-46E5-B61B-3A4F354739C3}" destId="{3A0F7255-1AD6-4693-BC0F-CDDA6BA38820}" srcOrd="2" destOrd="0" presId="urn:microsoft.com/office/officeart/2018/5/layout/CenteredIconLabelDescriptionList"/>
    <dgm:cxn modelId="{62CA779B-FFAF-4C48-B028-8623943B538B}" type="presParOf" srcId="{019FCDB0-C8B1-46E5-B61B-3A4F354739C3}" destId="{16BE5E57-1543-4EC7-8AD3-FC01159DF563}" srcOrd="3" destOrd="0" presId="urn:microsoft.com/office/officeart/2018/5/layout/CenteredIconLabelDescriptionList"/>
    <dgm:cxn modelId="{DD2A940C-53F4-452C-9D4E-2EBD746D7A7B}" type="presParOf" srcId="{019FCDB0-C8B1-46E5-B61B-3A4F354739C3}" destId="{464C32C9-97E0-4FAC-AB96-14BD65EC5CF4}" srcOrd="4" destOrd="0" presId="urn:microsoft.com/office/officeart/2018/5/layout/CenteredIconLabelDescriptionList"/>
    <dgm:cxn modelId="{D86DEA2B-B2D6-4C32-9D40-F8D436DB33FF}" type="presParOf" srcId="{AF8339A4-4969-4166-8D78-A9668542A120}" destId="{586272C0-62EA-4692-B2AD-57761F3A185F}" srcOrd="1" destOrd="0" presId="urn:microsoft.com/office/officeart/2018/5/layout/CenteredIconLabelDescriptionList"/>
    <dgm:cxn modelId="{CF85A589-11E4-4103-9A76-489A36AC8F24}" type="presParOf" srcId="{AF8339A4-4969-4166-8D78-A9668542A120}" destId="{FF849A67-248E-4842-8CD8-34B304EA12F3}" srcOrd="2" destOrd="0" presId="urn:microsoft.com/office/officeart/2018/5/layout/CenteredIconLabelDescriptionList"/>
    <dgm:cxn modelId="{9F45F783-5249-4067-8706-710ECDB680A6}" type="presParOf" srcId="{FF849A67-248E-4842-8CD8-34B304EA12F3}" destId="{859557B7-7AD7-41A8-ACCC-0BA2B42C1833}" srcOrd="0" destOrd="0" presId="urn:microsoft.com/office/officeart/2018/5/layout/CenteredIconLabelDescriptionList"/>
    <dgm:cxn modelId="{7433448A-5318-428B-8518-08EA77DD51F4}" type="presParOf" srcId="{FF849A67-248E-4842-8CD8-34B304EA12F3}" destId="{30ABB94C-835E-497D-9A51-BAC8F9D2CF6D}" srcOrd="1" destOrd="0" presId="urn:microsoft.com/office/officeart/2018/5/layout/CenteredIconLabelDescriptionList"/>
    <dgm:cxn modelId="{627AE00A-C4B4-4DE1-A9EE-92324D7D9D21}" type="presParOf" srcId="{FF849A67-248E-4842-8CD8-34B304EA12F3}" destId="{0691EB6A-B71C-45E5-9D36-0DE3C91EDE8E}" srcOrd="2" destOrd="0" presId="urn:microsoft.com/office/officeart/2018/5/layout/CenteredIconLabelDescriptionList"/>
    <dgm:cxn modelId="{2A94F537-60C5-4C76-9A74-6F82D7BD1748}" type="presParOf" srcId="{FF849A67-248E-4842-8CD8-34B304EA12F3}" destId="{CEE4D9A9-0661-4637-B0BF-2DF06C9F2516}" srcOrd="3" destOrd="0" presId="urn:microsoft.com/office/officeart/2018/5/layout/CenteredIconLabelDescriptionList"/>
    <dgm:cxn modelId="{7DA67DA3-48C0-49CC-AB85-AFFF137869F5}" type="presParOf" srcId="{FF849A67-248E-4842-8CD8-34B304EA12F3}" destId="{344511C2-B581-4A2F-A53C-47FD4732B07C}" srcOrd="4" destOrd="0" presId="urn:microsoft.com/office/officeart/2018/5/layout/CenteredIconLabelDescriptionList"/>
    <dgm:cxn modelId="{42BFCF92-AE3D-4ADD-9F22-E6B8BE3CF809}" type="presParOf" srcId="{AF8339A4-4969-4166-8D78-A9668542A120}" destId="{B18AE2A2-C1E9-4ACA-8F8E-6330526F9B00}" srcOrd="3" destOrd="0" presId="urn:microsoft.com/office/officeart/2018/5/layout/CenteredIconLabelDescriptionList"/>
    <dgm:cxn modelId="{6D64656F-D3AD-45F0-986C-5240C179612D}" type="presParOf" srcId="{AF8339A4-4969-4166-8D78-A9668542A120}" destId="{492266CD-7AE6-44C6-90CA-F5A56F6EF7C4}" srcOrd="4" destOrd="0" presId="urn:microsoft.com/office/officeart/2018/5/layout/CenteredIconLabelDescriptionList"/>
    <dgm:cxn modelId="{26F32001-1388-48EE-A69C-BA956CBF3C5C}" type="presParOf" srcId="{492266CD-7AE6-44C6-90CA-F5A56F6EF7C4}" destId="{9AE7C2E3-CC14-4B41-BF36-F8DEF0DC3CED}" srcOrd="0" destOrd="0" presId="urn:microsoft.com/office/officeart/2018/5/layout/CenteredIconLabelDescriptionList"/>
    <dgm:cxn modelId="{B79D74A3-F018-4B49-9E8C-03048106DC31}" type="presParOf" srcId="{492266CD-7AE6-44C6-90CA-F5A56F6EF7C4}" destId="{6BF9EC99-6526-46FA-B3E6-9E5E0938F110}" srcOrd="1" destOrd="0" presId="urn:microsoft.com/office/officeart/2018/5/layout/CenteredIconLabelDescriptionList"/>
    <dgm:cxn modelId="{4715EFA7-2340-462B-89C4-005E2E116DA5}" type="presParOf" srcId="{492266CD-7AE6-44C6-90CA-F5A56F6EF7C4}" destId="{FFCE3B9E-67C9-4544-9F38-A420A90EFFDB}" srcOrd="2" destOrd="0" presId="urn:microsoft.com/office/officeart/2018/5/layout/CenteredIconLabelDescriptionList"/>
    <dgm:cxn modelId="{5D8A612B-918D-4313-B260-669A38608707}" type="presParOf" srcId="{492266CD-7AE6-44C6-90CA-F5A56F6EF7C4}" destId="{5BCC3A51-DC3C-443E-991D-6A6156C1DEEE}" srcOrd="3" destOrd="0" presId="urn:microsoft.com/office/officeart/2018/5/layout/CenteredIconLabelDescriptionList"/>
    <dgm:cxn modelId="{CF3FCD3C-FDD4-48DC-AE05-14C6E65E8C22}" type="presParOf" srcId="{492266CD-7AE6-44C6-90CA-F5A56F6EF7C4}" destId="{706B9664-41A4-4BB4-B2AA-4220C06F7950}" srcOrd="4" destOrd="0" presId="urn:microsoft.com/office/officeart/2018/5/layout/CenteredIconLabelDescriptionList"/>
  </dgm:cxnLst>
  <dgm:bg>
    <a:effectLst/>
  </dgm:bg>
  <dgm:whole>
    <a:ln>
      <a:noFill/>
    </a:ln>
  </dgm:whole>
  <dgm:extLst>
    <a:ext uri="http://schemas.microsoft.com/office/drawing/2008/diagram">
      <dsp:dataModelExt xmlns:dsp="http://schemas.microsoft.com/office/drawing/2008/diagram" relId="rId6" minVer="http://schemas.openxmlformats.org/drawingml/2006/diagram"/>
    </a:ext>
  </dgm:extLst>
</dgm:dataModel>
</file>

<file path=ppt/diagrams/data43.xml><?xml version="1.0" encoding="utf-8"?>
<dgm:dataModel xmlns:dgm="http://schemas.openxmlformats.org/drawingml/2006/diagram" xmlns:a="http://schemas.openxmlformats.org/drawingml/2006/main">
  <dgm:ptLst>
    <dgm:pt modelId="{1B651A8D-5D05-42AF-BC9B-C1C136929AD8}" type="doc">
      <dgm:prSet loTypeId="urn:microsoft.com/office/officeart/2005/8/layout/hierarchy3" loCatId="list" qsTypeId="urn:microsoft.com/office/officeart/2005/8/quickstyle/simple1" qsCatId="simple" csTypeId="urn:microsoft.com/office/officeart/2005/8/colors/accent1_2" csCatId="accent1" phldr="1"/>
      <dgm:spPr/>
      <dgm:t>
        <a:bodyPr/>
        <a:lstStyle/>
        <a:p>
          <a:endParaRPr lang="en-US"/>
        </a:p>
      </dgm:t>
    </dgm:pt>
    <dgm:pt modelId="{75F53EF7-5169-4021-9CFC-525A4A83CE20}">
      <dgm:prSet/>
      <dgm:spPr/>
      <dgm:t>
        <a:bodyPr/>
        <a:lstStyle/>
        <a:p>
          <a:r>
            <a:rPr lang="en-US" dirty="0"/>
            <a:t>New updated data</a:t>
          </a:r>
        </a:p>
      </dgm:t>
    </dgm:pt>
    <dgm:pt modelId="{DACDF8AE-C645-4D99-86C3-24B11DB2ED80}" type="parTrans" cxnId="{8E02A750-F180-4FD4-B630-A280ED8FFB72}">
      <dgm:prSet/>
      <dgm:spPr/>
      <dgm:t>
        <a:bodyPr/>
        <a:lstStyle/>
        <a:p>
          <a:endParaRPr lang="en-US"/>
        </a:p>
      </dgm:t>
    </dgm:pt>
    <dgm:pt modelId="{FA5707A0-D63D-4574-9630-03B52BFF237B}" type="sibTrans" cxnId="{8E02A750-F180-4FD4-B630-A280ED8FFB72}">
      <dgm:prSet/>
      <dgm:spPr/>
      <dgm:t>
        <a:bodyPr/>
        <a:lstStyle/>
        <a:p>
          <a:endParaRPr lang="en-US"/>
        </a:p>
      </dgm:t>
    </dgm:pt>
    <dgm:pt modelId="{AE071F18-F17D-4629-AE95-771A867E0719}">
      <dgm:prSet>
        <dgm:style>
          <a:lnRef idx="1">
            <a:schemeClr val="dk1"/>
          </a:lnRef>
          <a:fillRef idx="2">
            <a:schemeClr val="dk1"/>
          </a:fillRef>
          <a:effectRef idx="1">
            <a:schemeClr val="dk1"/>
          </a:effectRef>
          <a:fontRef idx="minor">
            <a:schemeClr val="dk1"/>
          </a:fontRef>
        </dgm:style>
      </dgm:prSet>
      <dgm:spPr/>
      <dgm:t>
        <a:bodyPr/>
        <a:lstStyle/>
        <a:p>
          <a:r>
            <a:rPr lang="en-US" dirty="0"/>
            <a:t>ITEM1_DESC mapping</a:t>
          </a:r>
        </a:p>
      </dgm:t>
    </dgm:pt>
    <dgm:pt modelId="{16AA91F5-A7B7-4763-A969-77139E533FD9}" type="parTrans" cxnId="{73922E29-1062-42A1-97F8-70575496D607}">
      <dgm:prSet/>
      <dgm:spPr/>
      <dgm:t>
        <a:bodyPr/>
        <a:lstStyle/>
        <a:p>
          <a:endParaRPr lang="en-US"/>
        </a:p>
      </dgm:t>
    </dgm:pt>
    <dgm:pt modelId="{38CFBB8F-F5F3-4C73-83A7-1CE25718BF34}" type="sibTrans" cxnId="{73922E29-1062-42A1-97F8-70575496D607}">
      <dgm:prSet/>
      <dgm:spPr/>
      <dgm:t>
        <a:bodyPr/>
        <a:lstStyle/>
        <a:p>
          <a:endParaRPr lang="en-US"/>
        </a:p>
      </dgm:t>
    </dgm:pt>
    <dgm:pt modelId="{27F8191F-A2ED-4742-B4AB-66EEC8005200}">
      <dgm:prSet>
        <dgm:style>
          <a:lnRef idx="1">
            <a:schemeClr val="accent2"/>
          </a:lnRef>
          <a:fillRef idx="2">
            <a:schemeClr val="accent2"/>
          </a:fillRef>
          <a:effectRef idx="1">
            <a:schemeClr val="accent2"/>
          </a:effectRef>
          <a:fontRef idx="minor">
            <a:schemeClr val="dk1"/>
          </a:fontRef>
        </dgm:style>
      </dgm:prSet>
      <dgm:spPr/>
      <dgm:t>
        <a:bodyPr/>
        <a:lstStyle/>
        <a:p>
          <a:r>
            <a:rPr lang="en-US" dirty="0"/>
            <a:t>Train data: 50248</a:t>
          </a:r>
        </a:p>
      </dgm:t>
    </dgm:pt>
    <dgm:pt modelId="{91E627DA-87AF-43DC-B267-42905BEE2984}" type="parTrans" cxnId="{A8C25644-6747-4389-B82E-7D4BEFAD1646}">
      <dgm:prSet/>
      <dgm:spPr/>
      <dgm:t>
        <a:bodyPr/>
        <a:lstStyle/>
        <a:p>
          <a:endParaRPr lang="en-US"/>
        </a:p>
      </dgm:t>
    </dgm:pt>
    <dgm:pt modelId="{CD7B6C4B-24A6-4644-82D2-7E8B87051B5D}" type="sibTrans" cxnId="{A8C25644-6747-4389-B82E-7D4BEFAD1646}">
      <dgm:prSet/>
      <dgm:spPr/>
      <dgm:t>
        <a:bodyPr/>
        <a:lstStyle/>
        <a:p>
          <a:endParaRPr lang="en-US"/>
        </a:p>
      </dgm:t>
    </dgm:pt>
    <dgm:pt modelId="{4FFB34D1-1E00-4648-8F59-AAC3BFA6F8B2}">
      <dgm:prSet>
        <dgm:style>
          <a:lnRef idx="1">
            <a:schemeClr val="dk1"/>
          </a:lnRef>
          <a:fillRef idx="2">
            <a:schemeClr val="dk1"/>
          </a:fillRef>
          <a:effectRef idx="1">
            <a:schemeClr val="dk1"/>
          </a:effectRef>
          <a:fontRef idx="minor">
            <a:schemeClr val="dk1"/>
          </a:fontRef>
        </dgm:style>
      </dgm:prSet>
      <dgm:spPr/>
      <dgm:t>
        <a:bodyPr/>
        <a:lstStyle/>
        <a:p>
          <a:r>
            <a:rPr lang="en-US" dirty="0"/>
            <a:t>Unique: 89</a:t>
          </a:r>
        </a:p>
      </dgm:t>
    </dgm:pt>
    <dgm:pt modelId="{CFE48C79-5DCE-434C-9F46-8D7C97A980A7}" type="parTrans" cxnId="{F5F8858B-397A-44FB-BE44-306407B2B340}">
      <dgm:prSet/>
      <dgm:spPr/>
      <dgm:t>
        <a:bodyPr/>
        <a:lstStyle/>
        <a:p>
          <a:endParaRPr lang="en-US"/>
        </a:p>
      </dgm:t>
    </dgm:pt>
    <dgm:pt modelId="{2A3F7B67-10D3-4F60-A714-82185BBEA347}" type="sibTrans" cxnId="{F5F8858B-397A-44FB-BE44-306407B2B340}">
      <dgm:prSet/>
      <dgm:spPr/>
      <dgm:t>
        <a:bodyPr/>
        <a:lstStyle/>
        <a:p>
          <a:endParaRPr lang="en-US"/>
        </a:p>
      </dgm:t>
    </dgm:pt>
    <dgm:pt modelId="{28C5DF32-03E7-4E89-82E9-8DADF9951A3D}">
      <dgm:prSet>
        <dgm:style>
          <a:lnRef idx="1">
            <a:schemeClr val="dk1"/>
          </a:lnRef>
          <a:fillRef idx="2">
            <a:schemeClr val="dk1"/>
          </a:fillRef>
          <a:effectRef idx="1">
            <a:schemeClr val="dk1"/>
          </a:effectRef>
          <a:fontRef idx="minor">
            <a:schemeClr val="dk1"/>
          </a:fontRef>
        </dgm:style>
      </dgm:prSet>
      <dgm:spPr/>
      <dgm:t>
        <a:bodyPr/>
        <a:lstStyle/>
        <a:p>
          <a:r>
            <a:rPr lang="en-US" dirty="0"/>
            <a:t>Total: 1770</a:t>
          </a:r>
        </a:p>
      </dgm:t>
    </dgm:pt>
    <dgm:pt modelId="{163820F5-E465-4808-BA95-2F246D4ABA01}" type="parTrans" cxnId="{52D9A917-C5B6-4A52-B112-7198F16FB729}">
      <dgm:prSet/>
      <dgm:spPr/>
      <dgm:t>
        <a:bodyPr/>
        <a:lstStyle/>
        <a:p>
          <a:endParaRPr lang="en-US"/>
        </a:p>
      </dgm:t>
    </dgm:pt>
    <dgm:pt modelId="{29CEBA99-B6A2-4941-8511-B2609676A5B0}" type="sibTrans" cxnId="{52D9A917-C5B6-4A52-B112-7198F16FB729}">
      <dgm:prSet/>
      <dgm:spPr/>
      <dgm:t>
        <a:bodyPr/>
        <a:lstStyle/>
        <a:p>
          <a:endParaRPr lang="en-US"/>
        </a:p>
      </dgm:t>
    </dgm:pt>
    <dgm:pt modelId="{6E3528FC-B10D-4CD6-9419-EC2650FDED1C}">
      <dgm:prSet>
        <dgm:style>
          <a:lnRef idx="1">
            <a:schemeClr val="dk1"/>
          </a:lnRef>
          <a:fillRef idx="2">
            <a:schemeClr val="dk1"/>
          </a:fillRef>
          <a:effectRef idx="1">
            <a:schemeClr val="dk1"/>
          </a:effectRef>
          <a:fontRef idx="minor">
            <a:schemeClr val="dk1"/>
          </a:fontRef>
        </dgm:style>
      </dgm:prSet>
      <dgm:spPr/>
      <dgm:t>
        <a:bodyPr/>
        <a:lstStyle/>
        <a:p>
          <a:r>
            <a:rPr lang="en-US" dirty="0"/>
            <a:t>TF cat: 74.51</a:t>
          </a:r>
        </a:p>
      </dgm:t>
    </dgm:pt>
    <dgm:pt modelId="{821E27F6-8DB5-46AB-A4F1-FC71A858F117}" type="parTrans" cxnId="{FB991664-2DD2-47EE-98FA-701DDA4928D7}">
      <dgm:prSet/>
      <dgm:spPr/>
      <dgm:t>
        <a:bodyPr/>
        <a:lstStyle/>
        <a:p>
          <a:endParaRPr lang="en-US"/>
        </a:p>
      </dgm:t>
    </dgm:pt>
    <dgm:pt modelId="{8D689E91-FB57-4A3B-A082-061F661119EF}" type="sibTrans" cxnId="{FB991664-2DD2-47EE-98FA-701DDA4928D7}">
      <dgm:prSet/>
      <dgm:spPr/>
      <dgm:t>
        <a:bodyPr/>
        <a:lstStyle/>
        <a:p>
          <a:endParaRPr lang="en-US"/>
        </a:p>
      </dgm:t>
    </dgm:pt>
    <dgm:pt modelId="{D7C1B807-8A19-4059-86F1-996E8D2C860A}">
      <dgm:prSet>
        <dgm:style>
          <a:lnRef idx="1">
            <a:schemeClr val="dk1"/>
          </a:lnRef>
          <a:fillRef idx="2">
            <a:schemeClr val="dk1"/>
          </a:fillRef>
          <a:effectRef idx="1">
            <a:schemeClr val="dk1"/>
          </a:effectRef>
          <a:fontRef idx="minor">
            <a:schemeClr val="dk1"/>
          </a:fontRef>
        </dgm:style>
      </dgm:prSet>
      <dgm:spPr/>
      <dgm:t>
        <a:bodyPr/>
        <a:lstStyle/>
        <a:p>
          <a:r>
            <a:rPr lang="en-US" dirty="0"/>
            <a:t>TF var: 96.10</a:t>
          </a:r>
        </a:p>
      </dgm:t>
    </dgm:pt>
    <dgm:pt modelId="{5D953AF4-36F6-4DC7-AAFF-09F9E3833D19}" type="parTrans" cxnId="{5967AFE9-1FC5-45A6-8993-EB6E9440BC0E}">
      <dgm:prSet/>
      <dgm:spPr/>
      <dgm:t>
        <a:bodyPr/>
        <a:lstStyle/>
        <a:p>
          <a:endParaRPr lang="en-US"/>
        </a:p>
      </dgm:t>
    </dgm:pt>
    <dgm:pt modelId="{AE042DAF-93AE-40C8-95E1-B3D014B4320A}" type="sibTrans" cxnId="{5967AFE9-1FC5-45A6-8993-EB6E9440BC0E}">
      <dgm:prSet/>
      <dgm:spPr/>
      <dgm:t>
        <a:bodyPr/>
        <a:lstStyle/>
        <a:p>
          <a:endParaRPr lang="en-US"/>
        </a:p>
      </dgm:t>
    </dgm:pt>
    <dgm:pt modelId="{8011EA95-D8B6-4D8A-AD4D-B37CBD9257BF}">
      <dgm:prSet>
        <dgm:style>
          <a:lnRef idx="0">
            <a:schemeClr val="accent5"/>
          </a:lnRef>
          <a:fillRef idx="3">
            <a:schemeClr val="accent5"/>
          </a:fillRef>
          <a:effectRef idx="3">
            <a:schemeClr val="accent5"/>
          </a:effectRef>
          <a:fontRef idx="minor">
            <a:schemeClr val="lt1"/>
          </a:fontRef>
        </dgm:style>
      </dgm:prSet>
      <dgm:spPr/>
      <dgm:t>
        <a:bodyPr/>
        <a:lstStyle/>
        <a:p>
          <a:r>
            <a:rPr lang="en-US" dirty="0"/>
            <a:t>FastText</a:t>
          </a:r>
        </a:p>
      </dgm:t>
    </dgm:pt>
    <dgm:pt modelId="{13365783-7739-4B88-AD23-8F4BDF63DB80}" type="parTrans" cxnId="{BE686BB9-AC9E-46AB-9747-2DE9045E9A74}">
      <dgm:prSet/>
      <dgm:spPr/>
      <dgm:t>
        <a:bodyPr/>
        <a:lstStyle/>
        <a:p>
          <a:endParaRPr lang="en-US"/>
        </a:p>
      </dgm:t>
    </dgm:pt>
    <dgm:pt modelId="{4163E7C5-71A1-49C6-85AB-E8725CA9ACFE}" type="sibTrans" cxnId="{BE686BB9-AC9E-46AB-9747-2DE9045E9A74}">
      <dgm:prSet/>
      <dgm:spPr/>
      <dgm:t>
        <a:bodyPr/>
        <a:lstStyle/>
        <a:p>
          <a:endParaRPr lang="en-US"/>
        </a:p>
      </dgm:t>
    </dgm:pt>
    <dgm:pt modelId="{541A2259-D230-4D18-9586-E5E5A1CCA6A9}">
      <dgm:prSet>
        <dgm:style>
          <a:lnRef idx="1">
            <a:schemeClr val="accent5"/>
          </a:lnRef>
          <a:fillRef idx="2">
            <a:schemeClr val="accent5"/>
          </a:fillRef>
          <a:effectRef idx="1">
            <a:schemeClr val="accent5"/>
          </a:effectRef>
          <a:fontRef idx="minor">
            <a:schemeClr val="dk1"/>
          </a:fontRef>
        </dgm:style>
      </dgm:prSet>
      <dgm:spPr/>
      <dgm:t>
        <a:bodyPr/>
        <a:lstStyle/>
        <a:p>
          <a:r>
            <a:rPr lang="en-US" dirty="0"/>
            <a:t>Results not consistent</a:t>
          </a:r>
        </a:p>
      </dgm:t>
    </dgm:pt>
    <dgm:pt modelId="{AF80C2AA-811C-4435-8735-82C4A02DA7F3}" type="parTrans" cxnId="{9C510C50-DBC1-455D-90A8-A68B2F8A11AA}">
      <dgm:prSet/>
      <dgm:spPr/>
      <dgm:t>
        <a:bodyPr/>
        <a:lstStyle/>
        <a:p>
          <a:endParaRPr lang="en-US"/>
        </a:p>
      </dgm:t>
    </dgm:pt>
    <dgm:pt modelId="{D5CB0368-85EB-45A2-8CCA-B27DD3D77E03}" type="sibTrans" cxnId="{9C510C50-DBC1-455D-90A8-A68B2F8A11AA}">
      <dgm:prSet/>
      <dgm:spPr/>
      <dgm:t>
        <a:bodyPr/>
        <a:lstStyle/>
        <a:p>
          <a:endParaRPr lang="en-US"/>
        </a:p>
      </dgm:t>
    </dgm:pt>
    <dgm:pt modelId="{45868E65-FF1C-4184-91E5-610610F5B344}">
      <dgm:prSet>
        <dgm:style>
          <a:lnRef idx="0">
            <a:schemeClr val="accent6"/>
          </a:lnRef>
          <a:fillRef idx="3">
            <a:schemeClr val="accent6"/>
          </a:fillRef>
          <a:effectRef idx="3">
            <a:schemeClr val="accent6"/>
          </a:effectRef>
          <a:fontRef idx="minor">
            <a:schemeClr val="lt1"/>
          </a:fontRef>
        </dgm:style>
      </dgm:prSet>
      <dgm:spPr/>
      <dgm:t>
        <a:bodyPr/>
        <a:lstStyle/>
        <a:p>
          <a:r>
            <a:rPr lang="en-US" dirty="0"/>
            <a:t>Voting hard</a:t>
          </a:r>
        </a:p>
      </dgm:t>
    </dgm:pt>
    <dgm:pt modelId="{29DD7CF0-662C-4AB4-BAE5-BA504C153554}" type="parTrans" cxnId="{D6AA58D9-820F-46F7-AD3E-F5E2CBCCAD1C}">
      <dgm:prSet/>
      <dgm:spPr/>
      <dgm:t>
        <a:bodyPr/>
        <a:lstStyle/>
        <a:p>
          <a:endParaRPr lang="en-US"/>
        </a:p>
      </dgm:t>
    </dgm:pt>
    <dgm:pt modelId="{AB1AC22B-2B5A-4B40-BED0-7D86F2EDDFFE}" type="sibTrans" cxnId="{D6AA58D9-820F-46F7-AD3E-F5E2CBCCAD1C}">
      <dgm:prSet/>
      <dgm:spPr/>
      <dgm:t>
        <a:bodyPr/>
        <a:lstStyle/>
        <a:p>
          <a:endParaRPr lang="en-US"/>
        </a:p>
      </dgm:t>
    </dgm:pt>
    <dgm:pt modelId="{24A6CE23-4B32-4C6F-BC29-30B318773511}">
      <dgm:prSet>
        <dgm:style>
          <a:lnRef idx="1">
            <a:schemeClr val="accent5"/>
          </a:lnRef>
          <a:fillRef idx="2">
            <a:schemeClr val="accent5"/>
          </a:fillRef>
          <a:effectRef idx="1">
            <a:schemeClr val="accent5"/>
          </a:effectRef>
          <a:fontRef idx="minor">
            <a:schemeClr val="dk1"/>
          </a:fontRef>
        </dgm:style>
      </dgm:prSet>
      <dgm:spPr/>
      <dgm:t>
        <a:bodyPr/>
        <a:lstStyle/>
        <a:p>
          <a:r>
            <a:rPr lang="en-US" dirty="0"/>
            <a:t>TF cat best: 68.67</a:t>
          </a:r>
        </a:p>
      </dgm:t>
    </dgm:pt>
    <dgm:pt modelId="{82FFBE00-9817-4F4C-AB8D-D5FC3553935C}" type="parTrans" cxnId="{4600F820-0E9B-4C0A-B4B2-37547E22E740}">
      <dgm:prSet/>
      <dgm:spPr/>
      <dgm:t>
        <a:bodyPr/>
        <a:lstStyle/>
        <a:p>
          <a:endParaRPr lang="en-US"/>
        </a:p>
      </dgm:t>
    </dgm:pt>
    <dgm:pt modelId="{74FA1104-8FD8-4F65-93A1-878F034E982F}" type="sibTrans" cxnId="{4600F820-0E9B-4C0A-B4B2-37547E22E740}">
      <dgm:prSet/>
      <dgm:spPr/>
      <dgm:t>
        <a:bodyPr/>
        <a:lstStyle/>
        <a:p>
          <a:endParaRPr lang="en-US"/>
        </a:p>
      </dgm:t>
    </dgm:pt>
    <dgm:pt modelId="{217AC7CB-5F79-4EDD-88C1-DF800C5E6551}">
      <dgm:prSet>
        <dgm:style>
          <a:lnRef idx="1">
            <a:schemeClr val="accent5"/>
          </a:lnRef>
          <a:fillRef idx="2">
            <a:schemeClr val="accent5"/>
          </a:fillRef>
          <a:effectRef idx="1">
            <a:schemeClr val="accent5"/>
          </a:effectRef>
          <a:fontRef idx="minor">
            <a:schemeClr val="dk1"/>
          </a:fontRef>
        </dgm:style>
      </dgm:prSet>
      <dgm:spPr/>
      <dgm:t>
        <a:bodyPr/>
        <a:lstStyle/>
        <a:p>
          <a:r>
            <a:rPr lang="en-US" dirty="0"/>
            <a:t>TF var best: 73.70</a:t>
          </a:r>
        </a:p>
      </dgm:t>
    </dgm:pt>
    <dgm:pt modelId="{6FE932E4-1D12-42B2-B7DF-417DEC918FFC}" type="parTrans" cxnId="{87F2F5D3-9882-4BC9-B74C-701D8303B918}">
      <dgm:prSet/>
      <dgm:spPr/>
      <dgm:t>
        <a:bodyPr/>
        <a:lstStyle/>
        <a:p>
          <a:endParaRPr lang="en-US"/>
        </a:p>
      </dgm:t>
    </dgm:pt>
    <dgm:pt modelId="{3705939B-CD49-45D2-B705-97E90E8F67AD}" type="sibTrans" cxnId="{87F2F5D3-9882-4BC9-B74C-701D8303B918}">
      <dgm:prSet/>
      <dgm:spPr/>
      <dgm:t>
        <a:bodyPr/>
        <a:lstStyle/>
        <a:p>
          <a:endParaRPr lang="en-US"/>
        </a:p>
      </dgm:t>
    </dgm:pt>
    <dgm:pt modelId="{21073FA7-EB67-4E05-ACE3-7D54AD29EACD}">
      <dgm:prSet>
        <dgm:style>
          <a:lnRef idx="1">
            <a:schemeClr val="accent6"/>
          </a:lnRef>
          <a:fillRef idx="2">
            <a:schemeClr val="accent6"/>
          </a:fillRef>
          <a:effectRef idx="1">
            <a:schemeClr val="accent6"/>
          </a:effectRef>
          <a:fontRef idx="minor">
            <a:schemeClr val="dk1"/>
          </a:fontRef>
        </dgm:style>
      </dgm:prSet>
      <dgm:spPr/>
      <dgm:t>
        <a:bodyPr/>
        <a:lstStyle/>
        <a:p>
          <a:r>
            <a:rPr lang="en-US" dirty="0"/>
            <a:t>Random state </a:t>
          </a:r>
        </a:p>
      </dgm:t>
    </dgm:pt>
    <dgm:pt modelId="{4D69E230-59E8-4307-9388-35FC819F7582}" type="parTrans" cxnId="{B21A4F60-A48C-44FF-8521-469188DEEFD8}">
      <dgm:prSet/>
      <dgm:spPr/>
      <dgm:t>
        <a:bodyPr/>
        <a:lstStyle/>
        <a:p>
          <a:endParaRPr lang="en-US"/>
        </a:p>
      </dgm:t>
    </dgm:pt>
    <dgm:pt modelId="{E2C1C13E-F3B7-48EA-8C75-D4BB888096BF}" type="sibTrans" cxnId="{B21A4F60-A48C-44FF-8521-469188DEEFD8}">
      <dgm:prSet/>
      <dgm:spPr/>
      <dgm:t>
        <a:bodyPr/>
        <a:lstStyle/>
        <a:p>
          <a:endParaRPr lang="en-US"/>
        </a:p>
      </dgm:t>
    </dgm:pt>
    <dgm:pt modelId="{0B882D7C-C044-4668-B7F3-D17507AE11D3}">
      <dgm:prSet>
        <dgm:style>
          <a:lnRef idx="1">
            <a:schemeClr val="accent6"/>
          </a:lnRef>
          <a:fillRef idx="2">
            <a:schemeClr val="accent6"/>
          </a:fillRef>
          <a:effectRef idx="1">
            <a:schemeClr val="accent6"/>
          </a:effectRef>
          <a:fontRef idx="minor">
            <a:schemeClr val="dk1"/>
          </a:fontRef>
        </dgm:style>
      </dgm:prSet>
      <dgm:spPr/>
      <dgm:t>
        <a:bodyPr/>
        <a:lstStyle/>
        <a:p>
          <a:r>
            <a:rPr lang="en-US" dirty="0"/>
            <a:t>Solver for Logistic</a:t>
          </a:r>
        </a:p>
      </dgm:t>
    </dgm:pt>
    <dgm:pt modelId="{1B44388C-93F4-4B74-8490-14E707DA3F3B}" type="parTrans" cxnId="{955FA05D-8A1E-4CB8-90F4-A526A23110B2}">
      <dgm:prSet/>
      <dgm:spPr/>
      <dgm:t>
        <a:bodyPr/>
        <a:lstStyle/>
        <a:p>
          <a:endParaRPr lang="en-US"/>
        </a:p>
      </dgm:t>
    </dgm:pt>
    <dgm:pt modelId="{92AA0867-4BFB-4F62-B826-8A6F7C6A61CF}" type="sibTrans" cxnId="{955FA05D-8A1E-4CB8-90F4-A526A23110B2}">
      <dgm:prSet/>
      <dgm:spPr/>
      <dgm:t>
        <a:bodyPr/>
        <a:lstStyle/>
        <a:p>
          <a:endParaRPr lang="en-US"/>
        </a:p>
      </dgm:t>
    </dgm:pt>
    <dgm:pt modelId="{3518B09F-1B01-485C-8BFE-D91D6BD6FCA8}">
      <dgm:prSet>
        <dgm:style>
          <a:lnRef idx="1">
            <a:schemeClr val="accent6"/>
          </a:lnRef>
          <a:fillRef idx="2">
            <a:schemeClr val="accent6"/>
          </a:fillRef>
          <a:effectRef idx="1">
            <a:schemeClr val="accent6"/>
          </a:effectRef>
          <a:fontRef idx="minor">
            <a:schemeClr val="dk1"/>
          </a:fontRef>
        </dgm:style>
      </dgm:prSet>
      <dgm:spPr/>
      <dgm:t>
        <a:bodyPr/>
        <a:lstStyle/>
        <a:p>
          <a:r>
            <a:rPr lang="en-US" dirty="0"/>
            <a:t>TF cat best:</a:t>
          </a:r>
        </a:p>
      </dgm:t>
    </dgm:pt>
    <dgm:pt modelId="{4087D829-1F85-43E2-97AB-56F217D5E87A}" type="parTrans" cxnId="{D397B77F-4DE0-420D-9669-136524246B04}">
      <dgm:prSet/>
      <dgm:spPr/>
      <dgm:t>
        <a:bodyPr/>
        <a:lstStyle/>
        <a:p>
          <a:endParaRPr lang="en-US"/>
        </a:p>
      </dgm:t>
    </dgm:pt>
    <dgm:pt modelId="{A6473DA1-2FCF-42EB-BBEC-5FA571AF7E73}" type="sibTrans" cxnId="{D397B77F-4DE0-420D-9669-136524246B04}">
      <dgm:prSet/>
      <dgm:spPr/>
      <dgm:t>
        <a:bodyPr/>
        <a:lstStyle/>
        <a:p>
          <a:endParaRPr lang="en-US"/>
        </a:p>
      </dgm:t>
    </dgm:pt>
    <dgm:pt modelId="{2C86C181-DB90-4066-9865-898881FD119F}">
      <dgm:prSet>
        <dgm:style>
          <a:lnRef idx="1">
            <a:schemeClr val="accent6"/>
          </a:lnRef>
          <a:fillRef idx="2">
            <a:schemeClr val="accent6"/>
          </a:fillRef>
          <a:effectRef idx="1">
            <a:schemeClr val="accent6"/>
          </a:effectRef>
          <a:fontRef idx="minor">
            <a:schemeClr val="dk1"/>
          </a:fontRef>
        </dgm:style>
      </dgm:prSet>
      <dgm:spPr/>
      <dgm:t>
        <a:bodyPr/>
        <a:lstStyle/>
        <a:p>
          <a:r>
            <a:rPr lang="en-US" dirty="0"/>
            <a:t>TF var best:</a:t>
          </a:r>
        </a:p>
      </dgm:t>
    </dgm:pt>
    <dgm:pt modelId="{8992628E-C4BF-4E6B-BD68-33B442B4B157}" type="parTrans" cxnId="{E834595B-654A-425A-AE66-3E0C2E817FC6}">
      <dgm:prSet/>
      <dgm:spPr/>
      <dgm:t>
        <a:bodyPr/>
        <a:lstStyle/>
        <a:p>
          <a:endParaRPr lang="en-US"/>
        </a:p>
      </dgm:t>
    </dgm:pt>
    <dgm:pt modelId="{2A856AAD-FF4F-4324-8DAF-C6E46AD6B5B4}" type="sibTrans" cxnId="{E834595B-654A-425A-AE66-3E0C2E817FC6}">
      <dgm:prSet/>
      <dgm:spPr/>
      <dgm:t>
        <a:bodyPr/>
        <a:lstStyle/>
        <a:p>
          <a:endParaRPr lang="en-US"/>
        </a:p>
      </dgm:t>
    </dgm:pt>
    <dgm:pt modelId="{D218B8E3-3BB2-4A98-9B14-E50F4C7B40A5}">
      <dgm:prSet>
        <dgm:style>
          <a:lnRef idx="0">
            <a:schemeClr val="accent3"/>
          </a:lnRef>
          <a:fillRef idx="3">
            <a:schemeClr val="accent3"/>
          </a:fillRef>
          <a:effectRef idx="3">
            <a:schemeClr val="accent3"/>
          </a:effectRef>
          <a:fontRef idx="minor">
            <a:schemeClr val="lt1"/>
          </a:fontRef>
        </dgm:style>
      </dgm:prSet>
      <dgm:spPr/>
      <dgm:t>
        <a:bodyPr/>
        <a:lstStyle/>
        <a:p>
          <a:r>
            <a:rPr lang="en-US" dirty="0"/>
            <a:t>Fuzzy </a:t>
          </a:r>
          <a:r>
            <a:rPr lang="en-US" dirty="0" err="1"/>
            <a:t>Tfidf</a:t>
          </a:r>
          <a:r>
            <a:rPr lang="en-US" dirty="0"/>
            <a:t> matching of FEAT1</a:t>
          </a:r>
        </a:p>
      </dgm:t>
    </dgm:pt>
    <dgm:pt modelId="{18C1F9C8-7986-4734-8302-1B3496407CC7}" type="parTrans" cxnId="{532F23CD-1B66-4BC5-B632-9615624DA161}">
      <dgm:prSet/>
      <dgm:spPr/>
      <dgm:t>
        <a:bodyPr/>
        <a:lstStyle/>
        <a:p>
          <a:endParaRPr lang="en-US"/>
        </a:p>
      </dgm:t>
    </dgm:pt>
    <dgm:pt modelId="{3F3276C6-6040-45E0-B05C-C2728E470B8B}" type="sibTrans" cxnId="{532F23CD-1B66-4BC5-B632-9615624DA161}">
      <dgm:prSet/>
      <dgm:spPr/>
      <dgm:t>
        <a:bodyPr/>
        <a:lstStyle/>
        <a:p>
          <a:endParaRPr lang="en-US"/>
        </a:p>
      </dgm:t>
    </dgm:pt>
    <dgm:pt modelId="{E7EAE82B-B058-424B-A2CB-47BF6B42DE8C}">
      <dgm:prSet>
        <dgm:style>
          <a:lnRef idx="1">
            <a:schemeClr val="accent3"/>
          </a:lnRef>
          <a:fillRef idx="2">
            <a:schemeClr val="accent3"/>
          </a:fillRef>
          <a:effectRef idx="1">
            <a:schemeClr val="accent3"/>
          </a:effectRef>
          <a:fontRef idx="minor">
            <a:schemeClr val="dk1"/>
          </a:fontRef>
        </dgm:style>
      </dgm:prSet>
      <dgm:spPr/>
      <dgm:t>
        <a:bodyPr/>
        <a:lstStyle/>
        <a:p>
          <a:r>
            <a:rPr lang="en-US" dirty="0"/>
            <a:t>Ratio&gt;=90</a:t>
          </a:r>
        </a:p>
      </dgm:t>
    </dgm:pt>
    <dgm:pt modelId="{DDC75119-9260-42E4-8FD0-6A0F9D309CB3}" type="parTrans" cxnId="{D28FC01E-2748-4982-B56B-5FD5DC716885}">
      <dgm:prSet/>
      <dgm:spPr/>
      <dgm:t>
        <a:bodyPr/>
        <a:lstStyle/>
        <a:p>
          <a:endParaRPr lang="en-US"/>
        </a:p>
      </dgm:t>
    </dgm:pt>
    <dgm:pt modelId="{9FB80F95-8A65-42B5-9284-71E0AB01D73B}" type="sibTrans" cxnId="{D28FC01E-2748-4982-B56B-5FD5DC716885}">
      <dgm:prSet/>
      <dgm:spPr/>
      <dgm:t>
        <a:bodyPr/>
        <a:lstStyle/>
        <a:p>
          <a:endParaRPr lang="en-US"/>
        </a:p>
      </dgm:t>
    </dgm:pt>
    <dgm:pt modelId="{11B0A464-E13D-463E-8DE6-63803428CE7B}">
      <dgm:prSet>
        <dgm:style>
          <a:lnRef idx="1">
            <a:schemeClr val="accent3"/>
          </a:lnRef>
          <a:fillRef idx="2">
            <a:schemeClr val="accent3"/>
          </a:fillRef>
          <a:effectRef idx="1">
            <a:schemeClr val="accent3"/>
          </a:effectRef>
          <a:fontRef idx="minor">
            <a:schemeClr val="dk1"/>
          </a:fontRef>
        </dgm:style>
      </dgm:prSet>
      <dgm:spPr/>
      <dgm:t>
        <a:bodyPr/>
        <a:lstStyle/>
        <a:p>
          <a:r>
            <a:rPr lang="en-US" dirty="0"/>
            <a:t>TF cat: 96.85</a:t>
          </a:r>
        </a:p>
      </dgm:t>
    </dgm:pt>
    <dgm:pt modelId="{3C0C7E07-36C6-4B31-8C1A-3A89A5941F8E}" type="parTrans" cxnId="{0897BDF5-A5F4-4167-9079-341880ACC8B5}">
      <dgm:prSet/>
      <dgm:spPr/>
      <dgm:t>
        <a:bodyPr/>
        <a:lstStyle/>
        <a:p>
          <a:endParaRPr lang="en-US"/>
        </a:p>
      </dgm:t>
    </dgm:pt>
    <dgm:pt modelId="{0CD0FF8D-70CF-4E6D-A70A-8714D532211A}" type="sibTrans" cxnId="{0897BDF5-A5F4-4167-9079-341880ACC8B5}">
      <dgm:prSet/>
      <dgm:spPr/>
      <dgm:t>
        <a:bodyPr/>
        <a:lstStyle/>
        <a:p>
          <a:endParaRPr lang="en-US"/>
        </a:p>
      </dgm:t>
    </dgm:pt>
    <dgm:pt modelId="{419DC530-6F2C-4DF7-8F6B-0047C96B4E31}">
      <dgm:prSet>
        <dgm:style>
          <a:lnRef idx="1">
            <a:schemeClr val="accent3"/>
          </a:lnRef>
          <a:fillRef idx="2">
            <a:schemeClr val="accent3"/>
          </a:fillRef>
          <a:effectRef idx="1">
            <a:schemeClr val="accent3"/>
          </a:effectRef>
          <a:fontRef idx="minor">
            <a:schemeClr val="dk1"/>
          </a:fontRef>
        </dgm:style>
      </dgm:prSet>
      <dgm:spPr/>
      <dgm:t>
        <a:bodyPr/>
        <a:lstStyle/>
        <a:p>
          <a:r>
            <a:rPr lang="en-US" dirty="0"/>
            <a:t>TF var: 95.85</a:t>
          </a:r>
        </a:p>
      </dgm:t>
    </dgm:pt>
    <dgm:pt modelId="{B0693422-F9B5-4CFE-928F-5C15F21E858F}" type="parTrans" cxnId="{CAADC674-7F64-4DD0-9A87-2B1CA293EAE4}">
      <dgm:prSet/>
      <dgm:spPr/>
      <dgm:t>
        <a:bodyPr/>
        <a:lstStyle/>
        <a:p>
          <a:endParaRPr lang="en-US"/>
        </a:p>
      </dgm:t>
    </dgm:pt>
    <dgm:pt modelId="{E3394B24-7BDB-4534-AE22-664F440858C7}" type="sibTrans" cxnId="{CAADC674-7F64-4DD0-9A87-2B1CA293EAE4}">
      <dgm:prSet/>
      <dgm:spPr/>
      <dgm:t>
        <a:bodyPr/>
        <a:lstStyle/>
        <a:p>
          <a:endParaRPr lang="en-US"/>
        </a:p>
      </dgm:t>
    </dgm:pt>
    <dgm:pt modelId="{7B543416-17D0-43E1-9552-9F16641E523A}">
      <dgm:prSet>
        <dgm:style>
          <a:lnRef idx="1">
            <a:schemeClr val="accent3"/>
          </a:lnRef>
          <a:fillRef idx="2">
            <a:schemeClr val="accent3"/>
          </a:fillRef>
          <a:effectRef idx="1">
            <a:schemeClr val="accent3"/>
          </a:effectRef>
          <a:fontRef idx="minor">
            <a:schemeClr val="dk1"/>
          </a:fontRef>
        </dgm:style>
      </dgm:prSet>
      <dgm:spPr/>
      <dgm:t>
        <a:bodyPr/>
        <a:lstStyle/>
        <a:p>
          <a:r>
            <a:rPr lang="en-US" dirty="0"/>
            <a:t>Ratio&gt;=80</a:t>
          </a:r>
        </a:p>
      </dgm:t>
    </dgm:pt>
    <dgm:pt modelId="{F3506760-6083-467D-907D-E1367B4B86A4}" type="parTrans" cxnId="{F3498031-63A0-4C4F-9C18-140A034495E3}">
      <dgm:prSet/>
      <dgm:spPr/>
      <dgm:t>
        <a:bodyPr/>
        <a:lstStyle/>
        <a:p>
          <a:endParaRPr lang="en-US"/>
        </a:p>
      </dgm:t>
    </dgm:pt>
    <dgm:pt modelId="{1460A883-598C-4D58-BD48-91CD9247A759}" type="sibTrans" cxnId="{F3498031-63A0-4C4F-9C18-140A034495E3}">
      <dgm:prSet/>
      <dgm:spPr/>
      <dgm:t>
        <a:bodyPr/>
        <a:lstStyle/>
        <a:p>
          <a:endParaRPr lang="en-US"/>
        </a:p>
      </dgm:t>
    </dgm:pt>
    <dgm:pt modelId="{91D2ED37-2BC1-469A-A181-CAD4AEBC024A}">
      <dgm:prSet>
        <dgm:style>
          <a:lnRef idx="1">
            <a:schemeClr val="accent3"/>
          </a:lnRef>
          <a:fillRef idx="2">
            <a:schemeClr val="accent3"/>
          </a:fillRef>
          <a:effectRef idx="1">
            <a:schemeClr val="accent3"/>
          </a:effectRef>
          <a:fontRef idx="minor">
            <a:schemeClr val="dk1"/>
          </a:fontRef>
        </dgm:style>
      </dgm:prSet>
      <dgm:spPr/>
      <dgm:t>
        <a:bodyPr/>
        <a:lstStyle/>
        <a:p>
          <a:r>
            <a:rPr lang="en-US" dirty="0"/>
            <a:t>TF cat: 97.27</a:t>
          </a:r>
        </a:p>
      </dgm:t>
    </dgm:pt>
    <dgm:pt modelId="{8733ED54-378C-4109-B4F1-04A4146B21F7}" type="parTrans" cxnId="{26EF9E7C-159C-4B9C-BDF2-07F586CA1C52}">
      <dgm:prSet/>
      <dgm:spPr/>
      <dgm:t>
        <a:bodyPr/>
        <a:lstStyle/>
        <a:p>
          <a:endParaRPr lang="en-US"/>
        </a:p>
      </dgm:t>
    </dgm:pt>
    <dgm:pt modelId="{AF42C5AD-CBD0-4889-A08E-9AEB4037FEE1}" type="sibTrans" cxnId="{26EF9E7C-159C-4B9C-BDF2-07F586CA1C52}">
      <dgm:prSet/>
      <dgm:spPr/>
      <dgm:t>
        <a:bodyPr/>
        <a:lstStyle/>
        <a:p>
          <a:endParaRPr lang="en-US"/>
        </a:p>
      </dgm:t>
    </dgm:pt>
    <dgm:pt modelId="{27C74ABA-EA38-40FB-941D-99953758663D}">
      <dgm:prSet>
        <dgm:style>
          <a:lnRef idx="1">
            <a:schemeClr val="accent3"/>
          </a:lnRef>
          <a:fillRef idx="2">
            <a:schemeClr val="accent3"/>
          </a:fillRef>
          <a:effectRef idx="1">
            <a:schemeClr val="accent3"/>
          </a:effectRef>
          <a:fontRef idx="minor">
            <a:schemeClr val="dk1"/>
          </a:fontRef>
        </dgm:style>
      </dgm:prSet>
      <dgm:spPr/>
      <dgm:t>
        <a:bodyPr/>
        <a:lstStyle/>
        <a:p>
          <a:r>
            <a:rPr lang="en-US" dirty="0"/>
            <a:t>TF var: 98.37</a:t>
          </a:r>
        </a:p>
      </dgm:t>
    </dgm:pt>
    <dgm:pt modelId="{45725725-A726-4A2D-8090-C7D5BE86054F}" type="parTrans" cxnId="{7B4B03C0-B035-486A-9AC4-E0CBC863A607}">
      <dgm:prSet/>
      <dgm:spPr/>
      <dgm:t>
        <a:bodyPr/>
        <a:lstStyle/>
        <a:p>
          <a:endParaRPr lang="en-US"/>
        </a:p>
      </dgm:t>
    </dgm:pt>
    <dgm:pt modelId="{1048A886-20BD-40D3-9AFA-55F46066DA13}" type="sibTrans" cxnId="{7B4B03C0-B035-486A-9AC4-E0CBC863A607}">
      <dgm:prSet/>
      <dgm:spPr/>
      <dgm:t>
        <a:bodyPr/>
        <a:lstStyle/>
        <a:p>
          <a:endParaRPr lang="en-US"/>
        </a:p>
      </dgm:t>
    </dgm:pt>
    <dgm:pt modelId="{BA0EDBA7-AF48-4D44-A2BE-045DB47530DF}">
      <dgm:prSet>
        <dgm:style>
          <a:lnRef idx="1">
            <a:schemeClr val="accent3"/>
          </a:lnRef>
          <a:fillRef idx="2">
            <a:schemeClr val="accent3"/>
          </a:fillRef>
          <a:effectRef idx="1">
            <a:schemeClr val="accent3"/>
          </a:effectRef>
          <a:fontRef idx="minor">
            <a:schemeClr val="dk1"/>
          </a:fontRef>
        </dgm:style>
      </dgm:prSet>
      <dgm:spPr/>
      <dgm:t>
        <a:bodyPr/>
        <a:lstStyle/>
        <a:p>
          <a:r>
            <a:rPr lang="en-US" dirty="0"/>
            <a:t>Ratio&gt;=70</a:t>
          </a:r>
        </a:p>
      </dgm:t>
    </dgm:pt>
    <dgm:pt modelId="{5A3D25B1-5111-42C3-A982-A501745DAE29}" type="parTrans" cxnId="{08DAC923-91C4-42F4-B14E-922CD6F8E6F5}">
      <dgm:prSet/>
      <dgm:spPr/>
      <dgm:t>
        <a:bodyPr/>
        <a:lstStyle/>
        <a:p>
          <a:endParaRPr lang="en-US"/>
        </a:p>
      </dgm:t>
    </dgm:pt>
    <dgm:pt modelId="{D5FC212E-92C7-4FBF-8CD4-6B087ACD3AB2}" type="sibTrans" cxnId="{08DAC923-91C4-42F4-B14E-922CD6F8E6F5}">
      <dgm:prSet/>
      <dgm:spPr/>
      <dgm:t>
        <a:bodyPr/>
        <a:lstStyle/>
        <a:p>
          <a:endParaRPr lang="en-US"/>
        </a:p>
      </dgm:t>
    </dgm:pt>
    <dgm:pt modelId="{C766C5D7-5F1F-4DD2-91A8-AAD771524DF4}">
      <dgm:prSet>
        <dgm:style>
          <a:lnRef idx="1">
            <a:schemeClr val="accent3"/>
          </a:lnRef>
          <a:fillRef idx="2">
            <a:schemeClr val="accent3"/>
          </a:fillRef>
          <a:effectRef idx="1">
            <a:schemeClr val="accent3"/>
          </a:effectRef>
          <a:fontRef idx="minor">
            <a:schemeClr val="dk1"/>
          </a:fontRef>
        </dgm:style>
      </dgm:prSet>
      <dgm:spPr/>
      <dgm:t>
        <a:bodyPr/>
        <a:lstStyle/>
        <a:p>
          <a:r>
            <a:rPr lang="en-US" dirty="0"/>
            <a:t>TF cat: 94.69</a:t>
          </a:r>
        </a:p>
      </dgm:t>
    </dgm:pt>
    <dgm:pt modelId="{7E41D04D-C21B-43F0-ADCD-142E8B3CBCA1}" type="parTrans" cxnId="{833724B4-5C89-4C43-8ED1-99667EFA4121}">
      <dgm:prSet/>
      <dgm:spPr/>
      <dgm:t>
        <a:bodyPr/>
        <a:lstStyle/>
        <a:p>
          <a:endParaRPr lang="en-US"/>
        </a:p>
      </dgm:t>
    </dgm:pt>
    <dgm:pt modelId="{6D4D03A0-2004-4781-A5EF-AF3A86F4AAF7}" type="sibTrans" cxnId="{833724B4-5C89-4C43-8ED1-99667EFA4121}">
      <dgm:prSet/>
      <dgm:spPr/>
      <dgm:t>
        <a:bodyPr/>
        <a:lstStyle/>
        <a:p>
          <a:endParaRPr lang="en-US"/>
        </a:p>
      </dgm:t>
    </dgm:pt>
    <dgm:pt modelId="{954DDCF1-CA87-4618-BD21-B3E9C1E5AF5B}">
      <dgm:prSet>
        <dgm:style>
          <a:lnRef idx="1">
            <a:schemeClr val="accent3"/>
          </a:lnRef>
          <a:fillRef idx="2">
            <a:schemeClr val="accent3"/>
          </a:fillRef>
          <a:effectRef idx="1">
            <a:schemeClr val="accent3"/>
          </a:effectRef>
          <a:fontRef idx="minor">
            <a:schemeClr val="dk1"/>
          </a:fontRef>
        </dgm:style>
      </dgm:prSet>
      <dgm:spPr/>
      <dgm:t>
        <a:bodyPr/>
        <a:lstStyle/>
        <a:p>
          <a:r>
            <a:rPr lang="en-US" dirty="0"/>
            <a:t>TF var: 96.55</a:t>
          </a:r>
        </a:p>
      </dgm:t>
    </dgm:pt>
    <dgm:pt modelId="{4502E6FD-AC72-4146-AE0A-3B20F5D7DE3D}" type="parTrans" cxnId="{54D09251-21ED-4F2E-9406-8FF942680006}">
      <dgm:prSet/>
      <dgm:spPr/>
      <dgm:t>
        <a:bodyPr/>
        <a:lstStyle/>
        <a:p>
          <a:endParaRPr lang="en-US"/>
        </a:p>
      </dgm:t>
    </dgm:pt>
    <dgm:pt modelId="{F9E0DD0A-EE06-49B2-8658-C87E6B5EF15F}" type="sibTrans" cxnId="{54D09251-21ED-4F2E-9406-8FF942680006}">
      <dgm:prSet/>
      <dgm:spPr/>
      <dgm:t>
        <a:bodyPr/>
        <a:lstStyle/>
        <a:p>
          <a:endParaRPr lang="en-US"/>
        </a:p>
      </dgm:t>
    </dgm:pt>
    <dgm:pt modelId="{070F596F-3C59-4823-AEC8-DC50B0B8C669}">
      <dgm:prSet>
        <dgm:style>
          <a:lnRef idx="1">
            <a:schemeClr val="accent2"/>
          </a:lnRef>
          <a:fillRef idx="2">
            <a:schemeClr val="accent2"/>
          </a:fillRef>
          <a:effectRef idx="1">
            <a:schemeClr val="accent2"/>
          </a:effectRef>
          <a:fontRef idx="minor">
            <a:schemeClr val="dk1"/>
          </a:fontRef>
        </dgm:style>
      </dgm:prSet>
      <dgm:spPr/>
      <dgm:t>
        <a:bodyPr/>
        <a:lstStyle/>
        <a:p>
          <a:r>
            <a:rPr lang="en-US"/>
            <a:t>Test data: 244187</a:t>
          </a:r>
          <a:endParaRPr lang="en-US" dirty="0"/>
        </a:p>
      </dgm:t>
    </dgm:pt>
    <dgm:pt modelId="{A12BD1BC-11F1-4A65-92CB-EFF7176F8276}" type="parTrans" cxnId="{323EE40C-A30F-410F-A5CE-FEF6C2DD7040}">
      <dgm:prSet/>
      <dgm:spPr/>
      <dgm:t>
        <a:bodyPr/>
        <a:lstStyle/>
        <a:p>
          <a:endParaRPr lang="en-US"/>
        </a:p>
      </dgm:t>
    </dgm:pt>
    <dgm:pt modelId="{1A8D8591-2DCC-4420-A0FC-440425DFB5F9}" type="sibTrans" cxnId="{323EE40C-A30F-410F-A5CE-FEF6C2DD7040}">
      <dgm:prSet/>
      <dgm:spPr/>
      <dgm:t>
        <a:bodyPr/>
        <a:lstStyle/>
        <a:p>
          <a:endParaRPr lang="en-US"/>
        </a:p>
      </dgm:t>
    </dgm:pt>
    <dgm:pt modelId="{3094B844-4A39-4B27-AF51-F8AF8F8FE48E}">
      <dgm:prSet>
        <dgm:style>
          <a:lnRef idx="1">
            <a:schemeClr val="accent2"/>
          </a:lnRef>
          <a:fillRef idx="2">
            <a:schemeClr val="accent2"/>
          </a:fillRef>
          <a:effectRef idx="1">
            <a:schemeClr val="accent2"/>
          </a:effectRef>
          <a:fontRef idx="minor">
            <a:schemeClr val="dk1"/>
          </a:fontRef>
        </dgm:style>
      </dgm:prSet>
      <dgm:spPr/>
      <dgm:t>
        <a:bodyPr/>
        <a:lstStyle/>
        <a:p>
          <a:r>
            <a:rPr lang="en-US" dirty="0"/>
            <a:t>Complete synonyms list: 4853</a:t>
          </a:r>
        </a:p>
      </dgm:t>
    </dgm:pt>
    <dgm:pt modelId="{1BA1948D-C04F-4193-BEFE-3A62247FAAFE}" type="parTrans" cxnId="{2BB9CCDC-92A4-4813-BD67-285282C8C139}">
      <dgm:prSet/>
      <dgm:spPr/>
      <dgm:t>
        <a:bodyPr/>
        <a:lstStyle/>
        <a:p>
          <a:endParaRPr lang="en-US"/>
        </a:p>
      </dgm:t>
    </dgm:pt>
    <dgm:pt modelId="{5C40E72A-4B9F-434C-BF4F-DBA1369B5E6B}" type="sibTrans" cxnId="{2BB9CCDC-92A4-4813-BD67-285282C8C139}">
      <dgm:prSet/>
      <dgm:spPr/>
      <dgm:t>
        <a:bodyPr/>
        <a:lstStyle/>
        <a:p>
          <a:endParaRPr lang="en-US"/>
        </a:p>
      </dgm:t>
    </dgm:pt>
    <dgm:pt modelId="{FE46291A-A0BB-45AF-91C1-01E4158B14A0}" type="pres">
      <dgm:prSet presAssocID="{1B651A8D-5D05-42AF-BC9B-C1C136929AD8}" presName="diagram" presStyleCnt="0">
        <dgm:presLayoutVars>
          <dgm:chPref val="1"/>
          <dgm:dir/>
          <dgm:animOne val="branch"/>
          <dgm:animLvl val="lvl"/>
          <dgm:resizeHandles/>
        </dgm:presLayoutVars>
      </dgm:prSet>
      <dgm:spPr/>
    </dgm:pt>
    <dgm:pt modelId="{1442464D-4FAF-4C7E-A0AA-F4BE95273640}" type="pres">
      <dgm:prSet presAssocID="{75F53EF7-5169-4021-9CFC-525A4A83CE20}" presName="root" presStyleCnt="0"/>
      <dgm:spPr/>
    </dgm:pt>
    <dgm:pt modelId="{1481EF69-1DDA-4344-B637-8CD81806DC1E}" type="pres">
      <dgm:prSet presAssocID="{75F53EF7-5169-4021-9CFC-525A4A83CE20}" presName="rootComposite" presStyleCnt="0"/>
      <dgm:spPr/>
    </dgm:pt>
    <dgm:pt modelId="{34843DAC-15C5-47D8-A8F4-396A32973E26}" type="pres">
      <dgm:prSet presAssocID="{75F53EF7-5169-4021-9CFC-525A4A83CE20}" presName="rootText" presStyleLbl="node1" presStyleIdx="0" presStyleCnt="5"/>
      <dgm:spPr/>
    </dgm:pt>
    <dgm:pt modelId="{4B9292B0-6520-4178-A95C-CF159984FA47}" type="pres">
      <dgm:prSet presAssocID="{75F53EF7-5169-4021-9CFC-525A4A83CE20}" presName="rootConnector" presStyleLbl="node1" presStyleIdx="0" presStyleCnt="5"/>
      <dgm:spPr/>
    </dgm:pt>
    <dgm:pt modelId="{7E4126B7-21F5-4BDE-952D-0B92B2A3D037}" type="pres">
      <dgm:prSet presAssocID="{75F53EF7-5169-4021-9CFC-525A4A83CE20}" presName="childShape" presStyleCnt="0"/>
      <dgm:spPr/>
    </dgm:pt>
    <dgm:pt modelId="{BB45995A-67F2-4796-B232-89FFC56EB079}" type="pres">
      <dgm:prSet presAssocID="{91E627DA-87AF-43DC-B267-42905BEE2984}" presName="Name13" presStyleLbl="parChTrans1D2" presStyleIdx="0" presStyleCnt="17"/>
      <dgm:spPr/>
    </dgm:pt>
    <dgm:pt modelId="{56F08B98-7687-4C72-B546-B0340A4BBADC}" type="pres">
      <dgm:prSet presAssocID="{27F8191F-A2ED-4742-B4AB-66EEC8005200}" presName="childText" presStyleLbl="bgAcc1" presStyleIdx="0" presStyleCnt="17">
        <dgm:presLayoutVars>
          <dgm:bulletEnabled val="1"/>
        </dgm:presLayoutVars>
      </dgm:prSet>
      <dgm:spPr/>
    </dgm:pt>
    <dgm:pt modelId="{A5770161-872D-42A7-9B71-0116DE066DCE}" type="pres">
      <dgm:prSet presAssocID="{A12BD1BC-11F1-4A65-92CB-EFF7176F8276}" presName="Name13" presStyleLbl="parChTrans1D2" presStyleIdx="1" presStyleCnt="17"/>
      <dgm:spPr/>
    </dgm:pt>
    <dgm:pt modelId="{2DFD825E-11C4-4D9E-88F8-E761812E55F1}" type="pres">
      <dgm:prSet presAssocID="{070F596F-3C59-4823-AEC8-DC50B0B8C669}" presName="childText" presStyleLbl="bgAcc1" presStyleIdx="1" presStyleCnt="17">
        <dgm:presLayoutVars>
          <dgm:bulletEnabled val="1"/>
        </dgm:presLayoutVars>
      </dgm:prSet>
      <dgm:spPr/>
    </dgm:pt>
    <dgm:pt modelId="{8DE64E42-5EDB-4E81-9DD8-E4BC52690AD5}" type="pres">
      <dgm:prSet presAssocID="{1BA1948D-C04F-4193-BEFE-3A62247FAAFE}" presName="Name13" presStyleLbl="parChTrans1D2" presStyleIdx="2" presStyleCnt="17"/>
      <dgm:spPr/>
    </dgm:pt>
    <dgm:pt modelId="{BE92D845-7726-43F5-8D5C-A5C8A31047B0}" type="pres">
      <dgm:prSet presAssocID="{3094B844-4A39-4B27-AF51-F8AF8F8FE48E}" presName="childText" presStyleLbl="bgAcc1" presStyleIdx="2" presStyleCnt="17">
        <dgm:presLayoutVars>
          <dgm:bulletEnabled val="1"/>
        </dgm:presLayoutVars>
      </dgm:prSet>
      <dgm:spPr/>
    </dgm:pt>
    <dgm:pt modelId="{2BD47BC5-4E3D-40C9-AAB4-0C32D2CCD0B8}" type="pres">
      <dgm:prSet presAssocID="{AE071F18-F17D-4629-AE95-771A867E0719}" presName="root" presStyleCnt="0"/>
      <dgm:spPr/>
    </dgm:pt>
    <dgm:pt modelId="{CBE907C1-0836-405E-83B6-FF5757EDCBAE}" type="pres">
      <dgm:prSet presAssocID="{AE071F18-F17D-4629-AE95-771A867E0719}" presName="rootComposite" presStyleCnt="0"/>
      <dgm:spPr/>
    </dgm:pt>
    <dgm:pt modelId="{5B8367E5-A427-408D-8792-D789F256589A}" type="pres">
      <dgm:prSet presAssocID="{AE071F18-F17D-4629-AE95-771A867E0719}" presName="rootText" presStyleLbl="node1" presStyleIdx="1" presStyleCnt="5"/>
      <dgm:spPr/>
    </dgm:pt>
    <dgm:pt modelId="{3FA11DF1-0D7B-4216-8C36-996896091931}" type="pres">
      <dgm:prSet presAssocID="{AE071F18-F17D-4629-AE95-771A867E0719}" presName="rootConnector" presStyleLbl="node1" presStyleIdx="1" presStyleCnt="5"/>
      <dgm:spPr/>
    </dgm:pt>
    <dgm:pt modelId="{0C1CECBC-0091-4DA1-852C-CF6085626749}" type="pres">
      <dgm:prSet presAssocID="{AE071F18-F17D-4629-AE95-771A867E0719}" presName="childShape" presStyleCnt="0"/>
      <dgm:spPr/>
    </dgm:pt>
    <dgm:pt modelId="{A32B403D-2E99-4854-8BD7-2E7B1B401CFB}" type="pres">
      <dgm:prSet presAssocID="{CFE48C79-5DCE-434C-9F46-8D7C97A980A7}" presName="Name13" presStyleLbl="parChTrans1D2" presStyleIdx="3" presStyleCnt="17"/>
      <dgm:spPr/>
    </dgm:pt>
    <dgm:pt modelId="{62D0E005-58E9-4B23-8DC1-05DD5721D62A}" type="pres">
      <dgm:prSet presAssocID="{4FFB34D1-1E00-4648-8F59-AAC3BFA6F8B2}" presName="childText" presStyleLbl="bgAcc1" presStyleIdx="3" presStyleCnt="17">
        <dgm:presLayoutVars>
          <dgm:bulletEnabled val="1"/>
        </dgm:presLayoutVars>
      </dgm:prSet>
      <dgm:spPr/>
    </dgm:pt>
    <dgm:pt modelId="{66BD1D1D-103E-43C2-BED6-2CBF983E3EF3}" type="pres">
      <dgm:prSet presAssocID="{163820F5-E465-4808-BA95-2F246D4ABA01}" presName="Name13" presStyleLbl="parChTrans1D2" presStyleIdx="4" presStyleCnt="17"/>
      <dgm:spPr/>
    </dgm:pt>
    <dgm:pt modelId="{8FA54509-E5B2-4812-B52A-4D7DE8FB7237}" type="pres">
      <dgm:prSet presAssocID="{28C5DF32-03E7-4E89-82E9-8DADF9951A3D}" presName="childText" presStyleLbl="bgAcc1" presStyleIdx="4" presStyleCnt="17">
        <dgm:presLayoutVars>
          <dgm:bulletEnabled val="1"/>
        </dgm:presLayoutVars>
      </dgm:prSet>
      <dgm:spPr/>
    </dgm:pt>
    <dgm:pt modelId="{D8FB5317-95E6-4CCD-B67B-EB7FECD91711}" type="pres">
      <dgm:prSet presAssocID="{821E27F6-8DB5-46AB-A4F1-FC71A858F117}" presName="Name13" presStyleLbl="parChTrans1D2" presStyleIdx="5" presStyleCnt="17"/>
      <dgm:spPr/>
    </dgm:pt>
    <dgm:pt modelId="{0B1E8C26-20B2-47D4-8DAB-8532568D6016}" type="pres">
      <dgm:prSet presAssocID="{6E3528FC-B10D-4CD6-9419-EC2650FDED1C}" presName="childText" presStyleLbl="bgAcc1" presStyleIdx="5" presStyleCnt="17">
        <dgm:presLayoutVars>
          <dgm:bulletEnabled val="1"/>
        </dgm:presLayoutVars>
      </dgm:prSet>
      <dgm:spPr/>
    </dgm:pt>
    <dgm:pt modelId="{00313B18-5203-4EDE-84B3-FA79D9BD193E}" type="pres">
      <dgm:prSet presAssocID="{5D953AF4-36F6-4DC7-AAFF-09F9E3833D19}" presName="Name13" presStyleLbl="parChTrans1D2" presStyleIdx="6" presStyleCnt="17"/>
      <dgm:spPr/>
    </dgm:pt>
    <dgm:pt modelId="{470574B2-6D9B-47BF-8AD5-2FD49D929934}" type="pres">
      <dgm:prSet presAssocID="{D7C1B807-8A19-4059-86F1-996E8D2C860A}" presName="childText" presStyleLbl="bgAcc1" presStyleIdx="6" presStyleCnt="17">
        <dgm:presLayoutVars>
          <dgm:bulletEnabled val="1"/>
        </dgm:presLayoutVars>
      </dgm:prSet>
      <dgm:spPr/>
    </dgm:pt>
    <dgm:pt modelId="{9F6369A6-38B7-4A48-8C0C-B74EADD484B4}" type="pres">
      <dgm:prSet presAssocID="{8011EA95-D8B6-4D8A-AD4D-B37CBD9257BF}" presName="root" presStyleCnt="0"/>
      <dgm:spPr/>
    </dgm:pt>
    <dgm:pt modelId="{308ED643-A6F2-43E2-A718-9C4433862DF3}" type="pres">
      <dgm:prSet presAssocID="{8011EA95-D8B6-4D8A-AD4D-B37CBD9257BF}" presName="rootComposite" presStyleCnt="0"/>
      <dgm:spPr/>
    </dgm:pt>
    <dgm:pt modelId="{84F6DF17-2796-4F89-BBD6-45B73B94B326}" type="pres">
      <dgm:prSet presAssocID="{8011EA95-D8B6-4D8A-AD4D-B37CBD9257BF}" presName="rootText" presStyleLbl="node1" presStyleIdx="2" presStyleCnt="5"/>
      <dgm:spPr/>
    </dgm:pt>
    <dgm:pt modelId="{FBBBD26D-0C17-47E6-915B-B1EBD22E65A5}" type="pres">
      <dgm:prSet presAssocID="{8011EA95-D8B6-4D8A-AD4D-B37CBD9257BF}" presName="rootConnector" presStyleLbl="node1" presStyleIdx="2" presStyleCnt="5"/>
      <dgm:spPr/>
    </dgm:pt>
    <dgm:pt modelId="{3B486253-1D12-4F32-BAD1-9CAB62E58998}" type="pres">
      <dgm:prSet presAssocID="{8011EA95-D8B6-4D8A-AD4D-B37CBD9257BF}" presName="childShape" presStyleCnt="0"/>
      <dgm:spPr/>
    </dgm:pt>
    <dgm:pt modelId="{24362C85-2FC0-44D1-ABA7-B1158C99AA92}" type="pres">
      <dgm:prSet presAssocID="{AF80C2AA-811C-4435-8735-82C4A02DA7F3}" presName="Name13" presStyleLbl="parChTrans1D2" presStyleIdx="7" presStyleCnt="17"/>
      <dgm:spPr/>
    </dgm:pt>
    <dgm:pt modelId="{AAAF1C12-16A8-47FA-AD17-CA6567EFED9B}" type="pres">
      <dgm:prSet presAssocID="{541A2259-D230-4D18-9586-E5E5A1CCA6A9}" presName="childText" presStyleLbl="bgAcc1" presStyleIdx="7" presStyleCnt="17">
        <dgm:presLayoutVars>
          <dgm:bulletEnabled val="1"/>
        </dgm:presLayoutVars>
      </dgm:prSet>
      <dgm:spPr/>
    </dgm:pt>
    <dgm:pt modelId="{91C42F0B-7F77-415E-B49D-6FD16D12C5E6}" type="pres">
      <dgm:prSet presAssocID="{82FFBE00-9817-4F4C-AB8D-D5FC3553935C}" presName="Name13" presStyleLbl="parChTrans1D2" presStyleIdx="8" presStyleCnt="17"/>
      <dgm:spPr/>
    </dgm:pt>
    <dgm:pt modelId="{9F2ACFFF-B1BF-4C52-98E9-0BEEEE2A8224}" type="pres">
      <dgm:prSet presAssocID="{24A6CE23-4B32-4C6F-BC29-30B318773511}" presName="childText" presStyleLbl="bgAcc1" presStyleIdx="8" presStyleCnt="17">
        <dgm:presLayoutVars>
          <dgm:bulletEnabled val="1"/>
        </dgm:presLayoutVars>
      </dgm:prSet>
      <dgm:spPr/>
    </dgm:pt>
    <dgm:pt modelId="{3286CB7A-26D7-42C3-BA78-8DCDAC5EDAB9}" type="pres">
      <dgm:prSet presAssocID="{6FE932E4-1D12-42B2-B7DF-417DEC918FFC}" presName="Name13" presStyleLbl="parChTrans1D2" presStyleIdx="9" presStyleCnt="17"/>
      <dgm:spPr/>
    </dgm:pt>
    <dgm:pt modelId="{F9503E27-E241-4037-B18C-7D44291ABDAB}" type="pres">
      <dgm:prSet presAssocID="{217AC7CB-5F79-4EDD-88C1-DF800C5E6551}" presName="childText" presStyleLbl="bgAcc1" presStyleIdx="9" presStyleCnt="17">
        <dgm:presLayoutVars>
          <dgm:bulletEnabled val="1"/>
        </dgm:presLayoutVars>
      </dgm:prSet>
      <dgm:spPr/>
    </dgm:pt>
    <dgm:pt modelId="{39A1B23F-54F6-4FBD-BE64-0E76369B2750}" type="pres">
      <dgm:prSet presAssocID="{45868E65-FF1C-4184-91E5-610610F5B344}" presName="root" presStyleCnt="0"/>
      <dgm:spPr/>
    </dgm:pt>
    <dgm:pt modelId="{481DE480-6BDA-43DF-B9B2-C51DAF0C1C51}" type="pres">
      <dgm:prSet presAssocID="{45868E65-FF1C-4184-91E5-610610F5B344}" presName="rootComposite" presStyleCnt="0"/>
      <dgm:spPr/>
    </dgm:pt>
    <dgm:pt modelId="{5BC38429-5F9A-48C5-A1A9-2F10FBE8AF7C}" type="pres">
      <dgm:prSet presAssocID="{45868E65-FF1C-4184-91E5-610610F5B344}" presName="rootText" presStyleLbl="node1" presStyleIdx="3" presStyleCnt="5"/>
      <dgm:spPr/>
    </dgm:pt>
    <dgm:pt modelId="{48E66677-AAEC-4777-B1A7-4DB2AB10A923}" type="pres">
      <dgm:prSet presAssocID="{45868E65-FF1C-4184-91E5-610610F5B344}" presName="rootConnector" presStyleLbl="node1" presStyleIdx="3" presStyleCnt="5"/>
      <dgm:spPr/>
    </dgm:pt>
    <dgm:pt modelId="{83E7A3AB-75D4-491B-84FC-9E04CC02C0E4}" type="pres">
      <dgm:prSet presAssocID="{45868E65-FF1C-4184-91E5-610610F5B344}" presName="childShape" presStyleCnt="0"/>
      <dgm:spPr/>
    </dgm:pt>
    <dgm:pt modelId="{A6039C8A-0474-4F1F-A998-FDDC3D0C1A20}" type="pres">
      <dgm:prSet presAssocID="{4D69E230-59E8-4307-9388-35FC819F7582}" presName="Name13" presStyleLbl="parChTrans1D2" presStyleIdx="10" presStyleCnt="17"/>
      <dgm:spPr/>
    </dgm:pt>
    <dgm:pt modelId="{519377EC-4756-4486-B367-CC5C56FBC3BF}" type="pres">
      <dgm:prSet presAssocID="{21073FA7-EB67-4E05-ACE3-7D54AD29EACD}" presName="childText" presStyleLbl="bgAcc1" presStyleIdx="10" presStyleCnt="17">
        <dgm:presLayoutVars>
          <dgm:bulletEnabled val="1"/>
        </dgm:presLayoutVars>
      </dgm:prSet>
      <dgm:spPr/>
    </dgm:pt>
    <dgm:pt modelId="{9563D955-8FFA-499C-9B74-4827B4F5D3EA}" type="pres">
      <dgm:prSet presAssocID="{1B44388C-93F4-4B74-8490-14E707DA3F3B}" presName="Name13" presStyleLbl="parChTrans1D2" presStyleIdx="11" presStyleCnt="17"/>
      <dgm:spPr/>
    </dgm:pt>
    <dgm:pt modelId="{BEFAFF35-11FA-4CF3-A44E-44533FE1B1DB}" type="pres">
      <dgm:prSet presAssocID="{0B882D7C-C044-4668-B7F3-D17507AE11D3}" presName="childText" presStyleLbl="bgAcc1" presStyleIdx="11" presStyleCnt="17">
        <dgm:presLayoutVars>
          <dgm:bulletEnabled val="1"/>
        </dgm:presLayoutVars>
      </dgm:prSet>
      <dgm:spPr/>
    </dgm:pt>
    <dgm:pt modelId="{8541FA5B-C6CA-40CC-BDE1-AF7177A26A2F}" type="pres">
      <dgm:prSet presAssocID="{4087D829-1F85-43E2-97AB-56F217D5E87A}" presName="Name13" presStyleLbl="parChTrans1D2" presStyleIdx="12" presStyleCnt="17"/>
      <dgm:spPr/>
    </dgm:pt>
    <dgm:pt modelId="{D3FA7DA7-72B6-48BA-A9FE-E39AE12E56E1}" type="pres">
      <dgm:prSet presAssocID="{3518B09F-1B01-485C-8BFE-D91D6BD6FCA8}" presName="childText" presStyleLbl="bgAcc1" presStyleIdx="12" presStyleCnt="17">
        <dgm:presLayoutVars>
          <dgm:bulletEnabled val="1"/>
        </dgm:presLayoutVars>
      </dgm:prSet>
      <dgm:spPr/>
    </dgm:pt>
    <dgm:pt modelId="{D7AAA49C-DF53-4FA4-9440-71452A9710BC}" type="pres">
      <dgm:prSet presAssocID="{8992628E-C4BF-4E6B-BD68-33B442B4B157}" presName="Name13" presStyleLbl="parChTrans1D2" presStyleIdx="13" presStyleCnt="17"/>
      <dgm:spPr/>
    </dgm:pt>
    <dgm:pt modelId="{4A691132-55E3-4B5D-A8AD-146828BB0528}" type="pres">
      <dgm:prSet presAssocID="{2C86C181-DB90-4066-9865-898881FD119F}" presName="childText" presStyleLbl="bgAcc1" presStyleIdx="13" presStyleCnt="17">
        <dgm:presLayoutVars>
          <dgm:bulletEnabled val="1"/>
        </dgm:presLayoutVars>
      </dgm:prSet>
      <dgm:spPr/>
    </dgm:pt>
    <dgm:pt modelId="{C34D30DB-428D-4E48-A060-02529BD01B46}" type="pres">
      <dgm:prSet presAssocID="{D218B8E3-3BB2-4A98-9B14-E50F4C7B40A5}" presName="root" presStyleCnt="0"/>
      <dgm:spPr/>
    </dgm:pt>
    <dgm:pt modelId="{75DC517A-246A-4BBC-A798-AA69AE55F1F7}" type="pres">
      <dgm:prSet presAssocID="{D218B8E3-3BB2-4A98-9B14-E50F4C7B40A5}" presName="rootComposite" presStyleCnt="0"/>
      <dgm:spPr/>
    </dgm:pt>
    <dgm:pt modelId="{90BF3C06-FCD1-47C5-A279-03A41375E198}" type="pres">
      <dgm:prSet presAssocID="{D218B8E3-3BB2-4A98-9B14-E50F4C7B40A5}" presName="rootText" presStyleLbl="node1" presStyleIdx="4" presStyleCnt="5"/>
      <dgm:spPr/>
    </dgm:pt>
    <dgm:pt modelId="{8A8EEE50-0656-4458-B5FE-F908C0261E15}" type="pres">
      <dgm:prSet presAssocID="{D218B8E3-3BB2-4A98-9B14-E50F4C7B40A5}" presName="rootConnector" presStyleLbl="node1" presStyleIdx="4" presStyleCnt="5"/>
      <dgm:spPr/>
    </dgm:pt>
    <dgm:pt modelId="{A89B6ED9-ED40-48D6-B16D-429463A590DB}" type="pres">
      <dgm:prSet presAssocID="{D218B8E3-3BB2-4A98-9B14-E50F4C7B40A5}" presName="childShape" presStyleCnt="0"/>
      <dgm:spPr/>
    </dgm:pt>
    <dgm:pt modelId="{861FEA3D-A657-4BDB-9DCB-A65044ED976A}" type="pres">
      <dgm:prSet presAssocID="{DDC75119-9260-42E4-8FD0-6A0F9D309CB3}" presName="Name13" presStyleLbl="parChTrans1D2" presStyleIdx="14" presStyleCnt="17"/>
      <dgm:spPr/>
    </dgm:pt>
    <dgm:pt modelId="{8F0AD401-D469-4443-A184-C30904352207}" type="pres">
      <dgm:prSet presAssocID="{E7EAE82B-B058-424B-A2CB-47BF6B42DE8C}" presName="childText" presStyleLbl="bgAcc1" presStyleIdx="14" presStyleCnt="17">
        <dgm:presLayoutVars>
          <dgm:bulletEnabled val="1"/>
        </dgm:presLayoutVars>
      </dgm:prSet>
      <dgm:spPr/>
    </dgm:pt>
    <dgm:pt modelId="{597A1F48-6395-455F-8568-1E11569A471A}" type="pres">
      <dgm:prSet presAssocID="{F3506760-6083-467D-907D-E1367B4B86A4}" presName="Name13" presStyleLbl="parChTrans1D2" presStyleIdx="15" presStyleCnt="17"/>
      <dgm:spPr/>
    </dgm:pt>
    <dgm:pt modelId="{58C10E68-B716-4A49-8A1D-A5852546BAD5}" type="pres">
      <dgm:prSet presAssocID="{7B543416-17D0-43E1-9552-9F16641E523A}" presName="childText" presStyleLbl="bgAcc1" presStyleIdx="15" presStyleCnt="17">
        <dgm:presLayoutVars>
          <dgm:bulletEnabled val="1"/>
        </dgm:presLayoutVars>
      </dgm:prSet>
      <dgm:spPr/>
    </dgm:pt>
    <dgm:pt modelId="{5783A448-6EAD-4964-9BB8-114CC84A8100}" type="pres">
      <dgm:prSet presAssocID="{5A3D25B1-5111-42C3-A982-A501745DAE29}" presName="Name13" presStyleLbl="parChTrans1D2" presStyleIdx="16" presStyleCnt="17"/>
      <dgm:spPr/>
    </dgm:pt>
    <dgm:pt modelId="{3DAEE623-4C2F-462C-8BF7-5B7875CE5577}" type="pres">
      <dgm:prSet presAssocID="{BA0EDBA7-AF48-4D44-A2BE-045DB47530DF}" presName="childText" presStyleLbl="bgAcc1" presStyleIdx="16" presStyleCnt="17">
        <dgm:presLayoutVars>
          <dgm:bulletEnabled val="1"/>
        </dgm:presLayoutVars>
      </dgm:prSet>
      <dgm:spPr/>
    </dgm:pt>
  </dgm:ptLst>
  <dgm:cxnLst>
    <dgm:cxn modelId="{8DF2DE02-48F0-4D85-819F-15555E14937E}" type="presOf" srcId="{1BA1948D-C04F-4193-BEFE-3A62247FAAFE}" destId="{8DE64E42-5EDB-4E81-9DD8-E4BC52690AD5}" srcOrd="0" destOrd="0" presId="urn:microsoft.com/office/officeart/2005/8/layout/hierarchy3"/>
    <dgm:cxn modelId="{0325BC06-256F-4C8C-8EE4-0033CB5C7B24}" type="presOf" srcId="{F3506760-6083-467D-907D-E1367B4B86A4}" destId="{597A1F48-6395-455F-8568-1E11569A471A}" srcOrd="0" destOrd="0" presId="urn:microsoft.com/office/officeart/2005/8/layout/hierarchy3"/>
    <dgm:cxn modelId="{78F3DA0C-E114-4B50-B67F-FC6DA76299A5}" type="presOf" srcId="{3094B844-4A39-4B27-AF51-F8AF8F8FE48E}" destId="{BE92D845-7726-43F5-8D5C-A5C8A31047B0}" srcOrd="0" destOrd="0" presId="urn:microsoft.com/office/officeart/2005/8/layout/hierarchy3"/>
    <dgm:cxn modelId="{323EE40C-A30F-410F-A5CE-FEF6C2DD7040}" srcId="{75F53EF7-5169-4021-9CFC-525A4A83CE20}" destId="{070F596F-3C59-4823-AEC8-DC50B0B8C669}" srcOrd="1" destOrd="0" parTransId="{A12BD1BC-11F1-4A65-92CB-EFF7176F8276}" sibTransId="{1A8D8591-2DCC-4420-A0FC-440425DFB5F9}"/>
    <dgm:cxn modelId="{903A790D-2565-4842-8005-5ECB3868C830}" type="presOf" srcId="{D218B8E3-3BB2-4A98-9B14-E50F4C7B40A5}" destId="{8A8EEE50-0656-4458-B5FE-F908C0261E15}" srcOrd="1" destOrd="0" presId="urn:microsoft.com/office/officeart/2005/8/layout/hierarchy3"/>
    <dgm:cxn modelId="{52D9A917-C5B6-4A52-B112-7198F16FB729}" srcId="{AE071F18-F17D-4629-AE95-771A867E0719}" destId="{28C5DF32-03E7-4E89-82E9-8DADF9951A3D}" srcOrd="1" destOrd="0" parTransId="{163820F5-E465-4808-BA95-2F246D4ABA01}" sibTransId="{29CEBA99-B6A2-4941-8511-B2609676A5B0}"/>
    <dgm:cxn modelId="{BA8DF41A-F2B7-4491-A587-617A6C6E2C2C}" type="presOf" srcId="{BA0EDBA7-AF48-4D44-A2BE-045DB47530DF}" destId="{3DAEE623-4C2F-462C-8BF7-5B7875CE5577}" srcOrd="0" destOrd="0" presId="urn:microsoft.com/office/officeart/2005/8/layout/hierarchy3"/>
    <dgm:cxn modelId="{60B5541D-9E1F-421B-B9EA-6467340B8BF3}" type="presOf" srcId="{217AC7CB-5F79-4EDD-88C1-DF800C5E6551}" destId="{F9503E27-E241-4037-B18C-7D44291ABDAB}" srcOrd="0" destOrd="0" presId="urn:microsoft.com/office/officeart/2005/8/layout/hierarchy3"/>
    <dgm:cxn modelId="{D28FC01E-2748-4982-B56B-5FD5DC716885}" srcId="{D218B8E3-3BB2-4A98-9B14-E50F4C7B40A5}" destId="{E7EAE82B-B058-424B-A2CB-47BF6B42DE8C}" srcOrd="0" destOrd="0" parTransId="{DDC75119-9260-42E4-8FD0-6A0F9D309CB3}" sibTransId="{9FB80F95-8A65-42B5-9284-71E0AB01D73B}"/>
    <dgm:cxn modelId="{4600F820-0E9B-4C0A-B4B2-37547E22E740}" srcId="{8011EA95-D8B6-4D8A-AD4D-B37CBD9257BF}" destId="{24A6CE23-4B32-4C6F-BC29-30B318773511}" srcOrd="1" destOrd="0" parTransId="{82FFBE00-9817-4F4C-AB8D-D5FC3553935C}" sibTransId="{74FA1104-8FD8-4F65-93A1-878F034E982F}"/>
    <dgm:cxn modelId="{1157B323-C692-4AE2-AC31-F2886EF96010}" type="presOf" srcId="{6E3528FC-B10D-4CD6-9419-EC2650FDED1C}" destId="{0B1E8C26-20B2-47D4-8DAB-8532568D6016}" srcOrd="0" destOrd="0" presId="urn:microsoft.com/office/officeart/2005/8/layout/hierarchy3"/>
    <dgm:cxn modelId="{08DAC923-91C4-42F4-B14E-922CD6F8E6F5}" srcId="{D218B8E3-3BB2-4A98-9B14-E50F4C7B40A5}" destId="{BA0EDBA7-AF48-4D44-A2BE-045DB47530DF}" srcOrd="2" destOrd="0" parTransId="{5A3D25B1-5111-42C3-A982-A501745DAE29}" sibTransId="{D5FC212E-92C7-4FBF-8CD4-6B087ACD3AB2}"/>
    <dgm:cxn modelId="{73922E29-1062-42A1-97F8-70575496D607}" srcId="{1B651A8D-5D05-42AF-BC9B-C1C136929AD8}" destId="{AE071F18-F17D-4629-AE95-771A867E0719}" srcOrd="1" destOrd="0" parTransId="{16AA91F5-A7B7-4763-A969-77139E533FD9}" sibTransId="{38CFBB8F-F5F3-4C73-83A7-1CE25718BF34}"/>
    <dgm:cxn modelId="{FEE2512C-003A-4FC8-8B26-AAE8CD8C566E}" type="presOf" srcId="{4D69E230-59E8-4307-9388-35FC819F7582}" destId="{A6039C8A-0474-4F1F-A998-FDDC3D0C1A20}" srcOrd="0" destOrd="0" presId="urn:microsoft.com/office/officeart/2005/8/layout/hierarchy3"/>
    <dgm:cxn modelId="{172F4E30-C84B-4D75-B3A1-A38B3601E88B}" type="presOf" srcId="{5D953AF4-36F6-4DC7-AAFF-09F9E3833D19}" destId="{00313B18-5203-4EDE-84B3-FA79D9BD193E}" srcOrd="0" destOrd="0" presId="urn:microsoft.com/office/officeart/2005/8/layout/hierarchy3"/>
    <dgm:cxn modelId="{F3498031-63A0-4C4F-9C18-140A034495E3}" srcId="{D218B8E3-3BB2-4A98-9B14-E50F4C7B40A5}" destId="{7B543416-17D0-43E1-9552-9F16641E523A}" srcOrd="1" destOrd="0" parTransId="{F3506760-6083-467D-907D-E1367B4B86A4}" sibTransId="{1460A883-598C-4D58-BD48-91CD9247A759}"/>
    <dgm:cxn modelId="{FC5DF037-05FD-4CAE-8341-3CD27197D0DC}" type="presOf" srcId="{E7EAE82B-B058-424B-A2CB-47BF6B42DE8C}" destId="{8F0AD401-D469-4443-A184-C30904352207}" srcOrd="0" destOrd="0" presId="urn:microsoft.com/office/officeart/2005/8/layout/hierarchy3"/>
    <dgm:cxn modelId="{3A64203A-8A2E-4711-B737-21FD0710AE25}" type="presOf" srcId="{7B543416-17D0-43E1-9552-9F16641E523A}" destId="{58C10E68-B716-4A49-8A1D-A5852546BAD5}" srcOrd="0" destOrd="0" presId="urn:microsoft.com/office/officeart/2005/8/layout/hierarchy3"/>
    <dgm:cxn modelId="{FFD5C73B-79C5-4780-AC05-09F0447203E0}" type="presOf" srcId="{D218B8E3-3BB2-4A98-9B14-E50F4C7B40A5}" destId="{90BF3C06-FCD1-47C5-A279-03A41375E198}" srcOrd="0" destOrd="0" presId="urn:microsoft.com/office/officeart/2005/8/layout/hierarchy3"/>
    <dgm:cxn modelId="{D122E33B-BDA0-4C9B-B608-C391311C402C}" type="presOf" srcId="{541A2259-D230-4D18-9586-E5E5A1CCA6A9}" destId="{AAAF1C12-16A8-47FA-AD17-CA6567EFED9B}" srcOrd="0" destOrd="0" presId="urn:microsoft.com/office/officeart/2005/8/layout/hierarchy3"/>
    <dgm:cxn modelId="{88D90B3F-DAF1-46B3-AD92-2FD278F7F689}" type="presOf" srcId="{AE071F18-F17D-4629-AE95-771A867E0719}" destId="{3FA11DF1-0D7B-4216-8C36-996896091931}" srcOrd="1" destOrd="0" presId="urn:microsoft.com/office/officeart/2005/8/layout/hierarchy3"/>
    <dgm:cxn modelId="{E834595B-654A-425A-AE66-3E0C2E817FC6}" srcId="{45868E65-FF1C-4184-91E5-610610F5B344}" destId="{2C86C181-DB90-4066-9865-898881FD119F}" srcOrd="3" destOrd="0" parTransId="{8992628E-C4BF-4E6B-BD68-33B442B4B157}" sibTransId="{2A856AAD-FF4F-4324-8DAF-C6E46AD6B5B4}"/>
    <dgm:cxn modelId="{955FA05D-8A1E-4CB8-90F4-A526A23110B2}" srcId="{45868E65-FF1C-4184-91E5-610610F5B344}" destId="{0B882D7C-C044-4668-B7F3-D17507AE11D3}" srcOrd="1" destOrd="0" parTransId="{1B44388C-93F4-4B74-8490-14E707DA3F3B}" sibTransId="{92AA0867-4BFB-4F62-B826-8A6F7C6A61CF}"/>
    <dgm:cxn modelId="{B21A4F60-A48C-44FF-8521-469188DEEFD8}" srcId="{45868E65-FF1C-4184-91E5-610610F5B344}" destId="{21073FA7-EB67-4E05-ACE3-7D54AD29EACD}" srcOrd="0" destOrd="0" parTransId="{4D69E230-59E8-4307-9388-35FC819F7582}" sibTransId="{E2C1C13E-F3B7-48EA-8C75-D4BB888096BF}"/>
    <dgm:cxn modelId="{736AD661-3C7E-49A4-AF46-0AD073065F1B}" type="presOf" srcId="{D7C1B807-8A19-4059-86F1-996E8D2C860A}" destId="{470574B2-6D9B-47BF-8AD5-2FD49D929934}" srcOrd="0" destOrd="0" presId="urn:microsoft.com/office/officeart/2005/8/layout/hierarchy3"/>
    <dgm:cxn modelId="{FB991664-2DD2-47EE-98FA-701DDA4928D7}" srcId="{AE071F18-F17D-4629-AE95-771A867E0719}" destId="{6E3528FC-B10D-4CD6-9419-EC2650FDED1C}" srcOrd="2" destOrd="0" parTransId="{821E27F6-8DB5-46AB-A4F1-FC71A858F117}" sibTransId="{8D689E91-FB57-4A3B-A082-061F661119EF}"/>
    <dgm:cxn modelId="{A8C25644-6747-4389-B82E-7D4BEFAD1646}" srcId="{75F53EF7-5169-4021-9CFC-525A4A83CE20}" destId="{27F8191F-A2ED-4742-B4AB-66EEC8005200}" srcOrd="0" destOrd="0" parTransId="{91E627DA-87AF-43DC-B267-42905BEE2984}" sibTransId="{CD7B6C4B-24A6-4644-82D2-7E8B87051B5D}"/>
    <dgm:cxn modelId="{7941354A-3341-4820-B3B7-D8902A666A1A}" type="presOf" srcId="{5A3D25B1-5111-42C3-A982-A501745DAE29}" destId="{5783A448-6EAD-4964-9BB8-114CC84A8100}" srcOrd="0" destOrd="0" presId="urn:microsoft.com/office/officeart/2005/8/layout/hierarchy3"/>
    <dgm:cxn modelId="{4E854A6A-BBEB-4C56-AA7B-BAD16D3BBDE7}" type="presOf" srcId="{6FE932E4-1D12-42B2-B7DF-417DEC918FFC}" destId="{3286CB7A-26D7-42C3-BA78-8DCDAC5EDAB9}" srcOrd="0" destOrd="0" presId="urn:microsoft.com/office/officeart/2005/8/layout/hierarchy3"/>
    <dgm:cxn modelId="{D02B7B4C-0470-46AF-BEF1-137057170984}" type="presOf" srcId="{2C86C181-DB90-4066-9865-898881FD119F}" destId="{4A691132-55E3-4B5D-A8AD-146828BB0528}" srcOrd="0" destOrd="0" presId="urn:microsoft.com/office/officeart/2005/8/layout/hierarchy3"/>
    <dgm:cxn modelId="{CA2F736D-1B4F-4C94-96E1-6BAAD17D1EC3}" type="presOf" srcId="{8992628E-C4BF-4E6B-BD68-33B442B4B157}" destId="{D7AAA49C-DF53-4FA4-9440-71452A9710BC}" srcOrd="0" destOrd="0" presId="urn:microsoft.com/office/officeart/2005/8/layout/hierarchy3"/>
    <dgm:cxn modelId="{9C510C50-DBC1-455D-90A8-A68B2F8A11AA}" srcId="{8011EA95-D8B6-4D8A-AD4D-B37CBD9257BF}" destId="{541A2259-D230-4D18-9586-E5E5A1CCA6A9}" srcOrd="0" destOrd="0" parTransId="{AF80C2AA-811C-4435-8735-82C4A02DA7F3}" sibTransId="{D5CB0368-85EB-45A2-8CCA-B27DD3D77E03}"/>
    <dgm:cxn modelId="{8E02A750-F180-4FD4-B630-A280ED8FFB72}" srcId="{1B651A8D-5D05-42AF-BC9B-C1C136929AD8}" destId="{75F53EF7-5169-4021-9CFC-525A4A83CE20}" srcOrd="0" destOrd="0" parTransId="{DACDF8AE-C645-4D99-86C3-24B11DB2ED80}" sibTransId="{FA5707A0-D63D-4574-9630-03B52BFF237B}"/>
    <dgm:cxn modelId="{54D09251-21ED-4F2E-9406-8FF942680006}" srcId="{BA0EDBA7-AF48-4D44-A2BE-045DB47530DF}" destId="{954DDCF1-CA87-4618-BD21-B3E9C1E5AF5B}" srcOrd="1" destOrd="0" parTransId="{4502E6FD-AC72-4146-AE0A-3B20F5D7DE3D}" sibTransId="{F9E0DD0A-EE06-49B2-8658-C87E6B5EF15F}"/>
    <dgm:cxn modelId="{CAADC674-7F64-4DD0-9A87-2B1CA293EAE4}" srcId="{E7EAE82B-B058-424B-A2CB-47BF6B42DE8C}" destId="{419DC530-6F2C-4DF7-8F6B-0047C96B4E31}" srcOrd="1" destOrd="0" parTransId="{B0693422-F9B5-4CFE-928F-5C15F21E858F}" sibTransId="{E3394B24-7BDB-4534-AE22-664F440858C7}"/>
    <dgm:cxn modelId="{A5B5627A-C9A3-4CA8-B1AE-3C7F2BB3B915}" type="presOf" srcId="{45868E65-FF1C-4184-91E5-610610F5B344}" destId="{48E66677-AAEC-4777-B1A7-4DB2AB10A923}" srcOrd="1" destOrd="0" presId="urn:microsoft.com/office/officeart/2005/8/layout/hierarchy3"/>
    <dgm:cxn modelId="{26EF9E7C-159C-4B9C-BDF2-07F586CA1C52}" srcId="{7B543416-17D0-43E1-9552-9F16641E523A}" destId="{91D2ED37-2BC1-469A-A181-CAD4AEBC024A}" srcOrd="0" destOrd="0" parTransId="{8733ED54-378C-4109-B4F1-04A4146B21F7}" sibTransId="{AF42C5AD-CBD0-4889-A08E-9AEB4037FEE1}"/>
    <dgm:cxn modelId="{D397B77F-4DE0-420D-9669-136524246B04}" srcId="{45868E65-FF1C-4184-91E5-610610F5B344}" destId="{3518B09F-1B01-485C-8BFE-D91D6BD6FCA8}" srcOrd="2" destOrd="0" parTransId="{4087D829-1F85-43E2-97AB-56F217D5E87A}" sibTransId="{A6473DA1-2FCF-42EB-BBEC-5FA571AF7E73}"/>
    <dgm:cxn modelId="{AA2C9F83-1D97-4C78-AF2D-0DF49C89836C}" type="presOf" srcId="{4087D829-1F85-43E2-97AB-56F217D5E87A}" destId="{8541FA5B-C6CA-40CC-BDE1-AF7177A26A2F}" srcOrd="0" destOrd="0" presId="urn:microsoft.com/office/officeart/2005/8/layout/hierarchy3"/>
    <dgm:cxn modelId="{3202DA84-9A25-48A9-87DD-A15381693870}" type="presOf" srcId="{163820F5-E465-4808-BA95-2F246D4ABA01}" destId="{66BD1D1D-103E-43C2-BED6-2CBF983E3EF3}" srcOrd="0" destOrd="0" presId="urn:microsoft.com/office/officeart/2005/8/layout/hierarchy3"/>
    <dgm:cxn modelId="{E9F7B685-6DC9-4F63-8CB7-6EF69015C4FE}" type="presOf" srcId="{45868E65-FF1C-4184-91E5-610610F5B344}" destId="{5BC38429-5F9A-48C5-A1A9-2F10FBE8AF7C}" srcOrd="0" destOrd="0" presId="urn:microsoft.com/office/officeart/2005/8/layout/hierarchy3"/>
    <dgm:cxn modelId="{72EC838B-4B6A-4018-9AC1-864E5017607A}" type="presOf" srcId="{11B0A464-E13D-463E-8DE6-63803428CE7B}" destId="{8F0AD401-D469-4443-A184-C30904352207}" srcOrd="0" destOrd="1" presId="urn:microsoft.com/office/officeart/2005/8/layout/hierarchy3"/>
    <dgm:cxn modelId="{F5F8858B-397A-44FB-BE44-306407B2B340}" srcId="{AE071F18-F17D-4629-AE95-771A867E0719}" destId="{4FFB34D1-1E00-4648-8F59-AAC3BFA6F8B2}" srcOrd="0" destOrd="0" parTransId="{CFE48C79-5DCE-434C-9F46-8D7C97A980A7}" sibTransId="{2A3F7B67-10D3-4F60-A714-82185BBEA347}"/>
    <dgm:cxn modelId="{ACA25A8F-3C6C-4A80-AD2F-F7BC1DEB00A8}" type="presOf" srcId="{821E27F6-8DB5-46AB-A4F1-FC71A858F117}" destId="{D8FB5317-95E6-4CCD-B67B-EB7FECD91711}" srcOrd="0" destOrd="0" presId="urn:microsoft.com/office/officeart/2005/8/layout/hierarchy3"/>
    <dgm:cxn modelId="{561F7C92-76A8-4057-8F5E-4E98C4D57701}" type="presOf" srcId="{419DC530-6F2C-4DF7-8F6B-0047C96B4E31}" destId="{8F0AD401-D469-4443-A184-C30904352207}" srcOrd="0" destOrd="2" presId="urn:microsoft.com/office/officeart/2005/8/layout/hierarchy3"/>
    <dgm:cxn modelId="{CF959F92-6CA6-40EF-9BBD-16A5FDB4CC74}" type="presOf" srcId="{CFE48C79-5DCE-434C-9F46-8D7C97A980A7}" destId="{A32B403D-2E99-4854-8BD7-2E7B1B401CFB}" srcOrd="0" destOrd="0" presId="urn:microsoft.com/office/officeart/2005/8/layout/hierarchy3"/>
    <dgm:cxn modelId="{98B6C592-6638-4FCA-A60D-2D8B47578E50}" type="presOf" srcId="{24A6CE23-4B32-4C6F-BC29-30B318773511}" destId="{9F2ACFFF-B1BF-4C52-98E9-0BEEEE2A8224}" srcOrd="0" destOrd="0" presId="urn:microsoft.com/office/officeart/2005/8/layout/hierarchy3"/>
    <dgm:cxn modelId="{7D022196-F1F8-4662-A355-9718F2FDCA49}" type="presOf" srcId="{0B882D7C-C044-4668-B7F3-D17507AE11D3}" destId="{BEFAFF35-11FA-4CF3-A44E-44533FE1B1DB}" srcOrd="0" destOrd="0" presId="urn:microsoft.com/office/officeart/2005/8/layout/hierarchy3"/>
    <dgm:cxn modelId="{FD690097-7186-4742-BF30-6D4BD59664FA}" type="presOf" srcId="{1B44388C-93F4-4B74-8490-14E707DA3F3B}" destId="{9563D955-8FFA-499C-9B74-4827B4F5D3EA}" srcOrd="0" destOrd="0" presId="urn:microsoft.com/office/officeart/2005/8/layout/hierarchy3"/>
    <dgm:cxn modelId="{92758C97-461F-401E-9D16-691F5ACE8B09}" type="presOf" srcId="{28C5DF32-03E7-4E89-82E9-8DADF9951A3D}" destId="{8FA54509-E5B2-4812-B52A-4D7DE8FB7237}" srcOrd="0" destOrd="0" presId="urn:microsoft.com/office/officeart/2005/8/layout/hierarchy3"/>
    <dgm:cxn modelId="{C29EEA9A-7D14-4C73-BFDD-4CA7CACD926F}" type="presOf" srcId="{82FFBE00-9817-4F4C-AB8D-D5FC3553935C}" destId="{91C42F0B-7F77-415E-B49D-6FD16D12C5E6}" srcOrd="0" destOrd="0" presId="urn:microsoft.com/office/officeart/2005/8/layout/hierarchy3"/>
    <dgm:cxn modelId="{ED6BD2A2-8977-4A0A-9069-0555ADD234C9}" type="presOf" srcId="{91E627DA-87AF-43DC-B267-42905BEE2984}" destId="{BB45995A-67F2-4796-B232-89FFC56EB079}" srcOrd="0" destOrd="0" presId="urn:microsoft.com/office/officeart/2005/8/layout/hierarchy3"/>
    <dgm:cxn modelId="{833724B4-5C89-4C43-8ED1-99667EFA4121}" srcId="{BA0EDBA7-AF48-4D44-A2BE-045DB47530DF}" destId="{C766C5D7-5F1F-4DD2-91A8-AAD771524DF4}" srcOrd="0" destOrd="0" parTransId="{7E41D04D-C21B-43F0-ADCD-142E8B3CBCA1}" sibTransId="{6D4D03A0-2004-4781-A5EF-AF3A86F4AAF7}"/>
    <dgm:cxn modelId="{DA27AFB8-47B5-4DB0-83EA-2752056D8588}" type="presOf" srcId="{AF80C2AA-811C-4435-8735-82C4A02DA7F3}" destId="{24362C85-2FC0-44D1-ABA7-B1158C99AA92}" srcOrd="0" destOrd="0" presId="urn:microsoft.com/office/officeart/2005/8/layout/hierarchy3"/>
    <dgm:cxn modelId="{BE686BB9-AC9E-46AB-9747-2DE9045E9A74}" srcId="{1B651A8D-5D05-42AF-BC9B-C1C136929AD8}" destId="{8011EA95-D8B6-4D8A-AD4D-B37CBD9257BF}" srcOrd="2" destOrd="0" parTransId="{13365783-7739-4B88-AD23-8F4BDF63DB80}" sibTransId="{4163E7C5-71A1-49C6-85AB-E8725CA9ACFE}"/>
    <dgm:cxn modelId="{7CDAEAB9-B7B9-4B95-BA1F-7092A7378523}" type="presOf" srcId="{27F8191F-A2ED-4742-B4AB-66EEC8005200}" destId="{56F08B98-7687-4C72-B546-B0340A4BBADC}" srcOrd="0" destOrd="0" presId="urn:microsoft.com/office/officeart/2005/8/layout/hierarchy3"/>
    <dgm:cxn modelId="{709874BA-BB28-4104-BD62-6D692184B3E9}" type="presOf" srcId="{C766C5D7-5F1F-4DD2-91A8-AAD771524DF4}" destId="{3DAEE623-4C2F-462C-8BF7-5B7875CE5577}" srcOrd="0" destOrd="1" presId="urn:microsoft.com/office/officeart/2005/8/layout/hierarchy3"/>
    <dgm:cxn modelId="{BE84F5BA-D95F-412A-98EB-E6D3775EECB5}" type="presOf" srcId="{4FFB34D1-1E00-4648-8F59-AAC3BFA6F8B2}" destId="{62D0E005-58E9-4B23-8DC1-05DD5721D62A}" srcOrd="0" destOrd="0" presId="urn:microsoft.com/office/officeart/2005/8/layout/hierarchy3"/>
    <dgm:cxn modelId="{C3B3F7BE-C127-4345-BA92-088ADF9581C6}" type="presOf" srcId="{070F596F-3C59-4823-AEC8-DC50B0B8C669}" destId="{2DFD825E-11C4-4D9E-88F8-E761812E55F1}" srcOrd="0" destOrd="0" presId="urn:microsoft.com/office/officeart/2005/8/layout/hierarchy3"/>
    <dgm:cxn modelId="{7B4B03C0-B035-486A-9AC4-E0CBC863A607}" srcId="{7B543416-17D0-43E1-9552-9F16641E523A}" destId="{27C74ABA-EA38-40FB-941D-99953758663D}" srcOrd="1" destOrd="0" parTransId="{45725725-A726-4A2D-8090-C7D5BE86054F}" sibTransId="{1048A886-20BD-40D3-9AFA-55F46066DA13}"/>
    <dgm:cxn modelId="{94B08EC8-338E-444F-BE26-A6B79DDAB14E}" type="presOf" srcId="{1B651A8D-5D05-42AF-BC9B-C1C136929AD8}" destId="{FE46291A-A0BB-45AF-91C1-01E4158B14A0}" srcOrd="0" destOrd="0" presId="urn:microsoft.com/office/officeart/2005/8/layout/hierarchy3"/>
    <dgm:cxn modelId="{532F23CD-1B66-4BC5-B632-9615624DA161}" srcId="{1B651A8D-5D05-42AF-BC9B-C1C136929AD8}" destId="{D218B8E3-3BB2-4A98-9B14-E50F4C7B40A5}" srcOrd="4" destOrd="0" parTransId="{18C1F9C8-7986-4734-8302-1B3496407CC7}" sibTransId="{3F3276C6-6040-45E0-B05C-C2728E470B8B}"/>
    <dgm:cxn modelId="{87F2F5D3-9882-4BC9-B74C-701D8303B918}" srcId="{8011EA95-D8B6-4D8A-AD4D-B37CBD9257BF}" destId="{217AC7CB-5F79-4EDD-88C1-DF800C5E6551}" srcOrd="2" destOrd="0" parTransId="{6FE932E4-1D12-42B2-B7DF-417DEC918FFC}" sibTransId="{3705939B-CD49-45D2-B705-97E90E8F67AD}"/>
    <dgm:cxn modelId="{D7E21DD6-FE3D-4FA2-A11F-37CE330945D9}" type="presOf" srcId="{27C74ABA-EA38-40FB-941D-99953758663D}" destId="{58C10E68-B716-4A49-8A1D-A5852546BAD5}" srcOrd="0" destOrd="2" presId="urn:microsoft.com/office/officeart/2005/8/layout/hierarchy3"/>
    <dgm:cxn modelId="{D6AA58D9-820F-46F7-AD3E-F5E2CBCCAD1C}" srcId="{1B651A8D-5D05-42AF-BC9B-C1C136929AD8}" destId="{45868E65-FF1C-4184-91E5-610610F5B344}" srcOrd="3" destOrd="0" parTransId="{29DD7CF0-662C-4AB4-BAE5-BA504C153554}" sibTransId="{AB1AC22B-2B5A-4B40-BED0-7D86F2EDDFFE}"/>
    <dgm:cxn modelId="{2BB9CCDC-92A4-4813-BD67-285282C8C139}" srcId="{75F53EF7-5169-4021-9CFC-525A4A83CE20}" destId="{3094B844-4A39-4B27-AF51-F8AF8F8FE48E}" srcOrd="2" destOrd="0" parTransId="{1BA1948D-C04F-4193-BEFE-3A62247FAAFE}" sibTransId="{5C40E72A-4B9F-434C-BF4F-DBA1369B5E6B}"/>
    <dgm:cxn modelId="{CD28C3E1-1A0A-44A7-83CD-E5C007659E16}" type="presOf" srcId="{75F53EF7-5169-4021-9CFC-525A4A83CE20}" destId="{34843DAC-15C5-47D8-A8F4-396A32973E26}" srcOrd="0" destOrd="0" presId="urn:microsoft.com/office/officeart/2005/8/layout/hierarchy3"/>
    <dgm:cxn modelId="{DBA788E4-44A5-4F31-B554-2F57F1013CDB}" type="presOf" srcId="{8011EA95-D8B6-4D8A-AD4D-B37CBD9257BF}" destId="{FBBBD26D-0C17-47E6-915B-B1EBD22E65A5}" srcOrd="1" destOrd="0" presId="urn:microsoft.com/office/officeart/2005/8/layout/hierarchy3"/>
    <dgm:cxn modelId="{118DFAE5-3972-4C26-984A-A417FF766D5D}" type="presOf" srcId="{AE071F18-F17D-4629-AE95-771A867E0719}" destId="{5B8367E5-A427-408D-8792-D789F256589A}" srcOrd="0" destOrd="0" presId="urn:microsoft.com/office/officeart/2005/8/layout/hierarchy3"/>
    <dgm:cxn modelId="{5967AFE9-1FC5-45A6-8993-EB6E9440BC0E}" srcId="{AE071F18-F17D-4629-AE95-771A867E0719}" destId="{D7C1B807-8A19-4059-86F1-996E8D2C860A}" srcOrd="3" destOrd="0" parTransId="{5D953AF4-36F6-4DC7-AAFF-09F9E3833D19}" sibTransId="{AE042DAF-93AE-40C8-95E1-B3D014B4320A}"/>
    <dgm:cxn modelId="{064BAEEC-E538-46EC-94BF-43176AEB70D5}" type="presOf" srcId="{8011EA95-D8B6-4D8A-AD4D-B37CBD9257BF}" destId="{84F6DF17-2796-4F89-BBD6-45B73B94B326}" srcOrd="0" destOrd="0" presId="urn:microsoft.com/office/officeart/2005/8/layout/hierarchy3"/>
    <dgm:cxn modelId="{7BB412F1-E2EE-414A-901B-E170946F1019}" type="presOf" srcId="{954DDCF1-CA87-4618-BD21-B3E9C1E5AF5B}" destId="{3DAEE623-4C2F-462C-8BF7-5B7875CE5577}" srcOrd="0" destOrd="2" presId="urn:microsoft.com/office/officeart/2005/8/layout/hierarchy3"/>
    <dgm:cxn modelId="{FF7788F1-EBF2-4124-A615-A30BC1A21454}" type="presOf" srcId="{A12BD1BC-11F1-4A65-92CB-EFF7176F8276}" destId="{A5770161-872D-42A7-9B71-0116DE066DCE}" srcOrd="0" destOrd="0" presId="urn:microsoft.com/office/officeart/2005/8/layout/hierarchy3"/>
    <dgm:cxn modelId="{035E9BF3-0EA8-4D16-8525-1037856462DC}" type="presOf" srcId="{3518B09F-1B01-485C-8BFE-D91D6BD6FCA8}" destId="{D3FA7DA7-72B6-48BA-A9FE-E39AE12E56E1}" srcOrd="0" destOrd="0" presId="urn:microsoft.com/office/officeart/2005/8/layout/hierarchy3"/>
    <dgm:cxn modelId="{0897BDF5-A5F4-4167-9079-341880ACC8B5}" srcId="{E7EAE82B-B058-424B-A2CB-47BF6B42DE8C}" destId="{11B0A464-E13D-463E-8DE6-63803428CE7B}" srcOrd="0" destOrd="0" parTransId="{3C0C7E07-36C6-4B31-8C1A-3A89A5941F8E}" sibTransId="{0CD0FF8D-70CF-4E6D-A70A-8714D532211A}"/>
    <dgm:cxn modelId="{576CB7F6-7333-4E0B-BFEF-7FC101AC08C2}" type="presOf" srcId="{75F53EF7-5169-4021-9CFC-525A4A83CE20}" destId="{4B9292B0-6520-4178-A95C-CF159984FA47}" srcOrd="1" destOrd="0" presId="urn:microsoft.com/office/officeart/2005/8/layout/hierarchy3"/>
    <dgm:cxn modelId="{5E1604F7-67EB-4540-8C71-C540142F62F0}" type="presOf" srcId="{DDC75119-9260-42E4-8FD0-6A0F9D309CB3}" destId="{861FEA3D-A657-4BDB-9DCB-A65044ED976A}" srcOrd="0" destOrd="0" presId="urn:microsoft.com/office/officeart/2005/8/layout/hierarchy3"/>
    <dgm:cxn modelId="{866995F9-28B1-40A4-8C3D-5C9808738B07}" type="presOf" srcId="{91D2ED37-2BC1-469A-A181-CAD4AEBC024A}" destId="{58C10E68-B716-4A49-8A1D-A5852546BAD5}" srcOrd="0" destOrd="1" presId="urn:microsoft.com/office/officeart/2005/8/layout/hierarchy3"/>
    <dgm:cxn modelId="{919A95FF-C5CF-4F4F-A565-573C036E9F73}" type="presOf" srcId="{21073FA7-EB67-4E05-ACE3-7D54AD29EACD}" destId="{519377EC-4756-4486-B367-CC5C56FBC3BF}" srcOrd="0" destOrd="0" presId="urn:microsoft.com/office/officeart/2005/8/layout/hierarchy3"/>
    <dgm:cxn modelId="{AA617024-A69B-48C0-9939-6F65F084A8B7}" type="presParOf" srcId="{FE46291A-A0BB-45AF-91C1-01E4158B14A0}" destId="{1442464D-4FAF-4C7E-A0AA-F4BE95273640}" srcOrd="0" destOrd="0" presId="urn:microsoft.com/office/officeart/2005/8/layout/hierarchy3"/>
    <dgm:cxn modelId="{908BEF20-7D2B-4597-A44F-D3348F393287}" type="presParOf" srcId="{1442464D-4FAF-4C7E-A0AA-F4BE95273640}" destId="{1481EF69-1DDA-4344-B637-8CD81806DC1E}" srcOrd="0" destOrd="0" presId="urn:microsoft.com/office/officeart/2005/8/layout/hierarchy3"/>
    <dgm:cxn modelId="{AC45F81A-8456-4DD5-9888-DB70480C4E3B}" type="presParOf" srcId="{1481EF69-1DDA-4344-B637-8CD81806DC1E}" destId="{34843DAC-15C5-47D8-A8F4-396A32973E26}" srcOrd="0" destOrd="0" presId="urn:microsoft.com/office/officeart/2005/8/layout/hierarchy3"/>
    <dgm:cxn modelId="{BB1072F7-37FD-485F-864D-2EE806EA7BF3}" type="presParOf" srcId="{1481EF69-1DDA-4344-B637-8CD81806DC1E}" destId="{4B9292B0-6520-4178-A95C-CF159984FA47}" srcOrd="1" destOrd="0" presId="urn:microsoft.com/office/officeart/2005/8/layout/hierarchy3"/>
    <dgm:cxn modelId="{F30BCCA9-4A7A-4503-8309-C2DA490C02F2}" type="presParOf" srcId="{1442464D-4FAF-4C7E-A0AA-F4BE95273640}" destId="{7E4126B7-21F5-4BDE-952D-0B92B2A3D037}" srcOrd="1" destOrd="0" presId="urn:microsoft.com/office/officeart/2005/8/layout/hierarchy3"/>
    <dgm:cxn modelId="{6E7139FF-EBD5-4D76-BA16-FF43E9C9AC6C}" type="presParOf" srcId="{7E4126B7-21F5-4BDE-952D-0B92B2A3D037}" destId="{BB45995A-67F2-4796-B232-89FFC56EB079}" srcOrd="0" destOrd="0" presId="urn:microsoft.com/office/officeart/2005/8/layout/hierarchy3"/>
    <dgm:cxn modelId="{BAB96AEE-4D65-45B7-80E0-C71967D7BC26}" type="presParOf" srcId="{7E4126B7-21F5-4BDE-952D-0B92B2A3D037}" destId="{56F08B98-7687-4C72-B546-B0340A4BBADC}" srcOrd="1" destOrd="0" presId="urn:microsoft.com/office/officeart/2005/8/layout/hierarchy3"/>
    <dgm:cxn modelId="{B8F9BACD-E778-4A25-B667-E595A4D1A9E8}" type="presParOf" srcId="{7E4126B7-21F5-4BDE-952D-0B92B2A3D037}" destId="{A5770161-872D-42A7-9B71-0116DE066DCE}" srcOrd="2" destOrd="0" presId="urn:microsoft.com/office/officeart/2005/8/layout/hierarchy3"/>
    <dgm:cxn modelId="{DAC30289-DDD7-46C7-8D3B-CDAB67A5C36A}" type="presParOf" srcId="{7E4126B7-21F5-4BDE-952D-0B92B2A3D037}" destId="{2DFD825E-11C4-4D9E-88F8-E761812E55F1}" srcOrd="3" destOrd="0" presId="urn:microsoft.com/office/officeart/2005/8/layout/hierarchy3"/>
    <dgm:cxn modelId="{CE65EE8A-9FDC-4A16-9330-3BD81737E89F}" type="presParOf" srcId="{7E4126B7-21F5-4BDE-952D-0B92B2A3D037}" destId="{8DE64E42-5EDB-4E81-9DD8-E4BC52690AD5}" srcOrd="4" destOrd="0" presId="urn:microsoft.com/office/officeart/2005/8/layout/hierarchy3"/>
    <dgm:cxn modelId="{79D6F775-4110-4B0E-9C1C-1F2BE670464E}" type="presParOf" srcId="{7E4126B7-21F5-4BDE-952D-0B92B2A3D037}" destId="{BE92D845-7726-43F5-8D5C-A5C8A31047B0}" srcOrd="5" destOrd="0" presId="urn:microsoft.com/office/officeart/2005/8/layout/hierarchy3"/>
    <dgm:cxn modelId="{CD81AE73-6940-4888-979C-45203AA8E2A2}" type="presParOf" srcId="{FE46291A-A0BB-45AF-91C1-01E4158B14A0}" destId="{2BD47BC5-4E3D-40C9-AAB4-0C32D2CCD0B8}" srcOrd="1" destOrd="0" presId="urn:microsoft.com/office/officeart/2005/8/layout/hierarchy3"/>
    <dgm:cxn modelId="{3119C813-1559-4DC5-A27E-31FC72B167FC}" type="presParOf" srcId="{2BD47BC5-4E3D-40C9-AAB4-0C32D2CCD0B8}" destId="{CBE907C1-0836-405E-83B6-FF5757EDCBAE}" srcOrd="0" destOrd="0" presId="urn:microsoft.com/office/officeart/2005/8/layout/hierarchy3"/>
    <dgm:cxn modelId="{8D6805DC-8C4B-4B36-82A4-95419AC49D4A}" type="presParOf" srcId="{CBE907C1-0836-405E-83B6-FF5757EDCBAE}" destId="{5B8367E5-A427-408D-8792-D789F256589A}" srcOrd="0" destOrd="0" presId="urn:microsoft.com/office/officeart/2005/8/layout/hierarchy3"/>
    <dgm:cxn modelId="{2E4D0D32-4058-4A43-BD67-07EB2307DE4E}" type="presParOf" srcId="{CBE907C1-0836-405E-83B6-FF5757EDCBAE}" destId="{3FA11DF1-0D7B-4216-8C36-996896091931}" srcOrd="1" destOrd="0" presId="urn:microsoft.com/office/officeart/2005/8/layout/hierarchy3"/>
    <dgm:cxn modelId="{81D1424F-D036-457E-BCD3-A7C64461B475}" type="presParOf" srcId="{2BD47BC5-4E3D-40C9-AAB4-0C32D2CCD0B8}" destId="{0C1CECBC-0091-4DA1-852C-CF6085626749}" srcOrd="1" destOrd="0" presId="urn:microsoft.com/office/officeart/2005/8/layout/hierarchy3"/>
    <dgm:cxn modelId="{44A7DBB7-F466-4FD2-8028-BA26FEFD7A90}" type="presParOf" srcId="{0C1CECBC-0091-4DA1-852C-CF6085626749}" destId="{A32B403D-2E99-4854-8BD7-2E7B1B401CFB}" srcOrd="0" destOrd="0" presId="urn:microsoft.com/office/officeart/2005/8/layout/hierarchy3"/>
    <dgm:cxn modelId="{EEC9A6DA-F8B7-463A-B576-7F16CD4E59A8}" type="presParOf" srcId="{0C1CECBC-0091-4DA1-852C-CF6085626749}" destId="{62D0E005-58E9-4B23-8DC1-05DD5721D62A}" srcOrd="1" destOrd="0" presId="urn:microsoft.com/office/officeart/2005/8/layout/hierarchy3"/>
    <dgm:cxn modelId="{0336E6F7-7608-4215-A1DA-5354D6A5CEF1}" type="presParOf" srcId="{0C1CECBC-0091-4DA1-852C-CF6085626749}" destId="{66BD1D1D-103E-43C2-BED6-2CBF983E3EF3}" srcOrd="2" destOrd="0" presId="urn:microsoft.com/office/officeart/2005/8/layout/hierarchy3"/>
    <dgm:cxn modelId="{4448E412-069B-49E1-88D6-4FA00434F915}" type="presParOf" srcId="{0C1CECBC-0091-4DA1-852C-CF6085626749}" destId="{8FA54509-E5B2-4812-B52A-4D7DE8FB7237}" srcOrd="3" destOrd="0" presId="urn:microsoft.com/office/officeart/2005/8/layout/hierarchy3"/>
    <dgm:cxn modelId="{28531EF3-E87D-4B62-AD87-AC96A0534AEB}" type="presParOf" srcId="{0C1CECBC-0091-4DA1-852C-CF6085626749}" destId="{D8FB5317-95E6-4CCD-B67B-EB7FECD91711}" srcOrd="4" destOrd="0" presId="urn:microsoft.com/office/officeart/2005/8/layout/hierarchy3"/>
    <dgm:cxn modelId="{7EA748BA-B347-4A9C-823F-B271F69EE531}" type="presParOf" srcId="{0C1CECBC-0091-4DA1-852C-CF6085626749}" destId="{0B1E8C26-20B2-47D4-8DAB-8532568D6016}" srcOrd="5" destOrd="0" presId="urn:microsoft.com/office/officeart/2005/8/layout/hierarchy3"/>
    <dgm:cxn modelId="{60F6D86F-D9B5-4E61-AC4E-66F73B77A8F9}" type="presParOf" srcId="{0C1CECBC-0091-4DA1-852C-CF6085626749}" destId="{00313B18-5203-4EDE-84B3-FA79D9BD193E}" srcOrd="6" destOrd="0" presId="urn:microsoft.com/office/officeart/2005/8/layout/hierarchy3"/>
    <dgm:cxn modelId="{BF4AA5F6-F9D9-450A-B281-3C9B5AAEB343}" type="presParOf" srcId="{0C1CECBC-0091-4DA1-852C-CF6085626749}" destId="{470574B2-6D9B-47BF-8AD5-2FD49D929934}" srcOrd="7" destOrd="0" presId="urn:microsoft.com/office/officeart/2005/8/layout/hierarchy3"/>
    <dgm:cxn modelId="{256BACE6-45B2-4565-A162-F443D360EBA5}" type="presParOf" srcId="{FE46291A-A0BB-45AF-91C1-01E4158B14A0}" destId="{9F6369A6-38B7-4A48-8C0C-B74EADD484B4}" srcOrd="2" destOrd="0" presId="urn:microsoft.com/office/officeart/2005/8/layout/hierarchy3"/>
    <dgm:cxn modelId="{9FC2B115-4D79-42AC-890E-BA04A255F3B3}" type="presParOf" srcId="{9F6369A6-38B7-4A48-8C0C-B74EADD484B4}" destId="{308ED643-A6F2-43E2-A718-9C4433862DF3}" srcOrd="0" destOrd="0" presId="urn:microsoft.com/office/officeart/2005/8/layout/hierarchy3"/>
    <dgm:cxn modelId="{75DED279-7E08-495D-B4E8-4D8D7434D6AE}" type="presParOf" srcId="{308ED643-A6F2-43E2-A718-9C4433862DF3}" destId="{84F6DF17-2796-4F89-BBD6-45B73B94B326}" srcOrd="0" destOrd="0" presId="urn:microsoft.com/office/officeart/2005/8/layout/hierarchy3"/>
    <dgm:cxn modelId="{3CBB08DE-D320-408A-9C47-70B3F20A8653}" type="presParOf" srcId="{308ED643-A6F2-43E2-A718-9C4433862DF3}" destId="{FBBBD26D-0C17-47E6-915B-B1EBD22E65A5}" srcOrd="1" destOrd="0" presId="urn:microsoft.com/office/officeart/2005/8/layout/hierarchy3"/>
    <dgm:cxn modelId="{C8994ECA-4EAC-48BD-804F-F97E5365585A}" type="presParOf" srcId="{9F6369A6-38B7-4A48-8C0C-B74EADD484B4}" destId="{3B486253-1D12-4F32-BAD1-9CAB62E58998}" srcOrd="1" destOrd="0" presId="urn:microsoft.com/office/officeart/2005/8/layout/hierarchy3"/>
    <dgm:cxn modelId="{5464D86E-4F13-4C02-AEAB-7EBB1E5278E3}" type="presParOf" srcId="{3B486253-1D12-4F32-BAD1-9CAB62E58998}" destId="{24362C85-2FC0-44D1-ABA7-B1158C99AA92}" srcOrd="0" destOrd="0" presId="urn:microsoft.com/office/officeart/2005/8/layout/hierarchy3"/>
    <dgm:cxn modelId="{E88B038A-2983-4C94-B845-F960139B39D2}" type="presParOf" srcId="{3B486253-1D12-4F32-BAD1-9CAB62E58998}" destId="{AAAF1C12-16A8-47FA-AD17-CA6567EFED9B}" srcOrd="1" destOrd="0" presId="urn:microsoft.com/office/officeart/2005/8/layout/hierarchy3"/>
    <dgm:cxn modelId="{C80E36A9-3227-4D26-93ED-6736764843C5}" type="presParOf" srcId="{3B486253-1D12-4F32-BAD1-9CAB62E58998}" destId="{91C42F0B-7F77-415E-B49D-6FD16D12C5E6}" srcOrd="2" destOrd="0" presId="urn:microsoft.com/office/officeart/2005/8/layout/hierarchy3"/>
    <dgm:cxn modelId="{99E8FDCE-1B6A-41D6-9C2F-FEE5EFA2BE4B}" type="presParOf" srcId="{3B486253-1D12-4F32-BAD1-9CAB62E58998}" destId="{9F2ACFFF-B1BF-4C52-98E9-0BEEEE2A8224}" srcOrd="3" destOrd="0" presId="urn:microsoft.com/office/officeart/2005/8/layout/hierarchy3"/>
    <dgm:cxn modelId="{B203A1A9-9564-4225-8E3A-B26BE5F03C59}" type="presParOf" srcId="{3B486253-1D12-4F32-BAD1-9CAB62E58998}" destId="{3286CB7A-26D7-42C3-BA78-8DCDAC5EDAB9}" srcOrd="4" destOrd="0" presId="urn:microsoft.com/office/officeart/2005/8/layout/hierarchy3"/>
    <dgm:cxn modelId="{7B5D86F8-4F07-4EE1-A508-7FE54F2496D2}" type="presParOf" srcId="{3B486253-1D12-4F32-BAD1-9CAB62E58998}" destId="{F9503E27-E241-4037-B18C-7D44291ABDAB}" srcOrd="5" destOrd="0" presId="urn:microsoft.com/office/officeart/2005/8/layout/hierarchy3"/>
    <dgm:cxn modelId="{51126F46-B16A-4161-BDE4-F4C254460133}" type="presParOf" srcId="{FE46291A-A0BB-45AF-91C1-01E4158B14A0}" destId="{39A1B23F-54F6-4FBD-BE64-0E76369B2750}" srcOrd="3" destOrd="0" presId="urn:microsoft.com/office/officeart/2005/8/layout/hierarchy3"/>
    <dgm:cxn modelId="{2CB29824-CCC2-427C-A38B-B986E029957B}" type="presParOf" srcId="{39A1B23F-54F6-4FBD-BE64-0E76369B2750}" destId="{481DE480-6BDA-43DF-B9B2-C51DAF0C1C51}" srcOrd="0" destOrd="0" presId="urn:microsoft.com/office/officeart/2005/8/layout/hierarchy3"/>
    <dgm:cxn modelId="{4C9B36AD-2BCD-4727-86AA-58112472131A}" type="presParOf" srcId="{481DE480-6BDA-43DF-B9B2-C51DAF0C1C51}" destId="{5BC38429-5F9A-48C5-A1A9-2F10FBE8AF7C}" srcOrd="0" destOrd="0" presId="urn:microsoft.com/office/officeart/2005/8/layout/hierarchy3"/>
    <dgm:cxn modelId="{6581A047-F5C3-45C1-84E9-3DB1C89D0F0D}" type="presParOf" srcId="{481DE480-6BDA-43DF-B9B2-C51DAF0C1C51}" destId="{48E66677-AAEC-4777-B1A7-4DB2AB10A923}" srcOrd="1" destOrd="0" presId="urn:microsoft.com/office/officeart/2005/8/layout/hierarchy3"/>
    <dgm:cxn modelId="{7F3C54BD-69D1-4F8B-84C6-C8943088C9FD}" type="presParOf" srcId="{39A1B23F-54F6-4FBD-BE64-0E76369B2750}" destId="{83E7A3AB-75D4-491B-84FC-9E04CC02C0E4}" srcOrd="1" destOrd="0" presId="urn:microsoft.com/office/officeart/2005/8/layout/hierarchy3"/>
    <dgm:cxn modelId="{5D4663BD-3A0D-4634-9B0B-E3CAF9442EDB}" type="presParOf" srcId="{83E7A3AB-75D4-491B-84FC-9E04CC02C0E4}" destId="{A6039C8A-0474-4F1F-A998-FDDC3D0C1A20}" srcOrd="0" destOrd="0" presId="urn:microsoft.com/office/officeart/2005/8/layout/hierarchy3"/>
    <dgm:cxn modelId="{6E85905D-790B-4F5F-A3B3-A52195F9C9FA}" type="presParOf" srcId="{83E7A3AB-75D4-491B-84FC-9E04CC02C0E4}" destId="{519377EC-4756-4486-B367-CC5C56FBC3BF}" srcOrd="1" destOrd="0" presId="urn:microsoft.com/office/officeart/2005/8/layout/hierarchy3"/>
    <dgm:cxn modelId="{13CA6047-486F-4CE3-A8A8-40F3BF31425B}" type="presParOf" srcId="{83E7A3AB-75D4-491B-84FC-9E04CC02C0E4}" destId="{9563D955-8FFA-499C-9B74-4827B4F5D3EA}" srcOrd="2" destOrd="0" presId="urn:microsoft.com/office/officeart/2005/8/layout/hierarchy3"/>
    <dgm:cxn modelId="{523C9A81-5247-4AE3-A1FA-36E5A068F5AB}" type="presParOf" srcId="{83E7A3AB-75D4-491B-84FC-9E04CC02C0E4}" destId="{BEFAFF35-11FA-4CF3-A44E-44533FE1B1DB}" srcOrd="3" destOrd="0" presId="urn:microsoft.com/office/officeart/2005/8/layout/hierarchy3"/>
    <dgm:cxn modelId="{FA64B6F4-E05A-4C3E-94A9-3627EDBC436B}" type="presParOf" srcId="{83E7A3AB-75D4-491B-84FC-9E04CC02C0E4}" destId="{8541FA5B-C6CA-40CC-BDE1-AF7177A26A2F}" srcOrd="4" destOrd="0" presId="urn:microsoft.com/office/officeart/2005/8/layout/hierarchy3"/>
    <dgm:cxn modelId="{D83F1053-8801-4825-9D1D-E0B7343EE85F}" type="presParOf" srcId="{83E7A3AB-75D4-491B-84FC-9E04CC02C0E4}" destId="{D3FA7DA7-72B6-48BA-A9FE-E39AE12E56E1}" srcOrd="5" destOrd="0" presId="urn:microsoft.com/office/officeart/2005/8/layout/hierarchy3"/>
    <dgm:cxn modelId="{E2B77128-51D2-461B-8D2D-8DF24D9BECED}" type="presParOf" srcId="{83E7A3AB-75D4-491B-84FC-9E04CC02C0E4}" destId="{D7AAA49C-DF53-4FA4-9440-71452A9710BC}" srcOrd="6" destOrd="0" presId="urn:microsoft.com/office/officeart/2005/8/layout/hierarchy3"/>
    <dgm:cxn modelId="{2BEFFB63-A489-4C67-A9E0-27226FA903BE}" type="presParOf" srcId="{83E7A3AB-75D4-491B-84FC-9E04CC02C0E4}" destId="{4A691132-55E3-4B5D-A8AD-146828BB0528}" srcOrd="7" destOrd="0" presId="urn:microsoft.com/office/officeart/2005/8/layout/hierarchy3"/>
    <dgm:cxn modelId="{1FF4FE1F-BA92-4A56-BACF-42CEA0ADDF82}" type="presParOf" srcId="{FE46291A-A0BB-45AF-91C1-01E4158B14A0}" destId="{C34D30DB-428D-4E48-A060-02529BD01B46}" srcOrd="4" destOrd="0" presId="urn:microsoft.com/office/officeart/2005/8/layout/hierarchy3"/>
    <dgm:cxn modelId="{475EE593-10FD-45D6-AC7D-CF2C8C88F317}" type="presParOf" srcId="{C34D30DB-428D-4E48-A060-02529BD01B46}" destId="{75DC517A-246A-4BBC-A798-AA69AE55F1F7}" srcOrd="0" destOrd="0" presId="urn:microsoft.com/office/officeart/2005/8/layout/hierarchy3"/>
    <dgm:cxn modelId="{DB9896E9-8407-4DF9-8FD0-381E13EE89EF}" type="presParOf" srcId="{75DC517A-246A-4BBC-A798-AA69AE55F1F7}" destId="{90BF3C06-FCD1-47C5-A279-03A41375E198}" srcOrd="0" destOrd="0" presId="urn:microsoft.com/office/officeart/2005/8/layout/hierarchy3"/>
    <dgm:cxn modelId="{D64344F2-5F06-4E77-9012-BE893ECE5507}" type="presParOf" srcId="{75DC517A-246A-4BBC-A798-AA69AE55F1F7}" destId="{8A8EEE50-0656-4458-B5FE-F908C0261E15}" srcOrd="1" destOrd="0" presId="urn:microsoft.com/office/officeart/2005/8/layout/hierarchy3"/>
    <dgm:cxn modelId="{FAA4A52E-4C29-4AF4-A37B-332BAA45C4C1}" type="presParOf" srcId="{C34D30DB-428D-4E48-A060-02529BD01B46}" destId="{A89B6ED9-ED40-48D6-B16D-429463A590DB}" srcOrd="1" destOrd="0" presId="urn:microsoft.com/office/officeart/2005/8/layout/hierarchy3"/>
    <dgm:cxn modelId="{B2EBF1E8-652A-4E13-BEE4-98F1BDCEFDFA}" type="presParOf" srcId="{A89B6ED9-ED40-48D6-B16D-429463A590DB}" destId="{861FEA3D-A657-4BDB-9DCB-A65044ED976A}" srcOrd="0" destOrd="0" presId="urn:microsoft.com/office/officeart/2005/8/layout/hierarchy3"/>
    <dgm:cxn modelId="{7EC45767-7681-4979-A4FD-BE703AA97E1A}" type="presParOf" srcId="{A89B6ED9-ED40-48D6-B16D-429463A590DB}" destId="{8F0AD401-D469-4443-A184-C30904352207}" srcOrd="1" destOrd="0" presId="urn:microsoft.com/office/officeart/2005/8/layout/hierarchy3"/>
    <dgm:cxn modelId="{A0930EFD-7E55-4B3B-AD4D-15D11A08724D}" type="presParOf" srcId="{A89B6ED9-ED40-48D6-B16D-429463A590DB}" destId="{597A1F48-6395-455F-8568-1E11569A471A}" srcOrd="2" destOrd="0" presId="urn:microsoft.com/office/officeart/2005/8/layout/hierarchy3"/>
    <dgm:cxn modelId="{AD878059-D4C5-4587-8435-F9BBD4496ADC}" type="presParOf" srcId="{A89B6ED9-ED40-48D6-B16D-429463A590DB}" destId="{58C10E68-B716-4A49-8A1D-A5852546BAD5}" srcOrd="3" destOrd="0" presId="urn:microsoft.com/office/officeart/2005/8/layout/hierarchy3"/>
    <dgm:cxn modelId="{548286CA-312D-455F-A09D-948609AA0E6F}" type="presParOf" srcId="{A89B6ED9-ED40-48D6-B16D-429463A590DB}" destId="{5783A448-6EAD-4964-9BB8-114CC84A8100}" srcOrd="4" destOrd="0" presId="urn:microsoft.com/office/officeart/2005/8/layout/hierarchy3"/>
    <dgm:cxn modelId="{71F9DF9A-94D2-42E9-B025-3C06E97FDBE9}" type="presParOf" srcId="{A89B6ED9-ED40-48D6-B16D-429463A590DB}" destId="{3DAEE623-4C2F-462C-8BF7-5B7875CE5577}" srcOrd="5"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4.xml><?xml version="1.0" encoding="utf-8"?>
<dgm:dataModel xmlns:dgm="http://schemas.openxmlformats.org/drawingml/2006/diagram" xmlns:a="http://schemas.openxmlformats.org/drawingml/2006/main">
  <dgm:ptLst>
    <dgm:pt modelId="{BCF59A55-1090-4D0D-AD87-2F0061BFD377}" type="doc">
      <dgm:prSet loTypeId="urn:microsoft.com/office/officeart/2005/8/layout/bProcess3" loCatId="process" qsTypeId="urn:microsoft.com/office/officeart/2005/8/quickstyle/3d3" qsCatId="3D" csTypeId="urn:microsoft.com/office/officeart/2005/8/colors/accent1_2" csCatId="accent1" phldr="1"/>
      <dgm:spPr/>
      <dgm:t>
        <a:bodyPr/>
        <a:lstStyle/>
        <a:p>
          <a:endParaRPr lang="en-US"/>
        </a:p>
      </dgm:t>
    </dgm:pt>
    <dgm:pt modelId="{E144124C-D58C-42FD-865A-A45B142BC8E2}">
      <dgm:prSet phldrT="[Text]">
        <dgm:style>
          <a:lnRef idx="0">
            <a:schemeClr val="accent1"/>
          </a:lnRef>
          <a:fillRef idx="3">
            <a:schemeClr val="accent1"/>
          </a:fillRef>
          <a:effectRef idx="3">
            <a:schemeClr val="accent1"/>
          </a:effectRef>
          <a:fontRef idx="minor">
            <a:schemeClr val="lt1"/>
          </a:fontRef>
        </dgm:style>
      </dgm:prSet>
      <dgm:spPr>
        <a:scene3d>
          <a:camera prst="orthographicFront">
            <a:rot lat="0" lon="0" rev="0"/>
          </a:camera>
          <a:lightRig rig="contrasting" dir="t">
            <a:rot lat="0" lon="0" rev="1200000"/>
          </a:lightRig>
        </a:scene3d>
        <a:sp3d>
          <a:bevelT w="114300" prst="artDeco"/>
        </a:sp3d>
      </dgm:spPr>
      <dgm:t>
        <a:bodyPr/>
        <a:lstStyle/>
        <a:p>
          <a:r>
            <a:rPr lang="en-US" dirty="0"/>
            <a:t>Augmented Training data (length: 69937)</a:t>
          </a:r>
        </a:p>
      </dgm:t>
    </dgm:pt>
    <dgm:pt modelId="{0D431BEE-844A-4398-8832-1A0842A30C1D}" type="parTrans" cxnId="{C6F8E557-2D56-4C04-B662-3E106A0E117D}">
      <dgm:prSet/>
      <dgm:spPr/>
      <dgm:t>
        <a:bodyPr/>
        <a:lstStyle/>
        <a:p>
          <a:endParaRPr lang="en-US"/>
        </a:p>
      </dgm:t>
    </dgm:pt>
    <dgm:pt modelId="{1B71B47A-F422-4374-99CB-6A6CAEB727FE}" type="sibTrans" cxnId="{C6F8E557-2D56-4C04-B662-3E106A0E117D}">
      <dgm:prSet/>
      <dgm:spPr>
        <a:scene3d>
          <a:camera prst="orthographicFront">
            <a:rot lat="0" lon="0" rev="0"/>
          </a:camera>
          <a:lightRig rig="contrasting" dir="t">
            <a:rot lat="0" lon="0" rev="1200000"/>
          </a:lightRig>
        </a:scene3d>
        <a:sp3d>
          <a:bevelT w="114300" prst="artDeco"/>
        </a:sp3d>
      </dgm:spPr>
      <dgm:t>
        <a:bodyPr/>
        <a:lstStyle/>
        <a:p>
          <a:endParaRPr lang="en-US"/>
        </a:p>
      </dgm:t>
    </dgm:pt>
    <dgm:pt modelId="{5D6C946C-B301-4014-9469-DC4AE3F2013A}">
      <dgm:prSet phldrT="[Text]">
        <dgm:style>
          <a:lnRef idx="0">
            <a:schemeClr val="accent5"/>
          </a:lnRef>
          <a:fillRef idx="3">
            <a:schemeClr val="accent5"/>
          </a:fillRef>
          <a:effectRef idx="3">
            <a:schemeClr val="accent5"/>
          </a:effectRef>
          <a:fontRef idx="minor">
            <a:schemeClr val="lt1"/>
          </a:fontRef>
        </dgm:style>
      </dgm:prSet>
      <dgm:spPr>
        <a:scene3d>
          <a:camera prst="orthographicFront">
            <a:rot lat="0" lon="0" rev="0"/>
          </a:camera>
          <a:lightRig rig="contrasting" dir="t">
            <a:rot lat="0" lon="0" rev="1200000"/>
          </a:lightRig>
        </a:scene3d>
        <a:sp3d>
          <a:bevelT w="114300" prst="artDeco"/>
        </a:sp3d>
      </dgm:spPr>
      <dgm:t>
        <a:bodyPr/>
        <a:lstStyle/>
        <a:p>
          <a:r>
            <a:rPr lang="en-US" sz="2600" dirty="0"/>
            <a:t>Model: Voting Hard</a:t>
          </a:r>
        </a:p>
      </dgm:t>
    </dgm:pt>
    <dgm:pt modelId="{24719B05-10FB-46B2-A27F-1FDAB2DBBADA}" type="parTrans" cxnId="{59935E2F-1A64-41CB-8416-F90B9DD062A9}">
      <dgm:prSet/>
      <dgm:spPr/>
      <dgm:t>
        <a:bodyPr/>
        <a:lstStyle/>
        <a:p>
          <a:endParaRPr lang="en-US"/>
        </a:p>
      </dgm:t>
    </dgm:pt>
    <dgm:pt modelId="{1B78C18B-7B42-419D-8BFF-7ED2EECF28D4}" type="sibTrans" cxnId="{59935E2F-1A64-41CB-8416-F90B9DD062A9}">
      <dgm:prSet/>
      <dgm:spPr>
        <a:scene3d>
          <a:camera prst="orthographicFront">
            <a:rot lat="0" lon="0" rev="0"/>
          </a:camera>
          <a:lightRig rig="contrasting" dir="t">
            <a:rot lat="0" lon="0" rev="1200000"/>
          </a:lightRig>
        </a:scene3d>
        <a:sp3d>
          <a:bevelT w="114300" prst="artDeco"/>
        </a:sp3d>
      </dgm:spPr>
      <dgm:t>
        <a:bodyPr/>
        <a:lstStyle/>
        <a:p>
          <a:endParaRPr lang="en-US"/>
        </a:p>
      </dgm:t>
    </dgm:pt>
    <dgm:pt modelId="{F6154CF7-76AA-49FA-B1A5-2A54C9C5D005}">
      <dgm:prSet phldrT="[Text]">
        <dgm:style>
          <a:lnRef idx="0">
            <a:schemeClr val="accent6"/>
          </a:lnRef>
          <a:fillRef idx="3">
            <a:schemeClr val="accent6"/>
          </a:fillRef>
          <a:effectRef idx="3">
            <a:schemeClr val="accent6"/>
          </a:effectRef>
          <a:fontRef idx="minor">
            <a:schemeClr val="lt1"/>
          </a:fontRef>
        </dgm:style>
      </dgm:prSet>
      <dgm:spPr>
        <a:scene3d>
          <a:camera prst="orthographicFront">
            <a:rot lat="0" lon="0" rev="0"/>
          </a:camera>
          <a:lightRig rig="contrasting" dir="t">
            <a:rot lat="0" lon="0" rev="1200000"/>
          </a:lightRig>
        </a:scene3d>
        <a:sp3d>
          <a:bevelT w="114300" prst="artDeco"/>
        </a:sp3d>
      </dgm:spPr>
      <dgm:t>
        <a:bodyPr/>
        <a:lstStyle/>
        <a:p>
          <a:r>
            <a:rPr lang="en-US" dirty="0"/>
            <a:t>Predictions on pre-processed test data (length: 244187)</a:t>
          </a:r>
        </a:p>
      </dgm:t>
    </dgm:pt>
    <dgm:pt modelId="{21D1002A-FBFE-4FD6-B1C3-5759380E8F8A}" type="parTrans" cxnId="{11EFDEF4-9AD0-4A2F-A402-4258351B1A27}">
      <dgm:prSet/>
      <dgm:spPr/>
      <dgm:t>
        <a:bodyPr/>
        <a:lstStyle/>
        <a:p>
          <a:endParaRPr lang="en-US"/>
        </a:p>
      </dgm:t>
    </dgm:pt>
    <dgm:pt modelId="{A499DD55-F3B5-4454-90F5-4B1DE81FF512}" type="sibTrans" cxnId="{11EFDEF4-9AD0-4A2F-A402-4258351B1A27}">
      <dgm:prSet/>
      <dgm:spPr>
        <a:scene3d>
          <a:camera prst="orthographicFront">
            <a:rot lat="0" lon="0" rev="0"/>
          </a:camera>
          <a:lightRig rig="contrasting" dir="t">
            <a:rot lat="0" lon="0" rev="1200000"/>
          </a:lightRig>
        </a:scene3d>
        <a:sp3d>
          <a:bevelT w="114300" prst="artDeco"/>
        </a:sp3d>
      </dgm:spPr>
      <dgm:t>
        <a:bodyPr/>
        <a:lstStyle/>
        <a:p>
          <a:endParaRPr lang="en-US"/>
        </a:p>
      </dgm:t>
    </dgm:pt>
    <dgm:pt modelId="{863660DE-6C31-4238-9FDC-BD7DCB30CE94}">
      <dgm:prSet phldrT="[Text]">
        <dgm:style>
          <a:lnRef idx="0">
            <a:schemeClr val="accent3"/>
          </a:lnRef>
          <a:fillRef idx="3">
            <a:schemeClr val="accent3"/>
          </a:fillRef>
          <a:effectRef idx="3">
            <a:schemeClr val="accent3"/>
          </a:effectRef>
          <a:fontRef idx="minor">
            <a:schemeClr val="lt1"/>
          </a:fontRef>
        </dgm:style>
      </dgm:prSet>
      <dgm:spPr>
        <a:scene3d>
          <a:camera prst="orthographicFront">
            <a:rot lat="0" lon="0" rev="0"/>
          </a:camera>
          <a:lightRig rig="contrasting" dir="t">
            <a:rot lat="0" lon="0" rev="1200000"/>
          </a:lightRig>
        </a:scene3d>
        <a:sp3d>
          <a:bevelT w="114300" prst="artDeco"/>
        </a:sp3d>
      </dgm:spPr>
      <dgm:t>
        <a:bodyPr/>
        <a:lstStyle/>
        <a:p>
          <a:r>
            <a:rPr lang="en-US" dirty="0"/>
            <a:t>Predictions from the model</a:t>
          </a:r>
        </a:p>
      </dgm:t>
    </dgm:pt>
    <dgm:pt modelId="{97273AE2-FFE4-4843-B7D4-C7155196D8F9}" type="parTrans" cxnId="{76B5796C-713A-4828-9B5E-4929247FAB2F}">
      <dgm:prSet/>
      <dgm:spPr/>
      <dgm:t>
        <a:bodyPr/>
        <a:lstStyle/>
        <a:p>
          <a:endParaRPr lang="en-US"/>
        </a:p>
      </dgm:t>
    </dgm:pt>
    <dgm:pt modelId="{35E20615-CF2B-48F2-BB77-1CEDC4C4EF95}" type="sibTrans" cxnId="{76B5796C-713A-4828-9B5E-4929247FAB2F}">
      <dgm:prSet/>
      <dgm:spPr>
        <a:scene3d>
          <a:camera prst="orthographicFront">
            <a:rot lat="0" lon="0" rev="0"/>
          </a:camera>
          <a:lightRig rig="contrasting" dir="t">
            <a:rot lat="0" lon="0" rev="1200000"/>
          </a:lightRig>
        </a:scene3d>
        <a:sp3d>
          <a:bevelT w="114300" prst="artDeco"/>
        </a:sp3d>
      </dgm:spPr>
      <dgm:t>
        <a:bodyPr/>
        <a:lstStyle/>
        <a:p>
          <a:endParaRPr lang="en-US"/>
        </a:p>
      </dgm:t>
    </dgm:pt>
    <dgm:pt modelId="{99AD70E4-4BDC-4F2A-8A43-02079DB0468E}">
      <dgm:prSet phldrT="[Text]">
        <dgm:style>
          <a:lnRef idx="0">
            <a:schemeClr val="accent4"/>
          </a:lnRef>
          <a:fillRef idx="3">
            <a:schemeClr val="accent4"/>
          </a:fillRef>
          <a:effectRef idx="3">
            <a:schemeClr val="accent4"/>
          </a:effectRef>
          <a:fontRef idx="minor">
            <a:schemeClr val="lt1"/>
          </a:fontRef>
        </dgm:style>
      </dgm:prSet>
      <dgm:spPr>
        <a:scene3d>
          <a:camera prst="orthographicFront">
            <a:rot lat="0" lon="0" rev="0"/>
          </a:camera>
          <a:lightRig rig="contrasting" dir="t">
            <a:rot lat="0" lon="0" rev="1200000"/>
          </a:lightRig>
        </a:scene3d>
        <a:sp3d>
          <a:bevelT w="114300" prst="artDeco"/>
        </a:sp3d>
      </dgm:spPr>
      <dgm:t>
        <a:bodyPr/>
        <a:lstStyle/>
        <a:p>
          <a:r>
            <a:rPr lang="en-US" dirty="0"/>
            <a:t>Predictions using fuzzy tfidf matching of FEAT1</a:t>
          </a:r>
        </a:p>
      </dgm:t>
    </dgm:pt>
    <dgm:pt modelId="{8DCD4902-8F42-4087-91FE-7A2879E37851}" type="parTrans" cxnId="{229DCAAB-E219-4AAC-8767-0983E21BE55A}">
      <dgm:prSet/>
      <dgm:spPr/>
      <dgm:t>
        <a:bodyPr/>
        <a:lstStyle/>
        <a:p>
          <a:endParaRPr lang="en-US"/>
        </a:p>
      </dgm:t>
    </dgm:pt>
    <dgm:pt modelId="{2A5A53C1-D7A6-41C4-9C47-50F7CAEA8737}" type="sibTrans" cxnId="{229DCAAB-E219-4AAC-8767-0983E21BE55A}">
      <dgm:prSet/>
      <dgm:spPr>
        <a:scene3d>
          <a:camera prst="orthographicFront">
            <a:rot lat="0" lon="0" rev="0"/>
          </a:camera>
          <a:lightRig rig="contrasting" dir="t">
            <a:rot lat="0" lon="0" rev="1200000"/>
          </a:lightRig>
        </a:scene3d>
        <a:sp3d>
          <a:bevelT w="114300" prst="artDeco"/>
        </a:sp3d>
      </dgm:spPr>
      <dgm:t>
        <a:bodyPr/>
        <a:lstStyle/>
        <a:p>
          <a:endParaRPr lang="en-US"/>
        </a:p>
      </dgm:t>
    </dgm:pt>
    <dgm:pt modelId="{A58A3339-57F7-4E61-A5FA-D792BC9C69C5}">
      <dgm:prSet phldrT="[Text]" custT="1">
        <dgm:style>
          <a:lnRef idx="0">
            <a:schemeClr val="accent5"/>
          </a:lnRef>
          <a:fillRef idx="3">
            <a:schemeClr val="accent5"/>
          </a:fillRef>
          <a:effectRef idx="3">
            <a:schemeClr val="accent5"/>
          </a:effectRef>
          <a:fontRef idx="minor">
            <a:schemeClr val="lt1"/>
          </a:fontRef>
        </dgm:style>
      </dgm:prSet>
      <dgm:spPr>
        <a:scene3d>
          <a:camera prst="orthographicFront">
            <a:rot lat="0" lon="0" rev="0"/>
          </a:camera>
          <a:lightRig rig="contrasting" dir="t">
            <a:rot lat="0" lon="0" rev="1200000"/>
          </a:lightRig>
        </a:scene3d>
        <a:sp3d>
          <a:bevelT w="114300" prst="artDeco"/>
        </a:sp3d>
      </dgm:spPr>
      <dgm:t>
        <a:bodyPr/>
        <a:lstStyle/>
        <a:p>
          <a:r>
            <a:rPr lang="en-US" sz="2400" dirty="0"/>
            <a:t>Random Forest</a:t>
          </a:r>
        </a:p>
      </dgm:t>
    </dgm:pt>
    <dgm:pt modelId="{D5FD2DF9-BDD1-4120-B2A7-6444443729AC}" type="parTrans" cxnId="{C57EE737-5A09-4832-A077-A9C5D370549C}">
      <dgm:prSet/>
      <dgm:spPr/>
      <dgm:t>
        <a:bodyPr/>
        <a:lstStyle/>
        <a:p>
          <a:endParaRPr lang="en-US"/>
        </a:p>
      </dgm:t>
    </dgm:pt>
    <dgm:pt modelId="{9274E03B-A7D6-46A9-BA1A-C78FED4BEA24}" type="sibTrans" cxnId="{C57EE737-5A09-4832-A077-A9C5D370549C}">
      <dgm:prSet/>
      <dgm:spPr/>
      <dgm:t>
        <a:bodyPr/>
        <a:lstStyle/>
        <a:p>
          <a:endParaRPr lang="en-US"/>
        </a:p>
      </dgm:t>
    </dgm:pt>
    <dgm:pt modelId="{A73CFDF8-F233-49B8-9947-57C8F65F2819}">
      <dgm:prSet phldrT="[Text]" custT="1">
        <dgm:style>
          <a:lnRef idx="0">
            <a:schemeClr val="accent5"/>
          </a:lnRef>
          <a:fillRef idx="3">
            <a:schemeClr val="accent5"/>
          </a:fillRef>
          <a:effectRef idx="3">
            <a:schemeClr val="accent5"/>
          </a:effectRef>
          <a:fontRef idx="minor">
            <a:schemeClr val="lt1"/>
          </a:fontRef>
        </dgm:style>
      </dgm:prSet>
      <dgm:spPr>
        <a:scene3d>
          <a:camera prst="orthographicFront">
            <a:rot lat="0" lon="0" rev="0"/>
          </a:camera>
          <a:lightRig rig="contrasting" dir="t">
            <a:rot lat="0" lon="0" rev="1200000"/>
          </a:lightRig>
        </a:scene3d>
        <a:sp3d>
          <a:bevelT w="114300" prst="artDeco"/>
        </a:sp3d>
      </dgm:spPr>
      <dgm:t>
        <a:bodyPr/>
        <a:lstStyle/>
        <a:p>
          <a:r>
            <a:rPr lang="en-US" sz="2400" dirty="0"/>
            <a:t>Logistic Regression</a:t>
          </a:r>
        </a:p>
      </dgm:t>
    </dgm:pt>
    <dgm:pt modelId="{0A6D7B62-151E-40BC-89FC-69CA7423112D}" type="parTrans" cxnId="{E91A8BCB-90A8-43A7-AF1B-C3972C65BB37}">
      <dgm:prSet/>
      <dgm:spPr/>
      <dgm:t>
        <a:bodyPr/>
        <a:lstStyle/>
        <a:p>
          <a:endParaRPr lang="en-US"/>
        </a:p>
      </dgm:t>
    </dgm:pt>
    <dgm:pt modelId="{D28A8ED6-D4A0-4301-A0D8-15AFBE5C8E60}" type="sibTrans" cxnId="{E91A8BCB-90A8-43A7-AF1B-C3972C65BB37}">
      <dgm:prSet/>
      <dgm:spPr/>
      <dgm:t>
        <a:bodyPr/>
        <a:lstStyle/>
        <a:p>
          <a:endParaRPr lang="en-US"/>
        </a:p>
      </dgm:t>
    </dgm:pt>
    <dgm:pt modelId="{554A8D62-4BCE-431F-94EE-309BC7776609}">
      <dgm:prSet phldrT="[Text]">
        <dgm:style>
          <a:lnRef idx="0">
            <a:schemeClr val="dk1"/>
          </a:lnRef>
          <a:fillRef idx="3">
            <a:schemeClr val="dk1"/>
          </a:fillRef>
          <a:effectRef idx="3">
            <a:schemeClr val="dk1"/>
          </a:effectRef>
          <a:fontRef idx="minor">
            <a:schemeClr val="lt1"/>
          </a:fontRef>
        </dgm:style>
      </dgm:prSet>
      <dgm:spPr>
        <a:scene3d>
          <a:camera prst="orthographicFront">
            <a:rot lat="0" lon="0" rev="0"/>
          </a:camera>
          <a:lightRig rig="contrasting" dir="t">
            <a:rot lat="0" lon="0" rev="1200000"/>
          </a:lightRig>
        </a:scene3d>
        <a:sp3d>
          <a:bevelT w="114300" prst="artDeco"/>
        </a:sp3d>
      </dgm:spPr>
      <dgm:t>
        <a:bodyPr/>
        <a:lstStyle/>
        <a:p>
          <a:r>
            <a:rPr lang="en-US" dirty="0"/>
            <a:t>TF category: 67.75 </a:t>
          </a:r>
          <a:br>
            <a:rPr lang="en-US" dirty="0"/>
          </a:br>
          <a:r>
            <a:rPr lang="en-US" dirty="0"/>
            <a:t>TF variety: 80.06</a:t>
          </a:r>
        </a:p>
      </dgm:t>
    </dgm:pt>
    <dgm:pt modelId="{AF5D2050-37C9-4829-B9C4-D9F146EC639F}" type="parTrans" cxnId="{CC2DEEB9-6788-4985-AB1F-5BA304B0CE3C}">
      <dgm:prSet/>
      <dgm:spPr/>
      <dgm:t>
        <a:bodyPr/>
        <a:lstStyle/>
        <a:p>
          <a:endParaRPr lang="en-US"/>
        </a:p>
      </dgm:t>
    </dgm:pt>
    <dgm:pt modelId="{CFEE4F3C-8938-4D3E-8ACA-86D34B19C96D}" type="sibTrans" cxnId="{CC2DEEB9-6788-4985-AB1F-5BA304B0CE3C}">
      <dgm:prSet/>
      <dgm:spPr/>
      <dgm:t>
        <a:bodyPr/>
        <a:lstStyle/>
        <a:p>
          <a:endParaRPr lang="en-US"/>
        </a:p>
      </dgm:t>
    </dgm:pt>
    <dgm:pt modelId="{679A6805-7D4A-45F4-89EF-6ED7776D09BB}" type="pres">
      <dgm:prSet presAssocID="{BCF59A55-1090-4D0D-AD87-2F0061BFD377}" presName="Name0" presStyleCnt="0">
        <dgm:presLayoutVars>
          <dgm:dir/>
          <dgm:resizeHandles val="exact"/>
        </dgm:presLayoutVars>
      </dgm:prSet>
      <dgm:spPr/>
    </dgm:pt>
    <dgm:pt modelId="{ED108872-FFA2-4A4D-B353-860F6646CFCA}" type="pres">
      <dgm:prSet presAssocID="{E144124C-D58C-42FD-865A-A45B142BC8E2}" presName="node" presStyleLbl="node1" presStyleIdx="0" presStyleCnt="6">
        <dgm:presLayoutVars>
          <dgm:bulletEnabled val="1"/>
        </dgm:presLayoutVars>
      </dgm:prSet>
      <dgm:spPr/>
    </dgm:pt>
    <dgm:pt modelId="{15F8CD7C-066B-4FC7-9818-B81A7A6123BD}" type="pres">
      <dgm:prSet presAssocID="{1B71B47A-F422-4374-99CB-6A6CAEB727FE}" presName="sibTrans" presStyleLbl="sibTrans1D1" presStyleIdx="0" presStyleCnt="5"/>
      <dgm:spPr/>
    </dgm:pt>
    <dgm:pt modelId="{88783B83-C65E-4A14-9540-9C5AD093E9E0}" type="pres">
      <dgm:prSet presAssocID="{1B71B47A-F422-4374-99CB-6A6CAEB727FE}" presName="connectorText" presStyleLbl="sibTrans1D1" presStyleIdx="0" presStyleCnt="5"/>
      <dgm:spPr/>
    </dgm:pt>
    <dgm:pt modelId="{C7BD7B34-8361-4EDC-8E8E-55B832D082D3}" type="pres">
      <dgm:prSet presAssocID="{5D6C946C-B301-4014-9469-DC4AE3F2013A}" presName="node" presStyleLbl="node1" presStyleIdx="1" presStyleCnt="6">
        <dgm:presLayoutVars>
          <dgm:bulletEnabled val="1"/>
        </dgm:presLayoutVars>
      </dgm:prSet>
      <dgm:spPr/>
    </dgm:pt>
    <dgm:pt modelId="{24871098-3E63-4D18-9BFA-02A267CB5FE5}" type="pres">
      <dgm:prSet presAssocID="{1B78C18B-7B42-419D-8BFF-7ED2EECF28D4}" presName="sibTrans" presStyleLbl="sibTrans1D1" presStyleIdx="1" presStyleCnt="5"/>
      <dgm:spPr/>
    </dgm:pt>
    <dgm:pt modelId="{5E48ECB8-6590-4078-BCAA-FCAD30BE55BB}" type="pres">
      <dgm:prSet presAssocID="{1B78C18B-7B42-419D-8BFF-7ED2EECF28D4}" presName="connectorText" presStyleLbl="sibTrans1D1" presStyleIdx="1" presStyleCnt="5"/>
      <dgm:spPr/>
    </dgm:pt>
    <dgm:pt modelId="{447D6834-1ED0-48C4-9F20-90CDA34B7CDF}" type="pres">
      <dgm:prSet presAssocID="{F6154CF7-76AA-49FA-B1A5-2A54C9C5D005}" presName="node" presStyleLbl="node1" presStyleIdx="2" presStyleCnt="6">
        <dgm:presLayoutVars>
          <dgm:bulletEnabled val="1"/>
        </dgm:presLayoutVars>
      </dgm:prSet>
      <dgm:spPr/>
    </dgm:pt>
    <dgm:pt modelId="{157F73ED-BDE7-4FF3-A875-BE06161D0B7A}" type="pres">
      <dgm:prSet presAssocID="{A499DD55-F3B5-4454-90F5-4B1DE81FF512}" presName="sibTrans" presStyleLbl="sibTrans1D1" presStyleIdx="2" presStyleCnt="5"/>
      <dgm:spPr/>
    </dgm:pt>
    <dgm:pt modelId="{BDA9D9E3-7CF2-4B41-BF26-CE9CFB7BFA15}" type="pres">
      <dgm:prSet presAssocID="{A499DD55-F3B5-4454-90F5-4B1DE81FF512}" presName="connectorText" presStyleLbl="sibTrans1D1" presStyleIdx="2" presStyleCnt="5"/>
      <dgm:spPr/>
    </dgm:pt>
    <dgm:pt modelId="{508446D9-8DBB-4FA4-B2F8-935586F4778B}" type="pres">
      <dgm:prSet presAssocID="{863660DE-6C31-4238-9FDC-BD7DCB30CE94}" presName="node" presStyleLbl="node1" presStyleIdx="3" presStyleCnt="6">
        <dgm:presLayoutVars>
          <dgm:bulletEnabled val="1"/>
        </dgm:presLayoutVars>
      </dgm:prSet>
      <dgm:spPr/>
    </dgm:pt>
    <dgm:pt modelId="{53E42C39-F89F-48FC-BECB-83D5E11A8F15}" type="pres">
      <dgm:prSet presAssocID="{35E20615-CF2B-48F2-BB77-1CEDC4C4EF95}" presName="sibTrans" presStyleLbl="sibTrans1D1" presStyleIdx="3" presStyleCnt="5"/>
      <dgm:spPr/>
    </dgm:pt>
    <dgm:pt modelId="{5B56AD89-47F7-4E45-B5D1-E0D2D1DE46A8}" type="pres">
      <dgm:prSet presAssocID="{35E20615-CF2B-48F2-BB77-1CEDC4C4EF95}" presName="connectorText" presStyleLbl="sibTrans1D1" presStyleIdx="3" presStyleCnt="5"/>
      <dgm:spPr/>
    </dgm:pt>
    <dgm:pt modelId="{409509F3-9A24-40D9-9FC0-5C4BDE4579F2}" type="pres">
      <dgm:prSet presAssocID="{99AD70E4-4BDC-4F2A-8A43-02079DB0468E}" presName="node" presStyleLbl="node1" presStyleIdx="4" presStyleCnt="6">
        <dgm:presLayoutVars>
          <dgm:bulletEnabled val="1"/>
        </dgm:presLayoutVars>
      </dgm:prSet>
      <dgm:spPr/>
    </dgm:pt>
    <dgm:pt modelId="{75C1E752-5332-46BE-BC77-D641E7FF1ACA}" type="pres">
      <dgm:prSet presAssocID="{2A5A53C1-D7A6-41C4-9C47-50F7CAEA8737}" presName="sibTrans" presStyleLbl="sibTrans1D1" presStyleIdx="4" presStyleCnt="5"/>
      <dgm:spPr/>
    </dgm:pt>
    <dgm:pt modelId="{8B3388AC-9D66-4D53-8B65-52F119D90274}" type="pres">
      <dgm:prSet presAssocID="{2A5A53C1-D7A6-41C4-9C47-50F7CAEA8737}" presName="connectorText" presStyleLbl="sibTrans1D1" presStyleIdx="4" presStyleCnt="5"/>
      <dgm:spPr/>
    </dgm:pt>
    <dgm:pt modelId="{A88E65A0-3BBB-4D55-B9EB-727DEE82CF24}" type="pres">
      <dgm:prSet presAssocID="{554A8D62-4BCE-431F-94EE-309BC7776609}" presName="node" presStyleLbl="node1" presStyleIdx="5" presStyleCnt="6">
        <dgm:presLayoutVars>
          <dgm:bulletEnabled val="1"/>
        </dgm:presLayoutVars>
      </dgm:prSet>
      <dgm:spPr/>
    </dgm:pt>
  </dgm:ptLst>
  <dgm:cxnLst>
    <dgm:cxn modelId="{7A478704-81FA-4950-A692-564AA5F370F4}" type="presOf" srcId="{A73CFDF8-F233-49B8-9947-57C8F65F2819}" destId="{C7BD7B34-8361-4EDC-8E8E-55B832D082D3}" srcOrd="0" destOrd="2" presId="urn:microsoft.com/office/officeart/2005/8/layout/bProcess3"/>
    <dgm:cxn modelId="{0CBA4005-F591-47D0-9F79-87F7A2D9F399}" type="presOf" srcId="{BCF59A55-1090-4D0D-AD87-2F0061BFD377}" destId="{679A6805-7D4A-45F4-89EF-6ED7776D09BB}" srcOrd="0" destOrd="0" presId="urn:microsoft.com/office/officeart/2005/8/layout/bProcess3"/>
    <dgm:cxn modelId="{2588AF05-8EDA-4C7D-B356-2621F029AE86}" type="presOf" srcId="{A499DD55-F3B5-4454-90F5-4B1DE81FF512}" destId="{157F73ED-BDE7-4FF3-A875-BE06161D0B7A}" srcOrd="0" destOrd="0" presId="urn:microsoft.com/office/officeart/2005/8/layout/bProcess3"/>
    <dgm:cxn modelId="{E812AD1A-579A-4F18-9719-7C922C0194AC}" type="presOf" srcId="{99AD70E4-4BDC-4F2A-8A43-02079DB0468E}" destId="{409509F3-9A24-40D9-9FC0-5C4BDE4579F2}" srcOrd="0" destOrd="0" presId="urn:microsoft.com/office/officeart/2005/8/layout/bProcess3"/>
    <dgm:cxn modelId="{59935E2F-1A64-41CB-8416-F90B9DD062A9}" srcId="{BCF59A55-1090-4D0D-AD87-2F0061BFD377}" destId="{5D6C946C-B301-4014-9469-DC4AE3F2013A}" srcOrd="1" destOrd="0" parTransId="{24719B05-10FB-46B2-A27F-1FDAB2DBBADA}" sibTransId="{1B78C18B-7B42-419D-8BFF-7ED2EECF28D4}"/>
    <dgm:cxn modelId="{C57EE737-5A09-4832-A077-A9C5D370549C}" srcId="{5D6C946C-B301-4014-9469-DC4AE3F2013A}" destId="{A58A3339-57F7-4E61-A5FA-D792BC9C69C5}" srcOrd="0" destOrd="0" parTransId="{D5FD2DF9-BDD1-4120-B2A7-6444443729AC}" sibTransId="{9274E03B-A7D6-46A9-BA1A-C78FED4BEA24}"/>
    <dgm:cxn modelId="{43814A5F-DF7D-49B3-AEC5-FB2DEE60EF2E}" type="presOf" srcId="{A58A3339-57F7-4E61-A5FA-D792BC9C69C5}" destId="{C7BD7B34-8361-4EDC-8E8E-55B832D082D3}" srcOrd="0" destOrd="1" presId="urn:microsoft.com/office/officeart/2005/8/layout/bProcess3"/>
    <dgm:cxn modelId="{3BC7DD47-E916-409C-BC21-4BAA284E0C7E}" type="presOf" srcId="{1B78C18B-7B42-419D-8BFF-7ED2EECF28D4}" destId="{5E48ECB8-6590-4078-BCAA-FCAD30BE55BB}" srcOrd="1" destOrd="0" presId="urn:microsoft.com/office/officeart/2005/8/layout/bProcess3"/>
    <dgm:cxn modelId="{862C7A49-5568-46C4-AEA2-34E4A5B15F61}" type="presOf" srcId="{1B71B47A-F422-4374-99CB-6A6CAEB727FE}" destId="{15F8CD7C-066B-4FC7-9818-B81A7A6123BD}" srcOrd="0" destOrd="0" presId="urn:microsoft.com/office/officeart/2005/8/layout/bProcess3"/>
    <dgm:cxn modelId="{317A6C6C-7D87-4905-87A6-9A5D789798DB}" type="presOf" srcId="{1B71B47A-F422-4374-99CB-6A6CAEB727FE}" destId="{88783B83-C65E-4A14-9540-9C5AD093E9E0}" srcOrd="1" destOrd="0" presId="urn:microsoft.com/office/officeart/2005/8/layout/bProcess3"/>
    <dgm:cxn modelId="{76B5796C-713A-4828-9B5E-4929247FAB2F}" srcId="{BCF59A55-1090-4D0D-AD87-2F0061BFD377}" destId="{863660DE-6C31-4238-9FDC-BD7DCB30CE94}" srcOrd="3" destOrd="0" parTransId="{97273AE2-FFE4-4843-B7D4-C7155196D8F9}" sibTransId="{35E20615-CF2B-48F2-BB77-1CEDC4C4EF95}"/>
    <dgm:cxn modelId="{46C62871-9C1A-49F0-ADE1-EAE84FD74B7D}" type="presOf" srcId="{F6154CF7-76AA-49FA-B1A5-2A54C9C5D005}" destId="{447D6834-1ED0-48C4-9F20-90CDA34B7CDF}" srcOrd="0" destOrd="0" presId="urn:microsoft.com/office/officeart/2005/8/layout/bProcess3"/>
    <dgm:cxn modelId="{C6F8E557-2D56-4C04-B662-3E106A0E117D}" srcId="{BCF59A55-1090-4D0D-AD87-2F0061BFD377}" destId="{E144124C-D58C-42FD-865A-A45B142BC8E2}" srcOrd="0" destOrd="0" parTransId="{0D431BEE-844A-4398-8832-1A0842A30C1D}" sibTransId="{1B71B47A-F422-4374-99CB-6A6CAEB727FE}"/>
    <dgm:cxn modelId="{BA94928D-5EB1-4D9A-8DD6-38013563211F}" type="presOf" srcId="{554A8D62-4BCE-431F-94EE-309BC7776609}" destId="{A88E65A0-3BBB-4D55-B9EB-727DEE82CF24}" srcOrd="0" destOrd="0" presId="urn:microsoft.com/office/officeart/2005/8/layout/bProcess3"/>
    <dgm:cxn modelId="{9ECDA08D-28C2-487C-8EE0-682E04471E7A}" type="presOf" srcId="{2A5A53C1-D7A6-41C4-9C47-50F7CAEA8737}" destId="{75C1E752-5332-46BE-BC77-D641E7FF1ACA}" srcOrd="0" destOrd="0" presId="urn:microsoft.com/office/officeart/2005/8/layout/bProcess3"/>
    <dgm:cxn modelId="{157F6D90-1F11-479F-BC70-0703DA1C64DB}" type="presOf" srcId="{5D6C946C-B301-4014-9469-DC4AE3F2013A}" destId="{C7BD7B34-8361-4EDC-8E8E-55B832D082D3}" srcOrd="0" destOrd="0" presId="urn:microsoft.com/office/officeart/2005/8/layout/bProcess3"/>
    <dgm:cxn modelId="{229DCAAB-E219-4AAC-8767-0983E21BE55A}" srcId="{BCF59A55-1090-4D0D-AD87-2F0061BFD377}" destId="{99AD70E4-4BDC-4F2A-8A43-02079DB0468E}" srcOrd="4" destOrd="0" parTransId="{8DCD4902-8F42-4087-91FE-7A2879E37851}" sibTransId="{2A5A53C1-D7A6-41C4-9C47-50F7CAEA8737}"/>
    <dgm:cxn modelId="{0DA549AC-1492-44FE-A2A1-A371ABB1C140}" type="presOf" srcId="{1B78C18B-7B42-419D-8BFF-7ED2EECF28D4}" destId="{24871098-3E63-4D18-9BFA-02A267CB5FE5}" srcOrd="0" destOrd="0" presId="urn:microsoft.com/office/officeart/2005/8/layout/bProcess3"/>
    <dgm:cxn modelId="{331F4BB1-ED5B-4169-ACCB-98B3D985FFF7}" type="presOf" srcId="{35E20615-CF2B-48F2-BB77-1CEDC4C4EF95}" destId="{5B56AD89-47F7-4E45-B5D1-E0D2D1DE46A8}" srcOrd="1" destOrd="0" presId="urn:microsoft.com/office/officeart/2005/8/layout/bProcess3"/>
    <dgm:cxn modelId="{B0D944B5-4AD0-4A5F-847F-DCD928E3B8F3}" type="presOf" srcId="{E144124C-D58C-42FD-865A-A45B142BC8E2}" destId="{ED108872-FFA2-4A4D-B353-860F6646CFCA}" srcOrd="0" destOrd="0" presId="urn:microsoft.com/office/officeart/2005/8/layout/bProcess3"/>
    <dgm:cxn modelId="{CC2DEEB9-6788-4985-AB1F-5BA304B0CE3C}" srcId="{BCF59A55-1090-4D0D-AD87-2F0061BFD377}" destId="{554A8D62-4BCE-431F-94EE-309BC7776609}" srcOrd="5" destOrd="0" parTransId="{AF5D2050-37C9-4829-B9C4-D9F146EC639F}" sibTransId="{CFEE4F3C-8938-4D3E-8ACA-86D34B19C96D}"/>
    <dgm:cxn modelId="{E91A8BCB-90A8-43A7-AF1B-C3972C65BB37}" srcId="{5D6C946C-B301-4014-9469-DC4AE3F2013A}" destId="{A73CFDF8-F233-49B8-9947-57C8F65F2819}" srcOrd="1" destOrd="0" parTransId="{0A6D7B62-151E-40BC-89FC-69CA7423112D}" sibTransId="{D28A8ED6-D4A0-4301-A0D8-15AFBE5C8E60}"/>
    <dgm:cxn modelId="{3A8785E0-892C-4A90-BF45-C1DB74A19589}" type="presOf" srcId="{2A5A53C1-D7A6-41C4-9C47-50F7CAEA8737}" destId="{8B3388AC-9D66-4D53-8B65-52F119D90274}" srcOrd="1" destOrd="0" presId="urn:microsoft.com/office/officeart/2005/8/layout/bProcess3"/>
    <dgm:cxn modelId="{DD6E49EA-8D4A-4550-A6E4-015012D93B93}" type="presOf" srcId="{863660DE-6C31-4238-9FDC-BD7DCB30CE94}" destId="{508446D9-8DBB-4FA4-B2F8-935586F4778B}" srcOrd="0" destOrd="0" presId="urn:microsoft.com/office/officeart/2005/8/layout/bProcess3"/>
    <dgm:cxn modelId="{B52C4DF3-1F02-4FB3-A6D0-092B5AC7490D}" type="presOf" srcId="{A499DD55-F3B5-4454-90F5-4B1DE81FF512}" destId="{BDA9D9E3-7CF2-4B41-BF26-CE9CFB7BFA15}" srcOrd="1" destOrd="0" presId="urn:microsoft.com/office/officeart/2005/8/layout/bProcess3"/>
    <dgm:cxn modelId="{11EFDEF4-9AD0-4A2F-A402-4258351B1A27}" srcId="{BCF59A55-1090-4D0D-AD87-2F0061BFD377}" destId="{F6154CF7-76AA-49FA-B1A5-2A54C9C5D005}" srcOrd="2" destOrd="0" parTransId="{21D1002A-FBFE-4FD6-B1C3-5759380E8F8A}" sibTransId="{A499DD55-F3B5-4454-90F5-4B1DE81FF512}"/>
    <dgm:cxn modelId="{A086B0F8-2668-460F-B8C2-E8B1FDCC64AA}" type="presOf" srcId="{35E20615-CF2B-48F2-BB77-1CEDC4C4EF95}" destId="{53E42C39-F89F-48FC-BECB-83D5E11A8F15}" srcOrd="0" destOrd="0" presId="urn:microsoft.com/office/officeart/2005/8/layout/bProcess3"/>
    <dgm:cxn modelId="{D95D3064-9E52-4620-90D7-6B533C58762F}" type="presParOf" srcId="{679A6805-7D4A-45F4-89EF-6ED7776D09BB}" destId="{ED108872-FFA2-4A4D-B353-860F6646CFCA}" srcOrd="0" destOrd="0" presId="urn:microsoft.com/office/officeart/2005/8/layout/bProcess3"/>
    <dgm:cxn modelId="{F4979B10-BB60-4F00-97A7-13FF54B1BCB8}" type="presParOf" srcId="{679A6805-7D4A-45F4-89EF-6ED7776D09BB}" destId="{15F8CD7C-066B-4FC7-9818-B81A7A6123BD}" srcOrd="1" destOrd="0" presId="urn:microsoft.com/office/officeart/2005/8/layout/bProcess3"/>
    <dgm:cxn modelId="{2631F23B-0AA5-4D4B-AC23-3D183CE2E723}" type="presParOf" srcId="{15F8CD7C-066B-4FC7-9818-B81A7A6123BD}" destId="{88783B83-C65E-4A14-9540-9C5AD093E9E0}" srcOrd="0" destOrd="0" presId="urn:microsoft.com/office/officeart/2005/8/layout/bProcess3"/>
    <dgm:cxn modelId="{2E469230-8055-47C2-8039-EBD53930FB90}" type="presParOf" srcId="{679A6805-7D4A-45F4-89EF-6ED7776D09BB}" destId="{C7BD7B34-8361-4EDC-8E8E-55B832D082D3}" srcOrd="2" destOrd="0" presId="urn:microsoft.com/office/officeart/2005/8/layout/bProcess3"/>
    <dgm:cxn modelId="{4FDA2760-5591-4F84-A83B-04D213176CE2}" type="presParOf" srcId="{679A6805-7D4A-45F4-89EF-6ED7776D09BB}" destId="{24871098-3E63-4D18-9BFA-02A267CB5FE5}" srcOrd="3" destOrd="0" presId="urn:microsoft.com/office/officeart/2005/8/layout/bProcess3"/>
    <dgm:cxn modelId="{B07C7452-C1D7-47FA-B2AA-16BCC316D5B0}" type="presParOf" srcId="{24871098-3E63-4D18-9BFA-02A267CB5FE5}" destId="{5E48ECB8-6590-4078-BCAA-FCAD30BE55BB}" srcOrd="0" destOrd="0" presId="urn:microsoft.com/office/officeart/2005/8/layout/bProcess3"/>
    <dgm:cxn modelId="{96D3F5A7-7E01-4A30-A3D9-6B276A21A6DA}" type="presParOf" srcId="{679A6805-7D4A-45F4-89EF-6ED7776D09BB}" destId="{447D6834-1ED0-48C4-9F20-90CDA34B7CDF}" srcOrd="4" destOrd="0" presId="urn:microsoft.com/office/officeart/2005/8/layout/bProcess3"/>
    <dgm:cxn modelId="{0E28E245-0A1C-43C8-9358-B4A7AFA0CB66}" type="presParOf" srcId="{679A6805-7D4A-45F4-89EF-6ED7776D09BB}" destId="{157F73ED-BDE7-4FF3-A875-BE06161D0B7A}" srcOrd="5" destOrd="0" presId="urn:microsoft.com/office/officeart/2005/8/layout/bProcess3"/>
    <dgm:cxn modelId="{6285841A-E585-41EF-8526-DD60EF00655A}" type="presParOf" srcId="{157F73ED-BDE7-4FF3-A875-BE06161D0B7A}" destId="{BDA9D9E3-7CF2-4B41-BF26-CE9CFB7BFA15}" srcOrd="0" destOrd="0" presId="urn:microsoft.com/office/officeart/2005/8/layout/bProcess3"/>
    <dgm:cxn modelId="{C69DC5E0-7B17-4779-A0FE-88015BD039DC}" type="presParOf" srcId="{679A6805-7D4A-45F4-89EF-6ED7776D09BB}" destId="{508446D9-8DBB-4FA4-B2F8-935586F4778B}" srcOrd="6" destOrd="0" presId="urn:microsoft.com/office/officeart/2005/8/layout/bProcess3"/>
    <dgm:cxn modelId="{7717D102-22C8-4A8A-BB90-5D070927ECAD}" type="presParOf" srcId="{679A6805-7D4A-45F4-89EF-6ED7776D09BB}" destId="{53E42C39-F89F-48FC-BECB-83D5E11A8F15}" srcOrd="7" destOrd="0" presId="urn:microsoft.com/office/officeart/2005/8/layout/bProcess3"/>
    <dgm:cxn modelId="{5F5EDEF7-6C3C-4FCD-852F-ABD26B447DBF}" type="presParOf" srcId="{53E42C39-F89F-48FC-BECB-83D5E11A8F15}" destId="{5B56AD89-47F7-4E45-B5D1-E0D2D1DE46A8}" srcOrd="0" destOrd="0" presId="urn:microsoft.com/office/officeart/2005/8/layout/bProcess3"/>
    <dgm:cxn modelId="{B180F74C-9DAE-4F20-B1F2-D43DF9789474}" type="presParOf" srcId="{679A6805-7D4A-45F4-89EF-6ED7776D09BB}" destId="{409509F3-9A24-40D9-9FC0-5C4BDE4579F2}" srcOrd="8" destOrd="0" presId="urn:microsoft.com/office/officeart/2005/8/layout/bProcess3"/>
    <dgm:cxn modelId="{2773E9F1-9A09-41FA-96BB-1E0D3BC51D4D}" type="presParOf" srcId="{679A6805-7D4A-45F4-89EF-6ED7776D09BB}" destId="{75C1E752-5332-46BE-BC77-D641E7FF1ACA}" srcOrd="9" destOrd="0" presId="urn:microsoft.com/office/officeart/2005/8/layout/bProcess3"/>
    <dgm:cxn modelId="{B7F9D35E-F467-46EC-BE7B-99513EA4D7E5}" type="presParOf" srcId="{75C1E752-5332-46BE-BC77-D641E7FF1ACA}" destId="{8B3388AC-9D66-4D53-8B65-52F119D90274}" srcOrd="0" destOrd="0" presId="urn:microsoft.com/office/officeart/2005/8/layout/bProcess3"/>
    <dgm:cxn modelId="{9005E6EA-AF11-4201-9735-D3B7C5FB405C}" type="presParOf" srcId="{679A6805-7D4A-45F4-89EF-6ED7776D09BB}" destId="{A88E65A0-3BBB-4D55-B9EB-727DEE82CF24}" srcOrd="10" destOrd="0" presId="urn:microsoft.com/office/officeart/2005/8/layout/b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5.xml><?xml version="1.0" encoding="utf-8"?>
<dgm:dataModel xmlns:dgm="http://schemas.openxmlformats.org/drawingml/2006/diagram" xmlns:a="http://schemas.openxmlformats.org/drawingml/2006/main">
  <dgm:ptLst>
    <dgm:pt modelId="{4B2CA1CA-41DA-44D4-8336-3935C639644A}"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2E81D02F-B8E1-41D9-A84C-F4D387EE70C6}">
      <dgm:prSet/>
      <dgm:spPr/>
      <dgm:t>
        <a:bodyPr/>
        <a:lstStyle/>
        <a:p>
          <a:pPr algn="l"/>
          <a:r>
            <a:rPr lang="en-US" b="1" dirty="0"/>
            <a:t>Get data</a:t>
          </a:r>
          <a:endParaRPr lang="en-US" dirty="0"/>
        </a:p>
      </dgm:t>
    </dgm:pt>
    <dgm:pt modelId="{99596F44-27B6-4D78-8C47-7407324D79C4}" type="parTrans" cxnId="{6ABC012C-87B5-42B6-8BAB-56D57A7DCA5B}">
      <dgm:prSet/>
      <dgm:spPr/>
      <dgm:t>
        <a:bodyPr/>
        <a:lstStyle/>
        <a:p>
          <a:pPr algn="l"/>
          <a:endParaRPr lang="en-US"/>
        </a:p>
      </dgm:t>
    </dgm:pt>
    <dgm:pt modelId="{92AA331F-738A-4599-A87B-72C9BA481B5C}" type="sibTrans" cxnId="{6ABC012C-87B5-42B6-8BAB-56D57A7DCA5B}">
      <dgm:prSet/>
      <dgm:spPr/>
      <dgm:t>
        <a:bodyPr/>
        <a:lstStyle/>
        <a:p>
          <a:pPr algn="l"/>
          <a:endParaRPr lang="en-US"/>
        </a:p>
      </dgm:t>
    </dgm:pt>
    <dgm:pt modelId="{38233E0D-4DBE-4FBE-8348-B0E026C07FE0}">
      <dgm:prSet/>
      <dgm:spPr/>
      <dgm:t>
        <a:bodyPr/>
        <a:lstStyle/>
        <a:p>
          <a:pPr algn="l"/>
          <a:r>
            <a:rPr lang="en-US" b="1"/>
            <a:t>EDA</a:t>
          </a:r>
          <a:endParaRPr lang="en-US"/>
        </a:p>
      </dgm:t>
    </dgm:pt>
    <dgm:pt modelId="{702322EC-DDD0-4A5C-A5EA-70A2F5610493}" type="parTrans" cxnId="{CD3C4F2A-C138-4D90-9B57-F083C5BBFC4F}">
      <dgm:prSet/>
      <dgm:spPr/>
      <dgm:t>
        <a:bodyPr/>
        <a:lstStyle/>
        <a:p>
          <a:pPr algn="l"/>
          <a:endParaRPr lang="en-US"/>
        </a:p>
      </dgm:t>
    </dgm:pt>
    <dgm:pt modelId="{96E4BD09-8C52-45C0-8B4B-0F837209CC72}" type="sibTrans" cxnId="{CD3C4F2A-C138-4D90-9B57-F083C5BBFC4F}">
      <dgm:prSet/>
      <dgm:spPr/>
      <dgm:t>
        <a:bodyPr/>
        <a:lstStyle/>
        <a:p>
          <a:pPr algn="l"/>
          <a:endParaRPr lang="en-US"/>
        </a:p>
      </dgm:t>
    </dgm:pt>
    <dgm:pt modelId="{3A92E586-95F7-48CB-8EC7-ED7297504552}">
      <dgm:prSet/>
      <dgm:spPr/>
      <dgm:t>
        <a:bodyPr/>
        <a:lstStyle/>
        <a:p>
          <a:pPr algn="l"/>
          <a:r>
            <a:rPr lang="en-US" b="1"/>
            <a:t>Pre-processing</a:t>
          </a:r>
          <a:endParaRPr lang="en-US"/>
        </a:p>
      </dgm:t>
    </dgm:pt>
    <dgm:pt modelId="{CB53D532-C240-453D-9F1A-C1BF8D8BE71B}" type="parTrans" cxnId="{9F216B66-6F68-4338-B9B1-4FBAA4AABDD7}">
      <dgm:prSet/>
      <dgm:spPr/>
      <dgm:t>
        <a:bodyPr/>
        <a:lstStyle/>
        <a:p>
          <a:pPr algn="l"/>
          <a:endParaRPr lang="en-US"/>
        </a:p>
      </dgm:t>
    </dgm:pt>
    <dgm:pt modelId="{CDCCEB23-7BC8-4D57-B024-86CFDA880405}" type="sibTrans" cxnId="{9F216B66-6F68-4338-B9B1-4FBAA4AABDD7}">
      <dgm:prSet/>
      <dgm:spPr/>
      <dgm:t>
        <a:bodyPr/>
        <a:lstStyle/>
        <a:p>
          <a:pPr algn="l"/>
          <a:endParaRPr lang="en-US"/>
        </a:p>
      </dgm:t>
    </dgm:pt>
    <dgm:pt modelId="{3AAC6C12-3CEE-4421-8316-3B7FBB1CDACE}">
      <dgm:prSet/>
      <dgm:spPr/>
      <dgm:t>
        <a:bodyPr/>
        <a:lstStyle/>
        <a:p>
          <a:pPr algn="l"/>
          <a:r>
            <a:rPr lang="en-US" b="1"/>
            <a:t>Model performance</a:t>
          </a:r>
          <a:endParaRPr lang="en-US"/>
        </a:p>
      </dgm:t>
    </dgm:pt>
    <dgm:pt modelId="{73DFF5C6-7D3B-493A-BCFA-C72528D2425B}" type="parTrans" cxnId="{2DA4BD6B-ACF2-4598-91DF-C9B27F13659A}">
      <dgm:prSet/>
      <dgm:spPr/>
      <dgm:t>
        <a:bodyPr/>
        <a:lstStyle/>
        <a:p>
          <a:pPr algn="l"/>
          <a:endParaRPr lang="en-US"/>
        </a:p>
      </dgm:t>
    </dgm:pt>
    <dgm:pt modelId="{6595CF17-0B92-4F37-852B-9E00E78A67D0}" type="sibTrans" cxnId="{2DA4BD6B-ACF2-4598-91DF-C9B27F13659A}">
      <dgm:prSet/>
      <dgm:spPr/>
      <dgm:t>
        <a:bodyPr/>
        <a:lstStyle/>
        <a:p>
          <a:pPr algn="l"/>
          <a:endParaRPr lang="en-US"/>
        </a:p>
      </dgm:t>
    </dgm:pt>
    <dgm:pt modelId="{EE29401A-4729-408B-8923-15A2F5B480E8}">
      <dgm:prSet/>
      <dgm:spPr/>
      <dgm:t>
        <a:bodyPr/>
        <a:lstStyle/>
        <a:p>
          <a:pPr algn="l"/>
          <a:r>
            <a:rPr lang="en-US" b="1"/>
            <a:t>Hyperparameter tuning</a:t>
          </a:r>
          <a:endParaRPr lang="en-US"/>
        </a:p>
      </dgm:t>
    </dgm:pt>
    <dgm:pt modelId="{97227B44-B6CB-44EB-BA54-A26F14DCAC29}" type="parTrans" cxnId="{45F508EF-D785-48E9-9EAB-41385A775A5C}">
      <dgm:prSet/>
      <dgm:spPr/>
      <dgm:t>
        <a:bodyPr/>
        <a:lstStyle/>
        <a:p>
          <a:pPr algn="l"/>
          <a:endParaRPr lang="en-US"/>
        </a:p>
      </dgm:t>
    </dgm:pt>
    <dgm:pt modelId="{2B73C5D7-A3D2-4546-AD54-EA234F1489A4}" type="sibTrans" cxnId="{45F508EF-D785-48E9-9EAB-41385A775A5C}">
      <dgm:prSet/>
      <dgm:spPr/>
      <dgm:t>
        <a:bodyPr/>
        <a:lstStyle/>
        <a:p>
          <a:pPr algn="l"/>
          <a:endParaRPr lang="en-US"/>
        </a:p>
      </dgm:t>
    </dgm:pt>
    <dgm:pt modelId="{A7C73C1E-5719-4160-9B88-7760108D1C64}">
      <dgm:prSet/>
      <dgm:spPr/>
      <dgm:t>
        <a:bodyPr/>
        <a:lstStyle/>
        <a:p>
          <a:pPr algn="l"/>
          <a:r>
            <a:rPr lang="en-US" b="1"/>
            <a:t>Data cleaning</a:t>
          </a:r>
          <a:endParaRPr lang="en-US"/>
        </a:p>
      </dgm:t>
    </dgm:pt>
    <dgm:pt modelId="{BD4512DA-83C0-43BC-954E-318C6FB8E7EF}" type="parTrans" cxnId="{092FA685-67C3-41EE-B7F2-C8118FE2C8FF}">
      <dgm:prSet/>
      <dgm:spPr/>
      <dgm:t>
        <a:bodyPr/>
        <a:lstStyle/>
        <a:p>
          <a:pPr algn="l"/>
          <a:endParaRPr lang="en-US"/>
        </a:p>
      </dgm:t>
    </dgm:pt>
    <dgm:pt modelId="{ECC24365-1BF6-48D3-ABC3-AAF18DCC2CE9}" type="sibTrans" cxnId="{092FA685-67C3-41EE-B7F2-C8118FE2C8FF}">
      <dgm:prSet/>
      <dgm:spPr/>
      <dgm:t>
        <a:bodyPr/>
        <a:lstStyle/>
        <a:p>
          <a:pPr algn="l"/>
          <a:endParaRPr lang="en-US"/>
        </a:p>
      </dgm:t>
    </dgm:pt>
    <dgm:pt modelId="{4EA13BF7-498E-4A56-9717-EB32876769FA}">
      <dgm:prSet/>
      <dgm:spPr/>
      <dgm:t>
        <a:bodyPr/>
        <a:lstStyle/>
        <a:p>
          <a:pPr algn="l"/>
          <a:r>
            <a:rPr lang="en-US" b="1"/>
            <a:t>Data augmentation</a:t>
          </a:r>
          <a:endParaRPr lang="en-US"/>
        </a:p>
      </dgm:t>
    </dgm:pt>
    <dgm:pt modelId="{FB9B70AA-B2CD-4B6D-AA19-87DED0A44159}" type="parTrans" cxnId="{6075996E-A28B-43D1-83B5-B65728BCD5CC}">
      <dgm:prSet/>
      <dgm:spPr/>
      <dgm:t>
        <a:bodyPr/>
        <a:lstStyle/>
        <a:p>
          <a:pPr algn="l"/>
          <a:endParaRPr lang="en-US"/>
        </a:p>
      </dgm:t>
    </dgm:pt>
    <dgm:pt modelId="{1E3C14EC-3D1A-4117-BE4B-5EADD813AB47}" type="sibTrans" cxnId="{6075996E-A28B-43D1-83B5-B65728BCD5CC}">
      <dgm:prSet/>
      <dgm:spPr/>
      <dgm:t>
        <a:bodyPr/>
        <a:lstStyle/>
        <a:p>
          <a:pPr algn="l"/>
          <a:endParaRPr lang="en-US"/>
        </a:p>
      </dgm:t>
    </dgm:pt>
    <dgm:pt modelId="{651E7B46-8D62-4A53-BB27-F5BF8D1B1F17}">
      <dgm:prSet/>
      <dgm:spPr/>
      <dgm:t>
        <a:bodyPr/>
        <a:lstStyle/>
        <a:p>
          <a:pPr algn="l"/>
          <a:r>
            <a:rPr lang="en-US" b="1"/>
            <a:t>New models</a:t>
          </a:r>
          <a:endParaRPr lang="en-US"/>
        </a:p>
      </dgm:t>
    </dgm:pt>
    <dgm:pt modelId="{6E24A424-BF8C-4A07-A018-BB868F7B40CF}" type="parTrans" cxnId="{FB223528-A16A-426A-B6B2-6727A83D5B00}">
      <dgm:prSet/>
      <dgm:spPr/>
      <dgm:t>
        <a:bodyPr/>
        <a:lstStyle/>
        <a:p>
          <a:pPr algn="l"/>
          <a:endParaRPr lang="en-US"/>
        </a:p>
      </dgm:t>
    </dgm:pt>
    <dgm:pt modelId="{7222F2B1-D3A5-4159-905B-209BE9DEB4DA}" type="sibTrans" cxnId="{FB223528-A16A-426A-B6B2-6727A83D5B00}">
      <dgm:prSet/>
      <dgm:spPr/>
      <dgm:t>
        <a:bodyPr/>
        <a:lstStyle/>
        <a:p>
          <a:pPr algn="l"/>
          <a:endParaRPr lang="en-US"/>
        </a:p>
      </dgm:t>
    </dgm:pt>
    <dgm:pt modelId="{29EE6270-D049-4C7E-AF51-D42AC2F4B0F6}">
      <dgm:prSet/>
      <dgm:spPr/>
      <dgm:t>
        <a:bodyPr/>
        <a:lstStyle/>
        <a:p>
          <a:pPr algn="l"/>
          <a:r>
            <a:rPr lang="en-US" b="1"/>
            <a:t>ITEM1 description matching</a:t>
          </a:r>
          <a:endParaRPr lang="en-US"/>
        </a:p>
      </dgm:t>
    </dgm:pt>
    <dgm:pt modelId="{B8F06690-37A0-4ACE-BD52-F28D68146C1D}" type="parTrans" cxnId="{91275ED7-0F50-41C2-AF8E-69EDDD1A01F5}">
      <dgm:prSet/>
      <dgm:spPr/>
      <dgm:t>
        <a:bodyPr/>
        <a:lstStyle/>
        <a:p>
          <a:pPr algn="l"/>
          <a:endParaRPr lang="en-US"/>
        </a:p>
      </dgm:t>
    </dgm:pt>
    <dgm:pt modelId="{7BBA6799-0F41-410F-8545-7BF344329145}" type="sibTrans" cxnId="{91275ED7-0F50-41C2-AF8E-69EDDD1A01F5}">
      <dgm:prSet/>
      <dgm:spPr/>
      <dgm:t>
        <a:bodyPr/>
        <a:lstStyle/>
        <a:p>
          <a:pPr algn="l"/>
          <a:endParaRPr lang="en-US"/>
        </a:p>
      </dgm:t>
    </dgm:pt>
    <dgm:pt modelId="{58D07EBC-7B4C-4B3F-B5F0-E0A58581F4BF}">
      <dgm:prSet/>
      <dgm:spPr/>
      <dgm:t>
        <a:bodyPr/>
        <a:lstStyle/>
        <a:p>
          <a:pPr algn="l"/>
          <a:r>
            <a:rPr lang="en-US" b="1"/>
            <a:t>Fuzzy Tfidf matching of FEAT1</a:t>
          </a:r>
          <a:endParaRPr lang="en-US"/>
        </a:p>
      </dgm:t>
    </dgm:pt>
    <dgm:pt modelId="{698729F9-2623-48C5-B438-E51A51E13C06}" type="parTrans" cxnId="{FFEF8F6C-3CAE-4F88-BE61-DCB63F319432}">
      <dgm:prSet/>
      <dgm:spPr/>
      <dgm:t>
        <a:bodyPr/>
        <a:lstStyle/>
        <a:p>
          <a:pPr algn="l"/>
          <a:endParaRPr lang="en-US"/>
        </a:p>
      </dgm:t>
    </dgm:pt>
    <dgm:pt modelId="{D910FA01-7965-4BD4-B791-77E9AAEF8782}" type="sibTrans" cxnId="{FFEF8F6C-3CAE-4F88-BE61-DCB63F319432}">
      <dgm:prSet/>
      <dgm:spPr/>
      <dgm:t>
        <a:bodyPr/>
        <a:lstStyle/>
        <a:p>
          <a:pPr algn="l"/>
          <a:endParaRPr lang="en-US"/>
        </a:p>
      </dgm:t>
    </dgm:pt>
    <dgm:pt modelId="{B3F09359-0414-436F-B635-2A28A216271B}">
      <dgm:prSet/>
      <dgm:spPr/>
      <dgm:t>
        <a:bodyPr/>
        <a:lstStyle/>
        <a:p>
          <a:pPr algn="l"/>
          <a:r>
            <a:rPr lang="en-US" b="1" dirty="0"/>
            <a:t>Problem statement</a:t>
          </a:r>
        </a:p>
      </dgm:t>
    </dgm:pt>
    <dgm:pt modelId="{0A82D211-1DD3-494A-AC43-5A57D0D020A6}" type="parTrans" cxnId="{A12C9411-96E2-4882-87E5-62562FDF91E8}">
      <dgm:prSet/>
      <dgm:spPr/>
      <dgm:t>
        <a:bodyPr/>
        <a:lstStyle/>
        <a:p>
          <a:endParaRPr lang="en-US"/>
        </a:p>
      </dgm:t>
    </dgm:pt>
    <dgm:pt modelId="{3F4E5E41-A912-4907-9D25-D2E15D402F71}" type="sibTrans" cxnId="{A12C9411-96E2-4882-87E5-62562FDF91E8}">
      <dgm:prSet/>
      <dgm:spPr/>
      <dgm:t>
        <a:bodyPr/>
        <a:lstStyle/>
        <a:p>
          <a:endParaRPr lang="en-US"/>
        </a:p>
      </dgm:t>
    </dgm:pt>
    <dgm:pt modelId="{44B9B46B-6104-46B1-846F-F9D5249B3BCE}" type="pres">
      <dgm:prSet presAssocID="{4B2CA1CA-41DA-44D4-8336-3935C639644A}" presName="vert0" presStyleCnt="0">
        <dgm:presLayoutVars>
          <dgm:dir/>
          <dgm:animOne val="branch"/>
          <dgm:animLvl val="lvl"/>
        </dgm:presLayoutVars>
      </dgm:prSet>
      <dgm:spPr/>
    </dgm:pt>
    <dgm:pt modelId="{28060283-26B7-4727-9EAE-BF66DAD60588}" type="pres">
      <dgm:prSet presAssocID="{B3F09359-0414-436F-B635-2A28A216271B}" presName="thickLine" presStyleLbl="alignNode1" presStyleIdx="0" presStyleCnt="11"/>
      <dgm:spPr/>
    </dgm:pt>
    <dgm:pt modelId="{F766B4DB-AB7C-4782-AB35-426F79DB2166}" type="pres">
      <dgm:prSet presAssocID="{B3F09359-0414-436F-B635-2A28A216271B}" presName="horz1" presStyleCnt="0"/>
      <dgm:spPr/>
    </dgm:pt>
    <dgm:pt modelId="{5FE61828-5284-4D5B-AF06-11BCC24C409F}" type="pres">
      <dgm:prSet presAssocID="{B3F09359-0414-436F-B635-2A28A216271B}" presName="tx1" presStyleLbl="revTx" presStyleIdx="0" presStyleCnt="11"/>
      <dgm:spPr/>
    </dgm:pt>
    <dgm:pt modelId="{ED58A99F-6D49-433C-816A-549AA8883F18}" type="pres">
      <dgm:prSet presAssocID="{B3F09359-0414-436F-B635-2A28A216271B}" presName="vert1" presStyleCnt="0"/>
      <dgm:spPr/>
    </dgm:pt>
    <dgm:pt modelId="{C395B3E2-160A-46DF-AAEA-98F79F27A94D}" type="pres">
      <dgm:prSet presAssocID="{2E81D02F-B8E1-41D9-A84C-F4D387EE70C6}" presName="thickLine" presStyleLbl="alignNode1" presStyleIdx="1" presStyleCnt="11"/>
      <dgm:spPr/>
    </dgm:pt>
    <dgm:pt modelId="{6666E9EF-D989-469B-B9EA-F59BFD3284DD}" type="pres">
      <dgm:prSet presAssocID="{2E81D02F-B8E1-41D9-A84C-F4D387EE70C6}" presName="horz1" presStyleCnt="0"/>
      <dgm:spPr/>
    </dgm:pt>
    <dgm:pt modelId="{77E05CC6-81F5-4C73-827D-2E9B265FE916}" type="pres">
      <dgm:prSet presAssocID="{2E81D02F-B8E1-41D9-A84C-F4D387EE70C6}" presName="tx1" presStyleLbl="revTx" presStyleIdx="1" presStyleCnt="11"/>
      <dgm:spPr/>
    </dgm:pt>
    <dgm:pt modelId="{7DDB8626-21F0-4A48-B039-DAF4995546B6}" type="pres">
      <dgm:prSet presAssocID="{2E81D02F-B8E1-41D9-A84C-F4D387EE70C6}" presName="vert1" presStyleCnt="0"/>
      <dgm:spPr/>
    </dgm:pt>
    <dgm:pt modelId="{326503BF-6C6E-485A-BD4C-0CF7C741D102}" type="pres">
      <dgm:prSet presAssocID="{38233E0D-4DBE-4FBE-8348-B0E026C07FE0}" presName="thickLine" presStyleLbl="alignNode1" presStyleIdx="2" presStyleCnt="11"/>
      <dgm:spPr/>
    </dgm:pt>
    <dgm:pt modelId="{026DFBB6-1BF3-4450-92E1-902E446F1A2D}" type="pres">
      <dgm:prSet presAssocID="{38233E0D-4DBE-4FBE-8348-B0E026C07FE0}" presName="horz1" presStyleCnt="0"/>
      <dgm:spPr/>
    </dgm:pt>
    <dgm:pt modelId="{62317D3F-C1D6-4AC8-AB02-55773C0205F6}" type="pres">
      <dgm:prSet presAssocID="{38233E0D-4DBE-4FBE-8348-B0E026C07FE0}" presName="tx1" presStyleLbl="revTx" presStyleIdx="2" presStyleCnt="11"/>
      <dgm:spPr/>
    </dgm:pt>
    <dgm:pt modelId="{90E90146-C400-4612-92CC-167E6D701A47}" type="pres">
      <dgm:prSet presAssocID="{38233E0D-4DBE-4FBE-8348-B0E026C07FE0}" presName="vert1" presStyleCnt="0"/>
      <dgm:spPr/>
    </dgm:pt>
    <dgm:pt modelId="{2B1A6A44-26EB-4633-AFD9-5C4B34D5D523}" type="pres">
      <dgm:prSet presAssocID="{3A92E586-95F7-48CB-8EC7-ED7297504552}" presName="thickLine" presStyleLbl="alignNode1" presStyleIdx="3" presStyleCnt="11"/>
      <dgm:spPr/>
    </dgm:pt>
    <dgm:pt modelId="{37BFA55A-D57C-4903-BBBC-E9B045E620E8}" type="pres">
      <dgm:prSet presAssocID="{3A92E586-95F7-48CB-8EC7-ED7297504552}" presName="horz1" presStyleCnt="0"/>
      <dgm:spPr/>
    </dgm:pt>
    <dgm:pt modelId="{5D17C8A5-FF08-42B3-9ED6-5431BB51E899}" type="pres">
      <dgm:prSet presAssocID="{3A92E586-95F7-48CB-8EC7-ED7297504552}" presName="tx1" presStyleLbl="revTx" presStyleIdx="3" presStyleCnt="11"/>
      <dgm:spPr/>
    </dgm:pt>
    <dgm:pt modelId="{3B2286C3-CD81-42F9-BAEF-44E8DC2B583C}" type="pres">
      <dgm:prSet presAssocID="{3A92E586-95F7-48CB-8EC7-ED7297504552}" presName="vert1" presStyleCnt="0"/>
      <dgm:spPr/>
    </dgm:pt>
    <dgm:pt modelId="{67819832-487C-4BDE-93BD-AA29101E2A4B}" type="pres">
      <dgm:prSet presAssocID="{3AAC6C12-3CEE-4421-8316-3B7FBB1CDACE}" presName="thickLine" presStyleLbl="alignNode1" presStyleIdx="4" presStyleCnt="11"/>
      <dgm:spPr/>
    </dgm:pt>
    <dgm:pt modelId="{A1AFA9AA-15F9-4D58-9504-413059E1953F}" type="pres">
      <dgm:prSet presAssocID="{3AAC6C12-3CEE-4421-8316-3B7FBB1CDACE}" presName="horz1" presStyleCnt="0"/>
      <dgm:spPr/>
    </dgm:pt>
    <dgm:pt modelId="{89DE4E4E-E7AE-4F20-952E-0F0B7501B6C2}" type="pres">
      <dgm:prSet presAssocID="{3AAC6C12-3CEE-4421-8316-3B7FBB1CDACE}" presName="tx1" presStyleLbl="revTx" presStyleIdx="4" presStyleCnt="11"/>
      <dgm:spPr/>
    </dgm:pt>
    <dgm:pt modelId="{42422D67-FE98-4269-ABBC-42C71BE6FE5A}" type="pres">
      <dgm:prSet presAssocID="{3AAC6C12-3CEE-4421-8316-3B7FBB1CDACE}" presName="vert1" presStyleCnt="0"/>
      <dgm:spPr/>
    </dgm:pt>
    <dgm:pt modelId="{50AE3641-55DB-49C6-AF54-D5657DC39938}" type="pres">
      <dgm:prSet presAssocID="{EE29401A-4729-408B-8923-15A2F5B480E8}" presName="thickLine" presStyleLbl="alignNode1" presStyleIdx="5" presStyleCnt="11"/>
      <dgm:spPr/>
    </dgm:pt>
    <dgm:pt modelId="{13A07F99-8F04-402D-88A4-D7918D15ED04}" type="pres">
      <dgm:prSet presAssocID="{EE29401A-4729-408B-8923-15A2F5B480E8}" presName="horz1" presStyleCnt="0"/>
      <dgm:spPr/>
    </dgm:pt>
    <dgm:pt modelId="{EB5AD80D-A426-4AC9-B4AB-F313A6F93FD3}" type="pres">
      <dgm:prSet presAssocID="{EE29401A-4729-408B-8923-15A2F5B480E8}" presName="tx1" presStyleLbl="revTx" presStyleIdx="5" presStyleCnt="11"/>
      <dgm:spPr/>
    </dgm:pt>
    <dgm:pt modelId="{CC50344F-B71F-404C-B8E8-435CA0EB4F07}" type="pres">
      <dgm:prSet presAssocID="{EE29401A-4729-408B-8923-15A2F5B480E8}" presName="vert1" presStyleCnt="0"/>
      <dgm:spPr/>
    </dgm:pt>
    <dgm:pt modelId="{D7DC599C-9B9B-4B36-9DA7-24AA8C0D5252}" type="pres">
      <dgm:prSet presAssocID="{A7C73C1E-5719-4160-9B88-7760108D1C64}" presName="thickLine" presStyleLbl="alignNode1" presStyleIdx="6" presStyleCnt="11"/>
      <dgm:spPr/>
    </dgm:pt>
    <dgm:pt modelId="{961AD94D-3108-4D74-8BF1-22C0CCDD449C}" type="pres">
      <dgm:prSet presAssocID="{A7C73C1E-5719-4160-9B88-7760108D1C64}" presName="horz1" presStyleCnt="0"/>
      <dgm:spPr/>
    </dgm:pt>
    <dgm:pt modelId="{F3B0DE32-58DC-4204-BB0B-A326E1F26E7D}" type="pres">
      <dgm:prSet presAssocID="{A7C73C1E-5719-4160-9B88-7760108D1C64}" presName="tx1" presStyleLbl="revTx" presStyleIdx="6" presStyleCnt="11"/>
      <dgm:spPr/>
    </dgm:pt>
    <dgm:pt modelId="{C9232049-6924-4D2F-9F58-F1DBD02D581B}" type="pres">
      <dgm:prSet presAssocID="{A7C73C1E-5719-4160-9B88-7760108D1C64}" presName="vert1" presStyleCnt="0"/>
      <dgm:spPr/>
    </dgm:pt>
    <dgm:pt modelId="{BD168F63-BD9C-4937-BB81-9C0E59334450}" type="pres">
      <dgm:prSet presAssocID="{4EA13BF7-498E-4A56-9717-EB32876769FA}" presName="thickLine" presStyleLbl="alignNode1" presStyleIdx="7" presStyleCnt="11"/>
      <dgm:spPr/>
    </dgm:pt>
    <dgm:pt modelId="{6DAE77B8-AAFD-4368-96E7-BE7B0959C220}" type="pres">
      <dgm:prSet presAssocID="{4EA13BF7-498E-4A56-9717-EB32876769FA}" presName="horz1" presStyleCnt="0"/>
      <dgm:spPr/>
    </dgm:pt>
    <dgm:pt modelId="{54FE10F7-0C27-48B9-A53C-68193E12F1E7}" type="pres">
      <dgm:prSet presAssocID="{4EA13BF7-498E-4A56-9717-EB32876769FA}" presName="tx1" presStyleLbl="revTx" presStyleIdx="7" presStyleCnt="11"/>
      <dgm:spPr/>
    </dgm:pt>
    <dgm:pt modelId="{B1D98927-B425-432C-80D0-BF82A6CC56B1}" type="pres">
      <dgm:prSet presAssocID="{4EA13BF7-498E-4A56-9717-EB32876769FA}" presName="vert1" presStyleCnt="0"/>
      <dgm:spPr/>
    </dgm:pt>
    <dgm:pt modelId="{41E377BC-7BDC-4309-A0B7-6C71BBBB38A0}" type="pres">
      <dgm:prSet presAssocID="{651E7B46-8D62-4A53-BB27-F5BF8D1B1F17}" presName="thickLine" presStyleLbl="alignNode1" presStyleIdx="8" presStyleCnt="11"/>
      <dgm:spPr/>
    </dgm:pt>
    <dgm:pt modelId="{2C49A706-FABD-43BD-A63E-54E559081570}" type="pres">
      <dgm:prSet presAssocID="{651E7B46-8D62-4A53-BB27-F5BF8D1B1F17}" presName="horz1" presStyleCnt="0"/>
      <dgm:spPr/>
    </dgm:pt>
    <dgm:pt modelId="{E9A96532-72DC-4F5A-8803-EE2EF34882D1}" type="pres">
      <dgm:prSet presAssocID="{651E7B46-8D62-4A53-BB27-F5BF8D1B1F17}" presName="tx1" presStyleLbl="revTx" presStyleIdx="8" presStyleCnt="11"/>
      <dgm:spPr/>
    </dgm:pt>
    <dgm:pt modelId="{C5DE5B8B-92A1-4D63-86B4-E3F3FE6B87A4}" type="pres">
      <dgm:prSet presAssocID="{651E7B46-8D62-4A53-BB27-F5BF8D1B1F17}" presName="vert1" presStyleCnt="0"/>
      <dgm:spPr/>
    </dgm:pt>
    <dgm:pt modelId="{3D164C99-FC5E-4237-8C97-5D2AA0FA5A1F}" type="pres">
      <dgm:prSet presAssocID="{29EE6270-D049-4C7E-AF51-D42AC2F4B0F6}" presName="thickLine" presStyleLbl="alignNode1" presStyleIdx="9" presStyleCnt="11"/>
      <dgm:spPr/>
    </dgm:pt>
    <dgm:pt modelId="{44FE7A77-57AE-4526-9012-3B9F93772F71}" type="pres">
      <dgm:prSet presAssocID="{29EE6270-D049-4C7E-AF51-D42AC2F4B0F6}" presName="horz1" presStyleCnt="0"/>
      <dgm:spPr/>
    </dgm:pt>
    <dgm:pt modelId="{0CD38C00-69F5-4094-8B5E-D80F2E1D612C}" type="pres">
      <dgm:prSet presAssocID="{29EE6270-D049-4C7E-AF51-D42AC2F4B0F6}" presName="tx1" presStyleLbl="revTx" presStyleIdx="9" presStyleCnt="11"/>
      <dgm:spPr/>
    </dgm:pt>
    <dgm:pt modelId="{8326058C-D803-4FC6-AAD1-ACFA1FA1C6F1}" type="pres">
      <dgm:prSet presAssocID="{29EE6270-D049-4C7E-AF51-D42AC2F4B0F6}" presName="vert1" presStyleCnt="0"/>
      <dgm:spPr/>
    </dgm:pt>
    <dgm:pt modelId="{C54030A4-2F56-4735-A472-D1AE11D51A3C}" type="pres">
      <dgm:prSet presAssocID="{58D07EBC-7B4C-4B3F-B5F0-E0A58581F4BF}" presName="thickLine" presStyleLbl="alignNode1" presStyleIdx="10" presStyleCnt="11"/>
      <dgm:spPr/>
    </dgm:pt>
    <dgm:pt modelId="{86E68985-72D1-4479-A066-E6149F157955}" type="pres">
      <dgm:prSet presAssocID="{58D07EBC-7B4C-4B3F-B5F0-E0A58581F4BF}" presName="horz1" presStyleCnt="0"/>
      <dgm:spPr/>
    </dgm:pt>
    <dgm:pt modelId="{759636B1-860C-4229-B8B6-B377EF04BCC7}" type="pres">
      <dgm:prSet presAssocID="{58D07EBC-7B4C-4B3F-B5F0-E0A58581F4BF}" presName="tx1" presStyleLbl="revTx" presStyleIdx="10" presStyleCnt="11"/>
      <dgm:spPr/>
    </dgm:pt>
    <dgm:pt modelId="{DB3DBBE3-0AF2-4C19-902E-45D01B5CB443}" type="pres">
      <dgm:prSet presAssocID="{58D07EBC-7B4C-4B3F-B5F0-E0A58581F4BF}" presName="vert1" presStyleCnt="0"/>
      <dgm:spPr/>
    </dgm:pt>
  </dgm:ptLst>
  <dgm:cxnLst>
    <dgm:cxn modelId="{E1F71D0A-3A62-4312-9D5F-E31DBFB3976E}" type="presOf" srcId="{3A92E586-95F7-48CB-8EC7-ED7297504552}" destId="{5D17C8A5-FF08-42B3-9ED6-5431BB51E899}" srcOrd="0" destOrd="0" presId="urn:microsoft.com/office/officeart/2008/layout/LinedList"/>
    <dgm:cxn modelId="{A12C9411-96E2-4882-87E5-62562FDF91E8}" srcId="{4B2CA1CA-41DA-44D4-8336-3935C639644A}" destId="{B3F09359-0414-436F-B635-2A28A216271B}" srcOrd="0" destOrd="0" parTransId="{0A82D211-1DD3-494A-AC43-5A57D0D020A6}" sibTransId="{3F4E5E41-A912-4907-9D25-D2E15D402F71}"/>
    <dgm:cxn modelId="{FB223528-A16A-426A-B6B2-6727A83D5B00}" srcId="{4B2CA1CA-41DA-44D4-8336-3935C639644A}" destId="{651E7B46-8D62-4A53-BB27-F5BF8D1B1F17}" srcOrd="8" destOrd="0" parTransId="{6E24A424-BF8C-4A07-A018-BB868F7B40CF}" sibTransId="{7222F2B1-D3A5-4159-905B-209BE9DEB4DA}"/>
    <dgm:cxn modelId="{CD3C4F2A-C138-4D90-9B57-F083C5BBFC4F}" srcId="{4B2CA1CA-41DA-44D4-8336-3935C639644A}" destId="{38233E0D-4DBE-4FBE-8348-B0E026C07FE0}" srcOrd="2" destOrd="0" parTransId="{702322EC-DDD0-4A5C-A5EA-70A2F5610493}" sibTransId="{96E4BD09-8C52-45C0-8B4B-0F837209CC72}"/>
    <dgm:cxn modelId="{6ABC012C-87B5-42B6-8BAB-56D57A7DCA5B}" srcId="{4B2CA1CA-41DA-44D4-8336-3935C639644A}" destId="{2E81D02F-B8E1-41D9-A84C-F4D387EE70C6}" srcOrd="1" destOrd="0" parTransId="{99596F44-27B6-4D78-8C47-7407324D79C4}" sibTransId="{92AA331F-738A-4599-A87B-72C9BA481B5C}"/>
    <dgm:cxn modelId="{3B682237-6D24-44EC-BF22-B33B24BAE261}" type="presOf" srcId="{2E81D02F-B8E1-41D9-A84C-F4D387EE70C6}" destId="{77E05CC6-81F5-4C73-827D-2E9B265FE916}" srcOrd="0" destOrd="0" presId="urn:microsoft.com/office/officeart/2008/layout/LinedList"/>
    <dgm:cxn modelId="{1C579137-B467-4887-9282-2119F3AA6ED6}" type="presOf" srcId="{651E7B46-8D62-4A53-BB27-F5BF8D1B1F17}" destId="{E9A96532-72DC-4F5A-8803-EE2EF34882D1}" srcOrd="0" destOrd="0" presId="urn:microsoft.com/office/officeart/2008/layout/LinedList"/>
    <dgm:cxn modelId="{9F216B66-6F68-4338-B9B1-4FBAA4AABDD7}" srcId="{4B2CA1CA-41DA-44D4-8336-3935C639644A}" destId="{3A92E586-95F7-48CB-8EC7-ED7297504552}" srcOrd="3" destOrd="0" parTransId="{CB53D532-C240-453D-9F1A-C1BF8D8BE71B}" sibTransId="{CDCCEB23-7BC8-4D57-B024-86CFDA880405}"/>
    <dgm:cxn modelId="{2DA4BD6B-ACF2-4598-91DF-C9B27F13659A}" srcId="{4B2CA1CA-41DA-44D4-8336-3935C639644A}" destId="{3AAC6C12-3CEE-4421-8316-3B7FBB1CDACE}" srcOrd="4" destOrd="0" parTransId="{73DFF5C6-7D3B-493A-BCFA-C72528D2425B}" sibTransId="{6595CF17-0B92-4F37-852B-9E00E78A67D0}"/>
    <dgm:cxn modelId="{FFEF8F6C-3CAE-4F88-BE61-DCB63F319432}" srcId="{4B2CA1CA-41DA-44D4-8336-3935C639644A}" destId="{58D07EBC-7B4C-4B3F-B5F0-E0A58581F4BF}" srcOrd="10" destOrd="0" parTransId="{698729F9-2623-48C5-B438-E51A51E13C06}" sibTransId="{D910FA01-7965-4BD4-B791-77E9AAEF8782}"/>
    <dgm:cxn modelId="{C137724D-8519-434E-AD22-23ECFA542C88}" type="presOf" srcId="{4B2CA1CA-41DA-44D4-8336-3935C639644A}" destId="{44B9B46B-6104-46B1-846F-F9D5249B3BCE}" srcOrd="0" destOrd="0" presId="urn:microsoft.com/office/officeart/2008/layout/LinedList"/>
    <dgm:cxn modelId="{6075996E-A28B-43D1-83B5-B65728BCD5CC}" srcId="{4B2CA1CA-41DA-44D4-8336-3935C639644A}" destId="{4EA13BF7-498E-4A56-9717-EB32876769FA}" srcOrd="7" destOrd="0" parTransId="{FB9B70AA-B2CD-4B6D-AA19-87DED0A44159}" sibTransId="{1E3C14EC-3D1A-4117-BE4B-5EADD813AB47}"/>
    <dgm:cxn modelId="{66D79659-3062-47BD-9209-64D58E074030}" type="presOf" srcId="{4EA13BF7-498E-4A56-9717-EB32876769FA}" destId="{54FE10F7-0C27-48B9-A53C-68193E12F1E7}" srcOrd="0" destOrd="0" presId="urn:microsoft.com/office/officeart/2008/layout/LinedList"/>
    <dgm:cxn modelId="{AACA087F-336E-4096-AFA9-AD0902393E94}" type="presOf" srcId="{58D07EBC-7B4C-4B3F-B5F0-E0A58581F4BF}" destId="{759636B1-860C-4229-B8B6-B377EF04BCC7}" srcOrd="0" destOrd="0" presId="urn:microsoft.com/office/officeart/2008/layout/LinedList"/>
    <dgm:cxn modelId="{D0A62985-D7CB-4FA4-87AD-CA18BAD4EFA1}" type="presOf" srcId="{A7C73C1E-5719-4160-9B88-7760108D1C64}" destId="{F3B0DE32-58DC-4204-BB0B-A326E1F26E7D}" srcOrd="0" destOrd="0" presId="urn:microsoft.com/office/officeart/2008/layout/LinedList"/>
    <dgm:cxn modelId="{092FA685-67C3-41EE-B7F2-C8118FE2C8FF}" srcId="{4B2CA1CA-41DA-44D4-8336-3935C639644A}" destId="{A7C73C1E-5719-4160-9B88-7760108D1C64}" srcOrd="6" destOrd="0" parTransId="{BD4512DA-83C0-43BC-954E-318C6FB8E7EF}" sibTransId="{ECC24365-1BF6-48D3-ABC3-AAF18DCC2CE9}"/>
    <dgm:cxn modelId="{46E20EA4-5679-4D05-A82F-160B65354DD2}" type="presOf" srcId="{3AAC6C12-3CEE-4421-8316-3B7FBB1CDACE}" destId="{89DE4E4E-E7AE-4F20-952E-0F0B7501B6C2}" srcOrd="0" destOrd="0" presId="urn:microsoft.com/office/officeart/2008/layout/LinedList"/>
    <dgm:cxn modelId="{27620EAE-7D35-4C38-A4A2-FBB165238958}" type="presOf" srcId="{29EE6270-D049-4C7E-AF51-D42AC2F4B0F6}" destId="{0CD38C00-69F5-4094-8B5E-D80F2E1D612C}" srcOrd="0" destOrd="0" presId="urn:microsoft.com/office/officeart/2008/layout/LinedList"/>
    <dgm:cxn modelId="{E5C07DC0-07AA-46A0-BD32-AB8DBB4F04C3}" type="presOf" srcId="{38233E0D-4DBE-4FBE-8348-B0E026C07FE0}" destId="{62317D3F-C1D6-4AC8-AB02-55773C0205F6}" srcOrd="0" destOrd="0" presId="urn:microsoft.com/office/officeart/2008/layout/LinedList"/>
    <dgm:cxn modelId="{91275ED7-0F50-41C2-AF8E-69EDDD1A01F5}" srcId="{4B2CA1CA-41DA-44D4-8336-3935C639644A}" destId="{29EE6270-D049-4C7E-AF51-D42AC2F4B0F6}" srcOrd="9" destOrd="0" parTransId="{B8F06690-37A0-4ACE-BD52-F28D68146C1D}" sibTransId="{7BBA6799-0F41-410F-8545-7BF344329145}"/>
    <dgm:cxn modelId="{ED0EE9DD-E54E-4494-9703-7D2768D0C533}" type="presOf" srcId="{EE29401A-4729-408B-8923-15A2F5B480E8}" destId="{EB5AD80D-A426-4AC9-B4AB-F313A6F93FD3}" srcOrd="0" destOrd="0" presId="urn:microsoft.com/office/officeart/2008/layout/LinedList"/>
    <dgm:cxn modelId="{E5C5C4E7-C24A-4412-BC09-F09C51E2FA92}" type="presOf" srcId="{B3F09359-0414-436F-B635-2A28A216271B}" destId="{5FE61828-5284-4D5B-AF06-11BCC24C409F}" srcOrd="0" destOrd="0" presId="urn:microsoft.com/office/officeart/2008/layout/LinedList"/>
    <dgm:cxn modelId="{45F508EF-D785-48E9-9EAB-41385A775A5C}" srcId="{4B2CA1CA-41DA-44D4-8336-3935C639644A}" destId="{EE29401A-4729-408B-8923-15A2F5B480E8}" srcOrd="5" destOrd="0" parTransId="{97227B44-B6CB-44EB-BA54-A26F14DCAC29}" sibTransId="{2B73C5D7-A3D2-4546-AD54-EA234F1489A4}"/>
    <dgm:cxn modelId="{BB18C225-92DE-49F7-80B9-373B19FAA398}" type="presParOf" srcId="{44B9B46B-6104-46B1-846F-F9D5249B3BCE}" destId="{28060283-26B7-4727-9EAE-BF66DAD60588}" srcOrd="0" destOrd="0" presId="urn:microsoft.com/office/officeart/2008/layout/LinedList"/>
    <dgm:cxn modelId="{3921D59C-AA28-443D-A165-51052F5614E8}" type="presParOf" srcId="{44B9B46B-6104-46B1-846F-F9D5249B3BCE}" destId="{F766B4DB-AB7C-4782-AB35-426F79DB2166}" srcOrd="1" destOrd="0" presId="urn:microsoft.com/office/officeart/2008/layout/LinedList"/>
    <dgm:cxn modelId="{93C4B064-BCCE-4EAE-AC7F-720F718B8A2D}" type="presParOf" srcId="{F766B4DB-AB7C-4782-AB35-426F79DB2166}" destId="{5FE61828-5284-4D5B-AF06-11BCC24C409F}" srcOrd="0" destOrd="0" presId="urn:microsoft.com/office/officeart/2008/layout/LinedList"/>
    <dgm:cxn modelId="{E6EADC78-08F7-456D-90BB-5529A2F76998}" type="presParOf" srcId="{F766B4DB-AB7C-4782-AB35-426F79DB2166}" destId="{ED58A99F-6D49-433C-816A-549AA8883F18}" srcOrd="1" destOrd="0" presId="urn:microsoft.com/office/officeart/2008/layout/LinedList"/>
    <dgm:cxn modelId="{840C6C5B-706D-42A9-A7CF-39E3F881D979}" type="presParOf" srcId="{44B9B46B-6104-46B1-846F-F9D5249B3BCE}" destId="{C395B3E2-160A-46DF-AAEA-98F79F27A94D}" srcOrd="2" destOrd="0" presId="urn:microsoft.com/office/officeart/2008/layout/LinedList"/>
    <dgm:cxn modelId="{0800B597-38E4-4D57-BCE4-67C9E255F9C8}" type="presParOf" srcId="{44B9B46B-6104-46B1-846F-F9D5249B3BCE}" destId="{6666E9EF-D989-469B-B9EA-F59BFD3284DD}" srcOrd="3" destOrd="0" presId="urn:microsoft.com/office/officeart/2008/layout/LinedList"/>
    <dgm:cxn modelId="{06F56446-CEA7-4937-89E5-ABCDCE621515}" type="presParOf" srcId="{6666E9EF-D989-469B-B9EA-F59BFD3284DD}" destId="{77E05CC6-81F5-4C73-827D-2E9B265FE916}" srcOrd="0" destOrd="0" presId="urn:microsoft.com/office/officeart/2008/layout/LinedList"/>
    <dgm:cxn modelId="{35B14467-74A4-4D08-A320-0BE18361C12D}" type="presParOf" srcId="{6666E9EF-D989-469B-B9EA-F59BFD3284DD}" destId="{7DDB8626-21F0-4A48-B039-DAF4995546B6}" srcOrd="1" destOrd="0" presId="urn:microsoft.com/office/officeart/2008/layout/LinedList"/>
    <dgm:cxn modelId="{C4CAE704-54E9-495A-9E84-82436D457FD7}" type="presParOf" srcId="{44B9B46B-6104-46B1-846F-F9D5249B3BCE}" destId="{326503BF-6C6E-485A-BD4C-0CF7C741D102}" srcOrd="4" destOrd="0" presId="urn:microsoft.com/office/officeart/2008/layout/LinedList"/>
    <dgm:cxn modelId="{2C301486-9425-43EA-B4F5-6601EED0C3AF}" type="presParOf" srcId="{44B9B46B-6104-46B1-846F-F9D5249B3BCE}" destId="{026DFBB6-1BF3-4450-92E1-902E446F1A2D}" srcOrd="5" destOrd="0" presId="urn:microsoft.com/office/officeart/2008/layout/LinedList"/>
    <dgm:cxn modelId="{0776EF9E-8063-4328-AE40-682FDB7844AA}" type="presParOf" srcId="{026DFBB6-1BF3-4450-92E1-902E446F1A2D}" destId="{62317D3F-C1D6-4AC8-AB02-55773C0205F6}" srcOrd="0" destOrd="0" presId="urn:microsoft.com/office/officeart/2008/layout/LinedList"/>
    <dgm:cxn modelId="{20BDA317-4069-4495-934E-8DB8395D7D03}" type="presParOf" srcId="{026DFBB6-1BF3-4450-92E1-902E446F1A2D}" destId="{90E90146-C400-4612-92CC-167E6D701A47}" srcOrd="1" destOrd="0" presId="urn:microsoft.com/office/officeart/2008/layout/LinedList"/>
    <dgm:cxn modelId="{B77928AE-B437-458B-8D52-8EC06129F03E}" type="presParOf" srcId="{44B9B46B-6104-46B1-846F-F9D5249B3BCE}" destId="{2B1A6A44-26EB-4633-AFD9-5C4B34D5D523}" srcOrd="6" destOrd="0" presId="urn:microsoft.com/office/officeart/2008/layout/LinedList"/>
    <dgm:cxn modelId="{607CF0E6-293D-478F-8811-873BF180B6D3}" type="presParOf" srcId="{44B9B46B-6104-46B1-846F-F9D5249B3BCE}" destId="{37BFA55A-D57C-4903-BBBC-E9B045E620E8}" srcOrd="7" destOrd="0" presId="urn:microsoft.com/office/officeart/2008/layout/LinedList"/>
    <dgm:cxn modelId="{E4087925-9F8F-47A6-8924-36AABB7B5E39}" type="presParOf" srcId="{37BFA55A-D57C-4903-BBBC-E9B045E620E8}" destId="{5D17C8A5-FF08-42B3-9ED6-5431BB51E899}" srcOrd="0" destOrd="0" presId="urn:microsoft.com/office/officeart/2008/layout/LinedList"/>
    <dgm:cxn modelId="{82236F80-D4C3-4C3A-B655-78D718578B38}" type="presParOf" srcId="{37BFA55A-D57C-4903-BBBC-E9B045E620E8}" destId="{3B2286C3-CD81-42F9-BAEF-44E8DC2B583C}" srcOrd="1" destOrd="0" presId="urn:microsoft.com/office/officeart/2008/layout/LinedList"/>
    <dgm:cxn modelId="{DC4D83B8-503C-48D3-ABB7-A7CF2BD0881E}" type="presParOf" srcId="{44B9B46B-6104-46B1-846F-F9D5249B3BCE}" destId="{67819832-487C-4BDE-93BD-AA29101E2A4B}" srcOrd="8" destOrd="0" presId="urn:microsoft.com/office/officeart/2008/layout/LinedList"/>
    <dgm:cxn modelId="{13F4B010-B2A0-45CF-BA8B-57831E2E1F14}" type="presParOf" srcId="{44B9B46B-6104-46B1-846F-F9D5249B3BCE}" destId="{A1AFA9AA-15F9-4D58-9504-413059E1953F}" srcOrd="9" destOrd="0" presId="urn:microsoft.com/office/officeart/2008/layout/LinedList"/>
    <dgm:cxn modelId="{64A2D4B1-D3D7-4949-8E47-AE606A0F2D50}" type="presParOf" srcId="{A1AFA9AA-15F9-4D58-9504-413059E1953F}" destId="{89DE4E4E-E7AE-4F20-952E-0F0B7501B6C2}" srcOrd="0" destOrd="0" presId="urn:microsoft.com/office/officeart/2008/layout/LinedList"/>
    <dgm:cxn modelId="{A393023A-1011-4734-BA24-9789A5B1FAD7}" type="presParOf" srcId="{A1AFA9AA-15F9-4D58-9504-413059E1953F}" destId="{42422D67-FE98-4269-ABBC-42C71BE6FE5A}" srcOrd="1" destOrd="0" presId="urn:microsoft.com/office/officeart/2008/layout/LinedList"/>
    <dgm:cxn modelId="{F1AA43F3-1D46-4944-8A42-BA27A5C244E8}" type="presParOf" srcId="{44B9B46B-6104-46B1-846F-F9D5249B3BCE}" destId="{50AE3641-55DB-49C6-AF54-D5657DC39938}" srcOrd="10" destOrd="0" presId="urn:microsoft.com/office/officeart/2008/layout/LinedList"/>
    <dgm:cxn modelId="{AB73C38E-2D87-4A70-8544-64381296FFCD}" type="presParOf" srcId="{44B9B46B-6104-46B1-846F-F9D5249B3BCE}" destId="{13A07F99-8F04-402D-88A4-D7918D15ED04}" srcOrd="11" destOrd="0" presId="urn:microsoft.com/office/officeart/2008/layout/LinedList"/>
    <dgm:cxn modelId="{5887F04E-28FA-4FAA-87E8-634403A29302}" type="presParOf" srcId="{13A07F99-8F04-402D-88A4-D7918D15ED04}" destId="{EB5AD80D-A426-4AC9-B4AB-F313A6F93FD3}" srcOrd="0" destOrd="0" presId="urn:microsoft.com/office/officeart/2008/layout/LinedList"/>
    <dgm:cxn modelId="{89061D6B-AFC5-4933-8074-137C2C0731B8}" type="presParOf" srcId="{13A07F99-8F04-402D-88A4-D7918D15ED04}" destId="{CC50344F-B71F-404C-B8E8-435CA0EB4F07}" srcOrd="1" destOrd="0" presId="urn:microsoft.com/office/officeart/2008/layout/LinedList"/>
    <dgm:cxn modelId="{C241F1AB-1197-4C78-827E-97E31C069CB7}" type="presParOf" srcId="{44B9B46B-6104-46B1-846F-F9D5249B3BCE}" destId="{D7DC599C-9B9B-4B36-9DA7-24AA8C0D5252}" srcOrd="12" destOrd="0" presId="urn:microsoft.com/office/officeart/2008/layout/LinedList"/>
    <dgm:cxn modelId="{F0E78865-4E79-48BC-8122-2C6A3653B5B1}" type="presParOf" srcId="{44B9B46B-6104-46B1-846F-F9D5249B3BCE}" destId="{961AD94D-3108-4D74-8BF1-22C0CCDD449C}" srcOrd="13" destOrd="0" presId="urn:microsoft.com/office/officeart/2008/layout/LinedList"/>
    <dgm:cxn modelId="{C1BD7221-461A-4099-BE39-1D3FA0C6C197}" type="presParOf" srcId="{961AD94D-3108-4D74-8BF1-22C0CCDD449C}" destId="{F3B0DE32-58DC-4204-BB0B-A326E1F26E7D}" srcOrd="0" destOrd="0" presId="urn:microsoft.com/office/officeart/2008/layout/LinedList"/>
    <dgm:cxn modelId="{CE46C4E9-B88E-4E6A-B679-F11ADBD78C8B}" type="presParOf" srcId="{961AD94D-3108-4D74-8BF1-22C0CCDD449C}" destId="{C9232049-6924-4D2F-9F58-F1DBD02D581B}" srcOrd="1" destOrd="0" presId="urn:microsoft.com/office/officeart/2008/layout/LinedList"/>
    <dgm:cxn modelId="{8F204258-91B0-43A5-AEC0-D5F13504AFEC}" type="presParOf" srcId="{44B9B46B-6104-46B1-846F-F9D5249B3BCE}" destId="{BD168F63-BD9C-4937-BB81-9C0E59334450}" srcOrd="14" destOrd="0" presId="urn:microsoft.com/office/officeart/2008/layout/LinedList"/>
    <dgm:cxn modelId="{7E2F612B-C846-415F-A264-B463F5D5E43D}" type="presParOf" srcId="{44B9B46B-6104-46B1-846F-F9D5249B3BCE}" destId="{6DAE77B8-AAFD-4368-96E7-BE7B0959C220}" srcOrd="15" destOrd="0" presId="urn:microsoft.com/office/officeart/2008/layout/LinedList"/>
    <dgm:cxn modelId="{9340C453-3AB1-40CC-AB9A-57DC8B632442}" type="presParOf" srcId="{6DAE77B8-AAFD-4368-96E7-BE7B0959C220}" destId="{54FE10F7-0C27-48B9-A53C-68193E12F1E7}" srcOrd="0" destOrd="0" presId="urn:microsoft.com/office/officeart/2008/layout/LinedList"/>
    <dgm:cxn modelId="{FD2C9856-1ADB-46AA-98C1-AF90B5754A72}" type="presParOf" srcId="{6DAE77B8-AAFD-4368-96E7-BE7B0959C220}" destId="{B1D98927-B425-432C-80D0-BF82A6CC56B1}" srcOrd="1" destOrd="0" presId="urn:microsoft.com/office/officeart/2008/layout/LinedList"/>
    <dgm:cxn modelId="{ADC6B82B-B847-48D1-A1EC-103B592B6D75}" type="presParOf" srcId="{44B9B46B-6104-46B1-846F-F9D5249B3BCE}" destId="{41E377BC-7BDC-4309-A0B7-6C71BBBB38A0}" srcOrd="16" destOrd="0" presId="urn:microsoft.com/office/officeart/2008/layout/LinedList"/>
    <dgm:cxn modelId="{88112BD8-D5CA-4B5E-8575-2841A87EA197}" type="presParOf" srcId="{44B9B46B-6104-46B1-846F-F9D5249B3BCE}" destId="{2C49A706-FABD-43BD-A63E-54E559081570}" srcOrd="17" destOrd="0" presId="urn:microsoft.com/office/officeart/2008/layout/LinedList"/>
    <dgm:cxn modelId="{0F19517E-2768-4A72-833F-E3F1D6A3C083}" type="presParOf" srcId="{2C49A706-FABD-43BD-A63E-54E559081570}" destId="{E9A96532-72DC-4F5A-8803-EE2EF34882D1}" srcOrd="0" destOrd="0" presId="urn:microsoft.com/office/officeart/2008/layout/LinedList"/>
    <dgm:cxn modelId="{BBCA9C63-5A68-4C03-AF7D-158670CA6E9B}" type="presParOf" srcId="{2C49A706-FABD-43BD-A63E-54E559081570}" destId="{C5DE5B8B-92A1-4D63-86B4-E3F3FE6B87A4}" srcOrd="1" destOrd="0" presId="urn:microsoft.com/office/officeart/2008/layout/LinedList"/>
    <dgm:cxn modelId="{A8800B66-7ABD-4592-B828-AD1144AF0F0F}" type="presParOf" srcId="{44B9B46B-6104-46B1-846F-F9D5249B3BCE}" destId="{3D164C99-FC5E-4237-8C97-5D2AA0FA5A1F}" srcOrd="18" destOrd="0" presId="urn:microsoft.com/office/officeart/2008/layout/LinedList"/>
    <dgm:cxn modelId="{438C3B1D-3AF8-4906-9EFF-9E7CB53AD32C}" type="presParOf" srcId="{44B9B46B-6104-46B1-846F-F9D5249B3BCE}" destId="{44FE7A77-57AE-4526-9012-3B9F93772F71}" srcOrd="19" destOrd="0" presId="urn:microsoft.com/office/officeart/2008/layout/LinedList"/>
    <dgm:cxn modelId="{28A8357D-2DAB-401A-8D11-A9BB302498F1}" type="presParOf" srcId="{44FE7A77-57AE-4526-9012-3B9F93772F71}" destId="{0CD38C00-69F5-4094-8B5E-D80F2E1D612C}" srcOrd="0" destOrd="0" presId="urn:microsoft.com/office/officeart/2008/layout/LinedList"/>
    <dgm:cxn modelId="{97DE1B7E-8C1A-4C07-B165-45FE16FDA8C0}" type="presParOf" srcId="{44FE7A77-57AE-4526-9012-3B9F93772F71}" destId="{8326058C-D803-4FC6-AAD1-ACFA1FA1C6F1}" srcOrd="1" destOrd="0" presId="urn:microsoft.com/office/officeart/2008/layout/LinedList"/>
    <dgm:cxn modelId="{B75EF6CF-6741-41B9-B409-EC3BD78A9EDC}" type="presParOf" srcId="{44B9B46B-6104-46B1-846F-F9D5249B3BCE}" destId="{C54030A4-2F56-4735-A472-D1AE11D51A3C}" srcOrd="20" destOrd="0" presId="urn:microsoft.com/office/officeart/2008/layout/LinedList"/>
    <dgm:cxn modelId="{CB89E0E8-208C-45E4-A729-EF0371295ABB}" type="presParOf" srcId="{44B9B46B-6104-46B1-846F-F9D5249B3BCE}" destId="{86E68985-72D1-4479-A066-E6149F157955}" srcOrd="21" destOrd="0" presId="urn:microsoft.com/office/officeart/2008/layout/LinedList"/>
    <dgm:cxn modelId="{547F325A-66EF-497B-BBE9-44D22512EB0F}" type="presParOf" srcId="{86E68985-72D1-4479-A066-E6149F157955}" destId="{759636B1-860C-4229-B8B6-B377EF04BCC7}" srcOrd="0" destOrd="0" presId="urn:microsoft.com/office/officeart/2008/layout/LinedList"/>
    <dgm:cxn modelId="{2DD6BC11-4E5D-48A1-A158-87A4A957E98B}" type="presParOf" srcId="{86E68985-72D1-4479-A066-E6149F157955}" destId="{DB3DBBE3-0AF2-4C19-902E-45D01B5CB443}"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6.xml><?xml version="1.0" encoding="utf-8"?>
<dgm:dataModel xmlns:dgm="http://schemas.openxmlformats.org/drawingml/2006/diagram" xmlns:a="http://schemas.openxmlformats.org/drawingml/2006/main">
  <dgm:ptLst>
    <dgm:pt modelId="{B2165109-5558-426E-A0AB-0099D3949ED3}"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0DF2DEA4-18F1-415C-B70F-BCB1AF80F24A}">
      <dgm:prSet phldrT="[Text]" custT="1"/>
      <dgm:spPr/>
      <dgm:t>
        <a:bodyPr/>
        <a:lstStyle/>
        <a:p>
          <a:r>
            <a:rPr lang="en-US" sz="3200"/>
            <a:t>Business Objective</a:t>
          </a:r>
          <a:endParaRPr lang="en-US" sz="3200" dirty="0"/>
        </a:p>
      </dgm:t>
    </dgm:pt>
    <dgm:pt modelId="{A3C15D7B-484D-4F7D-8B96-A7E17546093B}" type="parTrans" cxnId="{6A0F3084-960F-4161-B89B-6F72198D8516}">
      <dgm:prSet/>
      <dgm:spPr/>
      <dgm:t>
        <a:bodyPr/>
        <a:lstStyle/>
        <a:p>
          <a:endParaRPr lang="en-US"/>
        </a:p>
      </dgm:t>
    </dgm:pt>
    <dgm:pt modelId="{177158D7-EC9B-442D-AF2E-F6286E44C512}" type="sibTrans" cxnId="{6A0F3084-960F-4161-B89B-6F72198D8516}">
      <dgm:prSet/>
      <dgm:spPr/>
      <dgm:t>
        <a:bodyPr/>
        <a:lstStyle/>
        <a:p>
          <a:endParaRPr lang="en-US"/>
        </a:p>
      </dgm:t>
    </dgm:pt>
    <dgm:pt modelId="{20C08022-3184-455A-83BA-7B1CBC2330B8}">
      <dgm:prSet phldrT="[Text]" custT="1"/>
      <dgm:spPr>
        <a:ln>
          <a:solidFill>
            <a:schemeClr val="tx1"/>
          </a:solidFill>
        </a:ln>
      </dgm:spPr>
      <dgm:t>
        <a:bodyPr/>
        <a:lstStyle/>
        <a:p>
          <a:r>
            <a:rPr lang="en-US" sz="2400" dirty="0"/>
            <a:t>The business objective here is to aggregate each market's sourcing data into a Global Sourcing Perspective</a:t>
          </a:r>
          <a:r>
            <a:rPr lang="en-US" sz="2300" dirty="0"/>
            <a:t>.​</a:t>
          </a:r>
        </a:p>
      </dgm:t>
    </dgm:pt>
    <dgm:pt modelId="{A6FACABC-9BD0-4F62-B373-768A6984D961}" type="parTrans" cxnId="{296A0DD0-48BF-481A-A689-551360757BBE}">
      <dgm:prSet/>
      <dgm:spPr/>
      <dgm:t>
        <a:bodyPr/>
        <a:lstStyle/>
        <a:p>
          <a:endParaRPr lang="en-US"/>
        </a:p>
      </dgm:t>
    </dgm:pt>
    <dgm:pt modelId="{4F226D7B-69F2-4E50-B0E3-CDFD14E46294}" type="sibTrans" cxnId="{296A0DD0-48BF-481A-A689-551360757BBE}">
      <dgm:prSet/>
      <dgm:spPr/>
      <dgm:t>
        <a:bodyPr/>
        <a:lstStyle/>
        <a:p>
          <a:endParaRPr lang="en-US"/>
        </a:p>
      </dgm:t>
    </dgm:pt>
    <dgm:pt modelId="{2C5C7F3E-C447-4645-A146-8CAEF03A6140}">
      <dgm:prSet phldrT="[Text]" custT="1"/>
      <dgm:spPr/>
      <dgm:t>
        <a:bodyPr/>
        <a:lstStyle/>
        <a:p>
          <a:r>
            <a:rPr lang="en-US" sz="3200"/>
            <a:t>Data Science Objective</a:t>
          </a:r>
          <a:endParaRPr lang="en-US" sz="3200" dirty="0"/>
        </a:p>
      </dgm:t>
    </dgm:pt>
    <dgm:pt modelId="{DF1DEF73-D2CB-4E22-BB7D-1E7EE6772580}" type="parTrans" cxnId="{EB5EB21E-6868-4FDC-9C45-211D56E6F7E3}">
      <dgm:prSet/>
      <dgm:spPr/>
      <dgm:t>
        <a:bodyPr/>
        <a:lstStyle/>
        <a:p>
          <a:endParaRPr lang="en-US"/>
        </a:p>
      </dgm:t>
    </dgm:pt>
    <dgm:pt modelId="{DA6FF2D2-B606-482B-BA7C-C2F9BE3AE6AE}" type="sibTrans" cxnId="{EB5EB21E-6868-4FDC-9C45-211D56E6F7E3}">
      <dgm:prSet/>
      <dgm:spPr/>
      <dgm:t>
        <a:bodyPr/>
        <a:lstStyle/>
        <a:p>
          <a:endParaRPr lang="en-US"/>
        </a:p>
      </dgm:t>
    </dgm:pt>
    <dgm:pt modelId="{48AE6331-7CB5-47AA-9055-336484F8F8F3}">
      <dgm:prSet phldrT="[Text]" custT="1"/>
      <dgm:spPr>
        <a:ln>
          <a:solidFill>
            <a:schemeClr val="tx1"/>
          </a:solidFill>
        </a:ln>
      </dgm:spPr>
      <dgm:t>
        <a:bodyPr/>
        <a:lstStyle/>
        <a:p>
          <a:r>
            <a:rPr lang="en-US" sz="2400" dirty="0"/>
            <a:t>The main objective of this project is to identify the Category/ Subcategory for a given item based on the set of item attributes for the particular item.​</a:t>
          </a:r>
        </a:p>
      </dgm:t>
    </dgm:pt>
    <dgm:pt modelId="{626423A4-BE19-4007-8F47-512645E62714}" type="parTrans" cxnId="{7063DDE7-77D7-4445-894F-9CD466FEB5AD}">
      <dgm:prSet/>
      <dgm:spPr/>
      <dgm:t>
        <a:bodyPr/>
        <a:lstStyle/>
        <a:p>
          <a:endParaRPr lang="en-US"/>
        </a:p>
      </dgm:t>
    </dgm:pt>
    <dgm:pt modelId="{C8A66222-EA3F-4E9F-9821-7AE69A77D3DE}" type="sibTrans" cxnId="{7063DDE7-77D7-4445-894F-9CD466FEB5AD}">
      <dgm:prSet/>
      <dgm:spPr/>
      <dgm:t>
        <a:bodyPr/>
        <a:lstStyle/>
        <a:p>
          <a:endParaRPr lang="en-US"/>
        </a:p>
      </dgm:t>
    </dgm:pt>
    <dgm:pt modelId="{EC9EB69E-904C-44EB-8C83-7D8A3958131F}">
      <dgm:prSet phldrT="[Text]" custT="1"/>
      <dgm:spPr>
        <a:ln>
          <a:solidFill>
            <a:schemeClr val="tx1"/>
          </a:solidFill>
        </a:ln>
      </dgm:spPr>
      <dgm:t>
        <a:bodyPr/>
        <a:lstStyle/>
        <a:p>
          <a:r>
            <a:rPr lang="en-US" sz="2000" b="0" i="0" dirty="0"/>
            <a:t>Walmart is a global company and have millions of items across the markets.​</a:t>
          </a:r>
          <a:endParaRPr lang="en-US" sz="2000" i="0" dirty="0"/>
        </a:p>
      </dgm:t>
    </dgm:pt>
    <dgm:pt modelId="{E4A6EF2C-F512-45BF-BD17-0C8E764C7190}" type="parTrans" cxnId="{9118A358-1790-41D9-B102-84C91470534D}">
      <dgm:prSet/>
      <dgm:spPr/>
      <dgm:t>
        <a:bodyPr/>
        <a:lstStyle/>
        <a:p>
          <a:endParaRPr lang="en-US"/>
        </a:p>
      </dgm:t>
    </dgm:pt>
    <dgm:pt modelId="{8DC930FB-2E18-491A-9E40-0B490FFDDC78}" type="sibTrans" cxnId="{9118A358-1790-41D9-B102-84C91470534D}">
      <dgm:prSet/>
      <dgm:spPr/>
      <dgm:t>
        <a:bodyPr/>
        <a:lstStyle/>
        <a:p>
          <a:endParaRPr lang="en-US"/>
        </a:p>
      </dgm:t>
    </dgm:pt>
    <dgm:pt modelId="{14A706C4-BC19-4A87-B12C-1E0325959C5C}">
      <dgm:prSet custT="1"/>
      <dgm:spPr>
        <a:ln>
          <a:solidFill>
            <a:schemeClr val="tx1"/>
          </a:solidFill>
        </a:ln>
      </dgm:spPr>
      <dgm:t>
        <a:bodyPr/>
        <a:lstStyle/>
        <a:p>
          <a:r>
            <a:rPr lang="en-US" sz="2000" b="0" i="0" dirty="0"/>
            <a:t>Within each market have its own item hierarchy.​</a:t>
          </a:r>
        </a:p>
      </dgm:t>
    </dgm:pt>
    <dgm:pt modelId="{151A41EE-2659-4D83-B4D5-4BE8448F157C}" type="parTrans" cxnId="{999844AB-353F-498F-8859-CE205DCFB7E1}">
      <dgm:prSet/>
      <dgm:spPr/>
      <dgm:t>
        <a:bodyPr/>
        <a:lstStyle/>
        <a:p>
          <a:endParaRPr lang="en-US"/>
        </a:p>
      </dgm:t>
    </dgm:pt>
    <dgm:pt modelId="{27192B07-C282-4630-AC70-DA276F30D8D4}" type="sibTrans" cxnId="{999844AB-353F-498F-8859-CE205DCFB7E1}">
      <dgm:prSet/>
      <dgm:spPr/>
      <dgm:t>
        <a:bodyPr/>
        <a:lstStyle/>
        <a:p>
          <a:endParaRPr lang="en-US"/>
        </a:p>
      </dgm:t>
    </dgm:pt>
    <dgm:pt modelId="{939F55E2-31D8-48E1-87DA-2FD30D0D5A14}">
      <dgm:prSet custT="1"/>
      <dgm:spPr>
        <a:ln>
          <a:solidFill>
            <a:schemeClr val="tx1"/>
          </a:solidFill>
        </a:ln>
      </dgm:spPr>
      <dgm:t>
        <a:bodyPr/>
        <a:lstStyle/>
        <a:p>
          <a:r>
            <a:rPr lang="en-US" sz="2000" b="0" i="0" dirty="0"/>
            <a:t>For Walmart to operate as a truly International Retailer, there is a need for a homogenous item hierarchy.</a:t>
          </a:r>
        </a:p>
      </dgm:t>
    </dgm:pt>
    <dgm:pt modelId="{9CE20290-37B7-4EA9-A641-46B6A67AA73C}" type="parTrans" cxnId="{0CBA837C-68D6-4114-9FD8-E7F5D3BC2E00}">
      <dgm:prSet/>
      <dgm:spPr/>
      <dgm:t>
        <a:bodyPr/>
        <a:lstStyle/>
        <a:p>
          <a:endParaRPr lang="en-US"/>
        </a:p>
      </dgm:t>
    </dgm:pt>
    <dgm:pt modelId="{7FBD52FA-7D4E-49BA-89A9-1587F1C37FDB}" type="sibTrans" cxnId="{0CBA837C-68D6-4114-9FD8-E7F5D3BC2E00}">
      <dgm:prSet/>
      <dgm:spPr/>
      <dgm:t>
        <a:bodyPr/>
        <a:lstStyle/>
        <a:p>
          <a:endParaRPr lang="en-US"/>
        </a:p>
      </dgm:t>
    </dgm:pt>
    <dgm:pt modelId="{BE7F08F2-6084-4C0C-B3F2-1FAC7755B21A}">
      <dgm:prSet custT="1"/>
      <dgm:spPr>
        <a:ln>
          <a:solidFill>
            <a:schemeClr val="tx1"/>
          </a:solidFill>
        </a:ln>
      </dgm:spPr>
      <dgm:t>
        <a:bodyPr/>
        <a:lstStyle/>
        <a:p>
          <a:r>
            <a:rPr lang="en-US" sz="2000" b="0" i="0" dirty="0"/>
            <a:t>This can help the sourcing partners to understand the economies of scale that have in their global sourcing of products for sale in stores. </a:t>
          </a:r>
          <a:r>
            <a:rPr lang="en-US" sz="2000" b="0" i="1" dirty="0"/>
            <a:t>​</a:t>
          </a:r>
        </a:p>
      </dgm:t>
    </dgm:pt>
    <dgm:pt modelId="{89EF7C87-EFDA-45C3-B46A-14DDAC8EA743}" type="parTrans" cxnId="{700940F5-D8FF-41EB-A04A-E958980793CB}">
      <dgm:prSet/>
      <dgm:spPr/>
      <dgm:t>
        <a:bodyPr/>
        <a:lstStyle/>
        <a:p>
          <a:endParaRPr lang="en-US"/>
        </a:p>
      </dgm:t>
    </dgm:pt>
    <dgm:pt modelId="{B2EE34B5-A979-4B2B-A280-B772A9A992DF}" type="sibTrans" cxnId="{700940F5-D8FF-41EB-A04A-E958980793CB}">
      <dgm:prSet/>
      <dgm:spPr/>
      <dgm:t>
        <a:bodyPr/>
        <a:lstStyle/>
        <a:p>
          <a:endParaRPr lang="en-US"/>
        </a:p>
      </dgm:t>
    </dgm:pt>
    <dgm:pt modelId="{69D9998B-FE72-41B8-BCF6-3D90B1AD4684}" type="pres">
      <dgm:prSet presAssocID="{B2165109-5558-426E-A0AB-0099D3949ED3}" presName="linear" presStyleCnt="0">
        <dgm:presLayoutVars>
          <dgm:animLvl val="lvl"/>
          <dgm:resizeHandles val="exact"/>
        </dgm:presLayoutVars>
      </dgm:prSet>
      <dgm:spPr/>
    </dgm:pt>
    <dgm:pt modelId="{0FEDAC07-2FAE-4B65-B353-61E5DFD4CD39}" type="pres">
      <dgm:prSet presAssocID="{0DF2DEA4-18F1-415C-B70F-BCB1AF80F24A}" presName="parentText" presStyleLbl="node1" presStyleIdx="0" presStyleCnt="2" custScaleY="57713" custLinFactNeighborX="0" custLinFactNeighborY="-2381">
        <dgm:presLayoutVars>
          <dgm:chMax val="0"/>
          <dgm:bulletEnabled val="1"/>
        </dgm:presLayoutVars>
      </dgm:prSet>
      <dgm:spPr/>
    </dgm:pt>
    <dgm:pt modelId="{61418137-0A06-47A1-8C6A-C442089989C7}" type="pres">
      <dgm:prSet presAssocID="{0DF2DEA4-18F1-415C-B70F-BCB1AF80F24A}" presName="childText" presStyleLbl="revTx" presStyleIdx="0" presStyleCnt="2" custLinFactNeighborX="0" custLinFactNeighborY="-4626">
        <dgm:presLayoutVars>
          <dgm:bulletEnabled val="1"/>
        </dgm:presLayoutVars>
      </dgm:prSet>
      <dgm:spPr/>
    </dgm:pt>
    <dgm:pt modelId="{8106DB07-B086-4325-967E-58C7FE75AFEA}" type="pres">
      <dgm:prSet presAssocID="{2C5C7F3E-C447-4645-A146-8CAEF03A6140}" presName="parentText" presStyleLbl="node1" presStyleIdx="1" presStyleCnt="2" custScaleY="52915" custLinFactNeighborX="0" custLinFactNeighborY="-1744">
        <dgm:presLayoutVars>
          <dgm:chMax val="0"/>
          <dgm:bulletEnabled val="1"/>
        </dgm:presLayoutVars>
      </dgm:prSet>
      <dgm:spPr/>
    </dgm:pt>
    <dgm:pt modelId="{2B4B2403-8389-4C23-ABD1-80A3A12FECFC}" type="pres">
      <dgm:prSet presAssocID="{2C5C7F3E-C447-4645-A146-8CAEF03A6140}" presName="childText" presStyleLbl="revTx" presStyleIdx="1" presStyleCnt="2">
        <dgm:presLayoutVars>
          <dgm:bulletEnabled val="1"/>
        </dgm:presLayoutVars>
      </dgm:prSet>
      <dgm:spPr/>
    </dgm:pt>
  </dgm:ptLst>
  <dgm:cxnLst>
    <dgm:cxn modelId="{EB5EB21E-6868-4FDC-9C45-211D56E6F7E3}" srcId="{B2165109-5558-426E-A0AB-0099D3949ED3}" destId="{2C5C7F3E-C447-4645-A146-8CAEF03A6140}" srcOrd="1" destOrd="0" parTransId="{DF1DEF73-D2CB-4E22-BB7D-1E7EE6772580}" sibTransId="{DA6FF2D2-B606-482B-BA7C-C2F9BE3AE6AE}"/>
    <dgm:cxn modelId="{BB664F22-AB36-495F-9379-2BAD9AB2BA2D}" type="presOf" srcId="{939F55E2-31D8-48E1-87DA-2FD30D0D5A14}" destId="{61418137-0A06-47A1-8C6A-C442089989C7}" srcOrd="0" destOrd="3" presId="urn:microsoft.com/office/officeart/2005/8/layout/vList2"/>
    <dgm:cxn modelId="{9118A358-1790-41D9-B102-84C91470534D}" srcId="{20C08022-3184-455A-83BA-7B1CBC2330B8}" destId="{EC9EB69E-904C-44EB-8C83-7D8A3958131F}" srcOrd="0" destOrd="0" parTransId="{E4A6EF2C-F512-45BF-BD17-0C8E764C7190}" sibTransId="{8DC930FB-2E18-491A-9E40-0B490FFDDC78}"/>
    <dgm:cxn modelId="{0CBA837C-68D6-4114-9FD8-E7F5D3BC2E00}" srcId="{20C08022-3184-455A-83BA-7B1CBC2330B8}" destId="{939F55E2-31D8-48E1-87DA-2FD30D0D5A14}" srcOrd="2" destOrd="0" parTransId="{9CE20290-37B7-4EA9-A641-46B6A67AA73C}" sibTransId="{7FBD52FA-7D4E-49BA-89A9-1587F1C37FDB}"/>
    <dgm:cxn modelId="{E0DF7F81-7F45-4337-978D-EEBBC0534487}" type="presOf" srcId="{14A706C4-BC19-4A87-B12C-1E0325959C5C}" destId="{61418137-0A06-47A1-8C6A-C442089989C7}" srcOrd="0" destOrd="2" presId="urn:microsoft.com/office/officeart/2005/8/layout/vList2"/>
    <dgm:cxn modelId="{6A0F3084-960F-4161-B89B-6F72198D8516}" srcId="{B2165109-5558-426E-A0AB-0099D3949ED3}" destId="{0DF2DEA4-18F1-415C-B70F-BCB1AF80F24A}" srcOrd="0" destOrd="0" parTransId="{A3C15D7B-484D-4F7D-8B96-A7E17546093B}" sibTransId="{177158D7-EC9B-442D-AF2E-F6286E44C512}"/>
    <dgm:cxn modelId="{88ED6395-F071-405E-9411-1BA2F34A6BDC}" type="presOf" srcId="{0DF2DEA4-18F1-415C-B70F-BCB1AF80F24A}" destId="{0FEDAC07-2FAE-4B65-B353-61E5DFD4CD39}" srcOrd="0" destOrd="0" presId="urn:microsoft.com/office/officeart/2005/8/layout/vList2"/>
    <dgm:cxn modelId="{7A036695-B476-48E7-BF91-3D4DBAD9D279}" type="presOf" srcId="{B2165109-5558-426E-A0AB-0099D3949ED3}" destId="{69D9998B-FE72-41B8-BCF6-3D90B1AD4684}" srcOrd="0" destOrd="0" presId="urn:microsoft.com/office/officeart/2005/8/layout/vList2"/>
    <dgm:cxn modelId="{4F05969D-DD6D-4AED-8924-9D62AC577A3F}" type="presOf" srcId="{BE7F08F2-6084-4C0C-B3F2-1FAC7755B21A}" destId="{61418137-0A06-47A1-8C6A-C442089989C7}" srcOrd="0" destOrd="4" presId="urn:microsoft.com/office/officeart/2005/8/layout/vList2"/>
    <dgm:cxn modelId="{999844AB-353F-498F-8859-CE205DCFB7E1}" srcId="{20C08022-3184-455A-83BA-7B1CBC2330B8}" destId="{14A706C4-BC19-4A87-B12C-1E0325959C5C}" srcOrd="1" destOrd="0" parTransId="{151A41EE-2659-4D83-B4D5-4BE8448F157C}" sibTransId="{27192B07-C282-4630-AC70-DA276F30D8D4}"/>
    <dgm:cxn modelId="{75B0FFB4-34E4-4E8B-857D-2D5940820480}" type="presOf" srcId="{20C08022-3184-455A-83BA-7B1CBC2330B8}" destId="{61418137-0A06-47A1-8C6A-C442089989C7}" srcOrd="0" destOrd="0" presId="urn:microsoft.com/office/officeart/2005/8/layout/vList2"/>
    <dgm:cxn modelId="{3FE1A0B6-B5E1-4E60-AF56-EFCB978DBD8B}" type="presOf" srcId="{2C5C7F3E-C447-4645-A146-8CAEF03A6140}" destId="{8106DB07-B086-4325-967E-58C7FE75AFEA}" srcOrd="0" destOrd="0" presId="urn:microsoft.com/office/officeart/2005/8/layout/vList2"/>
    <dgm:cxn modelId="{296A0DD0-48BF-481A-A689-551360757BBE}" srcId="{0DF2DEA4-18F1-415C-B70F-BCB1AF80F24A}" destId="{20C08022-3184-455A-83BA-7B1CBC2330B8}" srcOrd="0" destOrd="0" parTransId="{A6FACABC-9BD0-4F62-B373-768A6984D961}" sibTransId="{4F226D7B-69F2-4E50-B0E3-CDFD14E46294}"/>
    <dgm:cxn modelId="{B547C2D3-96E1-45C8-88D7-93334022A61A}" type="presOf" srcId="{48AE6331-7CB5-47AA-9055-336484F8F8F3}" destId="{2B4B2403-8389-4C23-ABD1-80A3A12FECFC}" srcOrd="0" destOrd="0" presId="urn:microsoft.com/office/officeart/2005/8/layout/vList2"/>
    <dgm:cxn modelId="{7063DDE7-77D7-4445-894F-9CD466FEB5AD}" srcId="{2C5C7F3E-C447-4645-A146-8CAEF03A6140}" destId="{48AE6331-7CB5-47AA-9055-336484F8F8F3}" srcOrd="0" destOrd="0" parTransId="{626423A4-BE19-4007-8F47-512645E62714}" sibTransId="{C8A66222-EA3F-4E9F-9821-7AE69A77D3DE}"/>
    <dgm:cxn modelId="{82A050EB-7240-4364-9A5D-9E446A51D3C5}" type="presOf" srcId="{EC9EB69E-904C-44EB-8C83-7D8A3958131F}" destId="{61418137-0A06-47A1-8C6A-C442089989C7}" srcOrd="0" destOrd="1" presId="urn:microsoft.com/office/officeart/2005/8/layout/vList2"/>
    <dgm:cxn modelId="{700940F5-D8FF-41EB-A04A-E958980793CB}" srcId="{20C08022-3184-455A-83BA-7B1CBC2330B8}" destId="{BE7F08F2-6084-4C0C-B3F2-1FAC7755B21A}" srcOrd="3" destOrd="0" parTransId="{89EF7C87-EFDA-45C3-B46A-14DDAC8EA743}" sibTransId="{B2EE34B5-A979-4B2B-A280-B772A9A992DF}"/>
    <dgm:cxn modelId="{7D2BDF6A-E643-4C96-9E99-771E27EF12E1}" type="presParOf" srcId="{69D9998B-FE72-41B8-BCF6-3D90B1AD4684}" destId="{0FEDAC07-2FAE-4B65-B353-61E5DFD4CD39}" srcOrd="0" destOrd="0" presId="urn:microsoft.com/office/officeart/2005/8/layout/vList2"/>
    <dgm:cxn modelId="{2FBF2ABD-49C8-4DAD-9EB2-D343B05BE4F9}" type="presParOf" srcId="{69D9998B-FE72-41B8-BCF6-3D90B1AD4684}" destId="{61418137-0A06-47A1-8C6A-C442089989C7}" srcOrd="1" destOrd="0" presId="urn:microsoft.com/office/officeart/2005/8/layout/vList2"/>
    <dgm:cxn modelId="{77A1AB06-CF87-4292-B7F8-4C694DF7E27A}" type="presParOf" srcId="{69D9998B-FE72-41B8-BCF6-3D90B1AD4684}" destId="{8106DB07-B086-4325-967E-58C7FE75AFEA}" srcOrd="2" destOrd="0" presId="urn:microsoft.com/office/officeart/2005/8/layout/vList2"/>
    <dgm:cxn modelId="{AB4911C1-B61F-4AB2-A8C2-3D344CA722EF}" type="presParOf" srcId="{69D9998B-FE72-41B8-BCF6-3D90B1AD4684}" destId="{2B4B2403-8389-4C23-ABD1-80A3A12FECFC}"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7.xml><?xml version="1.0" encoding="utf-8"?>
<dgm:dataModel xmlns:dgm="http://schemas.openxmlformats.org/drawingml/2006/diagram" xmlns:a="http://schemas.openxmlformats.org/drawingml/2006/main">
  <dgm:ptLst>
    <dgm:pt modelId="{4B60F995-C552-44E9-A5B2-8A5FE59BA0E2}" type="doc">
      <dgm:prSet loTypeId="urn:microsoft.com/office/officeart/2005/8/layout/hierarchy3" loCatId="list" qsTypeId="urn:microsoft.com/office/officeart/2005/8/quickstyle/simple1" qsCatId="simple" csTypeId="urn:microsoft.com/office/officeart/2005/8/colors/accent1_2" csCatId="accent1" phldr="1"/>
      <dgm:spPr/>
      <dgm:t>
        <a:bodyPr/>
        <a:lstStyle/>
        <a:p>
          <a:endParaRPr lang="en-US"/>
        </a:p>
      </dgm:t>
    </dgm:pt>
    <dgm:pt modelId="{F8EB7E83-5018-4876-861E-324A10D71FB2}">
      <dgm:prSet phldrT="[Text]"/>
      <dgm:spPr/>
      <dgm:t>
        <a:bodyPr/>
        <a:lstStyle/>
        <a:p>
          <a:r>
            <a:rPr lang="en-US" dirty="0"/>
            <a:t>Data Acquisition</a:t>
          </a:r>
        </a:p>
      </dgm:t>
    </dgm:pt>
    <dgm:pt modelId="{E1F94DF6-6CE1-4CBD-8797-61F9D91A34DD}" type="parTrans" cxnId="{FDA52CB4-2480-4EA8-96D8-CD2F7622306C}">
      <dgm:prSet/>
      <dgm:spPr/>
      <dgm:t>
        <a:bodyPr/>
        <a:lstStyle/>
        <a:p>
          <a:endParaRPr lang="en-US"/>
        </a:p>
      </dgm:t>
    </dgm:pt>
    <dgm:pt modelId="{32043AF1-5CED-405D-92F4-F36057F97764}" type="sibTrans" cxnId="{FDA52CB4-2480-4EA8-96D8-CD2F7622306C}">
      <dgm:prSet/>
      <dgm:spPr/>
      <dgm:t>
        <a:bodyPr/>
        <a:lstStyle/>
        <a:p>
          <a:endParaRPr lang="en-US"/>
        </a:p>
      </dgm:t>
    </dgm:pt>
    <dgm:pt modelId="{1C602287-F69E-4B49-8FE1-B3C8BEADEF46}">
      <dgm:prSet phldrT="[Text]"/>
      <dgm:spPr/>
      <dgm:t>
        <a:bodyPr/>
        <a:lstStyle/>
        <a:p>
          <a:r>
            <a:rPr lang="en-US" dirty="0"/>
            <a:t>Data pull</a:t>
          </a:r>
        </a:p>
      </dgm:t>
    </dgm:pt>
    <dgm:pt modelId="{554C2F3E-0300-4B2E-9ECE-9991093BF074}" type="parTrans" cxnId="{7F18A171-EBD9-41DE-8B7B-1F74DFD1AA5B}">
      <dgm:prSet/>
      <dgm:spPr/>
      <dgm:t>
        <a:bodyPr/>
        <a:lstStyle/>
        <a:p>
          <a:endParaRPr lang="en-US"/>
        </a:p>
      </dgm:t>
    </dgm:pt>
    <dgm:pt modelId="{0F59507A-7E98-419C-BD95-987C0836AADA}" type="sibTrans" cxnId="{7F18A171-EBD9-41DE-8B7B-1F74DFD1AA5B}">
      <dgm:prSet/>
      <dgm:spPr/>
      <dgm:t>
        <a:bodyPr/>
        <a:lstStyle/>
        <a:p>
          <a:endParaRPr lang="en-US"/>
        </a:p>
      </dgm:t>
    </dgm:pt>
    <dgm:pt modelId="{B6796FF0-B457-4CBE-B111-027D1CFDC36B}">
      <dgm:prSet phldrT="[Text]"/>
      <dgm:spPr/>
      <dgm:t>
        <a:bodyPr/>
        <a:lstStyle/>
        <a:p>
          <a:r>
            <a:rPr lang="en-US" dirty="0"/>
            <a:t>Feature column</a:t>
          </a:r>
        </a:p>
      </dgm:t>
    </dgm:pt>
    <dgm:pt modelId="{F4491459-CF56-4EF9-B1FE-DE265032205E}" type="parTrans" cxnId="{377D11B9-EE12-4D55-9CC9-49032D9A085F}">
      <dgm:prSet/>
      <dgm:spPr/>
      <dgm:t>
        <a:bodyPr/>
        <a:lstStyle/>
        <a:p>
          <a:endParaRPr lang="en-US"/>
        </a:p>
      </dgm:t>
    </dgm:pt>
    <dgm:pt modelId="{E8A6037B-55C0-4469-B46B-DAD37333F9DC}" type="sibTrans" cxnId="{377D11B9-EE12-4D55-9CC9-49032D9A085F}">
      <dgm:prSet/>
      <dgm:spPr/>
      <dgm:t>
        <a:bodyPr/>
        <a:lstStyle/>
        <a:p>
          <a:endParaRPr lang="en-US"/>
        </a:p>
      </dgm:t>
    </dgm:pt>
    <dgm:pt modelId="{E1B2D22D-40B7-4CD4-BB28-716C030DE9F2}">
      <dgm:prSet phldrT="[Text]"/>
      <dgm:spPr/>
      <dgm:t>
        <a:bodyPr/>
        <a:lstStyle/>
        <a:p>
          <a:r>
            <a:rPr lang="en-US" dirty="0"/>
            <a:t>EDA</a:t>
          </a:r>
        </a:p>
      </dgm:t>
    </dgm:pt>
    <dgm:pt modelId="{D76E1CDA-F781-425A-80DD-399235CB45F3}" type="parTrans" cxnId="{50F0C165-5C23-4281-BD9D-7384240C48FD}">
      <dgm:prSet/>
      <dgm:spPr/>
      <dgm:t>
        <a:bodyPr/>
        <a:lstStyle/>
        <a:p>
          <a:endParaRPr lang="en-US"/>
        </a:p>
      </dgm:t>
    </dgm:pt>
    <dgm:pt modelId="{10D5FA7A-C72A-481C-AE38-AC939F2DA2A1}" type="sibTrans" cxnId="{50F0C165-5C23-4281-BD9D-7384240C48FD}">
      <dgm:prSet/>
      <dgm:spPr/>
      <dgm:t>
        <a:bodyPr/>
        <a:lstStyle/>
        <a:p>
          <a:endParaRPr lang="en-US"/>
        </a:p>
      </dgm:t>
    </dgm:pt>
    <dgm:pt modelId="{488BC2AB-4A3E-47C4-83D1-5D17D5C22687}">
      <dgm:prSet phldrT="[Text]"/>
      <dgm:spPr/>
      <dgm:t>
        <a:bodyPr/>
        <a:lstStyle/>
        <a:p>
          <a:r>
            <a:rPr lang="en-US" dirty="0"/>
            <a:t>Word count</a:t>
          </a:r>
        </a:p>
      </dgm:t>
    </dgm:pt>
    <dgm:pt modelId="{097B8911-C332-4D32-A23A-7AF8892D55B9}" type="parTrans" cxnId="{5AD56DA7-2D84-43D4-B14B-43909AF3A5D1}">
      <dgm:prSet/>
      <dgm:spPr/>
      <dgm:t>
        <a:bodyPr/>
        <a:lstStyle/>
        <a:p>
          <a:endParaRPr lang="en-US"/>
        </a:p>
      </dgm:t>
    </dgm:pt>
    <dgm:pt modelId="{046D17B7-E115-429A-B0FB-3D0B3419C136}" type="sibTrans" cxnId="{5AD56DA7-2D84-43D4-B14B-43909AF3A5D1}">
      <dgm:prSet/>
      <dgm:spPr/>
      <dgm:t>
        <a:bodyPr/>
        <a:lstStyle/>
        <a:p>
          <a:endParaRPr lang="en-US"/>
        </a:p>
      </dgm:t>
    </dgm:pt>
    <dgm:pt modelId="{23C0AD84-A248-441C-8AD6-DB9A373015CD}">
      <dgm:prSet phldrT="[Text]"/>
      <dgm:spPr/>
      <dgm:t>
        <a:bodyPr/>
        <a:lstStyle/>
        <a:p>
          <a:r>
            <a:rPr lang="en-US" dirty="0"/>
            <a:t>Char count</a:t>
          </a:r>
        </a:p>
      </dgm:t>
    </dgm:pt>
    <dgm:pt modelId="{7D5D7527-1471-4E9D-894D-2EFB484EAFD9}" type="parTrans" cxnId="{8C0DDAD4-6C99-435B-BF92-A454C32B1C02}">
      <dgm:prSet/>
      <dgm:spPr/>
      <dgm:t>
        <a:bodyPr/>
        <a:lstStyle/>
        <a:p>
          <a:endParaRPr lang="en-US"/>
        </a:p>
      </dgm:t>
    </dgm:pt>
    <dgm:pt modelId="{5AF230E2-5CAC-4342-8D20-A96AA412A7FD}" type="sibTrans" cxnId="{8C0DDAD4-6C99-435B-BF92-A454C32B1C02}">
      <dgm:prSet/>
      <dgm:spPr/>
      <dgm:t>
        <a:bodyPr/>
        <a:lstStyle/>
        <a:p>
          <a:endParaRPr lang="en-US"/>
        </a:p>
      </dgm:t>
    </dgm:pt>
    <dgm:pt modelId="{8BC94200-3685-4996-8FB9-C13E80EB1B5A}">
      <dgm:prSet phldrT="[Text]"/>
      <dgm:spPr/>
      <dgm:t>
        <a:bodyPr/>
        <a:lstStyle/>
        <a:p>
          <a:r>
            <a:rPr lang="en-US" dirty="0"/>
            <a:t>Target column</a:t>
          </a:r>
        </a:p>
      </dgm:t>
    </dgm:pt>
    <dgm:pt modelId="{F4B07FAE-811C-48E4-A633-8130C2FA6BB2}" type="parTrans" cxnId="{5A1A660D-DF0D-428B-AC12-D40787971CED}">
      <dgm:prSet/>
      <dgm:spPr/>
      <dgm:t>
        <a:bodyPr/>
        <a:lstStyle/>
        <a:p>
          <a:endParaRPr lang="en-US"/>
        </a:p>
      </dgm:t>
    </dgm:pt>
    <dgm:pt modelId="{1B8A9479-1552-44ED-B306-2750B8E6B7C1}" type="sibTrans" cxnId="{5A1A660D-DF0D-428B-AC12-D40787971CED}">
      <dgm:prSet/>
      <dgm:spPr/>
      <dgm:t>
        <a:bodyPr/>
        <a:lstStyle/>
        <a:p>
          <a:endParaRPr lang="en-US"/>
        </a:p>
      </dgm:t>
    </dgm:pt>
    <dgm:pt modelId="{92F4AA68-8AE7-4D8C-ABEF-1F912DB9F5C1}">
      <dgm:prSet phldrT="[Text]"/>
      <dgm:spPr/>
      <dgm:t>
        <a:bodyPr/>
        <a:lstStyle/>
        <a:p>
          <a:r>
            <a:rPr lang="en-US" dirty="0"/>
            <a:t>Jaccard similarity</a:t>
          </a:r>
        </a:p>
      </dgm:t>
    </dgm:pt>
    <dgm:pt modelId="{9DA10443-204B-4DBE-AD67-020740E027EB}" type="parTrans" cxnId="{1B35CDAE-4617-4431-A48A-7E8E13E7B0E6}">
      <dgm:prSet/>
      <dgm:spPr/>
      <dgm:t>
        <a:bodyPr/>
        <a:lstStyle/>
        <a:p>
          <a:endParaRPr lang="en-US"/>
        </a:p>
      </dgm:t>
    </dgm:pt>
    <dgm:pt modelId="{9FDAF48D-C5CB-403C-9A3A-A47287F01AA3}" type="sibTrans" cxnId="{1B35CDAE-4617-4431-A48A-7E8E13E7B0E6}">
      <dgm:prSet/>
      <dgm:spPr/>
      <dgm:t>
        <a:bodyPr/>
        <a:lstStyle/>
        <a:p>
          <a:endParaRPr lang="en-US"/>
        </a:p>
      </dgm:t>
    </dgm:pt>
    <dgm:pt modelId="{0BF28BE8-1671-4465-89D9-437B2B3DEFD7}">
      <dgm:prSet phldrT="[Text]"/>
      <dgm:spPr/>
      <dgm:t>
        <a:bodyPr/>
        <a:lstStyle/>
        <a:p>
          <a:r>
            <a:rPr lang="en-US" dirty="0"/>
            <a:t>Cosine similarity</a:t>
          </a:r>
        </a:p>
      </dgm:t>
    </dgm:pt>
    <dgm:pt modelId="{BFC23CCE-4A33-4170-81F6-9140ABDC13B8}" type="parTrans" cxnId="{8D5DE4C5-B906-4392-9EC0-032C5BB6A556}">
      <dgm:prSet/>
      <dgm:spPr/>
      <dgm:t>
        <a:bodyPr/>
        <a:lstStyle/>
        <a:p>
          <a:endParaRPr lang="en-US"/>
        </a:p>
      </dgm:t>
    </dgm:pt>
    <dgm:pt modelId="{28D01F9D-CD08-489E-80CA-A52ADD8D0E09}" type="sibTrans" cxnId="{8D5DE4C5-B906-4392-9EC0-032C5BB6A556}">
      <dgm:prSet/>
      <dgm:spPr/>
      <dgm:t>
        <a:bodyPr/>
        <a:lstStyle/>
        <a:p>
          <a:endParaRPr lang="en-US"/>
        </a:p>
      </dgm:t>
    </dgm:pt>
    <dgm:pt modelId="{EB228604-1AB2-4626-AE66-E44FB5612A10}">
      <dgm:prSet phldrT="[Text]"/>
      <dgm:spPr/>
      <dgm:t>
        <a:bodyPr/>
        <a:lstStyle/>
        <a:p>
          <a:r>
            <a:rPr lang="en-US" dirty="0"/>
            <a:t>Pre-processing</a:t>
          </a:r>
        </a:p>
      </dgm:t>
    </dgm:pt>
    <dgm:pt modelId="{95762966-0666-478F-95CE-4A2D62B3D35C}" type="parTrans" cxnId="{A4DDF7EF-6832-4613-988F-9946326585D9}">
      <dgm:prSet/>
      <dgm:spPr/>
      <dgm:t>
        <a:bodyPr/>
        <a:lstStyle/>
        <a:p>
          <a:endParaRPr lang="en-US"/>
        </a:p>
      </dgm:t>
    </dgm:pt>
    <dgm:pt modelId="{1FD216E9-7843-44AC-A49A-9B20A779119F}" type="sibTrans" cxnId="{A4DDF7EF-6832-4613-988F-9946326585D9}">
      <dgm:prSet/>
      <dgm:spPr/>
      <dgm:t>
        <a:bodyPr/>
        <a:lstStyle/>
        <a:p>
          <a:endParaRPr lang="en-US"/>
        </a:p>
      </dgm:t>
    </dgm:pt>
    <dgm:pt modelId="{85746500-2AD9-4531-861B-B72229FACAFB}">
      <dgm:prSet phldrT="[Text]"/>
      <dgm:spPr/>
      <dgm:t>
        <a:bodyPr/>
        <a:lstStyle/>
        <a:p>
          <a:r>
            <a:rPr lang="en-US" dirty="0" err="1"/>
            <a:t>Stopwords</a:t>
          </a:r>
          <a:r>
            <a:rPr lang="en-US" dirty="0"/>
            <a:t> removal</a:t>
          </a:r>
        </a:p>
      </dgm:t>
    </dgm:pt>
    <dgm:pt modelId="{FEE5C390-A4A5-496D-959C-079C069FF1EE}" type="parTrans" cxnId="{29298074-0DA0-4997-9ECA-1A467F0BADC1}">
      <dgm:prSet/>
      <dgm:spPr/>
      <dgm:t>
        <a:bodyPr/>
        <a:lstStyle/>
        <a:p>
          <a:endParaRPr lang="en-US"/>
        </a:p>
      </dgm:t>
    </dgm:pt>
    <dgm:pt modelId="{256B42F2-FA6E-483D-A63F-0034B41F1290}" type="sibTrans" cxnId="{29298074-0DA0-4997-9ECA-1A467F0BADC1}">
      <dgm:prSet/>
      <dgm:spPr/>
      <dgm:t>
        <a:bodyPr/>
        <a:lstStyle/>
        <a:p>
          <a:endParaRPr lang="en-US"/>
        </a:p>
      </dgm:t>
    </dgm:pt>
    <dgm:pt modelId="{5A6BD964-21B4-498C-A461-9FB8709834C6}">
      <dgm:prSet phldrT="[Text]"/>
      <dgm:spPr/>
      <dgm:t>
        <a:bodyPr/>
        <a:lstStyle/>
        <a:p>
          <a:r>
            <a:rPr lang="en-US" dirty="0"/>
            <a:t>Lemmatize</a:t>
          </a:r>
        </a:p>
      </dgm:t>
    </dgm:pt>
    <dgm:pt modelId="{A1F6AB3D-97FE-44F6-A830-2C46EAD455D7}" type="parTrans" cxnId="{12CE1A58-EF3F-44DA-B289-C877D706766A}">
      <dgm:prSet/>
      <dgm:spPr/>
      <dgm:t>
        <a:bodyPr/>
        <a:lstStyle/>
        <a:p>
          <a:endParaRPr lang="en-US"/>
        </a:p>
      </dgm:t>
    </dgm:pt>
    <dgm:pt modelId="{BC35AFFB-EC42-4B3C-9E85-6097875448A0}" type="sibTrans" cxnId="{12CE1A58-EF3F-44DA-B289-C877D706766A}">
      <dgm:prSet/>
      <dgm:spPr/>
      <dgm:t>
        <a:bodyPr/>
        <a:lstStyle/>
        <a:p>
          <a:endParaRPr lang="en-US"/>
        </a:p>
      </dgm:t>
    </dgm:pt>
    <dgm:pt modelId="{8B46E9C4-6D24-4688-A903-B57C6FAB077A}">
      <dgm:prSet phldrT="[Text]"/>
      <dgm:spPr/>
      <dgm:t>
        <a:bodyPr/>
        <a:lstStyle/>
        <a:p>
          <a:r>
            <a:rPr lang="en-US" dirty="0"/>
            <a:t>1 char words</a:t>
          </a:r>
        </a:p>
      </dgm:t>
    </dgm:pt>
    <dgm:pt modelId="{06B9BEE6-758E-438B-8640-8A212CC11B3C}" type="parTrans" cxnId="{710E7501-9F2E-420D-B848-6F83B8ECE620}">
      <dgm:prSet/>
      <dgm:spPr/>
      <dgm:t>
        <a:bodyPr/>
        <a:lstStyle/>
        <a:p>
          <a:endParaRPr lang="en-US"/>
        </a:p>
      </dgm:t>
    </dgm:pt>
    <dgm:pt modelId="{BEAC7A10-BFE8-47A4-86C5-4158D11A45F6}" type="sibTrans" cxnId="{710E7501-9F2E-420D-B848-6F83B8ECE620}">
      <dgm:prSet/>
      <dgm:spPr/>
      <dgm:t>
        <a:bodyPr/>
        <a:lstStyle/>
        <a:p>
          <a:endParaRPr lang="en-US"/>
        </a:p>
      </dgm:t>
    </dgm:pt>
    <dgm:pt modelId="{DAF27CCF-F346-4F17-87DF-01204DE07F07}">
      <dgm:prSet phldrT="[Text]"/>
      <dgm:spPr/>
      <dgm:t>
        <a:bodyPr/>
        <a:lstStyle/>
        <a:p>
          <a:r>
            <a:rPr lang="en-US" dirty="0"/>
            <a:t>Models</a:t>
          </a:r>
        </a:p>
      </dgm:t>
    </dgm:pt>
    <dgm:pt modelId="{D1F79428-2C86-45C2-850A-D7AAA9680D6D}" type="parTrans" cxnId="{94251EE0-D838-46CB-AD46-E1D6F561F9A7}">
      <dgm:prSet/>
      <dgm:spPr/>
      <dgm:t>
        <a:bodyPr/>
        <a:lstStyle/>
        <a:p>
          <a:endParaRPr lang="en-US"/>
        </a:p>
      </dgm:t>
    </dgm:pt>
    <dgm:pt modelId="{4524B33A-85C3-4257-8C11-A3A9C78C3736}" type="sibTrans" cxnId="{94251EE0-D838-46CB-AD46-E1D6F561F9A7}">
      <dgm:prSet/>
      <dgm:spPr/>
      <dgm:t>
        <a:bodyPr/>
        <a:lstStyle/>
        <a:p>
          <a:endParaRPr lang="en-US"/>
        </a:p>
      </dgm:t>
    </dgm:pt>
    <dgm:pt modelId="{68021E1C-6E61-48BC-A919-156A60E569FF}">
      <dgm:prSet phldrT="[Text]"/>
      <dgm:spPr/>
      <dgm:t>
        <a:bodyPr/>
        <a:lstStyle/>
        <a:p>
          <a:r>
            <a:rPr lang="en-US" dirty="0"/>
            <a:t>MNB</a:t>
          </a:r>
        </a:p>
      </dgm:t>
    </dgm:pt>
    <dgm:pt modelId="{A912E2A5-2A2B-4715-A76A-0725D43B5FCE}" type="parTrans" cxnId="{C2EA3C41-4805-4EFD-AFF3-F229A8F1DE25}">
      <dgm:prSet/>
      <dgm:spPr/>
      <dgm:t>
        <a:bodyPr/>
        <a:lstStyle/>
        <a:p>
          <a:endParaRPr lang="en-US"/>
        </a:p>
      </dgm:t>
    </dgm:pt>
    <dgm:pt modelId="{348BD2C6-22ED-46FB-A9F0-E4CBDB38977A}" type="sibTrans" cxnId="{C2EA3C41-4805-4EFD-AFF3-F229A8F1DE25}">
      <dgm:prSet/>
      <dgm:spPr/>
      <dgm:t>
        <a:bodyPr/>
        <a:lstStyle/>
        <a:p>
          <a:endParaRPr lang="en-US"/>
        </a:p>
      </dgm:t>
    </dgm:pt>
    <dgm:pt modelId="{2D86828C-5066-4930-8FA5-12942BDD9466}">
      <dgm:prSet phldrT="[Text]"/>
      <dgm:spPr/>
      <dgm:t>
        <a:bodyPr/>
        <a:lstStyle/>
        <a:p>
          <a:r>
            <a:rPr lang="en-US" dirty="0"/>
            <a:t>Logistic Regression</a:t>
          </a:r>
        </a:p>
      </dgm:t>
    </dgm:pt>
    <dgm:pt modelId="{287C3F1B-E2CD-4834-B116-85F436378D00}" type="parTrans" cxnId="{B32CEF1E-3148-458F-9121-9B002A13A85B}">
      <dgm:prSet/>
      <dgm:spPr/>
      <dgm:t>
        <a:bodyPr/>
        <a:lstStyle/>
        <a:p>
          <a:endParaRPr lang="en-US"/>
        </a:p>
      </dgm:t>
    </dgm:pt>
    <dgm:pt modelId="{55E54EF0-0911-401C-9EC9-6425317AC06C}" type="sibTrans" cxnId="{B32CEF1E-3148-458F-9121-9B002A13A85B}">
      <dgm:prSet/>
      <dgm:spPr/>
      <dgm:t>
        <a:bodyPr/>
        <a:lstStyle/>
        <a:p>
          <a:endParaRPr lang="en-US"/>
        </a:p>
      </dgm:t>
    </dgm:pt>
    <dgm:pt modelId="{9B0ADA2D-8F70-40F0-85A3-456A73104AB3}">
      <dgm:prSet phldrT="[Text]"/>
      <dgm:spPr/>
      <dgm:t>
        <a:bodyPr/>
        <a:lstStyle/>
        <a:p>
          <a:r>
            <a:rPr lang="en-US" dirty="0"/>
            <a:t>Random Forest</a:t>
          </a:r>
        </a:p>
      </dgm:t>
    </dgm:pt>
    <dgm:pt modelId="{602A8A5D-857D-445A-8522-958AF7FA9957}" type="parTrans" cxnId="{DD3A2CC7-BCB2-4B18-B261-84C97BE2D30F}">
      <dgm:prSet/>
      <dgm:spPr/>
      <dgm:t>
        <a:bodyPr/>
        <a:lstStyle/>
        <a:p>
          <a:endParaRPr lang="en-US"/>
        </a:p>
      </dgm:t>
    </dgm:pt>
    <dgm:pt modelId="{BCBF5E26-B0EA-412B-BF6A-270C3607CAE7}" type="sibTrans" cxnId="{DD3A2CC7-BCB2-4B18-B261-84C97BE2D30F}">
      <dgm:prSet/>
      <dgm:spPr/>
      <dgm:t>
        <a:bodyPr/>
        <a:lstStyle/>
        <a:p>
          <a:endParaRPr lang="en-US"/>
        </a:p>
      </dgm:t>
    </dgm:pt>
    <dgm:pt modelId="{6AA7F6EB-2E1F-4134-91A9-E12B7495BDCC}">
      <dgm:prSet phldrT="[Text]"/>
      <dgm:spPr/>
      <dgm:t>
        <a:bodyPr/>
        <a:lstStyle/>
        <a:p>
          <a:r>
            <a:rPr lang="en-US" dirty="0"/>
            <a:t>SVM</a:t>
          </a:r>
        </a:p>
      </dgm:t>
    </dgm:pt>
    <dgm:pt modelId="{00BDF292-542E-4581-84A4-926AC1B28599}" type="parTrans" cxnId="{2B2438CC-B965-40BF-A112-8862CD16DE26}">
      <dgm:prSet/>
      <dgm:spPr/>
      <dgm:t>
        <a:bodyPr/>
        <a:lstStyle/>
        <a:p>
          <a:endParaRPr lang="en-US"/>
        </a:p>
      </dgm:t>
    </dgm:pt>
    <dgm:pt modelId="{120F07B0-AA9D-4240-A590-22192395FA7D}" type="sibTrans" cxnId="{2B2438CC-B965-40BF-A112-8862CD16DE26}">
      <dgm:prSet/>
      <dgm:spPr/>
      <dgm:t>
        <a:bodyPr/>
        <a:lstStyle/>
        <a:p>
          <a:endParaRPr lang="en-US"/>
        </a:p>
      </dgm:t>
    </dgm:pt>
    <dgm:pt modelId="{01660353-5044-423B-BCA3-17ACD87F2B9B}">
      <dgm:prSet phldrT="[Text]"/>
      <dgm:spPr/>
      <dgm:t>
        <a:bodyPr/>
        <a:lstStyle/>
        <a:p>
          <a:r>
            <a:rPr lang="en-US" dirty="0"/>
            <a:t>KNN</a:t>
          </a:r>
        </a:p>
      </dgm:t>
    </dgm:pt>
    <dgm:pt modelId="{8936526A-994D-408B-B3B6-E60124609863}" type="parTrans" cxnId="{1A6E4520-D1CB-4283-ADDC-A312C0A1628A}">
      <dgm:prSet/>
      <dgm:spPr/>
      <dgm:t>
        <a:bodyPr/>
        <a:lstStyle/>
        <a:p>
          <a:endParaRPr lang="en-US"/>
        </a:p>
      </dgm:t>
    </dgm:pt>
    <dgm:pt modelId="{4DFEF2D8-272E-46F0-9864-1D1644E399F7}" type="sibTrans" cxnId="{1A6E4520-D1CB-4283-ADDC-A312C0A1628A}">
      <dgm:prSet/>
      <dgm:spPr/>
      <dgm:t>
        <a:bodyPr/>
        <a:lstStyle/>
        <a:p>
          <a:endParaRPr lang="en-US"/>
        </a:p>
      </dgm:t>
    </dgm:pt>
    <dgm:pt modelId="{5335015B-4B8E-465E-84A8-024D8C182485}">
      <dgm:prSet phldrT="[Text]"/>
      <dgm:spPr/>
      <dgm:t>
        <a:bodyPr/>
        <a:lstStyle/>
        <a:p>
          <a:r>
            <a:rPr lang="en-US" dirty="0"/>
            <a:t>Train-test split</a:t>
          </a:r>
        </a:p>
      </dgm:t>
    </dgm:pt>
    <dgm:pt modelId="{F009F439-0434-494A-8EB1-29A124FBCED2}" type="parTrans" cxnId="{C539A57D-D196-4C8D-ADA1-5FC7226FDC1C}">
      <dgm:prSet/>
      <dgm:spPr/>
      <dgm:t>
        <a:bodyPr/>
        <a:lstStyle/>
        <a:p>
          <a:endParaRPr lang="en-US"/>
        </a:p>
      </dgm:t>
    </dgm:pt>
    <dgm:pt modelId="{1EBCA18F-DED2-4E08-AD2E-E66C85C75433}" type="sibTrans" cxnId="{C539A57D-D196-4C8D-ADA1-5FC7226FDC1C}">
      <dgm:prSet/>
      <dgm:spPr/>
      <dgm:t>
        <a:bodyPr/>
        <a:lstStyle/>
        <a:p>
          <a:endParaRPr lang="en-US"/>
        </a:p>
      </dgm:t>
    </dgm:pt>
    <dgm:pt modelId="{5A452C27-BEDC-4837-B700-0E4B4D720B65}" type="pres">
      <dgm:prSet presAssocID="{4B60F995-C552-44E9-A5B2-8A5FE59BA0E2}" presName="diagram" presStyleCnt="0">
        <dgm:presLayoutVars>
          <dgm:chPref val="1"/>
          <dgm:dir/>
          <dgm:animOne val="branch"/>
          <dgm:animLvl val="lvl"/>
          <dgm:resizeHandles/>
        </dgm:presLayoutVars>
      </dgm:prSet>
      <dgm:spPr/>
    </dgm:pt>
    <dgm:pt modelId="{22C0EDB9-72E3-4DF1-A955-D550CED505B0}" type="pres">
      <dgm:prSet presAssocID="{F8EB7E83-5018-4876-861E-324A10D71FB2}" presName="root" presStyleCnt="0"/>
      <dgm:spPr/>
    </dgm:pt>
    <dgm:pt modelId="{C5AA222D-DB47-4BC3-A40A-0A86C9E03A79}" type="pres">
      <dgm:prSet presAssocID="{F8EB7E83-5018-4876-861E-324A10D71FB2}" presName="rootComposite" presStyleCnt="0"/>
      <dgm:spPr/>
    </dgm:pt>
    <dgm:pt modelId="{84C1CE93-B831-405C-A5B7-4D0D138746AE}" type="pres">
      <dgm:prSet presAssocID="{F8EB7E83-5018-4876-861E-324A10D71FB2}" presName="rootText" presStyleLbl="node1" presStyleIdx="0" presStyleCnt="4"/>
      <dgm:spPr/>
    </dgm:pt>
    <dgm:pt modelId="{B8157778-82C5-492F-89EA-77E41144D4C3}" type="pres">
      <dgm:prSet presAssocID="{F8EB7E83-5018-4876-861E-324A10D71FB2}" presName="rootConnector" presStyleLbl="node1" presStyleIdx="0" presStyleCnt="4"/>
      <dgm:spPr/>
    </dgm:pt>
    <dgm:pt modelId="{BD1EDEE4-4916-4C6A-906B-EC5A83BAB812}" type="pres">
      <dgm:prSet presAssocID="{F8EB7E83-5018-4876-861E-324A10D71FB2}" presName="childShape" presStyleCnt="0"/>
      <dgm:spPr/>
    </dgm:pt>
    <dgm:pt modelId="{BE248F28-3343-4EC7-8C85-496C9E7950B7}" type="pres">
      <dgm:prSet presAssocID="{554C2F3E-0300-4B2E-9ECE-9991093BF074}" presName="Name13" presStyleLbl="parChTrans1D2" presStyleIdx="0" presStyleCnt="16"/>
      <dgm:spPr/>
    </dgm:pt>
    <dgm:pt modelId="{B537F7A0-62D8-4DC8-9E10-15751FCA70FE}" type="pres">
      <dgm:prSet presAssocID="{1C602287-F69E-4B49-8FE1-B3C8BEADEF46}" presName="childText" presStyleLbl="bgAcc1" presStyleIdx="0" presStyleCnt="16">
        <dgm:presLayoutVars>
          <dgm:bulletEnabled val="1"/>
        </dgm:presLayoutVars>
      </dgm:prSet>
      <dgm:spPr/>
    </dgm:pt>
    <dgm:pt modelId="{17035824-56E7-4BFD-B7F1-BC656BC5B929}" type="pres">
      <dgm:prSet presAssocID="{F4491459-CF56-4EF9-B1FE-DE265032205E}" presName="Name13" presStyleLbl="parChTrans1D2" presStyleIdx="1" presStyleCnt="16"/>
      <dgm:spPr/>
    </dgm:pt>
    <dgm:pt modelId="{485EDE60-5AC0-479B-8651-62A3F68E1E3F}" type="pres">
      <dgm:prSet presAssocID="{B6796FF0-B457-4CBE-B111-027D1CFDC36B}" presName="childText" presStyleLbl="bgAcc1" presStyleIdx="1" presStyleCnt="16">
        <dgm:presLayoutVars>
          <dgm:bulletEnabled val="1"/>
        </dgm:presLayoutVars>
      </dgm:prSet>
      <dgm:spPr/>
    </dgm:pt>
    <dgm:pt modelId="{B62CFF99-0693-470F-AF78-57287060C19E}" type="pres">
      <dgm:prSet presAssocID="{F4B07FAE-811C-48E4-A633-8130C2FA6BB2}" presName="Name13" presStyleLbl="parChTrans1D2" presStyleIdx="2" presStyleCnt="16"/>
      <dgm:spPr/>
    </dgm:pt>
    <dgm:pt modelId="{85DA3BC3-45A4-4D91-B838-E87D0A7F5A87}" type="pres">
      <dgm:prSet presAssocID="{8BC94200-3685-4996-8FB9-C13E80EB1B5A}" presName="childText" presStyleLbl="bgAcc1" presStyleIdx="2" presStyleCnt="16">
        <dgm:presLayoutVars>
          <dgm:bulletEnabled val="1"/>
        </dgm:presLayoutVars>
      </dgm:prSet>
      <dgm:spPr/>
    </dgm:pt>
    <dgm:pt modelId="{7553D8A0-F583-4713-A6D1-7AA4DB681302}" type="pres">
      <dgm:prSet presAssocID="{F009F439-0434-494A-8EB1-29A124FBCED2}" presName="Name13" presStyleLbl="parChTrans1D2" presStyleIdx="3" presStyleCnt="16"/>
      <dgm:spPr/>
    </dgm:pt>
    <dgm:pt modelId="{DB0A56F7-3FBE-4894-91D1-382104BEB46E}" type="pres">
      <dgm:prSet presAssocID="{5335015B-4B8E-465E-84A8-024D8C182485}" presName="childText" presStyleLbl="bgAcc1" presStyleIdx="3" presStyleCnt="16">
        <dgm:presLayoutVars>
          <dgm:bulletEnabled val="1"/>
        </dgm:presLayoutVars>
      </dgm:prSet>
      <dgm:spPr/>
    </dgm:pt>
    <dgm:pt modelId="{13BED09A-DC54-4DB2-BBEC-FBBBBDC4B2AC}" type="pres">
      <dgm:prSet presAssocID="{E1B2D22D-40B7-4CD4-BB28-716C030DE9F2}" presName="root" presStyleCnt="0"/>
      <dgm:spPr/>
    </dgm:pt>
    <dgm:pt modelId="{DE03461D-AA2D-4629-9208-00AA8539EEF8}" type="pres">
      <dgm:prSet presAssocID="{E1B2D22D-40B7-4CD4-BB28-716C030DE9F2}" presName="rootComposite" presStyleCnt="0"/>
      <dgm:spPr/>
    </dgm:pt>
    <dgm:pt modelId="{E71107DD-D4D0-4461-86AB-7295035CE288}" type="pres">
      <dgm:prSet presAssocID="{E1B2D22D-40B7-4CD4-BB28-716C030DE9F2}" presName="rootText" presStyleLbl="node1" presStyleIdx="1" presStyleCnt="4"/>
      <dgm:spPr/>
    </dgm:pt>
    <dgm:pt modelId="{D006AF69-2636-480A-9112-38BFDF793E8D}" type="pres">
      <dgm:prSet presAssocID="{E1B2D22D-40B7-4CD4-BB28-716C030DE9F2}" presName="rootConnector" presStyleLbl="node1" presStyleIdx="1" presStyleCnt="4"/>
      <dgm:spPr/>
    </dgm:pt>
    <dgm:pt modelId="{BD2D7921-E41B-41A7-BBBB-BE255201558F}" type="pres">
      <dgm:prSet presAssocID="{E1B2D22D-40B7-4CD4-BB28-716C030DE9F2}" presName="childShape" presStyleCnt="0"/>
      <dgm:spPr/>
    </dgm:pt>
    <dgm:pt modelId="{3C404B93-CB5E-4CBE-B697-B10821AB501C}" type="pres">
      <dgm:prSet presAssocID="{097B8911-C332-4D32-A23A-7AF8892D55B9}" presName="Name13" presStyleLbl="parChTrans1D2" presStyleIdx="4" presStyleCnt="16"/>
      <dgm:spPr/>
    </dgm:pt>
    <dgm:pt modelId="{5228086A-8634-4925-A5FD-41C3BAC6815A}" type="pres">
      <dgm:prSet presAssocID="{488BC2AB-4A3E-47C4-83D1-5D17D5C22687}" presName="childText" presStyleLbl="bgAcc1" presStyleIdx="4" presStyleCnt="16">
        <dgm:presLayoutVars>
          <dgm:bulletEnabled val="1"/>
        </dgm:presLayoutVars>
      </dgm:prSet>
      <dgm:spPr/>
    </dgm:pt>
    <dgm:pt modelId="{485ABC5E-6CCE-4ECA-857C-92153E859484}" type="pres">
      <dgm:prSet presAssocID="{7D5D7527-1471-4E9D-894D-2EFB484EAFD9}" presName="Name13" presStyleLbl="parChTrans1D2" presStyleIdx="5" presStyleCnt="16"/>
      <dgm:spPr/>
    </dgm:pt>
    <dgm:pt modelId="{B60D38DE-85B0-4A9E-9300-68AA282CD67B}" type="pres">
      <dgm:prSet presAssocID="{23C0AD84-A248-441C-8AD6-DB9A373015CD}" presName="childText" presStyleLbl="bgAcc1" presStyleIdx="5" presStyleCnt="16">
        <dgm:presLayoutVars>
          <dgm:bulletEnabled val="1"/>
        </dgm:presLayoutVars>
      </dgm:prSet>
      <dgm:spPr/>
    </dgm:pt>
    <dgm:pt modelId="{4227B381-8AC9-4339-A4EE-2358129BAD3B}" type="pres">
      <dgm:prSet presAssocID="{9DA10443-204B-4DBE-AD67-020740E027EB}" presName="Name13" presStyleLbl="parChTrans1D2" presStyleIdx="6" presStyleCnt="16"/>
      <dgm:spPr/>
    </dgm:pt>
    <dgm:pt modelId="{C8D23087-9288-4261-A893-955DCA584D6B}" type="pres">
      <dgm:prSet presAssocID="{92F4AA68-8AE7-4D8C-ABEF-1F912DB9F5C1}" presName="childText" presStyleLbl="bgAcc1" presStyleIdx="6" presStyleCnt="16">
        <dgm:presLayoutVars>
          <dgm:bulletEnabled val="1"/>
        </dgm:presLayoutVars>
      </dgm:prSet>
      <dgm:spPr/>
    </dgm:pt>
    <dgm:pt modelId="{2D7B11A3-5D8B-4C72-A863-6A11698D6EE7}" type="pres">
      <dgm:prSet presAssocID="{BFC23CCE-4A33-4170-81F6-9140ABDC13B8}" presName="Name13" presStyleLbl="parChTrans1D2" presStyleIdx="7" presStyleCnt="16"/>
      <dgm:spPr/>
    </dgm:pt>
    <dgm:pt modelId="{E6ACB0A8-C074-429C-9DC8-3690FC920D9C}" type="pres">
      <dgm:prSet presAssocID="{0BF28BE8-1671-4465-89D9-437B2B3DEFD7}" presName="childText" presStyleLbl="bgAcc1" presStyleIdx="7" presStyleCnt="16">
        <dgm:presLayoutVars>
          <dgm:bulletEnabled val="1"/>
        </dgm:presLayoutVars>
      </dgm:prSet>
      <dgm:spPr/>
    </dgm:pt>
    <dgm:pt modelId="{8384D7EE-92F2-4F7D-9EF0-4E867BC8E592}" type="pres">
      <dgm:prSet presAssocID="{EB228604-1AB2-4626-AE66-E44FB5612A10}" presName="root" presStyleCnt="0"/>
      <dgm:spPr/>
    </dgm:pt>
    <dgm:pt modelId="{6B0609F7-40B8-4989-8363-1CF176432459}" type="pres">
      <dgm:prSet presAssocID="{EB228604-1AB2-4626-AE66-E44FB5612A10}" presName="rootComposite" presStyleCnt="0"/>
      <dgm:spPr/>
    </dgm:pt>
    <dgm:pt modelId="{8E362F03-2B0B-4455-850A-60202EE89291}" type="pres">
      <dgm:prSet presAssocID="{EB228604-1AB2-4626-AE66-E44FB5612A10}" presName="rootText" presStyleLbl="node1" presStyleIdx="2" presStyleCnt="4"/>
      <dgm:spPr/>
    </dgm:pt>
    <dgm:pt modelId="{F12A9458-3FAC-458A-B433-6E8C26A661FD}" type="pres">
      <dgm:prSet presAssocID="{EB228604-1AB2-4626-AE66-E44FB5612A10}" presName="rootConnector" presStyleLbl="node1" presStyleIdx="2" presStyleCnt="4"/>
      <dgm:spPr/>
    </dgm:pt>
    <dgm:pt modelId="{53D5CD8A-B90A-4EC3-9FC6-6BF350AF962E}" type="pres">
      <dgm:prSet presAssocID="{EB228604-1AB2-4626-AE66-E44FB5612A10}" presName="childShape" presStyleCnt="0"/>
      <dgm:spPr/>
    </dgm:pt>
    <dgm:pt modelId="{CE173AB7-D117-4F0D-91C1-C5A8AE95CA51}" type="pres">
      <dgm:prSet presAssocID="{FEE5C390-A4A5-496D-959C-079C069FF1EE}" presName="Name13" presStyleLbl="parChTrans1D2" presStyleIdx="8" presStyleCnt="16"/>
      <dgm:spPr/>
    </dgm:pt>
    <dgm:pt modelId="{A9061EFE-5ECD-4019-8D9A-4278C5E67462}" type="pres">
      <dgm:prSet presAssocID="{85746500-2AD9-4531-861B-B72229FACAFB}" presName="childText" presStyleLbl="bgAcc1" presStyleIdx="8" presStyleCnt="16">
        <dgm:presLayoutVars>
          <dgm:bulletEnabled val="1"/>
        </dgm:presLayoutVars>
      </dgm:prSet>
      <dgm:spPr/>
    </dgm:pt>
    <dgm:pt modelId="{3FE09350-C284-4245-9CEC-61AD4FD9CCCD}" type="pres">
      <dgm:prSet presAssocID="{A1F6AB3D-97FE-44F6-A830-2C46EAD455D7}" presName="Name13" presStyleLbl="parChTrans1D2" presStyleIdx="9" presStyleCnt="16"/>
      <dgm:spPr/>
    </dgm:pt>
    <dgm:pt modelId="{198240A1-E1FB-4F9A-BE9C-60771B333711}" type="pres">
      <dgm:prSet presAssocID="{5A6BD964-21B4-498C-A461-9FB8709834C6}" presName="childText" presStyleLbl="bgAcc1" presStyleIdx="9" presStyleCnt="16">
        <dgm:presLayoutVars>
          <dgm:bulletEnabled val="1"/>
        </dgm:presLayoutVars>
      </dgm:prSet>
      <dgm:spPr/>
    </dgm:pt>
    <dgm:pt modelId="{790EC201-4566-47C1-AE9B-A1583BD1B994}" type="pres">
      <dgm:prSet presAssocID="{06B9BEE6-758E-438B-8640-8A212CC11B3C}" presName="Name13" presStyleLbl="parChTrans1D2" presStyleIdx="10" presStyleCnt="16"/>
      <dgm:spPr/>
    </dgm:pt>
    <dgm:pt modelId="{38E5BE1A-D763-49BC-9389-18C0DCB1BDB4}" type="pres">
      <dgm:prSet presAssocID="{8B46E9C4-6D24-4688-A903-B57C6FAB077A}" presName="childText" presStyleLbl="bgAcc1" presStyleIdx="10" presStyleCnt="16">
        <dgm:presLayoutVars>
          <dgm:bulletEnabled val="1"/>
        </dgm:presLayoutVars>
      </dgm:prSet>
      <dgm:spPr/>
    </dgm:pt>
    <dgm:pt modelId="{1D50275C-23EC-4518-BBFC-DCA547895799}" type="pres">
      <dgm:prSet presAssocID="{DAF27CCF-F346-4F17-87DF-01204DE07F07}" presName="root" presStyleCnt="0"/>
      <dgm:spPr/>
    </dgm:pt>
    <dgm:pt modelId="{7AFA4AB2-F89A-41AE-9FAE-25DF694ED7B9}" type="pres">
      <dgm:prSet presAssocID="{DAF27CCF-F346-4F17-87DF-01204DE07F07}" presName="rootComposite" presStyleCnt="0"/>
      <dgm:spPr/>
    </dgm:pt>
    <dgm:pt modelId="{1580C056-47C4-4F4A-A645-488CF636B530}" type="pres">
      <dgm:prSet presAssocID="{DAF27CCF-F346-4F17-87DF-01204DE07F07}" presName="rootText" presStyleLbl="node1" presStyleIdx="3" presStyleCnt="4"/>
      <dgm:spPr/>
    </dgm:pt>
    <dgm:pt modelId="{09C1C877-919E-4B06-BC72-9C49F6F7FCC0}" type="pres">
      <dgm:prSet presAssocID="{DAF27CCF-F346-4F17-87DF-01204DE07F07}" presName="rootConnector" presStyleLbl="node1" presStyleIdx="3" presStyleCnt="4"/>
      <dgm:spPr/>
    </dgm:pt>
    <dgm:pt modelId="{6CE0A6DA-626C-490F-A50B-CF7A918B514B}" type="pres">
      <dgm:prSet presAssocID="{DAF27CCF-F346-4F17-87DF-01204DE07F07}" presName="childShape" presStyleCnt="0"/>
      <dgm:spPr/>
    </dgm:pt>
    <dgm:pt modelId="{81114065-1B6D-4434-85D9-2B0762B7A861}" type="pres">
      <dgm:prSet presAssocID="{A912E2A5-2A2B-4715-A76A-0725D43B5FCE}" presName="Name13" presStyleLbl="parChTrans1D2" presStyleIdx="11" presStyleCnt="16"/>
      <dgm:spPr/>
    </dgm:pt>
    <dgm:pt modelId="{2C183773-746C-4064-B8AB-636E426A88F6}" type="pres">
      <dgm:prSet presAssocID="{68021E1C-6E61-48BC-A919-156A60E569FF}" presName="childText" presStyleLbl="bgAcc1" presStyleIdx="11" presStyleCnt="16">
        <dgm:presLayoutVars>
          <dgm:bulletEnabled val="1"/>
        </dgm:presLayoutVars>
      </dgm:prSet>
      <dgm:spPr/>
    </dgm:pt>
    <dgm:pt modelId="{6324BE4C-D2FD-43C4-B547-85E1AB21ED98}" type="pres">
      <dgm:prSet presAssocID="{287C3F1B-E2CD-4834-B116-85F436378D00}" presName="Name13" presStyleLbl="parChTrans1D2" presStyleIdx="12" presStyleCnt="16"/>
      <dgm:spPr/>
    </dgm:pt>
    <dgm:pt modelId="{5E21BAF0-8DCF-4AED-8B19-596FBED08E6B}" type="pres">
      <dgm:prSet presAssocID="{2D86828C-5066-4930-8FA5-12942BDD9466}" presName="childText" presStyleLbl="bgAcc1" presStyleIdx="12" presStyleCnt="16">
        <dgm:presLayoutVars>
          <dgm:bulletEnabled val="1"/>
        </dgm:presLayoutVars>
      </dgm:prSet>
      <dgm:spPr/>
    </dgm:pt>
    <dgm:pt modelId="{3B24FBE9-C08A-47CF-B09D-34CB76E7AAB1}" type="pres">
      <dgm:prSet presAssocID="{602A8A5D-857D-445A-8522-958AF7FA9957}" presName="Name13" presStyleLbl="parChTrans1D2" presStyleIdx="13" presStyleCnt="16"/>
      <dgm:spPr/>
    </dgm:pt>
    <dgm:pt modelId="{7205C1D9-5354-4D4D-9CAA-372E7CAB0C99}" type="pres">
      <dgm:prSet presAssocID="{9B0ADA2D-8F70-40F0-85A3-456A73104AB3}" presName="childText" presStyleLbl="bgAcc1" presStyleIdx="13" presStyleCnt="16">
        <dgm:presLayoutVars>
          <dgm:bulletEnabled val="1"/>
        </dgm:presLayoutVars>
      </dgm:prSet>
      <dgm:spPr/>
    </dgm:pt>
    <dgm:pt modelId="{84AFD5BB-A1DA-43D2-A27E-7C4F49BA9113}" type="pres">
      <dgm:prSet presAssocID="{00BDF292-542E-4581-84A4-926AC1B28599}" presName="Name13" presStyleLbl="parChTrans1D2" presStyleIdx="14" presStyleCnt="16"/>
      <dgm:spPr/>
    </dgm:pt>
    <dgm:pt modelId="{CC5A58D1-CD1F-400D-A503-D596C6C66987}" type="pres">
      <dgm:prSet presAssocID="{6AA7F6EB-2E1F-4134-91A9-E12B7495BDCC}" presName="childText" presStyleLbl="bgAcc1" presStyleIdx="14" presStyleCnt="16">
        <dgm:presLayoutVars>
          <dgm:bulletEnabled val="1"/>
        </dgm:presLayoutVars>
      </dgm:prSet>
      <dgm:spPr/>
    </dgm:pt>
    <dgm:pt modelId="{4FC3CC3D-015F-4BF5-9C8A-87E8C2853AAE}" type="pres">
      <dgm:prSet presAssocID="{8936526A-994D-408B-B3B6-E60124609863}" presName="Name13" presStyleLbl="parChTrans1D2" presStyleIdx="15" presStyleCnt="16"/>
      <dgm:spPr/>
    </dgm:pt>
    <dgm:pt modelId="{D17A25E7-1C89-4937-9C3C-A08449347A41}" type="pres">
      <dgm:prSet presAssocID="{01660353-5044-423B-BCA3-17ACD87F2B9B}" presName="childText" presStyleLbl="bgAcc1" presStyleIdx="15" presStyleCnt="16">
        <dgm:presLayoutVars>
          <dgm:bulletEnabled val="1"/>
        </dgm:presLayoutVars>
      </dgm:prSet>
      <dgm:spPr/>
    </dgm:pt>
  </dgm:ptLst>
  <dgm:cxnLst>
    <dgm:cxn modelId="{710E7501-9F2E-420D-B848-6F83B8ECE620}" srcId="{EB228604-1AB2-4626-AE66-E44FB5612A10}" destId="{8B46E9C4-6D24-4688-A903-B57C6FAB077A}" srcOrd="2" destOrd="0" parTransId="{06B9BEE6-758E-438B-8640-8A212CC11B3C}" sibTransId="{BEAC7A10-BFE8-47A4-86C5-4158D11A45F6}"/>
    <dgm:cxn modelId="{06E6C001-ABEF-4AED-92F6-132DA6349E49}" type="presOf" srcId="{602A8A5D-857D-445A-8522-958AF7FA9957}" destId="{3B24FBE9-C08A-47CF-B09D-34CB76E7AAB1}" srcOrd="0" destOrd="0" presId="urn:microsoft.com/office/officeart/2005/8/layout/hierarchy3"/>
    <dgm:cxn modelId="{5A1A660D-DF0D-428B-AC12-D40787971CED}" srcId="{F8EB7E83-5018-4876-861E-324A10D71FB2}" destId="{8BC94200-3685-4996-8FB9-C13E80EB1B5A}" srcOrd="2" destOrd="0" parTransId="{F4B07FAE-811C-48E4-A633-8130C2FA6BB2}" sibTransId="{1B8A9479-1552-44ED-B306-2750B8E6B7C1}"/>
    <dgm:cxn modelId="{767F9114-EA27-446B-8073-A6626D7B02D3}" type="presOf" srcId="{68021E1C-6E61-48BC-A919-156A60E569FF}" destId="{2C183773-746C-4064-B8AB-636E426A88F6}" srcOrd="0" destOrd="0" presId="urn:microsoft.com/office/officeart/2005/8/layout/hierarchy3"/>
    <dgm:cxn modelId="{32FFB017-BF2A-474E-ADC9-DD2564E11646}" type="presOf" srcId="{FEE5C390-A4A5-496D-959C-079C069FF1EE}" destId="{CE173AB7-D117-4F0D-91C1-C5A8AE95CA51}" srcOrd="0" destOrd="0" presId="urn:microsoft.com/office/officeart/2005/8/layout/hierarchy3"/>
    <dgm:cxn modelId="{7B97CE17-722C-421A-B414-AAF531589496}" type="presOf" srcId="{E1B2D22D-40B7-4CD4-BB28-716C030DE9F2}" destId="{D006AF69-2636-480A-9112-38BFDF793E8D}" srcOrd="1" destOrd="0" presId="urn:microsoft.com/office/officeart/2005/8/layout/hierarchy3"/>
    <dgm:cxn modelId="{301A6518-4839-40E8-87FB-07DA6084591D}" type="presOf" srcId="{01660353-5044-423B-BCA3-17ACD87F2B9B}" destId="{D17A25E7-1C89-4937-9C3C-A08449347A41}" srcOrd="0" destOrd="0" presId="urn:microsoft.com/office/officeart/2005/8/layout/hierarchy3"/>
    <dgm:cxn modelId="{B32CEF1E-3148-458F-9121-9B002A13A85B}" srcId="{DAF27CCF-F346-4F17-87DF-01204DE07F07}" destId="{2D86828C-5066-4930-8FA5-12942BDD9466}" srcOrd="1" destOrd="0" parTransId="{287C3F1B-E2CD-4834-B116-85F436378D00}" sibTransId="{55E54EF0-0911-401C-9EC9-6425317AC06C}"/>
    <dgm:cxn modelId="{1A6E4520-D1CB-4283-ADDC-A312C0A1628A}" srcId="{DAF27CCF-F346-4F17-87DF-01204DE07F07}" destId="{01660353-5044-423B-BCA3-17ACD87F2B9B}" srcOrd="4" destOrd="0" parTransId="{8936526A-994D-408B-B3B6-E60124609863}" sibTransId="{4DFEF2D8-272E-46F0-9864-1D1644E399F7}"/>
    <dgm:cxn modelId="{1B12DC21-522F-41E8-B400-6245A9260893}" type="presOf" srcId="{F009F439-0434-494A-8EB1-29A124FBCED2}" destId="{7553D8A0-F583-4713-A6D1-7AA4DB681302}" srcOrd="0" destOrd="0" presId="urn:microsoft.com/office/officeart/2005/8/layout/hierarchy3"/>
    <dgm:cxn modelId="{E4A95129-5E6F-48DF-87DC-761712BB4486}" type="presOf" srcId="{85746500-2AD9-4531-861B-B72229FACAFB}" destId="{A9061EFE-5ECD-4019-8D9A-4278C5E67462}" srcOrd="0" destOrd="0" presId="urn:microsoft.com/office/officeart/2005/8/layout/hierarchy3"/>
    <dgm:cxn modelId="{F448DF3B-65D4-4CCD-BD9F-C780C49E6FDA}" type="presOf" srcId="{0BF28BE8-1671-4465-89D9-437B2B3DEFD7}" destId="{E6ACB0A8-C074-429C-9DC8-3690FC920D9C}" srcOrd="0" destOrd="0" presId="urn:microsoft.com/office/officeart/2005/8/layout/hierarchy3"/>
    <dgm:cxn modelId="{4AB4CC3F-6C8B-42E4-A517-F418531A4BC7}" type="presOf" srcId="{287C3F1B-E2CD-4834-B116-85F436378D00}" destId="{6324BE4C-D2FD-43C4-B547-85E1AB21ED98}" srcOrd="0" destOrd="0" presId="urn:microsoft.com/office/officeart/2005/8/layout/hierarchy3"/>
    <dgm:cxn modelId="{E7D1D65C-B55B-4DC3-9CEA-B9BFD9E62127}" type="presOf" srcId="{92F4AA68-8AE7-4D8C-ABEF-1F912DB9F5C1}" destId="{C8D23087-9288-4261-A893-955DCA584D6B}" srcOrd="0" destOrd="0" presId="urn:microsoft.com/office/officeart/2005/8/layout/hierarchy3"/>
    <dgm:cxn modelId="{EA9DA35F-9BC0-4E08-86ED-475393902A1E}" type="presOf" srcId="{097B8911-C332-4D32-A23A-7AF8892D55B9}" destId="{3C404B93-CB5E-4CBE-B697-B10821AB501C}" srcOrd="0" destOrd="0" presId="urn:microsoft.com/office/officeart/2005/8/layout/hierarchy3"/>
    <dgm:cxn modelId="{C2EA3C41-4805-4EFD-AFF3-F229A8F1DE25}" srcId="{DAF27CCF-F346-4F17-87DF-01204DE07F07}" destId="{68021E1C-6E61-48BC-A919-156A60E569FF}" srcOrd="0" destOrd="0" parTransId="{A912E2A5-2A2B-4715-A76A-0725D43B5FCE}" sibTransId="{348BD2C6-22ED-46FB-A9F0-E4CBDB38977A}"/>
    <dgm:cxn modelId="{04C7EC62-904D-4E9E-822A-2FF61A67BBD7}" type="presOf" srcId="{8B46E9C4-6D24-4688-A903-B57C6FAB077A}" destId="{38E5BE1A-D763-49BC-9389-18C0DCB1BDB4}" srcOrd="0" destOrd="0" presId="urn:microsoft.com/office/officeart/2005/8/layout/hierarchy3"/>
    <dgm:cxn modelId="{95644065-18D5-4E02-B17F-4DCAFBD4A6F7}" type="presOf" srcId="{DAF27CCF-F346-4F17-87DF-01204DE07F07}" destId="{1580C056-47C4-4F4A-A645-488CF636B530}" srcOrd="0" destOrd="0" presId="urn:microsoft.com/office/officeart/2005/8/layout/hierarchy3"/>
    <dgm:cxn modelId="{50F0C165-5C23-4281-BD9D-7384240C48FD}" srcId="{4B60F995-C552-44E9-A5B2-8A5FE59BA0E2}" destId="{E1B2D22D-40B7-4CD4-BB28-716C030DE9F2}" srcOrd="1" destOrd="0" parTransId="{D76E1CDA-F781-425A-80DD-399235CB45F3}" sibTransId="{10D5FA7A-C72A-481C-AE38-AC939F2DA2A1}"/>
    <dgm:cxn modelId="{27FE1947-657D-4813-B719-F6CD489E4704}" type="presOf" srcId="{F4B07FAE-811C-48E4-A633-8130C2FA6BB2}" destId="{B62CFF99-0693-470F-AF78-57287060C19E}" srcOrd="0" destOrd="0" presId="urn:microsoft.com/office/officeart/2005/8/layout/hierarchy3"/>
    <dgm:cxn modelId="{7F18A171-EBD9-41DE-8B7B-1F74DFD1AA5B}" srcId="{F8EB7E83-5018-4876-861E-324A10D71FB2}" destId="{1C602287-F69E-4B49-8FE1-B3C8BEADEF46}" srcOrd="0" destOrd="0" parTransId="{554C2F3E-0300-4B2E-9ECE-9991093BF074}" sibTransId="{0F59507A-7E98-419C-BD95-987C0836AADA}"/>
    <dgm:cxn modelId="{A09C2774-8782-4E90-9A58-A7BA65EE3485}" type="presOf" srcId="{4B60F995-C552-44E9-A5B2-8A5FE59BA0E2}" destId="{5A452C27-BEDC-4837-B700-0E4B4D720B65}" srcOrd="0" destOrd="0" presId="urn:microsoft.com/office/officeart/2005/8/layout/hierarchy3"/>
    <dgm:cxn modelId="{29298074-0DA0-4997-9ECA-1A467F0BADC1}" srcId="{EB228604-1AB2-4626-AE66-E44FB5612A10}" destId="{85746500-2AD9-4531-861B-B72229FACAFB}" srcOrd="0" destOrd="0" parTransId="{FEE5C390-A4A5-496D-959C-079C069FF1EE}" sibTransId="{256B42F2-FA6E-483D-A63F-0034B41F1290}"/>
    <dgm:cxn modelId="{0D648476-35C4-4381-8FDC-8342BB4B43DF}" type="presOf" srcId="{E1B2D22D-40B7-4CD4-BB28-716C030DE9F2}" destId="{E71107DD-D4D0-4461-86AB-7295035CE288}" srcOrd="0" destOrd="0" presId="urn:microsoft.com/office/officeart/2005/8/layout/hierarchy3"/>
    <dgm:cxn modelId="{12CE1A58-EF3F-44DA-B289-C877D706766A}" srcId="{EB228604-1AB2-4626-AE66-E44FB5612A10}" destId="{5A6BD964-21B4-498C-A461-9FB8709834C6}" srcOrd="1" destOrd="0" parTransId="{A1F6AB3D-97FE-44F6-A830-2C46EAD455D7}" sibTransId="{BC35AFFB-EC42-4B3C-9E85-6097875448A0}"/>
    <dgm:cxn modelId="{DD6E037B-9383-4BD5-8EA3-3E3D1305B863}" type="presOf" srcId="{00BDF292-542E-4581-84A4-926AC1B28599}" destId="{84AFD5BB-A1DA-43D2-A27E-7C4F49BA9113}" srcOrd="0" destOrd="0" presId="urn:microsoft.com/office/officeart/2005/8/layout/hierarchy3"/>
    <dgm:cxn modelId="{EA5F317C-79C3-4359-8E36-73EFE4FAD4AF}" type="presOf" srcId="{488BC2AB-4A3E-47C4-83D1-5D17D5C22687}" destId="{5228086A-8634-4925-A5FD-41C3BAC6815A}" srcOrd="0" destOrd="0" presId="urn:microsoft.com/office/officeart/2005/8/layout/hierarchy3"/>
    <dgm:cxn modelId="{ED738F7C-BFE4-41A2-9BC8-10FC0AEE8631}" type="presOf" srcId="{F4491459-CF56-4EF9-B1FE-DE265032205E}" destId="{17035824-56E7-4BFD-B7F1-BC656BC5B929}" srcOrd="0" destOrd="0" presId="urn:microsoft.com/office/officeart/2005/8/layout/hierarchy3"/>
    <dgm:cxn modelId="{84AC8F7D-80D0-4EDE-B8C1-6A7AA46EE188}" type="presOf" srcId="{A1F6AB3D-97FE-44F6-A830-2C46EAD455D7}" destId="{3FE09350-C284-4245-9CEC-61AD4FD9CCCD}" srcOrd="0" destOrd="0" presId="urn:microsoft.com/office/officeart/2005/8/layout/hierarchy3"/>
    <dgm:cxn modelId="{C539A57D-D196-4C8D-ADA1-5FC7226FDC1C}" srcId="{F8EB7E83-5018-4876-861E-324A10D71FB2}" destId="{5335015B-4B8E-465E-84A8-024D8C182485}" srcOrd="3" destOrd="0" parTransId="{F009F439-0434-494A-8EB1-29A124FBCED2}" sibTransId="{1EBCA18F-DED2-4E08-AD2E-E66C85C75433}"/>
    <dgm:cxn modelId="{4B11E081-73BA-466F-B5AF-29941F36A777}" type="presOf" srcId="{9B0ADA2D-8F70-40F0-85A3-456A73104AB3}" destId="{7205C1D9-5354-4D4D-9CAA-372E7CAB0C99}" srcOrd="0" destOrd="0" presId="urn:microsoft.com/office/officeart/2005/8/layout/hierarchy3"/>
    <dgm:cxn modelId="{06E1C190-EB46-4539-9F06-4C4F4ED10F7B}" type="presOf" srcId="{DAF27CCF-F346-4F17-87DF-01204DE07F07}" destId="{09C1C877-919E-4B06-BC72-9C49F6F7FCC0}" srcOrd="1" destOrd="0" presId="urn:microsoft.com/office/officeart/2005/8/layout/hierarchy3"/>
    <dgm:cxn modelId="{D1939893-438B-417F-9A0C-7F3AE66E6795}" type="presOf" srcId="{2D86828C-5066-4930-8FA5-12942BDD9466}" destId="{5E21BAF0-8DCF-4AED-8B19-596FBED08E6B}" srcOrd="0" destOrd="0" presId="urn:microsoft.com/office/officeart/2005/8/layout/hierarchy3"/>
    <dgm:cxn modelId="{68C50295-0233-466F-AB97-D406722D27CB}" type="presOf" srcId="{BFC23CCE-4A33-4170-81F6-9140ABDC13B8}" destId="{2D7B11A3-5D8B-4C72-A863-6A11698D6EE7}" srcOrd="0" destOrd="0" presId="urn:microsoft.com/office/officeart/2005/8/layout/hierarchy3"/>
    <dgm:cxn modelId="{01B0789C-E41C-439C-8B6B-2ED6594265C6}" type="presOf" srcId="{A912E2A5-2A2B-4715-A76A-0725D43B5FCE}" destId="{81114065-1B6D-4434-85D9-2B0762B7A861}" srcOrd="0" destOrd="0" presId="urn:microsoft.com/office/officeart/2005/8/layout/hierarchy3"/>
    <dgm:cxn modelId="{5AD56DA7-2D84-43D4-B14B-43909AF3A5D1}" srcId="{E1B2D22D-40B7-4CD4-BB28-716C030DE9F2}" destId="{488BC2AB-4A3E-47C4-83D1-5D17D5C22687}" srcOrd="0" destOrd="0" parTransId="{097B8911-C332-4D32-A23A-7AF8892D55B9}" sibTransId="{046D17B7-E115-429A-B0FB-3D0B3419C136}"/>
    <dgm:cxn modelId="{1B35CDAE-4617-4431-A48A-7E8E13E7B0E6}" srcId="{E1B2D22D-40B7-4CD4-BB28-716C030DE9F2}" destId="{92F4AA68-8AE7-4D8C-ABEF-1F912DB9F5C1}" srcOrd="2" destOrd="0" parTransId="{9DA10443-204B-4DBE-AD67-020740E027EB}" sibTransId="{9FDAF48D-C5CB-403C-9A3A-A47287F01AA3}"/>
    <dgm:cxn modelId="{0DF156B1-37D9-4102-AC51-2C02AE988FCF}" type="presOf" srcId="{8BC94200-3685-4996-8FB9-C13E80EB1B5A}" destId="{85DA3BC3-45A4-4D91-B838-E87D0A7F5A87}" srcOrd="0" destOrd="0" presId="urn:microsoft.com/office/officeart/2005/8/layout/hierarchy3"/>
    <dgm:cxn modelId="{21B75DB2-C734-4828-96A1-FE0489CF7D73}" type="presOf" srcId="{5A6BD964-21B4-498C-A461-9FB8709834C6}" destId="{198240A1-E1FB-4F9A-BE9C-60771B333711}" srcOrd="0" destOrd="0" presId="urn:microsoft.com/office/officeart/2005/8/layout/hierarchy3"/>
    <dgm:cxn modelId="{FDA52CB4-2480-4EA8-96D8-CD2F7622306C}" srcId="{4B60F995-C552-44E9-A5B2-8A5FE59BA0E2}" destId="{F8EB7E83-5018-4876-861E-324A10D71FB2}" srcOrd="0" destOrd="0" parTransId="{E1F94DF6-6CE1-4CBD-8797-61F9D91A34DD}" sibTransId="{32043AF1-5CED-405D-92F4-F36057F97764}"/>
    <dgm:cxn modelId="{D4DABBB6-6A41-44D6-A176-4ACB8AFDBCB0}" type="presOf" srcId="{F8EB7E83-5018-4876-861E-324A10D71FB2}" destId="{84C1CE93-B831-405C-A5B7-4D0D138746AE}" srcOrd="0" destOrd="0" presId="urn:microsoft.com/office/officeart/2005/8/layout/hierarchy3"/>
    <dgm:cxn modelId="{377D11B9-EE12-4D55-9CC9-49032D9A085F}" srcId="{F8EB7E83-5018-4876-861E-324A10D71FB2}" destId="{B6796FF0-B457-4CBE-B111-027D1CFDC36B}" srcOrd="1" destOrd="0" parTransId="{F4491459-CF56-4EF9-B1FE-DE265032205E}" sibTransId="{E8A6037B-55C0-4469-B46B-DAD37333F9DC}"/>
    <dgm:cxn modelId="{1913B0BA-C045-4A70-B64F-CE7EF71B77C4}" type="presOf" srcId="{9DA10443-204B-4DBE-AD67-020740E027EB}" destId="{4227B381-8AC9-4339-A4EE-2358129BAD3B}" srcOrd="0" destOrd="0" presId="urn:microsoft.com/office/officeart/2005/8/layout/hierarchy3"/>
    <dgm:cxn modelId="{2303F4BC-7D01-444D-B378-7D002FF41135}" type="presOf" srcId="{EB228604-1AB2-4626-AE66-E44FB5612A10}" destId="{8E362F03-2B0B-4455-850A-60202EE89291}" srcOrd="0" destOrd="0" presId="urn:microsoft.com/office/officeart/2005/8/layout/hierarchy3"/>
    <dgm:cxn modelId="{9BCF8DBE-6207-4218-9A8C-93A16D304253}" type="presOf" srcId="{5335015B-4B8E-465E-84A8-024D8C182485}" destId="{DB0A56F7-3FBE-4894-91D1-382104BEB46E}" srcOrd="0" destOrd="0" presId="urn:microsoft.com/office/officeart/2005/8/layout/hierarchy3"/>
    <dgm:cxn modelId="{94220FBF-AA81-4D54-BE5E-1B9A19DB01EC}" type="presOf" srcId="{8936526A-994D-408B-B3B6-E60124609863}" destId="{4FC3CC3D-015F-4BF5-9C8A-87E8C2853AAE}" srcOrd="0" destOrd="0" presId="urn:microsoft.com/office/officeart/2005/8/layout/hierarchy3"/>
    <dgm:cxn modelId="{4FE5F4BF-1D58-45D6-9D7B-E38CC7E6E710}" type="presOf" srcId="{F8EB7E83-5018-4876-861E-324A10D71FB2}" destId="{B8157778-82C5-492F-89EA-77E41144D4C3}" srcOrd="1" destOrd="0" presId="urn:microsoft.com/office/officeart/2005/8/layout/hierarchy3"/>
    <dgm:cxn modelId="{0EF935C2-5458-483E-B684-788969C52C25}" type="presOf" srcId="{7D5D7527-1471-4E9D-894D-2EFB484EAFD9}" destId="{485ABC5E-6CCE-4ECA-857C-92153E859484}" srcOrd="0" destOrd="0" presId="urn:microsoft.com/office/officeart/2005/8/layout/hierarchy3"/>
    <dgm:cxn modelId="{C7562CC4-95E2-431F-9373-7487C3EE4BA5}" type="presOf" srcId="{06B9BEE6-758E-438B-8640-8A212CC11B3C}" destId="{790EC201-4566-47C1-AE9B-A1583BD1B994}" srcOrd="0" destOrd="0" presId="urn:microsoft.com/office/officeart/2005/8/layout/hierarchy3"/>
    <dgm:cxn modelId="{4095C4C4-FE85-48A0-AB0C-FB9285D22966}" type="presOf" srcId="{23C0AD84-A248-441C-8AD6-DB9A373015CD}" destId="{B60D38DE-85B0-4A9E-9300-68AA282CD67B}" srcOrd="0" destOrd="0" presId="urn:microsoft.com/office/officeart/2005/8/layout/hierarchy3"/>
    <dgm:cxn modelId="{8D5DE4C5-B906-4392-9EC0-032C5BB6A556}" srcId="{E1B2D22D-40B7-4CD4-BB28-716C030DE9F2}" destId="{0BF28BE8-1671-4465-89D9-437B2B3DEFD7}" srcOrd="3" destOrd="0" parTransId="{BFC23CCE-4A33-4170-81F6-9140ABDC13B8}" sibTransId="{28D01F9D-CD08-489E-80CA-A52ADD8D0E09}"/>
    <dgm:cxn modelId="{DD3A2CC7-BCB2-4B18-B261-84C97BE2D30F}" srcId="{DAF27CCF-F346-4F17-87DF-01204DE07F07}" destId="{9B0ADA2D-8F70-40F0-85A3-456A73104AB3}" srcOrd="2" destOrd="0" parTransId="{602A8A5D-857D-445A-8522-958AF7FA9957}" sibTransId="{BCBF5E26-B0EA-412B-BF6A-270C3607CAE7}"/>
    <dgm:cxn modelId="{2B2438CC-B965-40BF-A112-8862CD16DE26}" srcId="{DAF27CCF-F346-4F17-87DF-01204DE07F07}" destId="{6AA7F6EB-2E1F-4134-91A9-E12B7495BDCC}" srcOrd="3" destOrd="0" parTransId="{00BDF292-542E-4581-84A4-926AC1B28599}" sibTransId="{120F07B0-AA9D-4240-A590-22192395FA7D}"/>
    <dgm:cxn modelId="{AC955AD2-16CB-488C-AEBD-D5EB4F21E431}" type="presOf" srcId="{1C602287-F69E-4B49-8FE1-B3C8BEADEF46}" destId="{B537F7A0-62D8-4DC8-9E10-15751FCA70FE}" srcOrd="0" destOrd="0" presId="urn:microsoft.com/office/officeart/2005/8/layout/hierarchy3"/>
    <dgm:cxn modelId="{8C0DDAD4-6C99-435B-BF92-A454C32B1C02}" srcId="{E1B2D22D-40B7-4CD4-BB28-716C030DE9F2}" destId="{23C0AD84-A248-441C-8AD6-DB9A373015CD}" srcOrd="1" destOrd="0" parTransId="{7D5D7527-1471-4E9D-894D-2EFB484EAFD9}" sibTransId="{5AF230E2-5CAC-4342-8D20-A96AA412A7FD}"/>
    <dgm:cxn modelId="{C07563DE-91A1-4DCC-859B-F41B00477C9B}" type="presOf" srcId="{B6796FF0-B457-4CBE-B111-027D1CFDC36B}" destId="{485EDE60-5AC0-479B-8651-62A3F68E1E3F}" srcOrd="0" destOrd="0" presId="urn:microsoft.com/office/officeart/2005/8/layout/hierarchy3"/>
    <dgm:cxn modelId="{94251EE0-D838-46CB-AD46-E1D6F561F9A7}" srcId="{4B60F995-C552-44E9-A5B2-8A5FE59BA0E2}" destId="{DAF27CCF-F346-4F17-87DF-01204DE07F07}" srcOrd="3" destOrd="0" parTransId="{D1F79428-2C86-45C2-850A-D7AAA9680D6D}" sibTransId="{4524B33A-85C3-4257-8C11-A3A9C78C3736}"/>
    <dgm:cxn modelId="{A221B6E2-82E0-49C9-A820-78C5BD8527B8}" type="presOf" srcId="{6AA7F6EB-2E1F-4134-91A9-E12B7495BDCC}" destId="{CC5A58D1-CD1F-400D-A503-D596C6C66987}" srcOrd="0" destOrd="0" presId="urn:microsoft.com/office/officeart/2005/8/layout/hierarchy3"/>
    <dgm:cxn modelId="{ECFDF1E5-459B-4FD0-B222-0F6122783A3A}" type="presOf" srcId="{554C2F3E-0300-4B2E-9ECE-9991093BF074}" destId="{BE248F28-3343-4EC7-8C85-496C9E7950B7}" srcOrd="0" destOrd="0" presId="urn:microsoft.com/office/officeart/2005/8/layout/hierarchy3"/>
    <dgm:cxn modelId="{A4DDF7EF-6832-4613-988F-9946326585D9}" srcId="{4B60F995-C552-44E9-A5B2-8A5FE59BA0E2}" destId="{EB228604-1AB2-4626-AE66-E44FB5612A10}" srcOrd="2" destOrd="0" parTransId="{95762966-0666-478F-95CE-4A2D62B3D35C}" sibTransId="{1FD216E9-7843-44AC-A49A-9B20A779119F}"/>
    <dgm:cxn modelId="{1900C9F0-BC3D-4777-AAB9-21838EBCCE99}" type="presOf" srcId="{EB228604-1AB2-4626-AE66-E44FB5612A10}" destId="{F12A9458-3FAC-458A-B433-6E8C26A661FD}" srcOrd="1" destOrd="0" presId="urn:microsoft.com/office/officeart/2005/8/layout/hierarchy3"/>
    <dgm:cxn modelId="{543850BC-EEA5-4001-BF96-0AC86DBDA620}" type="presParOf" srcId="{5A452C27-BEDC-4837-B700-0E4B4D720B65}" destId="{22C0EDB9-72E3-4DF1-A955-D550CED505B0}" srcOrd="0" destOrd="0" presId="urn:microsoft.com/office/officeart/2005/8/layout/hierarchy3"/>
    <dgm:cxn modelId="{9530D00D-6694-4A10-B7A5-EEFB652EA51E}" type="presParOf" srcId="{22C0EDB9-72E3-4DF1-A955-D550CED505B0}" destId="{C5AA222D-DB47-4BC3-A40A-0A86C9E03A79}" srcOrd="0" destOrd="0" presId="urn:microsoft.com/office/officeart/2005/8/layout/hierarchy3"/>
    <dgm:cxn modelId="{3F08B54A-6282-4F6E-B7B7-C7A7B9C84BA3}" type="presParOf" srcId="{C5AA222D-DB47-4BC3-A40A-0A86C9E03A79}" destId="{84C1CE93-B831-405C-A5B7-4D0D138746AE}" srcOrd="0" destOrd="0" presId="urn:microsoft.com/office/officeart/2005/8/layout/hierarchy3"/>
    <dgm:cxn modelId="{2F74B32A-8FF1-41EF-8CB7-32ADE56E6567}" type="presParOf" srcId="{C5AA222D-DB47-4BC3-A40A-0A86C9E03A79}" destId="{B8157778-82C5-492F-89EA-77E41144D4C3}" srcOrd="1" destOrd="0" presId="urn:microsoft.com/office/officeart/2005/8/layout/hierarchy3"/>
    <dgm:cxn modelId="{D6A08A88-A1C9-4BC9-B024-4514CDD878E7}" type="presParOf" srcId="{22C0EDB9-72E3-4DF1-A955-D550CED505B0}" destId="{BD1EDEE4-4916-4C6A-906B-EC5A83BAB812}" srcOrd="1" destOrd="0" presId="urn:microsoft.com/office/officeart/2005/8/layout/hierarchy3"/>
    <dgm:cxn modelId="{28088329-EBF2-4759-8EED-89717EE7D9C2}" type="presParOf" srcId="{BD1EDEE4-4916-4C6A-906B-EC5A83BAB812}" destId="{BE248F28-3343-4EC7-8C85-496C9E7950B7}" srcOrd="0" destOrd="0" presId="urn:microsoft.com/office/officeart/2005/8/layout/hierarchy3"/>
    <dgm:cxn modelId="{E693E3F0-DC3C-4CE2-849C-1A2828996B14}" type="presParOf" srcId="{BD1EDEE4-4916-4C6A-906B-EC5A83BAB812}" destId="{B537F7A0-62D8-4DC8-9E10-15751FCA70FE}" srcOrd="1" destOrd="0" presId="urn:microsoft.com/office/officeart/2005/8/layout/hierarchy3"/>
    <dgm:cxn modelId="{99F9D7F3-0893-4516-BFBA-B527B5D89C8C}" type="presParOf" srcId="{BD1EDEE4-4916-4C6A-906B-EC5A83BAB812}" destId="{17035824-56E7-4BFD-B7F1-BC656BC5B929}" srcOrd="2" destOrd="0" presId="urn:microsoft.com/office/officeart/2005/8/layout/hierarchy3"/>
    <dgm:cxn modelId="{AB021719-487A-4687-9D6B-448326DCD9CC}" type="presParOf" srcId="{BD1EDEE4-4916-4C6A-906B-EC5A83BAB812}" destId="{485EDE60-5AC0-479B-8651-62A3F68E1E3F}" srcOrd="3" destOrd="0" presId="urn:microsoft.com/office/officeart/2005/8/layout/hierarchy3"/>
    <dgm:cxn modelId="{40C02AD2-B9A8-4078-B493-77694EC44006}" type="presParOf" srcId="{BD1EDEE4-4916-4C6A-906B-EC5A83BAB812}" destId="{B62CFF99-0693-470F-AF78-57287060C19E}" srcOrd="4" destOrd="0" presId="urn:microsoft.com/office/officeart/2005/8/layout/hierarchy3"/>
    <dgm:cxn modelId="{65712FBE-0DD9-46F7-9752-6E1A7FA15836}" type="presParOf" srcId="{BD1EDEE4-4916-4C6A-906B-EC5A83BAB812}" destId="{85DA3BC3-45A4-4D91-B838-E87D0A7F5A87}" srcOrd="5" destOrd="0" presId="urn:microsoft.com/office/officeart/2005/8/layout/hierarchy3"/>
    <dgm:cxn modelId="{A1440EDB-D832-4B9A-8EDC-DE400F30C570}" type="presParOf" srcId="{BD1EDEE4-4916-4C6A-906B-EC5A83BAB812}" destId="{7553D8A0-F583-4713-A6D1-7AA4DB681302}" srcOrd="6" destOrd="0" presId="urn:microsoft.com/office/officeart/2005/8/layout/hierarchy3"/>
    <dgm:cxn modelId="{9EF81793-6E37-4D05-975B-81804D7A97B0}" type="presParOf" srcId="{BD1EDEE4-4916-4C6A-906B-EC5A83BAB812}" destId="{DB0A56F7-3FBE-4894-91D1-382104BEB46E}" srcOrd="7" destOrd="0" presId="urn:microsoft.com/office/officeart/2005/8/layout/hierarchy3"/>
    <dgm:cxn modelId="{307F2232-4177-40D7-BA9F-940CBC912443}" type="presParOf" srcId="{5A452C27-BEDC-4837-B700-0E4B4D720B65}" destId="{13BED09A-DC54-4DB2-BBEC-FBBBBDC4B2AC}" srcOrd="1" destOrd="0" presId="urn:microsoft.com/office/officeart/2005/8/layout/hierarchy3"/>
    <dgm:cxn modelId="{3DA0A101-CD4D-4F5E-8695-33D924AFC8E1}" type="presParOf" srcId="{13BED09A-DC54-4DB2-BBEC-FBBBBDC4B2AC}" destId="{DE03461D-AA2D-4629-9208-00AA8539EEF8}" srcOrd="0" destOrd="0" presId="urn:microsoft.com/office/officeart/2005/8/layout/hierarchy3"/>
    <dgm:cxn modelId="{9E04FB79-8C0D-4539-8AC0-5364346481B0}" type="presParOf" srcId="{DE03461D-AA2D-4629-9208-00AA8539EEF8}" destId="{E71107DD-D4D0-4461-86AB-7295035CE288}" srcOrd="0" destOrd="0" presId="urn:microsoft.com/office/officeart/2005/8/layout/hierarchy3"/>
    <dgm:cxn modelId="{D804183E-CFC1-4396-99C7-71A45D82E748}" type="presParOf" srcId="{DE03461D-AA2D-4629-9208-00AA8539EEF8}" destId="{D006AF69-2636-480A-9112-38BFDF793E8D}" srcOrd="1" destOrd="0" presId="urn:microsoft.com/office/officeart/2005/8/layout/hierarchy3"/>
    <dgm:cxn modelId="{0C8EF9D3-F011-4866-8783-DE6931DB91B1}" type="presParOf" srcId="{13BED09A-DC54-4DB2-BBEC-FBBBBDC4B2AC}" destId="{BD2D7921-E41B-41A7-BBBB-BE255201558F}" srcOrd="1" destOrd="0" presId="urn:microsoft.com/office/officeart/2005/8/layout/hierarchy3"/>
    <dgm:cxn modelId="{D7A7E8FC-FAAC-4CB9-88F6-5DA204AE9E6E}" type="presParOf" srcId="{BD2D7921-E41B-41A7-BBBB-BE255201558F}" destId="{3C404B93-CB5E-4CBE-B697-B10821AB501C}" srcOrd="0" destOrd="0" presId="urn:microsoft.com/office/officeart/2005/8/layout/hierarchy3"/>
    <dgm:cxn modelId="{86435BA0-5F7F-4C35-9B0E-27B5FC79E9D8}" type="presParOf" srcId="{BD2D7921-E41B-41A7-BBBB-BE255201558F}" destId="{5228086A-8634-4925-A5FD-41C3BAC6815A}" srcOrd="1" destOrd="0" presId="urn:microsoft.com/office/officeart/2005/8/layout/hierarchy3"/>
    <dgm:cxn modelId="{3F12C550-53C4-4791-AA8D-6266E2301360}" type="presParOf" srcId="{BD2D7921-E41B-41A7-BBBB-BE255201558F}" destId="{485ABC5E-6CCE-4ECA-857C-92153E859484}" srcOrd="2" destOrd="0" presId="urn:microsoft.com/office/officeart/2005/8/layout/hierarchy3"/>
    <dgm:cxn modelId="{49D7F87C-1C83-4F67-9793-04DBFA874DD2}" type="presParOf" srcId="{BD2D7921-E41B-41A7-BBBB-BE255201558F}" destId="{B60D38DE-85B0-4A9E-9300-68AA282CD67B}" srcOrd="3" destOrd="0" presId="urn:microsoft.com/office/officeart/2005/8/layout/hierarchy3"/>
    <dgm:cxn modelId="{45059C12-AD89-4205-9A8E-1235554CB208}" type="presParOf" srcId="{BD2D7921-E41B-41A7-BBBB-BE255201558F}" destId="{4227B381-8AC9-4339-A4EE-2358129BAD3B}" srcOrd="4" destOrd="0" presId="urn:microsoft.com/office/officeart/2005/8/layout/hierarchy3"/>
    <dgm:cxn modelId="{FA60D5CA-781E-4CDB-99E3-F443FBAE966E}" type="presParOf" srcId="{BD2D7921-E41B-41A7-BBBB-BE255201558F}" destId="{C8D23087-9288-4261-A893-955DCA584D6B}" srcOrd="5" destOrd="0" presId="urn:microsoft.com/office/officeart/2005/8/layout/hierarchy3"/>
    <dgm:cxn modelId="{52D51450-BEA9-407F-96A5-506B780AA494}" type="presParOf" srcId="{BD2D7921-E41B-41A7-BBBB-BE255201558F}" destId="{2D7B11A3-5D8B-4C72-A863-6A11698D6EE7}" srcOrd="6" destOrd="0" presId="urn:microsoft.com/office/officeart/2005/8/layout/hierarchy3"/>
    <dgm:cxn modelId="{EAD9A0A6-0773-4568-AB50-F5EFB63C27E9}" type="presParOf" srcId="{BD2D7921-E41B-41A7-BBBB-BE255201558F}" destId="{E6ACB0A8-C074-429C-9DC8-3690FC920D9C}" srcOrd="7" destOrd="0" presId="urn:microsoft.com/office/officeart/2005/8/layout/hierarchy3"/>
    <dgm:cxn modelId="{FA380A43-1861-4284-8842-21A4ADB97444}" type="presParOf" srcId="{5A452C27-BEDC-4837-B700-0E4B4D720B65}" destId="{8384D7EE-92F2-4F7D-9EF0-4E867BC8E592}" srcOrd="2" destOrd="0" presId="urn:microsoft.com/office/officeart/2005/8/layout/hierarchy3"/>
    <dgm:cxn modelId="{BFAD9353-50AD-4421-9F15-436F88F9E12B}" type="presParOf" srcId="{8384D7EE-92F2-4F7D-9EF0-4E867BC8E592}" destId="{6B0609F7-40B8-4989-8363-1CF176432459}" srcOrd="0" destOrd="0" presId="urn:microsoft.com/office/officeart/2005/8/layout/hierarchy3"/>
    <dgm:cxn modelId="{B14DF2F5-DD97-45BF-8F0E-A918FB6F4762}" type="presParOf" srcId="{6B0609F7-40B8-4989-8363-1CF176432459}" destId="{8E362F03-2B0B-4455-850A-60202EE89291}" srcOrd="0" destOrd="0" presId="urn:microsoft.com/office/officeart/2005/8/layout/hierarchy3"/>
    <dgm:cxn modelId="{5CE2AC5A-CD23-4654-AEAB-7829A923075E}" type="presParOf" srcId="{6B0609F7-40B8-4989-8363-1CF176432459}" destId="{F12A9458-3FAC-458A-B433-6E8C26A661FD}" srcOrd="1" destOrd="0" presId="urn:microsoft.com/office/officeart/2005/8/layout/hierarchy3"/>
    <dgm:cxn modelId="{1FB48E34-A726-4569-B616-2132452A3816}" type="presParOf" srcId="{8384D7EE-92F2-4F7D-9EF0-4E867BC8E592}" destId="{53D5CD8A-B90A-4EC3-9FC6-6BF350AF962E}" srcOrd="1" destOrd="0" presId="urn:microsoft.com/office/officeart/2005/8/layout/hierarchy3"/>
    <dgm:cxn modelId="{ED333464-87FE-4C96-A984-BB56B99C5282}" type="presParOf" srcId="{53D5CD8A-B90A-4EC3-9FC6-6BF350AF962E}" destId="{CE173AB7-D117-4F0D-91C1-C5A8AE95CA51}" srcOrd="0" destOrd="0" presId="urn:microsoft.com/office/officeart/2005/8/layout/hierarchy3"/>
    <dgm:cxn modelId="{87B6A19C-43D4-4D9F-9F4F-1D7F31860DAC}" type="presParOf" srcId="{53D5CD8A-B90A-4EC3-9FC6-6BF350AF962E}" destId="{A9061EFE-5ECD-4019-8D9A-4278C5E67462}" srcOrd="1" destOrd="0" presId="urn:microsoft.com/office/officeart/2005/8/layout/hierarchy3"/>
    <dgm:cxn modelId="{EDC929FA-BE6E-4031-AFB0-6E25AF9AB1F9}" type="presParOf" srcId="{53D5CD8A-B90A-4EC3-9FC6-6BF350AF962E}" destId="{3FE09350-C284-4245-9CEC-61AD4FD9CCCD}" srcOrd="2" destOrd="0" presId="urn:microsoft.com/office/officeart/2005/8/layout/hierarchy3"/>
    <dgm:cxn modelId="{2581C90E-AA62-487F-81E8-C9633BD5FCCC}" type="presParOf" srcId="{53D5CD8A-B90A-4EC3-9FC6-6BF350AF962E}" destId="{198240A1-E1FB-4F9A-BE9C-60771B333711}" srcOrd="3" destOrd="0" presId="urn:microsoft.com/office/officeart/2005/8/layout/hierarchy3"/>
    <dgm:cxn modelId="{F00A9A5D-629B-4073-8768-136007526F61}" type="presParOf" srcId="{53D5CD8A-B90A-4EC3-9FC6-6BF350AF962E}" destId="{790EC201-4566-47C1-AE9B-A1583BD1B994}" srcOrd="4" destOrd="0" presId="urn:microsoft.com/office/officeart/2005/8/layout/hierarchy3"/>
    <dgm:cxn modelId="{7076BFE1-808E-40DD-BFD5-7099C34B8656}" type="presParOf" srcId="{53D5CD8A-B90A-4EC3-9FC6-6BF350AF962E}" destId="{38E5BE1A-D763-49BC-9389-18C0DCB1BDB4}" srcOrd="5" destOrd="0" presId="urn:microsoft.com/office/officeart/2005/8/layout/hierarchy3"/>
    <dgm:cxn modelId="{9BB39986-22F1-42AC-92C5-D5B966780BE2}" type="presParOf" srcId="{5A452C27-BEDC-4837-B700-0E4B4D720B65}" destId="{1D50275C-23EC-4518-BBFC-DCA547895799}" srcOrd="3" destOrd="0" presId="urn:microsoft.com/office/officeart/2005/8/layout/hierarchy3"/>
    <dgm:cxn modelId="{4BFE7F01-EFC4-489F-85EA-18FB18870486}" type="presParOf" srcId="{1D50275C-23EC-4518-BBFC-DCA547895799}" destId="{7AFA4AB2-F89A-41AE-9FAE-25DF694ED7B9}" srcOrd="0" destOrd="0" presId="urn:microsoft.com/office/officeart/2005/8/layout/hierarchy3"/>
    <dgm:cxn modelId="{FFC1E27C-1778-4959-9032-7C301AFAF8BC}" type="presParOf" srcId="{7AFA4AB2-F89A-41AE-9FAE-25DF694ED7B9}" destId="{1580C056-47C4-4F4A-A645-488CF636B530}" srcOrd="0" destOrd="0" presId="urn:microsoft.com/office/officeart/2005/8/layout/hierarchy3"/>
    <dgm:cxn modelId="{B1018B2C-3C6D-4D21-92B0-E6E15CE1C258}" type="presParOf" srcId="{7AFA4AB2-F89A-41AE-9FAE-25DF694ED7B9}" destId="{09C1C877-919E-4B06-BC72-9C49F6F7FCC0}" srcOrd="1" destOrd="0" presId="urn:microsoft.com/office/officeart/2005/8/layout/hierarchy3"/>
    <dgm:cxn modelId="{B5FA5ACD-6683-4769-883F-A39FCD379271}" type="presParOf" srcId="{1D50275C-23EC-4518-BBFC-DCA547895799}" destId="{6CE0A6DA-626C-490F-A50B-CF7A918B514B}" srcOrd="1" destOrd="0" presId="urn:microsoft.com/office/officeart/2005/8/layout/hierarchy3"/>
    <dgm:cxn modelId="{264A72BD-74B1-459B-BD10-67589601C386}" type="presParOf" srcId="{6CE0A6DA-626C-490F-A50B-CF7A918B514B}" destId="{81114065-1B6D-4434-85D9-2B0762B7A861}" srcOrd="0" destOrd="0" presId="urn:microsoft.com/office/officeart/2005/8/layout/hierarchy3"/>
    <dgm:cxn modelId="{5ED0105E-9ABB-4150-B57A-6D2802051663}" type="presParOf" srcId="{6CE0A6DA-626C-490F-A50B-CF7A918B514B}" destId="{2C183773-746C-4064-B8AB-636E426A88F6}" srcOrd="1" destOrd="0" presId="urn:microsoft.com/office/officeart/2005/8/layout/hierarchy3"/>
    <dgm:cxn modelId="{B461638C-EE5F-4A33-BA2C-062318C474D2}" type="presParOf" srcId="{6CE0A6DA-626C-490F-A50B-CF7A918B514B}" destId="{6324BE4C-D2FD-43C4-B547-85E1AB21ED98}" srcOrd="2" destOrd="0" presId="urn:microsoft.com/office/officeart/2005/8/layout/hierarchy3"/>
    <dgm:cxn modelId="{2112017C-D1AB-4719-A772-7D5C04A7808F}" type="presParOf" srcId="{6CE0A6DA-626C-490F-A50B-CF7A918B514B}" destId="{5E21BAF0-8DCF-4AED-8B19-596FBED08E6B}" srcOrd="3" destOrd="0" presId="urn:microsoft.com/office/officeart/2005/8/layout/hierarchy3"/>
    <dgm:cxn modelId="{B3FEF0E8-CD3E-4448-82E8-B27E53AA0C26}" type="presParOf" srcId="{6CE0A6DA-626C-490F-A50B-CF7A918B514B}" destId="{3B24FBE9-C08A-47CF-B09D-34CB76E7AAB1}" srcOrd="4" destOrd="0" presId="urn:microsoft.com/office/officeart/2005/8/layout/hierarchy3"/>
    <dgm:cxn modelId="{DA16686A-F020-4DB2-B881-F6BDFB7445A7}" type="presParOf" srcId="{6CE0A6DA-626C-490F-A50B-CF7A918B514B}" destId="{7205C1D9-5354-4D4D-9CAA-372E7CAB0C99}" srcOrd="5" destOrd="0" presId="urn:microsoft.com/office/officeart/2005/8/layout/hierarchy3"/>
    <dgm:cxn modelId="{E5CD3A4E-6D61-4695-957A-58FE1274BB39}" type="presParOf" srcId="{6CE0A6DA-626C-490F-A50B-CF7A918B514B}" destId="{84AFD5BB-A1DA-43D2-A27E-7C4F49BA9113}" srcOrd="6" destOrd="0" presId="urn:microsoft.com/office/officeart/2005/8/layout/hierarchy3"/>
    <dgm:cxn modelId="{C2837F47-A51A-4187-9046-C427762E47C1}" type="presParOf" srcId="{6CE0A6DA-626C-490F-A50B-CF7A918B514B}" destId="{CC5A58D1-CD1F-400D-A503-D596C6C66987}" srcOrd="7" destOrd="0" presId="urn:microsoft.com/office/officeart/2005/8/layout/hierarchy3"/>
    <dgm:cxn modelId="{B2D560EF-1A57-40EC-9B42-28C116256AA4}" type="presParOf" srcId="{6CE0A6DA-626C-490F-A50B-CF7A918B514B}" destId="{4FC3CC3D-015F-4BF5-9C8A-87E8C2853AAE}" srcOrd="8" destOrd="0" presId="urn:microsoft.com/office/officeart/2005/8/layout/hierarchy3"/>
    <dgm:cxn modelId="{920240CA-B72F-4250-9301-74CE6E46C9AD}" type="presParOf" srcId="{6CE0A6DA-626C-490F-A50B-CF7A918B514B}" destId="{D17A25E7-1C89-4937-9C3C-A08449347A41}" srcOrd="9"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8.xml><?xml version="1.0" encoding="utf-8"?>
<dgm:dataModel xmlns:dgm="http://schemas.openxmlformats.org/drawingml/2006/diagram" xmlns:a="http://schemas.openxmlformats.org/drawingml/2006/main">
  <dgm:ptLst>
    <dgm:pt modelId="{7C248052-34A3-4448-917F-BBCEF2D045F7}" type="doc">
      <dgm:prSet loTypeId="urn:microsoft.com/office/officeart/2005/8/layout/hierarchy3" loCatId="list" qsTypeId="urn:microsoft.com/office/officeart/2005/8/quickstyle/simple1" qsCatId="simple" csTypeId="urn:microsoft.com/office/officeart/2005/8/colors/accent1_2" csCatId="accent1" phldr="1"/>
      <dgm:spPr/>
      <dgm:t>
        <a:bodyPr/>
        <a:lstStyle/>
        <a:p>
          <a:endParaRPr lang="en-US"/>
        </a:p>
      </dgm:t>
    </dgm:pt>
    <dgm:pt modelId="{AFBFECAF-6329-4A83-BCC0-183493CF02DE}">
      <dgm:prSet phldrT="[Text]"/>
      <dgm:spPr/>
      <dgm:t>
        <a:bodyPr/>
        <a:lstStyle/>
        <a:p>
          <a:r>
            <a:rPr lang="en-US" dirty="0"/>
            <a:t>Data cleaning</a:t>
          </a:r>
        </a:p>
      </dgm:t>
    </dgm:pt>
    <dgm:pt modelId="{0EC60E07-1A15-441B-BF8A-247EBE66D65D}" type="parTrans" cxnId="{37B5C85A-65B8-4379-AFCF-559B9737108F}">
      <dgm:prSet/>
      <dgm:spPr/>
      <dgm:t>
        <a:bodyPr/>
        <a:lstStyle/>
        <a:p>
          <a:endParaRPr lang="en-US"/>
        </a:p>
      </dgm:t>
    </dgm:pt>
    <dgm:pt modelId="{464C3BBA-50E0-448F-991E-FF8855A6B9EA}" type="sibTrans" cxnId="{37B5C85A-65B8-4379-AFCF-559B9737108F}">
      <dgm:prSet/>
      <dgm:spPr/>
      <dgm:t>
        <a:bodyPr/>
        <a:lstStyle/>
        <a:p>
          <a:endParaRPr lang="en-US"/>
        </a:p>
      </dgm:t>
    </dgm:pt>
    <dgm:pt modelId="{2F6E7D45-35ED-4FC9-BD31-EA2ADEE0BDF7}">
      <dgm:prSet phldrT="[Text]"/>
      <dgm:spPr/>
      <dgm:t>
        <a:bodyPr/>
        <a:lstStyle/>
        <a:p>
          <a:r>
            <a:rPr lang="en-US" dirty="0"/>
            <a:t>Remove numbers</a:t>
          </a:r>
        </a:p>
      </dgm:t>
    </dgm:pt>
    <dgm:pt modelId="{E7FED030-5EBB-4AA0-A2A9-0EECA0324F01}" type="parTrans" cxnId="{702AEFEF-A5A0-483E-881D-372671497E80}">
      <dgm:prSet/>
      <dgm:spPr/>
      <dgm:t>
        <a:bodyPr/>
        <a:lstStyle/>
        <a:p>
          <a:endParaRPr lang="en-US"/>
        </a:p>
      </dgm:t>
    </dgm:pt>
    <dgm:pt modelId="{A5A1645F-D7ED-4184-82AC-97D5EA3CD58D}" type="sibTrans" cxnId="{702AEFEF-A5A0-483E-881D-372671497E80}">
      <dgm:prSet/>
      <dgm:spPr/>
      <dgm:t>
        <a:bodyPr/>
        <a:lstStyle/>
        <a:p>
          <a:endParaRPr lang="en-US"/>
        </a:p>
      </dgm:t>
    </dgm:pt>
    <dgm:pt modelId="{664D0784-516A-4F29-8806-71CDD43E29D7}">
      <dgm:prSet phldrT="[Text]"/>
      <dgm:spPr/>
      <dgm:t>
        <a:bodyPr/>
        <a:lstStyle/>
        <a:p>
          <a:r>
            <a:rPr lang="en-US" dirty="0"/>
            <a:t>1 char &amp; 2 char words</a:t>
          </a:r>
        </a:p>
      </dgm:t>
    </dgm:pt>
    <dgm:pt modelId="{27DEDA23-57F4-4A56-9F5A-76D0FA5A2877}" type="parTrans" cxnId="{722709EC-1FA9-4021-B418-7C85F0FEAA3A}">
      <dgm:prSet/>
      <dgm:spPr/>
      <dgm:t>
        <a:bodyPr/>
        <a:lstStyle/>
        <a:p>
          <a:endParaRPr lang="en-US"/>
        </a:p>
      </dgm:t>
    </dgm:pt>
    <dgm:pt modelId="{D7E927BF-8082-4A35-9DD3-2406FC9AB8D6}" type="sibTrans" cxnId="{722709EC-1FA9-4021-B418-7C85F0FEAA3A}">
      <dgm:prSet/>
      <dgm:spPr/>
      <dgm:t>
        <a:bodyPr/>
        <a:lstStyle/>
        <a:p>
          <a:endParaRPr lang="en-US"/>
        </a:p>
      </dgm:t>
    </dgm:pt>
    <dgm:pt modelId="{9891C2BF-7C48-486E-984F-9F5B4E260C67}">
      <dgm:prSet phldrT="[Text]"/>
      <dgm:spPr/>
      <dgm:t>
        <a:bodyPr/>
        <a:lstStyle/>
        <a:p>
          <a:r>
            <a:rPr lang="en-US" dirty="0"/>
            <a:t>Evaluation metric</a:t>
          </a:r>
        </a:p>
      </dgm:t>
    </dgm:pt>
    <dgm:pt modelId="{E2847E06-EC93-4F97-9608-F0DA51C633E8}" type="parTrans" cxnId="{968BDCCA-FCA0-476F-8E89-F0B3E75FBB2A}">
      <dgm:prSet/>
      <dgm:spPr/>
      <dgm:t>
        <a:bodyPr/>
        <a:lstStyle/>
        <a:p>
          <a:endParaRPr lang="en-US"/>
        </a:p>
      </dgm:t>
    </dgm:pt>
    <dgm:pt modelId="{7C24334F-D46F-4CE6-A799-F652563A5B55}" type="sibTrans" cxnId="{968BDCCA-FCA0-476F-8E89-F0B3E75FBB2A}">
      <dgm:prSet/>
      <dgm:spPr/>
      <dgm:t>
        <a:bodyPr/>
        <a:lstStyle/>
        <a:p>
          <a:endParaRPr lang="en-US"/>
        </a:p>
      </dgm:t>
    </dgm:pt>
    <dgm:pt modelId="{ABA73D94-1EDC-4D74-864D-5DCBB5750530}">
      <dgm:prSet phldrT="[Text]"/>
      <dgm:spPr/>
      <dgm:t>
        <a:bodyPr/>
        <a:lstStyle/>
        <a:p>
          <a:r>
            <a:rPr lang="en-US" dirty="0"/>
            <a:t>Fuzzy score</a:t>
          </a:r>
        </a:p>
      </dgm:t>
    </dgm:pt>
    <dgm:pt modelId="{3FD06531-2B88-46C0-80AA-94C9C9132990}" type="parTrans" cxnId="{738D238C-2496-4B70-B34B-E7FC0D021507}">
      <dgm:prSet/>
      <dgm:spPr/>
      <dgm:t>
        <a:bodyPr/>
        <a:lstStyle/>
        <a:p>
          <a:endParaRPr lang="en-US"/>
        </a:p>
      </dgm:t>
    </dgm:pt>
    <dgm:pt modelId="{2BF583AE-CBBF-4BAE-BA9A-78B691CFB917}" type="sibTrans" cxnId="{738D238C-2496-4B70-B34B-E7FC0D021507}">
      <dgm:prSet/>
      <dgm:spPr/>
      <dgm:t>
        <a:bodyPr/>
        <a:lstStyle/>
        <a:p>
          <a:endParaRPr lang="en-US"/>
        </a:p>
      </dgm:t>
    </dgm:pt>
    <dgm:pt modelId="{93B1556F-8C61-4831-ABC4-6298061D46EF}">
      <dgm:prSet phldrT="[Text]"/>
      <dgm:spPr/>
      <dgm:t>
        <a:bodyPr/>
        <a:lstStyle/>
        <a:p>
          <a:r>
            <a:rPr lang="en-US" dirty="0"/>
            <a:t>Trust Factor Category</a:t>
          </a:r>
        </a:p>
      </dgm:t>
    </dgm:pt>
    <dgm:pt modelId="{A22C3AD0-BDF0-4475-A0D6-6EAB8A1B3027}" type="parTrans" cxnId="{75E852CB-BD07-4A90-84A8-59E0CA779D13}">
      <dgm:prSet/>
      <dgm:spPr/>
      <dgm:t>
        <a:bodyPr/>
        <a:lstStyle/>
        <a:p>
          <a:endParaRPr lang="en-US"/>
        </a:p>
      </dgm:t>
    </dgm:pt>
    <dgm:pt modelId="{B481B4EB-1208-42D6-A56C-F0A8CC1E007C}" type="sibTrans" cxnId="{75E852CB-BD07-4A90-84A8-59E0CA779D13}">
      <dgm:prSet/>
      <dgm:spPr/>
      <dgm:t>
        <a:bodyPr/>
        <a:lstStyle/>
        <a:p>
          <a:endParaRPr lang="en-US"/>
        </a:p>
      </dgm:t>
    </dgm:pt>
    <dgm:pt modelId="{962A0DDB-AE10-4B64-8B46-6BB641248D68}">
      <dgm:prSet phldrT="[Text]"/>
      <dgm:spPr/>
      <dgm:t>
        <a:bodyPr/>
        <a:lstStyle/>
        <a:p>
          <a:r>
            <a:rPr lang="en-US" dirty="0"/>
            <a:t>All correction list</a:t>
          </a:r>
        </a:p>
      </dgm:t>
    </dgm:pt>
    <dgm:pt modelId="{70293BFB-EDCF-4306-A311-17D191F52900}" type="parTrans" cxnId="{44963FC4-2F2A-4552-B09E-731996112B5E}">
      <dgm:prSet/>
      <dgm:spPr/>
      <dgm:t>
        <a:bodyPr/>
        <a:lstStyle/>
        <a:p>
          <a:endParaRPr lang="en-US"/>
        </a:p>
      </dgm:t>
    </dgm:pt>
    <dgm:pt modelId="{A712A065-3F52-427E-AA3B-89C72D5E6947}" type="sibTrans" cxnId="{44963FC4-2F2A-4552-B09E-731996112B5E}">
      <dgm:prSet/>
      <dgm:spPr/>
      <dgm:t>
        <a:bodyPr/>
        <a:lstStyle/>
        <a:p>
          <a:endParaRPr lang="en-US"/>
        </a:p>
      </dgm:t>
    </dgm:pt>
    <dgm:pt modelId="{40BA5E19-32A8-48ED-BBEF-640275C5C209}">
      <dgm:prSet phldrT="[Text]"/>
      <dgm:spPr/>
      <dgm:t>
        <a:bodyPr/>
        <a:lstStyle/>
        <a:p>
          <a:r>
            <a:rPr lang="en-US" dirty="0"/>
            <a:t>Manual list</a:t>
          </a:r>
        </a:p>
      </dgm:t>
    </dgm:pt>
    <dgm:pt modelId="{CC1D9D71-70E0-4F7F-968A-FCC4586EF13B}" type="parTrans" cxnId="{BB17469E-A7E3-4561-8595-4A794D0E96E8}">
      <dgm:prSet/>
      <dgm:spPr/>
      <dgm:t>
        <a:bodyPr/>
        <a:lstStyle/>
        <a:p>
          <a:endParaRPr lang="en-US"/>
        </a:p>
      </dgm:t>
    </dgm:pt>
    <dgm:pt modelId="{37BF42FF-B068-4D8E-9B6F-9B9AD5F2B130}" type="sibTrans" cxnId="{BB17469E-A7E3-4561-8595-4A794D0E96E8}">
      <dgm:prSet/>
      <dgm:spPr/>
      <dgm:t>
        <a:bodyPr/>
        <a:lstStyle/>
        <a:p>
          <a:endParaRPr lang="en-US"/>
        </a:p>
      </dgm:t>
    </dgm:pt>
    <dgm:pt modelId="{B945BB58-B645-4C6F-ABC9-50B6233CA804}">
      <dgm:prSet phldrT="[Text]"/>
      <dgm:spPr/>
      <dgm:t>
        <a:bodyPr/>
        <a:lstStyle/>
        <a:p>
          <a:r>
            <a:rPr lang="en-US" dirty="0"/>
            <a:t>Trust Factor Variety</a:t>
          </a:r>
        </a:p>
      </dgm:t>
    </dgm:pt>
    <dgm:pt modelId="{ACE39FD0-3696-4A54-92DB-C48C35C470F7}" type="parTrans" cxnId="{3EFDF94A-7F01-4328-AA5F-7C83AFD6946D}">
      <dgm:prSet/>
      <dgm:spPr/>
      <dgm:t>
        <a:bodyPr/>
        <a:lstStyle/>
        <a:p>
          <a:endParaRPr lang="en-US"/>
        </a:p>
      </dgm:t>
    </dgm:pt>
    <dgm:pt modelId="{EFD110C3-03EA-45FD-8E2F-8CBDDD1D36D7}" type="sibTrans" cxnId="{3EFDF94A-7F01-4328-AA5F-7C83AFD6946D}">
      <dgm:prSet/>
      <dgm:spPr/>
      <dgm:t>
        <a:bodyPr/>
        <a:lstStyle/>
        <a:p>
          <a:endParaRPr lang="en-US"/>
        </a:p>
      </dgm:t>
    </dgm:pt>
    <dgm:pt modelId="{36A608CC-CDBC-461D-91B2-FBBD5558EE16}">
      <dgm:prSet phldrT="[Text]"/>
      <dgm:spPr/>
      <dgm:t>
        <a:bodyPr/>
        <a:lstStyle/>
        <a:p>
          <a:r>
            <a:rPr lang="en-US" dirty="0"/>
            <a:t>Data augmentation</a:t>
          </a:r>
        </a:p>
      </dgm:t>
    </dgm:pt>
    <dgm:pt modelId="{9221ACFB-018F-40A7-A0AA-5EAD4EDD9D9A}" type="parTrans" cxnId="{F273F24C-94AF-43EA-B14B-038601A88054}">
      <dgm:prSet/>
      <dgm:spPr/>
      <dgm:t>
        <a:bodyPr/>
        <a:lstStyle/>
        <a:p>
          <a:endParaRPr lang="en-US"/>
        </a:p>
      </dgm:t>
    </dgm:pt>
    <dgm:pt modelId="{003B6524-35A0-4DBF-8E53-E86290401F6A}" type="sibTrans" cxnId="{F273F24C-94AF-43EA-B14B-038601A88054}">
      <dgm:prSet/>
      <dgm:spPr/>
      <dgm:t>
        <a:bodyPr/>
        <a:lstStyle/>
        <a:p>
          <a:endParaRPr lang="en-US"/>
        </a:p>
      </dgm:t>
    </dgm:pt>
    <dgm:pt modelId="{BD936CE8-B2AA-4913-AFC0-E6C27CC4A78D}">
      <dgm:prSet phldrT="[Text]"/>
      <dgm:spPr/>
      <dgm:t>
        <a:bodyPr/>
        <a:lstStyle/>
        <a:p>
          <a:r>
            <a:rPr lang="en-US" dirty="0"/>
            <a:t>Using wordnet corpus</a:t>
          </a:r>
        </a:p>
      </dgm:t>
    </dgm:pt>
    <dgm:pt modelId="{AD890F04-7431-4AB5-91BE-9EA1E57ACBF6}" type="parTrans" cxnId="{A4C3BC28-BABD-4836-BEC5-CB1A78756D7B}">
      <dgm:prSet/>
      <dgm:spPr/>
      <dgm:t>
        <a:bodyPr/>
        <a:lstStyle/>
        <a:p>
          <a:endParaRPr lang="en-US"/>
        </a:p>
      </dgm:t>
    </dgm:pt>
    <dgm:pt modelId="{8C46102F-E098-4EB8-B66A-072DBB73E02E}" type="sibTrans" cxnId="{A4C3BC28-BABD-4836-BEC5-CB1A78756D7B}">
      <dgm:prSet/>
      <dgm:spPr/>
      <dgm:t>
        <a:bodyPr/>
        <a:lstStyle/>
        <a:p>
          <a:endParaRPr lang="en-US"/>
        </a:p>
      </dgm:t>
    </dgm:pt>
    <dgm:pt modelId="{DA45DAEB-A4D7-4F5E-9296-24E4912A4D3A}">
      <dgm:prSet phldrT="[Text]"/>
      <dgm:spPr/>
      <dgm:t>
        <a:bodyPr/>
        <a:lstStyle/>
        <a:p>
          <a:r>
            <a:rPr lang="en-US" dirty="0"/>
            <a:t>Using Walmart’s synonyms list</a:t>
          </a:r>
        </a:p>
      </dgm:t>
    </dgm:pt>
    <dgm:pt modelId="{48142DD1-D7C5-4C7A-9205-FA52FBC9E438}" type="parTrans" cxnId="{809B4532-5B06-44DA-AEEA-B94A71EFB593}">
      <dgm:prSet/>
      <dgm:spPr/>
      <dgm:t>
        <a:bodyPr/>
        <a:lstStyle/>
        <a:p>
          <a:endParaRPr lang="en-US"/>
        </a:p>
      </dgm:t>
    </dgm:pt>
    <dgm:pt modelId="{57ECF790-D91B-45CC-B9C7-778773564960}" type="sibTrans" cxnId="{809B4532-5B06-44DA-AEEA-B94A71EFB593}">
      <dgm:prSet/>
      <dgm:spPr/>
      <dgm:t>
        <a:bodyPr/>
        <a:lstStyle/>
        <a:p>
          <a:endParaRPr lang="en-US"/>
        </a:p>
      </dgm:t>
    </dgm:pt>
    <dgm:pt modelId="{95AE42C1-DFA0-4E87-8638-86D9BF8BF030}">
      <dgm:prSet phldrT="[Text]"/>
      <dgm:spPr/>
      <dgm:t>
        <a:bodyPr/>
        <a:lstStyle/>
        <a:p>
          <a:r>
            <a:rPr lang="en-US" dirty="0"/>
            <a:t>New Models</a:t>
          </a:r>
        </a:p>
      </dgm:t>
    </dgm:pt>
    <dgm:pt modelId="{9BC66ACE-8448-40CB-8305-318E3A3CD1AE}" type="parTrans" cxnId="{048F8EB3-69B4-4B65-AC1C-48AFE9D65148}">
      <dgm:prSet/>
      <dgm:spPr/>
      <dgm:t>
        <a:bodyPr/>
        <a:lstStyle/>
        <a:p>
          <a:endParaRPr lang="en-US"/>
        </a:p>
      </dgm:t>
    </dgm:pt>
    <dgm:pt modelId="{71AEF5C2-260B-4B55-A962-9AF25C0672F5}" type="sibTrans" cxnId="{048F8EB3-69B4-4B65-AC1C-48AFE9D65148}">
      <dgm:prSet/>
      <dgm:spPr/>
      <dgm:t>
        <a:bodyPr/>
        <a:lstStyle/>
        <a:p>
          <a:endParaRPr lang="en-US"/>
        </a:p>
      </dgm:t>
    </dgm:pt>
    <dgm:pt modelId="{BDB1208C-B4D4-4C58-A644-B6B09D66335E}">
      <dgm:prSet phldrT="[Text]"/>
      <dgm:spPr/>
      <dgm:t>
        <a:bodyPr/>
        <a:lstStyle/>
        <a:p>
          <a:r>
            <a:rPr lang="en-US" dirty="0"/>
            <a:t>Voting classifiers</a:t>
          </a:r>
        </a:p>
      </dgm:t>
    </dgm:pt>
    <dgm:pt modelId="{D9FC6ECE-736B-4290-9D7F-0A83EA31B993}" type="parTrans" cxnId="{C2922B46-7695-4170-9AC5-0617317C90CA}">
      <dgm:prSet/>
      <dgm:spPr/>
      <dgm:t>
        <a:bodyPr/>
        <a:lstStyle/>
        <a:p>
          <a:endParaRPr lang="en-US"/>
        </a:p>
      </dgm:t>
    </dgm:pt>
    <dgm:pt modelId="{1CA68A74-2A56-4AEA-8BB4-E72EB50E2956}" type="sibTrans" cxnId="{C2922B46-7695-4170-9AC5-0617317C90CA}">
      <dgm:prSet/>
      <dgm:spPr/>
      <dgm:t>
        <a:bodyPr/>
        <a:lstStyle/>
        <a:p>
          <a:endParaRPr lang="en-US"/>
        </a:p>
      </dgm:t>
    </dgm:pt>
    <dgm:pt modelId="{9F798016-EA14-465F-A00E-87BA2D4B5036}">
      <dgm:prSet phldrT="[Text]"/>
      <dgm:spPr/>
      <dgm:t>
        <a:bodyPr/>
        <a:lstStyle/>
        <a:p>
          <a:r>
            <a:rPr lang="en-US" dirty="0"/>
            <a:t>FastText Model</a:t>
          </a:r>
        </a:p>
      </dgm:t>
    </dgm:pt>
    <dgm:pt modelId="{8BD229A2-0577-43F0-B0E7-75F6D23BFB87}" type="parTrans" cxnId="{D78D083F-1D49-4569-BAC8-4E82D9EF9888}">
      <dgm:prSet/>
      <dgm:spPr/>
      <dgm:t>
        <a:bodyPr/>
        <a:lstStyle/>
        <a:p>
          <a:endParaRPr lang="en-US"/>
        </a:p>
      </dgm:t>
    </dgm:pt>
    <dgm:pt modelId="{29E3AD83-1045-427D-BE2F-8038AC07682F}" type="sibTrans" cxnId="{D78D083F-1D49-4569-BAC8-4E82D9EF9888}">
      <dgm:prSet/>
      <dgm:spPr/>
      <dgm:t>
        <a:bodyPr/>
        <a:lstStyle/>
        <a:p>
          <a:endParaRPr lang="en-US"/>
        </a:p>
      </dgm:t>
    </dgm:pt>
    <dgm:pt modelId="{BBCAFF24-4A37-44FB-87C6-D3301F9D1443}">
      <dgm:prSet phldrT="[Text]"/>
      <dgm:spPr/>
      <dgm:t>
        <a:bodyPr/>
        <a:lstStyle/>
        <a:p>
          <a:r>
            <a:rPr lang="en-US" dirty="0"/>
            <a:t>Other methods</a:t>
          </a:r>
        </a:p>
      </dgm:t>
    </dgm:pt>
    <dgm:pt modelId="{1525719F-7E2D-4489-BBBD-DA87BB47DBF5}" type="parTrans" cxnId="{6CEB3C1A-34C2-4B93-8138-1ACED1F68870}">
      <dgm:prSet/>
      <dgm:spPr/>
      <dgm:t>
        <a:bodyPr/>
        <a:lstStyle/>
        <a:p>
          <a:endParaRPr lang="en-US"/>
        </a:p>
      </dgm:t>
    </dgm:pt>
    <dgm:pt modelId="{329DF114-2010-48AE-BB7E-2F041D493719}" type="sibTrans" cxnId="{6CEB3C1A-34C2-4B93-8138-1ACED1F68870}">
      <dgm:prSet/>
      <dgm:spPr/>
      <dgm:t>
        <a:bodyPr/>
        <a:lstStyle/>
        <a:p>
          <a:endParaRPr lang="en-US"/>
        </a:p>
      </dgm:t>
    </dgm:pt>
    <dgm:pt modelId="{F25C718D-F553-4A8B-9837-FDC8712D7D4F}">
      <dgm:prSet phldrT="[Text]"/>
      <dgm:spPr/>
      <dgm:t>
        <a:bodyPr/>
        <a:lstStyle/>
        <a:p>
          <a:r>
            <a:rPr lang="en-US" dirty="0"/>
            <a:t>ITEM1_DESC exact matching</a:t>
          </a:r>
        </a:p>
      </dgm:t>
    </dgm:pt>
    <dgm:pt modelId="{2EE97D3E-3742-4170-854C-772BB4E9961D}" type="parTrans" cxnId="{831A9974-3647-48AD-AA8E-6707871C2178}">
      <dgm:prSet/>
      <dgm:spPr/>
      <dgm:t>
        <a:bodyPr/>
        <a:lstStyle/>
        <a:p>
          <a:endParaRPr lang="en-US"/>
        </a:p>
      </dgm:t>
    </dgm:pt>
    <dgm:pt modelId="{C747D597-0913-4037-91BD-362CB0E6278E}" type="sibTrans" cxnId="{831A9974-3647-48AD-AA8E-6707871C2178}">
      <dgm:prSet/>
      <dgm:spPr/>
      <dgm:t>
        <a:bodyPr/>
        <a:lstStyle/>
        <a:p>
          <a:endParaRPr lang="en-US"/>
        </a:p>
      </dgm:t>
    </dgm:pt>
    <dgm:pt modelId="{2928C876-128B-45B2-BE05-32AAD619B8F5}">
      <dgm:prSet phldrT="[Text]"/>
      <dgm:spPr/>
      <dgm:t>
        <a:bodyPr/>
        <a:lstStyle/>
        <a:p>
          <a:r>
            <a:rPr lang="en-US" dirty="0"/>
            <a:t>Fuzzy </a:t>
          </a:r>
          <a:r>
            <a:rPr lang="en-US" dirty="0" err="1"/>
            <a:t>Tfidf</a:t>
          </a:r>
          <a:r>
            <a:rPr lang="en-US" dirty="0"/>
            <a:t> matching of FEAT1</a:t>
          </a:r>
        </a:p>
      </dgm:t>
    </dgm:pt>
    <dgm:pt modelId="{CFFC25F9-8665-4526-8707-EAE3DC8D2405}" type="parTrans" cxnId="{7A9A3A25-378A-431B-91D9-0BCFAF9D8A0D}">
      <dgm:prSet/>
      <dgm:spPr/>
      <dgm:t>
        <a:bodyPr/>
        <a:lstStyle/>
        <a:p>
          <a:endParaRPr lang="en-US"/>
        </a:p>
      </dgm:t>
    </dgm:pt>
    <dgm:pt modelId="{2FF777F2-9A7E-4CCC-AB84-2D32C537AF13}" type="sibTrans" cxnId="{7A9A3A25-378A-431B-91D9-0BCFAF9D8A0D}">
      <dgm:prSet/>
      <dgm:spPr/>
      <dgm:t>
        <a:bodyPr/>
        <a:lstStyle/>
        <a:p>
          <a:endParaRPr lang="en-US"/>
        </a:p>
      </dgm:t>
    </dgm:pt>
    <dgm:pt modelId="{ABB17B8A-8088-4E12-96B5-0B8C6AADACF1}">
      <dgm:prSet phldrT="[Text]"/>
      <dgm:spPr/>
      <dgm:t>
        <a:bodyPr/>
        <a:lstStyle/>
        <a:p>
          <a:r>
            <a:rPr lang="en-US"/>
            <a:t>Data Update</a:t>
          </a:r>
          <a:endParaRPr lang="en-US" dirty="0"/>
        </a:p>
      </dgm:t>
    </dgm:pt>
    <dgm:pt modelId="{0E2015AD-7C85-4CBA-AAC6-B24FEA57E654}" type="parTrans" cxnId="{8BF01C01-96C0-4C19-B914-FDB1E40DA3AA}">
      <dgm:prSet/>
      <dgm:spPr/>
      <dgm:t>
        <a:bodyPr/>
        <a:lstStyle/>
        <a:p>
          <a:endParaRPr lang="en-US"/>
        </a:p>
      </dgm:t>
    </dgm:pt>
    <dgm:pt modelId="{E502D229-DE78-4719-B733-9364F95B0B49}" type="sibTrans" cxnId="{8BF01C01-96C0-4C19-B914-FDB1E40DA3AA}">
      <dgm:prSet/>
      <dgm:spPr/>
      <dgm:t>
        <a:bodyPr/>
        <a:lstStyle/>
        <a:p>
          <a:endParaRPr lang="en-US"/>
        </a:p>
      </dgm:t>
    </dgm:pt>
    <dgm:pt modelId="{FF891787-B23B-43D9-A7A9-DAEFF6A7640D}">
      <dgm:prSet phldrT="[Text]"/>
      <dgm:spPr/>
      <dgm:t>
        <a:bodyPr/>
        <a:lstStyle/>
        <a:p>
          <a:r>
            <a:rPr lang="en-US" dirty="0"/>
            <a:t>New updated data</a:t>
          </a:r>
        </a:p>
      </dgm:t>
    </dgm:pt>
    <dgm:pt modelId="{D7B65113-BEF2-4408-9EC5-9D5DF13DE62B}" type="parTrans" cxnId="{31E270DA-7C56-48FC-9196-78CC93B2576F}">
      <dgm:prSet/>
      <dgm:spPr/>
      <dgm:t>
        <a:bodyPr/>
        <a:lstStyle/>
        <a:p>
          <a:endParaRPr lang="en-US"/>
        </a:p>
      </dgm:t>
    </dgm:pt>
    <dgm:pt modelId="{3DCDB2A9-8254-43A8-B112-4F56DB382F69}" type="sibTrans" cxnId="{31E270DA-7C56-48FC-9196-78CC93B2576F}">
      <dgm:prSet/>
      <dgm:spPr/>
      <dgm:t>
        <a:bodyPr/>
        <a:lstStyle/>
        <a:p>
          <a:endParaRPr lang="en-US"/>
        </a:p>
      </dgm:t>
    </dgm:pt>
    <dgm:pt modelId="{7A71ED4A-2B7F-483B-9191-D78A76F3EDA3}">
      <dgm:prSet phldrT="[Text]"/>
      <dgm:spPr/>
      <dgm:t>
        <a:bodyPr/>
        <a:lstStyle/>
        <a:p>
          <a:r>
            <a:rPr lang="en-US" dirty="0"/>
            <a:t>All correction list</a:t>
          </a:r>
        </a:p>
      </dgm:t>
    </dgm:pt>
    <dgm:pt modelId="{C34B14FD-6205-4ED9-A21A-FF1266E2DAD7}" type="parTrans" cxnId="{5D27C263-FC3F-49D0-93DF-25FD09342425}">
      <dgm:prSet/>
      <dgm:spPr/>
      <dgm:t>
        <a:bodyPr/>
        <a:lstStyle/>
        <a:p>
          <a:endParaRPr lang="en-US"/>
        </a:p>
      </dgm:t>
    </dgm:pt>
    <dgm:pt modelId="{37780E6F-FE41-41E6-9F19-C7E9AFDC57D3}" type="sibTrans" cxnId="{5D27C263-FC3F-49D0-93DF-25FD09342425}">
      <dgm:prSet/>
      <dgm:spPr/>
      <dgm:t>
        <a:bodyPr/>
        <a:lstStyle/>
        <a:p>
          <a:endParaRPr lang="en-US"/>
        </a:p>
      </dgm:t>
    </dgm:pt>
    <dgm:pt modelId="{186F3D9E-C97C-4E75-9F3B-16E359C481C1}" type="pres">
      <dgm:prSet presAssocID="{7C248052-34A3-4448-917F-BBCEF2D045F7}" presName="diagram" presStyleCnt="0">
        <dgm:presLayoutVars>
          <dgm:chPref val="1"/>
          <dgm:dir/>
          <dgm:animOne val="branch"/>
          <dgm:animLvl val="lvl"/>
          <dgm:resizeHandles/>
        </dgm:presLayoutVars>
      </dgm:prSet>
      <dgm:spPr/>
    </dgm:pt>
    <dgm:pt modelId="{418FD132-7372-463B-9F31-94EBEA8D9123}" type="pres">
      <dgm:prSet presAssocID="{AFBFECAF-6329-4A83-BCC0-183493CF02DE}" presName="root" presStyleCnt="0"/>
      <dgm:spPr/>
    </dgm:pt>
    <dgm:pt modelId="{1DE9A970-B4C0-42CF-A030-AF514E94ADF3}" type="pres">
      <dgm:prSet presAssocID="{AFBFECAF-6329-4A83-BCC0-183493CF02DE}" presName="rootComposite" presStyleCnt="0"/>
      <dgm:spPr/>
    </dgm:pt>
    <dgm:pt modelId="{EFBAC0F2-B903-4B66-8E12-CA47FC7B30CE}" type="pres">
      <dgm:prSet presAssocID="{AFBFECAF-6329-4A83-BCC0-183493CF02DE}" presName="rootText" presStyleLbl="node1" presStyleIdx="0" presStyleCnt="6"/>
      <dgm:spPr/>
    </dgm:pt>
    <dgm:pt modelId="{3E8048DF-AC26-4141-A7F6-DE650403A79F}" type="pres">
      <dgm:prSet presAssocID="{AFBFECAF-6329-4A83-BCC0-183493CF02DE}" presName="rootConnector" presStyleLbl="node1" presStyleIdx="0" presStyleCnt="6"/>
      <dgm:spPr/>
    </dgm:pt>
    <dgm:pt modelId="{9811E051-F6EC-4EFA-AC03-2813BD0BE73C}" type="pres">
      <dgm:prSet presAssocID="{AFBFECAF-6329-4A83-BCC0-183493CF02DE}" presName="childShape" presStyleCnt="0"/>
      <dgm:spPr/>
    </dgm:pt>
    <dgm:pt modelId="{22384A51-D91B-4825-9F0D-28047598720F}" type="pres">
      <dgm:prSet presAssocID="{E7FED030-5EBB-4AA0-A2A9-0EECA0324F01}" presName="Name13" presStyleLbl="parChTrans1D2" presStyleIdx="0" presStyleCnt="15"/>
      <dgm:spPr/>
    </dgm:pt>
    <dgm:pt modelId="{AE62B3CE-E842-41AC-ADF7-5BC9046EB7B5}" type="pres">
      <dgm:prSet presAssocID="{2F6E7D45-35ED-4FC9-BD31-EA2ADEE0BDF7}" presName="childText" presStyleLbl="bgAcc1" presStyleIdx="0" presStyleCnt="15">
        <dgm:presLayoutVars>
          <dgm:bulletEnabled val="1"/>
        </dgm:presLayoutVars>
      </dgm:prSet>
      <dgm:spPr/>
    </dgm:pt>
    <dgm:pt modelId="{C6479BB7-A3C6-479E-AFEE-48A6EACC1707}" type="pres">
      <dgm:prSet presAssocID="{27DEDA23-57F4-4A56-9F5A-76D0FA5A2877}" presName="Name13" presStyleLbl="parChTrans1D2" presStyleIdx="1" presStyleCnt="15"/>
      <dgm:spPr/>
    </dgm:pt>
    <dgm:pt modelId="{D1ED501A-5F65-4ADD-91F5-AFD1D8B1C024}" type="pres">
      <dgm:prSet presAssocID="{664D0784-516A-4F29-8806-71CDD43E29D7}" presName="childText" presStyleLbl="bgAcc1" presStyleIdx="1" presStyleCnt="15">
        <dgm:presLayoutVars>
          <dgm:bulletEnabled val="1"/>
        </dgm:presLayoutVars>
      </dgm:prSet>
      <dgm:spPr/>
    </dgm:pt>
    <dgm:pt modelId="{990E9916-5FD0-4072-91AE-B8BCC6A2778F}" type="pres">
      <dgm:prSet presAssocID="{70293BFB-EDCF-4306-A311-17D191F52900}" presName="Name13" presStyleLbl="parChTrans1D2" presStyleIdx="2" presStyleCnt="15"/>
      <dgm:spPr/>
    </dgm:pt>
    <dgm:pt modelId="{46369577-0FCD-48D8-AC95-F86BF21D18A0}" type="pres">
      <dgm:prSet presAssocID="{962A0DDB-AE10-4B64-8B46-6BB641248D68}" presName="childText" presStyleLbl="bgAcc1" presStyleIdx="2" presStyleCnt="15">
        <dgm:presLayoutVars>
          <dgm:bulletEnabled val="1"/>
        </dgm:presLayoutVars>
      </dgm:prSet>
      <dgm:spPr/>
    </dgm:pt>
    <dgm:pt modelId="{04773FB0-807E-4547-9035-F9EED62540AA}" type="pres">
      <dgm:prSet presAssocID="{CC1D9D71-70E0-4F7F-968A-FCC4586EF13B}" presName="Name13" presStyleLbl="parChTrans1D2" presStyleIdx="3" presStyleCnt="15"/>
      <dgm:spPr/>
    </dgm:pt>
    <dgm:pt modelId="{AC1D12EB-A144-4186-9E44-A3BCD735527C}" type="pres">
      <dgm:prSet presAssocID="{40BA5E19-32A8-48ED-BBEF-640275C5C209}" presName="childText" presStyleLbl="bgAcc1" presStyleIdx="3" presStyleCnt="15">
        <dgm:presLayoutVars>
          <dgm:bulletEnabled val="1"/>
        </dgm:presLayoutVars>
      </dgm:prSet>
      <dgm:spPr/>
    </dgm:pt>
    <dgm:pt modelId="{04F56214-95B1-42E6-8CB9-403F581132AB}" type="pres">
      <dgm:prSet presAssocID="{9891C2BF-7C48-486E-984F-9F5B4E260C67}" presName="root" presStyleCnt="0"/>
      <dgm:spPr/>
    </dgm:pt>
    <dgm:pt modelId="{76AA302C-794B-4B10-B4AD-CDC1998C7AEE}" type="pres">
      <dgm:prSet presAssocID="{9891C2BF-7C48-486E-984F-9F5B4E260C67}" presName="rootComposite" presStyleCnt="0"/>
      <dgm:spPr/>
    </dgm:pt>
    <dgm:pt modelId="{35BB1AF1-4127-4A2E-AE53-322EF7EA0962}" type="pres">
      <dgm:prSet presAssocID="{9891C2BF-7C48-486E-984F-9F5B4E260C67}" presName="rootText" presStyleLbl="node1" presStyleIdx="1" presStyleCnt="6"/>
      <dgm:spPr/>
    </dgm:pt>
    <dgm:pt modelId="{6F3CD8A5-6723-47BC-941E-4F20575E00A6}" type="pres">
      <dgm:prSet presAssocID="{9891C2BF-7C48-486E-984F-9F5B4E260C67}" presName="rootConnector" presStyleLbl="node1" presStyleIdx="1" presStyleCnt="6"/>
      <dgm:spPr/>
    </dgm:pt>
    <dgm:pt modelId="{6F5AD478-49CA-4565-99E9-22E662049634}" type="pres">
      <dgm:prSet presAssocID="{9891C2BF-7C48-486E-984F-9F5B4E260C67}" presName="childShape" presStyleCnt="0"/>
      <dgm:spPr/>
    </dgm:pt>
    <dgm:pt modelId="{3EC051F6-BB60-45A3-A39D-85EC7B851970}" type="pres">
      <dgm:prSet presAssocID="{3FD06531-2B88-46C0-80AA-94C9C9132990}" presName="Name13" presStyleLbl="parChTrans1D2" presStyleIdx="4" presStyleCnt="15"/>
      <dgm:spPr/>
    </dgm:pt>
    <dgm:pt modelId="{CD2677E9-7EFD-4B45-A32E-A47C7FFD6275}" type="pres">
      <dgm:prSet presAssocID="{ABA73D94-1EDC-4D74-864D-5DCBB5750530}" presName="childText" presStyleLbl="bgAcc1" presStyleIdx="4" presStyleCnt="15">
        <dgm:presLayoutVars>
          <dgm:bulletEnabled val="1"/>
        </dgm:presLayoutVars>
      </dgm:prSet>
      <dgm:spPr/>
    </dgm:pt>
    <dgm:pt modelId="{3E4892FE-4B7D-4D82-A392-CEA34EA58833}" type="pres">
      <dgm:prSet presAssocID="{A22C3AD0-BDF0-4475-A0D6-6EAB8A1B3027}" presName="Name13" presStyleLbl="parChTrans1D2" presStyleIdx="5" presStyleCnt="15"/>
      <dgm:spPr/>
    </dgm:pt>
    <dgm:pt modelId="{2FEDB763-19E8-4A21-91F0-5FC419240ED0}" type="pres">
      <dgm:prSet presAssocID="{93B1556F-8C61-4831-ABC4-6298061D46EF}" presName="childText" presStyleLbl="bgAcc1" presStyleIdx="5" presStyleCnt="15">
        <dgm:presLayoutVars>
          <dgm:bulletEnabled val="1"/>
        </dgm:presLayoutVars>
      </dgm:prSet>
      <dgm:spPr/>
    </dgm:pt>
    <dgm:pt modelId="{3FA60F8F-9BD8-4805-8B3B-64E9D533F786}" type="pres">
      <dgm:prSet presAssocID="{ACE39FD0-3696-4A54-92DB-C48C35C470F7}" presName="Name13" presStyleLbl="parChTrans1D2" presStyleIdx="6" presStyleCnt="15"/>
      <dgm:spPr/>
    </dgm:pt>
    <dgm:pt modelId="{62CAE5D5-6987-4673-9FD7-A5D5FD7B7221}" type="pres">
      <dgm:prSet presAssocID="{B945BB58-B645-4C6F-ABC9-50B6233CA804}" presName="childText" presStyleLbl="bgAcc1" presStyleIdx="6" presStyleCnt="15">
        <dgm:presLayoutVars>
          <dgm:bulletEnabled val="1"/>
        </dgm:presLayoutVars>
      </dgm:prSet>
      <dgm:spPr/>
    </dgm:pt>
    <dgm:pt modelId="{13A6B830-0BEC-43BA-8019-0EBD711EB181}" type="pres">
      <dgm:prSet presAssocID="{ABB17B8A-8088-4E12-96B5-0B8C6AADACF1}" presName="root" presStyleCnt="0"/>
      <dgm:spPr/>
    </dgm:pt>
    <dgm:pt modelId="{DA7D5CD8-4F00-4D26-B2FD-677C55E5A90F}" type="pres">
      <dgm:prSet presAssocID="{ABB17B8A-8088-4E12-96B5-0B8C6AADACF1}" presName="rootComposite" presStyleCnt="0"/>
      <dgm:spPr/>
    </dgm:pt>
    <dgm:pt modelId="{F9C0AA74-0D51-4AC6-80DE-A0E20FF5FEA7}" type="pres">
      <dgm:prSet presAssocID="{ABB17B8A-8088-4E12-96B5-0B8C6AADACF1}" presName="rootText" presStyleLbl="node1" presStyleIdx="2" presStyleCnt="6"/>
      <dgm:spPr/>
    </dgm:pt>
    <dgm:pt modelId="{3AEA0599-BC1C-46F8-B65C-725BCEC7ACB3}" type="pres">
      <dgm:prSet presAssocID="{ABB17B8A-8088-4E12-96B5-0B8C6AADACF1}" presName="rootConnector" presStyleLbl="node1" presStyleIdx="2" presStyleCnt="6"/>
      <dgm:spPr/>
    </dgm:pt>
    <dgm:pt modelId="{655AF399-D3BE-40E7-B564-755726E245E3}" type="pres">
      <dgm:prSet presAssocID="{ABB17B8A-8088-4E12-96B5-0B8C6AADACF1}" presName="childShape" presStyleCnt="0"/>
      <dgm:spPr/>
    </dgm:pt>
    <dgm:pt modelId="{5EBC1D13-4B85-46EA-9555-5C9585A15C88}" type="pres">
      <dgm:prSet presAssocID="{D7B65113-BEF2-4408-9EC5-9D5DF13DE62B}" presName="Name13" presStyleLbl="parChTrans1D2" presStyleIdx="7" presStyleCnt="15"/>
      <dgm:spPr/>
    </dgm:pt>
    <dgm:pt modelId="{83494BC9-1D60-48D6-9821-2FB9D02ED876}" type="pres">
      <dgm:prSet presAssocID="{FF891787-B23B-43D9-A7A9-DAEFF6A7640D}" presName="childText" presStyleLbl="bgAcc1" presStyleIdx="7" presStyleCnt="15">
        <dgm:presLayoutVars>
          <dgm:bulletEnabled val="1"/>
        </dgm:presLayoutVars>
      </dgm:prSet>
      <dgm:spPr/>
    </dgm:pt>
    <dgm:pt modelId="{5523E5A9-0AF1-41DD-ABE0-A0B12B164C14}" type="pres">
      <dgm:prSet presAssocID="{C34B14FD-6205-4ED9-A21A-FF1266E2DAD7}" presName="Name13" presStyleLbl="parChTrans1D2" presStyleIdx="8" presStyleCnt="15"/>
      <dgm:spPr/>
    </dgm:pt>
    <dgm:pt modelId="{30611B13-02F9-4FD6-BB37-81865FE56734}" type="pres">
      <dgm:prSet presAssocID="{7A71ED4A-2B7F-483B-9191-D78A76F3EDA3}" presName="childText" presStyleLbl="bgAcc1" presStyleIdx="8" presStyleCnt="15">
        <dgm:presLayoutVars>
          <dgm:bulletEnabled val="1"/>
        </dgm:presLayoutVars>
      </dgm:prSet>
      <dgm:spPr/>
    </dgm:pt>
    <dgm:pt modelId="{29730B87-7112-4EAE-BB3D-D16B70D9183C}" type="pres">
      <dgm:prSet presAssocID="{36A608CC-CDBC-461D-91B2-FBBD5558EE16}" presName="root" presStyleCnt="0"/>
      <dgm:spPr/>
    </dgm:pt>
    <dgm:pt modelId="{1C3FC9B9-DA83-4DFF-8962-31BD23F12648}" type="pres">
      <dgm:prSet presAssocID="{36A608CC-CDBC-461D-91B2-FBBD5558EE16}" presName="rootComposite" presStyleCnt="0"/>
      <dgm:spPr/>
    </dgm:pt>
    <dgm:pt modelId="{67D1B433-59AF-4383-B09F-0DA489AB1612}" type="pres">
      <dgm:prSet presAssocID="{36A608CC-CDBC-461D-91B2-FBBD5558EE16}" presName="rootText" presStyleLbl="node1" presStyleIdx="3" presStyleCnt="6"/>
      <dgm:spPr/>
    </dgm:pt>
    <dgm:pt modelId="{55E38861-0CF4-415A-B184-91363229F66F}" type="pres">
      <dgm:prSet presAssocID="{36A608CC-CDBC-461D-91B2-FBBD5558EE16}" presName="rootConnector" presStyleLbl="node1" presStyleIdx="3" presStyleCnt="6"/>
      <dgm:spPr/>
    </dgm:pt>
    <dgm:pt modelId="{6BD1652C-2AA1-4336-B924-44E9DF3E0E87}" type="pres">
      <dgm:prSet presAssocID="{36A608CC-CDBC-461D-91B2-FBBD5558EE16}" presName="childShape" presStyleCnt="0"/>
      <dgm:spPr/>
    </dgm:pt>
    <dgm:pt modelId="{33AB5DF3-286C-4E6B-B1C4-4DF76DA888B0}" type="pres">
      <dgm:prSet presAssocID="{AD890F04-7431-4AB5-91BE-9EA1E57ACBF6}" presName="Name13" presStyleLbl="parChTrans1D2" presStyleIdx="9" presStyleCnt="15"/>
      <dgm:spPr/>
    </dgm:pt>
    <dgm:pt modelId="{9A464EC9-2F7D-4609-9F79-D17A4C140D5D}" type="pres">
      <dgm:prSet presAssocID="{BD936CE8-B2AA-4913-AFC0-E6C27CC4A78D}" presName="childText" presStyleLbl="bgAcc1" presStyleIdx="9" presStyleCnt="15">
        <dgm:presLayoutVars>
          <dgm:bulletEnabled val="1"/>
        </dgm:presLayoutVars>
      </dgm:prSet>
      <dgm:spPr/>
    </dgm:pt>
    <dgm:pt modelId="{54E4CECC-BF2E-4AD0-8BC2-492BB428FD04}" type="pres">
      <dgm:prSet presAssocID="{48142DD1-D7C5-4C7A-9205-FA52FBC9E438}" presName="Name13" presStyleLbl="parChTrans1D2" presStyleIdx="10" presStyleCnt="15"/>
      <dgm:spPr/>
    </dgm:pt>
    <dgm:pt modelId="{5E9F5B86-E9FE-43AF-8F46-9AF9810DEB76}" type="pres">
      <dgm:prSet presAssocID="{DA45DAEB-A4D7-4F5E-9296-24E4912A4D3A}" presName="childText" presStyleLbl="bgAcc1" presStyleIdx="10" presStyleCnt="15">
        <dgm:presLayoutVars>
          <dgm:bulletEnabled val="1"/>
        </dgm:presLayoutVars>
      </dgm:prSet>
      <dgm:spPr/>
    </dgm:pt>
    <dgm:pt modelId="{49509AEA-3DAF-4B3F-B024-325BED571988}" type="pres">
      <dgm:prSet presAssocID="{95AE42C1-DFA0-4E87-8638-86D9BF8BF030}" presName="root" presStyleCnt="0"/>
      <dgm:spPr/>
    </dgm:pt>
    <dgm:pt modelId="{4751AD78-2702-437A-BA54-F548D182FCF1}" type="pres">
      <dgm:prSet presAssocID="{95AE42C1-DFA0-4E87-8638-86D9BF8BF030}" presName="rootComposite" presStyleCnt="0"/>
      <dgm:spPr/>
    </dgm:pt>
    <dgm:pt modelId="{CA1FD300-4273-4D44-A9B0-6F4F2A4BDB5C}" type="pres">
      <dgm:prSet presAssocID="{95AE42C1-DFA0-4E87-8638-86D9BF8BF030}" presName="rootText" presStyleLbl="node1" presStyleIdx="4" presStyleCnt="6"/>
      <dgm:spPr/>
    </dgm:pt>
    <dgm:pt modelId="{5CC96065-5DD8-4F49-A8A2-F4661A0FF4CD}" type="pres">
      <dgm:prSet presAssocID="{95AE42C1-DFA0-4E87-8638-86D9BF8BF030}" presName="rootConnector" presStyleLbl="node1" presStyleIdx="4" presStyleCnt="6"/>
      <dgm:spPr/>
    </dgm:pt>
    <dgm:pt modelId="{E603E57A-7662-4C29-A8AE-951A763F4D7B}" type="pres">
      <dgm:prSet presAssocID="{95AE42C1-DFA0-4E87-8638-86D9BF8BF030}" presName="childShape" presStyleCnt="0"/>
      <dgm:spPr/>
    </dgm:pt>
    <dgm:pt modelId="{DF627D92-CE91-473E-9AF9-B30DC6637566}" type="pres">
      <dgm:prSet presAssocID="{D9FC6ECE-736B-4290-9D7F-0A83EA31B993}" presName="Name13" presStyleLbl="parChTrans1D2" presStyleIdx="11" presStyleCnt="15"/>
      <dgm:spPr/>
    </dgm:pt>
    <dgm:pt modelId="{E98DD9C7-78E6-48E0-8D7A-8CF147876A1E}" type="pres">
      <dgm:prSet presAssocID="{BDB1208C-B4D4-4C58-A644-B6B09D66335E}" presName="childText" presStyleLbl="bgAcc1" presStyleIdx="11" presStyleCnt="15">
        <dgm:presLayoutVars>
          <dgm:bulletEnabled val="1"/>
        </dgm:presLayoutVars>
      </dgm:prSet>
      <dgm:spPr/>
    </dgm:pt>
    <dgm:pt modelId="{154E6419-7F13-4791-9B77-FA5988652A5F}" type="pres">
      <dgm:prSet presAssocID="{8BD229A2-0577-43F0-B0E7-75F6D23BFB87}" presName="Name13" presStyleLbl="parChTrans1D2" presStyleIdx="12" presStyleCnt="15"/>
      <dgm:spPr/>
    </dgm:pt>
    <dgm:pt modelId="{ABA8659A-BC56-4DE5-9B75-826E697492E6}" type="pres">
      <dgm:prSet presAssocID="{9F798016-EA14-465F-A00E-87BA2D4B5036}" presName="childText" presStyleLbl="bgAcc1" presStyleIdx="12" presStyleCnt="15">
        <dgm:presLayoutVars>
          <dgm:bulletEnabled val="1"/>
        </dgm:presLayoutVars>
      </dgm:prSet>
      <dgm:spPr/>
    </dgm:pt>
    <dgm:pt modelId="{A53D0CF6-CF6D-46C0-875F-32342561C2F5}" type="pres">
      <dgm:prSet presAssocID="{BBCAFF24-4A37-44FB-87C6-D3301F9D1443}" presName="root" presStyleCnt="0"/>
      <dgm:spPr/>
    </dgm:pt>
    <dgm:pt modelId="{B6A5BED4-9279-4991-A826-3972B70EA6B0}" type="pres">
      <dgm:prSet presAssocID="{BBCAFF24-4A37-44FB-87C6-D3301F9D1443}" presName="rootComposite" presStyleCnt="0"/>
      <dgm:spPr/>
    </dgm:pt>
    <dgm:pt modelId="{084DC1BE-C15A-436D-B513-881B9EB780A1}" type="pres">
      <dgm:prSet presAssocID="{BBCAFF24-4A37-44FB-87C6-D3301F9D1443}" presName="rootText" presStyleLbl="node1" presStyleIdx="5" presStyleCnt="6"/>
      <dgm:spPr/>
    </dgm:pt>
    <dgm:pt modelId="{64BA5997-D9EE-466D-9F8A-90BDC28A64B5}" type="pres">
      <dgm:prSet presAssocID="{BBCAFF24-4A37-44FB-87C6-D3301F9D1443}" presName="rootConnector" presStyleLbl="node1" presStyleIdx="5" presStyleCnt="6"/>
      <dgm:spPr/>
    </dgm:pt>
    <dgm:pt modelId="{4EFB7061-6907-4EE9-835D-9912DEDF83EE}" type="pres">
      <dgm:prSet presAssocID="{BBCAFF24-4A37-44FB-87C6-D3301F9D1443}" presName="childShape" presStyleCnt="0"/>
      <dgm:spPr/>
    </dgm:pt>
    <dgm:pt modelId="{C922D516-4215-4172-965D-E75FE7BAB79D}" type="pres">
      <dgm:prSet presAssocID="{2EE97D3E-3742-4170-854C-772BB4E9961D}" presName="Name13" presStyleLbl="parChTrans1D2" presStyleIdx="13" presStyleCnt="15"/>
      <dgm:spPr/>
    </dgm:pt>
    <dgm:pt modelId="{CF5ABD2E-6EE1-4372-BDE5-4360F0147E54}" type="pres">
      <dgm:prSet presAssocID="{F25C718D-F553-4A8B-9837-FDC8712D7D4F}" presName="childText" presStyleLbl="bgAcc1" presStyleIdx="13" presStyleCnt="15">
        <dgm:presLayoutVars>
          <dgm:bulletEnabled val="1"/>
        </dgm:presLayoutVars>
      </dgm:prSet>
      <dgm:spPr/>
    </dgm:pt>
    <dgm:pt modelId="{C93B81EB-0BFF-4400-A540-2A7D13631E58}" type="pres">
      <dgm:prSet presAssocID="{CFFC25F9-8665-4526-8707-EAE3DC8D2405}" presName="Name13" presStyleLbl="parChTrans1D2" presStyleIdx="14" presStyleCnt="15"/>
      <dgm:spPr/>
    </dgm:pt>
    <dgm:pt modelId="{40B2E4A2-F526-4E3B-8350-944BD56679E9}" type="pres">
      <dgm:prSet presAssocID="{2928C876-128B-45B2-BE05-32AAD619B8F5}" presName="childText" presStyleLbl="bgAcc1" presStyleIdx="14" presStyleCnt="15">
        <dgm:presLayoutVars>
          <dgm:bulletEnabled val="1"/>
        </dgm:presLayoutVars>
      </dgm:prSet>
      <dgm:spPr/>
    </dgm:pt>
  </dgm:ptLst>
  <dgm:cxnLst>
    <dgm:cxn modelId="{8BF01C01-96C0-4C19-B914-FDB1E40DA3AA}" srcId="{7C248052-34A3-4448-917F-BBCEF2D045F7}" destId="{ABB17B8A-8088-4E12-96B5-0B8C6AADACF1}" srcOrd="2" destOrd="0" parTransId="{0E2015AD-7C85-4CBA-AAC6-B24FEA57E654}" sibTransId="{E502D229-DE78-4719-B733-9364F95B0B49}"/>
    <dgm:cxn modelId="{0B4E9907-6190-46AC-8106-9CF596D72241}" type="presOf" srcId="{8BD229A2-0577-43F0-B0E7-75F6D23BFB87}" destId="{154E6419-7F13-4791-9B77-FA5988652A5F}" srcOrd="0" destOrd="0" presId="urn:microsoft.com/office/officeart/2005/8/layout/hierarchy3"/>
    <dgm:cxn modelId="{38290D0B-2A57-4839-AD6C-BD957E1FD696}" type="presOf" srcId="{FF891787-B23B-43D9-A7A9-DAEFF6A7640D}" destId="{83494BC9-1D60-48D6-9821-2FB9D02ED876}" srcOrd="0" destOrd="0" presId="urn:microsoft.com/office/officeart/2005/8/layout/hierarchy3"/>
    <dgm:cxn modelId="{05A63317-4CF9-4499-8FFF-B756D6FA34BE}" type="presOf" srcId="{ABA73D94-1EDC-4D74-864D-5DCBB5750530}" destId="{CD2677E9-7EFD-4B45-A32E-A47C7FFD6275}" srcOrd="0" destOrd="0" presId="urn:microsoft.com/office/officeart/2005/8/layout/hierarchy3"/>
    <dgm:cxn modelId="{392C3F17-6808-40F4-8E3B-A0F465F0F8F4}" type="presOf" srcId="{AD890F04-7431-4AB5-91BE-9EA1E57ACBF6}" destId="{33AB5DF3-286C-4E6B-B1C4-4DF76DA888B0}" srcOrd="0" destOrd="0" presId="urn:microsoft.com/office/officeart/2005/8/layout/hierarchy3"/>
    <dgm:cxn modelId="{6CEB3C1A-34C2-4B93-8138-1ACED1F68870}" srcId="{7C248052-34A3-4448-917F-BBCEF2D045F7}" destId="{BBCAFF24-4A37-44FB-87C6-D3301F9D1443}" srcOrd="5" destOrd="0" parTransId="{1525719F-7E2D-4489-BBBD-DA87BB47DBF5}" sibTransId="{329DF114-2010-48AE-BB7E-2F041D493719}"/>
    <dgm:cxn modelId="{7A9A3A25-378A-431B-91D9-0BCFAF9D8A0D}" srcId="{BBCAFF24-4A37-44FB-87C6-D3301F9D1443}" destId="{2928C876-128B-45B2-BE05-32AAD619B8F5}" srcOrd="1" destOrd="0" parTransId="{CFFC25F9-8665-4526-8707-EAE3DC8D2405}" sibTransId="{2FF777F2-9A7E-4CCC-AB84-2D32C537AF13}"/>
    <dgm:cxn modelId="{A4C3BC28-BABD-4836-BEC5-CB1A78756D7B}" srcId="{36A608CC-CDBC-461D-91B2-FBBD5558EE16}" destId="{BD936CE8-B2AA-4913-AFC0-E6C27CC4A78D}" srcOrd="0" destOrd="0" parTransId="{AD890F04-7431-4AB5-91BE-9EA1E57ACBF6}" sibTransId="{8C46102F-E098-4EB8-B66A-072DBB73E02E}"/>
    <dgm:cxn modelId="{D11C3729-977F-433A-8229-8E968F533853}" type="presOf" srcId="{ABB17B8A-8088-4E12-96B5-0B8C6AADACF1}" destId="{F9C0AA74-0D51-4AC6-80DE-A0E20FF5FEA7}" srcOrd="0" destOrd="0" presId="urn:microsoft.com/office/officeart/2005/8/layout/hierarchy3"/>
    <dgm:cxn modelId="{3304802A-A41A-4908-97FF-46A23AF1C664}" type="presOf" srcId="{B945BB58-B645-4C6F-ABC9-50B6233CA804}" destId="{62CAE5D5-6987-4673-9FD7-A5D5FD7B7221}" srcOrd="0" destOrd="0" presId="urn:microsoft.com/office/officeart/2005/8/layout/hierarchy3"/>
    <dgm:cxn modelId="{809B4532-5B06-44DA-AEEA-B94A71EFB593}" srcId="{36A608CC-CDBC-461D-91B2-FBBD5558EE16}" destId="{DA45DAEB-A4D7-4F5E-9296-24E4912A4D3A}" srcOrd="1" destOrd="0" parTransId="{48142DD1-D7C5-4C7A-9205-FA52FBC9E438}" sibTransId="{57ECF790-D91B-45CC-B9C7-778773564960}"/>
    <dgm:cxn modelId="{E3994833-EA02-477A-8CF0-15999DDD4AFF}" type="presOf" srcId="{9891C2BF-7C48-486E-984F-9F5B4E260C67}" destId="{35BB1AF1-4127-4A2E-AE53-322EF7EA0962}" srcOrd="0" destOrd="0" presId="urn:microsoft.com/office/officeart/2005/8/layout/hierarchy3"/>
    <dgm:cxn modelId="{8574A435-7D38-4C0F-84D7-27528B53DA46}" type="presOf" srcId="{C34B14FD-6205-4ED9-A21A-FF1266E2DAD7}" destId="{5523E5A9-0AF1-41DD-ABE0-A0B12B164C14}" srcOrd="0" destOrd="0" presId="urn:microsoft.com/office/officeart/2005/8/layout/hierarchy3"/>
    <dgm:cxn modelId="{BAFDF036-7101-49A2-916C-050F7B9AB9CB}" type="presOf" srcId="{664D0784-516A-4F29-8806-71CDD43E29D7}" destId="{D1ED501A-5F65-4ADD-91F5-AFD1D8B1C024}" srcOrd="0" destOrd="0" presId="urn:microsoft.com/office/officeart/2005/8/layout/hierarchy3"/>
    <dgm:cxn modelId="{A481B93A-204D-409E-BEE9-71CCD09DB10B}" type="presOf" srcId="{9F798016-EA14-465F-A00E-87BA2D4B5036}" destId="{ABA8659A-BC56-4DE5-9B75-826E697492E6}" srcOrd="0" destOrd="0" presId="urn:microsoft.com/office/officeart/2005/8/layout/hierarchy3"/>
    <dgm:cxn modelId="{D78D083F-1D49-4569-BAC8-4E82D9EF9888}" srcId="{95AE42C1-DFA0-4E87-8638-86D9BF8BF030}" destId="{9F798016-EA14-465F-A00E-87BA2D4B5036}" srcOrd="1" destOrd="0" parTransId="{8BD229A2-0577-43F0-B0E7-75F6D23BFB87}" sibTransId="{29E3AD83-1045-427D-BE2F-8038AC07682F}"/>
    <dgm:cxn modelId="{5D27C263-FC3F-49D0-93DF-25FD09342425}" srcId="{ABB17B8A-8088-4E12-96B5-0B8C6AADACF1}" destId="{7A71ED4A-2B7F-483B-9191-D78A76F3EDA3}" srcOrd="1" destOrd="0" parTransId="{C34B14FD-6205-4ED9-A21A-FF1266E2DAD7}" sibTransId="{37780E6F-FE41-41E6-9F19-C7E9AFDC57D3}"/>
    <dgm:cxn modelId="{CCBEF465-AA1C-4225-9FE2-7FA89910318A}" type="presOf" srcId="{F25C718D-F553-4A8B-9837-FDC8712D7D4F}" destId="{CF5ABD2E-6EE1-4372-BDE5-4360F0147E54}" srcOrd="0" destOrd="0" presId="urn:microsoft.com/office/officeart/2005/8/layout/hierarchy3"/>
    <dgm:cxn modelId="{C2922B46-7695-4170-9AC5-0617317C90CA}" srcId="{95AE42C1-DFA0-4E87-8638-86D9BF8BF030}" destId="{BDB1208C-B4D4-4C58-A644-B6B09D66335E}" srcOrd="0" destOrd="0" parTransId="{D9FC6ECE-736B-4290-9D7F-0A83EA31B993}" sibTransId="{1CA68A74-2A56-4AEA-8BB4-E72EB50E2956}"/>
    <dgm:cxn modelId="{CD45D769-9ADA-44A5-AAED-CF15FE2A7482}" type="presOf" srcId="{2928C876-128B-45B2-BE05-32AAD619B8F5}" destId="{40B2E4A2-F526-4E3B-8350-944BD56679E9}" srcOrd="0" destOrd="0" presId="urn:microsoft.com/office/officeart/2005/8/layout/hierarchy3"/>
    <dgm:cxn modelId="{70F5D769-7882-444B-9BD3-FD701D392600}" type="presOf" srcId="{70293BFB-EDCF-4306-A311-17D191F52900}" destId="{990E9916-5FD0-4072-91AE-B8BCC6A2778F}" srcOrd="0" destOrd="0" presId="urn:microsoft.com/office/officeart/2005/8/layout/hierarchy3"/>
    <dgm:cxn modelId="{3EFDF94A-7F01-4328-AA5F-7C83AFD6946D}" srcId="{9891C2BF-7C48-486E-984F-9F5B4E260C67}" destId="{B945BB58-B645-4C6F-ABC9-50B6233CA804}" srcOrd="2" destOrd="0" parTransId="{ACE39FD0-3696-4A54-92DB-C48C35C470F7}" sibTransId="{EFD110C3-03EA-45FD-8E2F-8CBDDD1D36D7}"/>
    <dgm:cxn modelId="{F273F24C-94AF-43EA-B14B-038601A88054}" srcId="{7C248052-34A3-4448-917F-BBCEF2D045F7}" destId="{36A608CC-CDBC-461D-91B2-FBBD5558EE16}" srcOrd="3" destOrd="0" parTransId="{9221ACFB-018F-40A7-A0AA-5EAD4EDD9D9A}" sibTransId="{003B6524-35A0-4DBF-8E53-E86290401F6A}"/>
    <dgm:cxn modelId="{B3E21C4E-6DB6-44A7-AE0E-B3405F831C44}" type="presOf" srcId="{CC1D9D71-70E0-4F7F-968A-FCC4586EF13B}" destId="{04773FB0-807E-4547-9035-F9EED62540AA}" srcOrd="0" destOrd="0" presId="urn:microsoft.com/office/officeart/2005/8/layout/hierarchy3"/>
    <dgm:cxn modelId="{1648694E-F4A9-4AA1-8BB0-27925445D611}" type="presOf" srcId="{93B1556F-8C61-4831-ABC4-6298061D46EF}" destId="{2FEDB763-19E8-4A21-91F0-5FC419240ED0}" srcOrd="0" destOrd="0" presId="urn:microsoft.com/office/officeart/2005/8/layout/hierarchy3"/>
    <dgm:cxn modelId="{5535A74F-9AFE-4088-8A30-AEF24B53201C}" type="presOf" srcId="{962A0DDB-AE10-4B64-8B46-6BB641248D68}" destId="{46369577-0FCD-48D8-AC95-F86BF21D18A0}" srcOrd="0" destOrd="0" presId="urn:microsoft.com/office/officeart/2005/8/layout/hierarchy3"/>
    <dgm:cxn modelId="{3A25CF71-3C51-4A0B-BA21-FD0279494BC2}" type="presOf" srcId="{E7FED030-5EBB-4AA0-A2A9-0EECA0324F01}" destId="{22384A51-D91B-4825-9F0D-28047598720F}" srcOrd="0" destOrd="0" presId="urn:microsoft.com/office/officeart/2005/8/layout/hierarchy3"/>
    <dgm:cxn modelId="{831A9974-3647-48AD-AA8E-6707871C2178}" srcId="{BBCAFF24-4A37-44FB-87C6-D3301F9D1443}" destId="{F25C718D-F553-4A8B-9837-FDC8712D7D4F}" srcOrd="0" destOrd="0" parTransId="{2EE97D3E-3742-4170-854C-772BB4E9961D}" sibTransId="{C747D597-0913-4037-91BD-362CB0E6278E}"/>
    <dgm:cxn modelId="{939FC555-36C6-4691-9B2F-6AB1F1DE1A2D}" type="presOf" srcId="{BDB1208C-B4D4-4C58-A644-B6B09D66335E}" destId="{E98DD9C7-78E6-48E0-8D7A-8CF147876A1E}" srcOrd="0" destOrd="0" presId="urn:microsoft.com/office/officeart/2005/8/layout/hierarchy3"/>
    <dgm:cxn modelId="{56081A58-C78F-4AEC-B439-189908FCDBED}" type="presOf" srcId="{2F6E7D45-35ED-4FC9-BD31-EA2ADEE0BDF7}" destId="{AE62B3CE-E842-41AC-ADF7-5BC9046EB7B5}" srcOrd="0" destOrd="0" presId="urn:microsoft.com/office/officeart/2005/8/layout/hierarchy3"/>
    <dgm:cxn modelId="{37B5C85A-65B8-4379-AFCF-559B9737108F}" srcId="{7C248052-34A3-4448-917F-BBCEF2D045F7}" destId="{AFBFECAF-6329-4A83-BCC0-183493CF02DE}" srcOrd="0" destOrd="0" parTransId="{0EC60E07-1A15-441B-BF8A-247EBE66D65D}" sibTransId="{464C3BBA-50E0-448F-991E-FF8855A6B9EA}"/>
    <dgm:cxn modelId="{0BD77089-9B91-4974-9081-C079EDCB89E0}" type="presOf" srcId="{BD936CE8-B2AA-4913-AFC0-E6C27CC4A78D}" destId="{9A464EC9-2F7D-4609-9F79-D17A4C140D5D}" srcOrd="0" destOrd="0" presId="urn:microsoft.com/office/officeart/2005/8/layout/hierarchy3"/>
    <dgm:cxn modelId="{9A0F728A-D1D6-41C2-9976-A82AA755E5A4}" type="presOf" srcId="{A22C3AD0-BDF0-4475-A0D6-6EAB8A1B3027}" destId="{3E4892FE-4B7D-4D82-A392-CEA34EA58833}" srcOrd="0" destOrd="0" presId="urn:microsoft.com/office/officeart/2005/8/layout/hierarchy3"/>
    <dgm:cxn modelId="{2E24DE8A-E142-4AA5-962E-F35C0E73D421}" type="presOf" srcId="{BBCAFF24-4A37-44FB-87C6-D3301F9D1443}" destId="{64BA5997-D9EE-466D-9F8A-90BDC28A64B5}" srcOrd="1" destOrd="0" presId="urn:microsoft.com/office/officeart/2005/8/layout/hierarchy3"/>
    <dgm:cxn modelId="{738D238C-2496-4B70-B34B-E7FC0D021507}" srcId="{9891C2BF-7C48-486E-984F-9F5B4E260C67}" destId="{ABA73D94-1EDC-4D74-864D-5DCBB5750530}" srcOrd="0" destOrd="0" parTransId="{3FD06531-2B88-46C0-80AA-94C9C9132990}" sibTransId="{2BF583AE-CBBF-4BAE-BA9A-78B691CFB917}"/>
    <dgm:cxn modelId="{2448F993-ECAF-4251-828D-30F6BE2B61B8}" type="presOf" srcId="{7A71ED4A-2B7F-483B-9191-D78A76F3EDA3}" destId="{30611B13-02F9-4FD6-BB37-81865FE56734}" srcOrd="0" destOrd="0" presId="urn:microsoft.com/office/officeart/2005/8/layout/hierarchy3"/>
    <dgm:cxn modelId="{08E8FB95-A971-407A-9A86-4C3A66642BAC}" type="presOf" srcId="{BBCAFF24-4A37-44FB-87C6-D3301F9D1443}" destId="{084DC1BE-C15A-436D-B513-881B9EB780A1}" srcOrd="0" destOrd="0" presId="urn:microsoft.com/office/officeart/2005/8/layout/hierarchy3"/>
    <dgm:cxn modelId="{9851B498-0F06-4FD3-BFFF-6BED7D4540A4}" type="presOf" srcId="{36A608CC-CDBC-461D-91B2-FBBD5558EE16}" destId="{67D1B433-59AF-4383-B09F-0DA489AB1612}" srcOrd="0" destOrd="0" presId="urn:microsoft.com/office/officeart/2005/8/layout/hierarchy3"/>
    <dgm:cxn modelId="{BB17469E-A7E3-4561-8595-4A794D0E96E8}" srcId="{AFBFECAF-6329-4A83-BCC0-183493CF02DE}" destId="{40BA5E19-32A8-48ED-BBEF-640275C5C209}" srcOrd="3" destOrd="0" parTransId="{CC1D9D71-70E0-4F7F-968A-FCC4586EF13B}" sibTransId="{37BF42FF-B068-4D8E-9B6F-9B9AD5F2B130}"/>
    <dgm:cxn modelId="{CBBCB99E-BCE0-4419-AA8B-B43740A4B607}" type="presOf" srcId="{40BA5E19-32A8-48ED-BBEF-640275C5C209}" destId="{AC1D12EB-A144-4186-9E44-A3BCD735527C}" srcOrd="0" destOrd="0" presId="urn:microsoft.com/office/officeart/2005/8/layout/hierarchy3"/>
    <dgm:cxn modelId="{54E5D79E-0291-491E-88CE-57F5AFD458F9}" type="presOf" srcId="{3FD06531-2B88-46C0-80AA-94C9C9132990}" destId="{3EC051F6-BB60-45A3-A39D-85EC7B851970}" srcOrd="0" destOrd="0" presId="urn:microsoft.com/office/officeart/2005/8/layout/hierarchy3"/>
    <dgm:cxn modelId="{B4F5A7A1-5D04-4DF7-9EED-30D3976682EB}" type="presOf" srcId="{D7B65113-BEF2-4408-9EC5-9D5DF13DE62B}" destId="{5EBC1D13-4B85-46EA-9555-5C9585A15C88}" srcOrd="0" destOrd="0" presId="urn:microsoft.com/office/officeart/2005/8/layout/hierarchy3"/>
    <dgm:cxn modelId="{5E7CC0A1-9150-43A5-8479-0F87BCBD57DC}" type="presOf" srcId="{D9FC6ECE-736B-4290-9D7F-0A83EA31B993}" destId="{DF627D92-CE91-473E-9AF9-B30DC6637566}" srcOrd="0" destOrd="0" presId="urn:microsoft.com/office/officeart/2005/8/layout/hierarchy3"/>
    <dgm:cxn modelId="{034382AB-75DB-4FEB-9282-3E749AAE8DF9}" type="presOf" srcId="{95AE42C1-DFA0-4E87-8638-86D9BF8BF030}" destId="{5CC96065-5DD8-4F49-A8A2-F4661A0FF4CD}" srcOrd="1" destOrd="0" presId="urn:microsoft.com/office/officeart/2005/8/layout/hierarchy3"/>
    <dgm:cxn modelId="{C9108EAB-7485-4820-93C8-04BF315FE8BE}" type="presOf" srcId="{9891C2BF-7C48-486E-984F-9F5B4E260C67}" destId="{6F3CD8A5-6723-47BC-941E-4F20575E00A6}" srcOrd="1" destOrd="0" presId="urn:microsoft.com/office/officeart/2005/8/layout/hierarchy3"/>
    <dgm:cxn modelId="{E8F221AE-E578-4B3C-8BD4-C5BECA82B9DC}" type="presOf" srcId="{95AE42C1-DFA0-4E87-8638-86D9BF8BF030}" destId="{CA1FD300-4273-4D44-A9B0-6F4F2A4BDB5C}" srcOrd="0" destOrd="0" presId="urn:microsoft.com/office/officeart/2005/8/layout/hierarchy3"/>
    <dgm:cxn modelId="{6DFF3FAF-6BA6-44D5-B8DB-864323B43096}" type="presOf" srcId="{2EE97D3E-3742-4170-854C-772BB4E9961D}" destId="{C922D516-4215-4172-965D-E75FE7BAB79D}" srcOrd="0" destOrd="0" presId="urn:microsoft.com/office/officeart/2005/8/layout/hierarchy3"/>
    <dgm:cxn modelId="{0A6754B2-DF1D-4DAB-A7BA-E3889B195A4C}" type="presOf" srcId="{AFBFECAF-6329-4A83-BCC0-183493CF02DE}" destId="{3E8048DF-AC26-4141-A7F6-DE650403A79F}" srcOrd="1" destOrd="0" presId="urn:microsoft.com/office/officeart/2005/8/layout/hierarchy3"/>
    <dgm:cxn modelId="{770571B3-FC55-42B1-A617-ACF3A6273F80}" type="presOf" srcId="{ABB17B8A-8088-4E12-96B5-0B8C6AADACF1}" destId="{3AEA0599-BC1C-46F8-B65C-725BCEC7ACB3}" srcOrd="1" destOrd="0" presId="urn:microsoft.com/office/officeart/2005/8/layout/hierarchy3"/>
    <dgm:cxn modelId="{048F8EB3-69B4-4B65-AC1C-48AFE9D65148}" srcId="{7C248052-34A3-4448-917F-BBCEF2D045F7}" destId="{95AE42C1-DFA0-4E87-8638-86D9BF8BF030}" srcOrd="4" destOrd="0" parTransId="{9BC66ACE-8448-40CB-8305-318E3A3CD1AE}" sibTransId="{71AEF5C2-260B-4B55-A962-9AF25C0672F5}"/>
    <dgm:cxn modelId="{E6B0ADB3-F217-4CBC-BE68-C1FBCF1ED498}" type="presOf" srcId="{CFFC25F9-8665-4526-8707-EAE3DC8D2405}" destId="{C93B81EB-0BFF-4400-A540-2A7D13631E58}" srcOrd="0" destOrd="0" presId="urn:microsoft.com/office/officeart/2005/8/layout/hierarchy3"/>
    <dgm:cxn modelId="{44963FC4-2F2A-4552-B09E-731996112B5E}" srcId="{AFBFECAF-6329-4A83-BCC0-183493CF02DE}" destId="{962A0DDB-AE10-4B64-8B46-6BB641248D68}" srcOrd="2" destOrd="0" parTransId="{70293BFB-EDCF-4306-A311-17D191F52900}" sibTransId="{A712A065-3F52-427E-AA3B-89C72D5E6947}"/>
    <dgm:cxn modelId="{E776DFC7-EBEA-44BA-B758-175E790D8DBE}" type="presOf" srcId="{27DEDA23-57F4-4A56-9F5A-76D0FA5A2877}" destId="{C6479BB7-A3C6-479E-AFEE-48A6EACC1707}" srcOrd="0" destOrd="0" presId="urn:microsoft.com/office/officeart/2005/8/layout/hierarchy3"/>
    <dgm:cxn modelId="{968BDCCA-FCA0-476F-8E89-F0B3E75FBB2A}" srcId="{7C248052-34A3-4448-917F-BBCEF2D045F7}" destId="{9891C2BF-7C48-486E-984F-9F5B4E260C67}" srcOrd="1" destOrd="0" parTransId="{E2847E06-EC93-4F97-9608-F0DA51C633E8}" sibTransId="{7C24334F-D46F-4CE6-A799-F652563A5B55}"/>
    <dgm:cxn modelId="{75E852CB-BD07-4A90-84A8-59E0CA779D13}" srcId="{9891C2BF-7C48-486E-984F-9F5B4E260C67}" destId="{93B1556F-8C61-4831-ABC4-6298061D46EF}" srcOrd="1" destOrd="0" parTransId="{A22C3AD0-BDF0-4475-A0D6-6EAB8A1B3027}" sibTransId="{B481B4EB-1208-42D6-A56C-F0A8CC1E007C}"/>
    <dgm:cxn modelId="{B16574D2-E3A7-47A7-9119-68B106266B1D}" type="presOf" srcId="{48142DD1-D7C5-4C7A-9205-FA52FBC9E438}" destId="{54E4CECC-BF2E-4AD0-8BC2-492BB428FD04}" srcOrd="0" destOrd="0" presId="urn:microsoft.com/office/officeart/2005/8/layout/hierarchy3"/>
    <dgm:cxn modelId="{31E270DA-7C56-48FC-9196-78CC93B2576F}" srcId="{ABB17B8A-8088-4E12-96B5-0B8C6AADACF1}" destId="{FF891787-B23B-43D9-A7A9-DAEFF6A7640D}" srcOrd="0" destOrd="0" parTransId="{D7B65113-BEF2-4408-9EC5-9D5DF13DE62B}" sibTransId="{3DCDB2A9-8254-43A8-B112-4F56DB382F69}"/>
    <dgm:cxn modelId="{0BC5C9DB-7857-40C8-A68D-6D4C9EEC0B86}" type="presOf" srcId="{ACE39FD0-3696-4A54-92DB-C48C35C470F7}" destId="{3FA60F8F-9BD8-4805-8B3B-64E9D533F786}" srcOrd="0" destOrd="0" presId="urn:microsoft.com/office/officeart/2005/8/layout/hierarchy3"/>
    <dgm:cxn modelId="{39666FE3-7F45-4154-8C7E-BFD91FBB5FC2}" type="presOf" srcId="{DA45DAEB-A4D7-4F5E-9296-24E4912A4D3A}" destId="{5E9F5B86-E9FE-43AF-8F46-9AF9810DEB76}" srcOrd="0" destOrd="0" presId="urn:microsoft.com/office/officeart/2005/8/layout/hierarchy3"/>
    <dgm:cxn modelId="{722709EC-1FA9-4021-B418-7C85F0FEAA3A}" srcId="{AFBFECAF-6329-4A83-BCC0-183493CF02DE}" destId="{664D0784-516A-4F29-8806-71CDD43E29D7}" srcOrd="1" destOrd="0" parTransId="{27DEDA23-57F4-4A56-9F5A-76D0FA5A2877}" sibTransId="{D7E927BF-8082-4A35-9DD3-2406FC9AB8D6}"/>
    <dgm:cxn modelId="{A8822FEE-7CD3-4CF6-9E1C-88A38AD2298B}" type="presOf" srcId="{7C248052-34A3-4448-917F-BBCEF2D045F7}" destId="{186F3D9E-C97C-4E75-9F3B-16E359C481C1}" srcOrd="0" destOrd="0" presId="urn:microsoft.com/office/officeart/2005/8/layout/hierarchy3"/>
    <dgm:cxn modelId="{702AEFEF-A5A0-483E-881D-372671497E80}" srcId="{AFBFECAF-6329-4A83-BCC0-183493CF02DE}" destId="{2F6E7D45-35ED-4FC9-BD31-EA2ADEE0BDF7}" srcOrd="0" destOrd="0" parTransId="{E7FED030-5EBB-4AA0-A2A9-0EECA0324F01}" sibTransId="{A5A1645F-D7ED-4184-82AC-97D5EA3CD58D}"/>
    <dgm:cxn modelId="{DE8135F9-C4B9-4798-9408-69CE5C634FEF}" type="presOf" srcId="{36A608CC-CDBC-461D-91B2-FBBD5558EE16}" destId="{55E38861-0CF4-415A-B184-91363229F66F}" srcOrd="1" destOrd="0" presId="urn:microsoft.com/office/officeart/2005/8/layout/hierarchy3"/>
    <dgm:cxn modelId="{F03610FB-1D8B-43B6-831C-F833672F068D}" type="presOf" srcId="{AFBFECAF-6329-4A83-BCC0-183493CF02DE}" destId="{EFBAC0F2-B903-4B66-8E12-CA47FC7B30CE}" srcOrd="0" destOrd="0" presId="urn:microsoft.com/office/officeart/2005/8/layout/hierarchy3"/>
    <dgm:cxn modelId="{0413D6E7-F692-4C78-AD50-76A367FAB152}" type="presParOf" srcId="{186F3D9E-C97C-4E75-9F3B-16E359C481C1}" destId="{418FD132-7372-463B-9F31-94EBEA8D9123}" srcOrd="0" destOrd="0" presId="urn:microsoft.com/office/officeart/2005/8/layout/hierarchy3"/>
    <dgm:cxn modelId="{3FF019DF-1642-499D-B8B4-51DC740D29DC}" type="presParOf" srcId="{418FD132-7372-463B-9F31-94EBEA8D9123}" destId="{1DE9A970-B4C0-42CF-A030-AF514E94ADF3}" srcOrd="0" destOrd="0" presId="urn:microsoft.com/office/officeart/2005/8/layout/hierarchy3"/>
    <dgm:cxn modelId="{EDEDFEEA-D8FD-48F0-9FC9-866F3C8EB127}" type="presParOf" srcId="{1DE9A970-B4C0-42CF-A030-AF514E94ADF3}" destId="{EFBAC0F2-B903-4B66-8E12-CA47FC7B30CE}" srcOrd="0" destOrd="0" presId="urn:microsoft.com/office/officeart/2005/8/layout/hierarchy3"/>
    <dgm:cxn modelId="{B7A0AB4C-4E9B-4356-AB52-5542BEE5E570}" type="presParOf" srcId="{1DE9A970-B4C0-42CF-A030-AF514E94ADF3}" destId="{3E8048DF-AC26-4141-A7F6-DE650403A79F}" srcOrd="1" destOrd="0" presId="urn:microsoft.com/office/officeart/2005/8/layout/hierarchy3"/>
    <dgm:cxn modelId="{C5A03601-D37C-4913-8C91-17CE3D5EE603}" type="presParOf" srcId="{418FD132-7372-463B-9F31-94EBEA8D9123}" destId="{9811E051-F6EC-4EFA-AC03-2813BD0BE73C}" srcOrd="1" destOrd="0" presId="urn:microsoft.com/office/officeart/2005/8/layout/hierarchy3"/>
    <dgm:cxn modelId="{C929B6B8-0BFA-4E5E-9052-1F2680248B31}" type="presParOf" srcId="{9811E051-F6EC-4EFA-AC03-2813BD0BE73C}" destId="{22384A51-D91B-4825-9F0D-28047598720F}" srcOrd="0" destOrd="0" presId="urn:microsoft.com/office/officeart/2005/8/layout/hierarchy3"/>
    <dgm:cxn modelId="{F0AB7CFA-1BA9-499A-BB32-DA4852F910FE}" type="presParOf" srcId="{9811E051-F6EC-4EFA-AC03-2813BD0BE73C}" destId="{AE62B3CE-E842-41AC-ADF7-5BC9046EB7B5}" srcOrd="1" destOrd="0" presId="urn:microsoft.com/office/officeart/2005/8/layout/hierarchy3"/>
    <dgm:cxn modelId="{602C0798-F50E-4B92-8D81-FBAD9AB95478}" type="presParOf" srcId="{9811E051-F6EC-4EFA-AC03-2813BD0BE73C}" destId="{C6479BB7-A3C6-479E-AFEE-48A6EACC1707}" srcOrd="2" destOrd="0" presId="urn:microsoft.com/office/officeart/2005/8/layout/hierarchy3"/>
    <dgm:cxn modelId="{31D1B017-BD1D-4891-9270-54DE77F81919}" type="presParOf" srcId="{9811E051-F6EC-4EFA-AC03-2813BD0BE73C}" destId="{D1ED501A-5F65-4ADD-91F5-AFD1D8B1C024}" srcOrd="3" destOrd="0" presId="urn:microsoft.com/office/officeart/2005/8/layout/hierarchy3"/>
    <dgm:cxn modelId="{7AFF3A30-A7E9-4FAD-8483-8C1469F479DD}" type="presParOf" srcId="{9811E051-F6EC-4EFA-AC03-2813BD0BE73C}" destId="{990E9916-5FD0-4072-91AE-B8BCC6A2778F}" srcOrd="4" destOrd="0" presId="urn:microsoft.com/office/officeart/2005/8/layout/hierarchy3"/>
    <dgm:cxn modelId="{47CC0CE6-18D9-431E-B517-9C8A1E20ADD9}" type="presParOf" srcId="{9811E051-F6EC-4EFA-AC03-2813BD0BE73C}" destId="{46369577-0FCD-48D8-AC95-F86BF21D18A0}" srcOrd="5" destOrd="0" presId="urn:microsoft.com/office/officeart/2005/8/layout/hierarchy3"/>
    <dgm:cxn modelId="{01557C79-C670-4EDB-9546-852F4F78DC28}" type="presParOf" srcId="{9811E051-F6EC-4EFA-AC03-2813BD0BE73C}" destId="{04773FB0-807E-4547-9035-F9EED62540AA}" srcOrd="6" destOrd="0" presId="urn:microsoft.com/office/officeart/2005/8/layout/hierarchy3"/>
    <dgm:cxn modelId="{238F2E86-B947-4E30-A6CB-AA5969F2770F}" type="presParOf" srcId="{9811E051-F6EC-4EFA-AC03-2813BD0BE73C}" destId="{AC1D12EB-A144-4186-9E44-A3BCD735527C}" srcOrd="7" destOrd="0" presId="urn:microsoft.com/office/officeart/2005/8/layout/hierarchy3"/>
    <dgm:cxn modelId="{6DE49ADD-6975-4136-9A05-DD949B5ACF4A}" type="presParOf" srcId="{186F3D9E-C97C-4E75-9F3B-16E359C481C1}" destId="{04F56214-95B1-42E6-8CB9-403F581132AB}" srcOrd="1" destOrd="0" presId="urn:microsoft.com/office/officeart/2005/8/layout/hierarchy3"/>
    <dgm:cxn modelId="{8360E642-1C43-4663-B780-C9673EE86BC7}" type="presParOf" srcId="{04F56214-95B1-42E6-8CB9-403F581132AB}" destId="{76AA302C-794B-4B10-B4AD-CDC1998C7AEE}" srcOrd="0" destOrd="0" presId="urn:microsoft.com/office/officeart/2005/8/layout/hierarchy3"/>
    <dgm:cxn modelId="{6E663008-EB74-4882-B60A-50494574A442}" type="presParOf" srcId="{76AA302C-794B-4B10-B4AD-CDC1998C7AEE}" destId="{35BB1AF1-4127-4A2E-AE53-322EF7EA0962}" srcOrd="0" destOrd="0" presId="urn:microsoft.com/office/officeart/2005/8/layout/hierarchy3"/>
    <dgm:cxn modelId="{C078F8F8-AE17-405B-9D0F-021F05DD7D69}" type="presParOf" srcId="{76AA302C-794B-4B10-B4AD-CDC1998C7AEE}" destId="{6F3CD8A5-6723-47BC-941E-4F20575E00A6}" srcOrd="1" destOrd="0" presId="urn:microsoft.com/office/officeart/2005/8/layout/hierarchy3"/>
    <dgm:cxn modelId="{C501895E-2F75-4BD3-9BBC-622CCF18797B}" type="presParOf" srcId="{04F56214-95B1-42E6-8CB9-403F581132AB}" destId="{6F5AD478-49CA-4565-99E9-22E662049634}" srcOrd="1" destOrd="0" presId="urn:microsoft.com/office/officeart/2005/8/layout/hierarchy3"/>
    <dgm:cxn modelId="{6D0D273E-A500-4509-BF05-6D9E54306BE8}" type="presParOf" srcId="{6F5AD478-49CA-4565-99E9-22E662049634}" destId="{3EC051F6-BB60-45A3-A39D-85EC7B851970}" srcOrd="0" destOrd="0" presId="urn:microsoft.com/office/officeart/2005/8/layout/hierarchy3"/>
    <dgm:cxn modelId="{665380CC-BB1B-4EC2-8758-60DB18C562CB}" type="presParOf" srcId="{6F5AD478-49CA-4565-99E9-22E662049634}" destId="{CD2677E9-7EFD-4B45-A32E-A47C7FFD6275}" srcOrd="1" destOrd="0" presId="urn:microsoft.com/office/officeart/2005/8/layout/hierarchy3"/>
    <dgm:cxn modelId="{204ACF6C-3B6A-423B-B45C-D3BF6E181BFC}" type="presParOf" srcId="{6F5AD478-49CA-4565-99E9-22E662049634}" destId="{3E4892FE-4B7D-4D82-A392-CEA34EA58833}" srcOrd="2" destOrd="0" presId="urn:microsoft.com/office/officeart/2005/8/layout/hierarchy3"/>
    <dgm:cxn modelId="{87396203-84D0-492E-BAE1-82066D6444DF}" type="presParOf" srcId="{6F5AD478-49CA-4565-99E9-22E662049634}" destId="{2FEDB763-19E8-4A21-91F0-5FC419240ED0}" srcOrd="3" destOrd="0" presId="urn:microsoft.com/office/officeart/2005/8/layout/hierarchy3"/>
    <dgm:cxn modelId="{1716CF2F-AF40-4A21-B17C-83958E4D6BC2}" type="presParOf" srcId="{6F5AD478-49CA-4565-99E9-22E662049634}" destId="{3FA60F8F-9BD8-4805-8B3B-64E9D533F786}" srcOrd="4" destOrd="0" presId="urn:microsoft.com/office/officeart/2005/8/layout/hierarchy3"/>
    <dgm:cxn modelId="{6B02B14B-0BA6-400A-A08B-E929047A63F3}" type="presParOf" srcId="{6F5AD478-49CA-4565-99E9-22E662049634}" destId="{62CAE5D5-6987-4673-9FD7-A5D5FD7B7221}" srcOrd="5" destOrd="0" presId="urn:microsoft.com/office/officeart/2005/8/layout/hierarchy3"/>
    <dgm:cxn modelId="{0ED4F669-E100-4EF0-8E71-7A635F49774A}" type="presParOf" srcId="{186F3D9E-C97C-4E75-9F3B-16E359C481C1}" destId="{13A6B830-0BEC-43BA-8019-0EBD711EB181}" srcOrd="2" destOrd="0" presId="urn:microsoft.com/office/officeart/2005/8/layout/hierarchy3"/>
    <dgm:cxn modelId="{61BEC1E2-7759-47F8-B7BB-5C24F2F433EB}" type="presParOf" srcId="{13A6B830-0BEC-43BA-8019-0EBD711EB181}" destId="{DA7D5CD8-4F00-4D26-B2FD-677C55E5A90F}" srcOrd="0" destOrd="0" presId="urn:microsoft.com/office/officeart/2005/8/layout/hierarchy3"/>
    <dgm:cxn modelId="{A52F9BE7-AE32-4622-ABE9-DF81EF43315B}" type="presParOf" srcId="{DA7D5CD8-4F00-4D26-B2FD-677C55E5A90F}" destId="{F9C0AA74-0D51-4AC6-80DE-A0E20FF5FEA7}" srcOrd="0" destOrd="0" presId="urn:microsoft.com/office/officeart/2005/8/layout/hierarchy3"/>
    <dgm:cxn modelId="{D86B6FE1-0778-4CA7-9573-F8BB3C41C283}" type="presParOf" srcId="{DA7D5CD8-4F00-4D26-B2FD-677C55E5A90F}" destId="{3AEA0599-BC1C-46F8-B65C-725BCEC7ACB3}" srcOrd="1" destOrd="0" presId="urn:microsoft.com/office/officeart/2005/8/layout/hierarchy3"/>
    <dgm:cxn modelId="{9A0E4A61-354D-47CC-86D5-8A1391E4B335}" type="presParOf" srcId="{13A6B830-0BEC-43BA-8019-0EBD711EB181}" destId="{655AF399-D3BE-40E7-B564-755726E245E3}" srcOrd="1" destOrd="0" presId="urn:microsoft.com/office/officeart/2005/8/layout/hierarchy3"/>
    <dgm:cxn modelId="{E07409E6-0B1D-4A8A-B60D-80B91F486932}" type="presParOf" srcId="{655AF399-D3BE-40E7-B564-755726E245E3}" destId="{5EBC1D13-4B85-46EA-9555-5C9585A15C88}" srcOrd="0" destOrd="0" presId="urn:microsoft.com/office/officeart/2005/8/layout/hierarchy3"/>
    <dgm:cxn modelId="{0CDACE03-54F4-4D9D-B0AF-3733CCC3D1FC}" type="presParOf" srcId="{655AF399-D3BE-40E7-B564-755726E245E3}" destId="{83494BC9-1D60-48D6-9821-2FB9D02ED876}" srcOrd="1" destOrd="0" presId="urn:microsoft.com/office/officeart/2005/8/layout/hierarchy3"/>
    <dgm:cxn modelId="{85F2DEC6-2015-4B0D-AE1A-184B51857FE5}" type="presParOf" srcId="{655AF399-D3BE-40E7-B564-755726E245E3}" destId="{5523E5A9-0AF1-41DD-ABE0-A0B12B164C14}" srcOrd="2" destOrd="0" presId="urn:microsoft.com/office/officeart/2005/8/layout/hierarchy3"/>
    <dgm:cxn modelId="{0B3A59B2-F514-4495-AC26-E2CFA951469A}" type="presParOf" srcId="{655AF399-D3BE-40E7-B564-755726E245E3}" destId="{30611B13-02F9-4FD6-BB37-81865FE56734}" srcOrd="3" destOrd="0" presId="urn:microsoft.com/office/officeart/2005/8/layout/hierarchy3"/>
    <dgm:cxn modelId="{94CFE1D6-5DF2-42E0-BC1F-502787B27972}" type="presParOf" srcId="{186F3D9E-C97C-4E75-9F3B-16E359C481C1}" destId="{29730B87-7112-4EAE-BB3D-D16B70D9183C}" srcOrd="3" destOrd="0" presId="urn:microsoft.com/office/officeart/2005/8/layout/hierarchy3"/>
    <dgm:cxn modelId="{5EA0959A-4B92-4D5C-B9FE-F2985B22C431}" type="presParOf" srcId="{29730B87-7112-4EAE-BB3D-D16B70D9183C}" destId="{1C3FC9B9-DA83-4DFF-8962-31BD23F12648}" srcOrd="0" destOrd="0" presId="urn:microsoft.com/office/officeart/2005/8/layout/hierarchy3"/>
    <dgm:cxn modelId="{AF9C4D7D-27A8-4C09-996F-AE2CA45C4EFE}" type="presParOf" srcId="{1C3FC9B9-DA83-4DFF-8962-31BD23F12648}" destId="{67D1B433-59AF-4383-B09F-0DA489AB1612}" srcOrd="0" destOrd="0" presId="urn:microsoft.com/office/officeart/2005/8/layout/hierarchy3"/>
    <dgm:cxn modelId="{BE0E38A6-C621-46FE-BFF8-1C62F0E8D783}" type="presParOf" srcId="{1C3FC9B9-DA83-4DFF-8962-31BD23F12648}" destId="{55E38861-0CF4-415A-B184-91363229F66F}" srcOrd="1" destOrd="0" presId="urn:microsoft.com/office/officeart/2005/8/layout/hierarchy3"/>
    <dgm:cxn modelId="{716C4BC3-327E-4646-8D54-15B1DF46ABDB}" type="presParOf" srcId="{29730B87-7112-4EAE-BB3D-D16B70D9183C}" destId="{6BD1652C-2AA1-4336-B924-44E9DF3E0E87}" srcOrd="1" destOrd="0" presId="urn:microsoft.com/office/officeart/2005/8/layout/hierarchy3"/>
    <dgm:cxn modelId="{BBA03915-3877-4AE6-BE30-14378AB20717}" type="presParOf" srcId="{6BD1652C-2AA1-4336-B924-44E9DF3E0E87}" destId="{33AB5DF3-286C-4E6B-B1C4-4DF76DA888B0}" srcOrd="0" destOrd="0" presId="urn:microsoft.com/office/officeart/2005/8/layout/hierarchy3"/>
    <dgm:cxn modelId="{05D16F5D-B979-4A3A-89AA-02F7054D071E}" type="presParOf" srcId="{6BD1652C-2AA1-4336-B924-44E9DF3E0E87}" destId="{9A464EC9-2F7D-4609-9F79-D17A4C140D5D}" srcOrd="1" destOrd="0" presId="urn:microsoft.com/office/officeart/2005/8/layout/hierarchy3"/>
    <dgm:cxn modelId="{045869F8-15EF-4635-BFED-5D80CD7BCFAA}" type="presParOf" srcId="{6BD1652C-2AA1-4336-B924-44E9DF3E0E87}" destId="{54E4CECC-BF2E-4AD0-8BC2-492BB428FD04}" srcOrd="2" destOrd="0" presId="urn:microsoft.com/office/officeart/2005/8/layout/hierarchy3"/>
    <dgm:cxn modelId="{D500137F-0A33-4BF9-AF48-E0F540F45F7B}" type="presParOf" srcId="{6BD1652C-2AA1-4336-B924-44E9DF3E0E87}" destId="{5E9F5B86-E9FE-43AF-8F46-9AF9810DEB76}" srcOrd="3" destOrd="0" presId="urn:microsoft.com/office/officeart/2005/8/layout/hierarchy3"/>
    <dgm:cxn modelId="{645220F2-CDDD-4D81-9376-0A75BB00E209}" type="presParOf" srcId="{186F3D9E-C97C-4E75-9F3B-16E359C481C1}" destId="{49509AEA-3DAF-4B3F-B024-325BED571988}" srcOrd="4" destOrd="0" presId="urn:microsoft.com/office/officeart/2005/8/layout/hierarchy3"/>
    <dgm:cxn modelId="{3A617182-8BB0-4F74-81B4-786E5C8221B6}" type="presParOf" srcId="{49509AEA-3DAF-4B3F-B024-325BED571988}" destId="{4751AD78-2702-437A-BA54-F548D182FCF1}" srcOrd="0" destOrd="0" presId="urn:microsoft.com/office/officeart/2005/8/layout/hierarchy3"/>
    <dgm:cxn modelId="{CC2C804C-D3B9-41BE-AA84-89CE576B08BB}" type="presParOf" srcId="{4751AD78-2702-437A-BA54-F548D182FCF1}" destId="{CA1FD300-4273-4D44-A9B0-6F4F2A4BDB5C}" srcOrd="0" destOrd="0" presId="urn:microsoft.com/office/officeart/2005/8/layout/hierarchy3"/>
    <dgm:cxn modelId="{32299C50-342F-41E9-A610-F07AFBC2EED7}" type="presParOf" srcId="{4751AD78-2702-437A-BA54-F548D182FCF1}" destId="{5CC96065-5DD8-4F49-A8A2-F4661A0FF4CD}" srcOrd="1" destOrd="0" presId="urn:microsoft.com/office/officeart/2005/8/layout/hierarchy3"/>
    <dgm:cxn modelId="{CED52F59-E07B-45ED-9CF4-E651D0410DE6}" type="presParOf" srcId="{49509AEA-3DAF-4B3F-B024-325BED571988}" destId="{E603E57A-7662-4C29-A8AE-951A763F4D7B}" srcOrd="1" destOrd="0" presId="urn:microsoft.com/office/officeart/2005/8/layout/hierarchy3"/>
    <dgm:cxn modelId="{294EF277-DBEC-4F19-A6BE-AB2B366EBAAB}" type="presParOf" srcId="{E603E57A-7662-4C29-A8AE-951A763F4D7B}" destId="{DF627D92-CE91-473E-9AF9-B30DC6637566}" srcOrd="0" destOrd="0" presId="urn:microsoft.com/office/officeart/2005/8/layout/hierarchy3"/>
    <dgm:cxn modelId="{23ABEE0F-062E-4240-9EC4-DA4F459BDAE5}" type="presParOf" srcId="{E603E57A-7662-4C29-A8AE-951A763F4D7B}" destId="{E98DD9C7-78E6-48E0-8D7A-8CF147876A1E}" srcOrd="1" destOrd="0" presId="urn:microsoft.com/office/officeart/2005/8/layout/hierarchy3"/>
    <dgm:cxn modelId="{2F7C92DC-C096-4730-B37D-37231A3425B9}" type="presParOf" srcId="{E603E57A-7662-4C29-A8AE-951A763F4D7B}" destId="{154E6419-7F13-4791-9B77-FA5988652A5F}" srcOrd="2" destOrd="0" presId="urn:microsoft.com/office/officeart/2005/8/layout/hierarchy3"/>
    <dgm:cxn modelId="{6AB55ABD-1E07-4609-96B2-EF4A0B3CCEC7}" type="presParOf" srcId="{E603E57A-7662-4C29-A8AE-951A763F4D7B}" destId="{ABA8659A-BC56-4DE5-9B75-826E697492E6}" srcOrd="3" destOrd="0" presId="urn:microsoft.com/office/officeart/2005/8/layout/hierarchy3"/>
    <dgm:cxn modelId="{196BB747-2E9B-40B5-9ABC-CD8596AD8696}" type="presParOf" srcId="{186F3D9E-C97C-4E75-9F3B-16E359C481C1}" destId="{A53D0CF6-CF6D-46C0-875F-32342561C2F5}" srcOrd="5" destOrd="0" presId="urn:microsoft.com/office/officeart/2005/8/layout/hierarchy3"/>
    <dgm:cxn modelId="{8564FBB7-E50C-4CC9-9D9E-E0ADCCB29D4E}" type="presParOf" srcId="{A53D0CF6-CF6D-46C0-875F-32342561C2F5}" destId="{B6A5BED4-9279-4991-A826-3972B70EA6B0}" srcOrd="0" destOrd="0" presId="urn:microsoft.com/office/officeart/2005/8/layout/hierarchy3"/>
    <dgm:cxn modelId="{167CF0C5-7714-468E-92CB-91EADA84C7BE}" type="presParOf" srcId="{B6A5BED4-9279-4991-A826-3972B70EA6B0}" destId="{084DC1BE-C15A-436D-B513-881B9EB780A1}" srcOrd="0" destOrd="0" presId="urn:microsoft.com/office/officeart/2005/8/layout/hierarchy3"/>
    <dgm:cxn modelId="{E568DE9B-D292-4319-9A3A-0E401B3A5765}" type="presParOf" srcId="{B6A5BED4-9279-4991-A826-3972B70EA6B0}" destId="{64BA5997-D9EE-466D-9F8A-90BDC28A64B5}" srcOrd="1" destOrd="0" presId="urn:microsoft.com/office/officeart/2005/8/layout/hierarchy3"/>
    <dgm:cxn modelId="{0FCE67EC-B758-458E-9B3D-2CE69A213385}" type="presParOf" srcId="{A53D0CF6-CF6D-46C0-875F-32342561C2F5}" destId="{4EFB7061-6907-4EE9-835D-9912DEDF83EE}" srcOrd="1" destOrd="0" presId="urn:microsoft.com/office/officeart/2005/8/layout/hierarchy3"/>
    <dgm:cxn modelId="{5CE8E9D5-3AFB-4F13-8B12-62126F678579}" type="presParOf" srcId="{4EFB7061-6907-4EE9-835D-9912DEDF83EE}" destId="{C922D516-4215-4172-965D-E75FE7BAB79D}" srcOrd="0" destOrd="0" presId="urn:microsoft.com/office/officeart/2005/8/layout/hierarchy3"/>
    <dgm:cxn modelId="{0F4892E4-CFE3-4239-B568-A2F9CC71550B}" type="presParOf" srcId="{4EFB7061-6907-4EE9-835D-9912DEDF83EE}" destId="{CF5ABD2E-6EE1-4372-BDE5-4360F0147E54}" srcOrd="1" destOrd="0" presId="urn:microsoft.com/office/officeart/2005/8/layout/hierarchy3"/>
    <dgm:cxn modelId="{EB868EE9-6C70-4639-AB1A-94AFBF41A404}" type="presParOf" srcId="{4EFB7061-6907-4EE9-835D-9912DEDF83EE}" destId="{C93B81EB-0BFF-4400-A540-2A7D13631E58}" srcOrd="2" destOrd="0" presId="urn:microsoft.com/office/officeart/2005/8/layout/hierarchy3"/>
    <dgm:cxn modelId="{AD46D659-1D4A-4D3D-B59A-9D4080F8590A}" type="presParOf" srcId="{4EFB7061-6907-4EE9-835D-9912DEDF83EE}" destId="{40B2E4A2-F526-4E3B-8350-944BD56679E9}" srcOrd="3"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9.xml><?xml version="1.0" encoding="utf-8"?>
<dgm:dataModel xmlns:dgm="http://schemas.openxmlformats.org/drawingml/2006/diagram" xmlns:a="http://schemas.openxmlformats.org/drawingml/2006/main">
  <dgm:ptLst>
    <dgm:pt modelId="{CE426DBE-9ACE-4B14-ABFD-44F6133BFBEF}" type="doc">
      <dgm:prSet loTypeId="urn:microsoft.com/office/officeart/2005/8/layout/hList1" loCatId="list" qsTypeId="urn:microsoft.com/office/officeart/2005/8/quickstyle/simple1" qsCatId="simple" csTypeId="urn:microsoft.com/office/officeart/2005/8/colors/colorful1" csCatId="colorful" phldr="1"/>
      <dgm:spPr/>
      <dgm:t>
        <a:bodyPr/>
        <a:lstStyle/>
        <a:p>
          <a:endParaRPr lang="en-US"/>
        </a:p>
      </dgm:t>
    </dgm:pt>
    <dgm:pt modelId="{CB663FB3-3D34-4DEC-9FE8-B80606D80A8B}">
      <dgm:prSet>
        <dgm:style>
          <a:lnRef idx="0">
            <a:schemeClr val="accent2"/>
          </a:lnRef>
          <a:fillRef idx="3">
            <a:schemeClr val="accent2"/>
          </a:fillRef>
          <a:effectRef idx="3">
            <a:schemeClr val="accent2"/>
          </a:effectRef>
          <a:fontRef idx="minor">
            <a:schemeClr val="lt1"/>
          </a:fontRef>
        </dgm:style>
      </dgm:prSet>
      <dgm:spPr>
        <a:effectLst>
          <a:softEdge rad="31750"/>
        </a:effectLst>
      </dgm:spPr>
      <dgm:t>
        <a:bodyPr/>
        <a:lstStyle/>
        <a:p>
          <a:r>
            <a:rPr lang="en-US" dirty="0"/>
            <a:t>Train data</a:t>
          </a:r>
        </a:p>
      </dgm:t>
    </dgm:pt>
    <dgm:pt modelId="{66F36D73-4046-480C-8C0A-56639BCA2FAA}" type="parTrans" cxnId="{AB36F998-7275-4479-9890-6286B58527C5}">
      <dgm:prSet/>
      <dgm:spPr/>
      <dgm:t>
        <a:bodyPr/>
        <a:lstStyle/>
        <a:p>
          <a:endParaRPr lang="en-US"/>
        </a:p>
      </dgm:t>
    </dgm:pt>
    <dgm:pt modelId="{35ECC5D1-E9E6-4110-988D-80206CFB75B6}" type="sibTrans" cxnId="{AB36F998-7275-4479-9890-6286B58527C5}">
      <dgm:prSet/>
      <dgm:spPr/>
      <dgm:t>
        <a:bodyPr/>
        <a:lstStyle/>
        <a:p>
          <a:endParaRPr lang="en-US"/>
        </a:p>
      </dgm:t>
    </dgm:pt>
    <dgm:pt modelId="{6B8A58F0-67FE-40BF-A57D-32481A11E923}">
      <dgm:prSet>
        <dgm:style>
          <a:lnRef idx="0">
            <a:schemeClr val="accent2"/>
          </a:lnRef>
          <a:fillRef idx="3">
            <a:schemeClr val="accent2"/>
          </a:fillRef>
          <a:effectRef idx="3">
            <a:schemeClr val="accent2"/>
          </a:effectRef>
          <a:fontRef idx="minor">
            <a:schemeClr val="lt1"/>
          </a:fontRef>
        </dgm:style>
      </dgm:prSet>
      <dgm:spPr>
        <a:effectLst>
          <a:softEdge rad="31750"/>
        </a:effectLst>
      </dgm:spPr>
      <dgm:t>
        <a:bodyPr/>
        <a:lstStyle/>
        <a:p>
          <a:r>
            <a:rPr lang="en-US" dirty="0"/>
            <a:t>Train data</a:t>
          </a:r>
        </a:p>
      </dgm:t>
    </dgm:pt>
    <dgm:pt modelId="{F6680E7D-940E-4999-81BF-63B26CA24964}" type="parTrans" cxnId="{75FAB16B-1E16-43B2-B19A-295890581600}">
      <dgm:prSet/>
      <dgm:spPr/>
      <dgm:t>
        <a:bodyPr/>
        <a:lstStyle/>
        <a:p>
          <a:endParaRPr lang="en-US"/>
        </a:p>
      </dgm:t>
    </dgm:pt>
    <dgm:pt modelId="{FE6AD84F-124A-4871-90AC-ECB8BD49A093}" type="sibTrans" cxnId="{75FAB16B-1E16-43B2-B19A-295890581600}">
      <dgm:prSet/>
      <dgm:spPr/>
      <dgm:t>
        <a:bodyPr/>
        <a:lstStyle/>
        <a:p>
          <a:endParaRPr lang="en-US"/>
        </a:p>
      </dgm:t>
    </dgm:pt>
    <dgm:pt modelId="{315680D1-D8CE-4DDF-8C7F-D20110AF136D}">
      <dgm:prSet/>
      <dgm:spPr>
        <a:solidFill>
          <a:schemeClr val="accent2">
            <a:lumMod val="20000"/>
            <a:lumOff val="80000"/>
            <a:alpha val="90000"/>
          </a:schemeClr>
        </a:solidFill>
        <a:effectLst>
          <a:innerShdw blurRad="63500" dist="50800" dir="13500000">
            <a:prstClr val="black">
              <a:alpha val="50000"/>
            </a:prstClr>
          </a:innerShdw>
        </a:effectLst>
      </dgm:spPr>
      <dgm:t>
        <a:bodyPr/>
        <a:lstStyle/>
        <a:p>
          <a:r>
            <a:rPr lang="en-US" dirty="0"/>
            <a:t>Mean word count is </a:t>
          </a:r>
          <a:r>
            <a:rPr lang="en-US" dirty="0">
              <a:highlight>
                <a:srgbClr val="FFFF00"/>
              </a:highlight>
            </a:rPr>
            <a:t>16.7</a:t>
          </a:r>
        </a:p>
      </dgm:t>
    </dgm:pt>
    <dgm:pt modelId="{9D1A837C-AE04-4C20-A11F-F784B983791F}" type="parTrans" cxnId="{43720291-A1FE-49F1-950A-976FAB5F8478}">
      <dgm:prSet/>
      <dgm:spPr/>
      <dgm:t>
        <a:bodyPr/>
        <a:lstStyle/>
        <a:p>
          <a:endParaRPr lang="en-US"/>
        </a:p>
      </dgm:t>
    </dgm:pt>
    <dgm:pt modelId="{1AE14F92-5871-43B3-A476-A964A55A5EBF}" type="sibTrans" cxnId="{43720291-A1FE-49F1-950A-976FAB5F8478}">
      <dgm:prSet/>
      <dgm:spPr/>
      <dgm:t>
        <a:bodyPr/>
        <a:lstStyle/>
        <a:p>
          <a:endParaRPr lang="en-US"/>
        </a:p>
      </dgm:t>
    </dgm:pt>
    <dgm:pt modelId="{136BC23A-586F-4F1C-9EA7-BD71ACB58B90}">
      <dgm:prSet/>
      <dgm:spPr>
        <a:solidFill>
          <a:schemeClr val="accent2">
            <a:lumMod val="20000"/>
            <a:lumOff val="80000"/>
            <a:alpha val="90000"/>
          </a:schemeClr>
        </a:solidFill>
        <a:effectLst>
          <a:innerShdw blurRad="63500" dist="50800" dir="13500000">
            <a:prstClr val="black">
              <a:alpha val="50000"/>
            </a:prstClr>
          </a:innerShdw>
        </a:effectLst>
      </dgm:spPr>
      <dgm:t>
        <a:bodyPr/>
        <a:lstStyle/>
        <a:p>
          <a:r>
            <a:rPr lang="en-US" dirty="0"/>
            <a:t>Mean character count is </a:t>
          </a:r>
          <a:r>
            <a:rPr lang="en-US" dirty="0">
              <a:highlight>
                <a:srgbClr val="FFFF00"/>
              </a:highlight>
            </a:rPr>
            <a:t>80.6</a:t>
          </a:r>
        </a:p>
      </dgm:t>
    </dgm:pt>
    <dgm:pt modelId="{73B96BA8-E92B-4FA6-B3ED-68C2E83BB383}" type="parTrans" cxnId="{9E5AB322-0A88-4A50-9782-6B3C0EB8B0DE}">
      <dgm:prSet/>
      <dgm:spPr/>
      <dgm:t>
        <a:bodyPr/>
        <a:lstStyle/>
        <a:p>
          <a:endParaRPr lang="en-US"/>
        </a:p>
      </dgm:t>
    </dgm:pt>
    <dgm:pt modelId="{9A863DCF-3F91-466D-AAD1-D8726D78D7E6}" type="sibTrans" cxnId="{9E5AB322-0A88-4A50-9782-6B3C0EB8B0DE}">
      <dgm:prSet/>
      <dgm:spPr/>
      <dgm:t>
        <a:bodyPr/>
        <a:lstStyle/>
        <a:p>
          <a:endParaRPr lang="en-US"/>
        </a:p>
      </dgm:t>
    </dgm:pt>
    <dgm:pt modelId="{7A791D53-7855-4E90-AD1C-42B51D0B6B96}">
      <dgm:prSet/>
      <dgm:spPr>
        <a:solidFill>
          <a:schemeClr val="accent2">
            <a:lumMod val="20000"/>
            <a:lumOff val="80000"/>
            <a:alpha val="90000"/>
          </a:schemeClr>
        </a:solidFill>
        <a:effectLst>
          <a:innerShdw blurRad="63500" dist="50800" dir="13500000">
            <a:prstClr val="black">
              <a:alpha val="50000"/>
            </a:prstClr>
          </a:innerShdw>
        </a:effectLst>
      </dgm:spPr>
      <dgm:t>
        <a:bodyPr/>
        <a:lstStyle/>
        <a:p>
          <a:r>
            <a:rPr lang="en-US" dirty="0"/>
            <a:t>Mean avg word length is 4.92</a:t>
          </a:r>
        </a:p>
      </dgm:t>
    </dgm:pt>
    <dgm:pt modelId="{B7D7F343-D14F-40C4-8E85-AD37BDBE47D3}" type="parTrans" cxnId="{BA7AF14C-4A67-4373-93AC-5099DFEF8923}">
      <dgm:prSet/>
      <dgm:spPr/>
      <dgm:t>
        <a:bodyPr/>
        <a:lstStyle/>
        <a:p>
          <a:endParaRPr lang="en-US"/>
        </a:p>
      </dgm:t>
    </dgm:pt>
    <dgm:pt modelId="{59BCE79B-3D33-42CF-B3C5-07485308A29D}" type="sibTrans" cxnId="{BA7AF14C-4A67-4373-93AC-5099DFEF8923}">
      <dgm:prSet/>
      <dgm:spPr/>
      <dgm:t>
        <a:bodyPr/>
        <a:lstStyle/>
        <a:p>
          <a:endParaRPr lang="en-US"/>
        </a:p>
      </dgm:t>
    </dgm:pt>
    <dgm:pt modelId="{E245EBD3-A4B3-43A6-A351-B19754C84190}">
      <dgm:prSet/>
      <dgm:spPr>
        <a:solidFill>
          <a:schemeClr val="accent2">
            <a:lumMod val="20000"/>
            <a:lumOff val="80000"/>
            <a:alpha val="90000"/>
          </a:schemeClr>
        </a:solidFill>
        <a:effectLst>
          <a:innerShdw blurRad="63500" dist="50800" dir="13500000">
            <a:prstClr val="black">
              <a:alpha val="50000"/>
            </a:prstClr>
          </a:innerShdw>
        </a:effectLst>
      </dgm:spPr>
      <dgm:t>
        <a:bodyPr/>
        <a:lstStyle/>
        <a:p>
          <a:r>
            <a:rPr lang="en-US"/>
            <a:t>Correlation b/w word count and char count is 0.54</a:t>
          </a:r>
        </a:p>
      </dgm:t>
    </dgm:pt>
    <dgm:pt modelId="{84EE2369-9C87-4967-A608-D307DE2BAB8A}" type="parTrans" cxnId="{EE27D3C1-B22D-45DB-AD0C-7F696A8E5B11}">
      <dgm:prSet/>
      <dgm:spPr/>
      <dgm:t>
        <a:bodyPr/>
        <a:lstStyle/>
        <a:p>
          <a:endParaRPr lang="en-US"/>
        </a:p>
      </dgm:t>
    </dgm:pt>
    <dgm:pt modelId="{7688C03F-9C11-461F-9A62-602C1CEF3F0D}" type="sibTrans" cxnId="{EE27D3C1-B22D-45DB-AD0C-7F696A8E5B11}">
      <dgm:prSet/>
      <dgm:spPr/>
      <dgm:t>
        <a:bodyPr/>
        <a:lstStyle/>
        <a:p>
          <a:endParaRPr lang="en-US"/>
        </a:p>
      </dgm:t>
    </dgm:pt>
    <dgm:pt modelId="{11A84EA9-87AC-4130-B7F9-7ED3F12DD0DF}">
      <dgm:prSet>
        <dgm:style>
          <a:lnRef idx="0">
            <a:schemeClr val="accent1"/>
          </a:lnRef>
          <a:fillRef idx="3">
            <a:schemeClr val="accent1"/>
          </a:fillRef>
          <a:effectRef idx="3">
            <a:schemeClr val="accent1"/>
          </a:effectRef>
          <a:fontRef idx="minor">
            <a:schemeClr val="lt1"/>
          </a:fontRef>
        </dgm:style>
      </dgm:prSet>
      <dgm:spPr>
        <a:effectLst>
          <a:softEdge rad="31750"/>
        </a:effectLst>
      </dgm:spPr>
      <dgm:t>
        <a:bodyPr/>
        <a:lstStyle/>
        <a:p>
          <a:r>
            <a:rPr lang="en-US" dirty="0"/>
            <a:t>Test data</a:t>
          </a:r>
        </a:p>
      </dgm:t>
    </dgm:pt>
    <dgm:pt modelId="{B4D9D4A6-20B7-4FB7-8AC8-6CFD558ECBF5}" type="parTrans" cxnId="{469A3846-FBCE-4E2C-8234-69808126C9CE}">
      <dgm:prSet/>
      <dgm:spPr/>
      <dgm:t>
        <a:bodyPr/>
        <a:lstStyle/>
        <a:p>
          <a:endParaRPr lang="en-US"/>
        </a:p>
      </dgm:t>
    </dgm:pt>
    <dgm:pt modelId="{9C42AAF0-D30C-497A-B114-2A56ED89607C}" type="sibTrans" cxnId="{469A3846-FBCE-4E2C-8234-69808126C9CE}">
      <dgm:prSet/>
      <dgm:spPr/>
      <dgm:t>
        <a:bodyPr/>
        <a:lstStyle/>
        <a:p>
          <a:endParaRPr lang="en-US"/>
        </a:p>
      </dgm:t>
    </dgm:pt>
    <dgm:pt modelId="{16AAA86E-9C7C-4845-A167-1A0A147A2D2A}">
      <dgm:prSet/>
      <dgm:spPr>
        <a:solidFill>
          <a:schemeClr val="accent5">
            <a:lumMod val="20000"/>
            <a:lumOff val="80000"/>
            <a:alpha val="90000"/>
          </a:schemeClr>
        </a:solidFill>
        <a:effectLst>
          <a:innerShdw blurRad="63500" dist="50800" dir="13500000">
            <a:prstClr val="black">
              <a:alpha val="50000"/>
            </a:prstClr>
          </a:innerShdw>
        </a:effectLst>
      </dgm:spPr>
      <dgm:t>
        <a:bodyPr/>
        <a:lstStyle/>
        <a:p>
          <a:r>
            <a:rPr lang="en-US" dirty="0"/>
            <a:t>Mean word count is </a:t>
          </a:r>
          <a:r>
            <a:rPr lang="en-US" dirty="0">
              <a:highlight>
                <a:srgbClr val="FFFF00"/>
              </a:highlight>
            </a:rPr>
            <a:t>17.3</a:t>
          </a:r>
        </a:p>
      </dgm:t>
    </dgm:pt>
    <dgm:pt modelId="{271D2BDE-7F17-471F-93E7-6E8CF32911BA}" type="parTrans" cxnId="{EDDFA392-E33E-4655-B7AD-0F92D66ECA7C}">
      <dgm:prSet/>
      <dgm:spPr/>
      <dgm:t>
        <a:bodyPr/>
        <a:lstStyle/>
        <a:p>
          <a:endParaRPr lang="en-US"/>
        </a:p>
      </dgm:t>
    </dgm:pt>
    <dgm:pt modelId="{ACDA7F7A-41D3-44B9-9E78-78FB01797951}" type="sibTrans" cxnId="{EDDFA392-E33E-4655-B7AD-0F92D66ECA7C}">
      <dgm:prSet/>
      <dgm:spPr/>
      <dgm:t>
        <a:bodyPr/>
        <a:lstStyle/>
        <a:p>
          <a:endParaRPr lang="en-US"/>
        </a:p>
      </dgm:t>
    </dgm:pt>
    <dgm:pt modelId="{9DC9E44A-55BB-4049-A8E2-DDDAAFAF9CF1}">
      <dgm:prSet/>
      <dgm:spPr>
        <a:solidFill>
          <a:schemeClr val="accent5">
            <a:lumMod val="20000"/>
            <a:lumOff val="80000"/>
            <a:alpha val="90000"/>
          </a:schemeClr>
        </a:solidFill>
        <a:effectLst>
          <a:innerShdw blurRad="63500" dist="50800" dir="13500000">
            <a:prstClr val="black">
              <a:alpha val="50000"/>
            </a:prstClr>
          </a:innerShdw>
        </a:effectLst>
      </dgm:spPr>
      <dgm:t>
        <a:bodyPr/>
        <a:lstStyle/>
        <a:p>
          <a:r>
            <a:rPr lang="en-US" dirty="0"/>
            <a:t>Mean character count is </a:t>
          </a:r>
          <a:r>
            <a:rPr lang="en-US" dirty="0">
              <a:highlight>
                <a:srgbClr val="FFFF00"/>
              </a:highlight>
            </a:rPr>
            <a:t>90.8</a:t>
          </a:r>
        </a:p>
      </dgm:t>
    </dgm:pt>
    <dgm:pt modelId="{827600A9-E02A-4452-936B-E673CCE11DE8}" type="parTrans" cxnId="{67AA0FD4-A85A-4BE7-A646-D294F80C351E}">
      <dgm:prSet/>
      <dgm:spPr/>
      <dgm:t>
        <a:bodyPr/>
        <a:lstStyle/>
        <a:p>
          <a:endParaRPr lang="en-US"/>
        </a:p>
      </dgm:t>
    </dgm:pt>
    <dgm:pt modelId="{8648D19C-17FB-4C3D-8E28-55657A1CC7FB}" type="sibTrans" cxnId="{67AA0FD4-A85A-4BE7-A646-D294F80C351E}">
      <dgm:prSet/>
      <dgm:spPr/>
      <dgm:t>
        <a:bodyPr/>
        <a:lstStyle/>
        <a:p>
          <a:endParaRPr lang="en-US"/>
        </a:p>
      </dgm:t>
    </dgm:pt>
    <dgm:pt modelId="{868528FF-98D6-4F8D-BA07-8371F65EBD46}">
      <dgm:prSet/>
      <dgm:spPr>
        <a:solidFill>
          <a:schemeClr val="accent5">
            <a:lumMod val="20000"/>
            <a:lumOff val="80000"/>
            <a:alpha val="90000"/>
          </a:schemeClr>
        </a:solidFill>
        <a:effectLst>
          <a:innerShdw blurRad="63500" dist="50800" dir="13500000">
            <a:prstClr val="black">
              <a:alpha val="50000"/>
            </a:prstClr>
          </a:innerShdw>
        </a:effectLst>
      </dgm:spPr>
      <dgm:t>
        <a:bodyPr/>
        <a:lstStyle/>
        <a:p>
          <a:r>
            <a:rPr lang="en-US"/>
            <a:t>Mean avg word length is 5.26</a:t>
          </a:r>
        </a:p>
      </dgm:t>
    </dgm:pt>
    <dgm:pt modelId="{0E136F84-C5EC-45CF-8F9A-B6941E1754E1}" type="parTrans" cxnId="{53995A56-1040-4D4F-A90A-F859139E4911}">
      <dgm:prSet/>
      <dgm:spPr/>
      <dgm:t>
        <a:bodyPr/>
        <a:lstStyle/>
        <a:p>
          <a:endParaRPr lang="en-US"/>
        </a:p>
      </dgm:t>
    </dgm:pt>
    <dgm:pt modelId="{0419E27D-B559-41D6-92E4-CB7EF8D3381B}" type="sibTrans" cxnId="{53995A56-1040-4D4F-A90A-F859139E4911}">
      <dgm:prSet/>
      <dgm:spPr/>
      <dgm:t>
        <a:bodyPr/>
        <a:lstStyle/>
        <a:p>
          <a:endParaRPr lang="en-US"/>
        </a:p>
      </dgm:t>
    </dgm:pt>
    <dgm:pt modelId="{A9E981DB-05BE-45D5-A600-B4C1FACD493F}">
      <dgm:prSet/>
      <dgm:spPr>
        <a:solidFill>
          <a:schemeClr val="accent5">
            <a:lumMod val="20000"/>
            <a:lumOff val="80000"/>
            <a:alpha val="90000"/>
          </a:schemeClr>
        </a:solidFill>
        <a:effectLst>
          <a:innerShdw blurRad="63500" dist="50800" dir="13500000">
            <a:prstClr val="black">
              <a:alpha val="50000"/>
            </a:prstClr>
          </a:innerShdw>
        </a:effectLst>
      </dgm:spPr>
      <dgm:t>
        <a:bodyPr/>
        <a:lstStyle/>
        <a:p>
          <a:r>
            <a:rPr lang="en-US" dirty="0"/>
            <a:t>Correlation b/w word count and char count is 0.84</a:t>
          </a:r>
        </a:p>
      </dgm:t>
    </dgm:pt>
    <dgm:pt modelId="{62996B1B-4E00-46C3-88AB-98B3045D1E72}" type="parTrans" cxnId="{3B92E09F-D829-4017-8786-26B215BE89CF}">
      <dgm:prSet/>
      <dgm:spPr/>
      <dgm:t>
        <a:bodyPr/>
        <a:lstStyle/>
        <a:p>
          <a:endParaRPr lang="en-US"/>
        </a:p>
      </dgm:t>
    </dgm:pt>
    <dgm:pt modelId="{0ABAF361-46F3-4E1B-BFC6-0683C01C45E7}" type="sibTrans" cxnId="{3B92E09F-D829-4017-8786-26B215BE89CF}">
      <dgm:prSet/>
      <dgm:spPr/>
      <dgm:t>
        <a:bodyPr/>
        <a:lstStyle/>
        <a:p>
          <a:endParaRPr lang="en-US"/>
        </a:p>
      </dgm:t>
    </dgm:pt>
    <dgm:pt modelId="{40381800-D7E3-497F-A6CB-8FBA34E01A29}">
      <dgm:prSet>
        <dgm:style>
          <a:lnRef idx="0">
            <a:schemeClr val="accent1"/>
          </a:lnRef>
          <a:fillRef idx="3">
            <a:schemeClr val="accent1"/>
          </a:fillRef>
          <a:effectRef idx="3">
            <a:schemeClr val="accent1"/>
          </a:effectRef>
          <a:fontRef idx="minor">
            <a:schemeClr val="lt1"/>
          </a:fontRef>
        </dgm:style>
      </dgm:prSet>
      <dgm:spPr>
        <a:effectLst>
          <a:softEdge rad="31750"/>
        </a:effectLst>
      </dgm:spPr>
      <dgm:t>
        <a:bodyPr/>
        <a:lstStyle/>
        <a:p>
          <a:r>
            <a:rPr lang="en-US" dirty="0"/>
            <a:t>Test data</a:t>
          </a:r>
        </a:p>
      </dgm:t>
    </dgm:pt>
    <dgm:pt modelId="{62EAD828-5EE2-4CBA-B209-16D494BBE7F7}" type="parTrans" cxnId="{D63D8740-E077-4C3D-922C-54BBE39C50CA}">
      <dgm:prSet/>
      <dgm:spPr/>
      <dgm:t>
        <a:bodyPr/>
        <a:lstStyle/>
        <a:p>
          <a:endParaRPr lang="en-US"/>
        </a:p>
      </dgm:t>
    </dgm:pt>
    <dgm:pt modelId="{B50915DC-D257-456D-AF20-F82425B6714E}" type="sibTrans" cxnId="{D63D8740-E077-4C3D-922C-54BBE39C50CA}">
      <dgm:prSet/>
      <dgm:spPr/>
      <dgm:t>
        <a:bodyPr/>
        <a:lstStyle/>
        <a:p>
          <a:endParaRPr lang="en-US"/>
        </a:p>
      </dgm:t>
    </dgm:pt>
    <dgm:pt modelId="{820D6A02-3326-4F25-B4BE-60084BEB6B43}">
      <dgm:prSet/>
      <dgm:spPr>
        <a:solidFill>
          <a:schemeClr val="accent5">
            <a:lumMod val="20000"/>
            <a:lumOff val="80000"/>
            <a:alpha val="90000"/>
          </a:schemeClr>
        </a:solidFill>
        <a:effectLst>
          <a:innerShdw blurRad="63500" dist="50800" dir="13500000">
            <a:prstClr val="black">
              <a:alpha val="50000"/>
            </a:prstClr>
          </a:innerShdw>
        </a:effectLst>
      </dgm:spPr>
      <dgm:t>
        <a:bodyPr/>
        <a:lstStyle/>
        <a:p>
          <a:r>
            <a:rPr lang="en-US" dirty="0">
              <a:highlight>
                <a:srgbClr val="FFFF00"/>
              </a:highlight>
            </a:rPr>
            <a:t>65%</a:t>
          </a:r>
          <a:r>
            <a:rPr lang="en-US" dirty="0"/>
            <a:t> of the test data is from CN, 10% from CA, 6% from JP.</a:t>
          </a:r>
        </a:p>
      </dgm:t>
    </dgm:pt>
    <dgm:pt modelId="{6E00BE58-2712-4D02-A822-D1BD516435A0}" type="parTrans" cxnId="{8314C5A1-5B11-47B2-AA12-F028708F6B3D}">
      <dgm:prSet/>
      <dgm:spPr/>
      <dgm:t>
        <a:bodyPr/>
        <a:lstStyle/>
        <a:p>
          <a:endParaRPr lang="en-US"/>
        </a:p>
      </dgm:t>
    </dgm:pt>
    <dgm:pt modelId="{14CF5630-D447-48FE-B660-42583B4E0978}" type="sibTrans" cxnId="{8314C5A1-5B11-47B2-AA12-F028708F6B3D}">
      <dgm:prSet/>
      <dgm:spPr/>
      <dgm:t>
        <a:bodyPr/>
        <a:lstStyle/>
        <a:p>
          <a:endParaRPr lang="en-US"/>
        </a:p>
      </dgm:t>
    </dgm:pt>
    <dgm:pt modelId="{AF1A7A2D-6606-4810-BC1D-2CD014F7B1C8}">
      <dgm:prSet/>
      <dgm:spPr>
        <a:effectLst>
          <a:innerShdw blurRad="63500" dist="50800" dir="13500000">
            <a:prstClr val="black">
              <a:alpha val="50000"/>
            </a:prstClr>
          </a:innerShdw>
        </a:effectLst>
      </dgm:spPr>
      <dgm:t>
        <a:bodyPr/>
        <a:lstStyle/>
        <a:p>
          <a:r>
            <a:rPr lang="en-US" dirty="0">
              <a:highlight>
                <a:srgbClr val="FFFF00"/>
              </a:highlight>
            </a:rPr>
            <a:t>99.8%</a:t>
          </a:r>
          <a:r>
            <a:rPr lang="en-US" dirty="0"/>
            <a:t> of the training data is from US.</a:t>
          </a:r>
        </a:p>
      </dgm:t>
    </dgm:pt>
    <dgm:pt modelId="{CFBA8A25-8A6E-422D-9445-FE9C8D51B993}" type="parTrans" cxnId="{448C6F0D-0F7B-4042-AE52-A400D78D014A}">
      <dgm:prSet/>
      <dgm:spPr/>
      <dgm:t>
        <a:bodyPr/>
        <a:lstStyle/>
        <a:p>
          <a:endParaRPr lang="en-US"/>
        </a:p>
      </dgm:t>
    </dgm:pt>
    <dgm:pt modelId="{73682C7F-53D4-4EEC-9E84-7256C4399697}" type="sibTrans" cxnId="{448C6F0D-0F7B-4042-AE52-A400D78D014A}">
      <dgm:prSet/>
      <dgm:spPr/>
      <dgm:t>
        <a:bodyPr/>
        <a:lstStyle/>
        <a:p>
          <a:endParaRPr lang="en-US"/>
        </a:p>
      </dgm:t>
    </dgm:pt>
    <dgm:pt modelId="{D565369F-A014-4A61-BA7C-540692BB6834}" type="pres">
      <dgm:prSet presAssocID="{CE426DBE-9ACE-4B14-ABFD-44F6133BFBEF}" presName="Name0" presStyleCnt="0">
        <dgm:presLayoutVars>
          <dgm:dir/>
          <dgm:animLvl val="lvl"/>
          <dgm:resizeHandles val="exact"/>
        </dgm:presLayoutVars>
      </dgm:prSet>
      <dgm:spPr/>
    </dgm:pt>
    <dgm:pt modelId="{478524C6-210D-4314-9FE7-213E74211C36}" type="pres">
      <dgm:prSet presAssocID="{CB663FB3-3D34-4DEC-9FE8-B80606D80A8B}" presName="composite" presStyleCnt="0"/>
      <dgm:spPr/>
    </dgm:pt>
    <dgm:pt modelId="{34F4FED3-3669-4D1E-8283-23184F2D97DC}" type="pres">
      <dgm:prSet presAssocID="{CB663FB3-3D34-4DEC-9FE8-B80606D80A8B}" presName="parTx" presStyleLbl="alignNode1" presStyleIdx="0" presStyleCnt="4">
        <dgm:presLayoutVars>
          <dgm:chMax val="0"/>
          <dgm:chPref val="0"/>
          <dgm:bulletEnabled val="1"/>
        </dgm:presLayoutVars>
      </dgm:prSet>
      <dgm:spPr/>
    </dgm:pt>
    <dgm:pt modelId="{C7FC9189-681F-4DDE-A59A-16D1A6A91B66}" type="pres">
      <dgm:prSet presAssocID="{CB663FB3-3D34-4DEC-9FE8-B80606D80A8B}" presName="desTx" presStyleLbl="alignAccFollowNode1" presStyleIdx="0" presStyleCnt="4">
        <dgm:presLayoutVars>
          <dgm:bulletEnabled val="1"/>
        </dgm:presLayoutVars>
      </dgm:prSet>
      <dgm:spPr/>
    </dgm:pt>
    <dgm:pt modelId="{1F2DA59F-B078-46DE-82FC-9ED4E58816CB}" type="pres">
      <dgm:prSet presAssocID="{35ECC5D1-E9E6-4110-988D-80206CFB75B6}" presName="space" presStyleCnt="0"/>
      <dgm:spPr/>
    </dgm:pt>
    <dgm:pt modelId="{9A038147-36F8-480C-835E-5E2D5977836A}" type="pres">
      <dgm:prSet presAssocID="{40381800-D7E3-497F-A6CB-8FBA34E01A29}" presName="composite" presStyleCnt="0"/>
      <dgm:spPr/>
    </dgm:pt>
    <dgm:pt modelId="{C598859F-D00C-416A-A981-4C4065E07C27}" type="pres">
      <dgm:prSet presAssocID="{40381800-D7E3-497F-A6CB-8FBA34E01A29}" presName="parTx" presStyleLbl="alignNode1" presStyleIdx="1" presStyleCnt="4">
        <dgm:presLayoutVars>
          <dgm:chMax val="0"/>
          <dgm:chPref val="0"/>
          <dgm:bulletEnabled val="1"/>
        </dgm:presLayoutVars>
      </dgm:prSet>
      <dgm:spPr/>
    </dgm:pt>
    <dgm:pt modelId="{538C5411-C13B-426F-B57E-51862A8C4061}" type="pres">
      <dgm:prSet presAssocID="{40381800-D7E3-497F-A6CB-8FBA34E01A29}" presName="desTx" presStyleLbl="alignAccFollowNode1" presStyleIdx="1" presStyleCnt="4">
        <dgm:presLayoutVars>
          <dgm:bulletEnabled val="1"/>
        </dgm:presLayoutVars>
      </dgm:prSet>
      <dgm:spPr/>
    </dgm:pt>
    <dgm:pt modelId="{CCDD21A7-9788-42D9-A363-5DC9473A03E4}" type="pres">
      <dgm:prSet presAssocID="{B50915DC-D257-456D-AF20-F82425B6714E}" presName="space" presStyleCnt="0"/>
      <dgm:spPr/>
    </dgm:pt>
    <dgm:pt modelId="{658C9A19-2E94-4BFB-A47D-6D9F5C1B77DA}" type="pres">
      <dgm:prSet presAssocID="{6B8A58F0-67FE-40BF-A57D-32481A11E923}" presName="composite" presStyleCnt="0"/>
      <dgm:spPr/>
    </dgm:pt>
    <dgm:pt modelId="{BAFD207F-7552-40EA-8796-48BCC6EADDE6}" type="pres">
      <dgm:prSet presAssocID="{6B8A58F0-67FE-40BF-A57D-32481A11E923}" presName="parTx" presStyleLbl="alignNode1" presStyleIdx="2" presStyleCnt="4">
        <dgm:presLayoutVars>
          <dgm:chMax val="0"/>
          <dgm:chPref val="0"/>
          <dgm:bulletEnabled val="1"/>
        </dgm:presLayoutVars>
      </dgm:prSet>
      <dgm:spPr/>
    </dgm:pt>
    <dgm:pt modelId="{FECF0440-F05E-4056-BCC4-1EBE21B2B592}" type="pres">
      <dgm:prSet presAssocID="{6B8A58F0-67FE-40BF-A57D-32481A11E923}" presName="desTx" presStyleLbl="alignAccFollowNode1" presStyleIdx="2" presStyleCnt="4">
        <dgm:presLayoutVars>
          <dgm:bulletEnabled val="1"/>
        </dgm:presLayoutVars>
      </dgm:prSet>
      <dgm:spPr/>
    </dgm:pt>
    <dgm:pt modelId="{AC5A9E8F-83E0-4E20-802D-A3B1E5845556}" type="pres">
      <dgm:prSet presAssocID="{FE6AD84F-124A-4871-90AC-ECB8BD49A093}" presName="space" presStyleCnt="0"/>
      <dgm:spPr/>
    </dgm:pt>
    <dgm:pt modelId="{61424262-7301-4024-B7DE-6D5BA75720A6}" type="pres">
      <dgm:prSet presAssocID="{11A84EA9-87AC-4130-B7F9-7ED3F12DD0DF}" presName="composite" presStyleCnt="0"/>
      <dgm:spPr/>
    </dgm:pt>
    <dgm:pt modelId="{41C78F44-7EA4-423A-B345-38AB1287A7FA}" type="pres">
      <dgm:prSet presAssocID="{11A84EA9-87AC-4130-B7F9-7ED3F12DD0DF}" presName="parTx" presStyleLbl="alignNode1" presStyleIdx="3" presStyleCnt="4">
        <dgm:presLayoutVars>
          <dgm:chMax val="0"/>
          <dgm:chPref val="0"/>
          <dgm:bulletEnabled val="1"/>
        </dgm:presLayoutVars>
      </dgm:prSet>
      <dgm:spPr/>
    </dgm:pt>
    <dgm:pt modelId="{294ABE75-098A-49DC-89F0-C9765CA169AD}" type="pres">
      <dgm:prSet presAssocID="{11A84EA9-87AC-4130-B7F9-7ED3F12DD0DF}" presName="desTx" presStyleLbl="alignAccFollowNode1" presStyleIdx="3" presStyleCnt="4">
        <dgm:presLayoutVars>
          <dgm:bulletEnabled val="1"/>
        </dgm:presLayoutVars>
      </dgm:prSet>
      <dgm:spPr/>
    </dgm:pt>
  </dgm:ptLst>
  <dgm:cxnLst>
    <dgm:cxn modelId="{448C6F0D-0F7B-4042-AE52-A400D78D014A}" srcId="{CB663FB3-3D34-4DEC-9FE8-B80606D80A8B}" destId="{AF1A7A2D-6606-4810-BC1D-2CD014F7B1C8}" srcOrd="0" destOrd="0" parTransId="{CFBA8A25-8A6E-422D-9445-FE9C8D51B993}" sibTransId="{73682C7F-53D4-4EEC-9E84-7256C4399697}"/>
    <dgm:cxn modelId="{FD45370F-2796-4C5D-86BE-462D2F971A64}" type="presOf" srcId="{315680D1-D8CE-4DDF-8C7F-D20110AF136D}" destId="{FECF0440-F05E-4056-BCC4-1EBE21B2B592}" srcOrd="0" destOrd="0" presId="urn:microsoft.com/office/officeart/2005/8/layout/hList1"/>
    <dgm:cxn modelId="{00266012-66E6-4D56-90FF-2C7B6F3B2FAC}" type="presOf" srcId="{CE426DBE-9ACE-4B14-ABFD-44F6133BFBEF}" destId="{D565369F-A014-4A61-BA7C-540692BB6834}" srcOrd="0" destOrd="0" presId="urn:microsoft.com/office/officeart/2005/8/layout/hList1"/>
    <dgm:cxn modelId="{9E5AB322-0A88-4A50-9782-6B3C0EB8B0DE}" srcId="{6B8A58F0-67FE-40BF-A57D-32481A11E923}" destId="{136BC23A-586F-4F1C-9EA7-BD71ACB58B90}" srcOrd="1" destOrd="0" parTransId="{73B96BA8-E92B-4FA6-B3ED-68C2E83BB383}" sibTransId="{9A863DCF-3F91-466D-AAD1-D8726D78D7E6}"/>
    <dgm:cxn modelId="{CF31DE31-A592-4AC2-862D-FB28AB34DA4C}" type="presOf" srcId="{40381800-D7E3-497F-A6CB-8FBA34E01A29}" destId="{C598859F-D00C-416A-A981-4C4065E07C27}" srcOrd="0" destOrd="0" presId="urn:microsoft.com/office/officeart/2005/8/layout/hList1"/>
    <dgm:cxn modelId="{D63D8740-E077-4C3D-922C-54BBE39C50CA}" srcId="{CE426DBE-9ACE-4B14-ABFD-44F6133BFBEF}" destId="{40381800-D7E3-497F-A6CB-8FBA34E01A29}" srcOrd="1" destOrd="0" parTransId="{62EAD828-5EE2-4CBA-B209-16D494BBE7F7}" sibTransId="{B50915DC-D257-456D-AF20-F82425B6714E}"/>
    <dgm:cxn modelId="{136B7443-8851-4F3E-83FD-5DF719BF45A4}" type="presOf" srcId="{820D6A02-3326-4F25-B4BE-60084BEB6B43}" destId="{538C5411-C13B-426F-B57E-51862A8C4061}" srcOrd="0" destOrd="0" presId="urn:microsoft.com/office/officeart/2005/8/layout/hList1"/>
    <dgm:cxn modelId="{A6653565-C6B9-43BC-B02C-12E722E2CABF}" type="presOf" srcId="{E245EBD3-A4B3-43A6-A351-B19754C84190}" destId="{FECF0440-F05E-4056-BCC4-1EBE21B2B592}" srcOrd="0" destOrd="3" presId="urn:microsoft.com/office/officeart/2005/8/layout/hList1"/>
    <dgm:cxn modelId="{8CE3ED45-E509-49D1-8ECC-F47B18C75B3F}" type="presOf" srcId="{11A84EA9-87AC-4130-B7F9-7ED3F12DD0DF}" destId="{41C78F44-7EA4-423A-B345-38AB1287A7FA}" srcOrd="0" destOrd="0" presId="urn:microsoft.com/office/officeart/2005/8/layout/hList1"/>
    <dgm:cxn modelId="{469A3846-FBCE-4E2C-8234-69808126C9CE}" srcId="{CE426DBE-9ACE-4B14-ABFD-44F6133BFBEF}" destId="{11A84EA9-87AC-4130-B7F9-7ED3F12DD0DF}" srcOrd="3" destOrd="0" parTransId="{B4D9D4A6-20B7-4FB7-8AC8-6CFD558ECBF5}" sibTransId="{9C42AAF0-D30C-497A-B114-2A56ED89607C}"/>
    <dgm:cxn modelId="{87C1C447-D0D2-4742-8AE7-AA4620C03CB2}" type="presOf" srcId="{6B8A58F0-67FE-40BF-A57D-32481A11E923}" destId="{BAFD207F-7552-40EA-8796-48BCC6EADDE6}" srcOrd="0" destOrd="0" presId="urn:microsoft.com/office/officeart/2005/8/layout/hList1"/>
    <dgm:cxn modelId="{75FAB16B-1E16-43B2-B19A-295890581600}" srcId="{CE426DBE-9ACE-4B14-ABFD-44F6133BFBEF}" destId="{6B8A58F0-67FE-40BF-A57D-32481A11E923}" srcOrd="2" destOrd="0" parTransId="{F6680E7D-940E-4999-81BF-63B26CA24964}" sibTransId="{FE6AD84F-124A-4871-90AC-ECB8BD49A093}"/>
    <dgm:cxn modelId="{BA7AF14C-4A67-4373-93AC-5099DFEF8923}" srcId="{6B8A58F0-67FE-40BF-A57D-32481A11E923}" destId="{7A791D53-7855-4E90-AD1C-42B51D0B6B96}" srcOrd="2" destOrd="0" parTransId="{B7D7F343-D14F-40C4-8E85-AD37BDBE47D3}" sibTransId="{59BCE79B-3D33-42CF-B3C5-07485308A29D}"/>
    <dgm:cxn modelId="{53995A56-1040-4D4F-A90A-F859139E4911}" srcId="{11A84EA9-87AC-4130-B7F9-7ED3F12DD0DF}" destId="{868528FF-98D6-4F8D-BA07-8371F65EBD46}" srcOrd="2" destOrd="0" parTransId="{0E136F84-C5EC-45CF-8F9A-B6941E1754E1}" sibTransId="{0419E27D-B559-41D6-92E4-CB7EF8D3381B}"/>
    <dgm:cxn modelId="{62EFAF5A-D7DF-4AF3-A8DB-77AB18D02314}" type="presOf" srcId="{AF1A7A2D-6606-4810-BC1D-2CD014F7B1C8}" destId="{C7FC9189-681F-4DDE-A59A-16D1A6A91B66}" srcOrd="0" destOrd="0" presId="urn:microsoft.com/office/officeart/2005/8/layout/hList1"/>
    <dgm:cxn modelId="{AB6E1483-5A5A-41E3-AD52-782AB7AA4A01}" type="presOf" srcId="{9DC9E44A-55BB-4049-A8E2-DDDAAFAF9CF1}" destId="{294ABE75-098A-49DC-89F0-C9765CA169AD}" srcOrd="0" destOrd="1" presId="urn:microsoft.com/office/officeart/2005/8/layout/hList1"/>
    <dgm:cxn modelId="{1D075E84-DE02-4522-A026-205DB0E26983}" type="presOf" srcId="{CB663FB3-3D34-4DEC-9FE8-B80606D80A8B}" destId="{34F4FED3-3669-4D1E-8283-23184F2D97DC}" srcOrd="0" destOrd="0" presId="urn:microsoft.com/office/officeart/2005/8/layout/hList1"/>
    <dgm:cxn modelId="{43720291-A1FE-49F1-950A-976FAB5F8478}" srcId="{6B8A58F0-67FE-40BF-A57D-32481A11E923}" destId="{315680D1-D8CE-4DDF-8C7F-D20110AF136D}" srcOrd="0" destOrd="0" parTransId="{9D1A837C-AE04-4C20-A11F-F784B983791F}" sibTransId="{1AE14F92-5871-43B3-A476-A964A55A5EBF}"/>
    <dgm:cxn modelId="{EDDFA392-E33E-4655-B7AD-0F92D66ECA7C}" srcId="{11A84EA9-87AC-4130-B7F9-7ED3F12DD0DF}" destId="{16AAA86E-9C7C-4845-A167-1A0A147A2D2A}" srcOrd="0" destOrd="0" parTransId="{271D2BDE-7F17-471F-93E7-6E8CF32911BA}" sibTransId="{ACDA7F7A-41D3-44B9-9E78-78FB01797951}"/>
    <dgm:cxn modelId="{AB36F998-7275-4479-9890-6286B58527C5}" srcId="{CE426DBE-9ACE-4B14-ABFD-44F6133BFBEF}" destId="{CB663FB3-3D34-4DEC-9FE8-B80606D80A8B}" srcOrd="0" destOrd="0" parTransId="{66F36D73-4046-480C-8C0A-56639BCA2FAA}" sibTransId="{35ECC5D1-E9E6-4110-988D-80206CFB75B6}"/>
    <dgm:cxn modelId="{3EA4CB9E-01CF-45D3-968E-B2FC6712A93E}" type="presOf" srcId="{A9E981DB-05BE-45D5-A600-B4C1FACD493F}" destId="{294ABE75-098A-49DC-89F0-C9765CA169AD}" srcOrd="0" destOrd="3" presId="urn:microsoft.com/office/officeart/2005/8/layout/hList1"/>
    <dgm:cxn modelId="{3B92E09F-D829-4017-8786-26B215BE89CF}" srcId="{11A84EA9-87AC-4130-B7F9-7ED3F12DD0DF}" destId="{A9E981DB-05BE-45D5-A600-B4C1FACD493F}" srcOrd="3" destOrd="0" parTransId="{62996B1B-4E00-46C3-88AB-98B3045D1E72}" sibTransId="{0ABAF361-46F3-4E1B-BFC6-0683C01C45E7}"/>
    <dgm:cxn modelId="{8314C5A1-5B11-47B2-AA12-F028708F6B3D}" srcId="{40381800-D7E3-497F-A6CB-8FBA34E01A29}" destId="{820D6A02-3326-4F25-B4BE-60084BEB6B43}" srcOrd="0" destOrd="0" parTransId="{6E00BE58-2712-4D02-A822-D1BD516435A0}" sibTransId="{14CF5630-D447-48FE-B660-42583B4E0978}"/>
    <dgm:cxn modelId="{EE27D3C1-B22D-45DB-AD0C-7F696A8E5B11}" srcId="{6B8A58F0-67FE-40BF-A57D-32481A11E923}" destId="{E245EBD3-A4B3-43A6-A351-B19754C84190}" srcOrd="3" destOrd="0" parTransId="{84EE2369-9C87-4967-A608-D307DE2BAB8A}" sibTransId="{7688C03F-9C11-461F-9A62-602C1CEF3F0D}"/>
    <dgm:cxn modelId="{127F7ECA-BD3E-43E5-B4AC-F8CF0279C629}" type="presOf" srcId="{16AAA86E-9C7C-4845-A167-1A0A147A2D2A}" destId="{294ABE75-098A-49DC-89F0-C9765CA169AD}" srcOrd="0" destOrd="0" presId="urn:microsoft.com/office/officeart/2005/8/layout/hList1"/>
    <dgm:cxn modelId="{900944CD-9092-4B9C-9A4E-B67B445D9D1C}" type="presOf" srcId="{868528FF-98D6-4F8D-BA07-8371F65EBD46}" destId="{294ABE75-098A-49DC-89F0-C9765CA169AD}" srcOrd="0" destOrd="2" presId="urn:microsoft.com/office/officeart/2005/8/layout/hList1"/>
    <dgm:cxn modelId="{67AA0FD4-A85A-4BE7-A646-D294F80C351E}" srcId="{11A84EA9-87AC-4130-B7F9-7ED3F12DD0DF}" destId="{9DC9E44A-55BB-4049-A8E2-DDDAAFAF9CF1}" srcOrd="1" destOrd="0" parTransId="{827600A9-E02A-4452-936B-E673CCE11DE8}" sibTransId="{8648D19C-17FB-4C3D-8E28-55657A1CC7FB}"/>
    <dgm:cxn modelId="{E7EBB6D8-52CF-4FFA-95E7-746D0E2367F7}" type="presOf" srcId="{136BC23A-586F-4F1C-9EA7-BD71ACB58B90}" destId="{FECF0440-F05E-4056-BCC4-1EBE21B2B592}" srcOrd="0" destOrd="1" presId="urn:microsoft.com/office/officeart/2005/8/layout/hList1"/>
    <dgm:cxn modelId="{009D58E2-3F51-416A-9019-F27160833CF2}" type="presOf" srcId="{7A791D53-7855-4E90-AD1C-42B51D0B6B96}" destId="{FECF0440-F05E-4056-BCC4-1EBE21B2B592}" srcOrd="0" destOrd="2" presId="urn:microsoft.com/office/officeart/2005/8/layout/hList1"/>
    <dgm:cxn modelId="{549CCA92-E04E-43C7-B97A-1342B0AA34BA}" type="presParOf" srcId="{D565369F-A014-4A61-BA7C-540692BB6834}" destId="{478524C6-210D-4314-9FE7-213E74211C36}" srcOrd="0" destOrd="0" presId="urn:microsoft.com/office/officeart/2005/8/layout/hList1"/>
    <dgm:cxn modelId="{170DC54F-54D0-4980-AE34-FC993FA692E4}" type="presParOf" srcId="{478524C6-210D-4314-9FE7-213E74211C36}" destId="{34F4FED3-3669-4D1E-8283-23184F2D97DC}" srcOrd="0" destOrd="0" presId="urn:microsoft.com/office/officeart/2005/8/layout/hList1"/>
    <dgm:cxn modelId="{D3EEAB44-9BD3-4B89-8211-DBD3AAA55ACC}" type="presParOf" srcId="{478524C6-210D-4314-9FE7-213E74211C36}" destId="{C7FC9189-681F-4DDE-A59A-16D1A6A91B66}" srcOrd="1" destOrd="0" presId="urn:microsoft.com/office/officeart/2005/8/layout/hList1"/>
    <dgm:cxn modelId="{BAEA3B7D-74C9-4C91-B435-8391E820DDDF}" type="presParOf" srcId="{D565369F-A014-4A61-BA7C-540692BB6834}" destId="{1F2DA59F-B078-46DE-82FC-9ED4E58816CB}" srcOrd="1" destOrd="0" presId="urn:microsoft.com/office/officeart/2005/8/layout/hList1"/>
    <dgm:cxn modelId="{C3AEE20A-0667-4CA4-A8C1-AF824937BCF5}" type="presParOf" srcId="{D565369F-A014-4A61-BA7C-540692BB6834}" destId="{9A038147-36F8-480C-835E-5E2D5977836A}" srcOrd="2" destOrd="0" presId="urn:microsoft.com/office/officeart/2005/8/layout/hList1"/>
    <dgm:cxn modelId="{F118EDE9-FF73-4CC7-8058-FA8E44A4C875}" type="presParOf" srcId="{9A038147-36F8-480C-835E-5E2D5977836A}" destId="{C598859F-D00C-416A-A981-4C4065E07C27}" srcOrd="0" destOrd="0" presId="urn:microsoft.com/office/officeart/2005/8/layout/hList1"/>
    <dgm:cxn modelId="{00F83EFD-8989-4CF6-9FDC-47FA66D6E3BA}" type="presParOf" srcId="{9A038147-36F8-480C-835E-5E2D5977836A}" destId="{538C5411-C13B-426F-B57E-51862A8C4061}" srcOrd="1" destOrd="0" presId="urn:microsoft.com/office/officeart/2005/8/layout/hList1"/>
    <dgm:cxn modelId="{FBA7200A-62F9-4EE1-84C1-D3CC4ADE9C1F}" type="presParOf" srcId="{D565369F-A014-4A61-BA7C-540692BB6834}" destId="{CCDD21A7-9788-42D9-A363-5DC9473A03E4}" srcOrd="3" destOrd="0" presId="urn:microsoft.com/office/officeart/2005/8/layout/hList1"/>
    <dgm:cxn modelId="{882A3375-02CB-417A-8902-3E59392A8060}" type="presParOf" srcId="{D565369F-A014-4A61-BA7C-540692BB6834}" destId="{658C9A19-2E94-4BFB-A47D-6D9F5C1B77DA}" srcOrd="4" destOrd="0" presId="urn:microsoft.com/office/officeart/2005/8/layout/hList1"/>
    <dgm:cxn modelId="{F6C88477-EE11-4A5F-B6CF-CA7C7949E052}" type="presParOf" srcId="{658C9A19-2E94-4BFB-A47D-6D9F5C1B77DA}" destId="{BAFD207F-7552-40EA-8796-48BCC6EADDE6}" srcOrd="0" destOrd="0" presId="urn:microsoft.com/office/officeart/2005/8/layout/hList1"/>
    <dgm:cxn modelId="{A407D8CA-B1B7-40CD-9125-AC6112E400D0}" type="presParOf" srcId="{658C9A19-2E94-4BFB-A47D-6D9F5C1B77DA}" destId="{FECF0440-F05E-4056-BCC4-1EBE21B2B592}" srcOrd="1" destOrd="0" presId="urn:microsoft.com/office/officeart/2005/8/layout/hList1"/>
    <dgm:cxn modelId="{7F01664E-E27B-4C2D-9AC1-9535FED33535}" type="presParOf" srcId="{D565369F-A014-4A61-BA7C-540692BB6834}" destId="{AC5A9E8F-83E0-4E20-802D-A3B1E5845556}" srcOrd="5" destOrd="0" presId="urn:microsoft.com/office/officeart/2005/8/layout/hList1"/>
    <dgm:cxn modelId="{F3C0F088-6AC2-4EB8-89D6-B6BC9D383F56}" type="presParOf" srcId="{D565369F-A014-4A61-BA7C-540692BB6834}" destId="{61424262-7301-4024-B7DE-6D5BA75720A6}" srcOrd="6" destOrd="0" presId="urn:microsoft.com/office/officeart/2005/8/layout/hList1"/>
    <dgm:cxn modelId="{AAD82925-4E44-4EF7-9BEB-D119003A5B5E}" type="presParOf" srcId="{61424262-7301-4024-B7DE-6D5BA75720A6}" destId="{41C78F44-7EA4-423A-B345-38AB1287A7FA}" srcOrd="0" destOrd="0" presId="urn:microsoft.com/office/officeart/2005/8/layout/hList1"/>
    <dgm:cxn modelId="{834B34CC-C752-4AFE-AF67-6B7FEE3E74F2}" type="presParOf" srcId="{61424262-7301-4024-B7DE-6D5BA75720A6}" destId="{294ABE75-098A-49DC-89F0-C9765CA169AD}"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0.xml><?xml version="1.0" encoding="utf-8"?>
<dgm:dataModel xmlns:dgm="http://schemas.openxmlformats.org/drawingml/2006/diagram" xmlns:a="http://schemas.openxmlformats.org/drawingml/2006/main">
  <dgm:ptLst>
    <dgm:pt modelId="{F7B0FB56-8D5E-4B9F-B224-D58E6F9CE8AE}" type="doc">
      <dgm:prSet loTypeId="urn:microsoft.com/office/officeart/2005/8/layout/default" loCatId="list" qsTypeId="urn:microsoft.com/office/officeart/2005/8/quickstyle/simple1" qsCatId="simple" csTypeId="urn:microsoft.com/office/officeart/2005/8/colors/accent2_2" csCatId="accent2" phldr="1"/>
      <dgm:spPr/>
      <dgm:t>
        <a:bodyPr/>
        <a:lstStyle/>
        <a:p>
          <a:endParaRPr lang="en-US"/>
        </a:p>
      </dgm:t>
    </dgm:pt>
    <dgm:pt modelId="{A11030F4-BE2F-45E3-8232-714FDDC5E269}">
      <dgm:prSet>
        <dgm:style>
          <a:lnRef idx="1">
            <a:schemeClr val="accent5"/>
          </a:lnRef>
          <a:fillRef idx="2">
            <a:schemeClr val="accent5"/>
          </a:fillRef>
          <a:effectRef idx="1">
            <a:schemeClr val="accent5"/>
          </a:effectRef>
          <a:fontRef idx="minor">
            <a:schemeClr val="dk1"/>
          </a:fontRef>
        </dgm:style>
      </dgm:prSet>
      <dgm:spPr>
        <a:effectLst>
          <a:outerShdw blurRad="50800" dist="38100" dir="18900000" algn="bl" rotWithShape="0">
            <a:prstClr val="black">
              <a:alpha val="40000"/>
            </a:prstClr>
          </a:outerShdw>
        </a:effectLst>
      </dgm:spPr>
      <dgm:t>
        <a:bodyPr/>
        <a:lstStyle/>
        <a:p>
          <a:r>
            <a:rPr lang="en-US" dirty="0"/>
            <a:t>Jaccard similarity: 11.57%</a:t>
          </a:r>
        </a:p>
      </dgm:t>
    </dgm:pt>
    <dgm:pt modelId="{DF928185-E590-4743-807B-FBE3D3EAB7E5}" type="parTrans" cxnId="{9777485A-A8B7-4712-A0BD-1B009E4020F4}">
      <dgm:prSet/>
      <dgm:spPr/>
      <dgm:t>
        <a:bodyPr/>
        <a:lstStyle/>
        <a:p>
          <a:endParaRPr lang="en-US"/>
        </a:p>
      </dgm:t>
    </dgm:pt>
    <dgm:pt modelId="{92A4F994-0433-45A5-B05B-6160A59804BB}" type="sibTrans" cxnId="{9777485A-A8B7-4712-A0BD-1B009E4020F4}">
      <dgm:prSet/>
      <dgm:spPr/>
      <dgm:t>
        <a:bodyPr/>
        <a:lstStyle/>
        <a:p>
          <a:endParaRPr lang="en-US"/>
        </a:p>
      </dgm:t>
    </dgm:pt>
    <dgm:pt modelId="{7713D484-A45C-4107-AF1F-96B3E98C5BE4}">
      <dgm:prSet>
        <dgm:style>
          <a:lnRef idx="1">
            <a:schemeClr val="accent5"/>
          </a:lnRef>
          <a:fillRef idx="2">
            <a:schemeClr val="accent5"/>
          </a:fillRef>
          <a:effectRef idx="1">
            <a:schemeClr val="accent5"/>
          </a:effectRef>
          <a:fontRef idx="minor">
            <a:schemeClr val="dk1"/>
          </a:fontRef>
        </dgm:style>
      </dgm:prSet>
      <dgm:spPr>
        <a:effectLst>
          <a:outerShdw blurRad="50800" dist="38100" dir="18900000" algn="bl" rotWithShape="0">
            <a:prstClr val="black">
              <a:alpha val="40000"/>
            </a:prstClr>
          </a:outerShdw>
        </a:effectLst>
      </dgm:spPr>
      <dgm:t>
        <a:bodyPr/>
        <a:lstStyle/>
        <a:p>
          <a:r>
            <a:rPr lang="en-US"/>
            <a:t>Cosine similarity: 33.73%</a:t>
          </a:r>
        </a:p>
      </dgm:t>
    </dgm:pt>
    <dgm:pt modelId="{92EFC6C6-D72D-43B2-BDE6-E020BC9EB532}" type="parTrans" cxnId="{699BDA9B-0C0F-4552-BCFF-32C49FFADE7D}">
      <dgm:prSet/>
      <dgm:spPr/>
      <dgm:t>
        <a:bodyPr/>
        <a:lstStyle/>
        <a:p>
          <a:endParaRPr lang="en-US"/>
        </a:p>
      </dgm:t>
    </dgm:pt>
    <dgm:pt modelId="{5D5EBE52-BB59-43D6-8B99-4C2CAAC8228E}" type="sibTrans" cxnId="{699BDA9B-0C0F-4552-BCFF-32C49FFADE7D}">
      <dgm:prSet/>
      <dgm:spPr/>
      <dgm:t>
        <a:bodyPr/>
        <a:lstStyle/>
        <a:p>
          <a:endParaRPr lang="en-US"/>
        </a:p>
      </dgm:t>
    </dgm:pt>
    <dgm:pt modelId="{D522AD3C-5D0E-4720-8D30-2ABD3FD2E6C9}">
      <dgm:prSet>
        <dgm:style>
          <a:lnRef idx="1">
            <a:schemeClr val="accent5"/>
          </a:lnRef>
          <a:fillRef idx="2">
            <a:schemeClr val="accent5"/>
          </a:fillRef>
          <a:effectRef idx="1">
            <a:schemeClr val="accent5"/>
          </a:effectRef>
          <a:fontRef idx="minor">
            <a:schemeClr val="dk1"/>
          </a:fontRef>
        </dgm:style>
      </dgm:prSet>
      <dgm:spPr>
        <a:effectLst>
          <a:outerShdw blurRad="50800" dist="38100" dir="18900000" algn="bl" rotWithShape="0">
            <a:prstClr val="black">
              <a:alpha val="40000"/>
            </a:prstClr>
          </a:outerShdw>
        </a:effectLst>
      </dgm:spPr>
      <dgm:t>
        <a:bodyPr/>
        <a:lstStyle/>
        <a:p>
          <a:r>
            <a:rPr lang="en-US" dirty="0"/>
            <a:t>No. of common words: 3221</a:t>
          </a:r>
        </a:p>
      </dgm:t>
    </dgm:pt>
    <dgm:pt modelId="{58F6C8D3-1642-4C1D-B6BE-ECE50192D69D}" type="parTrans" cxnId="{50A671DC-E86D-4AD7-937C-DB84540E1B1F}">
      <dgm:prSet/>
      <dgm:spPr/>
      <dgm:t>
        <a:bodyPr/>
        <a:lstStyle/>
        <a:p>
          <a:endParaRPr lang="en-US"/>
        </a:p>
      </dgm:t>
    </dgm:pt>
    <dgm:pt modelId="{0F4D7211-0C7A-4F2A-B782-0EC585C18F76}" type="sibTrans" cxnId="{50A671DC-E86D-4AD7-937C-DB84540E1B1F}">
      <dgm:prSet/>
      <dgm:spPr/>
      <dgm:t>
        <a:bodyPr/>
        <a:lstStyle/>
        <a:p>
          <a:endParaRPr lang="en-US"/>
        </a:p>
      </dgm:t>
    </dgm:pt>
    <dgm:pt modelId="{B7591CB3-49EA-4A61-9EEF-B847809048A0}">
      <dgm:prSet>
        <dgm:style>
          <a:lnRef idx="1">
            <a:schemeClr val="accent5"/>
          </a:lnRef>
          <a:fillRef idx="2">
            <a:schemeClr val="accent5"/>
          </a:fillRef>
          <a:effectRef idx="1">
            <a:schemeClr val="accent5"/>
          </a:effectRef>
          <a:fontRef idx="minor">
            <a:schemeClr val="dk1"/>
          </a:fontRef>
        </dgm:style>
      </dgm:prSet>
      <dgm:spPr>
        <a:effectLst>
          <a:outerShdw blurRad="50800" dist="38100" dir="18900000" algn="bl" rotWithShape="0">
            <a:prstClr val="black">
              <a:alpha val="40000"/>
            </a:prstClr>
          </a:outerShdw>
        </a:effectLst>
      </dgm:spPr>
      <dgm:t>
        <a:bodyPr/>
        <a:lstStyle/>
        <a:p>
          <a:r>
            <a:rPr lang="en-US" dirty="0"/>
            <a:t>No. of words in the union: 27834</a:t>
          </a:r>
        </a:p>
      </dgm:t>
    </dgm:pt>
    <dgm:pt modelId="{C9221F0A-D1A7-4366-B6D8-377E1BF90E9D}" type="parTrans" cxnId="{345C2151-BF8B-4573-A003-F801E152A628}">
      <dgm:prSet/>
      <dgm:spPr/>
      <dgm:t>
        <a:bodyPr/>
        <a:lstStyle/>
        <a:p>
          <a:endParaRPr lang="en-US"/>
        </a:p>
      </dgm:t>
    </dgm:pt>
    <dgm:pt modelId="{58226FF9-0453-4769-A07E-FC7C25AB1015}" type="sibTrans" cxnId="{345C2151-BF8B-4573-A003-F801E152A628}">
      <dgm:prSet/>
      <dgm:spPr/>
      <dgm:t>
        <a:bodyPr/>
        <a:lstStyle/>
        <a:p>
          <a:endParaRPr lang="en-US"/>
        </a:p>
      </dgm:t>
    </dgm:pt>
    <dgm:pt modelId="{C0D23495-DEA2-401F-8759-3F871B9ECB69}">
      <dgm:prSet>
        <dgm:style>
          <a:lnRef idx="1">
            <a:schemeClr val="accent5"/>
          </a:lnRef>
          <a:fillRef idx="2">
            <a:schemeClr val="accent5"/>
          </a:fillRef>
          <a:effectRef idx="1">
            <a:schemeClr val="accent5"/>
          </a:effectRef>
          <a:fontRef idx="minor">
            <a:schemeClr val="dk1"/>
          </a:fontRef>
        </dgm:style>
      </dgm:prSet>
      <dgm:spPr>
        <a:effectLst>
          <a:outerShdw blurRad="50800" dist="38100" dir="18900000" algn="bl" rotWithShape="0">
            <a:prstClr val="black">
              <a:alpha val="40000"/>
            </a:prstClr>
          </a:outerShdw>
        </a:effectLst>
      </dgm:spPr>
      <dgm:t>
        <a:bodyPr/>
        <a:lstStyle/>
        <a:p>
          <a:r>
            <a:rPr lang="en-US" dirty="0"/>
            <a:t>No. of words NOT in TRAIN set but in TEST set: 2659</a:t>
          </a:r>
        </a:p>
      </dgm:t>
    </dgm:pt>
    <dgm:pt modelId="{19018E3F-AECE-4CCE-BAE8-8AAFEAB3373E}" type="parTrans" cxnId="{C0F3347A-8F96-4AB3-A07F-9A0C51199428}">
      <dgm:prSet/>
      <dgm:spPr/>
      <dgm:t>
        <a:bodyPr/>
        <a:lstStyle/>
        <a:p>
          <a:endParaRPr lang="en-US"/>
        </a:p>
      </dgm:t>
    </dgm:pt>
    <dgm:pt modelId="{2A5856E2-614A-4E9B-8673-3388D1101BA6}" type="sibTrans" cxnId="{C0F3347A-8F96-4AB3-A07F-9A0C51199428}">
      <dgm:prSet/>
      <dgm:spPr/>
      <dgm:t>
        <a:bodyPr/>
        <a:lstStyle/>
        <a:p>
          <a:endParaRPr lang="en-US"/>
        </a:p>
      </dgm:t>
    </dgm:pt>
    <dgm:pt modelId="{3C35A7AE-EADA-41F2-9AEB-05563F1D9B9E}">
      <dgm:prSet>
        <dgm:style>
          <a:lnRef idx="1">
            <a:schemeClr val="accent5"/>
          </a:lnRef>
          <a:fillRef idx="2">
            <a:schemeClr val="accent5"/>
          </a:fillRef>
          <a:effectRef idx="1">
            <a:schemeClr val="accent5"/>
          </a:effectRef>
          <a:fontRef idx="minor">
            <a:schemeClr val="dk1"/>
          </a:fontRef>
        </dgm:style>
      </dgm:prSet>
      <dgm:spPr>
        <a:effectLst>
          <a:outerShdw blurRad="50800" dist="38100" dir="18900000" algn="bl" rotWithShape="0">
            <a:prstClr val="black">
              <a:alpha val="40000"/>
            </a:prstClr>
          </a:outerShdw>
        </a:effectLst>
      </dgm:spPr>
      <dgm:t>
        <a:bodyPr/>
        <a:lstStyle/>
        <a:p>
          <a:r>
            <a:rPr lang="en-US" dirty="0"/>
            <a:t>No. of words NOT in TEST set but in TRAIN set: 21954</a:t>
          </a:r>
        </a:p>
      </dgm:t>
    </dgm:pt>
    <dgm:pt modelId="{D2361747-C713-4C92-983E-3A9C44E44AD5}" type="parTrans" cxnId="{53970F39-79FD-4100-8A52-AABAACDC69D6}">
      <dgm:prSet/>
      <dgm:spPr/>
      <dgm:t>
        <a:bodyPr/>
        <a:lstStyle/>
        <a:p>
          <a:endParaRPr lang="en-US"/>
        </a:p>
      </dgm:t>
    </dgm:pt>
    <dgm:pt modelId="{79046BBB-D34B-46CD-8AEE-38EF4F6891B3}" type="sibTrans" cxnId="{53970F39-79FD-4100-8A52-AABAACDC69D6}">
      <dgm:prSet/>
      <dgm:spPr/>
      <dgm:t>
        <a:bodyPr/>
        <a:lstStyle/>
        <a:p>
          <a:endParaRPr lang="en-US"/>
        </a:p>
      </dgm:t>
    </dgm:pt>
    <dgm:pt modelId="{568CCA0B-A498-4E06-89DD-4C50FCCE383A}" type="pres">
      <dgm:prSet presAssocID="{F7B0FB56-8D5E-4B9F-B224-D58E6F9CE8AE}" presName="diagram" presStyleCnt="0">
        <dgm:presLayoutVars>
          <dgm:dir/>
          <dgm:resizeHandles val="exact"/>
        </dgm:presLayoutVars>
      </dgm:prSet>
      <dgm:spPr/>
    </dgm:pt>
    <dgm:pt modelId="{2BBDA8B1-B001-432C-93C1-AB4D21E672A4}" type="pres">
      <dgm:prSet presAssocID="{A11030F4-BE2F-45E3-8232-714FDDC5E269}" presName="node" presStyleLbl="node1" presStyleIdx="0" presStyleCnt="6">
        <dgm:presLayoutVars>
          <dgm:bulletEnabled val="1"/>
        </dgm:presLayoutVars>
      </dgm:prSet>
      <dgm:spPr/>
    </dgm:pt>
    <dgm:pt modelId="{49CB02E6-BB2C-4D65-8DFF-86CC6A596FD6}" type="pres">
      <dgm:prSet presAssocID="{92A4F994-0433-45A5-B05B-6160A59804BB}" presName="sibTrans" presStyleCnt="0"/>
      <dgm:spPr/>
    </dgm:pt>
    <dgm:pt modelId="{CE16FE8C-562C-43DB-BC99-8784C0C82674}" type="pres">
      <dgm:prSet presAssocID="{7713D484-A45C-4107-AF1F-96B3E98C5BE4}" presName="node" presStyleLbl="node1" presStyleIdx="1" presStyleCnt="6">
        <dgm:presLayoutVars>
          <dgm:bulletEnabled val="1"/>
        </dgm:presLayoutVars>
      </dgm:prSet>
      <dgm:spPr/>
    </dgm:pt>
    <dgm:pt modelId="{1B48D13B-5CCF-4072-A917-2D4DACA01622}" type="pres">
      <dgm:prSet presAssocID="{5D5EBE52-BB59-43D6-8B99-4C2CAAC8228E}" presName="sibTrans" presStyleCnt="0"/>
      <dgm:spPr/>
    </dgm:pt>
    <dgm:pt modelId="{432096C8-A92C-4625-BAD9-CAD0CD82BDAC}" type="pres">
      <dgm:prSet presAssocID="{D522AD3C-5D0E-4720-8D30-2ABD3FD2E6C9}" presName="node" presStyleLbl="node1" presStyleIdx="2" presStyleCnt="6">
        <dgm:presLayoutVars>
          <dgm:bulletEnabled val="1"/>
        </dgm:presLayoutVars>
      </dgm:prSet>
      <dgm:spPr/>
    </dgm:pt>
    <dgm:pt modelId="{8886E214-2B00-464E-B674-44CC970F9B0F}" type="pres">
      <dgm:prSet presAssocID="{0F4D7211-0C7A-4F2A-B782-0EC585C18F76}" presName="sibTrans" presStyleCnt="0"/>
      <dgm:spPr/>
    </dgm:pt>
    <dgm:pt modelId="{49D4FA71-9BB1-4667-9086-6D3CBCDE249A}" type="pres">
      <dgm:prSet presAssocID="{B7591CB3-49EA-4A61-9EEF-B847809048A0}" presName="node" presStyleLbl="node1" presStyleIdx="3" presStyleCnt="6">
        <dgm:presLayoutVars>
          <dgm:bulletEnabled val="1"/>
        </dgm:presLayoutVars>
      </dgm:prSet>
      <dgm:spPr/>
    </dgm:pt>
    <dgm:pt modelId="{AA1027FD-308F-425B-BDF4-091C59DC9701}" type="pres">
      <dgm:prSet presAssocID="{58226FF9-0453-4769-A07E-FC7C25AB1015}" presName="sibTrans" presStyleCnt="0"/>
      <dgm:spPr/>
    </dgm:pt>
    <dgm:pt modelId="{673D6359-3A4D-41EC-B947-9FC71D4C0915}" type="pres">
      <dgm:prSet presAssocID="{C0D23495-DEA2-401F-8759-3F871B9ECB69}" presName="node" presStyleLbl="node1" presStyleIdx="4" presStyleCnt="6">
        <dgm:presLayoutVars>
          <dgm:bulletEnabled val="1"/>
        </dgm:presLayoutVars>
      </dgm:prSet>
      <dgm:spPr/>
    </dgm:pt>
    <dgm:pt modelId="{EC5724F5-F164-4F38-BB4C-32739AE7A2F8}" type="pres">
      <dgm:prSet presAssocID="{2A5856E2-614A-4E9B-8673-3388D1101BA6}" presName="sibTrans" presStyleCnt="0"/>
      <dgm:spPr/>
    </dgm:pt>
    <dgm:pt modelId="{A61022D5-A0E4-4B68-AD03-E4E9A2BF84B3}" type="pres">
      <dgm:prSet presAssocID="{3C35A7AE-EADA-41F2-9AEB-05563F1D9B9E}" presName="node" presStyleLbl="node1" presStyleIdx="5" presStyleCnt="6">
        <dgm:presLayoutVars>
          <dgm:bulletEnabled val="1"/>
        </dgm:presLayoutVars>
      </dgm:prSet>
      <dgm:spPr/>
    </dgm:pt>
  </dgm:ptLst>
  <dgm:cxnLst>
    <dgm:cxn modelId="{4383360D-9708-4077-9022-815ABDE98A4B}" type="presOf" srcId="{C0D23495-DEA2-401F-8759-3F871B9ECB69}" destId="{673D6359-3A4D-41EC-B947-9FC71D4C0915}" srcOrd="0" destOrd="0" presId="urn:microsoft.com/office/officeart/2005/8/layout/default"/>
    <dgm:cxn modelId="{30DB0922-26D2-4CBC-A67D-B06F2CB7A36E}" type="presOf" srcId="{B7591CB3-49EA-4A61-9EEF-B847809048A0}" destId="{49D4FA71-9BB1-4667-9086-6D3CBCDE249A}" srcOrd="0" destOrd="0" presId="urn:microsoft.com/office/officeart/2005/8/layout/default"/>
    <dgm:cxn modelId="{53970F39-79FD-4100-8A52-AABAACDC69D6}" srcId="{F7B0FB56-8D5E-4B9F-B224-D58E6F9CE8AE}" destId="{3C35A7AE-EADA-41F2-9AEB-05563F1D9B9E}" srcOrd="5" destOrd="0" parTransId="{D2361747-C713-4C92-983E-3A9C44E44AD5}" sibTransId="{79046BBB-D34B-46CD-8AEE-38EF4F6891B3}"/>
    <dgm:cxn modelId="{345C2151-BF8B-4573-A003-F801E152A628}" srcId="{F7B0FB56-8D5E-4B9F-B224-D58E6F9CE8AE}" destId="{B7591CB3-49EA-4A61-9EEF-B847809048A0}" srcOrd="3" destOrd="0" parTransId="{C9221F0A-D1A7-4366-B6D8-377E1BF90E9D}" sibTransId="{58226FF9-0453-4769-A07E-FC7C25AB1015}"/>
    <dgm:cxn modelId="{99D19E72-82FF-4260-B1FA-EEAE0D8F9B58}" type="presOf" srcId="{7713D484-A45C-4107-AF1F-96B3E98C5BE4}" destId="{CE16FE8C-562C-43DB-BC99-8784C0C82674}" srcOrd="0" destOrd="0" presId="urn:microsoft.com/office/officeart/2005/8/layout/default"/>
    <dgm:cxn modelId="{90CB6B59-FA2B-4457-9310-4E5BEFCAA19A}" type="presOf" srcId="{A11030F4-BE2F-45E3-8232-714FDDC5E269}" destId="{2BBDA8B1-B001-432C-93C1-AB4D21E672A4}" srcOrd="0" destOrd="0" presId="urn:microsoft.com/office/officeart/2005/8/layout/default"/>
    <dgm:cxn modelId="{C0F3347A-8F96-4AB3-A07F-9A0C51199428}" srcId="{F7B0FB56-8D5E-4B9F-B224-D58E6F9CE8AE}" destId="{C0D23495-DEA2-401F-8759-3F871B9ECB69}" srcOrd="4" destOrd="0" parTransId="{19018E3F-AECE-4CCE-BAE8-8AAFEAB3373E}" sibTransId="{2A5856E2-614A-4E9B-8673-3388D1101BA6}"/>
    <dgm:cxn modelId="{9777485A-A8B7-4712-A0BD-1B009E4020F4}" srcId="{F7B0FB56-8D5E-4B9F-B224-D58E6F9CE8AE}" destId="{A11030F4-BE2F-45E3-8232-714FDDC5E269}" srcOrd="0" destOrd="0" parTransId="{DF928185-E590-4743-807B-FBE3D3EAB7E5}" sibTransId="{92A4F994-0433-45A5-B05B-6160A59804BB}"/>
    <dgm:cxn modelId="{865DC183-EFFC-490A-991E-15356C106547}" type="presOf" srcId="{F7B0FB56-8D5E-4B9F-B224-D58E6F9CE8AE}" destId="{568CCA0B-A498-4E06-89DD-4C50FCCE383A}" srcOrd="0" destOrd="0" presId="urn:microsoft.com/office/officeart/2005/8/layout/default"/>
    <dgm:cxn modelId="{699BDA9B-0C0F-4552-BCFF-32C49FFADE7D}" srcId="{F7B0FB56-8D5E-4B9F-B224-D58E6F9CE8AE}" destId="{7713D484-A45C-4107-AF1F-96B3E98C5BE4}" srcOrd="1" destOrd="0" parTransId="{92EFC6C6-D72D-43B2-BDE6-E020BC9EB532}" sibTransId="{5D5EBE52-BB59-43D6-8B99-4C2CAAC8228E}"/>
    <dgm:cxn modelId="{6E337AD8-8A20-4B24-B62C-78CDF0286A09}" type="presOf" srcId="{3C35A7AE-EADA-41F2-9AEB-05563F1D9B9E}" destId="{A61022D5-A0E4-4B68-AD03-E4E9A2BF84B3}" srcOrd="0" destOrd="0" presId="urn:microsoft.com/office/officeart/2005/8/layout/default"/>
    <dgm:cxn modelId="{50A671DC-E86D-4AD7-937C-DB84540E1B1F}" srcId="{F7B0FB56-8D5E-4B9F-B224-D58E6F9CE8AE}" destId="{D522AD3C-5D0E-4720-8D30-2ABD3FD2E6C9}" srcOrd="2" destOrd="0" parTransId="{58F6C8D3-1642-4C1D-B6BE-ECE50192D69D}" sibTransId="{0F4D7211-0C7A-4F2A-B782-0EC585C18F76}"/>
    <dgm:cxn modelId="{45B3DDF8-226E-4421-9138-635A80292DBA}" type="presOf" srcId="{D522AD3C-5D0E-4720-8D30-2ABD3FD2E6C9}" destId="{432096C8-A92C-4625-BAD9-CAD0CD82BDAC}" srcOrd="0" destOrd="0" presId="urn:microsoft.com/office/officeart/2005/8/layout/default"/>
    <dgm:cxn modelId="{5B8E9A76-8C84-44B6-91C0-3526C7127214}" type="presParOf" srcId="{568CCA0B-A498-4E06-89DD-4C50FCCE383A}" destId="{2BBDA8B1-B001-432C-93C1-AB4D21E672A4}" srcOrd="0" destOrd="0" presId="urn:microsoft.com/office/officeart/2005/8/layout/default"/>
    <dgm:cxn modelId="{9030EEC1-59D9-4C98-AB23-A6872BA01784}" type="presParOf" srcId="{568CCA0B-A498-4E06-89DD-4C50FCCE383A}" destId="{49CB02E6-BB2C-4D65-8DFF-86CC6A596FD6}" srcOrd="1" destOrd="0" presId="urn:microsoft.com/office/officeart/2005/8/layout/default"/>
    <dgm:cxn modelId="{64E2842D-9925-45C4-9C0B-F6A44D508C88}" type="presParOf" srcId="{568CCA0B-A498-4E06-89DD-4C50FCCE383A}" destId="{CE16FE8C-562C-43DB-BC99-8784C0C82674}" srcOrd="2" destOrd="0" presId="urn:microsoft.com/office/officeart/2005/8/layout/default"/>
    <dgm:cxn modelId="{3C9F5B54-EA69-4069-88CF-CAE2FA08489B}" type="presParOf" srcId="{568CCA0B-A498-4E06-89DD-4C50FCCE383A}" destId="{1B48D13B-5CCF-4072-A917-2D4DACA01622}" srcOrd="3" destOrd="0" presId="urn:microsoft.com/office/officeart/2005/8/layout/default"/>
    <dgm:cxn modelId="{2624C3C3-F1EC-4E4B-904D-4AC84FB542AC}" type="presParOf" srcId="{568CCA0B-A498-4E06-89DD-4C50FCCE383A}" destId="{432096C8-A92C-4625-BAD9-CAD0CD82BDAC}" srcOrd="4" destOrd="0" presId="urn:microsoft.com/office/officeart/2005/8/layout/default"/>
    <dgm:cxn modelId="{58E6588B-8699-4A07-A831-C5066E26132F}" type="presParOf" srcId="{568CCA0B-A498-4E06-89DD-4C50FCCE383A}" destId="{8886E214-2B00-464E-B674-44CC970F9B0F}" srcOrd="5" destOrd="0" presId="urn:microsoft.com/office/officeart/2005/8/layout/default"/>
    <dgm:cxn modelId="{300F310C-4564-4928-AD83-328A4EF07F6D}" type="presParOf" srcId="{568CCA0B-A498-4E06-89DD-4C50FCCE383A}" destId="{49D4FA71-9BB1-4667-9086-6D3CBCDE249A}" srcOrd="6" destOrd="0" presId="urn:microsoft.com/office/officeart/2005/8/layout/default"/>
    <dgm:cxn modelId="{3F6BBE1F-43F1-4AF5-BB59-CDF6CFA99A0C}" type="presParOf" srcId="{568CCA0B-A498-4E06-89DD-4C50FCCE383A}" destId="{AA1027FD-308F-425B-BDF4-091C59DC9701}" srcOrd="7" destOrd="0" presId="urn:microsoft.com/office/officeart/2005/8/layout/default"/>
    <dgm:cxn modelId="{6A2BF667-7AD4-4BB4-BC7B-A66E005FE577}" type="presParOf" srcId="{568CCA0B-A498-4E06-89DD-4C50FCCE383A}" destId="{673D6359-3A4D-41EC-B947-9FC71D4C0915}" srcOrd="8" destOrd="0" presId="urn:microsoft.com/office/officeart/2005/8/layout/default"/>
    <dgm:cxn modelId="{7FF30CB3-EA3C-440E-B280-FA9DA803CFA2}" type="presParOf" srcId="{568CCA0B-A498-4E06-89DD-4C50FCCE383A}" destId="{EC5724F5-F164-4F38-BB4C-32739AE7A2F8}" srcOrd="9" destOrd="0" presId="urn:microsoft.com/office/officeart/2005/8/layout/default"/>
    <dgm:cxn modelId="{71ECC008-CCC7-415C-9AFB-056BC173AA6D}" type="presParOf" srcId="{568CCA0B-A498-4E06-89DD-4C50FCCE383A}" destId="{A61022D5-A0E4-4B68-AD03-E4E9A2BF84B3}" srcOrd="1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1.xml><?xml version="1.0" encoding="utf-8"?>
<dgm:dataModel xmlns:dgm="http://schemas.openxmlformats.org/drawingml/2006/diagram" xmlns:a="http://schemas.openxmlformats.org/drawingml/2006/main">
  <dgm:ptLst>
    <dgm:pt modelId="{D569B576-4023-4E89-9842-448286F3EBC6}" type="doc">
      <dgm:prSet loTypeId="urn:microsoft.com/office/officeart/2005/8/layout/vList2" loCatId="list" qsTypeId="urn:microsoft.com/office/officeart/2005/8/quickstyle/3d2" qsCatId="3D" csTypeId="urn:microsoft.com/office/officeart/2005/8/colors/accent1_2" csCatId="accent1" phldr="1"/>
      <dgm:spPr/>
      <dgm:t>
        <a:bodyPr/>
        <a:lstStyle/>
        <a:p>
          <a:endParaRPr lang="en-US"/>
        </a:p>
      </dgm:t>
    </dgm:pt>
    <dgm:pt modelId="{B513FFE5-B1A4-4D24-A641-28AA47158C57}">
      <dgm:prSet phldrT="[Text]"/>
      <dgm:spPr/>
      <dgm:t>
        <a:bodyPr/>
        <a:lstStyle/>
        <a:p>
          <a:r>
            <a:rPr lang="en-US" dirty="0"/>
            <a:t>Stop words</a:t>
          </a:r>
        </a:p>
      </dgm:t>
    </dgm:pt>
    <dgm:pt modelId="{EEA3721B-E431-4A5E-A9E7-E9C17DE92538}" type="parTrans" cxnId="{A1AFD7F4-20C0-4DA5-8465-C2CEF01EEAE6}">
      <dgm:prSet/>
      <dgm:spPr/>
      <dgm:t>
        <a:bodyPr/>
        <a:lstStyle/>
        <a:p>
          <a:endParaRPr lang="en-US"/>
        </a:p>
      </dgm:t>
    </dgm:pt>
    <dgm:pt modelId="{C60A85EE-1D7C-4864-BBA5-E387D6E1E358}" type="sibTrans" cxnId="{A1AFD7F4-20C0-4DA5-8465-C2CEF01EEAE6}">
      <dgm:prSet/>
      <dgm:spPr/>
      <dgm:t>
        <a:bodyPr/>
        <a:lstStyle/>
        <a:p>
          <a:endParaRPr lang="en-US"/>
        </a:p>
      </dgm:t>
    </dgm:pt>
    <dgm:pt modelId="{F892011C-CF17-4510-A51B-C81BA4BDFB3B}">
      <dgm:prSet phldrT="[Text]"/>
      <dgm:spPr>
        <a:solidFill>
          <a:schemeClr val="accent6">
            <a:lumMod val="75000"/>
          </a:schemeClr>
        </a:solidFill>
      </dgm:spPr>
      <dgm:t>
        <a:bodyPr/>
        <a:lstStyle/>
        <a:p>
          <a:r>
            <a:rPr lang="en-US" dirty="0"/>
            <a:t>Lemmatization</a:t>
          </a:r>
        </a:p>
      </dgm:t>
    </dgm:pt>
    <dgm:pt modelId="{EFA0B42E-0BF8-4B88-A0B1-8E125B8567E5}" type="parTrans" cxnId="{0AD86493-5473-40E7-8FEE-DCF014AD6CD4}">
      <dgm:prSet/>
      <dgm:spPr/>
      <dgm:t>
        <a:bodyPr/>
        <a:lstStyle/>
        <a:p>
          <a:endParaRPr lang="en-US"/>
        </a:p>
      </dgm:t>
    </dgm:pt>
    <dgm:pt modelId="{5C333261-579D-4141-A14F-C72B438A54AE}" type="sibTrans" cxnId="{0AD86493-5473-40E7-8FEE-DCF014AD6CD4}">
      <dgm:prSet/>
      <dgm:spPr/>
      <dgm:t>
        <a:bodyPr/>
        <a:lstStyle/>
        <a:p>
          <a:endParaRPr lang="en-US"/>
        </a:p>
      </dgm:t>
    </dgm:pt>
    <dgm:pt modelId="{61989CAD-9173-4499-BEC5-01A6823583D7}">
      <dgm:prSet phldrT="[Text]"/>
      <dgm:spPr>
        <a:solidFill>
          <a:schemeClr val="accent2"/>
        </a:solidFill>
      </dgm:spPr>
      <dgm:t>
        <a:bodyPr/>
        <a:lstStyle/>
        <a:p>
          <a:r>
            <a:rPr lang="en-US" dirty="0"/>
            <a:t>Single character words</a:t>
          </a:r>
        </a:p>
      </dgm:t>
    </dgm:pt>
    <dgm:pt modelId="{7CEFE2D1-43ED-485A-9633-B0EDC683D3B6}" type="parTrans" cxnId="{909868A9-5189-4A61-ABD7-87F9996B5D13}">
      <dgm:prSet/>
      <dgm:spPr/>
      <dgm:t>
        <a:bodyPr/>
        <a:lstStyle/>
        <a:p>
          <a:endParaRPr lang="en-US"/>
        </a:p>
      </dgm:t>
    </dgm:pt>
    <dgm:pt modelId="{79B96A7D-8600-4070-B5FB-E38A841B60DC}" type="sibTrans" cxnId="{909868A9-5189-4A61-ABD7-87F9996B5D13}">
      <dgm:prSet/>
      <dgm:spPr/>
      <dgm:t>
        <a:bodyPr/>
        <a:lstStyle/>
        <a:p>
          <a:endParaRPr lang="en-US"/>
        </a:p>
      </dgm:t>
    </dgm:pt>
    <dgm:pt modelId="{108D9DEF-83EE-426A-B3E3-8A6543C89F5F}">
      <dgm:prSet phldrT="[Text]"/>
      <dgm:spPr/>
      <dgm:t>
        <a:bodyPr/>
        <a:lstStyle/>
        <a:p>
          <a:r>
            <a:rPr lang="en-US" dirty="0"/>
            <a:t>There are around 2000 stop words, which accounts to 0.2% of the total words in the train data.</a:t>
          </a:r>
        </a:p>
      </dgm:t>
    </dgm:pt>
    <dgm:pt modelId="{6073D1CD-C06D-4C1D-B103-8AAF10930C51}" type="parTrans" cxnId="{4F965623-4B4E-46E9-B668-6630FC8D79AA}">
      <dgm:prSet/>
      <dgm:spPr/>
      <dgm:t>
        <a:bodyPr/>
        <a:lstStyle/>
        <a:p>
          <a:endParaRPr lang="en-US"/>
        </a:p>
      </dgm:t>
    </dgm:pt>
    <dgm:pt modelId="{1FBCAC9F-FD71-4DA5-B254-F545E5E6A769}" type="sibTrans" cxnId="{4F965623-4B4E-46E9-B668-6630FC8D79AA}">
      <dgm:prSet/>
      <dgm:spPr/>
      <dgm:t>
        <a:bodyPr/>
        <a:lstStyle/>
        <a:p>
          <a:endParaRPr lang="en-US"/>
        </a:p>
      </dgm:t>
    </dgm:pt>
    <dgm:pt modelId="{583CA598-20F4-4215-BB33-6BDD7DAE6F43}">
      <dgm:prSet/>
      <dgm:spPr/>
      <dgm:t>
        <a:bodyPr/>
        <a:lstStyle/>
        <a:p>
          <a:r>
            <a:rPr lang="en-US" dirty="0"/>
            <a:t>No. of features on vectorizing the training data after removing stop words and performing lemmatization were reduced by 31.</a:t>
          </a:r>
        </a:p>
      </dgm:t>
    </dgm:pt>
    <dgm:pt modelId="{98DD933B-D78D-4CB1-A56E-5A1A563B8CDB}" type="parTrans" cxnId="{C3B92FD2-D430-41F8-B87A-843E98C68AA9}">
      <dgm:prSet/>
      <dgm:spPr/>
      <dgm:t>
        <a:bodyPr/>
        <a:lstStyle/>
        <a:p>
          <a:endParaRPr lang="en-US"/>
        </a:p>
      </dgm:t>
    </dgm:pt>
    <dgm:pt modelId="{26BCA00C-222E-450B-9EB8-3D9541EE7156}" type="sibTrans" cxnId="{C3B92FD2-D430-41F8-B87A-843E98C68AA9}">
      <dgm:prSet/>
      <dgm:spPr/>
      <dgm:t>
        <a:bodyPr/>
        <a:lstStyle/>
        <a:p>
          <a:endParaRPr lang="en-US"/>
        </a:p>
      </dgm:t>
    </dgm:pt>
    <dgm:pt modelId="{CD330635-FB3D-4F73-90D9-79767E654FD1}">
      <dgm:prSet/>
      <dgm:spPr/>
      <dgm:t>
        <a:bodyPr/>
        <a:lstStyle/>
        <a:p>
          <a:r>
            <a:rPr lang="en-US"/>
            <a:t>Around 3000 single character words (like C, N, K, etc) were removed.</a:t>
          </a:r>
          <a:endParaRPr lang="en-US" dirty="0"/>
        </a:p>
      </dgm:t>
    </dgm:pt>
    <dgm:pt modelId="{9E3AF5E8-1F0B-49F8-910E-A1BAEB6FC85D}" type="parTrans" cxnId="{C451C84F-B518-410C-8A65-DEB0A7F8B116}">
      <dgm:prSet/>
      <dgm:spPr/>
      <dgm:t>
        <a:bodyPr/>
        <a:lstStyle/>
        <a:p>
          <a:endParaRPr lang="en-US"/>
        </a:p>
      </dgm:t>
    </dgm:pt>
    <dgm:pt modelId="{A15B3FB6-635B-493B-96DD-D291BD45B3A7}" type="sibTrans" cxnId="{C451C84F-B518-410C-8A65-DEB0A7F8B116}">
      <dgm:prSet/>
      <dgm:spPr/>
      <dgm:t>
        <a:bodyPr/>
        <a:lstStyle/>
        <a:p>
          <a:endParaRPr lang="en-US"/>
        </a:p>
      </dgm:t>
    </dgm:pt>
    <dgm:pt modelId="{E3371E0E-310B-4008-B6B3-90DF60E7EC18}" type="pres">
      <dgm:prSet presAssocID="{D569B576-4023-4E89-9842-448286F3EBC6}" presName="linear" presStyleCnt="0">
        <dgm:presLayoutVars>
          <dgm:animLvl val="lvl"/>
          <dgm:resizeHandles val="exact"/>
        </dgm:presLayoutVars>
      </dgm:prSet>
      <dgm:spPr/>
    </dgm:pt>
    <dgm:pt modelId="{AA46EBE6-770C-4AC6-A0B8-B0230D6C137E}" type="pres">
      <dgm:prSet presAssocID="{B513FFE5-B1A4-4D24-A641-28AA47158C57}" presName="parentText" presStyleLbl="node1" presStyleIdx="0" presStyleCnt="3" custScaleX="68126" custScaleY="81944" custLinFactNeighborX="-37775" custLinFactNeighborY="-7488">
        <dgm:presLayoutVars>
          <dgm:chMax val="0"/>
          <dgm:bulletEnabled val="1"/>
        </dgm:presLayoutVars>
      </dgm:prSet>
      <dgm:spPr/>
    </dgm:pt>
    <dgm:pt modelId="{70414F3F-CC08-4918-BD49-37A7A0D5BF11}" type="pres">
      <dgm:prSet presAssocID="{B513FFE5-B1A4-4D24-A641-28AA47158C57}" presName="childText" presStyleLbl="revTx" presStyleIdx="0" presStyleCnt="3">
        <dgm:presLayoutVars>
          <dgm:bulletEnabled val="1"/>
        </dgm:presLayoutVars>
      </dgm:prSet>
      <dgm:spPr/>
    </dgm:pt>
    <dgm:pt modelId="{06A6196E-E0EF-4A23-8C4D-CA46CD117E96}" type="pres">
      <dgm:prSet presAssocID="{F892011C-CF17-4510-A51B-C81BA4BDFB3B}" presName="parentText" presStyleLbl="node1" presStyleIdx="1" presStyleCnt="3" custScaleX="69453" custScaleY="71813" custLinFactNeighborX="-23104" custLinFactNeighborY="-3209">
        <dgm:presLayoutVars>
          <dgm:chMax val="0"/>
          <dgm:bulletEnabled val="1"/>
        </dgm:presLayoutVars>
      </dgm:prSet>
      <dgm:spPr/>
    </dgm:pt>
    <dgm:pt modelId="{66753BF0-95E5-44F5-9754-91BDD719FD2E}" type="pres">
      <dgm:prSet presAssocID="{F892011C-CF17-4510-A51B-C81BA4BDFB3B}" presName="childText" presStyleLbl="revTx" presStyleIdx="1" presStyleCnt="3">
        <dgm:presLayoutVars>
          <dgm:bulletEnabled val="1"/>
        </dgm:presLayoutVars>
      </dgm:prSet>
      <dgm:spPr/>
    </dgm:pt>
    <dgm:pt modelId="{C5A83F03-E4C6-4221-9915-CBDC25C7C3DD}" type="pres">
      <dgm:prSet presAssocID="{61989CAD-9173-4499-BEC5-01A6823583D7}" presName="parentText" presStyleLbl="node1" presStyleIdx="2" presStyleCnt="3" custScaleX="65394" custScaleY="74116" custLinFactNeighborX="-21523" custLinFactNeighborY="1">
        <dgm:presLayoutVars>
          <dgm:chMax val="0"/>
          <dgm:bulletEnabled val="1"/>
        </dgm:presLayoutVars>
      </dgm:prSet>
      <dgm:spPr/>
    </dgm:pt>
    <dgm:pt modelId="{E51BFB5B-0A47-4384-AD61-AA483AF85A64}" type="pres">
      <dgm:prSet presAssocID="{61989CAD-9173-4499-BEC5-01A6823583D7}" presName="childText" presStyleLbl="revTx" presStyleIdx="2" presStyleCnt="3">
        <dgm:presLayoutVars>
          <dgm:bulletEnabled val="1"/>
        </dgm:presLayoutVars>
      </dgm:prSet>
      <dgm:spPr/>
    </dgm:pt>
  </dgm:ptLst>
  <dgm:cxnLst>
    <dgm:cxn modelId="{4F965623-4B4E-46E9-B668-6630FC8D79AA}" srcId="{B513FFE5-B1A4-4D24-A641-28AA47158C57}" destId="{108D9DEF-83EE-426A-B3E3-8A6543C89F5F}" srcOrd="0" destOrd="0" parTransId="{6073D1CD-C06D-4C1D-B103-8AAF10930C51}" sibTransId="{1FBCAC9F-FD71-4DA5-B254-F545E5E6A769}"/>
    <dgm:cxn modelId="{D6032324-26F8-4581-B523-7B08F0167B38}" type="presOf" srcId="{61989CAD-9173-4499-BEC5-01A6823583D7}" destId="{C5A83F03-E4C6-4221-9915-CBDC25C7C3DD}" srcOrd="0" destOrd="0" presId="urn:microsoft.com/office/officeart/2005/8/layout/vList2"/>
    <dgm:cxn modelId="{D3F98F3E-6022-4940-9115-1592F807858E}" type="presOf" srcId="{D569B576-4023-4E89-9842-448286F3EBC6}" destId="{E3371E0E-310B-4008-B6B3-90DF60E7EC18}" srcOrd="0" destOrd="0" presId="urn:microsoft.com/office/officeart/2005/8/layout/vList2"/>
    <dgm:cxn modelId="{C451C84F-B518-410C-8A65-DEB0A7F8B116}" srcId="{61989CAD-9173-4499-BEC5-01A6823583D7}" destId="{CD330635-FB3D-4F73-90D9-79767E654FD1}" srcOrd="0" destOrd="0" parTransId="{9E3AF5E8-1F0B-49F8-910E-A1BAEB6FC85D}" sibTransId="{A15B3FB6-635B-493B-96DD-D291BD45B3A7}"/>
    <dgm:cxn modelId="{EA75AA56-39A2-4760-8571-0EE29903CF66}" type="presOf" srcId="{F892011C-CF17-4510-A51B-C81BA4BDFB3B}" destId="{06A6196E-E0EF-4A23-8C4D-CA46CD117E96}" srcOrd="0" destOrd="0" presId="urn:microsoft.com/office/officeart/2005/8/layout/vList2"/>
    <dgm:cxn modelId="{060EE383-97A9-4C52-A4D6-8E8056EC5CB4}" type="presOf" srcId="{B513FFE5-B1A4-4D24-A641-28AA47158C57}" destId="{AA46EBE6-770C-4AC6-A0B8-B0230D6C137E}" srcOrd="0" destOrd="0" presId="urn:microsoft.com/office/officeart/2005/8/layout/vList2"/>
    <dgm:cxn modelId="{0AD86493-5473-40E7-8FEE-DCF014AD6CD4}" srcId="{D569B576-4023-4E89-9842-448286F3EBC6}" destId="{F892011C-CF17-4510-A51B-C81BA4BDFB3B}" srcOrd="1" destOrd="0" parTransId="{EFA0B42E-0BF8-4B88-A0B1-8E125B8567E5}" sibTransId="{5C333261-579D-4141-A14F-C72B438A54AE}"/>
    <dgm:cxn modelId="{909868A9-5189-4A61-ABD7-87F9996B5D13}" srcId="{D569B576-4023-4E89-9842-448286F3EBC6}" destId="{61989CAD-9173-4499-BEC5-01A6823583D7}" srcOrd="2" destOrd="0" parTransId="{7CEFE2D1-43ED-485A-9633-B0EDC683D3B6}" sibTransId="{79B96A7D-8600-4070-B5FB-E38A841B60DC}"/>
    <dgm:cxn modelId="{A69B4FBD-6ABE-4641-B16F-9DE10848374A}" type="presOf" srcId="{108D9DEF-83EE-426A-B3E3-8A6543C89F5F}" destId="{70414F3F-CC08-4918-BD49-37A7A0D5BF11}" srcOrd="0" destOrd="0" presId="urn:microsoft.com/office/officeart/2005/8/layout/vList2"/>
    <dgm:cxn modelId="{C3B92FD2-D430-41F8-B87A-843E98C68AA9}" srcId="{F892011C-CF17-4510-A51B-C81BA4BDFB3B}" destId="{583CA598-20F4-4215-BB33-6BDD7DAE6F43}" srcOrd="0" destOrd="0" parTransId="{98DD933B-D78D-4CB1-A56E-5A1A563B8CDB}" sibTransId="{26BCA00C-222E-450B-9EB8-3D9541EE7156}"/>
    <dgm:cxn modelId="{A7C4FED5-F18D-4945-877C-7063DE023A29}" type="presOf" srcId="{CD330635-FB3D-4F73-90D9-79767E654FD1}" destId="{E51BFB5B-0A47-4384-AD61-AA483AF85A64}" srcOrd="0" destOrd="0" presId="urn:microsoft.com/office/officeart/2005/8/layout/vList2"/>
    <dgm:cxn modelId="{08C1EFE8-7CC4-46C0-8794-82256E0220CC}" type="presOf" srcId="{583CA598-20F4-4215-BB33-6BDD7DAE6F43}" destId="{66753BF0-95E5-44F5-9754-91BDD719FD2E}" srcOrd="0" destOrd="0" presId="urn:microsoft.com/office/officeart/2005/8/layout/vList2"/>
    <dgm:cxn modelId="{A1AFD7F4-20C0-4DA5-8465-C2CEF01EEAE6}" srcId="{D569B576-4023-4E89-9842-448286F3EBC6}" destId="{B513FFE5-B1A4-4D24-A641-28AA47158C57}" srcOrd="0" destOrd="0" parTransId="{EEA3721B-E431-4A5E-A9E7-E9C17DE92538}" sibTransId="{C60A85EE-1D7C-4864-BBA5-E387D6E1E358}"/>
    <dgm:cxn modelId="{39AA8D36-82DC-49BE-AA6E-D9607B73D95E}" type="presParOf" srcId="{E3371E0E-310B-4008-B6B3-90DF60E7EC18}" destId="{AA46EBE6-770C-4AC6-A0B8-B0230D6C137E}" srcOrd="0" destOrd="0" presId="urn:microsoft.com/office/officeart/2005/8/layout/vList2"/>
    <dgm:cxn modelId="{8037094B-B851-4C5F-8E38-05C46046FCAF}" type="presParOf" srcId="{E3371E0E-310B-4008-B6B3-90DF60E7EC18}" destId="{70414F3F-CC08-4918-BD49-37A7A0D5BF11}" srcOrd="1" destOrd="0" presId="urn:microsoft.com/office/officeart/2005/8/layout/vList2"/>
    <dgm:cxn modelId="{C15DECF3-D17B-4291-92A3-4A3C71B24BD1}" type="presParOf" srcId="{E3371E0E-310B-4008-B6B3-90DF60E7EC18}" destId="{06A6196E-E0EF-4A23-8C4D-CA46CD117E96}" srcOrd="2" destOrd="0" presId="urn:microsoft.com/office/officeart/2005/8/layout/vList2"/>
    <dgm:cxn modelId="{B3EB3CF8-2790-4560-97EF-9329258B3DE9}" type="presParOf" srcId="{E3371E0E-310B-4008-B6B3-90DF60E7EC18}" destId="{66753BF0-95E5-44F5-9754-91BDD719FD2E}" srcOrd="3" destOrd="0" presId="urn:microsoft.com/office/officeart/2005/8/layout/vList2"/>
    <dgm:cxn modelId="{3BB70F8F-E723-4FC8-BDD3-6763F008E12D}" type="presParOf" srcId="{E3371E0E-310B-4008-B6B3-90DF60E7EC18}" destId="{C5A83F03-E4C6-4221-9915-CBDC25C7C3DD}" srcOrd="4" destOrd="0" presId="urn:microsoft.com/office/officeart/2005/8/layout/vList2"/>
    <dgm:cxn modelId="{AE65FB8B-C578-4FA2-BE6E-A2E065E63C5C}" type="presParOf" srcId="{E3371E0E-310B-4008-B6B3-90DF60E7EC18}" destId="{E51BFB5B-0A47-4384-AD61-AA483AF85A64}"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2.xml><?xml version="1.0" encoding="utf-8"?>
<dgm:dataModel xmlns:dgm="http://schemas.openxmlformats.org/drawingml/2006/diagram" xmlns:a="http://schemas.openxmlformats.org/drawingml/2006/main">
  <dgm:ptLst>
    <dgm:pt modelId="{6374AC1B-0229-4FCD-995E-11CD9EE05285}"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30815E62-40C7-426E-80B2-52357025685F}">
      <dgm:prSet phldrT="[Text]">
        <dgm:style>
          <a:lnRef idx="0">
            <a:schemeClr val="accent5"/>
          </a:lnRef>
          <a:fillRef idx="3">
            <a:schemeClr val="accent5"/>
          </a:fillRef>
          <a:effectRef idx="3">
            <a:schemeClr val="accent5"/>
          </a:effectRef>
          <a:fontRef idx="minor">
            <a:schemeClr val="lt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Spell check</a:t>
          </a:r>
        </a:p>
      </dgm:t>
    </dgm:pt>
    <dgm:pt modelId="{3F7F3A92-DB36-4A20-9FCE-AB9EFCCA8F52}" type="parTrans" cxnId="{FC378BE4-93B2-4157-90B1-9E6A67994B28}">
      <dgm:prSet/>
      <dgm:spPr/>
      <dgm:t>
        <a:bodyPr/>
        <a:lstStyle/>
        <a:p>
          <a:endParaRPr lang="en-US"/>
        </a:p>
      </dgm:t>
    </dgm:pt>
    <dgm:pt modelId="{56585C04-4917-4049-A1F6-BF9E0057DC16}" type="sibTrans" cxnId="{FC378BE4-93B2-4157-90B1-9E6A67994B28}">
      <dgm:prSet/>
      <dgm:spPr/>
      <dgm:t>
        <a:bodyPr/>
        <a:lstStyle/>
        <a:p>
          <a:endParaRPr lang="en-US"/>
        </a:p>
      </dgm:t>
    </dgm:pt>
    <dgm:pt modelId="{6567268A-7283-43D9-8B70-6539E37476ED}">
      <dgm:prSet phldrT="[Text]">
        <dgm:style>
          <a:lnRef idx="2">
            <a:schemeClr val="accent5"/>
          </a:lnRef>
          <a:fillRef idx="1">
            <a:schemeClr val="lt1"/>
          </a:fillRef>
          <a:effectRef idx="0">
            <a:schemeClr val="accent5"/>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err="1"/>
            <a:t>flavrd</a:t>
          </a:r>
          <a:r>
            <a:rPr lang="en-US" dirty="0"/>
            <a:t>-lord</a:t>
          </a:r>
        </a:p>
      </dgm:t>
    </dgm:pt>
    <dgm:pt modelId="{EC588BE3-ABB7-425B-80E2-C542342C605C}" type="parTrans" cxnId="{ADB33896-B4A3-43BB-AED4-131C84A21889}">
      <dgm:prSet/>
      <dgm:spPr/>
      <dgm:t>
        <a:bodyPr/>
        <a:lstStyle/>
        <a:p>
          <a:endParaRPr lang="en-US"/>
        </a:p>
      </dgm:t>
    </dgm:pt>
    <dgm:pt modelId="{994881F2-B5A6-4599-BED9-B7A329D24FF5}" type="sibTrans" cxnId="{ADB33896-B4A3-43BB-AED4-131C84A21889}">
      <dgm:prSet/>
      <dgm:spPr/>
      <dgm:t>
        <a:bodyPr/>
        <a:lstStyle/>
        <a:p>
          <a:endParaRPr lang="en-US"/>
        </a:p>
      </dgm:t>
    </dgm:pt>
    <dgm:pt modelId="{1A879961-A427-466F-B015-E92033E1110A}">
      <dgm:prSet phldrT="[Text]">
        <dgm:style>
          <a:lnRef idx="0">
            <a:schemeClr val="accent1"/>
          </a:lnRef>
          <a:fillRef idx="3">
            <a:schemeClr val="accent1"/>
          </a:fillRef>
          <a:effectRef idx="3">
            <a:schemeClr val="accent1"/>
          </a:effectRef>
          <a:fontRef idx="minor">
            <a:schemeClr val="lt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Auto-correct</a:t>
          </a:r>
        </a:p>
      </dgm:t>
    </dgm:pt>
    <dgm:pt modelId="{155A48C3-A5DB-48CF-A4B0-66A6E5A0C9E7}" type="parTrans" cxnId="{C4E2B39F-2E66-4D1E-BCA8-F007EB3CBAD6}">
      <dgm:prSet/>
      <dgm:spPr/>
      <dgm:t>
        <a:bodyPr/>
        <a:lstStyle/>
        <a:p>
          <a:endParaRPr lang="en-US"/>
        </a:p>
      </dgm:t>
    </dgm:pt>
    <dgm:pt modelId="{5C5A342F-2F51-4523-BB78-9317B118ABF3}" type="sibTrans" cxnId="{C4E2B39F-2E66-4D1E-BCA8-F007EB3CBAD6}">
      <dgm:prSet/>
      <dgm:spPr/>
      <dgm:t>
        <a:bodyPr/>
        <a:lstStyle/>
        <a:p>
          <a:endParaRPr lang="en-US"/>
        </a:p>
      </dgm:t>
    </dgm:pt>
    <dgm:pt modelId="{45DADA76-5F91-4ECD-966F-8B7867860347}">
      <dgm:prSet phldrT="[Text]">
        <dgm:style>
          <a:lnRef idx="2">
            <a:schemeClr val="accent1"/>
          </a:lnRef>
          <a:fillRef idx="1">
            <a:schemeClr val="lt1"/>
          </a:fillRef>
          <a:effectRef idx="0">
            <a:schemeClr val="accent1"/>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err="1"/>
            <a:t>canela</a:t>
          </a:r>
          <a:r>
            <a:rPr lang="en-US" dirty="0"/>
            <a:t>-camera</a:t>
          </a:r>
        </a:p>
      </dgm:t>
    </dgm:pt>
    <dgm:pt modelId="{4047B0F5-48A6-4D3B-9FC4-A460C647DAC5}" type="parTrans" cxnId="{F4C12848-C854-401C-B658-DC7E570712A7}">
      <dgm:prSet/>
      <dgm:spPr/>
      <dgm:t>
        <a:bodyPr/>
        <a:lstStyle/>
        <a:p>
          <a:endParaRPr lang="en-US"/>
        </a:p>
      </dgm:t>
    </dgm:pt>
    <dgm:pt modelId="{2B6500F0-1432-439B-8DE2-1E6AB9D52265}" type="sibTrans" cxnId="{F4C12848-C854-401C-B658-DC7E570712A7}">
      <dgm:prSet/>
      <dgm:spPr/>
      <dgm:t>
        <a:bodyPr/>
        <a:lstStyle/>
        <a:p>
          <a:endParaRPr lang="en-US"/>
        </a:p>
      </dgm:t>
    </dgm:pt>
    <dgm:pt modelId="{C3295A6A-D73C-49D6-BEC4-021761ADC074}">
      <dgm:prSet phldrT="[Text]">
        <dgm:style>
          <a:lnRef idx="2">
            <a:schemeClr val="accent1"/>
          </a:lnRef>
          <a:fillRef idx="1">
            <a:schemeClr val="lt1"/>
          </a:fillRef>
          <a:effectRef idx="0">
            <a:schemeClr val="accent1"/>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celery-every</a:t>
          </a:r>
        </a:p>
      </dgm:t>
    </dgm:pt>
    <dgm:pt modelId="{A34A2391-66F1-44C0-8C32-CEB5F28B205A}" type="parTrans" cxnId="{F4957FC5-E185-4F13-A8CD-2816FB0FCF3C}">
      <dgm:prSet/>
      <dgm:spPr/>
      <dgm:t>
        <a:bodyPr/>
        <a:lstStyle/>
        <a:p>
          <a:endParaRPr lang="en-US"/>
        </a:p>
      </dgm:t>
    </dgm:pt>
    <dgm:pt modelId="{E80734C6-99AE-4CBE-8F93-FB2C8AD25605}" type="sibTrans" cxnId="{F4957FC5-E185-4F13-A8CD-2816FB0FCF3C}">
      <dgm:prSet/>
      <dgm:spPr/>
      <dgm:t>
        <a:bodyPr/>
        <a:lstStyle/>
        <a:p>
          <a:endParaRPr lang="en-US"/>
        </a:p>
      </dgm:t>
    </dgm:pt>
    <dgm:pt modelId="{F4DAC338-DBEE-44D7-8A9D-242ADF5499FA}">
      <dgm:prSet phldrT="[Text]">
        <dgm:style>
          <a:lnRef idx="0">
            <a:schemeClr val="accent6"/>
          </a:lnRef>
          <a:fillRef idx="3">
            <a:schemeClr val="accent6"/>
          </a:fillRef>
          <a:effectRef idx="3">
            <a:schemeClr val="accent6"/>
          </a:effectRef>
          <a:fontRef idx="minor">
            <a:schemeClr val="lt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Textblob</a:t>
          </a:r>
        </a:p>
      </dgm:t>
    </dgm:pt>
    <dgm:pt modelId="{D5AA3B7C-90DD-401A-9006-D9480B8466D2}" type="parTrans" cxnId="{FA606F3A-9DF6-45F5-8B81-BB6F9AE1B628}">
      <dgm:prSet/>
      <dgm:spPr/>
      <dgm:t>
        <a:bodyPr/>
        <a:lstStyle/>
        <a:p>
          <a:endParaRPr lang="en-US"/>
        </a:p>
      </dgm:t>
    </dgm:pt>
    <dgm:pt modelId="{C0EF412A-20ED-4520-AD79-2C4E8F3D3BFD}" type="sibTrans" cxnId="{FA606F3A-9DF6-45F5-8B81-BB6F9AE1B628}">
      <dgm:prSet/>
      <dgm:spPr/>
      <dgm:t>
        <a:bodyPr/>
        <a:lstStyle/>
        <a:p>
          <a:endParaRPr lang="en-US"/>
        </a:p>
      </dgm:t>
    </dgm:pt>
    <dgm:pt modelId="{509105E0-7DD9-4791-AAFC-27F7268E347A}">
      <dgm:prSet phldrT="[Text]">
        <dgm:style>
          <a:lnRef idx="2">
            <a:schemeClr val="accent6"/>
          </a:lnRef>
          <a:fillRef idx="1">
            <a:schemeClr val="lt1"/>
          </a:fillRef>
          <a:effectRef idx="0">
            <a:schemeClr val="accent6"/>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burger-burgher</a:t>
          </a:r>
        </a:p>
      </dgm:t>
    </dgm:pt>
    <dgm:pt modelId="{6D348732-6256-4F76-A7D6-9F9D9EA1D5BC}" type="parTrans" cxnId="{6E7D797F-15EF-4F3D-9D75-38403CE07556}">
      <dgm:prSet/>
      <dgm:spPr/>
      <dgm:t>
        <a:bodyPr/>
        <a:lstStyle/>
        <a:p>
          <a:endParaRPr lang="en-US"/>
        </a:p>
      </dgm:t>
    </dgm:pt>
    <dgm:pt modelId="{463B3BC4-3FBE-4075-91BD-F69AFE4884F3}" type="sibTrans" cxnId="{6E7D797F-15EF-4F3D-9D75-38403CE07556}">
      <dgm:prSet/>
      <dgm:spPr/>
      <dgm:t>
        <a:bodyPr/>
        <a:lstStyle/>
        <a:p>
          <a:endParaRPr lang="en-US"/>
        </a:p>
      </dgm:t>
    </dgm:pt>
    <dgm:pt modelId="{79F6AAE6-76F2-4E19-991E-63B64A1F5EE7}">
      <dgm:prSet phldrT="[Text]">
        <dgm:style>
          <a:lnRef idx="0">
            <a:schemeClr val="accent4"/>
          </a:lnRef>
          <a:fillRef idx="3">
            <a:schemeClr val="accent4"/>
          </a:fillRef>
          <a:effectRef idx="3">
            <a:schemeClr val="accent4"/>
          </a:effectRef>
          <a:fontRef idx="minor">
            <a:schemeClr val="lt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Snowball Stemming</a:t>
          </a:r>
        </a:p>
      </dgm:t>
    </dgm:pt>
    <dgm:pt modelId="{C846C2E0-6DC7-4EA1-A31B-A0ED7AFD77FA}" type="parTrans" cxnId="{DF96B6C8-674F-412E-8A5C-2C495ED4F6BA}">
      <dgm:prSet/>
      <dgm:spPr/>
      <dgm:t>
        <a:bodyPr/>
        <a:lstStyle/>
        <a:p>
          <a:endParaRPr lang="en-US"/>
        </a:p>
      </dgm:t>
    </dgm:pt>
    <dgm:pt modelId="{5D54641C-2BF1-4936-AD79-41C5C7934458}" type="sibTrans" cxnId="{DF96B6C8-674F-412E-8A5C-2C495ED4F6BA}">
      <dgm:prSet/>
      <dgm:spPr/>
      <dgm:t>
        <a:bodyPr/>
        <a:lstStyle/>
        <a:p>
          <a:endParaRPr lang="en-US"/>
        </a:p>
      </dgm:t>
    </dgm:pt>
    <dgm:pt modelId="{12F6538A-240C-4779-85A5-A70FCDBDADE6}">
      <dgm:prSet>
        <dgm:style>
          <a:lnRef idx="2">
            <a:schemeClr val="accent5"/>
          </a:lnRef>
          <a:fillRef idx="1">
            <a:schemeClr val="lt1"/>
          </a:fillRef>
          <a:effectRef idx="0">
            <a:schemeClr val="accent5"/>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a:t>keylime-kylie</a:t>
          </a:r>
        </a:p>
      </dgm:t>
    </dgm:pt>
    <dgm:pt modelId="{31EDB47F-7490-4B60-A528-F8EB94ED96ED}" type="parTrans" cxnId="{18DFF1D0-766F-4EBB-9BDC-4B9F898D3417}">
      <dgm:prSet/>
      <dgm:spPr/>
      <dgm:t>
        <a:bodyPr/>
        <a:lstStyle/>
        <a:p>
          <a:endParaRPr lang="en-US"/>
        </a:p>
      </dgm:t>
    </dgm:pt>
    <dgm:pt modelId="{94CDF12A-CFB3-436F-B464-FC00B674C1B6}" type="sibTrans" cxnId="{18DFF1D0-766F-4EBB-9BDC-4B9F898D3417}">
      <dgm:prSet/>
      <dgm:spPr/>
      <dgm:t>
        <a:bodyPr/>
        <a:lstStyle/>
        <a:p>
          <a:endParaRPr lang="en-US"/>
        </a:p>
      </dgm:t>
    </dgm:pt>
    <dgm:pt modelId="{14442C80-365D-43F4-8C9C-C5E07D42DD18}">
      <dgm:prSet>
        <dgm:style>
          <a:lnRef idx="2">
            <a:schemeClr val="accent5"/>
          </a:lnRef>
          <a:fillRef idx="1">
            <a:schemeClr val="lt1"/>
          </a:fillRef>
          <a:effectRef idx="0">
            <a:schemeClr val="accent5"/>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a:t>sunflwer-sunflower</a:t>
          </a:r>
        </a:p>
      </dgm:t>
    </dgm:pt>
    <dgm:pt modelId="{8428A40D-7DFE-40D5-8F56-27BA8E8F3BF7}" type="parTrans" cxnId="{D7D76620-CA9B-4C54-B90D-BCDC8901E757}">
      <dgm:prSet/>
      <dgm:spPr/>
      <dgm:t>
        <a:bodyPr/>
        <a:lstStyle/>
        <a:p>
          <a:endParaRPr lang="en-US"/>
        </a:p>
      </dgm:t>
    </dgm:pt>
    <dgm:pt modelId="{635A23E4-EBE3-41AA-9E64-E042B0F8E83E}" type="sibTrans" cxnId="{D7D76620-CA9B-4C54-B90D-BCDC8901E757}">
      <dgm:prSet/>
      <dgm:spPr/>
      <dgm:t>
        <a:bodyPr/>
        <a:lstStyle/>
        <a:p>
          <a:endParaRPr lang="en-US"/>
        </a:p>
      </dgm:t>
    </dgm:pt>
    <dgm:pt modelId="{EB82D994-1D29-4FAA-B75F-8CCE786F4D83}">
      <dgm:prSet>
        <dgm:style>
          <a:lnRef idx="2">
            <a:schemeClr val="accent5"/>
          </a:lnRef>
          <a:fillRef idx="1">
            <a:schemeClr val="lt1"/>
          </a:fillRef>
          <a:effectRef idx="0">
            <a:schemeClr val="accent5"/>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a:t>caulicrmb-caulicrmb</a:t>
          </a:r>
        </a:p>
      </dgm:t>
    </dgm:pt>
    <dgm:pt modelId="{C7D4B719-64D3-4357-8ACB-C3DFEB15DEAA}" type="parTrans" cxnId="{26241C6D-E041-4411-8545-DAF48E024205}">
      <dgm:prSet/>
      <dgm:spPr/>
      <dgm:t>
        <a:bodyPr/>
        <a:lstStyle/>
        <a:p>
          <a:endParaRPr lang="en-US"/>
        </a:p>
      </dgm:t>
    </dgm:pt>
    <dgm:pt modelId="{5A3B4F7C-470D-467F-BC8C-D49729ACCEBF}" type="sibTrans" cxnId="{26241C6D-E041-4411-8545-DAF48E024205}">
      <dgm:prSet/>
      <dgm:spPr/>
      <dgm:t>
        <a:bodyPr/>
        <a:lstStyle/>
        <a:p>
          <a:endParaRPr lang="en-US"/>
        </a:p>
      </dgm:t>
    </dgm:pt>
    <dgm:pt modelId="{E62B5666-1421-4170-85DF-BE82CCCD7EBF}">
      <dgm:prSet>
        <dgm:style>
          <a:lnRef idx="2">
            <a:schemeClr val="accent5"/>
          </a:lnRef>
          <a:fillRef idx="1">
            <a:schemeClr val="lt1"/>
          </a:fillRef>
          <a:effectRef idx="0">
            <a:schemeClr val="accent5"/>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err="1"/>
            <a:t>stayman-starman</a:t>
          </a:r>
          <a:endParaRPr lang="en-US" dirty="0"/>
        </a:p>
      </dgm:t>
    </dgm:pt>
    <dgm:pt modelId="{DA249958-C26D-410C-992D-4162A071141B}" type="parTrans" cxnId="{CCDA0BD9-E693-45D6-ACE8-FED19B833008}">
      <dgm:prSet/>
      <dgm:spPr/>
      <dgm:t>
        <a:bodyPr/>
        <a:lstStyle/>
        <a:p>
          <a:endParaRPr lang="en-US"/>
        </a:p>
      </dgm:t>
    </dgm:pt>
    <dgm:pt modelId="{4F03BB34-E691-47C8-825F-F82C484111E0}" type="sibTrans" cxnId="{CCDA0BD9-E693-45D6-ACE8-FED19B833008}">
      <dgm:prSet/>
      <dgm:spPr/>
      <dgm:t>
        <a:bodyPr/>
        <a:lstStyle/>
        <a:p>
          <a:endParaRPr lang="en-US"/>
        </a:p>
      </dgm:t>
    </dgm:pt>
    <dgm:pt modelId="{4646E2F7-CDB7-4DFF-8C9F-718998930F40}">
      <dgm:prSet>
        <dgm:style>
          <a:lnRef idx="2">
            <a:schemeClr val="accent5"/>
          </a:lnRef>
          <a:fillRef idx="1">
            <a:schemeClr val="lt1"/>
          </a:fillRef>
          <a:effectRef idx="0">
            <a:schemeClr val="accent5"/>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a:t>xref-ref</a:t>
          </a:r>
        </a:p>
      </dgm:t>
    </dgm:pt>
    <dgm:pt modelId="{B569E134-F50E-4E85-BD59-EF71AFEB08A7}" type="parTrans" cxnId="{7E958010-08D2-4BFF-9447-548AE059927D}">
      <dgm:prSet/>
      <dgm:spPr/>
      <dgm:t>
        <a:bodyPr/>
        <a:lstStyle/>
        <a:p>
          <a:endParaRPr lang="en-US"/>
        </a:p>
      </dgm:t>
    </dgm:pt>
    <dgm:pt modelId="{6404063F-3AEC-4C8B-A47D-8B2D83FF0A4F}" type="sibTrans" cxnId="{7E958010-08D2-4BFF-9447-548AE059927D}">
      <dgm:prSet/>
      <dgm:spPr/>
      <dgm:t>
        <a:bodyPr/>
        <a:lstStyle/>
        <a:p>
          <a:endParaRPr lang="en-US"/>
        </a:p>
      </dgm:t>
    </dgm:pt>
    <dgm:pt modelId="{B272B85E-AB95-496B-BFFE-A4129E73BDC9}">
      <dgm:prSet>
        <dgm:style>
          <a:lnRef idx="2">
            <a:schemeClr val="accent5"/>
          </a:lnRef>
          <a:fillRef idx="1">
            <a:schemeClr val="lt1"/>
          </a:fillRef>
          <a:effectRef idx="0">
            <a:schemeClr val="accent5"/>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a:t>braeburn-rayburn</a:t>
          </a:r>
        </a:p>
      </dgm:t>
    </dgm:pt>
    <dgm:pt modelId="{0B74FA95-AE3B-4EFF-B017-A8E93C51A3D6}" type="parTrans" cxnId="{1A5434F1-3D2D-4EEB-8FC4-4F478B300DA9}">
      <dgm:prSet/>
      <dgm:spPr/>
      <dgm:t>
        <a:bodyPr/>
        <a:lstStyle/>
        <a:p>
          <a:endParaRPr lang="en-US"/>
        </a:p>
      </dgm:t>
    </dgm:pt>
    <dgm:pt modelId="{8CD9788C-180D-4923-AC4D-B43B5A6192DB}" type="sibTrans" cxnId="{1A5434F1-3D2D-4EEB-8FC4-4F478B300DA9}">
      <dgm:prSet/>
      <dgm:spPr/>
      <dgm:t>
        <a:bodyPr/>
        <a:lstStyle/>
        <a:p>
          <a:endParaRPr lang="en-US"/>
        </a:p>
      </dgm:t>
    </dgm:pt>
    <dgm:pt modelId="{FB5A7AB4-A7B9-44AF-93DE-8637133B1BD9}">
      <dgm:prSet>
        <dgm:style>
          <a:lnRef idx="2">
            <a:schemeClr val="accent5"/>
          </a:lnRef>
          <a:fillRef idx="1">
            <a:schemeClr val="lt1"/>
          </a:fillRef>
          <a:effectRef idx="0">
            <a:schemeClr val="accent5"/>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err="1"/>
            <a:t>pinkldy</a:t>
          </a:r>
          <a:r>
            <a:rPr lang="en-US" dirty="0"/>
            <a:t>-pinky</a:t>
          </a:r>
        </a:p>
      </dgm:t>
    </dgm:pt>
    <dgm:pt modelId="{472CFCC9-6EA5-4410-B62B-F3C56C338E1B}" type="parTrans" cxnId="{DF703AC7-E2DE-4F75-AD0F-83272DA84439}">
      <dgm:prSet/>
      <dgm:spPr/>
      <dgm:t>
        <a:bodyPr/>
        <a:lstStyle/>
        <a:p>
          <a:endParaRPr lang="en-US"/>
        </a:p>
      </dgm:t>
    </dgm:pt>
    <dgm:pt modelId="{695908AA-9323-465C-BF41-31EBE52BC553}" type="sibTrans" cxnId="{DF703AC7-E2DE-4F75-AD0F-83272DA84439}">
      <dgm:prSet/>
      <dgm:spPr/>
      <dgm:t>
        <a:bodyPr/>
        <a:lstStyle/>
        <a:p>
          <a:endParaRPr lang="en-US"/>
        </a:p>
      </dgm:t>
    </dgm:pt>
    <dgm:pt modelId="{95BC77C9-3CCB-4DED-AFFD-365630D7B230}">
      <dgm:prSet phldrT="[Text]">
        <dgm:style>
          <a:lnRef idx="2">
            <a:schemeClr val="accent4"/>
          </a:lnRef>
          <a:fillRef idx="1">
            <a:schemeClr val="lt1"/>
          </a:fillRef>
          <a:effectRef idx="0">
            <a:schemeClr val="accent4"/>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freshly  :  fresh</a:t>
          </a:r>
        </a:p>
      </dgm:t>
    </dgm:pt>
    <dgm:pt modelId="{064C0C03-3750-4A88-8D73-5C69345C3C98}" type="parTrans" cxnId="{D821F6C6-C7BD-4F78-BBF0-1D482CA5503B}">
      <dgm:prSet/>
      <dgm:spPr/>
      <dgm:t>
        <a:bodyPr/>
        <a:lstStyle/>
        <a:p>
          <a:endParaRPr lang="en-US"/>
        </a:p>
      </dgm:t>
    </dgm:pt>
    <dgm:pt modelId="{6F5B1EC1-93B6-4FEE-B707-8C6020169C11}" type="sibTrans" cxnId="{D821F6C6-C7BD-4F78-BBF0-1D482CA5503B}">
      <dgm:prSet/>
      <dgm:spPr/>
      <dgm:t>
        <a:bodyPr/>
        <a:lstStyle/>
        <a:p>
          <a:endParaRPr lang="en-US"/>
        </a:p>
      </dgm:t>
    </dgm:pt>
    <dgm:pt modelId="{DB410A64-B7CC-4C40-87DB-A006996E988E}">
      <dgm:prSet>
        <dgm:style>
          <a:lnRef idx="2">
            <a:schemeClr val="accent4"/>
          </a:lnRef>
          <a:fillRef idx="1">
            <a:schemeClr val="lt1"/>
          </a:fillRef>
          <a:effectRef idx="0">
            <a:schemeClr val="accent4"/>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freshness  :  fresh</a:t>
          </a:r>
        </a:p>
      </dgm:t>
    </dgm:pt>
    <dgm:pt modelId="{E69C4BA4-AFB4-41EA-B576-1E8F62FB49A4}" type="parTrans" cxnId="{0C034722-781E-4F61-A8C3-F7EEA6031876}">
      <dgm:prSet/>
      <dgm:spPr/>
      <dgm:t>
        <a:bodyPr/>
        <a:lstStyle/>
        <a:p>
          <a:endParaRPr lang="en-US"/>
        </a:p>
      </dgm:t>
    </dgm:pt>
    <dgm:pt modelId="{5D6D2325-0DD5-4519-8BFB-F0A086DD349D}" type="sibTrans" cxnId="{0C034722-781E-4F61-A8C3-F7EEA6031876}">
      <dgm:prSet/>
      <dgm:spPr/>
      <dgm:t>
        <a:bodyPr/>
        <a:lstStyle/>
        <a:p>
          <a:endParaRPr lang="en-US"/>
        </a:p>
      </dgm:t>
    </dgm:pt>
    <dgm:pt modelId="{4216F41D-E77D-4E04-9D00-06D00F83B171}">
      <dgm:prSet>
        <dgm:style>
          <a:lnRef idx="2">
            <a:schemeClr val="accent4"/>
          </a:lnRef>
          <a:fillRef idx="1">
            <a:schemeClr val="lt1"/>
          </a:fillRef>
          <a:effectRef idx="0">
            <a:schemeClr val="accent4"/>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grilled  :  grill</a:t>
          </a:r>
        </a:p>
      </dgm:t>
    </dgm:pt>
    <dgm:pt modelId="{5AE02F74-C875-4371-AA26-6073F06A2643}" type="parTrans" cxnId="{4E2E0B8B-AA26-4213-9A5F-CB9EA0EF6AF9}">
      <dgm:prSet/>
      <dgm:spPr/>
      <dgm:t>
        <a:bodyPr/>
        <a:lstStyle/>
        <a:p>
          <a:endParaRPr lang="en-US"/>
        </a:p>
      </dgm:t>
    </dgm:pt>
    <dgm:pt modelId="{0CA6DB1D-90FE-438D-8AE6-D981E2C17223}" type="sibTrans" cxnId="{4E2E0B8B-AA26-4213-9A5F-CB9EA0EF6AF9}">
      <dgm:prSet/>
      <dgm:spPr/>
      <dgm:t>
        <a:bodyPr/>
        <a:lstStyle/>
        <a:p>
          <a:endParaRPr lang="en-US"/>
        </a:p>
      </dgm:t>
    </dgm:pt>
    <dgm:pt modelId="{62605959-87A2-4FB4-A3EC-884B41367598}">
      <dgm:prSet>
        <dgm:style>
          <a:lnRef idx="2">
            <a:schemeClr val="accent4"/>
          </a:lnRef>
          <a:fillRef idx="1">
            <a:schemeClr val="lt1"/>
          </a:fillRef>
          <a:effectRef idx="0">
            <a:schemeClr val="accent4"/>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grilling  :  grill</a:t>
          </a:r>
        </a:p>
      </dgm:t>
    </dgm:pt>
    <dgm:pt modelId="{C8C42865-C7B6-4C08-9289-C562F37312A3}" type="parTrans" cxnId="{B32ABC04-6666-421E-B4ED-7CD8851B02B2}">
      <dgm:prSet/>
      <dgm:spPr/>
      <dgm:t>
        <a:bodyPr/>
        <a:lstStyle/>
        <a:p>
          <a:endParaRPr lang="en-US"/>
        </a:p>
      </dgm:t>
    </dgm:pt>
    <dgm:pt modelId="{59C65846-2013-40A3-B86A-7E2794E5B823}" type="sibTrans" cxnId="{B32ABC04-6666-421E-B4ED-7CD8851B02B2}">
      <dgm:prSet/>
      <dgm:spPr/>
      <dgm:t>
        <a:bodyPr/>
        <a:lstStyle/>
        <a:p>
          <a:endParaRPr lang="en-US"/>
        </a:p>
      </dgm:t>
    </dgm:pt>
    <dgm:pt modelId="{98F1B151-2DA1-4369-B8D5-F579EF52185C}">
      <dgm:prSet>
        <dgm:style>
          <a:lnRef idx="2">
            <a:schemeClr val="accent4"/>
          </a:lnRef>
          <a:fillRef idx="1">
            <a:schemeClr val="lt1"/>
          </a:fillRef>
          <a:effectRef idx="0">
            <a:schemeClr val="accent4"/>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juice  :  juic</a:t>
          </a:r>
        </a:p>
      </dgm:t>
    </dgm:pt>
    <dgm:pt modelId="{4262B9AE-4FF6-4E18-9B9D-264990B70A28}" type="parTrans" cxnId="{F5C00EA8-6242-44C7-8925-7C7BDF577F1A}">
      <dgm:prSet/>
      <dgm:spPr/>
      <dgm:t>
        <a:bodyPr/>
        <a:lstStyle/>
        <a:p>
          <a:endParaRPr lang="en-US"/>
        </a:p>
      </dgm:t>
    </dgm:pt>
    <dgm:pt modelId="{DADFA361-ED6B-4FA0-BB2E-9482CD2591D7}" type="sibTrans" cxnId="{F5C00EA8-6242-44C7-8925-7C7BDF577F1A}">
      <dgm:prSet/>
      <dgm:spPr/>
      <dgm:t>
        <a:bodyPr/>
        <a:lstStyle/>
        <a:p>
          <a:endParaRPr lang="en-US"/>
        </a:p>
      </dgm:t>
    </dgm:pt>
    <dgm:pt modelId="{D92BB8E2-D6A7-45DD-BE47-14D6E73A279C}">
      <dgm:prSet>
        <dgm:style>
          <a:lnRef idx="2">
            <a:schemeClr val="accent4"/>
          </a:lnRef>
          <a:fillRef idx="1">
            <a:schemeClr val="lt1"/>
          </a:fillRef>
          <a:effectRef idx="0">
            <a:schemeClr val="accent4"/>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juicing  :  juic</a:t>
          </a:r>
        </a:p>
      </dgm:t>
    </dgm:pt>
    <dgm:pt modelId="{F2F3A3D3-128C-48AB-9D05-D74CC0C08185}" type="parTrans" cxnId="{EC889CB8-65E1-4F89-BC2F-7A100F5A7752}">
      <dgm:prSet/>
      <dgm:spPr/>
      <dgm:t>
        <a:bodyPr/>
        <a:lstStyle/>
        <a:p>
          <a:endParaRPr lang="en-US"/>
        </a:p>
      </dgm:t>
    </dgm:pt>
    <dgm:pt modelId="{F4519076-A22D-4129-B4EC-F912F0409113}" type="sibTrans" cxnId="{EC889CB8-65E1-4F89-BC2F-7A100F5A7752}">
      <dgm:prSet/>
      <dgm:spPr/>
      <dgm:t>
        <a:bodyPr/>
        <a:lstStyle/>
        <a:p>
          <a:endParaRPr lang="en-US"/>
        </a:p>
      </dgm:t>
    </dgm:pt>
    <dgm:pt modelId="{B6614B0A-DDE8-41AB-804C-44CE82C2D1DC}">
      <dgm:prSet>
        <dgm:style>
          <a:lnRef idx="2">
            <a:schemeClr val="accent4"/>
          </a:lnRef>
          <a:fillRef idx="1">
            <a:schemeClr val="lt1"/>
          </a:fillRef>
          <a:effectRef idx="0">
            <a:schemeClr val="accent4"/>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berry  :  berri</a:t>
          </a:r>
        </a:p>
      </dgm:t>
    </dgm:pt>
    <dgm:pt modelId="{3CAD7E6E-B07F-4E7A-A008-D7E779664AD4}" type="parTrans" cxnId="{BDFA8F07-3A76-458D-AFDD-26BD1EC731FC}">
      <dgm:prSet/>
      <dgm:spPr/>
      <dgm:t>
        <a:bodyPr/>
        <a:lstStyle/>
        <a:p>
          <a:endParaRPr lang="en-US"/>
        </a:p>
      </dgm:t>
    </dgm:pt>
    <dgm:pt modelId="{54D383CB-1395-4F8E-A974-76B6B2B515D6}" type="sibTrans" cxnId="{BDFA8F07-3A76-458D-AFDD-26BD1EC731FC}">
      <dgm:prSet/>
      <dgm:spPr/>
      <dgm:t>
        <a:bodyPr/>
        <a:lstStyle/>
        <a:p>
          <a:endParaRPr lang="en-US"/>
        </a:p>
      </dgm:t>
    </dgm:pt>
    <dgm:pt modelId="{2EC4A201-406D-4C98-A596-9F7F9D1149D7}">
      <dgm:prSet>
        <dgm:style>
          <a:lnRef idx="2">
            <a:schemeClr val="accent4"/>
          </a:lnRef>
          <a:fillRef idx="1">
            <a:schemeClr val="lt1"/>
          </a:fillRef>
          <a:effectRef idx="0">
            <a:schemeClr val="accent4"/>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beverage  :  beverag</a:t>
          </a:r>
        </a:p>
      </dgm:t>
    </dgm:pt>
    <dgm:pt modelId="{6D3947BC-47E6-4F45-8237-39265623D002}" type="parTrans" cxnId="{B78D85E9-BBF9-456E-B300-168082366772}">
      <dgm:prSet/>
      <dgm:spPr/>
      <dgm:t>
        <a:bodyPr/>
        <a:lstStyle/>
        <a:p>
          <a:endParaRPr lang="en-US"/>
        </a:p>
      </dgm:t>
    </dgm:pt>
    <dgm:pt modelId="{D5A32A67-99B0-4660-AA96-743874EA0227}" type="sibTrans" cxnId="{B78D85E9-BBF9-456E-B300-168082366772}">
      <dgm:prSet/>
      <dgm:spPr/>
      <dgm:t>
        <a:bodyPr/>
        <a:lstStyle/>
        <a:p>
          <a:endParaRPr lang="en-US"/>
        </a:p>
      </dgm:t>
    </dgm:pt>
    <dgm:pt modelId="{A0CA75CA-3166-4F0B-B712-7C46765C1995}">
      <dgm:prSet>
        <dgm:style>
          <a:lnRef idx="2">
            <a:schemeClr val="accent4"/>
          </a:lnRef>
          <a:fillRef idx="1">
            <a:schemeClr val="lt1"/>
          </a:fillRef>
          <a:effectRef idx="0">
            <a:schemeClr val="accent4"/>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blackberry  :  blackberri</a:t>
          </a:r>
        </a:p>
      </dgm:t>
    </dgm:pt>
    <dgm:pt modelId="{93681384-BA93-450B-801C-1B38CEBE2EBD}" type="parTrans" cxnId="{C901000F-0AF8-49DF-BE1C-D1EF43ABF4EF}">
      <dgm:prSet/>
      <dgm:spPr/>
      <dgm:t>
        <a:bodyPr/>
        <a:lstStyle/>
        <a:p>
          <a:endParaRPr lang="en-US"/>
        </a:p>
      </dgm:t>
    </dgm:pt>
    <dgm:pt modelId="{512558EF-4391-48FF-9843-204221E5A957}" type="sibTrans" cxnId="{C901000F-0AF8-49DF-BE1C-D1EF43ABF4EF}">
      <dgm:prSet/>
      <dgm:spPr/>
      <dgm:t>
        <a:bodyPr/>
        <a:lstStyle/>
        <a:p>
          <a:endParaRPr lang="en-US"/>
        </a:p>
      </dgm:t>
    </dgm:pt>
    <dgm:pt modelId="{71FD5E99-0617-494E-AF8E-F48CFCD1514E}">
      <dgm:prSet>
        <dgm:style>
          <a:lnRef idx="2">
            <a:schemeClr val="accent4"/>
          </a:lnRef>
          <a:fillRef idx="1">
            <a:schemeClr val="lt1"/>
          </a:fillRef>
          <a:effectRef idx="0">
            <a:schemeClr val="accent4"/>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aloe  :  alo</a:t>
          </a:r>
        </a:p>
      </dgm:t>
    </dgm:pt>
    <dgm:pt modelId="{C2BA1A10-7D1D-43F6-A73C-7844B1E0EA9F}" type="parTrans" cxnId="{AAD8703C-AC0A-4C14-B8EC-C38A950B161C}">
      <dgm:prSet/>
      <dgm:spPr/>
      <dgm:t>
        <a:bodyPr/>
        <a:lstStyle/>
        <a:p>
          <a:endParaRPr lang="en-US"/>
        </a:p>
      </dgm:t>
    </dgm:pt>
    <dgm:pt modelId="{5F0F76AF-7C64-4482-AE47-E7C563D81E7A}" type="sibTrans" cxnId="{AAD8703C-AC0A-4C14-B8EC-C38A950B161C}">
      <dgm:prSet/>
      <dgm:spPr/>
      <dgm:t>
        <a:bodyPr/>
        <a:lstStyle/>
        <a:p>
          <a:endParaRPr lang="en-US"/>
        </a:p>
      </dgm:t>
    </dgm:pt>
    <dgm:pt modelId="{B73DFD77-AD28-435F-93B1-498738829443}">
      <dgm:prSet>
        <dgm:style>
          <a:lnRef idx="2">
            <a:schemeClr val="accent4"/>
          </a:lnRef>
          <a:fillRef idx="1">
            <a:schemeClr val="lt1"/>
          </a:fillRef>
          <a:effectRef idx="0">
            <a:schemeClr val="accent4"/>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anise  :  anis</a:t>
          </a:r>
        </a:p>
      </dgm:t>
    </dgm:pt>
    <dgm:pt modelId="{6BB0F058-FE4F-4995-809C-F19E41D4B13C}" type="parTrans" cxnId="{45A4CBD2-227E-4B2D-9719-478B1A29AAA0}">
      <dgm:prSet/>
      <dgm:spPr/>
      <dgm:t>
        <a:bodyPr/>
        <a:lstStyle/>
        <a:p>
          <a:endParaRPr lang="en-US"/>
        </a:p>
      </dgm:t>
    </dgm:pt>
    <dgm:pt modelId="{3C215F70-5A88-40F8-9F8B-06F1D66CAE15}" type="sibTrans" cxnId="{45A4CBD2-227E-4B2D-9719-478B1A29AAA0}">
      <dgm:prSet/>
      <dgm:spPr/>
      <dgm:t>
        <a:bodyPr/>
        <a:lstStyle/>
        <a:p>
          <a:endParaRPr lang="en-US"/>
        </a:p>
      </dgm:t>
    </dgm:pt>
    <dgm:pt modelId="{20BC694C-6F40-48DD-A697-420E2D89355C}">
      <dgm:prSet>
        <dgm:style>
          <a:lnRef idx="2">
            <a:schemeClr val="accent4"/>
          </a:lnRef>
          <a:fillRef idx="1">
            <a:schemeClr val="lt1"/>
          </a:fillRef>
          <a:effectRef idx="0">
            <a:schemeClr val="accent4"/>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apple  :  appl</a:t>
          </a:r>
        </a:p>
      </dgm:t>
    </dgm:pt>
    <dgm:pt modelId="{7D5E8FA1-A489-4271-B5C2-EF82B00E172B}" type="parTrans" cxnId="{8D5DEC0B-918C-4F8F-A602-B3C9CA01002C}">
      <dgm:prSet/>
      <dgm:spPr/>
      <dgm:t>
        <a:bodyPr/>
        <a:lstStyle/>
        <a:p>
          <a:endParaRPr lang="en-US"/>
        </a:p>
      </dgm:t>
    </dgm:pt>
    <dgm:pt modelId="{699A0909-87AA-44EE-86D7-4FC0DD27421A}" type="sibTrans" cxnId="{8D5DEC0B-918C-4F8F-A602-B3C9CA01002C}">
      <dgm:prSet/>
      <dgm:spPr/>
      <dgm:t>
        <a:bodyPr/>
        <a:lstStyle/>
        <a:p>
          <a:endParaRPr lang="en-US"/>
        </a:p>
      </dgm:t>
    </dgm:pt>
    <dgm:pt modelId="{E2A1E830-643A-44F1-AC47-5538E7342F5B}">
      <dgm:prSet>
        <dgm:style>
          <a:lnRef idx="2">
            <a:schemeClr val="accent4"/>
          </a:lnRef>
          <a:fillRef idx="1">
            <a:schemeClr val="lt1"/>
          </a:fillRef>
          <a:effectRef idx="0">
            <a:schemeClr val="accent4"/>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cauliflower  :  cauliflow</a:t>
          </a:r>
        </a:p>
      </dgm:t>
    </dgm:pt>
    <dgm:pt modelId="{FFD5C0CD-280C-48C0-B460-068ADF60A0A9}" type="parTrans" cxnId="{B851F84C-BE29-462E-9C2E-526195FC5B62}">
      <dgm:prSet/>
      <dgm:spPr/>
      <dgm:t>
        <a:bodyPr/>
        <a:lstStyle/>
        <a:p>
          <a:endParaRPr lang="en-US"/>
        </a:p>
      </dgm:t>
    </dgm:pt>
    <dgm:pt modelId="{85E72BD0-B3AE-4F58-80A1-209D5B4A071C}" type="sibTrans" cxnId="{B851F84C-BE29-462E-9C2E-526195FC5B62}">
      <dgm:prSet/>
      <dgm:spPr/>
      <dgm:t>
        <a:bodyPr/>
        <a:lstStyle/>
        <a:p>
          <a:endParaRPr lang="en-US"/>
        </a:p>
      </dgm:t>
    </dgm:pt>
    <dgm:pt modelId="{A4604F7B-9463-4702-BD87-079503FC9A01}">
      <dgm:prSet>
        <dgm:style>
          <a:lnRef idx="2">
            <a:schemeClr val="accent4"/>
          </a:lnRef>
          <a:fillRef idx="1">
            <a:schemeClr val="lt1"/>
          </a:fillRef>
          <a:effectRef idx="0">
            <a:schemeClr val="accent4"/>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ccandy  :  ccandi</a:t>
          </a:r>
        </a:p>
      </dgm:t>
    </dgm:pt>
    <dgm:pt modelId="{45A23FCC-3628-4FA1-A265-21C1E9F9241B}" type="parTrans" cxnId="{A695E4CA-D35A-494D-B742-355DFF4E448E}">
      <dgm:prSet/>
      <dgm:spPr/>
      <dgm:t>
        <a:bodyPr/>
        <a:lstStyle/>
        <a:p>
          <a:endParaRPr lang="en-US"/>
        </a:p>
      </dgm:t>
    </dgm:pt>
    <dgm:pt modelId="{F069AD79-1005-4EA5-BB0B-7A44F540722D}" type="sibTrans" cxnId="{A695E4CA-D35A-494D-B742-355DFF4E448E}">
      <dgm:prSet/>
      <dgm:spPr/>
      <dgm:t>
        <a:bodyPr/>
        <a:lstStyle/>
        <a:p>
          <a:endParaRPr lang="en-US"/>
        </a:p>
      </dgm:t>
    </dgm:pt>
    <dgm:pt modelId="{EF1FAC6C-824E-46CD-8D36-A4464E835A0E}">
      <dgm:prSet>
        <dgm:style>
          <a:lnRef idx="2">
            <a:schemeClr val="accent4"/>
          </a:lnRef>
          <a:fillRef idx="1">
            <a:schemeClr val="lt1"/>
          </a:fillRef>
          <a:effectRef idx="0">
            <a:schemeClr val="accent4"/>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celery  :  celery</a:t>
          </a:r>
        </a:p>
      </dgm:t>
    </dgm:pt>
    <dgm:pt modelId="{5D09C2EA-CFC9-44AE-AB87-B9C50AF27AEA}" type="parTrans" cxnId="{1B841001-3535-467B-9688-138B5DF83157}">
      <dgm:prSet/>
      <dgm:spPr/>
      <dgm:t>
        <a:bodyPr/>
        <a:lstStyle/>
        <a:p>
          <a:endParaRPr lang="en-US"/>
        </a:p>
      </dgm:t>
    </dgm:pt>
    <dgm:pt modelId="{559DA485-DC7E-4D6E-B7C6-14E948087506}" type="sibTrans" cxnId="{1B841001-3535-467B-9688-138B5DF83157}">
      <dgm:prSet/>
      <dgm:spPr/>
      <dgm:t>
        <a:bodyPr/>
        <a:lstStyle/>
        <a:p>
          <a:endParaRPr lang="en-US"/>
        </a:p>
      </dgm:t>
    </dgm:pt>
    <dgm:pt modelId="{D89A5008-D3C6-45FF-B598-BCF84EC488A9}">
      <dgm:prSet>
        <dgm:style>
          <a:lnRef idx="2">
            <a:schemeClr val="accent4"/>
          </a:lnRef>
          <a:fillRef idx="1">
            <a:schemeClr val="lt1"/>
          </a:fillRef>
          <a:effectRef idx="0">
            <a:schemeClr val="accent4"/>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sunflower  :  sunflow</a:t>
          </a:r>
        </a:p>
      </dgm:t>
    </dgm:pt>
    <dgm:pt modelId="{9C2D1DF1-AC18-4362-B72F-DF3547DF1B89}" type="parTrans" cxnId="{E737F39A-127C-4DEB-ABBC-6A2573A78619}">
      <dgm:prSet/>
      <dgm:spPr/>
      <dgm:t>
        <a:bodyPr/>
        <a:lstStyle/>
        <a:p>
          <a:endParaRPr lang="en-US"/>
        </a:p>
      </dgm:t>
    </dgm:pt>
    <dgm:pt modelId="{D4BD0F80-5167-404B-99B6-1462E89390AC}" type="sibTrans" cxnId="{E737F39A-127C-4DEB-ABBC-6A2573A78619}">
      <dgm:prSet/>
      <dgm:spPr/>
      <dgm:t>
        <a:bodyPr/>
        <a:lstStyle/>
        <a:p>
          <a:endParaRPr lang="en-US"/>
        </a:p>
      </dgm:t>
    </dgm:pt>
    <dgm:pt modelId="{2CBF4266-58E9-45EE-B222-F6E61C618521}">
      <dgm:prSet>
        <dgm:style>
          <a:lnRef idx="2">
            <a:schemeClr val="accent4"/>
          </a:lnRef>
          <a:fillRef idx="1">
            <a:schemeClr val="lt1"/>
          </a:fillRef>
          <a:effectRef idx="0">
            <a:schemeClr val="accent4"/>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err="1"/>
            <a:t>sunflwr</a:t>
          </a:r>
          <a:r>
            <a:rPr lang="en-US" dirty="0"/>
            <a:t> : </a:t>
          </a:r>
          <a:r>
            <a:rPr lang="en-US" dirty="0" err="1"/>
            <a:t>sunflwr</a:t>
          </a:r>
          <a:endParaRPr lang="en-US" dirty="0"/>
        </a:p>
      </dgm:t>
    </dgm:pt>
    <dgm:pt modelId="{D9CCE878-1762-4EA1-95AF-E6E686354CA0}" type="parTrans" cxnId="{525586C7-69AF-420D-A088-9430F7B8C02C}">
      <dgm:prSet/>
      <dgm:spPr/>
      <dgm:t>
        <a:bodyPr/>
        <a:lstStyle/>
        <a:p>
          <a:endParaRPr lang="en-US"/>
        </a:p>
      </dgm:t>
    </dgm:pt>
    <dgm:pt modelId="{32AA6AA9-A405-49EC-8DCE-77BEA62810AB}" type="sibTrans" cxnId="{525586C7-69AF-420D-A088-9430F7B8C02C}">
      <dgm:prSet/>
      <dgm:spPr/>
      <dgm:t>
        <a:bodyPr/>
        <a:lstStyle/>
        <a:p>
          <a:endParaRPr lang="en-US"/>
        </a:p>
      </dgm:t>
    </dgm:pt>
    <dgm:pt modelId="{E6D3921B-862F-40D0-8541-9BFD1118EDB4}">
      <dgm:prSet>
        <dgm:style>
          <a:lnRef idx="2">
            <a:schemeClr val="accent1"/>
          </a:lnRef>
          <a:fillRef idx="1">
            <a:schemeClr val="lt1"/>
          </a:fillRef>
          <a:effectRef idx="0">
            <a:schemeClr val="accent1"/>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caramel-cartel</a:t>
          </a:r>
        </a:p>
      </dgm:t>
    </dgm:pt>
    <dgm:pt modelId="{AC8151FE-A0B6-4507-A120-74136534E369}" type="parTrans" cxnId="{FBBABE5F-4127-4A0C-B4AE-47C99DB31C05}">
      <dgm:prSet/>
      <dgm:spPr/>
      <dgm:t>
        <a:bodyPr/>
        <a:lstStyle/>
        <a:p>
          <a:endParaRPr lang="en-US"/>
        </a:p>
      </dgm:t>
    </dgm:pt>
    <dgm:pt modelId="{33C63F7F-9DFD-48C4-9B9C-A93212B9722A}" type="sibTrans" cxnId="{FBBABE5F-4127-4A0C-B4AE-47C99DB31C05}">
      <dgm:prSet/>
      <dgm:spPr/>
      <dgm:t>
        <a:bodyPr/>
        <a:lstStyle/>
        <a:p>
          <a:endParaRPr lang="en-US"/>
        </a:p>
      </dgm:t>
    </dgm:pt>
    <dgm:pt modelId="{80E77CF1-0EA8-4F6D-BFE4-BB3574EEC5AB}">
      <dgm:prSet>
        <dgm:style>
          <a:lnRef idx="2">
            <a:schemeClr val="accent1"/>
          </a:lnRef>
          <a:fillRef idx="1">
            <a:schemeClr val="lt1"/>
          </a:fillRef>
          <a:effectRef idx="0">
            <a:schemeClr val="accent1"/>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err="1"/>
            <a:t>cartn</a:t>
          </a:r>
          <a:r>
            <a:rPr lang="en-US" dirty="0"/>
            <a:t>-cart</a:t>
          </a:r>
        </a:p>
      </dgm:t>
    </dgm:pt>
    <dgm:pt modelId="{0AD4EE01-9C3A-4CE2-B5FA-2A325ED42FDB}" type="parTrans" cxnId="{C9171A8C-473C-4AAB-AC7B-05B653DE7137}">
      <dgm:prSet/>
      <dgm:spPr/>
      <dgm:t>
        <a:bodyPr/>
        <a:lstStyle/>
        <a:p>
          <a:endParaRPr lang="en-US"/>
        </a:p>
      </dgm:t>
    </dgm:pt>
    <dgm:pt modelId="{E1744166-B258-4483-B4F4-E563710549BC}" type="sibTrans" cxnId="{C9171A8C-473C-4AAB-AC7B-05B653DE7137}">
      <dgm:prSet/>
      <dgm:spPr/>
      <dgm:t>
        <a:bodyPr/>
        <a:lstStyle/>
        <a:p>
          <a:endParaRPr lang="en-US"/>
        </a:p>
      </dgm:t>
    </dgm:pt>
    <dgm:pt modelId="{C79094C2-4263-4A3A-9DC5-21DBBED4FC25}">
      <dgm:prSet>
        <dgm:style>
          <a:lnRef idx="2">
            <a:schemeClr val="accent1"/>
          </a:lnRef>
          <a:fillRef idx="1">
            <a:schemeClr val="lt1"/>
          </a:fillRef>
          <a:effectRef idx="0">
            <a:schemeClr val="accent1"/>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carton-carbon</a:t>
          </a:r>
        </a:p>
      </dgm:t>
    </dgm:pt>
    <dgm:pt modelId="{25725D99-D39C-4709-AEC5-7D3A804D6E01}" type="parTrans" cxnId="{0ECEA646-539A-4164-97C9-7760F1924985}">
      <dgm:prSet/>
      <dgm:spPr/>
      <dgm:t>
        <a:bodyPr/>
        <a:lstStyle/>
        <a:p>
          <a:endParaRPr lang="en-US"/>
        </a:p>
      </dgm:t>
    </dgm:pt>
    <dgm:pt modelId="{6B7B02C4-C4F7-429A-AA73-12E3EF4CE554}" type="sibTrans" cxnId="{0ECEA646-539A-4164-97C9-7760F1924985}">
      <dgm:prSet/>
      <dgm:spPr/>
      <dgm:t>
        <a:bodyPr/>
        <a:lstStyle/>
        <a:p>
          <a:endParaRPr lang="en-US"/>
        </a:p>
      </dgm:t>
    </dgm:pt>
    <dgm:pt modelId="{1509A9A7-53E9-446B-AA0A-D0A0B9674CFF}">
      <dgm:prSet>
        <dgm:style>
          <a:lnRef idx="2">
            <a:schemeClr val="accent1"/>
          </a:lnRef>
          <a:fillRef idx="1">
            <a:schemeClr val="lt1"/>
          </a:fillRef>
          <a:effectRef idx="0">
            <a:schemeClr val="accent1"/>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cashew-case</a:t>
          </a:r>
        </a:p>
      </dgm:t>
    </dgm:pt>
    <dgm:pt modelId="{8BF7CE60-FEB7-460E-9ECA-9339B4DB7B33}" type="parTrans" cxnId="{7903E290-3F3F-449E-94FA-91ACB1835825}">
      <dgm:prSet/>
      <dgm:spPr/>
      <dgm:t>
        <a:bodyPr/>
        <a:lstStyle/>
        <a:p>
          <a:endParaRPr lang="en-US"/>
        </a:p>
      </dgm:t>
    </dgm:pt>
    <dgm:pt modelId="{F20B3D91-38CB-42C6-8AF1-2847E113FB6D}" type="sibTrans" cxnId="{7903E290-3F3F-449E-94FA-91ACB1835825}">
      <dgm:prSet/>
      <dgm:spPr/>
      <dgm:t>
        <a:bodyPr/>
        <a:lstStyle/>
        <a:p>
          <a:endParaRPr lang="en-US"/>
        </a:p>
      </dgm:t>
    </dgm:pt>
    <dgm:pt modelId="{8C84A898-5482-44D6-8712-C01B865AE816}">
      <dgm:prSet>
        <dgm:style>
          <a:lnRef idx="2">
            <a:schemeClr val="accent1"/>
          </a:lnRef>
          <a:fillRef idx="1">
            <a:schemeClr val="lt1"/>
          </a:fillRef>
          <a:effectRef idx="0">
            <a:schemeClr val="accent1"/>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ccandy-candy</a:t>
          </a:r>
        </a:p>
      </dgm:t>
    </dgm:pt>
    <dgm:pt modelId="{2DD4F767-E12D-44BF-AE7E-2914AF891EAA}" type="parTrans" cxnId="{68A671A4-4576-4BA0-8E99-A93148B4100D}">
      <dgm:prSet/>
      <dgm:spPr/>
      <dgm:t>
        <a:bodyPr/>
        <a:lstStyle/>
        <a:p>
          <a:endParaRPr lang="en-US"/>
        </a:p>
      </dgm:t>
    </dgm:pt>
    <dgm:pt modelId="{122587E3-86EB-4120-AC3E-9FBEE23D82C5}" type="sibTrans" cxnId="{68A671A4-4576-4BA0-8E99-A93148B4100D}">
      <dgm:prSet/>
      <dgm:spPr/>
      <dgm:t>
        <a:bodyPr/>
        <a:lstStyle/>
        <a:p>
          <a:endParaRPr lang="en-US"/>
        </a:p>
      </dgm:t>
    </dgm:pt>
    <dgm:pt modelId="{B4E0FBA8-7EF4-4AF4-AEEC-FEBDBC84D819}">
      <dgm:prSet>
        <dgm:style>
          <a:lnRef idx="2">
            <a:schemeClr val="accent1"/>
          </a:lnRef>
          <a:fillRef idx="1">
            <a:schemeClr val="lt1"/>
          </a:fillRef>
          <a:effectRef idx="0">
            <a:schemeClr val="accent1"/>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sleeved-sleeves</a:t>
          </a:r>
        </a:p>
      </dgm:t>
    </dgm:pt>
    <dgm:pt modelId="{DCAA4C3E-CFD8-4C9E-BF01-9C496DCFF180}" type="parTrans" cxnId="{1A4F6AE5-B573-4D49-B739-0227584B7CC4}">
      <dgm:prSet/>
      <dgm:spPr/>
      <dgm:t>
        <a:bodyPr/>
        <a:lstStyle/>
        <a:p>
          <a:endParaRPr lang="en-US"/>
        </a:p>
      </dgm:t>
    </dgm:pt>
    <dgm:pt modelId="{B2EE8B86-98C9-4FAC-9E77-1629AEB34969}" type="sibTrans" cxnId="{1A4F6AE5-B573-4D49-B739-0227584B7CC4}">
      <dgm:prSet/>
      <dgm:spPr/>
      <dgm:t>
        <a:bodyPr/>
        <a:lstStyle/>
        <a:p>
          <a:endParaRPr lang="en-US"/>
        </a:p>
      </dgm:t>
    </dgm:pt>
    <dgm:pt modelId="{65C29FC5-3D2A-4FDF-9B79-01992222C563}">
      <dgm:prSet>
        <dgm:style>
          <a:lnRef idx="2">
            <a:schemeClr val="accent1"/>
          </a:lnRef>
          <a:fillRef idx="1">
            <a:schemeClr val="lt1"/>
          </a:fillRef>
          <a:effectRef idx="0">
            <a:schemeClr val="accent1"/>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err="1"/>
            <a:t>snacker</a:t>
          </a:r>
          <a:r>
            <a:rPr lang="en-US" dirty="0"/>
            <a:t>-snake</a:t>
          </a:r>
        </a:p>
      </dgm:t>
    </dgm:pt>
    <dgm:pt modelId="{8CB5078E-B59C-459D-B8EA-6601632E9F14}" type="parTrans" cxnId="{888E2B9C-3D2A-45D0-8A1A-81CDC9E8B6CE}">
      <dgm:prSet/>
      <dgm:spPr/>
      <dgm:t>
        <a:bodyPr/>
        <a:lstStyle/>
        <a:p>
          <a:endParaRPr lang="en-US"/>
        </a:p>
      </dgm:t>
    </dgm:pt>
    <dgm:pt modelId="{0F0ADCF4-1116-47CA-8511-54944D3722F2}" type="sibTrans" cxnId="{888E2B9C-3D2A-45D0-8A1A-81CDC9E8B6CE}">
      <dgm:prSet/>
      <dgm:spPr/>
      <dgm:t>
        <a:bodyPr/>
        <a:lstStyle/>
        <a:p>
          <a:endParaRPr lang="en-US"/>
        </a:p>
      </dgm:t>
    </dgm:pt>
    <dgm:pt modelId="{2A4CE492-D9D5-4F3C-989A-6EE823D05B3F}">
      <dgm:prSet>
        <dgm:style>
          <a:lnRef idx="2">
            <a:schemeClr val="accent1"/>
          </a:lnRef>
          <a:fillRef idx="1">
            <a:schemeClr val="lt1"/>
          </a:fillRef>
          <a:effectRef idx="0">
            <a:schemeClr val="accent1"/>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snacking-stacking</a:t>
          </a:r>
        </a:p>
      </dgm:t>
    </dgm:pt>
    <dgm:pt modelId="{99F4FC12-8750-452C-96C2-C4B969A95870}" type="parTrans" cxnId="{E83B9D38-6E19-481E-8C36-33C234367340}">
      <dgm:prSet/>
      <dgm:spPr/>
      <dgm:t>
        <a:bodyPr/>
        <a:lstStyle/>
        <a:p>
          <a:endParaRPr lang="en-US"/>
        </a:p>
      </dgm:t>
    </dgm:pt>
    <dgm:pt modelId="{9E53B57B-6773-405D-A683-7CEE17E44A58}" type="sibTrans" cxnId="{E83B9D38-6E19-481E-8C36-33C234367340}">
      <dgm:prSet/>
      <dgm:spPr/>
      <dgm:t>
        <a:bodyPr/>
        <a:lstStyle/>
        <a:p>
          <a:endParaRPr lang="en-US"/>
        </a:p>
      </dgm:t>
    </dgm:pt>
    <dgm:pt modelId="{8BD6DB91-3B6E-4F97-B5DF-8FE29494A5CD}">
      <dgm:prSet>
        <dgm:style>
          <a:lnRef idx="2">
            <a:schemeClr val="accent1"/>
          </a:lnRef>
          <a:fillRef idx="1">
            <a:schemeClr val="lt1"/>
          </a:fillRef>
          <a:effectRef idx="0">
            <a:schemeClr val="accent1"/>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spiced-spaced</a:t>
          </a:r>
        </a:p>
      </dgm:t>
    </dgm:pt>
    <dgm:pt modelId="{D693998D-B4C6-4103-8A7E-FBA2ABA4B7A0}" type="parTrans" cxnId="{F8C2E9A1-12DC-4394-9973-F245D2948552}">
      <dgm:prSet/>
      <dgm:spPr/>
      <dgm:t>
        <a:bodyPr/>
        <a:lstStyle/>
        <a:p>
          <a:endParaRPr lang="en-US"/>
        </a:p>
      </dgm:t>
    </dgm:pt>
    <dgm:pt modelId="{040B4E93-553D-4ADE-83EA-26DD3486D72F}" type="sibTrans" cxnId="{F8C2E9A1-12DC-4394-9973-F245D2948552}">
      <dgm:prSet/>
      <dgm:spPr/>
      <dgm:t>
        <a:bodyPr/>
        <a:lstStyle/>
        <a:p>
          <a:endParaRPr lang="en-US"/>
        </a:p>
      </dgm:t>
    </dgm:pt>
    <dgm:pt modelId="{81C2660F-D4EB-444C-8F38-E896AE31408D}">
      <dgm:prSet>
        <dgm:style>
          <a:lnRef idx="2">
            <a:schemeClr val="accent1"/>
          </a:lnRef>
          <a:fillRef idx="1">
            <a:schemeClr val="lt1"/>
          </a:fillRef>
          <a:effectRef idx="0">
            <a:schemeClr val="accent1"/>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spkl-spl</a:t>
          </a:r>
        </a:p>
      </dgm:t>
    </dgm:pt>
    <dgm:pt modelId="{0783407A-1D1E-4725-9ED8-CB631951018D}" type="parTrans" cxnId="{02310FA3-4616-44D2-8F7D-A096001ADA07}">
      <dgm:prSet/>
      <dgm:spPr/>
      <dgm:t>
        <a:bodyPr/>
        <a:lstStyle/>
        <a:p>
          <a:endParaRPr lang="en-US"/>
        </a:p>
      </dgm:t>
    </dgm:pt>
    <dgm:pt modelId="{81D6E549-71CF-427A-9C1B-B5DBECE9DDAD}" type="sibTrans" cxnId="{02310FA3-4616-44D2-8F7D-A096001ADA07}">
      <dgm:prSet/>
      <dgm:spPr/>
      <dgm:t>
        <a:bodyPr/>
        <a:lstStyle/>
        <a:p>
          <a:endParaRPr lang="en-US"/>
        </a:p>
      </dgm:t>
    </dgm:pt>
    <dgm:pt modelId="{7F1985F8-B7C5-4AA2-AD81-2BBE340B7062}">
      <dgm:prSet>
        <dgm:style>
          <a:lnRef idx="2">
            <a:schemeClr val="accent1"/>
          </a:lnRef>
          <a:fillRef idx="1">
            <a:schemeClr val="lt1"/>
          </a:fillRef>
          <a:effectRef idx="0">
            <a:schemeClr val="accent1"/>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spmix-pmid</a:t>
          </a:r>
        </a:p>
      </dgm:t>
    </dgm:pt>
    <dgm:pt modelId="{E15FC849-C270-4639-B42A-9212B07B0D1F}" type="parTrans" cxnId="{F84F9BD9-232E-429C-9FCD-FEF06042D641}">
      <dgm:prSet/>
      <dgm:spPr/>
      <dgm:t>
        <a:bodyPr/>
        <a:lstStyle/>
        <a:p>
          <a:endParaRPr lang="en-US"/>
        </a:p>
      </dgm:t>
    </dgm:pt>
    <dgm:pt modelId="{EC0F17DF-1AF0-4C63-92D2-1A76E8B96441}" type="sibTrans" cxnId="{F84F9BD9-232E-429C-9FCD-FEF06042D641}">
      <dgm:prSet/>
      <dgm:spPr/>
      <dgm:t>
        <a:bodyPr/>
        <a:lstStyle/>
        <a:p>
          <a:endParaRPr lang="en-US"/>
        </a:p>
      </dgm:t>
    </dgm:pt>
    <dgm:pt modelId="{0130D3C4-DE96-4A08-AF0C-FA8B80874C84}">
      <dgm:prSet>
        <dgm:style>
          <a:lnRef idx="2">
            <a:schemeClr val="accent1"/>
          </a:lnRef>
          <a:fillRef idx="1">
            <a:schemeClr val="lt1"/>
          </a:fillRef>
          <a:effectRef idx="0">
            <a:schemeClr val="accent1"/>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sprinkle-sprinkled</a:t>
          </a:r>
        </a:p>
      </dgm:t>
    </dgm:pt>
    <dgm:pt modelId="{99A1F1AC-CFC6-40E9-8940-09D16E06FE1D}" type="parTrans" cxnId="{90A5CC51-AE8D-4700-B795-EFCF40262D8C}">
      <dgm:prSet/>
      <dgm:spPr/>
      <dgm:t>
        <a:bodyPr/>
        <a:lstStyle/>
        <a:p>
          <a:endParaRPr lang="en-US"/>
        </a:p>
      </dgm:t>
    </dgm:pt>
    <dgm:pt modelId="{86D1A42E-F467-40AD-9FEC-955509C517A2}" type="sibTrans" cxnId="{90A5CC51-AE8D-4700-B795-EFCF40262D8C}">
      <dgm:prSet/>
      <dgm:spPr/>
      <dgm:t>
        <a:bodyPr/>
        <a:lstStyle/>
        <a:p>
          <a:endParaRPr lang="en-US"/>
        </a:p>
      </dgm:t>
    </dgm:pt>
    <dgm:pt modelId="{00133A0F-8C94-4877-A9E4-81293F3FFBE9}">
      <dgm:prSet>
        <dgm:style>
          <a:lnRef idx="2">
            <a:schemeClr val="accent1"/>
          </a:lnRef>
          <a:fillRef idx="1">
            <a:schemeClr val="lt1"/>
          </a:fillRef>
          <a:effectRef idx="0">
            <a:schemeClr val="accent1"/>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veggie-reggae</a:t>
          </a:r>
        </a:p>
      </dgm:t>
    </dgm:pt>
    <dgm:pt modelId="{D9D211AA-8113-4F81-95E4-AC4CC56DE8EC}" type="parTrans" cxnId="{B83DDB73-FBDC-4FDE-A43F-9631086B7C6E}">
      <dgm:prSet/>
      <dgm:spPr/>
      <dgm:t>
        <a:bodyPr/>
        <a:lstStyle/>
        <a:p>
          <a:endParaRPr lang="en-US"/>
        </a:p>
      </dgm:t>
    </dgm:pt>
    <dgm:pt modelId="{A77064A7-B631-46E1-AD6B-A53E34930289}" type="sibTrans" cxnId="{B83DDB73-FBDC-4FDE-A43F-9631086B7C6E}">
      <dgm:prSet/>
      <dgm:spPr/>
      <dgm:t>
        <a:bodyPr/>
        <a:lstStyle/>
        <a:p>
          <a:endParaRPr lang="en-US"/>
        </a:p>
      </dgm:t>
    </dgm:pt>
    <dgm:pt modelId="{CA1BCE73-0C83-4226-9942-F57DF76C8BC8}">
      <dgm:prSet>
        <dgm:style>
          <a:lnRef idx="2">
            <a:schemeClr val="accent1"/>
          </a:lnRef>
          <a:fillRef idx="1">
            <a:schemeClr val="lt1"/>
          </a:fillRef>
          <a:effectRef idx="0">
            <a:schemeClr val="accent1"/>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grilling-drilling</a:t>
          </a:r>
        </a:p>
      </dgm:t>
    </dgm:pt>
    <dgm:pt modelId="{EECA50BB-9EA8-42FA-A810-6A84DCAB8C44}" type="parTrans" cxnId="{337CA3E9-F4D6-4B6B-AADD-913D3A7E05CE}">
      <dgm:prSet/>
      <dgm:spPr/>
      <dgm:t>
        <a:bodyPr/>
        <a:lstStyle/>
        <a:p>
          <a:endParaRPr lang="en-US"/>
        </a:p>
      </dgm:t>
    </dgm:pt>
    <dgm:pt modelId="{55878C7A-AC12-49CB-BABF-A54DE7502FB9}" type="sibTrans" cxnId="{337CA3E9-F4D6-4B6B-AADD-913D3A7E05CE}">
      <dgm:prSet/>
      <dgm:spPr/>
      <dgm:t>
        <a:bodyPr/>
        <a:lstStyle/>
        <a:p>
          <a:endParaRPr lang="en-US"/>
        </a:p>
      </dgm:t>
    </dgm:pt>
    <dgm:pt modelId="{2B2539BC-30CD-4A77-8142-F76C67B1C16E}">
      <dgm:prSet>
        <dgm:style>
          <a:lnRef idx="2">
            <a:schemeClr val="accent6"/>
          </a:lnRef>
          <a:fillRef idx="1">
            <a:schemeClr val="lt1"/>
          </a:fillRef>
          <a:effectRef idx="0">
            <a:schemeClr val="accent6"/>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chickn-chicken</a:t>
          </a:r>
        </a:p>
      </dgm:t>
    </dgm:pt>
    <dgm:pt modelId="{85490628-0E4E-4A15-8FA8-DA2D79AD860C}" type="parTrans" cxnId="{7AFD1048-84A8-4BBB-8053-C1784B4AC3F3}">
      <dgm:prSet/>
      <dgm:spPr/>
      <dgm:t>
        <a:bodyPr/>
        <a:lstStyle/>
        <a:p>
          <a:endParaRPr lang="en-US"/>
        </a:p>
      </dgm:t>
    </dgm:pt>
    <dgm:pt modelId="{AC5FB0A0-EC3D-47B7-A643-F3300FFAE487}" type="sibTrans" cxnId="{7AFD1048-84A8-4BBB-8053-C1784B4AC3F3}">
      <dgm:prSet/>
      <dgm:spPr/>
      <dgm:t>
        <a:bodyPr/>
        <a:lstStyle/>
        <a:p>
          <a:endParaRPr lang="en-US"/>
        </a:p>
      </dgm:t>
    </dgm:pt>
    <dgm:pt modelId="{2BF90855-4DA4-41F8-91E6-4507A9A3DCDE}">
      <dgm:prSet>
        <dgm:style>
          <a:lnRef idx="2">
            <a:schemeClr val="accent6"/>
          </a:lnRef>
          <a:fillRef idx="1">
            <a:schemeClr val="lt1"/>
          </a:fillRef>
          <a:effectRef idx="0">
            <a:schemeClr val="accent6"/>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chilean-clean</a:t>
          </a:r>
        </a:p>
      </dgm:t>
    </dgm:pt>
    <dgm:pt modelId="{DD5758D7-1082-4845-A2E0-9530CFE2F6D3}" type="parTrans" cxnId="{2250F864-B03F-4ED3-B242-EEA808FB585E}">
      <dgm:prSet/>
      <dgm:spPr/>
      <dgm:t>
        <a:bodyPr/>
        <a:lstStyle/>
        <a:p>
          <a:endParaRPr lang="en-US"/>
        </a:p>
      </dgm:t>
    </dgm:pt>
    <dgm:pt modelId="{60B5FAE5-3B0C-4927-9287-237ECA4AF16B}" type="sibTrans" cxnId="{2250F864-B03F-4ED3-B242-EEA808FB585E}">
      <dgm:prSet/>
      <dgm:spPr/>
      <dgm:t>
        <a:bodyPr/>
        <a:lstStyle/>
        <a:p>
          <a:endParaRPr lang="en-US"/>
        </a:p>
      </dgm:t>
    </dgm:pt>
    <dgm:pt modelId="{89507C43-7479-4EEE-849D-05078B8424E1}">
      <dgm:prSet>
        <dgm:style>
          <a:lnRef idx="2">
            <a:schemeClr val="accent6"/>
          </a:lnRef>
          <a:fillRef idx="1">
            <a:schemeClr val="lt1"/>
          </a:fillRef>
          <a:effectRef idx="0">
            <a:schemeClr val="accent6"/>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chili-child</a:t>
          </a:r>
        </a:p>
      </dgm:t>
    </dgm:pt>
    <dgm:pt modelId="{C0A1EDA4-07CE-4D7F-B30E-C4FCBB5BB01B}" type="parTrans" cxnId="{22E0AF7E-A03B-4485-A69A-980F030DF479}">
      <dgm:prSet/>
      <dgm:spPr/>
      <dgm:t>
        <a:bodyPr/>
        <a:lstStyle/>
        <a:p>
          <a:endParaRPr lang="en-US"/>
        </a:p>
      </dgm:t>
    </dgm:pt>
    <dgm:pt modelId="{7C9C6692-B7D0-40B9-AB6C-B2124F4EB053}" type="sibTrans" cxnId="{22E0AF7E-A03B-4485-A69A-980F030DF479}">
      <dgm:prSet/>
      <dgm:spPr/>
      <dgm:t>
        <a:bodyPr/>
        <a:lstStyle/>
        <a:p>
          <a:endParaRPr lang="en-US"/>
        </a:p>
      </dgm:t>
    </dgm:pt>
    <dgm:pt modelId="{CFC8D099-8A63-4671-B02E-20EA28AD690B}">
      <dgm:prSet>
        <dgm:style>
          <a:lnRef idx="2">
            <a:schemeClr val="accent6"/>
          </a:lnRef>
          <a:fillRef idx="1">
            <a:schemeClr val="lt1"/>
          </a:fillRef>
          <a:effectRef idx="0">
            <a:schemeClr val="accent6"/>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coconut-coronet</a:t>
          </a:r>
        </a:p>
      </dgm:t>
    </dgm:pt>
    <dgm:pt modelId="{887A7FD5-ECEB-4318-8A06-0F29F119106D}" type="parTrans" cxnId="{EF744868-B56A-484D-A9C4-20AA1EB15408}">
      <dgm:prSet/>
      <dgm:spPr/>
      <dgm:t>
        <a:bodyPr/>
        <a:lstStyle/>
        <a:p>
          <a:endParaRPr lang="en-US"/>
        </a:p>
      </dgm:t>
    </dgm:pt>
    <dgm:pt modelId="{00C74C68-B6E1-4B3B-B11B-BA1CBAB77C12}" type="sibTrans" cxnId="{EF744868-B56A-484D-A9C4-20AA1EB15408}">
      <dgm:prSet/>
      <dgm:spPr/>
      <dgm:t>
        <a:bodyPr/>
        <a:lstStyle/>
        <a:p>
          <a:endParaRPr lang="en-US"/>
        </a:p>
      </dgm:t>
    </dgm:pt>
    <dgm:pt modelId="{F035D1A7-0ECC-4FEB-ADFB-BB7F6455F77A}">
      <dgm:prSet>
        <dgm:style>
          <a:lnRef idx="2">
            <a:schemeClr val="accent6"/>
          </a:lnRef>
          <a:fillRef idx="1">
            <a:schemeClr val="lt1"/>
          </a:fillRef>
          <a:effectRef idx="0">
            <a:schemeClr val="accent6"/>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pumpkin-pushkin</a:t>
          </a:r>
        </a:p>
      </dgm:t>
    </dgm:pt>
    <dgm:pt modelId="{E0533707-FEFA-42AE-B7F2-EA61EBBA5F06}" type="parTrans" cxnId="{4FFE5B3F-E75F-4E04-8729-D725659A2159}">
      <dgm:prSet/>
      <dgm:spPr/>
      <dgm:t>
        <a:bodyPr/>
        <a:lstStyle/>
        <a:p>
          <a:endParaRPr lang="en-US"/>
        </a:p>
      </dgm:t>
    </dgm:pt>
    <dgm:pt modelId="{937C00A8-494D-4EDA-9212-7B74C0A3FA7D}" type="sibTrans" cxnId="{4FFE5B3F-E75F-4E04-8729-D725659A2159}">
      <dgm:prSet/>
      <dgm:spPr/>
      <dgm:t>
        <a:bodyPr/>
        <a:lstStyle/>
        <a:p>
          <a:endParaRPr lang="en-US"/>
        </a:p>
      </dgm:t>
    </dgm:pt>
    <dgm:pt modelId="{CC9E0796-B8AC-481D-A62B-1A03900B0115}">
      <dgm:prSet>
        <dgm:style>
          <a:lnRef idx="2">
            <a:schemeClr val="accent6"/>
          </a:lnRef>
          <a:fillRef idx="1">
            <a:schemeClr val="lt1"/>
          </a:fillRef>
          <a:effectRef idx="0">
            <a:schemeClr val="accent6"/>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quince-quincy</a:t>
          </a:r>
        </a:p>
      </dgm:t>
    </dgm:pt>
    <dgm:pt modelId="{1C106123-5E33-4A67-9368-EA5E113F0ACC}" type="parTrans" cxnId="{6456D042-18FD-4328-9A2E-E583ADFEE7CA}">
      <dgm:prSet/>
      <dgm:spPr/>
      <dgm:t>
        <a:bodyPr/>
        <a:lstStyle/>
        <a:p>
          <a:endParaRPr lang="en-US"/>
        </a:p>
      </dgm:t>
    </dgm:pt>
    <dgm:pt modelId="{AA43962B-906D-42F3-B034-E137BAC4E494}" type="sibTrans" cxnId="{6456D042-18FD-4328-9A2E-E583ADFEE7CA}">
      <dgm:prSet/>
      <dgm:spPr/>
      <dgm:t>
        <a:bodyPr/>
        <a:lstStyle/>
        <a:p>
          <a:endParaRPr lang="en-US"/>
        </a:p>
      </dgm:t>
    </dgm:pt>
    <dgm:pt modelId="{CF12E05C-3AB7-49A3-B7E5-808B0F223341}">
      <dgm:prSet>
        <dgm:style>
          <a:lnRef idx="2">
            <a:schemeClr val="accent6"/>
          </a:lnRef>
          <a:fillRef idx="1">
            <a:schemeClr val="lt1"/>
          </a:fillRef>
          <a:effectRef idx="0">
            <a:schemeClr val="accent6"/>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radish-ravish</a:t>
          </a:r>
        </a:p>
      </dgm:t>
    </dgm:pt>
    <dgm:pt modelId="{92FEE0B8-0294-4F5B-B3AE-8EF7BE5A7B76}" type="parTrans" cxnId="{A9650E09-2648-4217-96B0-234221A29746}">
      <dgm:prSet/>
      <dgm:spPr/>
      <dgm:t>
        <a:bodyPr/>
        <a:lstStyle/>
        <a:p>
          <a:endParaRPr lang="en-US"/>
        </a:p>
      </dgm:t>
    </dgm:pt>
    <dgm:pt modelId="{344E79C5-74AA-4562-910C-5724464833E9}" type="sibTrans" cxnId="{A9650E09-2648-4217-96B0-234221A29746}">
      <dgm:prSet/>
      <dgm:spPr/>
      <dgm:t>
        <a:bodyPr/>
        <a:lstStyle/>
        <a:p>
          <a:endParaRPr lang="en-US"/>
        </a:p>
      </dgm:t>
    </dgm:pt>
    <dgm:pt modelId="{B31EB003-2F44-47C9-A7B7-650620F5E51E}">
      <dgm:prSet>
        <dgm:style>
          <a:lnRef idx="2">
            <a:schemeClr val="accent6"/>
          </a:lnRef>
          <a:fillRef idx="1">
            <a:schemeClr val="lt1"/>
          </a:fillRef>
          <a:effectRef idx="0">
            <a:schemeClr val="accent6"/>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raisin-raising</a:t>
          </a:r>
        </a:p>
      </dgm:t>
    </dgm:pt>
    <dgm:pt modelId="{FC658536-32C6-450F-80E9-0C576614001E}" type="parTrans" cxnId="{4ADCBAE3-9ABE-4CB8-A858-ABC8B267FA54}">
      <dgm:prSet/>
      <dgm:spPr/>
      <dgm:t>
        <a:bodyPr/>
        <a:lstStyle/>
        <a:p>
          <a:endParaRPr lang="en-US"/>
        </a:p>
      </dgm:t>
    </dgm:pt>
    <dgm:pt modelId="{10545EA3-9505-4FA0-977B-28B770D898A9}" type="sibTrans" cxnId="{4ADCBAE3-9ABE-4CB8-A858-ABC8B267FA54}">
      <dgm:prSet/>
      <dgm:spPr/>
      <dgm:t>
        <a:bodyPr/>
        <a:lstStyle/>
        <a:p>
          <a:endParaRPr lang="en-US"/>
        </a:p>
      </dgm:t>
    </dgm:pt>
    <dgm:pt modelId="{483C8D7E-0061-4A71-8D94-58CFE3524AB4}">
      <dgm:prSet>
        <dgm:style>
          <a:lnRef idx="2">
            <a:schemeClr val="accent6"/>
          </a:lnRef>
          <a:fillRef idx="1">
            <a:schemeClr val="lt1"/>
          </a:fillRef>
          <a:effectRef idx="0">
            <a:schemeClr val="accent6"/>
          </a:effectRef>
          <a:fontRef idx="minor">
            <a:schemeClr val="dk1"/>
          </a:fontRef>
        </dgm:style>
      </dgm:prSet>
      <dgm:spPr>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en-US" dirty="0"/>
            <a:t>thai-that</a:t>
          </a:r>
        </a:p>
      </dgm:t>
    </dgm:pt>
    <dgm:pt modelId="{E6C1D0FB-E0D6-4FFC-AA89-FA9EDC91B823}" type="parTrans" cxnId="{A69C438C-FA2C-4C28-98F7-4D9FAA908E99}">
      <dgm:prSet/>
      <dgm:spPr/>
      <dgm:t>
        <a:bodyPr/>
        <a:lstStyle/>
        <a:p>
          <a:endParaRPr lang="en-US"/>
        </a:p>
      </dgm:t>
    </dgm:pt>
    <dgm:pt modelId="{EAB1261E-6FFF-4754-90A3-CAD12AB6403E}" type="sibTrans" cxnId="{A69C438C-FA2C-4C28-98F7-4D9FAA908E99}">
      <dgm:prSet/>
      <dgm:spPr/>
      <dgm:t>
        <a:bodyPr/>
        <a:lstStyle/>
        <a:p>
          <a:endParaRPr lang="en-US"/>
        </a:p>
      </dgm:t>
    </dgm:pt>
    <dgm:pt modelId="{CC9811DD-6487-413A-A569-64746AAB2096}" type="pres">
      <dgm:prSet presAssocID="{6374AC1B-0229-4FCD-995E-11CD9EE05285}" presName="Name0" presStyleCnt="0">
        <dgm:presLayoutVars>
          <dgm:dir/>
          <dgm:animLvl val="lvl"/>
          <dgm:resizeHandles val="exact"/>
        </dgm:presLayoutVars>
      </dgm:prSet>
      <dgm:spPr/>
    </dgm:pt>
    <dgm:pt modelId="{5A835063-E940-418A-8E56-B5248B253DF2}" type="pres">
      <dgm:prSet presAssocID="{30815E62-40C7-426E-80B2-52357025685F}" presName="composite" presStyleCnt="0"/>
      <dgm:spPr/>
    </dgm:pt>
    <dgm:pt modelId="{A26AD8CC-7F90-418C-A57E-0CCB37A49A94}" type="pres">
      <dgm:prSet presAssocID="{30815E62-40C7-426E-80B2-52357025685F}" presName="parTx" presStyleLbl="alignNode1" presStyleIdx="0" presStyleCnt="4">
        <dgm:presLayoutVars>
          <dgm:chMax val="0"/>
          <dgm:chPref val="0"/>
          <dgm:bulletEnabled val="1"/>
        </dgm:presLayoutVars>
      </dgm:prSet>
      <dgm:spPr/>
    </dgm:pt>
    <dgm:pt modelId="{E0B901FF-34AF-4924-B087-FEEB2EDE543E}" type="pres">
      <dgm:prSet presAssocID="{30815E62-40C7-426E-80B2-52357025685F}" presName="desTx" presStyleLbl="alignAccFollowNode1" presStyleIdx="0" presStyleCnt="4">
        <dgm:presLayoutVars>
          <dgm:bulletEnabled val="1"/>
        </dgm:presLayoutVars>
      </dgm:prSet>
      <dgm:spPr/>
    </dgm:pt>
    <dgm:pt modelId="{AA42046F-9F12-41D2-A135-F380CE1C675B}" type="pres">
      <dgm:prSet presAssocID="{56585C04-4917-4049-A1F6-BF9E0057DC16}" presName="space" presStyleCnt="0"/>
      <dgm:spPr/>
    </dgm:pt>
    <dgm:pt modelId="{BCEA0290-1E0D-4424-A515-0579DCE01777}" type="pres">
      <dgm:prSet presAssocID="{1A879961-A427-466F-B015-E92033E1110A}" presName="composite" presStyleCnt="0"/>
      <dgm:spPr/>
    </dgm:pt>
    <dgm:pt modelId="{29717A32-9863-46C8-9057-CD2C203ABDF1}" type="pres">
      <dgm:prSet presAssocID="{1A879961-A427-466F-B015-E92033E1110A}" presName="parTx" presStyleLbl="alignNode1" presStyleIdx="1" presStyleCnt="4">
        <dgm:presLayoutVars>
          <dgm:chMax val="0"/>
          <dgm:chPref val="0"/>
          <dgm:bulletEnabled val="1"/>
        </dgm:presLayoutVars>
      </dgm:prSet>
      <dgm:spPr/>
    </dgm:pt>
    <dgm:pt modelId="{B52A5248-E5CE-4237-B839-0BD7A358258E}" type="pres">
      <dgm:prSet presAssocID="{1A879961-A427-466F-B015-E92033E1110A}" presName="desTx" presStyleLbl="alignAccFollowNode1" presStyleIdx="1" presStyleCnt="4">
        <dgm:presLayoutVars>
          <dgm:bulletEnabled val="1"/>
        </dgm:presLayoutVars>
      </dgm:prSet>
      <dgm:spPr/>
    </dgm:pt>
    <dgm:pt modelId="{BBDEE0A7-8D40-457A-A3BC-49612C014FE2}" type="pres">
      <dgm:prSet presAssocID="{5C5A342F-2F51-4523-BB78-9317B118ABF3}" presName="space" presStyleCnt="0"/>
      <dgm:spPr/>
    </dgm:pt>
    <dgm:pt modelId="{09D448A6-14FF-40E9-9239-4B401E9B0790}" type="pres">
      <dgm:prSet presAssocID="{F4DAC338-DBEE-44D7-8A9D-242ADF5499FA}" presName="composite" presStyleCnt="0"/>
      <dgm:spPr/>
    </dgm:pt>
    <dgm:pt modelId="{29131D4E-B654-461F-A64B-5135E76942F7}" type="pres">
      <dgm:prSet presAssocID="{F4DAC338-DBEE-44D7-8A9D-242ADF5499FA}" presName="parTx" presStyleLbl="alignNode1" presStyleIdx="2" presStyleCnt="4">
        <dgm:presLayoutVars>
          <dgm:chMax val="0"/>
          <dgm:chPref val="0"/>
          <dgm:bulletEnabled val="1"/>
        </dgm:presLayoutVars>
      </dgm:prSet>
      <dgm:spPr/>
    </dgm:pt>
    <dgm:pt modelId="{55EF346D-B616-4B66-B746-D787CB91C212}" type="pres">
      <dgm:prSet presAssocID="{F4DAC338-DBEE-44D7-8A9D-242ADF5499FA}" presName="desTx" presStyleLbl="alignAccFollowNode1" presStyleIdx="2" presStyleCnt="4">
        <dgm:presLayoutVars>
          <dgm:bulletEnabled val="1"/>
        </dgm:presLayoutVars>
      </dgm:prSet>
      <dgm:spPr/>
    </dgm:pt>
    <dgm:pt modelId="{E8CA8D83-F6C6-4BB8-A343-CC582B796BA5}" type="pres">
      <dgm:prSet presAssocID="{C0EF412A-20ED-4520-AD79-2C4E8F3D3BFD}" presName="space" presStyleCnt="0"/>
      <dgm:spPr/>
    </dgm:pt>
    <dgm:pt modelId="{73490039-E31F-4578-B171-AC02CE0CC18F}" type="pres">
      <dgm:prSet presAssocID="{79F6AAE6-76F2-4E19-991E-63B64A1F5EE7}" presName="composite" presStyleCnt="0"/>
      <dgm:spPr/>
    </dgm:pt>
    <dgm:pt modelId="{33391748-543B-4C45-9F6C-112842578F49}" type="pres">
      <dgm:prSet presAssocID="{79F6AAE6-76F2-4E19-991E-63B64A1F5EE7}" presName="parTx" presStyleLbl="alignNode1" presStyleIdx="3" presStyleCnt="4">
        <dgm:presLayoutVars>
          <dgm:chMax val="0"/>
          <dgm:chPref val="0"/>
          <dgm:bulletEnabled val="1"/>
        </dgm:presLayoutVars>
      </dgm:prSet>
      <dgm:spPr/>
    </dgm:pt>
    <dgm:pt modelId="{1B94C01C-1DC1-498D-8C2C-B8D9F47E5B61}" type="pres">
      <dgm:prSet presAssocID="{79F6AAE6-76F2-4E19-991E-63B64A1F5EE7}" presName="desTx" presStyleLbl="alignAccFollowNode1" presStyleIdx="3" presStyleCnt="4">
        <dgm:presLayoutVars>
          <dgm:bulletEnabled val="1"/>
        </dgm:presLayoutVars>
      </dgm:prSet>
      <dgm:spPr/>
    </dgm:pt>
  </dgm:ptLst>
  <dgm:cxnLst>
    <dgm:cxn modelId="{1B841001-3535-467B-9688-138B5DF83157}" srcId="{79F6AAE6-76F2-4E19-991E-63B64A1F5EE7}" destId="{EF1FAC6C-824E-46CD-8D36-A4464E835A0E}" srcOrd="14" destOrd="0" parTransId="{5D09C2EA-CFC9-44AE-AB87-B9C50AF27AEA}" sibTransId="{559DA485-DC7E-4D6E-B7C6-14E948087506}"/>
    <dgm:cxn modelId="{B32ABC04-6666-421E-B4ED-7CD8851B02B2}" srcId="{79F6AAE6-76F2-4E19-991E-63B64A1F5EE7}" destId="{62605959-87A2-4FB4-A3EC-884B41367598}" srcOrd="3" destOrd="0" parTransId="{C8C42865-C7B6-4C08-9289-C562F37312A3}" sibTransId="{59C65846-2013-40A3-B86A-7E2794E5B823}"/>
    <dgm:cxn modelId="{CB7A9E06-31B3-4F85-BD5B-23DA10F5E6D1}" type="presOf" srcId="{2A4CE492-D9D5-4F3C-989A-6EE823D05B3F}" destId="{B52A5248-E5CE-4237-B839-0BD7A358258E}" srcOrd="0" destOrd="9" presId="urn:microsoft.com/office/officeart/2005/8/layout/hList1"/>
    <dgm:cxn modelId="{9D754A07-D3E9-4FEC-A4DC-0681BD510140}" type="presOf" srcId="{CFC8D099-8A63-4671-B02E-20EA28AD690B}" destId="{55EF346D-B616-4B66-B746-D787CB91C212}" srcOrd="0" destOrd="4" presId="urn:microsoft.com/office/officeart/2005/8/layout/hList1"/>
    <dgm:cxn modelId="{BDFA8F07-3A76-458D-AFDD-26BD1EC731FC}" srcId="{79F6AAE6-76F2-4E19-991E-63B64A1F5EE7}" destId="{B6614B0A-DDE8-41AB-804C-44CE82C2D1DC}" srcOrd="6" destOrd="0" parTransId="{3CAD7E6E-B07F-4E7A-A008-D7E779664AD4}" sibTransId="{54D383CB-1395-4F8E-A974-76B6B2B515D6}"/>
    <dgm:cxn modelId="{D8BCAD07-250C-4B76-B2A8-7FC1047EB09C}" type="presOf" srcId="{8C84A898-5482-44D6-8712-C01B865AE816}" destId="{B52A5248-E5CE-4237-B839-0BD7A358258E}" srcOrd="0" destOrd="5" presId="urn:microsoft.com/office/officeart/2005/8/layout/hList1"/>
    <dgm:cxn modelId="{A9650E09-2648-4217-96B0-234221A29746}" srcId="{F4DAC338-DBEE-44D7-8A9D-242ADF5499FA}" destId="{CF12E05C-3AB7-49A3-B7E5-808B0F223341}" srcOrd="7" destOrd="0" parTransId="{92FEE0B8-0294-4F5B-B3AE-8EF7BE5A7B76}" sibTransId="{344E79C5-74AA-4562-910C-5724464833E9}"/>
    <dgm:cxn modelId="{8D5DEC0B-918C-4F8F-A602-B3C9CA01002C}" srcId="{79F6AAE6-76F2-4E19-991E-63B64A1F5EE7}" destId="{20BC694C-6F40-48DD-A697-420E2D89355C}" srcOrd="11" destOrd="0" parTransId="{7D5E8FA1-A489-4271-B5C2-EF82B00E172B}" sibTransId="{699A0909-87AA-44EE-86D7-4FC0DD27421A}"/>
    <dgm:cxn modelId="{C901000F-0AF8-49DF-BE1C-D1EF43ABF4EF}" srcId="{79F6AAE6-76F2-4E19-991E-63B64A1F5EE7}" destId="{A0CA75CA-3166-4F0B-B712-7C46765C1995}" srcOrd="8" destOrd="0" parTransId="{93681384-BA93-450B-801C-1B38CEBE2EBD}" sibTransId="{512558EF-4391-48FF-9843-204221E5A957}"/>
    <dgm:cxn modelId="{7E958010-08D2-4BFF-9447-548AE059927D}" srcId="{30815E62-40C7-426E-80B2-52357025685F}" destId="{4646E2F7-CDB7-4DFF-8C9F-718998930F40}" srcOrd="5" destOrd="0" parTransId="{B569E134-F50E-4E85-BD59-EF71AFEB08A7}" sibTransId="{6404063F-3AEC-4C8B-A47D-8B2D83FF0A4F}"/>
    <dgm:cxn modelId="{2A84FD1B-72AB-4B5F-B6C3-E1C945BD2EA7}" type="presOf" srcId="{D89A5008-D3C6-45FF-B598-BCF84EC488A9}" destId="{1B94C01C-1DC1-498D-8C2C-B8D9F47E5B61}" srcOrd="0" destOrd="15" presId="urn:microsoft.com/office/officeart/2005/8/layout/hList1"/>
    <dgm:cxn modelId="{B7E9F11D-3F39-43C1-9E23-6549F6D99877}" type="presOf" srcId="{71FD5E99-0617-494E-AF8E-F48CFCD1514E}" destId="{1B94C01C-1DC1-498D-8C2C-B8D9F47E5B61}" srcOrd="0" destOrd="9" presId="urn:microsoft.com/office/officeart/2005/8/layout/hList1"/>
    <dgm:cxn modelId="{D7D76620-CA9B-4C54-B90D-BCDC8901E757}" srcId="{30815E62-40C7-426E-80B2-52357025685F}" destId="{14442C80-365D-43F4-8C9C-C5E07D42DD18}" srcOrd="2" destOrd="0" parTransId="{8428A40D-7DFE-40D5-8F56-27BA8E8F3BF7}" sibTransId="{635A23E4-EBE3-41AA-9E64-E042B0F8E83E}"/>
    <dgm:cxn modelId="{0C034722-781E-4F61-A8C3-F7EEA6031876}" srcId="{79F6AAE6-76F2-4E19-991E-63B64A1F5EE7}" destId="{DB410A64-B7CC-4C40-87DB-A006996E988E}" srcOrd="1" destOrd="0" parTransId="{E69C4BA4-AFB4-41EA-B576-1E8F62FB49A4}" sibTransId="{5D6D2325-0DD5-4519-8BFB-F0A086DD349D}"/>
    <dgm:cxn modelId="{F0FB5C26-E9FA-4826-B639-8292CD402F79}" type="presOf" srcId="{20BC694C-6F40-48DD-A697-420E2D89355C}" destId="{1B94C01C-1DC1-498D-8C2C-B8D9F47E5B61}" srcOrd="0" destOrd="11" presId="urn:microsoft.com/office/officeart/2005/8/layout/hList1"/>
    <dgm:cxn modelId="{AA012032-8FE8-46BE-8C33-59766BFE45E0}" type="presOf" srcId="{79F6AAE6-76F2-4E19-991E-63B64A1F5EE7}" destId="{33391748-543B-4C45-9F6C-112842578F49}" srcOrd="0" destOrd="0" presId="urn:microsoft.com/office/officeart/2005/8/layout/hList1"/>
    <dgm:cxn modelId="{0763A332-FAE4-4D08-94B3-0FFFE0F8B878}" type="presOf" srcId="{D92BB8E2-D6A7-45DD-BE47-14D6E73A279C}" destId="{1B94C01C-1DC1-498D-8C2C-B8D9F47E5B61}" srcOrd="0" destOrd="5" presId="urn:microsoft.com/office/officeart/2005/8/layout/hList1"/>
    <dgm:cxn modelId="{C2209433-6363-4839-8A5C-4E8BABB19EA4}" type="presOf" srcId="{C3295A6A-D73C-49D6-BEC4-021761ADC074}" destId="{B52A5248-E5CE-4237-B839-0BD7A358258E}" srcOrd="0" destOrd="6" presId="urn:microsoft.com/office/officeart/2005/8/layout/hList1"/>
    <dgm:cxn modelId="{A4A51436-DED5-40E2-9A59-35BCA0DAB5BC}" type="presOf" srcId="{12F6538A-240C-4779-85A5-A70FCDBDADE6}" destId="{E0B901FF-34AF-4924-B087-FEEB2EDE543E}" srcOrd="0" destOrd="1" presId="urn:microsoft.com/office/officeart/2005/8/layout/hList1"/>
    <dgm:cxn modelId="{E83B9D38-6E19-481E-8C36-33C234367340}" srcId="{1A879961-A427-466F-B015-E92033E1110A}" destId="{2A4CE492-D9D5-4F3C-989A-6EE823D05B3F}" srcOrd="9" destOrd="0" parTransId="{99F4FC12-8750-452C-96C2-C4B969A95870}" sibTransId="{9E53B57B-6773-405D-A683-7CEE17E44A58}"/>
    <dgm:cxn modelId="{FA606F3A-9DF6-45F5-8B81-BB6F9AE1B628}" srcId="{6374AC1B-0229-4FCD-995E-11CD9EE05285}" destId="{F4DAC338-DBEE-44D7-8A9D-242ADF5499FA}" srcOrd="2" destOrd="0" parTransId="{D5AA3B7C-90DD-401A-9006-D9480B8466D2}" sibTransId="{C0EF412A-20ED-4520-AD79-2C4E8F3D3BFD}"/>
    <dgm:cxn modelId="{AAD8703C-AC0A-4C14-B8EC-C38A950B161C}" srcId="{79F6AAE6-76F2-4E19-991E-63B64A1F5EE7}" destId="{71FD5E99-0617-494E-AF8E-F48CFCD1514E}" srcOrd="9" destOrd="0" parTransId="{C2BA1A10-7D1D-43F6-A73C-7844B1E0EA9F}" sibTransId="{5F0F76AF-7C64-4482-AE47-E7C563D81E7A}"/>
    <dgm:cxn modelId="{4FFE5B3F-E75F-4E04-8729-D725659A2159}" srcId="{F4DAC338-DBEE-44D7-8A9D-242ADF5499FA}" destId="{F035D1A7-0ECC-4FEB-ADFB-BB7F6455F77A}" srcOrd="5" destOrd="0" parTransId="{E0533707-FEFA-42AE-B7F2-EA61EBBA5F06}" sibTransId="{937C00A8-494D-4EDA-9212-7B74C0A3FA7D}"/>
    <dgm:cxn modelId="{D34E375B-5681-4EC8-BE7B-4E1364372E1C}" type="presOf" srcId="{CA1BCE73-0C83-4226-9942-F57DF76C8BC8}" destId="{B52A5248-E5CE-4237-B839-0BD7A358258E}" srcOrd="0" destOrd="15" presId="urn:microsoft.com/office/officeart/2005/8/layout/hList1"/>
    <dgm:cxn modelId="{FBBABE5F-4127-4A0C-B4AE-47C99DB31C05}" srcId="{1A879961-A427-466F-B015-E92033E1110A}" destId="{E6D3921B-862F-40D0-8541-9BFD1118EDB4}" srcOrd="1" destOrd="0" parTransId="{AC8151FE-A0B6-4507-A120-74136534E369}" sibTransId="{33C63F7F-9DFD-48C4-9B9C-A93212B9722A}"/>
    <dgm:cxn modelId="{5C23D85F-6F88-4E1D-88FA-801A9F11198D}" type="presOf" srcId="{8BD6DB91-3B6E-4F97-B5DF-8FE29494A5CD}" destId="{B52A5248-E5CE-4237-B839-0BD7A358258E}" srcOrd="0" destOrd="10" presId="urn:microsoft.com/office/officeart/2005/8/layout/hList1"/>
    <dgm:cxn modelId="{6456D042-18FD-4328-9A2E-E583ADFEE7CA}" srcId="{F4DAC338-DBEE-44D7-8A9D-242ADF5499FA}" destId="{CC9E0796-B8AC-481D-A62B-1A03900B0115}" srcOrd="6" destOrd="0" parTransId="{1C106123-5E33-4A67-9368-EA5E113F0ACC}" sibTransId="{AA43962B-906D-42F3-B034-E137BAC4E494}"/>
    <dgm:cxn modelId="{2E283043-7744-406F-8482-D274522965FD}" type="presOf" srcId="{EB82D994-1D29-4FAA-B75F-8CCE786F4D83}" destId="{E0B901FF-34AF-4924-B087-FEEB2EDE543E}" srcOrd="0" destOrd="3" presId="urn:microsoft.com/office/officeart/2005/8/layout/hList1"/>
    <dgm:cxn modelId="{A0686963-0FFF-40A6-A8D8-574120686AA9}" type="presOf" srcId="{6567268A-7283-43D9-8B70-6539E37476ED}" destId="{E0B901FF-34AF-4924-B087-FEEB2EDE543E}" srcOrd="0" destOrd="0" presId="urn:microsoft.com/office/officeart/2005/8/layout/hList1"/>
    <dgm:cxn modelId="{7734D563-6E23-4D86-A66A-EA770DD5FF77}" type="presOf" srcId="{E62B5666-1421-4170-85DF-BE82CCCD7EBF}" destId="{E0B901FF-34AF-4924-B087-FEEB2EDE543E}" srcOrd="0" destOrd="4" presId="urn:microsoft.com/office/officeart/2005/8/layout/hList1"/>
    <dgm:cxn modelId="{2250F864-B03F-4ED3-B242-EEA808FB585E}" srcId="{F4DAC338-DBEE-44D7-8A9D-242ADF5499FA}" destId="{2BF90855-4DA4-41F8-91E6-4507A9A3DCDE}" srcOrd="2" destOrd="0" parTransId="{DD5758D7-1082-4845-A2E0-9530CFE2F6D3}" sibTransId="{60B5FAE5-3B0C-4927-9287-237ECA4AF16B}"/>
    <dgm:cxn modelId="{0ECEA646-539A-4164-97C9-7760F1924985}" srcId="{1A879961-A427-466F-B015-E92033E1110A}" destId="{C79094C2-4263-4A3A-9DC5-21DBBED4FC25}" srcOrd="3" destOrd="0" parTransId="{25725D99-D39C-4709-AEC5-7D3A804D6E01}" sibTransId="{6B7B02C4-C4F7-429A-AA73-12E3EF4CE554}"/>
    <dgm:cxn modelId="{7AFD1048-84A8-4BBB-8053-C1784B4AC3F3}" srcId="{F4DAC338-DBEE-44D7-8A9D-242ADF5499FA}" destId="{2B2539BC-30CD-4A77-8142-F76C67B1C16E}" srcOrd="1" destOrd="0" parTransId="{85490628-0E4E-4A15-8FA8-DA2D79AD860C}" sibTransId="{AC5FB0A0-EC3D-47B7-A643-F3300FFAE487}"/>
    <dgm:cxn modelId="{F4C12848-C854-401C-B658-DC7E570712A7}" srcId="{1A879961-A427-466F-B015-E92033E1110A}" destId="{45DADA76-5F91-4ECD-966F-8B7867860347}" srcOrd="0" destOrd="0" parTransId="{4047B0F5-48A6-4D3B-9FC4-A460C647DAC5}" sibTransId="{2B6500F0-1432-439B-8DE2-1E6AB9D52265}"/>
    <dgm:cxn modelId="{EF744868-B56A-484D-A9C4-20AA1EB15408}" srcId="{F4DAC338-DBEE-44D7-8A9D-242ADF5499FA}" destId="{CFC8D099-8A63-4671-B02E-20EA28AD690B}" srcOrd="4" destOrd="0" parTransId="{887A7FD5-ECEB-4318-8A06-0F29F119106D}" sibTransId="{00C74C68-B6E1-4B3B-B11B-BA1CBAB77C12}"/>
    <dgm:cxn modelId="{36B86969-153C-4F7F-B36E-BA91E39736B1}" type="presOf" srcId="{30815E62-40C7-426E-80B2-52357025685F}" destId="{A26AD8CC-7F90-418C-A57E-0CCB37A49A94}" srcOrd="0" destOrd="0" presId="urn:microsoft.com/office/officeart/2005/8/layout/hList1"/>
    <dgm:cxn modelId="{C9E9556A-DA48-4F6C-8107-A4187B8A6F5E}" type="presOf" srcId="{7F1985F8-B7C5-4AA2-AD81-2BBE340B7062}" destId="{B52A5248-E5CE-4237-B839-0BD7A358258E}" srcOrd="0" destOrd="12" presId="urn:microsoft.com/office/officeart/2005/8/layout/hList1"/>
    <dgm:cxn modelId="{B851F84C-BE29-462E-9C2E-526195FC5B62}" srcId="{79F6AAE6-76F2-4E19-991E-63B64A1F5EE7}" destId="{E2A1E830-643A-44F1-AC47-5538E7342F5B}" srcOrd="12" destOrd="0" parTransId="{FFD5C0CD-280C-48C0-B460-068ADF60A0A9}" sibTransId="{85E72BD0-B3AE-4F58-80A1-209D5B4A071C}"/>
    <dgm:cxn modelId="{26241C6D-E041-4411-8545-DAF48E024205}" srcId="{30815E62-40C7-426E-80B2-52357025685F}" destId="{EB82D994-1D29-4FAA-B75F-8CCE786F4D83}" srcOrd="3" destOrd="0" parTransId="{C7D4B719-64D3-4357-8ACB-C3DFEB15DEAA}" sibTransId="{5A3B4F7C-470D-467F-BC8C-D49729ACCEBF}"/>
    <dgm:cxn modelId="{9EF32B6D-DE1C-473B-8CA6-FFE8A2A972B1}" type="presOf" srcId="{45DADA76-5F91-4ECD-966F-8B7867860347}" destId="{B52A5248-E5CE-4237-B839-0BD7A358258E}" srcOrd="0" destOrd="0" presId="urn:microsoft.com/office/officeart/2005/8/layout/hList1"/>
    <dgm:cxn modelId="{C85B574D-E075-4DA3-A8C3-DCEDE8A9A837}" type="presOf" srcId="{4646E2F7-CDB7-4DFF-8C9F-718998930F40}" destId="{E0B901FF-34AF-4924-B087-FEEB2EDE543E}" srcOrd="0" destOrd="5" presId="urn:microsoft.com/office/officeart/2005/8/layout/hList1"/>
    <dgm:cxn modelId="{90A5CC51-AE8D-4700-B795-EFCF40262D8C}" srcId="{1A879961-A427-466F-B015-E92033E1110A}" destId="{0130D3C4-DE96-4A08-AF0C-FA8B80874C84}" srcOrd="13" destOrd="0" parTransId="{99A1F1AC-CFC6-40E9-8940-09D16E06FE1D}" sibTransId="{86D1A42E-F467-40AD-9FEC-955509C517A2}"/>
    <dgm:cxn modelId="{B83DDB73-FBDC-4FDE-A43F-9631086B7C6E}" srcId="{1A879961-A427-466F-B015-E92033E1110A}" destId="{00133A0F-8C94-4877-A9E4-81293F3FFBE9}" srcOrd="14" destOrd="0" parTransId="{D9D211AA-8113-4F81-95E4-AC4CC56DE8EC}" sibTransId="{A77064A7-B631-46E1-AD6B-A53E34930289}"/>
    <dgm:cxn modelId="{B86B4374-2E2B-449E-AB02-FABE18A64DFE}" type="presOf" srcId="{C79094C2-4263-4A3A-9DC5-21DBBED4FC25}" destId="{B52A5248-E5CE-4237-B839-0BD7A358258E}" srcOrd="0" destOrd="3" presId="urn:microsoft.com/office/officeart/2005/8/layout/hList1"/>
    <dgm:cxn modelId="{7406FE77-E0C6-4A4D-8DF8-86EC1ACAA5E8}" type="presOf" srcId="{2CBF4266-58E9-45EE-B222-F6E61C618521}" destId="{1B94C01C-1DC1-498D-8C2C-B8D9F47E5B61}" srcOrd="0" destOrd="16" presId="urn:microsoft.com/office/officeart/2005/8/layout/hList1"/>
    <dgm:cxn modelId="{B789175A-0605-4D15-9D80-BBCD7394ED1A}" type="presOf" srcId="{2B2539BC-30CD-4A77-8142-F76C67B1C16E}" destId="{55EF346D-B616-4B66-B746-D787CB91C212}" srcOrd="0" destOrd="1" presId="urn:microsoft.com/office/officeart/2005/8/layout/hList1"/>
    <dgm:cxn modelId="{6AB9157E-9A16-4105-982C-59F4F033EE5D}" type="presOf" srcId="{14442C80-365D-43F4-8C9C-C5E07D42DD18}" destId="{E0B901FF-34AF-4924-B087-FEEB2EDE543E}" srcOrd="0" destOrd="2" presId="urn:microsoft.com/office/officeart/2005/8/layout/hList1"/>
    <dgm:cxn modelId="{57F23D7E-8CFE-4472-9E89-6A312740D66A}" type="presOf" srcId="{B31EB003-2F44-47C9-A7B7-650620F5E51E}" destId="{55EF346D-B616-4B66-B746-D787CB91C212}" srcOrd="0" destOrd="8" presId="urn:microsoft.com/office/officeart/2005/8/layout/hList1"/>
    <dgm:cxn modelId="{22E0AF7E-A03B-4485-A69A-980F030DF479}" srcId="{F4DAC338-DBEE-44D7-8A9D-242ADF5499FA}" destId="{89507C43-7479-4EEE-849D-05078B8424E1}" srcOrd="3" destOrd="0" parTransId="{C0A1EDA4-07CE-4D7F-B30E-C4FCBB5BB01B}" sibTransId="{7C9C6692-B7D0-40B9-AB6C-B2124F4EB053}"/>
    <dgm:cxn modelId="{6E7D797F-15EF-4F3D-9D75-38403CE07556}" srcId="{F4DAC338-DBEE-44D7-8A9D-242ADF5499FA}" destId="{509105E0-7DD9-4791-AAFC-27F7268E347A}" srcOrd="0" destOrd="0" parTransId="{6D348732-6256-4F76-A7D6-9F9D9EA1D5BC}" sibTransId="{463B3BC4-3FBE-4075-91BD-F69AFE4884F3}"/>
    <dgm:cxn modelId="{59F7B181-8BA1-411B-B313-12A62F111DC6}" type="presOf" srcId="{F4DAC338-DBEE-44D7-8A9D-242ADF5499FA}" destId="{29131D4E-B654-461F-A64B-5135E76942F7}" srcOrd="0" destOrd="0" presId="urn:microsoft.com/office/officeart/2005/8/layout/hList1"/>
    <dgm:cxn modelId="{EE1FA686-03F9-45D8-831C-770391F39C33}" type="presOf" srcId="{A0CA75CA-3166-4F0B-B712-7C46765C1995}" destId="{1B94C01C-1DC1-498D-8C2C-B8D9F47E5B61}" srcOrd="0" destOrd="8" presId="urn:microsoft.com/office/officeart/2005/8/layout/hList1"/>
    <dgm:cxn modelId="{BA04AC86-5431-401D-9405-0019F27C2C57}" type="presOf" srcId="{DB410A64-B7CC-4C40-87DB-A006996E988E}" destId="{1B94C01C-1DC1-498D-8C2C-B8D9F47E5B61}" srcOrd="0" destOrd="1" presId="urn:microsoft.com/office/officeart/2005/8/layout/hList1"/>
    <dgm:cxn modelId="{4E2E0B8B-AA26-4213-9A5F-CB9EA0EF6AF9}" srcId="{79F6AAE6-76F2-4E19-991E-63B64A1F5EE7}" destId="{4216F41D-E77D-4E04-9D00-06D00F83B171}" srcOrd="2" destOrd="0" parTransId="{5AE02F74-C875-4371-AA26-6073F06A2643}" sibTransId="{0CA6DB1D-90FE-438D-8AE6-D981E2C17223}"/>
    <dgm:cxn modelId="{C9171A8C-473C-4AAB-AC7B-05B653DE7137}" srcId="{1A879961-A427-466F-B015-E92033E1110A}" destId="{80E77CF1-0EA8-4F6D-BFE4-BB3574EEC5AB}" srcOrd="2" destOrd="0" parTransId="{0AD4EE01-9C3A-4CE2-B5FA-2A325ED42FDB}" sibTransId="{E1744166-B258-4483-B4F4-E563710549BC}"/>
    <dgm:cxn modelId="{A69C438C-FA2C-4C28-98F7-4D9FAA908E99}" srcId="{F4DAC338-DBEE-44D7-8A9D-242ADF5499FA}" destId="{483C8D7E-0061-4A71-8D94-58CFE3524AB4}" srcOrd="9" destOrd="0" parTransId="{E6C1D0FB-E0D6-4FFC-AA89-FA9EDC91B823}" sibTransId="{EAB1261E-6FFF-4754-90A3-CAD12AB6403E}"/>
    <dgm:cxn modelId="{7903E290-3F3F-449E-94FA-91ACB1835825}" srcId="{1A879961-A427-466F-B015-E92033E1110A}" destId="{1509A9A7-53E9-446B-AA0A-D0A0B9674CFF}" srcOrd="4" destOrd="0" parTransId="{8BF7CE60-FEB7-460E-9ECA-9339B4DB7B33}" sibTransId="{F20B3D91-38CB-42C6-8AF1-2847E113FB6D}"/>
    <dgm:cxn modelId="{ADB33896-B4A3-43BB-AED4-131C84A21889}" srcId="{30815E62-40C7-426E-80B2-52357025685F}" destId="{6567268A-7283-43D9-8B70-6539E37476ED}" srcOrd="0" destOrd="0" parTransId="{EC588BE3-ABB7-425B-80E2-C542342C605C}" sibTransId="{994881F2-B5A6-4599-BED9-B7A329D24FF5}"/>
    <dgm:cxn modelId="{884D6898-D1B1-4C9E-9DDC-275A457295B8}" type="presOf" srcId="{62605959-87A2-4FB4-A3EC-884B41367598}" destId="{1B94C01C-1DC1-498D-8C2C-B8D9F47E5B61}" srcOrd="0" destOrd="3" presId="urn:microsoft.com/office/officeart/2005/8/layout/hList1"/>
    <dgm:cxn modelId="{3A7E8298-4C2D-46B8-9752-5BFACB1ED200}" type="presOf" srcId="{483C8D7E-0061-4A71-8D94-58CFE3524AB4}" destId="{55EF346D-B616-4B66-B746-D787CB91C212}" srcOrd="0" destOrd="9" presId="urn:microsoft.com/office/officeart/2005/8/layout/hList1"/>
    <dgm:cxn modelId="{6F84A59A-4ADF-4EA1-B0A9-6DD574013EF1}" type="presOf" srcId="{CC9E0796-B8AC-481D-A62B-1A03900B0115}" destId="{55EF346D-B616-4B66-B746-D787CB91C212}" srcOrd="0" destOrd="6" presId="urn:microsoft.com/office/officeart/2005/8/layout/hList1"/>
    <dgm:cxn modelId="{3818BC9A-BC27-454E-BA95-6C837F077CD0}" type="presOf" srcId="{B272B85E-AB95-496B-BFFE-A4129E73BDC9}" destId="{E0B901FF-34AF-4924-B087-FEEB2EDE543E}" srcOrd="0" destOrd="6" presId="urn:microsoft.com/office/officeart/2005/8/layout/hList1"/>
    <dgm:cxn modelId="{E737F39A-127C-4DEB-ABBC-6A2573A78619}" srcId="{79F6AAE6-76F2-4E19-991E-63B64A1F5EE7}" destId="{D89A5008-D3C6-45FF-B598-BCF84EC488A9}" srcOrd="15" destOrd="0" parTransId="{9C2D1DF1-AC18-4362-B72F-DF3547DF1B89}" sibTransId="{D4BD0F80-5167-404B-99B6-1462E89390AC}"/>
    <dgm:cxn modelId="{888E2B9C-3D2A-45D0-8A1A-81CDC9E8B6CE}" srcId="{1A879961-A427-466F-B015-E92033E1110A}" destId="{65C29FC5-3D2A-4FDF-9B79-01992222C563}" srcOrd="8" destOrd="0" parTransId="{8CB5078E-B59C-459D-B8EA-6601632E9F14}" sibTransId="{0F0ADCF4-1116-47CA-8511-54944D3722F2}"/>
    <dgm:cxn modelId="{1985789C-F733-4720-BC43-DA956F8D826D}" type="presOf" srcId="{1509A9A7-53E9-446B-AA0A-D0A0B9674CFF}" destId="{B52A5248-E5CE-4237-B839-0BD7A358258E}" srcOrd="0" destOrd="4" presId="urn:microsoft.com/office/officeart/2005/8/layout/hList1"/>
    <dgm:cxn modelId="{C4E2B39F-2E66-4D1E-BCA8-F007EB3CBAD6}" srcId="{6374AC1B-0229-4FCD-995E-11CD9EE05285}" destId="{1A879961-A427-466F-B015-E92033E1110A}" srcOrd="1" destOrd="0" parTransId="{155A48C3-A5DB-48CF-A4B0-66A6E5A0C9E7}" sibTransId="{5C5A342F-2F51-4523-BB78-9317B118ABF3}"/>
    <dgm:cxn modelId="{F8C2E9A1-12DC-4394-9973-F245D2948552}" srcId="{1A879961-A427-466F-B015-E92033E1110A}" destId="{8BD6DB91-3B6E-4F97-B5DF-8FE29494A5CD}" srcOrd="10" destOrd="0" parTransId="{D693998D-B4C6-4103-8A7E-FBA2ABA4B7A0}" sibTransId="{040B4E93-553D-4ADE-83EA-26DD3486D72F}"/>
    <dgm:cxn modelId="{02310FA3-4616-44D2-8F7D-A096001ADA07}" srcId="{1A879961-A427-466F-B015-E92033E1110A}" destId="{81C2660F-D4EB-444C-8F38-E896AE31408D}" srcOrd="11" destOrd="0" parTransId="{0783407A-1D1E-4725-9ED8-CB631951018D}" sibTransId="{81D6E549-71CF-427A-9C1B-B5DBECE9DDAD}"/>
    <dgm:cxn modelId="{68A671A4-4576-4BA0-8E99-A93148B4100D}" srcId="{1A879961-A427-466F-B015-E92033E1110A}" destId="{8C84A898-5482-44D6-8712-C01B865AE816}" srcOrd="5" destOrd="0" parTransId="{2DD4F767-E12D-44BF-AE7E-2914AF891EAA}" sibTransId="{122587E3-86EB-4120-AC3E-9FBEE23D82C5}"/>
    <dgm:cxn modelId="{F5C00EA8-6242-44C7-8925-7C7BDF577F1A}" srcId="{79F6AAE6-76F2-4E19-991E-63B64A1F5EE7}" destId="{98F1B151-2DA1-4369-B8D5-F579EF52185C}" srcOrd="4" destOrd="0" parTransId="{4262B9AE-4FF6-4E18-9B9D-264990B70A28}" sibTransId="{DADFA361-ED6B-4FA0-BB2E-9482CD2591D7}"/>
    <dgm:cxn modelId="{768F4CB1-6EB0-41B7-8C57-FDE6C512A81A}" type="presOf" srcId="{0130D3C4-DE96-4A08-AF0C-FA8B80874C84}" destId="{B52A5248-E5CE-4237-B839-0BD7A358258E}" srcOrd="0" destOrd="13" presId="urn:microsoft.com/office/officeart/2005/8/layout/hList1"/>
    <dgm:cxn modelId="{3C07A6B5-1D3F-4FED-A1AE-DF022982844E}" type="presOf" srcId="{F035D1A7-0ECC-4FEB-ADFB-BB7F6455F77A}" destId="{55EF346D-B616-4B66-B746-D787CB91C212}" srcOrd="0" destOrd="5" presId="urn:microsoft.com/office/officeart/2005/8/layout/hList1"/>
    <dgm:cxn modelId="{C89BEAB7-446B-4BEB-A14C-D3485737788C}" type="presOf" srcId="{4216F41D-E77D-4E04-9D00-06D00F83B171}" destId="{1B94C01C-1DC1-498D-8C2C-B8D9F47E5B61}" srcOrd="0" destOrd="2" presId="urn:microsoft.com/office/officeart/2005/8/layout/hList1"/>
    <dgm:cxn modelId="{EC889CB8-65E1-4F89-BC2F-7A100F5A7752}" srcId="{79F6AAE6-76F2-4E19-991E-63B64A1F5EE7}" destId="{D92BB8E2-D6A7-45DD-BE47-14D6E73A279C}" srcOrd="5" destOrd="0" parTransId="{F2F3A3D3-128C-48AB-9D05-D74CC0C08185}" sibTransId="{F4519076-A22D-4129-B4EC-F912F0409113}"/>
    <dgm:cxn modelId="{3546ECB8-7381-46B8-A6C2-689C0950E7F8}" type="presOf" srcId="{80E77CF1-0EA8-4F6D-BFE4-BB3574EEC5AB}" destId="{B52A5248-E5CE-4237-B839-0BD7A358258E}" srcOrd="0" destOrd="2" presId="urn:microsoft.com/office/officeart/2005/8/layout/hList1"/>
    <dgm:cxn modelId="{2D2FDABA-EA0F-4B93-954C-475E3C8D4861}" type="presOf" srcId="{6374AC1B-0229-4FCD-995E-11CD9EE05285}" destId="{CC9811DD-6487-413A-A569-64746AAB2096}" srcOrd="0" destOrd="0" presId="urn:microsoft.com/office/officeart/2005/8/layout/hList1"/>
    <dgm:cxn modelId="{89F8BABD-02E5-4E2B-9EE9-327E63933F2F}" type="presOf" srcId="{CF12E05C-3AB7-49A3-B7E5-808B0F223341}" destId="{55EF346D-B616-4B66-B746-D787CB91C212}" srcOrd="0" destOrd="7" presId="urn:microsoft.com/office/officeart/2005/8/layout/hList1"/>
    <dgm:cxn modelId="{744448C4-A03D-4E7A-B3F8-2FE04BF1F325}" type="presOf" srcId="{E2A1E830-643A-44F1-AC47-5538E7342F5B}" destId="{1B94C01C-1DC1-498D-8C2C-B8D9F47E5B61}" srcOrd="0" destOrd="12" presId="urn:microsoft.com/office/officeart/2005/8/layout/hList1"/>
    <dgm:cxn modelId="{F4957FC5-E185-4F13-A8CD-2816FB0FCF3C}" srcId="{1A879961-A427-466F-B015-E92033E1110A}" destId="{C3295A6A-D73C-49D6-BEC4-021761ADC074}" srcOrd="6" destOrd="0" parTransId="{A34A2391-66F1-44C0-8C32-CEB5F28B205A}" sibTransId="{E80734C6-99AE-4CBE-8F93-FB2C8AD25605}"/>
    <dgm:cxn modelId="{D821F6C6-C7BD-4F78-BBF0-1D482CA5503B}" srcId="{79F6AAE6-76F2-4E19-991E-63B64A1F5EE7}" destId="{95BC77C9-3CCB-4DED-AFFD-365630D7B230}" srcOrd="0" destOrd="0" parTransId="{064C0C03-3750-4A88-8D73-5C69345C3C98}" sibTransId="{6F5B1EC1-93B6-4FEE-B707-8C6020169C11}"/>
    <dgm:cxn modelId="{EC5239C7-88F3-438F-A670-C7B041D951BC}" type="presOf" srcId="{00133A0F-8C94-4877-A9E4-81293F3FFBE9}" destId="{B52A5248-E5CE-4237-B839-0BD7A358258E}" srcOrd="0" destOrd="14" presId="urn:microsoft.com/office/officeart/2005/8/layout/hList1"/>
    <dgm:cxn modelId="{DF703AC7-E2DE-4F75-AD0F-83272DA84439}" srcId="{30815E62-40C7-426E-80B2-52357025685F}" destId="{FB5A7AB4-A7B9-44AF-93DE-8637133B1BD9}" srcOrd="7" destOrd="0" parTransId="{472CFCC9-6EA5-4410-B62B-F3C56C338E1B}" sibTransId="{695908AA-9323-465C-BF41-31EBE52BC553}"/>
    <dgm:cxn modelId="{525586C7-69AF-420D-A088-9430F7B8C02C}" srcId="{79F6AAE6-76F2-4E19-991E-63B64A1F5EE7}" destId="{2CBF4266-58E9-45EE-B222-F6E61C618521}" srcOrd="16" destOrd="0" parTransId="{D9CCE878-1762-4EA1-95AF-E6E686354CA0}" sibTransId="{32AA6AA9-A405-49EC-8DCE-77BEA62810AB}"/>
    <dgm:cxn modelId="{DF96B6C8-674F-412E-8A5C-2C495ED4F6BA}" srcId="{6374AC1B-0229-4FCD-995E-11CD9EE05285}" destId="{79F6AAE6-76F2-4E19-991E-63B64A1F5EE7}" srcOrd="3" destOrd="0" parTransId="{C846C2E0-6DC7-4EA1-A31B-A0ED7AFD77FA}" sibTransId="{5D54641C-2BF1-4936-AD79-41C5C7934458}"/>
    <dgm:cxn modelId="{101630CA-69BC-4870-A0DB-2F659C79EFD0}" type="presOf" srcId="{E6D3921B-862F-40D0-8541-9BFD1118EDB4}" destId="{B52A5248-E5CE-4237-B839-0BD7A358258E}" srcOrd="0" destOrd="1" presId="urn:microsoft.com/office/officeart/2005/8/layout/hList1"/>
    <dgm:cxn modelId="{A695E4CA-D35A-494D-B742-355DFF4E448E}" srcId="{79F6AAE6-76F2-4E19-991E-63B64A1F5EE7}" destId="{A4604F7B-9463-4702-BD87-079503FC9A01}" srcOrd="13" destOrd="0" parTransId="{45A23FCC-3628-4FA1-A265-21C1E9F9241B}" sibTransId="{F069AD79-1005-4EA5-BB0B-7A44F540722D}"/>
    <dgm:cxn modelId="{86B9A7CD-2CA4-4165-A27B-25D759951729}" type="presOf" srcId="{89507C43-7479-4EEE-849D-05078B8424E1}" destId="{55EF346D-B616-4B66-B746-D787CB91C212}" srcOrd="0" destOrd="3" presId="urn:microsoft.com/office/officeart/2005/8/layout/hList1"/>
    <dgm:cxn modelId="{18DFF1D0-766F-4EBB-9BDC-4B9F898D3417}" srcId="{30815E62-40C7-426E-80B2-52357025685F}" destId="{12F6538A-240C-4779-85A5-A70FCDBDADE6}" srcOrd="1" destOrd="0" parTransId="{31EDB47F-7490-4B60-A528-F8EB94ED96ED}" sibTransId="{94CDF12A-CFB3-436F-B464-FC00B674C1B6}"/>
    <dgm:cxn modelId="{45A4CBD2-227E-4B2D-9719-478B1A29AAA0}" srcId="{79F6AAE6-76F2-4E19-991E-63B64A1F5EE7}" destId="{B73DFD77-AD28-435F-93B1-498738829443}" srcOrd="10" destOrd="0" parTransId="{6BB0F058-FE4F-4995-809C-F19E41D4B13C}" sibTransId="{3C215F70-5A88-40F8-9F8B-06F1D66CAE15}"/>
    <dgm:cxn modelId="{F206A3D7-4089-4F67-BB7F-80DC3AC75020}" type="presOf" srcId="{1A879961-A427-466F-B015-E92033E1110A}" destId="{29717A32-9863-46C8-9057-CD2C203ABDF1}" srcOrd="0" destOrd="0" presId="urn:microsoft.com/office/officeart/2005/8/layout/hList1"/>
    <dgm:cxn modelId="{CBE175D8-C6AD-40D6-B0EB-9A1957DFB12B}" type="presOf" srcId="{FB5A7AB4-A7B9-44AF-93DE-8637133B1BD9}" destId="{E0B901FF-34AF-4924-B087-FEEB2EDE543E}" srcOrd="0" destOrd="7" presId="urn:microsoft.com/office/officeart/2005/8/layout/hList1"/>
    <dgm:cxn modelId="{CCDA0BD9-E693-45D6-ACE8-FED19B833008}" srcId="{30815E62-40C7-426E-80B2-52357025685F}" destId="{E62B5666-1421-4170-85DF-BE82CCCD7EBF}" srcOrd="4" destOrd="0" parTransId="{DA249958-C26D-410C-992D-4162A071141B}" sibTransId="{4F03BB34-E691-47C8-825F-F82C484111E0}"/>
    <dgm:cxn modelId="{F84F9BD9-232E-429C-9FCD-FEF06042D641}" srcId="{1A879961-A427-466F-B015-E92033E1110A}" destId="{7F1985F8-B7C5-4AA2-AD81-2BBE340B7062}" srcOrd="12" destOrd="0" parTransId="{E15FC849-C270-4639-B42A-9212B07B0D1F}" sibTransId="{EC0F17DF-1AF0-4C63-92D2-1A76E8B96441}"/>
    <dgm:cxn modelId="{C52817DA-3C07-414E-A3A3-A8C00B159089}" type="presOf" srcId="{A4604F7B-9463-4702-BD87-079503FC9A01}" destId="{1B94C01C-1DC1-498D-8C2C-B8D9F47E5B61}" srcOrd="0" destOrd="13" presId="urn:microsoft.com/office/officeart/2005/8/layout/hList1"/>
    <dgm:cxn modelId="{7301BBE0-4B97-483F-8BF9-96973171E851}" type="presOf" srcId="{65C29FC5-3D2A-4FDF-9B79-01992222C563}" destId="{B52A5248-E5CE-4237-B839-0BD7A358258E}" srcOrd="0" destOrd="8" presId="urn:microsoft.com/office/officeart/2005/8/layout/hList1"/>
    <dgm:cxn modelId="{8B1AA1E1-5FAB-49E7-837B-F2B28AF6EE98}" type="presOf" srcId="{B6614B0A-DDE8-41AB-804C-44CE82C2D1DC}" destId="{1B94C01C-1DC1-498D-8C2C-B8D9F47E5B61}" srcOrd="0" destOrd="6" presId="urn:microsoft.com/office/officeart/2005/8/layout/hList1"/>
    <dgm:cxn modelId="{63C460E3-1031-4C63-AAE9-A3D3BFC50209}" type="presOf" srcId="{509105E0-7DD9-4791-AAFC-27F7268E347A}" destId="{55EF346D-B616-4B66-B746-D787CB91C212}" srcOrd="0" destOrd="0" presId="urn:microsoft.com/office/officeart/2005/8/layout/hList1"/>
    <dgm:cxn modelId="{4ADCBAE3-9ABE-4CB8-A858-ABC8B267FA54}" srcId="{F4DAC338-DBEE-44D7-8A9D-242ADF5499FA}" destId="{B31EB003-2F44-47C9-A7B7-650620F5E51E}" srcOrd="8" destOrd="0" parTransId="{FC658536-32C6-450F-80E9-0C576614001E}" sibTransId="{10545EA3-9505-4FA0-977B-28B770D898A9}"/>
    <dgm:cxn modelId="{4E5F20E4-6FC5-4442-A2AF-936B4E910D87}" type="presOf" srcId="{98F1B151-2DA1-4369-B8D5-F579EF52185C}" destId="{1B94C01C-1DC1-498D-8C2C-B8D9F47E5B61}" srcOrd="0" destOrd="4" presId="urn:microsoft.com/office/officeart/2005/8/layout/hList1"/>
    <dgm:cxn modelId="{FC378BE4-93B2-4157-90B1-9E6A67994B28}" srcId="{6374AC1B-0229-4FCD-995E-11CD9EE05285}" destId="{30815E62-40C7-426E-80B2-52357025685F}" srcOrd="0" destOrd="0" parTransId="{3F7F3A92-DB36-4A20-9FCE-AB9EFCCA8F52}" sibTransId="{56585C04-4917-4049-A1F6-BF9E0057DC16}"/>
    <dgm:cxn modelId="{DAD527E5-BDE8-4D33-B2F2-8DB8A4CAD32F}" type="presOf" srcId="{B4E0FBA8-7EF4-4AF4-AEEC-FEBDBC84D819}" destId="{B52A5248-E5CE-4237-B839-0BD7A358258E}" srcOrd="0" destOrd="7" presId="urn:microsoft.com/office/officeart/2005/8/layout/hList1"/>
    <dgm:cxn modelId="{1A4F6AE5-B573-4D49-B739-0227584B7CC4}" srcId="{1A879961-A427-466F-B015-E92033E1110A}" destId="{B4E0FBA8-7EF4-4AF4-AEEC-FEBDBC84D819}" srcOrd="7" destOrd="0" parTransId="{DCAA4C3E-CFD8-4C9E-BF01-9C496DCFF180}" sibTransId="{B2EE8B86-98C9-4FAC-9E77-1629AEB34969}"/>
    <dgm:cxn modelId="{B78D85E9-BBF9-456E-B300-168082366772}" srcId="{79F6AAE6-76F2-4E19-991E-63B64A1F5EE7}" destId="{2EC4A201-406D-4C98-A596-9F7F9D1149D7}" srcOrd="7" destOrd="0" parTransId="{6D3947BC-47E6-4F45-8237-39265623D002}" sibTransId="{D5A32A67-99B0-4660-AA96-743874EA0227}"/>
    <dgm:cxn modelId="{337CA3E9-F4D6-4B6B-AADD-913D3A7E05CE}" srcId="{1A879961-A427-466F-B015-E92033E1110A}" destId="{CA1BCE73-0C83-4226-9942-F57DF76C8BC8}" srcOrd="15" destOrd="0" parTransId="{EECA50BB-9EA8-42FA-A810-6A84DCAB8C44}" sibTransId="{55878C7A-AC12-49CB-BABF-A54DE7502FB9}"/>
    <dgm:cxn modelId="{9B1D01EF-CF60-45BE-8B03-F295D6DD2AFB}" type="presOf" srcId="{81C2660F-D4EB-444C-8F38-E896AE31408D}" destId="{B52A5248-E5CE-4237-B839-0BD7A358258E}" srcOrd="0" destOrd="11" presId="urn:microsoft.com/office/officeart/2005/8/layout/hList1"/>
    <dgm:cxn modelId="{CC396CEF-14A7-4063-825F-C78BB501D0A3}" type="presOf" srcId="{2EC4A201-406D-4C98-A596-9F7F9D1149D7}" destId="{1B94C01C-1DC1-498D-8C2C-B8D9F47E5B61}" srcOrd="0" destOrd="7" presId="urn:microsoft.com/office/officeart/2005/8/layout/hList1"/>
    <dgm:cxn modelId="{EF21D5F0-C935-429C-BA60-7EFA3CC3AC51}" type="presOf" srcId="{B73DFD77-AD28-435F-93B1-498738829443}" destId="{1B94C01C-1DC1-498D-8C2C-B8D9F47E5B61}" srcOrd="0" destOrd="10" presId="urn:microsoft.com/office/officeart/2005/8/layout/hList1"/>
    <dgm:cxn modelId="{1A5434F1-3D2D-4EEB-8FC4-4F478B300DA9}" srcId="{30815E62-40C7-426E-80B2-52357025685F}" destId="{B272B85E-AB95-496B-BFFE-A4129E73BDC9}" srcOrd="6" destOrd="0" parTransId="{0B74FA95-AE3B-4EFF-B017-A8E93C51A3D6}" sibTransId="{8CD9788C-180D-4923-AC4D-B43B5A6192DB}"/>
    <dgm:cxn modelId="{4CA969F4-7B86-4CC4-A775-4DA39982D97E}" type="presOf" srcId="{95BC77C9-3CCB-4DED-AFFD-365630D7B230}" destId="{1B94C01C-1DC1-498D-8C2C-B8D9F47E5B61}" srcOrd="0" destOrd="0" presId="urn:microsoft.com/office/officeart/2005/8/layout/hList1"/>
    <dgm:cxn modelId="{2767B4FA-B149-4173-AA59-71AE762C671A}" type="presOf" srcId="{2BF90855-4DA4-41F8-91E6-4507A9A3DCDE}" destId="{55EF346D-B616-4B66-B746-D787CB91C212}" srcOrd="0" destOrd="2" presId="urn:microsoft.com/office/officeart/2005/8/layout/hList1"/>
    <dgm:cxn modelId="{FE4C3CFB-932A-4EE9-9898-E45EB9D438DF}" type="presOf" srcId="{EF1FAC6C-824E-46CD-8D36-A4464E835A0E}" destId="{1B94C01C-1DC1-498D-8C2C-B8D9F47E5B61}" srcOrd="0" destOrd="14" presId="urn:microsoft.com/office/officeart/2005/8/layout/hList1"/>
    <dgm:cxn modelId="{EB5867C0-EE7D-4454-BC73-7B4FCD143E78}" type="presParOf" srcId="{CC9811DD-6487-413A-A569-64746AAB2096}" destId="{5A835063-E940-418A-8E56-B5248B253DF2}" srcOrd="0" destOrd="0" presId="urn:microsoft.com/office/officeart/2005/8/layout/hList1"/>
    <dgm:cxn modelId="{1056F9D9-3482-48C5-9E34-E6D0CBD0DBAD}" type="presParOf" srcId="{5A835063-E940-418A-8E56-B5248B253DF2}" destId="{A26AD8CC-7F90-418C-A57E-0CCB37A49A94}" srcOrd="0" destOrd="0" presId="urn:microsoft.com/office/officeart/2005/8/layout/hList1"/>
    <dgm:cxn modelId="{F2ED2DAC-BBE8-43CA-B287-7EE1F78843FC}" type="presParOf" srcId="{5A835063-E940-418A-8E56-B5248B253DF2}" destId="{E0B901FF-34AF-4924-B087-FEEB2EDE543E}" srcOrd="1" destOrd="0" presId="urn:microsoft.com/office/officeart/2005/8/layout/hList1"/>
    <dgm:cxn modelId="{0ED7DAFF-3DD4-4E9A-8937-B96B83C52F13}" type="presParOf" srcId="{CC9811DD-6487-413A-A569-64746AAB2096}" destId="{AA42046F-9F12-41D2-A135-F380CE1C675B}" srcOrd="1" destOrd="0" presId="urn:microsoft.com/office/officeart/2005/8/layout/hList1"/>
    <dgm:cxn modelId="{EF0D6C88-5865-419E-B2CC-22F27F001ABE}" type="presParOf" srcId="{CC9811DD-6487-413A-A569-64746AAB2096}" destId="{BCEA0290-1E0D-4424-A515-0579DCE01777}" srcOrd="2" destOrd="0" presId="urn:microsoft.com/office/officeart/2005/8/layout/hList1"/>
    <dgm:cxn modelId="{91E45ECB-D526-48A0-B60C-A11550A2B2B3}" type="presParOf" srcId="{BCEA0290-1E0D-4424-A515-0579DCE01777}" destId="{29717A32-9863-46C8-9057-CD2C203ABDF1}" srcOrd="0" destOrd="0" presId="urn:microsoft.com/office/officeart/2005/8/layout/hList1"/>
    <dgm:cxn modelId="{D325511D-E53B-4D20-9E0F-2F3CEEFE65AB}" type="presParOf" srcId="{BCEA0290-1E0D-4424-A515-0579DCE01777}" destId="{B52A5248-E5CE-4237-B839-0BD7A358258E}" srcOrd="1" destOrd="0" presId="urn:microsoft.com/office/officeart/2005/8/layout/hList1"/>
    <dgm:cxn modelId="{EE593F84-D32A-40E1-87A0-956A46E0C0AA}" type="presParOf" srcId="{CC9811DD-6487-413A-A569-64746AAB2096}" destId="{BBDEE0A7-8D40-457A-A3BC-49612C014FE2}" srcOrd="3" destOrd="0" presId="urn:microsoft.com/office/officeart/2005/8/layout/hList1"/>
    <dgm:cxn modelId="{71A54BD7-E7C8-42E2-BD9E-B58D2F4C285D}" type="presParOf" srcId="{CC9811DD-6487-413A-A569-64746AAB2096}" destId="{09D448A6-14FF-40E9-9239-4B401E9B0790}" srcOrd="4" destOrd="0" presId="urn:microsoft.com/office/officeart/2005/8/layout/hList1"/>
    <dgm:cxn modelId="{696F7506-1FAC-4B48-A23A-08F7BDE96051}" type="presParOf" srcId="{09D448A6-14FF-40E9-9239-4B401E9B0790}" destId="{29131D4E-B654-461F-A64B-5135E76942F7}" srcOrd="0" destOrd="0" presId="urn:microsoft.com/office/officeart/2005/8/layout/hList1"/>
    <dgm:cxn modelId="{C4C0561A-0291-438E-B2AF-57E7F58E5805}" type="presParOf" srcId="{09D448A6-14FF-40E9-9239-4B401E9B0790}" destId="{55EF346D-B616-4B66-B746-D787CB91C212}" srcOrd="1" destOrd="0" presId="urn:microsoft.com/office/officeart/2005/8/layout/hList1"/>
    <dgm:cxn modelId="{BE202FAB-D4DE-4BE3-8D20-6F7A8881CA34}" type="presParOf" srcId="{CC9811DD-6487-413A-A569-64746AAB2096}" destId="{E8CA8D83-F6C6-4BB8-A343-CC582B796BA5}" srcOrd="5" destOrd="0" presId="urn:microsoft.com/office/officeart/2005/8/layout/hList1"/>
    <dgm:cxn modelId="{2275662D-7FD2-4FCA-9883-52FE274098D6}" type="presParOf" srcId="{CC9811DD-6487-413A-A569-64746AAB2096}" destId="{73490039-E31F-4578-B171-AC02CE0CC18F}" srcOrd="6" destOrd="0" presId="urn:microsoft.com/office/officeart/2005/8/layout/hList1"/>
    <dgm:cxn modelId="{8F8C9384-7A7C-409F-AF2C-F862DE68E26F}" type="presParOf" srcId="{73490039-E31F-4578-B171-AC02CE0CC18F}" destId="{33391748-543B-4C45-9F6C-112842578F49}" srcOrd="0" destOrd="0" presId="urn:microsoft.com/office/officeart/2005/8/layout/hList1"/>
    <dgm:cxn modelId="{5D315946-EDF8-40EE-AAE6-64BCFB209938}" type="presParOf" srcId="{73490039-E31F-4578-B171-AC02CE0CC18F}" destId="{1B94C01C-1DC1-498D-8C2C-B8D9F47E5B61}"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3.xml><?xml version="1.0" encoding="utf-8"?>
<dgm:dataModel xmlns:dgm="http://schemas.openxmlformats.org/drawingml/2006/diagram" xmlns:a="http://schemas.openxmlformats.org/drawingml/2006/main">
  <dgm:ptLst>
    <dgm:pt modelId="{9678A1C1-BF4A-4A5A-B48C-80C68A323196}"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579F8662-6CF8-47E8-AE03-16A328D95368}">
      <dgm:prSet phldrT="[Text]" custT="1"/>
      <dgm:spPr/>
      <dgm:t>
        <a:bodyPr/>
        <a:lstStyle/>
        <a:p>
          <a:r>
            <a:rPr lang="en-US" sz="3200" dirty="0"/>
            <a:t>Simple wordnet</a:t>
          </a:r>
        </a:p>
      </dgm:t>
    </dgm:pt>
    <dgm:pt modelId="{B6F0F48F-2C33-4D21-AFFD-7EFA3BB29270}" type="parTrans" cxnId="{1E3BD821-370E-4035-82D1-135DD16DAD40}">
      <dgm:prSet/>
      <dgm:spPr/>
      <dgm:t>
        <a:bodyPr/>
        <a:lstStyle/>
        <a:p>
          <a:endParaRPr lang="en-US"/>
        </a:p>
      </dgm:t>
    </dgm:pt>
    <dgm:pt modelId="{F209AA7D-DE88-4FD5-8F75-F649A38A95BB}" type="sibTrans" cxnId="{1E3BD821-370E-4035-82D1-135DD16DAD40}">
      <dgm:prSet/>
      <dgm:spPr/>
      <dgm:t>
        <a:bodyPr/>
        <a:lstStyle/>
        <a:p>
          <a:endParaRPr lang="en-US"/>
        </a:p>
      </dgm:t>
    </dgm:pt>
    <dgm:pt modelId="{08B6B361-0C95-4DCB-9086-E4D05E012C1B}">
      <dgm:prSet phldrT="[Text]" custT="1">
        <dgm:style>
          <a:lnRef idx="0">
            <a:schemeClr val="accent6"/>
          </a:lnRef>
          <a:fillRef idx="3">
            <a:schemeClr val="accent6"/>
          </a:fillRef>
          <a:effectRef idx="3">
            <a:schemeClr val="accent6"/>
          </a:effectRef>
          <a:fontRef idx="minor">
            <a:schemeClr val="lt1"/>
          </a:fontRef>
        </dgm:style>
      </dgm:prSet>
      <dgm:spPr/>
      <dgm:t>
        <a:bodyPr/>
        <a:lstStyle/>
        <a:p>
          <a:r>
            <a:rPr lang="en-US" sz="3200" dirty="0"/>
            <a:t>Simple Walmart</a:t>
          </a:r>
        </a:p>
      </dgm:t>
    </dgm:pt>
    <dgm:pt modelId="{D78FE1EC-F099-48D7-A926-7A60BB925346}" type="parTrans" cxnId="{87FEB556-4812-4CBD-81C4-C929F8023FF2}">
      <dgm:prSet/>
      <dgm:spPr/>
      <dgm:t>
        <a:bodyPr/>
        <a:lstStyle/>
        <a:p>
          <a:endParaRPr lang="en-US"/>
        </a:p>
      </dgm:t>
    </dgm:pt>
    <dgm:pt modelId="{8BDFCBD1-2D9A-4DC7-9C40-E43EF2BCC8E7}" type="sibTrans" cxnId="{87FEB556-4812-4CBD-81C4-C929F8023FF2}">
      <dgm:prSet/>
      <dgm:spPr/>
      <dgm:t>
        <a:bodyPr/>
        <a:lstStyle/>
        <a:p>
          <a:endParaRPr lang="en-US"/>
        </a:p>
      </dgm:t>
    </dgm:pt>
    <dgm:pt modelId="{D5670C89-8396-48DD-A1B6-092EA3A002FC}">
      <dgm:prSet phldrT="[Text]" custT="1">
        <dgm:style>
          <a:lnRef idx="0">
            <a:schemeClr val="accent5"/>
          </a:lnRef>
          <a:fillRef idx="3">
            <a:schemeClr val="accent5"/>
          </a:fillRef>
          <a:effectRef idx="3">
            <a:schemeClr val="accent5"/>
          </a:effectRef>
          <a:fontRef idx="minor">
            <a:schemeClr val="lt1"/>
          </a:fontRef>
        </dgm:style>
      </dgm:prSet>
      <dgm:spPr/>
      <dgm:t>
        <a:bodyPr/>
        <a:lstStyle/>
        <a:p>
          <a:r>
            <a:rPr lang="en-US" sz="3200" dirty="0"/>
            <a:t>Complex Walmart</a:t>
          </a:r>
        </a:p>
      </dgm:t>
    </dgm:pt>
    <dgm:pt modelId="{BF5D7828-D311-414E-A595-73F762780B71}" type="parTrans" cxnId="{A52C5C4A-E4E3-4F27-9C9E-5ED5221A8CD9}">
      <dgm:prSet/>
      <dgm:spPr/>
      <dgm:t>
        <a:bodyPr/>
        <a:lstStyle/>
        <a:p>
          <a:endParaRPr lang="en-US"/>
        </a:p>
      </dgm:t>
    </dgm:pt>
    <dgm:pt modelId="{1A79AEED-D974-4FEC-BF2C-7A62F6ABEE26}" type="sibTrans" cxnId="{A52C5C4A-E4E3-4F27-9C9E-5ED5221A8CD9}">
      <dgm:prSet/>
      <dgm:spPr/>
      <dgm:t>
        <a:bodyPr/>
        <a:lstStyle/>
        <a:p>
          <a:endParaRPr lang="en-US"/>
        </a:p>
      </dgm:t>
    </dgm:pt>
    <dgm:pt modelId="{1A67DF27-9E57-4627-87D0-3265C971A13B}">
      <dgm:prSet phldrT="[Text]"/>
      <dgm:spPr/>
      <dgm:t>
        <a:bodyPr/>
        <a:lstStyle/>
        <a:p>
          <a:r>
            <a:rPr lang="en-US" dirty="0"/>
            <a:t>Randomly choose a word in the sentence and look for its synonym in “Wordnet”. If found, then replace it otherwise return nothing.</a:t>
          </a:r>
        </a:p>
      </dgm:t>
    </dgm:pt>
    <dgm:pt modelId="{3B3944CC-F3FA-4C62-840A-EACE5B7E7FD2}" type="parTrans" cxnId="{5C97B0DB-2F9A-48D4-B313-9CB6B9D351D8}">
      <dgm:prSet/>
      <dgm:spPr/>
      <dgm:t>
        <a:bodyPr/>
        <a:lstStyle/>
        <a:p>
          <a:endParaRPr lang="en-US"/>
        </a:p>
      </dgm:t>
    </dgm:pt>
    <dgm:pt modelId="{FEA61949-8837-4784-B6DD-73D67C4C4A8F}" type="sibTrans" cxnId="{5C97B0DB-2F9A-48D4-B313-9CB6B9D351D8}">
      <dgm:prSet/>
      <dgm:spPr/>
      <dgm:t>
        <a:bodyPr/>
        <a:lstStyle/>
        <a:p>
          <a:endParaRPr lang="en-US"/>
        </a:p>
      </dgm:t>
    </dgm:pt>
    <dgm:pt modelId="{784D3E40-8AC6-4134-9F89-E8B9971C07B0}">
      <dgm:prSet phldrT="[Text]"/>
      <dgm:spPr/>
      <dgm:t>
        <a:bodyPr/>
        <a:lstStyle/>
        <a:p>
          <a:r>
            <a:rPr lang="en-US" dirty="0"/>
            <a:t>Few issues- SAM: surface-to-air missile, Premium: Insurance Premium</a:t>
          </a:r>
        </a:p>
      </dgm:t>
    </dgm:pt>
    <dgm:pt modelId="{7980E3B6-6291-4230-8E0F-FA5C04DDB5B6}" type="parTrans" cxnId="{889DF8BE-F57D-4CDA-8E75-6069F7A319C0}">
      <dgm:prSet/>
      <dgm:spPr/>
      <dgm:t>
        <a:bodyPr/>
        <a:lstStyle/>
        <a:p>
          <a:endParaRPr lang="en-US"/>
        </a:p>
      </dgm:t>
    </dgm:pt>
    <dgm:pt modelId="{C2F1B717-61E0-40AC-A1E7-0E6AEF8D021C}" type="sibTrans" cxnId="{889DF8BE-F57D-4CDA-8E75-6069F7A319C0}">
      <dgm:prSet/>
      <dgm:spPr/>
      <dgm:t>
        <a:bodyPr/>
        <a:lstStyle/>
        <a:p>
          <a:endParaRPr lang="en-US"/>
        </a:p>
      </dgm:t>
    </dgm:pt>
    <dgm:pt modelId="{EC68286B-D5CC-495C-B8E5-05EDAC97E96A}">
      <dgm:prSet phldrT="[Text]"/>
      <dgm:spPr>
        <a:ln>
          <a:solidFill>
            <a:schemeClr val="accent6"/>
          </a:solidFill>
        </a:ln>
      </dgm:spPr>
      <dgm:t>
        <a:bodyPr/>
        <a:lstStyle/>
        <a:p>
          <a:r>
            <a:rPr lang="en-US" dirty="0"/>
            <a:t>Randomly choose a word in the sentence and look for its synonym. If that word is present in Walmart list, return its list of synonyms and replace with any of them randomly. If word not found in Walmart list, return nothing. </a:t>
          </a:r>
        </a:p>
      </dgm:t>
    </dgm:pt>
    <dgm:pt modelId="{61B564A3-EF79-4850-8B86-E1B2884B6F29}" type="parTrans" cxnId="{0DDFCD9C-C01A-4518-9CC3-E23D4638D0D8}">
      <dgm:prSet/>
      <dgm:spPr/>
      <dgm:t>
        <a:bodyPr/>
        <a:lstStyle/>
        <a:p>
          <a:endParaRPr lang="en-US"/>
        </a:p>
      </dgm:t>
    </dgm:pt>
    <dgm:pt modelId="{F0C4AF72-D275-405B-8E26-7F00A4BCC280}" type="sibTrans" cxnId="{0DDFCD9C-C01A-4518-9CC3-E23D4638D0D8}">
      <dgm:prSet/>
      <dgm:spPr/>
      <dgm:t>
        <a:bodyPr/>
        <a:lstStyle/>
        <a:p>
          <a:endParaRPr lang="en-US"/>
        </a:p>
      </dgm:t>
    </dgm:pt>
    <dgm:pt modelId="{0E0CD684-75EF-420A-BAD5-A7BB23523A9B}">
      <dgm:prSet phldrT="[Text]"/>
      <dgm:spPr>
        <a:ln>
          <a:solidFill>
            <a:schemeClr val="accent5"/>
          </a:solidFill>
        </a:ln>
      </dgm:spPr>
      <dgm:t>
        <a:bodyPr/>
        <a:lstStyle/>
        <a:p>
          <a:r>
            <a:rPr lang="en-US" dirty="0"/>
            <a:t>Set the ratio of verb, noun and adjectives.</a:t>
          </a:r>
        </a:p>
      </dgm:t>
    </dgm:pt>
    <dgm:pt modelId="{2CFEA8EC-0DA1-428C-9791-783611BC18FB}" type="parTrans" cxnId="{CBBD737D-893C-44F5-84F3-AFDF3D074581}">
      <dgm:prSet/>
      <dgm:spPr/>
      <dgm:t>
        <a:bodyPr/>
        <a:lstStyle/>
        <a:p>
          <a:endParaRPr lang="en-US"/>
        </a:p>
      </dgm:t>
    </dgm:pt>
    <dgm:pt modelId="{5BA7A1B9-9A4F-4214-9A60-3BF318259A64}" type="sibTrans" cxnId="{CBBD737D-893C-44F5-84F3-AFDF3D074581}">
      <dgm:prSet/>
      <dgm:spPr/>
      <dgm:t>
        <a:bodyPr/>
        <a:lstStyle/>
        <a:p>
          <a:endParaRPr lang="en-US"/>
        </a:p>
      </dgm:t>
    </dgm:pt>
    <dgm:pt modelId="{5B696CF4-243B-4888-AE07-E11A960025B5}">
      <dgm:prSet phldrT="[Text]"/>
      <dgm:spPr>
        <a:ln>
          <a:solidFill>
            <a:schemeClr val="accent5"/>
          </a:solidFill>
        </a:ln>
      </dgm:spPr>
      <dgm:t>
        <a:bodyPr/>
        <a:lstStyle/>
        <a:p>
          <a:r>
            <a:rPr lang="en-US" dirty="0"/>
            <a:t>If transformation function for verb is applied, then it will find all the verbs in the sentence, and randomly select any of them to look for synonym.</a:t>
          </a:r>
        </a:p>
      </dgm:t>
    </dgm:pt>
    <dgm:pt modelId="{6DB90AF7-3989-45FD-8FAA-5EF936A76B97}" type="parTrans" cxnId="{6A4DD98A-8143-4C9C-B67A-09E595FE5853}">
      <dgm:prSet/>
      <dgm:spPr/>
      <dgm:t>
        <a:bodyPr/>
        <a:lstStyle/>
        <a:p>
          <a:endParaRPr lang="en-US"/>
        </a:p>
      </dgm:t>
    </dgm:pt>
    <dgm:pt modelId="{839DCA7D-0381-435A-AAD4-6B01D656E06D}" type="sibTrans" cxnId="{6A4DD98A-8143-4C9C-B67A-09E595FE5853}">
      <dgm:prSet/>
      <dgm:spPr/>
      <dgm:t>
        <a:bodyPr/>
        <a:lstStyle/>
        <a:p>
          <a:endParaRPr lang="en-US"/>
        </a:p>
      </dgm:t>
    </dgm:pt>
    <dgm:pt modelId="{436E850A-8F2B-4BCC-BB0D-A845A46B6AAB}">
      <dgm:prSet phldrT="[Text]"/>
      <dgm:spPr>
        <a:ln>
          <a:solidFill>
            <a:schemeClr val="accent5"/>
          </a:solidFill>
        </a:ln>
      </dgm:spPr>
      <dgm:t>
        <a:bodyPr/>
        <a:lstStyle/>
        <a:p>
          <a:r>
            <a:rPr lang="en-US" dirty="0"/>
            <a:t>If the chosen verb is present in our Walmart list, then it is replaced with anyone of its synonyms, else if the verb is not present then return nothing.</a:t>
          </a:r>
        </a:p>
      </dgm:t>
    </dgm:pt>
    <dgm:pt modelId="{35FBCA05-5FD0-496D-AC3B-F4F3079FDA55}" type="parTrans" cxnId="{4A4E21C7-4193-4E63-937A-66CBCAEFCD05}">
      <dgm:prSet/>
      <dgm:spPr/>
      <dgm:t>
        <a:bodyPr/>
        <a:lstStyle/>
        <a:p>
          <a:endParaRPr lang="en-US"/>
        </a:p>
      </dgm:t>
    </dgm:pt>
    <dgm:pt modelId="{B77A2326-FB4D-44DE-8418-86ECCB79F98E}" type="sibTrans" cxnId="{4A4E21C7-4193-4E63-937A-66CBCAEFCD05}">
      <dgm:prSet/>
      <dgm:spPr/>
      <dgm:t>
        <a:bodyPr/>
        <a:lstStyle/>
        <a:p>
          <a:endParaRPr lang="en-US"/>
        </a:p>
      </dgm:t>
    </dgm:pt>
    <dgm:pt modelId="{469F1184-B716-4202-8730-05CF53716F31}" type="pres">
      <dgm:prSet presAssocID="{9678A1C1-BF4A-4A5A-B48C-80C68A323196}" presName="linear" presStyleCnt="0">
        <dgm:presLayoutVars>
          <dgm:dir/>
          <dgm:animLvl val="lvl"/>
          <dgm:resizeHandles val="exact"/>
        </dgm:presLayoutVars>
      </dgm:prSet>
      <dgm:spPr/>
    </dgm:pt>
    <dgm:pt modelId="{FE7071AA-23A4-4410-B53A-A9AE5B31D12F}" type="pres">
      <dgm:prSet presAssocID="{579F8662-6CF8-47E8-AE03-16A328D95368}" presName="parentLin" presStyleCnt="0"/>
      <dgm:spPr/>
    </dgm:pt>
    <dgm:pt modelId="{845AECA8-AD66-4397-AC12-B33102C0E44B}" type="pres">
      <dgm:prSet presAssocID="{579F8662-6CF8-47E8-AE03-16A328D95368}" presName="parentLeftMargin" presStyleLbl="node1" presStyleIdx="0" presStyleCnt="3"/>
      <dgm:spPr/>
    </dgm:pt>
    <dgm:pt modelId="{3F6EB0EE-79AA-4413-9F89-D84D826A61F0}" type="pres">
      <dgm:prSet presAssocID="{579F8662-6CF8-47E8-AE03-16A328D95368}" presName="parentText" presStyleLbl="node1" presStyleIdx="0" presStyleCnt="3">
        <dgm:presLayoutVars>
          <dgm:chMax val="0"/>
          <dgm:bulletEnabled val="1"/>
        </dgm:presLayoutVars>
      </dgm:prSet>
      <dgm:spPr/>
    </dgm:pt>
    <dgm:pt modelId="{5B9FB9F9-1B6C-4EE5-A14D-29B3E0BCDF20}" type="pres">
      <dgm:prSet presAssocID="{579F8662-6CF8-47E8-AE03-16A328D95368}" presName="negativeSpace" presStyleCnt="0"/>
      <dgm:spPr/>
    </dgm:pt>
    <dgm:pt modelId="{C853E562-2233-4C87-9163-C84C75EBB75B}" type="pres">
      <dgm:prSet presAssocID="{579F8662-6CF8-47E8-AE03-16A328D95368}" presName="childText" presStyleLbl="conFgAcc1" presStyleIdx="0" presStyleCnt="3">
        <dgm:presLayoutVars>
          <dgm:bulletEnabled val="1"/>
        </dgm:presLayoutVars>
      </dgm:prSet>
      <dgm:spPr/>
    </dgm:pt>
    <dgm:pt modelId="{6989E75E-D413-4F59-A12C-9454B616565B}" type="pres">
      <dgm:prSet presAssocID="{F209AA7D-DE88-4FD5-8F75-F649A38A95BB}" presName="spaceBetweenRectangles" presStyleCnt="0"/>
      <dgm:spPr/>
    </dgm:pt>
    <dgm:pt modelId="{B5B2EF53-9048-44FD-AD27-AF81D406C8DE}" type="pres">
      <dgm:prSet presAssocID="{08B6B361-0C95-4DCB-9086-E4D05E012C1B}" presName="parentLin" presStyleCnt="0"/>
      <dgm:spPr/>
    </dgm:pt>
    <dgm:pt modelId="{5CF7478E-2DDE-45CD-8D0C-A12EC3A70766}" type="pres">
      <dgm:prSet presAssocID="{08B6B361-0C95-4DCB-9086-E4D05E012C1B}" presName="parentLeftMargin" presStyleLbl="node1" presStyleIdx="0" presStyleCnt="3"/>
      <dgm:spPr/>
    </dgm:pt>
    <dgm:pt modelId="{4F931AB2-0D6D-4D3C-B4CF-AA2C9E60CFB4}" type="pres">
      <dgm:prSet presAssocID="{08B6B361-0C95-4DCB-9086-E4D05E012C1B}" presName="parentText" presStyleLbl="node1" presStyleIdx="1" presStyleCnt="3">
        <dgm:presLayoutVars>
          <dgm:chMax val="0"/>
          <dgm:bulletEnabled val="1"/>
        </dgm:presLayoutVars>
      </dgm:prSet>
      <dgm:spPr/>
    </dgm:pt>
    <dgm:pt modelId="{362A17A0-4F45-421C-BA35-6C646CBFAE96}" type="pres">
      <dgm:prSet presAssocID="{08B6B361-0C95-4DCB-9086-E4D05E012C1B}" presName="negativeSpace" presStyleCnt="0"/>
      <dgm:spPr/>
    </dgm:pt>
    <dgm:pt modelId="{47596F64-7F36-470B-972D-B3FDAB19EDF0}" type="pres">
      <dgm:prSet presAssocID="{08B6B361-0C95-4DCB-9086-E4D05E012C1B}" presName="childText" presStyleLbl="conFgAcc1" presStyleIdx="1" presStyleCnt="3">
        <dgm:presLayoutVars>
          <dgm:bulletEnabled val="1"/>
        </dgm:presLayoutVars>
      </dgm:prSet>
      <dgm:spPr/>
    </dgm:pt>
    <dgm:pt modelId="{CCF3D787-FF58-4815-93FE-B3E20F00057D}" type="pres">
      <dgm:prSet presAssocID="{8BDFCBD1-2D9A-4DC7-9C40-E43EF2BCC8E7}" presName="spaceBetweenRectangles" presStyleCnt="0"/>
      <dgm:spPr/>
    </dgm:pt>
    <dgm:pt modelId="{8148903B-A36C-4287-8B53-DF9955F8AB4D}" type="pres">
      <dgm:prSet presAssocID="{D5670C89-8396-48DD-A1B6-092EA3A002FC}" presName="parentLin" presStyleCnt="0"/>
      <dgm:spPr/>
    </dgm:pt>
    <dgm:pt modelId="{6B913E73-826C-45EC-8E62-DA5D75ECF48D}" type="pres">
      <dgm:prSet presAssocID="{D5670C89-8396-48DD-A1B6-092EA3A002FC}" presName="parentLeftMargin" presStyleLbl="node1" presStyleIdx="1" presStyleCnt="3"/>
      <dgm:spPr/>
    </dgm:pt>
    <dgm:pt modelId="{9E66FA2E-830C-4801-9633-B75CE60B3D8C}" type="pres">
      <dgm:prSet presAssocID="{D5670C89-8396-48DD-A1B6-092EA3A002FC}" presName="parentText" presStyleLbl="node1" presStyleIdx="2" presStyleCnt="3">
        <dgm:presLayoutVars>
          <dgm:chMax val="0"/>
          <dgm:bulletEnabled val="1"/>
        </dgm:presLayoutVars>
      </dgm:prSet>
      <dgm:spPr/>
    </dgm:pt>
    <dgm:pt modelId="{2EF42D6B-B6EB-4AAC-A9AD-99E17675AEA2}" type="pres">
      <dgm:prSet presAssocID="{D5670C89-8396-48DD-A1B6-092EA3A002FC}" presName="negativeSpace" presStyleCnt="0"/>
      <dgm:spPr/>
    </dgm:pt>
    <dgm:pt modelId="{93CF770A-E78D-45D5-AE26-CCB8B5A717ED}" type="pres">
      <dgm:prSet presAssocID="{D5670C89-8396-48DD-A1B6-092EA3A002FC}" presName="childText" presStyleLbl="conFgAcc1" presStyleIdx="2" presStyleCnt="3">
        <dgm:presLayoutVars>
          <dgm:bulletEnabled val="1"/>
        </dgm:presLayoutVars>
      </dgm:prSet>
      <dgm:spPr/>
    </dgm:pt>
  </dgm:ptLst>
  <dgm:cxnLst>
    <dgm:cxn modelId="{17AE5709-3544-4497-AF93-97707993D9BD}" type="presOf" srcId="{579F8662-6CF8-47E8-AE03-16A328D95368}" destId="{845AECA8-AD66-4397-AC12-B33102C0E44B}" srcOrd="0" destOrd="0" presId="urn:microsoft.com/office/officeart/2005/8/layout/list1"/>
    <dgm:cxn modelId="{1E3BD821-370E-4035-82D1-135DD16DAD40}" srcId="{9678A1C1-BF4A-4A5A-B48C-80C68A323196}" destId="{579F8662-6CF8-47E8-AE03-16A328D95368}" srcOrd="0" destOrd="0" parTransId="{B6F0F48F-2C33-4D21-AFFD-7EFA3BB29270}" sibTransId="{F209AA7D-DE88-4FD5-8F75-F649A38A95BB}"/>
    <dgm:cxn modelId="{5B98BD62-B576-4897-8D8E-A9147C730859}" type="presOf" srcId="{436E850A-8F2B-4BCC-BB0D-A845A46B6AAB}" destId="{93CF770A-E78D-45D5-AE26-CCB8B5A717ED}" srcOrd="0" destOrd="2" presId="urn:microsoft.com/office/officeart/2005/8/layout/list1"/>
    <dgm:cxn modelId="{A52C5C4A-E4E3-4F27-9C9E-5ED5221A8CD9}" srcId="{9678A1C1-BF4A-4A5A-B48C-80C68A323196}" destId="{D5670C89-8396-48DD-A1B6-092EA3A002FC}" srcOrd="2" destOrd="0" parTransId="{BF5D7828-D311-414E-A595-73F762780B71}" sibTransId="{1A79AEED-D974-4FEC-BF2C-7A62F6ABEE26}"/>
    <dgm:cxn modelId="{20A6106E-BCA9-4062-AC7D-FB934E8C914A}" type="presOf" srcId="{08B6B361-0C95-4DCB-9086-E4D05E012C1B}" destId="{5CF7478E-2DDE-45CD-8D0C-A12EC3A70766}" srcOrd="0" destOrd="0" presId="urn:microsoft.com/office/officeart/2005/8/layout/list1"/>
    <dgm:cxn modelId="{87FEB556-4812-4CBD-81C4-C929F8023FF2}" srcId="{9678A1C1-BF4A-4A5A-B48C-80C68A323196}" destId="{08B6B361-0C95-4DCB-9086-E4D05E012C1B}" srcOrd="1" destOrd="0" parTransId="{D78FE1EC-F099-48D7-A926-7A60BB925346}" sibTransId="{8BDFCBD1-2D9A-4DC7-9C40-E43EF2BCC8E7}"/>
    <dgm:cxn modelId="{4F4A9878-76E5-4BE4-8071-C2A70C9C775D}" type="presOf" srcId="{D5670C89-8396-48DD-A1B6-092EA3A002FC}" destId="{9E66FA2E-830C-4801-9633-B75CE60B3D8C}" srcOrd="1" destOrd="0" presId="urn:microsoft.com/office/officeart/2005/8/layout/list1"/>
    <dgm:cxn modelId="{CBBD737D-893C-44F5-84F3-AFDF3D074581}" srcId="{D5670C89-8396-48DD-A1B6-092EA3A002FC}" destId="{0E0CD684-75EF-420A-BAD5-A7BB23523A9B}" srcOrd="0" destOrd="0" parTransId="{2CFEA8EC-0DA1-428C-9791-783611BC18FB}" sibTransId="{5BA7A1B9-9A4F-4214-9A60-3BF318259A64}"/>
    <dgm:cxn modelId="{6A4DD98A-8143-4C9C-B67A-09E595FE5853}" srcId="{D5670C89-8396-48DD-A1B6-092EA3A002FC}" destId="{5B696CF4-243B-4888-AE07-E11A960025B5}" srcOrd="1" destOrd="0" parTransId="{6DB90AF7-3989-45FD-8FAA-5EF936A76B97}" sibTransId="{839DCA7D-0381-435A-AAD4-6B01D656E06D}"/>
    <dgm:cxn modelId="{32528A91-5F09-400A-BB27-56AE6089766F}" type="presOf" srcId="{9678A1C1-BF4A-4A5A-B48C-80C68A323196}" destId="{469F1184-B716-4202-8730-05CF53716F31}" srcOrd="0" destOrd="0" presId="urn:microsoft.com/office/officeart/2005/8/layout/list1"/>
    <dgm:cxn modelId="{0DDFCD9C-C01A-4518-9CC3-E23D4638D0D8}" srcId="{08B6B361-0C95-4DCB-9086-E4D05E012C1B}" destId="{EC68286B-D5CC-495C-B8E5-05EDAC97E96A}" srcOrd="0" destOrd="0" parTransId="{61B564A3-EF79-4850-8B86-E1B2884B6F29}" sibTransId="{F0C4AF72-D275-405B-8E26-7F00A4BCC280}"/>
    <dgm:cxn modelId="{057759A7-7E6A-4D2F-818C-B4FC0AA2DC7C}" type="presOf" srcId="{1A67DF27-9E57-4627-87D0-3265C971A13B}" destId="{C853E562-2233-4C87-9163-C84C75EBB75B}" srcOrd="0" destOrd="0" presId="urn:microsoft.com/office/officeart/2005/8/layout/list1"/>
    <dgm:cxn modelId="{4FD3B2AA-2C2C-41E8-94E4-F38CE69EE45D}" type="presOf" srcId="{784D3E40-8AC6-4134-9F89-E8B9971C07B0}" destId="{C853E562-2233-4C87-9163-C84C75EBB75B}" srcOrd="0" destOrd="1" presId="urn:microsoft.com/office/officeart/2005/8/layout/list1"/>
    <dgm:cxn modelId="{46532EBE-1F2E-4205-B720-0BCDE9599157}" type="presOf" srcId="{0E0CD684-75EF-420A-BAD5-A7BB23523A9B}" destId="{93CF770A-E78D-45D5-AE26-CCB8B5A717ED}" srcOrd="0" destOrd="0" presId="urn:microsoft.com/office/officeart/2005/8/layout/list1"/>
    <dgm:cxn modelId="{889DF8BE-F57D-4CDA-8E75-6069F7A319C0}" srcId="{579F8662-6CF8-47E8-AE03-16A328D95368}" destId="{784D3E40-8AC6-4134-9F89-E8B9971C07B0}" srcOrd="1" destOrd="0" parTransId="{7980E3B6-6291-4230-8E0F-FA5C04DDB5B6}" sibTransId="{C2F1B717-61E0-40AC-A1E7-0E6AEF8D021C}"/>
    <dgm:cxn modelId="{4A4E21C7-4193-4E63-937A-66CBCAEFCD05}" srcId="{D5670C89-8396-48DD-A1B6-092EA3A002FC}" destId="{436E850A-8F2B-4BCC-BB0D-A845A46B6AAB}" srcOrd="2" destOrd="0" parTransId="{35FBCA05-5FD0-496D-AC3B-F4F3079FDA55}" sibTransId="{B77A2326-FB4D-44DE-8418-86ECCB79F98E}"/>
    <dgm:cxn modelId="{26C99FCE-14D1-49D8-8D36-884370B6CC7E}" type="presOf" srcId="{5B696CF4-243B-4888-AE07-E11A960025B5}" destId="{93CF770A-E78D-45D5-AE26-CCB8B5A717ED}" srcOrd="0" destOrd="1" presId="urn:microsoft.com/office/officeart/2005/8/layout/list1"/>
    <dgm:cxn modelId="{C450E9D1-61CF-42B8-8586-B476448E8B39}" type="presOf" srcId="{D5670C89-8396-48DD-A1B6-092EA3A002FC}" destId="{6B913E73-826C-45EC-8E62-DA5D75ECF48D}" srcOrd="0" destOrd="0" presId="urn:microsoft.com/office/officeart/2005/8/layout/list1"/>
    <dgm:cxn modelId="{5C97B0DB-2F9A-48D4-B313-9CB6B9D351D8}" srcId="{579F8662-6CF8-47E8-AE03-16A328D95368}" destId="{1A67DF27-9E57-4627-87D0-3265C971A13B}" srcOrd="0" destOrd="0" parTransId="{3B3944CC-F3FA-4C62-840A-EACE5B7E7FD2}" sibTransId="{FEA61949-8837-4784-B6DD-73D67C4C4A8F}"/>
    <dgm:cxn modelId="{B324C1DF-03D5-4076-8736-D0658102A43E}" type="presOf" srcId="{EC68286B-D5CC-495C-B8E5-05EDAC97E96A}" destId="{47596F64-7F36-470B-972D-B3FDAB19EDF0}" srcOrd="0" destOrd="0" presId="urn:microsoft.com/office/officeart/2005/8/layout/list1"/>
    <dgm:cxn modelId="{A7FC05F2-B708-44B6-8049-08CDB8F41FF2}" type="presOf" srcId="{579F8662-6CF8-47E8-AE03-16A328D95368}" destId="{3F6EB0EE-79AA-4413-9F89-D84D826A61F0}" srcOrd="1" destOrd="0" presId="urn:microsoft.com/office/officeart/2005/8/layout/list1"/>
    <dgm:cxn modelId="{B3B07EFB-74BA-440A-86D4-73B971C4690C}" type="presOf" srcId="{08B6B361-0C95-4DCB-9086-E4D05E012C1B}" destId="{4F931AB2-0D6D-4D3C-B4CF-AA2C9E60CFB4}" srcOrd="1" destOrd="0" presId="urn:microsoft.com/office/officeart/2005/8/layout/list1"/>
    <dgm:cxn modelId="{BEEAC054-EB6C-4F04-9427-BF9E6E179A29}" type="presParOf" srcId="{469F1184-B716-4202-8730-05CF53716F31}" destId="{FE7071AA-23A4-4410-B53A-A9AE5B31D12F}" srcOrd="0" destOrd="0" presId="urn:microsoft.com/office/officeart/2005/8/layout/list1"/>
    <dgm:cxn modelId="{0D2512A6-D768-4B95-94C8-CF3849B81B5A}" type="presParOf" srcId="{FE7071AA-23A4-4410-B53A-A9AE5B31D12F}" destId="{845AECA8-AD66-4397-AC12-B33102C0E44B}" srcOrd="0" destOrd="0" presId="urn:microsoft.com/office/officeart/2005/8/layout/list1"/>
    <dgm:cxn modelId="{05A00A4F-61BF-490E-8AC1-0AB0E4638D72}" type="presParOf" srcId="{FE7071AA-23A4-4410-B53A-A9AE5B31D12F}" destId="{3F6EB0EE-79AA-4413-9F89-D84D826A61F0}" srcOrd="1" destOrd="0" presId="urn:microsoft.com/office/officeart/2005/8/layout/list1"/>
    <dgm:cxn modelId="{EE5E659A-3635-425E-8A39-F0277D814E35}" type="presParOf" srcId="{469F1184-B716-4202-8730-05CF53716F31}" destId="{5B9FB9F9-1B6C-4EE5-A14D-29B3E0BCDF20}" srcOrd="1" destOrd="0" presId="urn:microsoft.com/office/officeart/2005/8/layout/list1"/>
    <dgm:cxn modelId="{BD7A5503-D8D4-4CB0-AA67-0E5619453200}" type="presParOf" srcId="{469F1184-B716-4202-8730-05CF53716F31}" destId="{C853E562-2233-4C87-9163-C84C75EBB75B}" srcOrd="2" destOrd="0" presId="urn:microsoft.com/office/officeart/2005/8/layout/list1"/>
    <dgm:cxn modelId="{F846BA7F-F594-4B1B-A46B-6612689DE93C}" type="presParOf" srcId="{469F1184-B716-4202-8730-05CF53716F31}" destId="{6989E75E-D413-4F59-A12C-9454B616565B}" srcOrd="3" destOrd="0" presId="urn:microsoft.com/office/officeart/2005/8/layout/list1"/>
    <dgm:cxn modelId="{48AECA71-C3DE-43A6-BB6A-07EFF781F98B}" type="presParOf" srcId="{469F1184-B716-4202-8730-05CF53716F31}" destId="{B5B2EF53-9048-44FD-AD27-AF81D406C8DE}" srcOrd="4" destOrd="0" presId="urn:microsoft.com/office/officeart/2005/8/layout/list1"/>
    <dgm:cxn modelId="{730C06CA-0980-45AE-BE71-194F5DBB4B7A}" type="presParOf" srcId="{B5B2EF53-9048-44FD-AD27-AF81D406C8DE}" destId="{5CF7478E-2DDE-45CD-8D0C-A12EC3A70766}" srcOrd="0" destOrd="0" presId="urn:microsoft.com/office/officeart/2005/8/layout/list1"/>
    <dgm:cxn modelId="{0018025D-0D6C-48A0-8A37-4243859709FE}" type="presParOf" srcId="{B5B2EF53-9048-44FD-AD27-AF81D406C8DE}" destId="{4F931AB2-0D6D-4D3C-B4CF-AA2C9E60CFB4}" srcOrd="1" destOrd="0" presId="urn:microsoft.com/office/officeart/2005/8/layout/list1"/>
    <dgm:cxn modelId="{7E6F6461-D264-45D2-B588-47AC922DB2D9}" type="presParOf" srcId="{469F1184-B716-4202-8730-05CF53716F31}" destId="{362A17A0-4F45-421C-BA35-6C646CBFAE96}" srcOrd="5" destOrd="0" presId="urn:microsoft.com/office/officeart/2005/8/layout/list1"/>
    <dgm:cxn modelId="{538AF120-F89A-4928-BAFB-76603CD2204B}" type="presParOf" srcId="{469F1184-B716-4202-8730-05CF53716F31}" destId="{47596F64-7F36-470B-972D-B3FDAB19EDF0}" srcOrd="6" destOrd="0" presId="urn:microsoft.com/office/officeart/2005/8/layout/list1"/>
    <dgm:cxn modelId="{6D4F6A2C-EDBF-46E5-A0A6-3E8EC3E1955D}" type="presParOf" srcId="{469F1184-B716-4202-8730-05CF53716F31}" destId="{CCF3D787-FF58-4815-93FE-B3E20F00057D}" srcOrd="7" destOrd="0" presId="urn:microsoft.com/office/officeart/2005/8/layout/list1"/>
    <dgm:cxn modelId="{FB948FA6-EFB8-48BF-8242-37411C24BEA0}" type="presParOf" srcId="{469F1184-B716-4202-8730-05CF53716F31}" destId="{8148903B-A36C-4287-8B53-DF9955F8AB4D}" srcOrd="8" destOrd="0" presId="urn:microsoft.com/office/officeart/2005/8/layout/list1"/>
    <dgm:cxn modelId="{764BAB7A-E0F6-46CE-8E63-44DE6B7A04F1}" type="presParOf" srcId="{8148903B-A36C-4287-8B53-DF9955F8AB4D}" destId="{6B913E73-826C-45EC-8E62-DA5D75ECF48D}" srcOrd="0" destOrd="0" presId="urn:microsoft.com/office/officeart/2005/8/layout/list1"/>
    <dgm:cxn modelId="{C92072C4-9F94-4656-A25E-E4F2F52EC305}" type="presParOf" srcId="{8148903B-A36C-4287-8B53-DF9955F8AB4D}" destId="{9E66FA2E-830C-4801-9633-B75CE60B3D8C}" srcOrd="1" destOrd="0" presId="urn:microsoft.com/office/officeart/2005/8/layout/list1"/>
    <dgm:cxn modelId="{11E35355-CDB5-4DDA-8CEE-E82C97F1B8E8}" type="presParOf" srcId="{469F1184-B716-4202-8730-05CF53716F31}" destId="{2EF42D6B-B6EB-4AAC-A9AD-99E17675AEA2}" srcOrd="9" destOrd="0" presId="urn:microsoft.com/office/officeart/2005/8/layout/list1"/>
    <dgm:cxn modelId="{03F1E93B-8043-4F2B-AE94-75A71FCEAE69}" type="presParOf" srcId="{469F1184-B716-4202-8730-05CF53716F31}" destId="{93CF770A-E78D-45D5-AE26-CCB8B5A717ED}"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4.xml><?xml version="1.0" encoding="utf-8"?>
<dgm:dataModel xmlns:dgm="http://schemas.openxmlformats.org/drawingml/2006/diagram" xmlns:a="http://schemas.openxmlformats.org/drawingml/2006/main">
  <dgm:ptLst>
    <dgm:pt modelId="{6767BB3F-F793-4C8E-B437-6756DAC0C5FD}"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72FFBA09-5531-4732-9A4C-6ED8FF446D62}">
      <dgm:prSet phldrT="[Text]" custT="1">
        <dgm:style>
          <a:lnRef idx="0">
            <a:schemeClr val="accent1"/>
          </a:lnRef>
          <a:fillRef idx="3">
            <a:schemeClr val="accent1"/>
          </a:fillRef>
          <a:effectRef idx="3">
            <a:schemeClr val="accent1"/>
          </a:effectRef>
          <a:fontRef idx="minor">
            <a:schemeClr val="lt1"/>
          </a:fontRef>
        </dgm:style>
      </dgm:prSet>
      <dgm:spPr/>
      <dgm:t>
        <a:bodyPr/>
        <a:lstStyle/>
        <a:p>
          <a:r>
            <a:rPr lang="en-US" sz="2800" dirty="0"/>
            <a:t>New Data</a:t>
          </a:r>
        </a:p>
      </dgm:t>
    </dgm:pt>
    <dgm:pt modelId="{0936566A-CFEE-4CA8-9A4E-421A45AD97AD}" type="parTrans" cxnId="{1E80A9F0-AE25-4469-A849-BC56D89BC089}">
      <dgm:prSet/>
      <dgm:spPr/>
      <dgm:t>
        <a:bodyPr/>
        <a:lstStyle/>
        <a:p>
          <a:endParaRPr lang="en-US"/>
        </a:p>
      </dgm:t>
    </dgm:pt>
    <dgm:pt modelId="{042817AC-8A5E-48D1-A960-E7F284F7D905}" type="sibTrans" cxnId="{1E80A9F0-AE25-4469-A849-BC56D89BC089}">
      <dgm:prSet/>
      <dgm:spPr/>
      <dgm:t>
        <a:bodyPr/>
        <a:lstStyle/>
        <a:p>
          <a:endParaRPr lang="en-US"/>
        </a:p>
      </dgm:t>
    </dgm:pt>
    <dgm:pt modelId="{67202288-3879-426D-BED8-84CB8D1B6F42}">
      <dgm:prSet phldrT="[Text]" custT="1">
        <dgm:style>
          <a:lnRef idx="0">
            <a:schemeClr val="accent6"/>
          </a:lnRef>
          <a:fillRef idx="3">
            <a:schemeClr val="accent6"/>
          </a:fillRef>
          <a:effectRef idx="3">
            <a:schemeClr val="accent6"/>
          </a:effectRef>
          <a:fontRef idx="minor">
            <a:schemeClr val="lt1"/>
          </a:fontRef>
        </dgm:style>
      </dgm:prSet>
      <dgm:spPr/>
      <dgm:t>
        <a:bodyPr/>
        <a:lstStyle/>
        <a:p>
          <a:r>
            <a:rPr lang="en-US" sz="2800" dirty="0"/>
            <a:t>Complete synonyms list</a:t>
          </a:r>
        </a:p>
      </dgm:t>
    </dgm:pt>
    <dgm:pt modelId="{6AD70458-6D8F-404A-8490-653D9934108A}" type="parTrans" cxnId="{626D0314-CD37-4CFC-8097-5C703128F8F0}">
      <dgm:prSet/>
      <dgm:spPr/>
      <dgm:t>
        <a:bodyPr/>
        <a:lstStyle/>
        <a:p>
          <a:endParaRPr lang="en-US"/>
        </a:p>
      </dgm:t>
    </dgm:pt>
    <dgm:pt modelId="{8E626334-AB22-4738-8780-55752C28A9E6}" type="sibTrans" cxnId="{626D0314-CD37-4CFC-8097-5C703128F8F0}">
      <dgm:prSet/>
      <dgm:spPr/>
      <dgm:t>
        <a:bodyPr/>
        <a:lstStyle/>
        <a:p>
          <a:endParaRPr lang="en-US"/>
        </a:p>
      </dgm:t>
    </dgm:pt>
    <dgm:pt modelId="{594B0D12-5335-40CB-8591-7950165A463D}">
      <dgm:prSet phldrT="[Text]" custT="1">
        <dgm:style>
          <a:lnRef idx="0">
            <a:schemeClr val="accent5"/>
          </a:lnRef>
          <a:fillRef idx="3">
            <a:schemeClr val="accent5"/>
          </a:fillRef>
          <a:effectRef idx="3">
            <a:schemeClr val="accent5"/>
          </a:effectRef>
          <a:fontRef idx="minor">
            <a:schemeClr val="lt1"/>
          </a:fontRef>
        </dgm:style>
      </dgm:prSet>
      <dgm:spPr/>
      <dgm:t>
        <a:bodyPr/>
        <a:lstStyle/>
        <a:p>
          <a:r>
            <a:rPr lang="en-US" sz="2800" dirty="0"/>
            <a:t>All correction list</a:t>
          </a:r>
        </a:p>
      </dgm:t>
    </dgm:pt>
    <dgm:pt modelId="{3EEFD6B7-BF38-4447-9CD3-07C67A632687}" type="parTrans" cxnId="{4524283F-F71D-4E21-B4F3-E6850230EA9E}">
      <dgm:prSet/>
      <dgm:spPr/>
      <dgm:t>
        <a:bodyPr/>
        <a:lstStyle/>
        <a:p>
          <a:endParaRPr lang="en-US"/>
        </a:p>
      </dgm:t>
    </dgm:pt>
    <dgm:pt modelId="{27F3C012-CD52-433C-829D-FAEE9BD9C466}" type="sibTrans" cxnId="{4524283F-F71D-4E21-B4F3-E6850230EA9E}">
      <dgm:prSet/>
      <dgm:spPr/>
      <dgm:t>
        <a:bodyPr/>
        <a:lstStyle/>
        <a:p>
          <a:endParaRPr lang="en-US"/>
        </a:p>
      </dgm:t>
    </dgm:pt>
    <dgm:pt modelId="{587151AC-55FA-4D86-AB9D-3E9A3C020545}">
      <dgm:prSet phldrT="[Text]"/>
      <dgm:spPr/>
      <dgm:t>
        <a:bodyPr/>
        <a:lstStyle/>
        <a:p>
          <a:r>
            <a:rPr lang="en-US" dirty="0"/>
            <a:t>Train data: 50248</a:t>
          </a:r>
        </a:p>
      </dgm:t>
    </dgm:pt>
    <dgm:pt modelId="{B4208832-8FB8-4E64-BD38-CB22CA20D7EE}" type="parTrans" cxnId="{7FCB9BD6-D182-4ECF-BE8D-6738C56B0B29}">
      <dgm:prSet/>
      <dgm:spPr/>
      <dgm:t>
        <a:bodyPr/>
        <a:lstStyle/>
        <a:p>
          <a:endParaRPr lang="en-US"/>
        </a:p>
      </dgm:t>
    </dgm:pt>
    <dgm:pt modelId="{2D7A2E65-132D-487C-8C37-BFD4B9FDE75A}" type="sibTrans" cxnId="{7FCB9BD6-D182-4ECF-BE8D-6738C56B0B29}">
      <dgm:prSet/>
      <dgm:spPr/>
      <dgm:t>
        <a:bodyPr/>
        <a:lstStyle/>
        <a:p>
          <a:endParaRPr lang="en-US"/>
        </a:p>
      </dgm:t>
    </dgm:pt>
    <dgm:pt modelId="{81274BAD-93F8-4EBD-89C2-FC1D93AA4FE2}">
      <dgm:prSet phldrT="[Text]"/>
      <dgm:spPr/>
      <dgm:t>
        <a:bodyPr/>
        <a:lstStyle/>
        <a:p>
          <a:r>
            <a:rPr lang="en-US" dirty="0"/>
            <a:t>Test data: 244187</a:t>
          </a:r>
        </a:p>
      </dgm:t>
    </dgm:pt>
    <dgm:pt modelId="{5B4BE620-C748-4DB3-8EB8-14019F66F645}" type="parTrans" cxnId="{0D2ABB02-ADBC-4854-B619-3D35E9C6E4E7}">
      <dgm:prSet/>
      <dgm:spPr/>
      <dgm:t>
        <a:bodyPr/>
        <a:lstStyle/>
        <a:p>
          <a:endParaRPr lang="en-US"/>
        </a:p>
      </dgm:t>
    </dgm:pt>
    <dgm:pt modelId="{3687F92F-355E-4A05-BB09-854AD8E153F1}" type="sibTrans" cxnId="{0D2ABB02-ADBC-4854-B619-3D35E9C6E4E7}">
      <dgm:prSet/>
      <dgm:spPr/>
      <dgm:t>
        <a:bodyPr/>
        <a:lstStyle/>
        <a:p>
          <a:endParaRPr lang="en-US"/>
        </a:p>
      </dgm:t>
    </dgm:pt>
    <dgm:pt modelId="{43D04FC5-99F7-473D-B94A-CFD1338986F2}">
      <dgm:prSet phldrT="[Text]"/>
      <dgm:spPr/>
      <dgm:t>
        <a:bodyPr/>
        <a:lstStyle/>
        <a:p>
          <a:r>
            <a:rPr lang="en-US" dirty="0"/>
            <a:t>Total words: 4853</a:t>
          </a:r>
        </a:p>
      </dgm:t>
    </dgm:pt>
    <dgm:pt modelId="{72A70B7B-D4CD-4D1F-87DF-DEC15B39C5A1}" type="parTrans" cxnId="{6C490E90-12F0-4CCB-87E9-E0F4F0EE5914}">
      <dgm:prSet/>
      <dgm:spPr/>
      <dgm:t>
        <a:bodyPr/>
        <a:lstStyle/>
        <a:p>
          <a:endParaRPr lang="en-US"/>
        </a:p>
      </dgm:t>
    </dgm:pt>
    <dgm:pt modelId="{668F52F4-0691-427E-BCC5-B885036D8063}" type="sibTrans" cxnId="{6C490E90-12F0-4CCB-87E9-E0F4F0EE5914}">
      <dgm:prSet/>
      <dgm:spPr/>
      <dgm:t>
        <a:bodyPr/>
        <a:lstStyle/>
        <a:p>
          <a:endParaRPr lang="en-US"/>
        </a:p>
      </dgm:t>
    </dgm:pt>
    <dgm:pt modelId="{773D1129-4B5C-4D3A-9A6D-F5D9F0A2DBB3}">
      <dgm:prSet phldrT="[Text]"/>
      <dgm:spPr/>
      <dgm:t>
        <a:bodyPr/>
        <a:lstStyle/>
        <a:p>
          <a:r>
            <a:rPr lang="en-US" dirty="0"/>
            <a:t>For </a:t>
          </a:r>
          <a:r>
            <a:rPr lang="en-US" dirty="0" err="1"/>
            <a:t>n_per_original</a:t>
          </a:r>
          <a:r>
            <a:rPr lang="en-US" dirty="0"/>
            <a:t> = 2,</a:t>
          </a:r>
        </a:p>
      </dgm:t>
    </dgm:pt>
    <dgm:pt modelId="{7E3A6A37-ECAA-4F8E-AD84-876E5FE7DC64}" type="parTrans" cxnId="{5B72AEAC-4717-4B49-A622-8ECDF6EDF0B3}">
      <dgm:prSet/>
      <dgm:spPr/>
      <dgm:t>
        <a:bodyPr/>
        <a:lstStyle/>
        <a:p>
          <a:endParaRPr lang="en-US"/>
        </a:p>
      </dgm:t>
    </dgm:pt>
    <dgm:pt modelId="{24A7718B-41C8-4B77-9EBC-714137C00603}" type="sibTrans" cxnId="{5B72AEAC-4717-4B49-A622-8ECDF6EDF0B3}">
      <dgm:prSet/>
      <dgm:spPr/>
      <dgm:t>
        <a:bodyPr/>
        <a:lstStyle/>
        <a:p>
          <a:endParaRPr lang="en-US"/>
        </a:p>
      </dgm:t>
    </dgm:pt>
    <dgm:pt modelId="{C96F339F-61B6-4231-819F-FBB44C18BAF3}">
      <dgm:prSet phldrT="[Text]"/>
      <dgm:spPr/>
      <dgm:t>
        <a:bodyPr/>
        <a:lstStyle/>
        <a:p>
          <a:r>
            <a:rPr lang="en-US" dirty="0"/>
            <a:t>Increases the old training data to: around 66k</a:t>
          </a:r>
        </a:p>
      </dgm:t>
    </dgm:pt>
    <dgm:pt modelId="{B7A419D8-5FFA-4DCE-A65B-2546C54407CF}" type="parTrans" cxnId="{F045750C-232A-47B7-958C-C3CEEB8CB4F0}">
      <dgm:prSet/>
      <dgm:spPr/>
      <dgm:t>
        <a:bodyPr/>
        <a:lstStyle/>
        <a:p>
          <a:endParaRPr lang="en-US"/>
        </a:p>
      </dgm:t>
    </dgm:pt>
    <dgm:pt modelId="{788FDD9E-8C3F-4D33-9D25-7CE7478F8DB5}" type="sibTrans" cxnId="{F045750C-232A-47B7-958C-C3CEEB8CB4F0}">
      <dgm:prSet/>
      <dgm:spPr/>
      <dgm:t>
        <a:bodyPr/>
        <a:lstStyle/>
        <a:p>
          <a:endParaRPr lang="en-US"/>
        </a:p>
      </dgm:t>
    </dgm:pt>
    <dgm:pt modelId="{0F60647D-183C-4E11-8F56-E87CC436A62C}">
      <dgm:prSet phldrT="[Text]"/>
      <dgm:spPr/>
      <dgm:t>
        <a:bodyPr/>
        <a:lstStyle/>
        <a:p>
          <a:r>
            <a:rPr lang="en-US" dirty="0"/>
            <a:t>Increases the new training data to: around 69k</a:t>
          </a:r>
        </a:p>
      </dgm:t>
    </dgm:pt>
    <dgm:pt modelId="{D3BDDBD4-7797-4645-A2D4-304E54F31583}" type="parTrans" cxnId="{4739ABCF-CE50-4711-B1D3-7C2652D2A4A1}">
      <dgm:prSet/>
      <dgm:spPr/>
      <dgm:t>
        <a:bodyPr/>
        <a:lstStyle/>
        <a:p>
          <a:endParaRPr lang="en-US"/>
        </a:p>
      </dgm:t>
    </dgm:pt>
    <dgm:pt modelId="{E62558C7-C736-40C5-B51F-FACA5665D76D}" type="sibTrans" cxnId="{4739ABCF-CE50-4711-B1D3-7C2652D2A4A1}">
      <dgm:prSet/>
      <dgm:spPr/>
      <dgm:t>
        <a:bodyPr/>
        <a:lstStyle/>
        <a:p>
          <a:endParaRPr lang="en-US"/>
        </a:p>
      </dgm:t>
    </dgm:pt>
    <dgm:pt modelId="{991948FA-EC60-4B11-8430-57FB349AC219}">
      <dgm:prSet phldrT="[Text]"/>
      <dgm:spPr/>
      <dgm:t>
        <a:bodyPr/>
        <a:lstStyle/>
        <a:p>
          <a:r>
            <a:rPr lang="en-US" dirty="0"/>
            <a:t>Total words: 8038</a:t>
          </a:r>
        </a:p>
      </dgm:t>
    </dgm:pt>
    <dgm:pt modelId="{CDD1F0DB-7B0F-429E-8E9B-2F208E4536B7}" type="parTrans" cxnId="{85BB647D-ECBC-4CCA-BD21-C9AC0930DE2E}">
      <dgm:prSet/>
      <dgm:spPr/>
      <dgm:t>
        <a:bodyPr/>
        <a:lstStyle/>
        <a:p>
          <a:endParaRPr lang="en-US"/>
        </a:p>
      </dgm:t>
    </dgm:pt>
    <dgm:pt modelId="{9A716398-D3B2-445A-964B-521123048251}" type="sibTrans" cxnId="{85BB647D-ECBC-4CCA-BD21-C9AC0930DE2E}">
      <dgm:prSet/>
      <dgm:spPr/>
      <dgm:t>
        <a:bodyPr/>
        <a:lstStyle/>
        <a:p>
          <a:endParaRPr lang="en-US"/>
        </a:p>
      </dgm:t>
    </dgm:pt>
    <dgm:pt modelId="{182E4769-C04F-4731-B8F9-2119DC5B8C21}">
      <dgm:prSet phldrT="[Text]"/>
      <dgm:spPr/>
      <dgm:t>
        <a:bodyPr/>
        <a:lstStyle/>
        <a:p>
          <a:r>
            <a:rPr lang="en-US" dirty="0"/>
            <a:t>Examples-</a:t>
          </a:r>
        </a:p>
      </dgm:t>
    </dgm:pt>
    <dgm:pt modelId="{4D46DB09-A1B8-4F12-8287-0E43E4A1403C}" type="parTrans" cxnId="{3FC43781-01D9-4440-A540-649801F2FBF3}">
      <dgm:prSet/>
      <dgm:spPr/>
      <dgm:t>
        <a:bodyPr/>
        <a:lstStyle/>
        <a:p>
          <a:endParaRPr lang="en-US"/>
        </a:p>
      </dgm:t>
    </dgm:pt>
    <dgm:pt modelId="{09E82764-F685-43B7-9B86-FB87F5CAB87E}" type="sibTrans" cxnId="{3FC43781-01D9-4440-A540-649801F2FBF3}">
      <dgm:prSet/>
      <dgm:spPr/>
      <dgm:t>
        <a:bodyPr/>
        <a:lstStyle/>
        <a:p>
          <a:endParaRPr lang="en-US"/>
        </a:p>
      </dgm:t>
    </dgm:pt>
    <dgm:pt modelId="{9846E35F-CBBB-48EB-B5D3-222F257111CC}">
      <dgm:prSet phldrT="[Text]"/>
      <dgm:spPr/>
      <dgm:t>
        <a:bodyPr/>
        <a:lstStyle/>
        <a:p>
          <a:r>
            <a:rPr lang="en-US" dirty="0"/>
            <a:t>ABALONES </a:t>
          </a:r>
          <a:r>
            <a:rPr lang="en-US" dirty="0">
              <a:sym typeface="Wingdings" panose="05000000000000000000" pitchFamily="2" charset="2"/>
            </a:rPr>
            <a:t> ABALONE</a:t>
          </a:r>
          <a:endParaRPr lang="en-US" dirty="0"/>
        </a:p>
      </dgm:t>
    </dgm:pt>
    <dgm:pt modelId="{AFC61618-8A28-40E7-A0C3-D6588C312819}" type="parTrans" cxnId="{CAC1C6D3-DA40-45D1-BFF3-12675E56BF20}">
      <dgm:prSet/>
      <dgm:spPr/>
    </dgm:pt>
    <dgm:pt modelId="{0592B103-0167-4D6D-8F7B-F48121A0E128}" type="sibTrans" cxnId="{CAC1C6D3-DA40-45D1-BFF3-12675E56BF20}">
      <dgm:prSet/>
      <dgm:spPr/>
    </dgm:pt>
    <dgm:pt modelId="{28F27C5E-3331-4410-A298-B2BFE4D935CE}">
      <dgm:prSet phldrT="[Text]"/>
      <dgm:spPr/>
      <dgm:t>
        <a:bodyPr/>
        <a:lstStyle/>
        <a:p>
          <a:endParaRPr lang="en-US" dirty="0"/>
        </a:p>
      </dgm:t>
    </dgm:pt>
    <dgm:pt modelId="{5CAB2583-26F3-4D10-8291-6A6E5833E0E3}" type="parTrans" cxnId="{72D2171D-FEBB-478B-8ACA-17ECCF603530}">
      <dgm:prSet/>
      <dgm:spPr/>
    </dgm:pt>
    <dgm:pt modelId="{36BDF201-AE57-400E-B929-7952603775BA}" type="sibTrans" cxnId="{72D2171D-FEBB-478B-8ACA-17ECCF603530}">
      <dgm:prSet/>
      <dgm:spPr/>
    </dgm:pt>
    <dgm:pt modelId="{EF141182-FC50-4106-8A5F-BF4A5D5CF08E}">
      <dgm:prSet phldrT="[Text]"/>
      <dgm:spPr/>
      <dgm:t>
        <a:bodyPr/>
        <a:lstStyle/>
        <a:p>
          <a:r>
            <a:rPr lang="en-US" dirty="0"/>
            <a:t>SESAMES </a:t>
          </a:r>
          <a:r>
            <a:rPr lang="en-US" dirty="0">
              <a:sym typeface="Wingdings" panose="05000000000000000000" pitchFamily="2" charset="2"/>
            </a:rPr>
            <a:t> SESAME</a:t>
          </a:r>
          <a:endParaRPr lang="en-US" dirty="0"/>
        </a:p>
      </dgm:t>
    </dgm:pt>
    <dgm:pt modelId="{36BE56C5-32E4-420A-B755-EEC25240694D}" type="parTrans" cxnId="{DEF80657-6CEC-4A36-AE08-56CBA80A25CD}">
      <dgm:prSet/>
      <dgm:spPr/>
    </dgm:pt>
    <dgm:pt modelId="{DEDB97BE-F351-4AC1-8536-8BFF946013ED}" type="sibTrans" cxnId="{DEF80657-6CEC-4A36-AE08-56CBA80A25CD}">
      <dgm:prSet/>
      <dgm:spPr/>
    </dgm:pt>
    <dgm:pt modelId="{B2795D98-06EA-4A07-993B-BEFB577454BE}" type="pres">
      <dgm:prSet presAssocID="{6767BB3F-F793-4C8E-B437-6756DAC0C5FD}" presName="linear" presStyleCnt="0">
        <dgm:presLayoutVars>
          <dgm:dir/>
          <dgm:animLvl val="lvl"/>
          <dgm:resizeHandles val="exact"/>
        </dgm:presLayoutVars>
      </dgm:prSet>
      <dgm:spPr/>
    </dgm:pt>
    <dgm:pt modelId="{2B7737BD-33D1-4C35-A361-007B68B14F58}" type="pres">
      <dgm:prSet presAssocID="{72FFBA09-5531-4732-9A4C-6ED8FF446D62}" presName="parentLin" presStyleCnt="0"/>
      <dgm:spPr/>
    </dgm:pt>
    <dgm:pt modelId="{66FCEEE5-107E-4008-8457-A1C74538E805}" type="pres">
      <dgm:prSet presAssocID="{72FFBA09-5531-4732-9A4C-6ED8FF446D62}" presName="parentLeftMargin" presStyleLbl="node1" presStyleIdx="0" presStyleCnt="3"/>
      <dgm:spPr/>
    </dgm:pt>
    <dgm:pt modelId="{D1ABDE8A-3B27-403D-B8E4-56DF577A64E6}" type="pres">
      <dgm:prSet presAssocID="{72FFBA09-5531-4732-9A4C-6ED8FF446D62}" presName="parentText" presStyleLbl="node1" presStyleIdx="0" presStyleCnt="3">
        <dgm:presLayoutVars>
          <dgm:chMax val="0"/>
          <dgm:bulletEnabled val="1"/>
        </dgm:presLayoutVars>
      </dgm:prSet>
      <dgm:spPr/>
    </dgm:pt>
    <dgm:pt modelId="{B7F2C35F-CF7E-4E63-AEC0-B5FDF30097EB}" type="pres">
      <dgm:prSet presAssocID="{72FFBA09-5531-4732-9A4C-6ED8FF446D62}" presName="negativeSpace" presStyleCnt="0"/>
      <dgm:spPr/>
    </dgm:pt>
    <dgm:pt modelId="{62F2A1EB-CA52-41A7-8441-6D7D4E6EBBF4}" type="pres">
      <dgm:prSet presAssocID="{72FFBA09-5531-4732-9A4C-6ED8FF446D62}" presName="childText" presStyleLbl="conFgAcc1" presStyleIdx="0" presStyleCnt="3">
        <dgm:presLayoutVars>
          <dgm:bulletEnabled val="1"/>
        </dgm:presLayoutVars>
      </dgm:prSet>
      <dgm:spPr/>
    </dgm:pt>
    <dgm:pt modelId="{C8DD588D-44B1-4883-BD4F-E7501469205C}" type="pres">
      <dgm:prSet presAssocID="{042817AC-8A5E-48D1-A960-E7F284F7D905}" presName="spaceBetweenRectangles" presStyleCnt="0"/>
      <dgm:spPr/>
    </dgm:pt>
    <dgm:pt modelId="{3BF80BC3-B3B4-4CDA-9636-CD71F91F9D8C}" type="pres">
      <dgm:prSet presAssocID="{67202288-3879-426D-BED8-84CB8D1B6F42}" presName="parentLin" presStyleCnt="0"/>
      <dgm:spPr/>
    </dgm:pt>
    <dgm:pt modelId="{9B1A1F55-A751-4506-8ED3-E23B9B8519D3}" type="pres">
      <dgm:prSet presAssocID="{67202288-3879-426D-BED8-84CB8D1B6F42}" presName="parentLeftMargin" presStyleLbl="node1" presStyleIdx="0" presStyleCnt="3"/>
      <dgm:spPr/>
    </dgm:pt>
    <dgm:pt modelId="{F4FDCDF6-CFB1-4573-B4DE-2A2F6D8A0017}" type="pres">
      <dgm:prSet presAssocID="{67202288-3879-426D-BED8-84CB8D1B6F42}" presName="parentText" presStyleLbl="node1" presStyleIdx="1" presStyleCnt="3">
        <dgm:presLayoutVars>
          <dgm:chMax val="0"/>
          <dgm:bulletEnabled val="1"/>
        </dgm:presLayoutVars>
      </dgm:prSet>
      <dgm:spPr/>
    </dgm:pt>
    <dgm:pt modelId="{A2376540-6820-4C81-9C14-DEFB18A810F0}" type="pres">
      <dgm:prSet presAssocID="{67202288-3879-426D-BED8-84CB8D1B6F42}" presName="negativeSpace" presStyleCnt="0"/>
      <dgm:spPr/>
    </dgm:pt>
    <dgm:pt modelId="{FC9026AC-CD4D-46F2-A4DC-88622C09CB62}" type="pres">
      <dgm:prSet presAssocID="{67202288-3879-426D-BED8-84CB8D1B6F42}" presName="childText" presStyleLbl="conFgAcc1" presStyleIdx="1" presStyleCnt="3">
        <dgm:presLayoutVars>
          <dgm:bulletEnabled val="1"/>
        </dgm:presLayoutVars>
      </dgm:prSet>
      <dgm:spPr/>
    </dgm:pt>
    <dgm:pt modelId="{9D5608E5-57A0-42F5-B253-E64E10817DAC}" type="pres">
      <dgm:prSet presAssocID="{8E626334-AB22-4738-8780-55752C28A9E6}" presName="spaceBetweenRectangles" presStyleCnt="0"/>
      <dgm:spPr/>
    </dgm:pt>
    <dgm:pt modelId="{C720C411-0814-4BFB-8D9D-45F189F3F59E}" type="pres">
      <dgm:prSet presAssocID="{594B0D12-5335-40CB-8591-7950165A463D}" presName="parentLin" presStyleCnt="0"/>
      <dgm:spPr/>
    </dgm:pt>
    <dgm:pt modelId="{46903009-1095-4E50-B1EE-FA5FD2C5B721}" type="pres">
      <dgm:prSet presAssocID="{594B0D12-5335-40CB-8591-7950165A463D}" presName="parentLeftMargin" presStyleLbl="node1" presStyleIdx="1" presStyleCnt="3"/>
      <dgm:spPr/>
    </dgm:pt>
    <dgm:pt modelId="{14F81F7B-2C8B-4BD3-8798-81254FAE95A8}" type="pres">
      <dgm:prSet presAssocID="{594B0D12-5335-40CB-8591-7950165A463D}" presName="parentText" presStyleLbl="node1" presStyleIdx="2" presStyleCnt="3">
        <dgm:presLayoutVars>
          <dgm:chMax val="0"/>
          <dgm:bulletEnabled val="1"/>
        </dgm:presLayoutVars>
      </dgm:prSet>
      <dgm:spPr/>
    </dgm:pt>
    <dgm:pt modelId="{FC8EAB24-015A-4A65-9597-E3230173277B}" type="pres">
      <dgm:prSet presAssocID="{594B0D12-5335-40CB-8591-7950165A463D}" presName="negativeSpace" presStyleCnt="0"/>
      <dgm:spPr/>
    </dgm:pt>
    <dgm:pt modelId="{582E13C3-827D-46B7-A5FF-62BB13B3EE41}" type="pres">
      <dgm:prSet presAssocID="{594B0D12-5335-40CB-8591-7950165A463D}" presName="childText" presStyleLbl="conFgAcc1" presStyleIdx="2" presStyleCnt="3">
        <dgm:presLayoutVars>
          <dgm:bulletEnabled val="1"/>
        </dgm:presLayoutVars>
      </dgm:prSet>
      <dgm:spPr/>
    </dgm:pt>
  </dgm:ptLst>
  <dgm:cxnLst>
    <dgm:cxn modelId="{249A3A00-5836-4463-812F-277FA196CCC8}" type="presOf" srcId="{C96F339F-61B6-4231-819F-FBB44C18BAF3}" destId="{FC9026AC-CD4D-46F2-A4DC-88622C09CB62}" srcOrd="0" destOrd="2" presId="urn:microsoft.com/office/officeart/2005/8/layout/list1"/>
    <dgm:cxn modelId="{0D2ABB02-ADBC-4854-B619-3D35E9C6E4E7}" srcId="{72FFBA09-5531-4732-9A4C-6ED8FF446D62}" destId="{81274BAD-93F8-4EBD-89C2-FC1D93AA4FE2}" srcOrd="1" destOrd="0" parTransId="{5B4BE620-C748-4DB3-8EB8-14019F66F645}" sibTransId="{3687F92F-355E-4A05-BB09-854AD8E153F1}"/>
    <dgm:cxn modelId="{F045750C-232A-47B7-958C-C3CEEB8CB4F0}" srcId="{773D1129-4B5C-4D3A-9A6D-F5D9F0A2DBB3}" destId="{C96F339F-61B6-4231-819F-FBB44C18BAF3}" srcOrd="0" destOrd="0" parTransId="{B7A419D8-5FFA-4DCE-A65B-2546C54407CF}" sibTransId="{788FDD9E-8C3F-4D33-9D25-7CE7478F8DB5}"/>
    <dgm:cxn modelId="{626D0314-CD37-4CFC-8097-5C703128F8F0}" srcId="{6767BB3F-F793-4C8E-B437-6756DAC0C5FD}" destId="{67202288-3879-426D-BED8-84CB8D1B6F42}" srcOrd="1" destOrd="0" parTransId="{6AD70458-6D8F-404A-8490-653D9934108A}" sibTransId="{8E626334-AB22-4738-8780-55752C28A9E6}"/>
    <dgm:cxn modelId="{21483C19-DC7B-4892-A8E9-4803D70F3E81}" type="presOf" srcId="{72FFBA09-5531-4732-9A4C-6ED8FF446D62}" destId="{D1ABDE8A-3B27-403D-B8E4-56DF577A64E6}" srcOrd="1" destOrd="0" presId="urn:microsoft.com/office/officeart/2005/8/layout/list1"/>
    <dgm:cxn modelId="{72D2171D-FEBB-478B-8ACA-17ECCF603530}" srcId="{182E4769-C04F-4731-B8F9-2119DC5B8C21}" destId="{28F27C5E-3331-4410-A298-B2BFE4D935CE}" srcOrd="2" destOrd="0" parTransId="{5CAB2583-26F3-4D10-8291-6A6E5833E0E3}" sibTransId="{36BDF201-AE57-400E-B929-7952603775BA}"/>
    <dgm:cxn modelId="{4524283F-F71D-4E21-B4F3-E6850230EA9E}" srcId="{6767BB3F-F793-4C8E-B437-6756DAC0C5FD}" destId="{594B0D12-5335-40CB-8591-7950165A463D}" srcOrd="2" destOrd="0" parTransId="{3EEFD6B7-BF38-4447-9CD3-07C67A632687}" sibTransId="{27F3C012-CD52-433C-829D-FAEE9BD9C466}"/>
    <dgm:cxn modelId="{FEE5695F-4813-46CA-8CB6-576B01C6B923}" type="presOf" srcId="{594B0D12-5335-40CB-8591-7950165A463D}" destId="{14F81F7B-2C8B-4BD3-8798-81254FAE95A8}" srcOrd="1" destOrd="0" presId="urn:microsoft.com/office/officeart/2005/8/layout/list1"/>
    <dgm:cxn modelId="{CEB6EB47-077A-48BF-A09F-5AA82A60A67E}" type="presOf" srcId="{991948FA-EC60-4B11-8430-57FB349AC219}" destId="{582E13C3-827D-46B7-A5FF-62BB13B3EE41}" srcOrd="0" destOrd="0" presId="urn:microsoft.com/office/officeart/2005/8/layout/list1"/>
    <dgm:cxn modelId="{60457248-7DB4-4366-B25A-6674DD4E3F59}" type="presOf" srcId="{6767BB3F-F793-4C8E-B437-6756DAC0C5FD}" destId="{B2795D98-06EA-4A07-993B-BEFB577454BE}" srcOrd="0" destOrd="0" presId="urn:microsoft.com/office/officeart/2005/8/layout/list1"/>
    <dgm:cxn modelId="{4AC2AC4F-69E1-4828-B30E-FDA24519C8A6}" type="presOf" srcId="{81274BAD-93F8-4EBD-89C2-FC1D93AA4FE2}" destId="{62F2A1EB-CA52-41A7-8441-6D7D4E6EBBF4}" srcOrd="0" destOrd="1" presId="urn:microsoft.com/office/officeart/2005/8/layout/list1"/>
    <dgm:cxn modelId="{DEF80657-6CEC-4A36-AE08-56CBA80A25CD}" srcId="{182E4769-C04F-4731-B8F9-2119DC5B8C21}" destId="{EF141182-FC50-4106-8A5F-BF4A5D5CF08E}" srcOrd="1" destOrd="0" parTransId="{36BE56C5-32E4-420A-B755-EEC25240694D}" sibTransId="{DEDB97BE-F351-4AC1-8536-8BFF946013ED}"/>
    <dgm:cxn modelId="{85BB647D-ECBC-4CCA-BD21-C9AC0930DE2E}" srcId="{594B0D12-5335-40CB-8591-7950165A463D}" destId="{991948FA-EC60-4B11-8430-57FB349AC219}" srcOrd="0" destOrd="0" parTransId="{CDD1F0DB-7B0F-429E-8E9B-2F208E4536B7}" sibTransId="{9A716398-D3B2-445A-964B-521123048251}"/>
    <dgm:cxn modelId="{3FC43781-01D9-4440-A540-649801F2FBF3}" srcId="{594B0D12-5335-40CB-8591-7950165A463D}" destId="{182E4769-C04F-4731-B8F9-2119DC5B8C21}" srcOrd="1" destOrd="0" parTransId="{4D46DB09-A1B8-4F12-8287-0E43E4A1403C}" sibTransId="{09E82764-F685-43B7-9B86-FB87F5CAB87E}"/>
    <dgm:cxn modelId="{6C490E90-12F0-4CCB-87E9-E0F4F0EE5914}" srcId="{67202288-3879-426D-BED8-84CB8D1B6F42}" destId="{43D04FC5-99F7-473D-B94A-CFD1338986F2}" srcOrd="0" destOrd="0" parTransId="{72A70B7B-D4CD-4D1F-87DF-DEC15B39C5A1}" sibTransId="{668F52F4-0691-427E-BCC5-B885036D8063}"/>
    <dgm:cxn modelId="{7F709E96-51F9-4676-A854-C9C4B9D29C23}" type="presOf" srcId="{0F60647D-183C-4E11-8F56-E87CC436A62C}" destId="{FC9026AC-CD4D-46F2-A4DC-88622C09CB62}" srcOrd="0" destOrd="3" presId="urn:microsoft.com/office/officeart/2005/8/layout/list1"/>
    <dgm:cxn modelId="{3920B69E-2E19-4A52-AC86-5245FEC60955}" type="presOf" srcId="{67202288-3879-426D-BED8-84CB8D1B6F42}" destId="{9B1A1F55-A751-4506-8ED3-E23B9B8519D3}" srcOrd="0" destOrd="0" presId="urn:microsoft.com/office/officeart/2005/8/layout/list1"/>
    <dgm:cxn modelId="{C3F109A6-1D15-450F-8C00-F469828D9FCC}" type="presOf" srcId="{67202288-3879-426D-BED8-84CB8D1B6F42}" destId="{F4FDCDF6-CFB1-4573-B4DE-2A2F6D8A0017}" srcOrd="1" destOrd="0" presId="urn:microsoft.com/office/officeart/2005/8/layout/list1"/>
    <dgm:cxn modelId="{5B72AEAC-4717-4B49-A622-8ECDF6EDF0B3}" srcId="{67202288-3879-426D-BED8-84CB8D1B6F42}" destId="{773D1129-4B5C-4D3A-9A6D-F5D9F0A2DBB3}" srcOrd="1" destOrd="0" parTransId="{7E3A6A37-ECAA-4F8E-AD84-876E5FE7DC64}" sibTransId="{24A7718B-41C8-4B77-9EBC-714137C00603}"/>
    <dgm:cxn modelId="{78C363BA-8402-4FE4-A460-186D19DFED16}" type="presOf" srcId="{28F27C5E-3331-4410-A298-B2BFE4D935CE}" destId="{582E13C3-827D-46B7-A5FF-62BB13B3EE41}" srcOrd="0" destOrd="4" presId="urn:microsoft.com/office/officeart/2005/8/layout/list1"/>
    <dgm:cxn modelId="{194A48CC-D8F8-473D-B178-62C65E7E0CA1}" type="presOf" srcId="{72FFBA09-5531-4732-9A4C-6ED8FF446D62}" destId="{66FCEEE5-107E-4008-8457-A1C74538E805}" srcOrd="0" destOrd="0" presId="urn:microsoft.com/office/officeart/2005/8/layout/list1"/>
    <dgm:cxn modelId="{FC8001CF-8BEE-4F88-B515-E333A226310B}" type="presOf" srcId="{9846E35F-CBBB-48EB-B5D3-222F257111CC}" destId="{582E13C3-827D-46B7-A5FF-62BB13B3EE41}" srcOrd="0" destOrd="2" presId="urn:microsoft.com/office/officeart/2005/8/layout/list1"/>
    <dgm:cxn modelId="{4739ABCF-CE50-4711-B1D3-7C2652D2A4A1}" srcId="{773D1129-4B5C-4D3A-9A6D-F5D9F0A2DBB3}" destId="{0F60647D-183C-4E11-8F56-E87CC436A62C}" srcOrd="1" destOrd="0" parTransId="{D3BDDBD4-7797-4645-A2D4-304E54F31583}" sibTransId="{E62558C7-C736-40C5-B51F-FACA5665D76D}"/>
    <dgm:cxn modelId="{CAC1C6D3-DA40-45D1-BFF3-12675E56BF20}" srcId="{182E4769-C04F-4731-B8F9-2119DC5B8C21}" destId="{9846E35F-CBBB-48EB-B5D3-222F257111CC}" srcOrd="0" destOrd="0" parTransId="{AFC61618-8A28-40E7-A0C3-D6588C312819}" sibTransId="{0592B103-0167-4D6D-8F7B-F48121A0E128}"/>
    <dgm:cxn modelId="{7FCB9BD6-D182-4ECF-BE8D-6738C56B0B29}" srcId="{72FFBA09-5531-4732-9A4C-6ED8FF446D62}" destId="{587151AC-55FA-4D86-AB9D-3E9A3C020545}" srcOrd="0" destOrd="0" parTransId="{B4208832-8FB8-4E64-BD38-CB22CA20D7EE}" sibTransId="{2D7A2E65-132D-487C-8C37-BFD4B9FDE75A}"/>
    <dgm:cxn modelId="{57A34FDE-769D-46C3-97D5-9AFC34536DB2}" type="presOf" srcId="{43D04FC5-99F7-473D-B94A-CFD1338986F2}" destId="{FC9026AC-CD4D-46F2-A4DC-88622C09CB62}" srcOrd="0" destOrd="0" presId="urn:microsoft.com/office/officeart/2005/8/layout/list1"/>
    <dgm:cxn modelId="{8B059BDE-8748-43CE-B5D9-CA871D618732}" type="presOf" srcId="{594B0D12-5335-40CB-8591-7950165A463D}" destId="{46903009-1095-4E50-B1EE-FA5FD2C5B721}" srcOrd="0" destOrd="0" presId="urn:microsoft.com/office/officeart/2005/8/layout/list1"/>
    <dgm:cxn modelId="{C4FAAAE3-DB12-466A-8E13-7369917051DF}" type="presOf" srcId="{587151AC-55FA-4D86-AB9D-3E9A3C020545}" destId="{62F2A1EB-CA52-41A7-8441-6D7D4E6EBBF4}" srcOrd="0" destOrd="0" presId="urn:microsoft.com/office/officeart/2005/8/layout/list1"/>
    <dgm:cxn modelId="{3FDDAAE7-CA90-4939-A8EF-FE9E94309E17}" type="presOf" srcId="{EF141182-FC50-4106-8A5F-BF4A5D5CF08E}" destId="{582E13C3-827D-46B7-A5FF-62BB13B3EE41}" srcOrd="0" destOrd="3" presId="urn:microsoft.com/office/officeart/2005/8/layout/list1"/>
    <dgm:cxn modelId="{A8E2EBEA-A514-47AD-B7F7-BBDDD79BE56F}" type="presOf" srcId="{773D1129-4B5C-4D3A-9A6D-F5D9F0A2DBB3}" destId="{FC9026AC-CD4D-46F2-A4DC-88622C09CB62}" srcOrd="0" destOrd="1" presId="urn:microsoft.com/office/officeart/2005/8/layout/list1"/>
    <dgm:cxn modelId="{1E80A9F0-AE25-4469-A849-BC56D89BC089}" srcId="{6767BB3F-F793-4C8E-B437-6756DAC0C5FD}" destId="{72FFBA09-5531-4732-9A4C-6ED8FF446D62}" srcOrd="0" destOrd="0" parTransId="{0936566A-CFEE-4CA8-9A4E-421A45AD97AD}" sibTransId="{042817AC-8A5E-48D1-A960-E7F284F7D905}"/>
    <dgm:cxn modelId="{FA1190FF-E5AD-43A9-BE83-9E532646978F}" type="presOf" srcId="{182E4769-C04F-4731-B8F9-2119DC5B8C21}" destId="{582E13C3-827D-46B7-A5FF-62BB13B3EE41}" srcOrd="0" destOrd="1" presId="urn:microsoft.com/office/officeart/2005/8/layout/list1"/>
    <dgm:cxn modelId="{C66991BA-A75A-4B94-8A76-2C650D9DD899}" type="presParOf" srcId="{B2795D98-06EA-4A07-993B-BEFB577454BE}" destId="{2B7737BD-33D1-4C35-A361-007B68B14F58}" srcOrd="0" destOrd="0" presId="urn:microsoft.com/office/officeart/2005/8/layout/list1"/>
    <dgm:cxn modelId="{5EEA90FD-A55B-409D-8E56-F0BFC1EABBEE}" type="presParOf" srcId="{2B7737BD-33D1-4C35-A361-007B68B14F58}" destId="{66FCEEE5-107E-4008-8457-A1C74538E805}" srcOrd="0" destOrd="0" presId="urn:microsoft.com/office/officeart/2005/8/layout/list1"/>
    <dgm:cxn modelId="{9486931C-C8FC-418E-881B-610617033931}" type="presParOf" srcId="{2B7737BD-33D1-4C35-A361-007B68B14F58}" destId="{D1ABDE8A-3B27-403D-B8E4-56DF577A64E6}" srcOrd="1" destOrd="0" presId="urn:microsoft.com/office/officeart/2005/8/layout/list1"/>
    <dgm:cxn modelId="{FAF4D4F2-4221-4BBB-A55D-6527445F7440}" type="presParOf" srcId="{B2795D98-06EA-4A07-993B-BEFB577454BE}" destId="{B7F2C35F-CF7E-4E63-AEC0-B5FDF30097EB}" srcOrd="1" destOrd="0" presId="urn:microsoft.com/office/officeart/2005/8/layout/list1"/>
    <dgm:cxn modelId="{52E1B3DB-ACD5-4BD5-9E36-82DF9BB19D6C}" type="presParOf" srcId="{B2795D98-06EA-4A07-993B-BEFB577454BE}" destId="{62F2A1EB-CA52-41A7-8441-6D7D4E6EBBF4}" srcOrd="2" destOrd="0" presId="urn:microsoft.com/office/officeart/2005/8/layout/list1"/>
    <dgm:cxn modelId="{D1310D16-6B2C-4B99-9071-CB8B8F0ADA54}" type="presParOf" srcId="{B2795D98-06EA-4A07-993B-BEFB577454BE}" destId="{C8DD588D-44B1-4883-BD4F-E7501469205C}" srcOrd="3" destOrd="0" presId="urn:microsoft.com/office/officeart/2005/8/layout/list1"/>
    <dgm:cxn modelId="{B88DB88F-CDB5-417E-A77C-83D184F03920}" type="presParOf" srcId="{B2795D98-06EA-4A07-993B-BEFB577454BE}" destId="{3BF80BC3-B3B4-4CDA-9636-CD71F91F9D8C}" srcOrd="4" destOrd="0" presId="urn:microsoft.com/office/officeart/2005/8/layout/list1"/>
    <dgm:cxn modelId="{B19F9F83-F010-49C9-BF42-C7AFFAE4E2D5}" type="presParOf" srcId="{3BF80BC3-B3B4-4CDA-9636-CD71F91F9D8C}" destId="{9B1A1F55-A751-4506-8ED3-E23B9B8519D3}" srcOrd="0" destOrd="0" presId="urn:microsoft.com/office/officeart/2005/8/layout/list1"/>
    <dgm:cxn modelId="{F33E1BE2-4E45-4CD9-B295-A0395AC8C8C8}" type="presParOf" srcId="{3BF80BC3-B3B4-4CDA-9636-CD71F91F9D8C}" destId="{F4FDCDF6-CFB1-4573-B4DE-2A2F6D8A0017}" srcOrd="1" destOrd="0" presId="urn:microsoft.com/office/officeart/2005/8/layout/list1"/>
    <dgm:cxn modelId="{9FED3EDB-7C8A-4560-8066-D7D9374EEA89}" type="presParOf" srcId="{B2795D98-06EA-4A07-993B-BEFB577454BE}" destId="{A2376540-6820-4C81-9C14-DEFB18A810F0}" srcOrd="5" destOrd="0" presId="urn:microsoft.com/office/officeart/2005/8/layout/list1"/>
    <dgm:cxn modelId="{A09C4C05-C32E-4DAF-A654-6E27536D9DC1}" type="presParOf" srcId="{B2795D98-06EA-4A07-993B-BEFB577454BE}" destId="{FC9026AC-CD4D-46F2-A4DC-88622C09CB62}" srcOrd="6" destOrd="0" presId="urn:microsoft.com/office/officeart/2005/8/layout/list1"/>
    <dgm:cxn modelId="{45326637-4048-4B94-9494-3397E2BD779C}" type="presParOf" srcId="{B2795D98-06EA-4A07-993B-BEFB577454BE}" destId="{9D5608E5-57A0-42F5-B253-E64E10817DAC}" srcOrd="7" destOrd="0" presId="urn:microsoft.com/office/officeart/2005/8/layout/list1"/>
    <dgm:cxn modelId="{3436AC88-D47E-4BF3-997F-835AB5D4E045}" type="presParOf" srcId="{B2795D98-06EA-4A07-993B-BEFB577454BE}" destId="{C720C411-0814-4BFB-8D9D-45F189F3F59E}" srcOrd="8" destOrd="0" presId="urn:microsoft.com/office/officeart/2005/8/layout/list1"/>
    <dgm:cxn modelId="{F08AEA4D-A3CD-478A-8C67-683A17B89137}" type="presParOf" srcId="{C720C411-0814-4BFB-8D9D-45F189F3F59E}" destId="{46903009-1095-4E50-B1EE-FA5FD2C5B721}" srcOrd="0" destOrd="0" presId="urn:microsoft.com/office/officeart/2005/8/layout/list1"/>
    <dgm:cxn modelId="{6F53B542-0EA4-4FE7-B0AF-AD48B82C645B}" type="presParOf" srcId="{C720C411-0814-4BFB-8D9D-45F189F3F59E}" destId="{14F81F7B-2C8B-4BD3-8798-81254FAE95A8}" srcOrd="1" destOrd="0" presId="urn:microsoft.com/office/officeart/2005/8/layout/list1"/>
    <dgm:cxn modelId="{FAC386F7-F498-4830-9191-4CDD962D7E70}" type="presParOf" srcId="{B2795D98-06EA-4A07-993B-BEFB577454BE}" destId="{FC8EAB24-015A-4A65-9597-E3230173277B}" srcOrd="9" destOrd="0" presId="urn:microsoft.com/office/officeart/2005/8/layout/list1"/>
    <dgm:cxn modelId="{7A405540-654C-47FE-B962-DE044BE3535A}" type="presParOf" srcId="{B2795D98-06EA-4A07-993B-BEFB577454BE}" destId="{582E13C3-827D-46B7-A5FF-62BB13B3EE41}"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5.xml><?xml version="1.0" encoding="utf-8"?>
<dgm:dataModel xmlns:dgm="http://schemas.openxmlformats.org/drawingml/2006/diagram" xmlns:a="http://schemas.openxmlformats.org/drawingml/2006/main">
  <dgm:ptLst>
    <dgm:pt modelId="{BE05E081-ACB3-45F3-AD04-3013674F5118}" type="doc">
      <dgm:prSet loTypeId="urn:microsoft.com/office/officeart/2005/8/layout/hChevron3" loCatId="process" qsTypeId="urn:microsoft.com/office/officeart/2005/8/quickstyle/simple1" qsCatId="simple" csTypeId="urn:microsoft.com/office/officeart/2005/8/colors/accent1_2" csCatId="accent1" phldr="1"/>
      <dgm:spPr/>
    </dgm:pt>
    <dgm:pt modelId="{08915160-1DE5-44AC-96E3-80C3D4DC96BC}">
      <dgm:prSet phldrT="[Text]">
        <dgm:style>
          <a:lnRef idx="2">
            <a:schemeClr val="accent3"/>
          </a:lnRef>
          <a:fillRef idx="1">
            <a:schemeClr val="lt1"/>
          </a:fillRef>
          <a:effectRef idx="0">
            <a:schemeClr val="accent3"/>
          </a:effectRef>
          <a:fontRef idx="minor">
            <a:schemeClr val="dk1"/>
          </a:fontRef>
        </dgm:style>
      </dgm:prSet>
      <dgm:spPr/>
      <dgm:t>
        <a:bodyPr/>
        <a:lstStyle/>
        <a:p>
          <a:pPr algn="l"/>
          <a:r>
            <a:rPr lang="en-US" dirty="0"/>
            <a:t>Spell correction (manual &amp; Walmart)</a:t>
          </a:r>
        </a:p>
      </dgm:t>
    </dgm:pt>
    <dgm:pt modelId="{5B22A861-08DE-4F08-9AB9-6D9FC60843A8}" type="parTrans" cxnId="{74E0B377-B80F-48EA-AC34-748F4D18FDA3}">
      <dgm:prSet/>
      <dgm:spPr/>
      <dgm:t>
        <a:bodyPr/>
        <a:lstStyle/>
        <a:p>
          <a:endParaRPr lang="en-US"/>
        </a:p>
      </dgm:t>
    </dgm:pt>
    <dgm:pt modelId="{F4B069E6-2A26-46E6-9C60-689F94ECDCDF}" type="sibTrans" cxnId="{74E0B377-B80F-48EA-AC34-748F4D18FDA3}">
      <dgm:prSet/>
      <dgm:spPr/>
      <dgm:t>
        <a:bodyPr/>
        <a:lstStyle/>
        <a:p>
          <a:endParaRPr lang="en-US"/>
        </a:p>
      </dgm:t>
    </dgm:pt>
    <dgm:pt modelId="{C00AEC5F-43C2-437F-A99A-69B6E753DF06}">
      <dgm:prSet phldrT="[Text]">
        <dgm:style>
          <a:lnRef idx="2">
            <a:schemeClr val="accent3"/>
          </a:lnRef>
          <a:fillRef idx="1">
            <a:schemeClr val="lt1"/>
          </a:fillRef>
          <a:effectRef idx="0">
            <a:schemeClr val="accent3"/>
          </a:effectRef>
          <a:fontRef idx="minor">
            <a:schemeClr val="dk1"/>
          </a:fontRef>
        </dgm:style>
      </dgm:prSet>
      <dgm:spPr/>
      <dgm:t>
        <a:bodyPr/>
        <a:lstStyle/>
        <a:p>
          <a:r>
            <a:rPr lang="en-US" dirty="0"/>
            <a:t>Stopwords and Numbers removed</a:t>
          </a:r>
        </a:p>
      </dgm:t>
    </dgm:pt>
    <dgm:pt modelId="{DEDBA2D4-2FE2-46F9-923E-945C4AF9FE8A}" type="parTrans" cxnId="{FA957598-F66A-492A-B223-18FE812C4E77}">
      <dgm:prSet/>
      <dgm:spPr/>
      <dgm:t>
        <a:bodyPr/>
        <a:lstStyle/>
        <a:p>
          <a:endParaRPr lang="en-US"/>
        </a:p>
      </dgm:t>
    </dgm:pt>
    <dgm:pt modelId="{935F94FE-DA67-4268-9194-AAD21557149E}" type="sibTrans" cxnId="{FA957598-F66A-492A-B223-18FE812C4E77}">
      <dgm:prSet/>
      <dgm:spPr/>
      <dgm:t>
        <a:bodyPr/>
        <a:lstStyle/>
        <a:p>
          <a:endParaRPr lang="en-US"/>
        </a:p>
      </dgm:t>
    </dgm:pt>
    <dgm:pt modelId="{E91B8BDF-02DC-484B-BDB9-954C4A2AF85A}">
      <dgm:prSet phldrT="[Text]">
        <dgm:style>
          <a:lnRef idx="2">
            <a:schemeClr val="accent3"/>
          </a:lnRef>
          <a:fillRef idx="1">
            <a:schemeClr val="lt1"/>
          </a:fillRef>
          <a:effectRef idx="0">
            <a:schemeClr val="accent3"/>
          </a:effectRef>
          <a:fontRef idx="minor">
            <a:schemeClr val="dk1"/>
          </a:fontRef>
        </dgm:style>
      </dgm:prSet>
      <dgm:spPr/>
      <dgm:t>
        <a:bodyPr/>
        <a:lstStyle/>
        <a:p>
          <a:r>
            <a:rPr lang="en-US" dirty="0"/>
            <a:t>Lemmatize words with chars more than 3</a:t>
          </a:r>
        </a:p>
      </dgm:t>
    </dgm:pt>
    <dgm:pt modelId="{2FEC74A4-5CAB-499B-B7CE-EBC2FDB1AC64}" type="parTrans" cxnId="{FDAB2FAE-0746-4EAB-96DE-8F16E8AE81C5}">
      <dgm:prSet/>
      <dgm:spPr/>
      <dgm:t>
        <a:bodyPr/>
        <a:lstStyle/>
        <a:p>
          <a:endParaRPr lang="en-US"/>
        </a:p>
      </dgm:t>
    </dgm:pt>
    <dgm:pt modelId="{8A20B5D4-BC86-4519-B072-D045C2589C74}" type="sibTrans" cxnId="{FDAB2FAE-0746-4EAB-96DE-8F16E8AE81C5}">
      <dgm:prSet/>
      <dgm:spPr/>
      <dgm:t>
        <a:bodyPr/>
        <a:lstStyle/>
        <a:p>
          <a:endParaRPr lang="en-US"/>
        </a:p>
      </dgm:t>
    </dgm:pt>
    <dgm:pt modelId="{ADB53CB2-D5EB-4299-A425-58CBAF205A11}">
      <dgm:prSet phldrT="[Text]">
        <dgm:style>
          <a:lnRef idx="2">
            <a:schemeClr val="accent3"/>
          </a:lnRef>
          <a:fillRef idx="1">
            <a:schemeClr val="lt1"/>
          </a:fillRef>
          <a:effectRef idx="0">
            <a:schemeClr val="accent3"/>
          </a:effectRef>
          <a:fontRef idx="minor">
            <a:schemeClr val="dk1"/>
          </a:fontRef>
        </dgm:style>
      </dgm:prSet>
      <dgm:spPr/>
      <dgm:t>
        <a:bodyPr/>
        <a:lstStyle/>
        <a:p>
          <a:r>
            <a:rPr lang="en-US" dirty="0"/>
            <a:t>Remove words with 1 and 2 chars</a:t>
          </a:r>
        </a:p>
      </dgm:t>
    </dgm:pt>
    <dgm:pt modelId="{178B3195-347E-47BD-A29B-D637132CDB7B}" type="parTrans" cxnId="{250BBE22-42C4-4D9C-87BD-7DF2EE8570F2}">
      <dgm:prSet/>
      <dgm:spPr/>
      <dgm:t>
        <a:bodyPr/>
        <a:lstStyle/>
        <a:p>
          <a:endParaRPr lang="en-US"/>
        </a:p>
      </dgm:t>
    </dgm:pt>
    <dgm:pt modelId="{57D254AF-23CD-413A-83AE-920D6208764C}" type="sibTrans" cxnId="{250BBE22-42C4-4D9C-87BD-7DF2EE8570F2}">
      <dgm:prSet/>
      <dgm:spPr/>
      <dgm:t>
        <a:bodyPr/>
        <a:lstStyle/>
        <a:p>
          <a:endParaRPr lang="en-US"/>
        </a:p>
      </dgm:t>
    </dgm:pt>
    <dgm:pt modelId="{17BD8BCF-A2F2-4B63-B572-0586D6F1E032}">
      <dgm:prSet phldrT="[Text]">
        <dgm:style>
          <a:lnRef idx="2">
            <a:schemeClr val="accent3"/>
          </a:lnRef>
          <a:fillRef idx="1">
            <a:schemeClr val="lt1"/>
          </a:fillRef>
          <a:effectRef idx="0">
            <a:schemeClr val="accent3"/>
          </a:effectRef>
          <a:fontRef idx="minor">
            <a:schemeClr val="dk1"/>
          </a:fontRef>
        </dgm:style>
      </dgm:prSet>
      <dgm:spPr/>
      <dgm:t>
        <a:bodyPr/>
        <a:lstStyle/>
        <a:p>
          <a:r>
            <a:rPr lang="en-US" dirty="0"/>
            <a:t>Remove noise words</a:t>
          </a:r>
        </a:p>
      </dgm:t>
    </dgm:pt>
    <dgm:pt modelId="{110949F1-0B59-45BA-B967-4204DD4679C9}" type="parTrans" cxnId="{6BF48A0E-7FDE-4511-A225-E89A6909EA55}">
      <dgm:prSet/>
      <dgm:spPr/>
      <dgm:t>
        <a:bodyPr/>
        <a:lstStyle/>
        <a:p>
          <a:endParaRPr lang="en-US"/>
        </a:p>
      </dgm:t>
    </dgm:pt>
    <dgm:pt modelId="{38C52040-65AA-4D78-B749-7C15AD94E7D4}" type="sibTrans" cxnId="{6BF48A0E-7FDE-4511-A225-E89A6909EA55}">
      <dgm:prSet/>
      <dgm:spPr/>
      <dgm:t>
        <a:bodyPr/>
        <a:lstStyle/>
        <a:p>
          <a:endParaRPr lang="en-US"/>
        </a:p>
      </dgm:t>
    </dgm:pt>
    <dgm:pt modelId="{2807E277-9B60-41A8-A7C1-30D9F6688772}" type="pres">
      <dgm:prSet presAssocID="{BE05E081-ACB3-45F3-AD04-3013674F5118}" presName="Name0" presStyleCnt="0">
        <dgm:presLayoutVars>
          <dgm:dir/>
          <dgm:resizeHandles val="exact"/>
        </dgm:presLayoutVars>
      </dgm:prSet>
      <dgm:spPr/>
    </dgm:pt>
    <dgm:pt modelId="{B745144D-B56C-4D9E-B13C-1E0C0F297FC5}" type="pres">
      <dgm:prSet presAssocID="{08915160-1DE5-44AC-96E3-80C3D4DC96BC}" presName="parTxOnly" presStyleLbl="node1" presStyleIdx="0" presStyleCnt="5">
        <dgm:presLayoutVars>
          <dgm:bulletEnabled val="1"/>
        </dgm:presLayoutVars>
      </dgm:prSet>
      <dgm:spPr/>
    </dgm:pt>
    <dgm:pt modelId="{8C3763E4-20A0-4B02-8E80-6B75CCC56445}" type="pres">
      <dgm:prSet presAssocID="{F4B069E6-2A26-46E6-9C60-689F94ECDCDF}" presName="parSpace" presStyleCnt="0"/>
      <dgm:spPr/>
    </dgm:pt>
    <dgm:pt modelId="{89C150D6-5B3B-4081-AE70-9E8130210A9C}" type="pres">
      <dgm:prSet presAssocID="{C00AEC5F-43C2-437F-A99A-69B6E753DF06}" presName="parTxOnly" presStyleLbl="node1" presStyleIdx="1" presStyleCnt="5">
        <dgm:presLayoutVars>
          <dgm:bulletEnabled val="1"/>
        </dgm:presLayoutVars>
      </dgm:prSet>
      <dgm:spPr/>
    </dgm:pt>
    <dgm:pt modelId="{7FED2D97-076E-46F4-B6B5-A3B9DA781CAE}" type="pres">
      <dgm:prSet presAssocID="{935F94FE-DA67-4268-9194-AAD21557149E}" presName="parSpace" presStyleCnt="0"/>
      <dgm:spPr/>
    </dgm:pt>
    <dgm:pt modelId="{FFE7DF76-4792-484F-B7AE-8FA74E7654E6}" type="pres">
      <dgm:prSet presAssocID="{E91B8BDF-02DC-484B-BDB9-954C4A2AF85A}" presName="parTxOnly" presStyleLbl="node1" presStyleIdx="2" presStyleCnt="5">
        <dgm:presLayoutVars>
          <dgm:bulletEnabled val="1"/>
        </dgm:presLayoutVars>
      </dgm:prSet>
      <dgm:spPr/>
    </dgm:pt>
    <dgm:pt modelId="{61BC2021-44F8-44E3-B574-29F16CFBBEF8}" type="pres">
      <dgm:prSet presAssocID="{8A20B5D4-BC86-4519-B072-D045C2589C74}" presName="parSpace" presStyleCnt="0"/>
      <dgm:spPr/>
    </dgm:pt>
    <dgm:pt modelId="{8C66FF4B-097E-4732-AED2-26DEEDF85B87}" type="pres">
      <dgm:prSet presAssocID="{ADB53CB2-D5EB-4299-A425-58CBAF205A11}" presName="parTxOnly" presStyleLbl="node1" presStyleIdx="3" presStyleCnt="5">
        <dgm:presLayoutVars>
          <dgm:bulletEnabled val="1"/>
        </dgm:presLayoutVars>
      </dgm:prSet>
      <dgm:spPr/>
    </dgm:pt>
    <dgm:pt modelId="{02E17A7B-9DD5-4E26-8BA7-21DD225776AA}" type="pres">
      <dgm:prSet presAssocID="{57D254AF-23CD-413A-83AE-920D6208764C}" presName="parSpace" presStyleCnt="0"/>
      <dgm:spPr/>
    </dgm:pt>
    <dgm:pt modelId="{2DDCA9B3-0437-46F8-952B-95E21CD23159}" type="pres">
      <dgm:prSet presAssocID="{17BD8BCF-A2F2-4B63-B572-0586D6F1E032}" presName="parTxOnly" presStyleLbl="node1" presStyleIdx="4" presStyleCnt="5">
        <dgm:presLayoutVars>
          <dgm:bulletEnabled val="1"/>
        </dgm:presLayoutVars>
      </dgm:prSet>
      <dgm:spPr/>
    </dgm:pt>
  </dgm:ptLst>
  <dgm:cxnLst>
    <dgm:cxn modelId="{6BF48A0E-7FDE-4511-A225-E89A6909EA55}" srcId="{BE05E081-ACB3-45F3-AD04-3013674F5118}" destId="{17BD8BCF-A2F2-4B63-B572-0586D6F1E032}" srcOrd="4" destOrd="0" parTransId="{110949F1-0B59-45BA-B967-4204DD4679C9}" sibTransId="{38C52040-65AA-4D78-B749-7C15AD94E7D4}"/>
    <dgm:cxn modelId="{3CE4A218-4186-46B4-858F-F1C3D91776E7}" type="presOf" srcId="{E91B8BDF-02DC-484B-BDB9-954C4A2AF85A}" destId="{FFE7DF76-4792-484F-B7AE-8FA74E7654E6}" srcOrd="0" destOrd="0" presId="urn:microsoft.com/office/officeart/2005/8/layout/hChevron3"/>
    <dgm:cxn modelId="{9C2E1621-1809-48D8-827B-D2633BB16FB5}" type="presOf" srcId="{08915160-1DE5-44AC-96E3-80C3D4DC96BC}" destId="{B745144D-B56C-4D9E-B13C-1E0C0F297FC5}" srcOrd="0" destOrd="0" presId="urn:microsoft.com/office/officeart/2005/8/layout/hChevron3"/>
    <dgm:cxn modelId="{250BBE22-42C4-4D9C-87BD-7DF2EE8570F2}" srcId="{BE05E081-ACB3-45F3-AD04-3013674F5118}" destId="{ADB53CB2-D5EB-4299-A425-58CBAF205A11}" srcOrd="3" destOrd="0" parTransId="{178B3195-347E-47BD-A29B-D637132CDB7B}" sibTransId="{57D254AF-23CD-413A-83AE-920D6208764C}"/>
    <dgm:cxn modelId="{87DFE025-7B7E-4CA2-82EA-10D68DF07BCE}" type="presOf" srcId="{C00AEC5F-43C2-437F-A99A-69B6E753DF06}" destId="{89C150D6-5B3B-4081-AE70-9E8130210A9C}" srcOrd="0" destOrd="0" presId="urn:microsoft.com/office/officeart/2005/8/layout/hChevron3"/>
    <dgm:cxn modelId="{35616C4C-175C-4B0A-A387-4F59DBEDD751}" type="presOf" srcId="{ADB53CB2-D5EB-4299-A425-58CBAF205A11}" destId="{8C66FF4B-097E-4732-AED2-26DEEDF85B87}" srcOrd="0" destOrd="0" presId="urn:microsoft.com/office/officeart/2005/8/layout/hChevron3"/>
    <dgm:cxn modelId="{74E0B377-B80F-48EA-AC34-748F4D18FDA3}" srcId="{BE05E081-ACB3-45F3-AD04-3013674F5118}" destId="{08915160-1DE5-44AC-96E3-80C3D4DC96BC}" srcOrd="0" destOrd="0" parTransId="{5B22A861-08DE-4F08-9AB9-6D9FC60843A8}" sibTransId="{F4B069E6-2A26-46E6-9C60-689F94ECDCDF}"/>
    <dgm:cxn modelId="{490CB587-1B95-47DA-A085-D07768523B87}" type="presOf" srcId="{17BD8BCF-A2F2-4B63-B572-0586D6F1E032}" destId="{2DDCA9B3-0437-46F8-952B-95E21CD23159}" srcOrd="0" destOrd="0" presId="urn:microsoft.com/office/officeart/2005/8/layout/hChevron3"/>
    <dgm:cxn modelId="{FA957598-F66A-492A-B223-18FE812C4E77}" srcId="{BE05E081-ACB3-45F3-AD04-3013674F5118}" destId="{C00AEC5F-43C2-437F-A99A-69B6E753DF06}" srcOrd="1" destOrd="0" parTransId="{DEDBA2D4-2FE2-46F9-923E-945C4AF9FE8A}" sibTransId="{935F94FE-DA67-4268-9194-AAD21557149E}"/>
    <dgm:cxn modelId="{FDAB2FAE-0746-4EAB-96DE-8F16E8AE81C5}" srcId="{BE05E081-ACB3-45F3-AD04-3013674F5118}" destId="{E91B8BDF-02DC-484B-BDB9-954C4A2AF85A}" srcOrd="2" destOrd="0" parTransId="{2FEC74A4-5CAB-499B-B7CE-EBC2FDB1AC64}" sibTransId="{8A20B5D4-BC86-4519-B072-D045C2589C74}"/>
    <dgm:cxn modelId="{EFF17EC4-33E8-4027-8097-2BB89D98EC13}" type="presOf" srcId="{BE05E081-ACB3-45F3-AD04-3013674F5118}" destId="{2807E277-9B60-41A8-A7C1-30D9F6688772}" srcOrd="0" destOrd="0" presId="urn:microsoft.com/office/officeart/2005/8/layout/hChevron3"/>
    <dgm:cxn modelId="{3E4F1919-424B-44D9-8D0C-98D70353ABAB}" type="presParOf" srcId="{2807E277-9B60-41A8-A7C1-30D9F6688772}" destId="{B745144D-B56C-4D9E-B13C-1E0C0F297FC5}" srcOrd="0" destOrd="0" presId="urn:microsoft.com/office/officeart/2005/8/layout/hChevron3"/>
    <dgm:cxn modelId="{95853A5F-D4B7-48F7-9B88-CACCDFFB446F}" type="presParOf" srcId="{2807E277-9B60-41A8-A7C1-30D9F6688772}" destId="{8C3763E4-20A0-4B02-8E80-6B75CCC56445}" srcOrd="1" destOrd="0" presId="urn:microsoft.com/office/officeart/2005/8/layout/hChevron3"/>
    <dgm:cxn modelId="{F55CCE32-A66E-41D0-BDDF-9D10CE83B51A}" type="presParOf" srcId="{2807E277-9B60-41A8-A7C1-30D9F6688772}" destId="{89C150D6-5B3B-4081-AE70-9E8130210A9C}" srcOrd="2" destOrd="0" presId="urn:microsoft.com/office/officeart/2005/8/layout/hChevron3"/>
    <dgm:cxn modelId="{6C6F1104-C8B6-4DA3-AC7D-D299608B347D}" type="presParOf" srcId="{2807E277-9B60-41A8-A7C1-30D9F6688772}" destId="{7FED2D97-076E-46F4-B6B5-A3B9DA781CAE}" srcOrd="3" destOrd="0" presId="urn:microsoft.com/office/officeart/2005/8/layout/hChevron3"/>
    <dgm:cxn modelId="{A076A100-4D19-467C-ADB8-551451E4BC04}" type="presParOf" srcId="{2807E277-9B60-41A8-A7C1-30D9F6688772}" destId="{FFE7DF76-4792-484F-B7AE-8FA74E7654E6}" srcOrd="4" destOrd="0" presId="urn:microsoft.com/office/officeart/2005/8/layout/hChevron3"/>
    <dgm:cxn modelId="{EFC22242-C3AA-4A65-824F-843DFF2A738D}" type="presParOf" srcId="{2807E277-9B60-41A8-A7C1-30D9F6688772}" destId="{61BC2021-44F8-44E3-B574-29F16CFBBEF8}" srcOrd="5" destOrd="0" presId="urn:microsoft.com/office/officeart/2005/8/layout/hChevron3"/>
    <dgm:cxn modelId="{39194070-6001-4C30-93BE-19930075D4B8}" type="presParOf" srcId="{2807E277-9B60-41A8-A7C1-30D9F6688772}" destId="{8C66FF4B-097E-4732-AED2-26DEEDF85B87}" srcOrd="6" destOrd="0" presId="urn:microsoft.com/office/officeart/2005/8/layout/hChevron3"/>
    <dgm:cxn modelId="{226C8C8C-092C-492F-AF2E-A2A8DB324BF1}" type="presParOf" srcId="{2807E277-9B60-41A8-A7C1-30D9F6688772}" destId="{02E17A7B-9DD5-4E26-8BA7-21DD225776AA}" srcOrd="7" destOrd="0" presId="urn:microsoft.com/office/officeart/2005/8/layout/hChevron3"/>
    <dgm:cxn modelId="{3A471D38-F14C-4559-9ADA-801F695CAD24}" type="presParOf" srcId="{2807E277-9B60-41A8-A7C1-30D9F6688772}" destId="{2DDCA9B3-0437-46F8-952B-95E21CD23159}" srcOrd="8"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A0F40A-AEEA-48B8-A09D-1ABE6B7DE6FB}">
      <dsp:nvSpPr>
        <dsp:cNvPr id="0" name=""/>
        <dsp:cNvSpPr/>
      </dsp:nvSpPr>
      <dsp:spPr>
        <a:xfrm>
          <a:off x="0" y="4227317"/>
          <a:ext cx="10760722"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AEB22AB-3395-4009-B5FC-082F971B19B4}">
      <dsp:nvSpPr>
        <dsp:cNvPr id="0" name=""/>
        <dsp:cNvSpPr/>
      </dsp:nvSpPr>
      <dsp:spPr>
        <a:xfrm>
          <a:off x="0" y="2411617"/>
          <a:ext cx="10760722"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2D12D75-6C40-403D-88C3-AB1B1E2E7413}">
      <dsp:nvSpPr>
        <dsp:cNvPr id="0" name=""/>
        <dsp:cNvSpPr/>
      </dsp:nvSpPr>
      <dsp:spPr>
        <a:xfrm>
          <a:off x="0" y="595917"/>
          <a:ext cx="10760722"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2998801-5525-413A-ACBF-21ED9223F412}">
      <dsp:nvSpPr>
        <dsp:cNvPr id="0" name=""/>
        <dsp:cNvSpPr/>
      </dsp:nvSpPr>
      <dsp:spPr>
        <a:xfrm>
          <a:off x="2841504" y="2837"/>
          <a:ext cx="6578657" cy="5952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1435" tIns="51435" rIns="51435" bIns="51435" numCol="1" spcCol="1270" anchor="b" anchorCtr="0">
          <a:noAutofit/>
        </a:bodyPr>
        <a:lstStyle/>
        <a:p>
          <a:pPr marL="0" lvl="0" indent="0" algn="l" defTabSz="1200150">
            <a:lnSpc>
              <a:spcPct val="90000"/>
            </a:lnSpc>
            <a:spcBef>
              <a:spcPct val="0"/>
            </a:spcBef>
            <a:spcAft>
              <a:spcPct val="35000"/>
            </a:spcAft>
            <a:buNone/>
          </a:pPr>
          <a:endParaRPr lang="en-US" sz="2700" kern="1200" dirty="0"/>
        </a:p>
      </dsp:txBody>
      <dsp:txXfrm>
        <a:off x="2841504" y="2837"/>
        <a:ext cx="6578657" cy="595253"/>
      </dsp:txXfrm>
    </dsp:sp>
    <dsp:sp modelId="{9E2D02C2-7B72-4DAD-B5F6-FD363EE95912}">
      <dsp:nvSpPr>
        <dsp:cNvPr id="0" name=""/>
        <dsp:cNvSpPr/>
      </dsp:nvSpPr>
      <dsp:spPr>
        <a:xfrm>
          <a:off x="0" y="664"/>
          <a:ext cx="2797787" cy="595253"/>
        </a:xfrm>
        <a:prstGeom prst="round2SameRect">
          <a:avLst>
            <a:gd name="adj1" fmla="val 16670"/>
            <a:gd name="adj2" fmla="val 0"/>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1"/>
        </a:lnRef>
        <a:fillRef idx="3">
          <a:schemeClr val="accent1"/>
        </a:fillRef>
        <a:effectRef idx="3">
          <a:schemeClr val="accent1"/>
        </a:effectRef>
        <a:fontRef idx="minor">
          <a:schemeClr val="lt1"/>
        </a:fontRef>
      </dsp:style>
      <dsp:txBody>
        <a:bodyPr spcFirstLastPara="0" vert="horz" wrap="square" lIns="51435" tIns="51435" rIns="51435" bIns="51435" numCol="1" spcCol="1270" anchor="ctr" anchorCtr="0">
          <a:noAutofit/>
        </a:bodyPr>
        <a:lstStyle/>
        <a:p>
          <a:pPr marL="0" lvl="0" indent="0" algn="ctr" defTabSz="1200150">
            <a:lnSpc>
              <a:spcPct val="90000"/>
            </a:lnSpc>
            <a:spcBef>
              <a:spcPct val="0"/>
            </a:spcBef>
            <a:spcAft>
              <a:spcPct val="35000"/>
            </a:spcAft>
            <a:buNone/>
          </a:pPr>
          <a:r>
            <a:rPr lang="en-US" sz="2700" kern="1200" dirty="0"/>
            <a:t>About Walmart</a:t>
          </a:r>
        </a:p>
      </dsp:txBody>
      <dsp:txXfrm>
        <a:off x="29063" y="29727"/>
        <a:ext cx="2739661" cy="566190"/>
      </dsp:txXfrm>
    </dsp:sp>
    <dsp:sp modelId="{0FF4487B-BFA8-4868-B8E9-2C17D037CEE6}">
      <dsp:nvSpPr>
        <dsp:cNvPr id="0" name=""/>
        <dsp:cNvSpPr/>
      </dsp:nvSpPr>
      <dsp:spPr>
        <a:xfrm>
          <a:off x="0" y="595917"/>
          <a:ext cx="10760722" cy="11906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ctr" anchorCtr="0">
          <a:noAutofit/>
        </a:bodyPr>
        <a:lstStyle/>
        <a:p>
          <a:pPr marL="171450" lvl="1" indent="-171450" algn="l" defTabSz="844550">
            <a:lnSpc>
              <a:spcPct val="90000"/>
            </a:lnSpc>
            <a:spcBef>
              <a:spcPct val="0"/>
            </a:spcBef>
            <a:spcAft>
              <a:spcPct val="15000"/>
            </a:spcAft>
            <a:buChar char="•"/>
          </a:pPr>
          <a:r>
            <a:rPr lang="en-US" sz="1900" kern="1200" dirty="0"/>
            <a:t>Walmart is a global company and have millions of items across the markets.​ Within each market have its own item hierarchy.​</a:t>
          </a:r>
        </a:p>
        <a:p>
          <a:pPr marL="171450" lvl="1" indent="-171450" algn="l" defTabSz="844550">
            <a:lnSpc>
              <a:spcPct val="90000"/>
            </a:lnSpc>
            <a:spcBef>
              <a:spcPct val="0"/>
            </a:spcBef>
            <a:spcAft>
              <a:spcPct val="15000"/>
            </a:spcAft>
            <a:buChar char="•"/>
          </a:pPr>
          <a:r>
            <a:rPr lang="en-US" sz="1900" kern="1200" dirty="0"/>
            <a:t>For Walmart to operate as a truly International Retailer, there is a need for a homogenous item hierarchy.​</a:t>
          </a:r>
        </a:p>
      </dsp:txBody>
      <dsp:txXfrm>
        <a:off x="0" y="595917"/>
        <a:ext cx="10760722" cy="1190684"/>
      </dsp:txXfrm>
    </dsp:sp>
    <dsp:sp modelId="{3366ABCE-7AD8-410E-B3FF-587D84956F7A}">
      <dsp:nvSpPr>
        <dsp:cNvPr id="0" name=""/>
        <dsp:cNvSpPr/>
      </dsp:nvSpPr>
      <dsp:spPr>
        <a:xfrm>
          <a:off x="2797787" y="1816364"/>
          <a:ext cx="7962934" cy="5952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1435" tIns="51435" rIns="51435" bIns="51435" numCol="1" spcCol="1270" anchor="b" anchorCtr="0">
          <a:noAutofit/>
        </a:bodyPr>
        <a:lstStyle/>
        <a:p>
          <a:pPr marL="0" lvl="0" indent="0" algn="l" defTabSz="1200150">
            <a:lnSpc>
              <a:spcPct val="90000"/>
            </a:lnSpc>
            <a:spcBef>
              <a:spcPct val="0"/>
            </a:spcBef>
            <a:spcAft>
              <a:spcPct val="35000"/>
            </a:spcAft>
            <a:buNone/>
          </a:pPr>
          <a:endParaRPr lang="en-US" sz="2700" kern="1200" dirty="0"/>
        </a:p>
      </dsp:txBody>
      <dsp:txXfrm>
        <a:off x="2797787" y="1816364"/>
        <a:ext cx="7962934" cy="595253"/>
      </dsp:txXfrm>
    </dsp:sp>
    <dsp:sp modelId="{9359C45C-CADB-47B6-BFF7-8289C0549585}">
      <dsp:nvSpPr>
        <dsp:cNvPr id="0" name=""/>
        <dsp:cNvSpPr/>
      </dsp:nvSpPr>
      <dsp:spPr>
        <a:xfrm>
          <a:off x="0" y="1816364"/>
          <a:ext cx="2797787" cy="595253"/>
        </a:xfrm>
        <a:prstGeom prst="round2SameRect">
          <a:avLst>
            <a:gd name="adj1" fmla="val 16670"/>
            <a:gd name="adj2" fmla="val 0"/>
          </a:avLst>
        </a:prstGeom>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2"/>
        </a:lnRef>
        <a:fillRef idx="3">
          <a:schemeClr val="accent2"/>
        </a:fillRef>
        <a:effectRef idx="3">
          <a:schemeClr val="accent2"/>
        </a:effectRef>
        <a:fontRef idx="minor">
          <a:schemeClr val="lt1"/>
        </a:fontRef>
      </dsp:style>
      <dsp:txBody>
        <a:bodyPr spcFirstLastPara="0" vert="horz" wrap="square" lIns="51435" tIns="51435" rIns="51435" bIns="51435" numCol="1" spcCol="1270" anchor="ctr" anchorCtr="0">
          <a:noAutofit/>
        </a:bodyPr>
        <a:lstStyle/>
        <a:p>
          <a:pPr marL="0" lvl="0" indent="0" algn="ctr" defTabSz="1200150">
            <a:lnSpc>
              <a:spcPct val="90000"/>
            </a:lnSpc>
            <a:spcBef>
              <a:spcPct val="0"/>
            </a:spcBef>
            <a:spcAft>
              <a:spcPct val="35000"/>
            </a:spcAft>
            <a:buNone/>
          </a:pPr>
          <a:r>
            <a:rPr lang="en-US" sz="2700" kern="1200" dirty="0"/>
            <a:t>Business Objective</a:t>
          </a:r>
        </a:p>
      </dsp:txBody>
      <dsp:txXfrm>
        <a:off x="29063" y="1845427"/>
        <a:ext cx="2739661" cy="566190"/>
      </dsp:txXfrm>
    </dsp:sp>
    <dsp:sp modelId="{C1BE1126-84D7-41FB-83A3-80C045DF388A}">
      <dsp:nvSpPr>
        <dsp:cNvPr id="0" name=""/>
        <dsp:cNvSpPr/>
      </dsp:nvSpPr>
      <dsp:spPr>
        <a:xfrm>
          <a:off x="0" y="2411617"/>
          <a:ext cx="10760722" cy="11906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ctr" anchorCtr="0">
          <a:noAutofit/>
        </a:bodyPr>
        <a:lstStyle/>
        <a:p>
          <a:pPr marL="171450" lvl="1" indent="-171450" algn="l" defTabSz="844550">
            <a:lnSpc>
              <a:spcPct val="90000"/>
            </a:lnSpc>
            <a:spcBef>
              <a:spcPct val="0"/>
            </a:spcBef>
            <a:spcAft>
              <a:spcPct val="15000"/>
            </a:spcAft>
            <a:buChar char="•"/>
          </a:pPr>
          <a:r>
            <a:rPr lang="en-US" sz="1900" kern="1200" dirty="0"/>
            <a:t>The business objective here is to aggregate each market's sourcing data into a Global Sourcing Perspective.</a:t>
          </a:r>
        </a:p>
        <a:p>
          <a:pPr marL="171450" lvl="1" indent="-171450" algn="l" defTabSz="844550">
            <a:lnSpc>
              <a:spcPct val="90000"/>
            </a:lnSpc>
            <a:spcBef>
              <a:spcPct val="0"/>
            </a:spcBef>
            <a:spcAft>
              <a:spcPct val="15000"/>
            </a:spcAft>
            <a:buChar char="•"/>
          </a:pPr>
          <a:r>
            <a:rPr lang="en-US" sz="1900" kern="1200" dirty="0"/>
            <a:t>This can help the sourcing partners to understand the economies of scale that have in their global sourcing of products for sale in stores.​</a:t>
          </a:r>
        </a:p>
      </dsp:txBody>
      <dsp:txXfrm>
        <a:off x="0" y="2411617"/>
        <a:ext cx="10760722" cy="1190684"/>
      </dsp:txXfrm>
    </dsp:sp>
    <dsp:sp modelId="{AEF0BC25-DE7A-48E3-B40F-9E8E2E9F96E5}">
      <dsp:nvSpPr>
        <dsp:cNvPr id="0" name=""/>
        <dsp:cNvSpPr/>
      </dsp:nvSpPr>
      <dsp:spPr>
        <a:xfrm>
          <a:off x="2797787" y="3632064"/>
          <a:ext cx="7962934" cy="5952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1435" tIns="51435" rIns="51435" bIns="51435" numCol="1" spcCol="1270" anchor="b" anchorCtr="0">
          <a:noAutofit/>
        </a:bodyPr>
        <a:lstStyle/>
        <a:p>
          <a:pPr marL="0" lvl="0" indent="0" algn="l" defTabSz="1200150">
            <a:lnSpc>
              <a:spcPct val="90000"/>
            </a:lnSpc>
            <a:spcBef>
              <a:spcPct val="0"/>
            </a:spcBef>
            <a:spcAft>
              <a:spcPct val="35000"/>
            </a:spcAft>
            <a:buNone/>
          </a:pPr>
          <a:endParaRPr lang="en-US" sz="2700" kern="1200" dirty="0"/>
        </a:p>
      </dsp:txBody>
      <dsp:txXfrm>
        <a:off x="2797787" y="3632064"/>
        <a:ext cx="7962934" cy="595253"/>
      </dsp:txXfrm>
    </dsp:sp>
    <dsp:sp modelId="{2AB3285F-1822-4F5F-A84E-D6B79CC83663}">
      <dsp:nvSpPr>
        <dsp:cNvPr id="0" name=""/>
        <dsp:cNvSpPr/>
      </dsp:nvSpPr>
      <dsp:spPr>
        <a:xfrm>
          <a:off x="0" y="3632064"/>
          <a:ext cx="2797787" cy="595253"/>
        </a:xfrm>
        <a:prstGeom prst="round2SameRect">
          <a:avLst>
            <a:gd name="adj1" fmla="val 16670"/>
            <a:gd name="adj2" fmla="val 0"/>
          </a:avLst>
        </a:prstGeom>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6"/>
        </a:lnRef>
        <a:fillRef idx="3">
          <a:schemeClr val="accent6"/>
        </a:fillRef>
        <a:effectRef idx="3">
          <a:schemeClr val="accent6"/>
        </a:effectRef>
        <a:fontRef idx="minor">
          <a:schemeClr val="lt1"/>
        </a:fontRef>
      </dsp:style>
      <dsp:txBody>
        <a:bodyPr spcFirstLastPara="0" vert="horz" wrap="square" lIns="51435" tIns="51435" rIns="51435" bIns="51435" numCol="1" spcCol="1270" anchor="ctr" anchorCtr="0">
          <a:noAutofit/>
        </a:bodyPr>
        <a:lstStyle/>
        <a:p>
          <a:pPr marL="0" lvl="0" indent="0" algn="ctr" defTabSz="1200150">
            <a:lnSpc>
              <a:spcPct val="90000"/>
            </a:lnSpc>
            <a:spcBef>
              <a:spcPct val="0"/>
            </a:spcBef>
            <a:spcAft>
              <a:spcPct val="35000"/>
            </a:spcAft>
            <a:buNone/>
          </a:pPr>
          <a:r>
            <a:rPr lang="en-US" sz="2700" kern="1200" dirty="0"/>
            <a:t>Data  Objective</a:t>
          </a:r>
        </a:p>
      </dsp:txBody>
      <dsp:txXfrm>
        <a:off x="29063" y="3661127"/>
        <a:ext cx="2739661" cy="566190"/>
      </dsp:txXfrm>
    </dsp:sp>
    <dsp:sp modelId="{9648CC17-53C6-426B-815A-D7ECD4FD3848}">
      <dsp:nvSpPr>
        <dsp:cNvPr id="0" name=""/>
        <dsp:cNvSpPr/>
      </dsp:nvSpPr>
      <dsp:spPr>
        <a:xfrm>
          <a:off x="0" y="4227317"/>
          <a:ext cx="10760722" cy="11906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ctr" anchorCtr="0">
          <a:noAutofit/>
        </a:bodyPr>
        <a:lstStyle/>
        <a:p>
          <a:pPr marL="171450" lvl="1" indent="-171450" algn="l" defTabSz="844550">
            <a:lnSpc>
              <a:spcPct val="90000"/>
            </a:lnSpc>
            <a:spcBef>
              <a:spcPct val="0"/>
            </a:spcBef>
            <a:spcAft>
              <a:spcPct val="15000"/>
            </a:spcAft>
            <a:buChar char="•"/>
          </a:pPr>
          <a:r>
            <a:rPr lang="en-US" sz="1900" kern="1200" dirty="0"/>
            <a:t>Formulate a machine learning algorithm to group the like items across the globe into similar cross category and cross subcategory. </a:t>
          </a:r>
        </a:p>
        <a:p>
          <a:pPr marL="171450" lvl="1" indent="-171450" algn="l" defTabSz="844550">
            <a:lnSpc>
              <a:spcPct val="90000"/>
            </a:lnSpc>
            <a:spcBef>
              <a:spcPct val="0"/>
            </a:spcBef>
            <a:spcAft>
              <a:spcPct val="15000"/>
            </a:spcAft>
            <a:buChar char="•"/>
          </a:pPr>
          <a:r>
            <a:rPr lang="en-US" sz="1900" kern="1200" dirty="0"/>
            <a:t>The data given to me is of FOOD as SBU and cross department as PRODUCE &amp; FLOWERS.</a:t>
          </a:r>
        </a:p>
      </dsp:txBody>
      <dsp:txXfrm>
        <a:off x="0" y="4227317"/>
        <a:ext cx="10760722" cy="119068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3E3DCA-8244-4FAE-8D86-7BF3FA572736}">
      <dsp:nvSpPr>
        <dsp:cNvPr id="0" name=""/>
        <dsp:cNvSpPr/>
      </dsp:nvSpPr>
      <dsp:spPr>
        <a:xfrm rot="5400000">
          <a:off x="-289718" y="292805"/>
          <a:ext cx="1931458" cy="1352020"/>
        </a:xfrm>
        <a:prstGeom prst="chevron">
          <a:avLst/>
        </a:prstGeom>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4"/>
        </a:lnRef>
        <a:fillRef idx="3">
          <a:schemeClr val="accent4"/>
        </a:fillRef>
        <a:effectRef idx="3">
          <a:schemeClr val="accent4"/>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Setting up the data</a:t>
          </a:r>
        </a:p>
      </dsp:txBody>
      <dsp:txXfrm rot="-5400000">
        <a:off x="1" y="679096"/>
        <a:ext cx="1352020" cy="579438"/>
      </dsp:txXfrm>
    </dsp:sp>
    <dsp:sp modelId="{55FEE6F3-8A8B-488D-BBE5-9303B833789C}">
      <dsp:nvSpPr>
        <dsp:cNvPr id="0" name=""/>
        <dsp:cNvSpPr/>
      </dsp:nvSpPr>
      <dsp:spPr>
        <a:xfrm rot="5400000">
          <a:off x="5437525" y="-4082418"/>
          <a:ext cx="1255447" cy="9426457"/>
        </a:xfrm>
        <a:prstGeom prst="round2SameRect">
          <a:avLst/>
        </a:prstGeom>
        <a:solidFill>
          <a:schemeClr val="lt1">
            <a:alpha val="90000"/>
            <a:hueOff val="0"/>
            <a:satOff val="0"/>
            <a:lumOff val="0"/>
            <a:alphaOff val="0"/>
          </a:schemeClr>
        </a:solidFill>
        <a:ln w="12700" cap="flat" cmpd="sng" algn="ctr">
          <a:noFill/>
          <a:prstDash val="solid"/>
          <a:miter lim="800000"/>
        </a:ln>
        <a:effectLst>
          <a:outerShdw blurRad="44450" dist="27940" dir="5400000" algn="ctr" rotWithShape="0">
            <a:srgbClr val="000000">
              <a:alpha val="32000"/>
            </a:srgbClr>
          </a:outerShdw>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56464" tIns="13970" rIns="13970" bIns="13970" numCol="1" spcCol="1270" anchor="ctr" anchorCtr="0">
          <a:noAutofit/>
        </a:bodyPr>
        <a:lstStyle/>
        <a:p>
          <a:pPr marL="228600" lvl="1" indent="-228600" algn="l" defTabSz="977900">
            <a:lnSpc>
              <a:spcPct val="90000"/>
            </a:lnSpc>
            <a:spcBef>
              <a:spcPct val="0"/>
            </a:spcBef>
            <a:spcAft>
              <a:spcPct val="15000"/>
            </a:spcAft>
            <a:buChar char="•"/>
          </a:pPr>
          <a:r>
            <a:rPr lang="en-US" sz="2200" kern="1200" dirty="0"/>
            <a:t>Define a target column by concatenating revised category and revised variety.</a:t>
          </a:r>
        </a:p>
        <a:p>
          <a:pPr marL="228600" lvl="1" indent="-228600" algn="l" defTabSz="977900">
            <a:lnSpc>
              <a:spcPct val="90000"/>
            </a:lnSpc>
            <a:spcBef>
              <a:spcPct val="0"/>
            </a:spcBef>
            <a:spcAft>
              <a:spcPct val="15000"/>
            </a:spcAft>
            <a:buChar char="•"/>
          </a:pPr>
          <a:r>
            <a:rPr lang="en-US" sz="2200" kern="1200" dirty="0"/>
            <a:t>Divide the data into train and test. Test data will have Nan values in the target column.</a:t>
          </a:r>
        </a:p>
      </dsp:txBody>
      <dsp:txXfrm rot="-5400000">
        <a:off x="1352020" y="64373"/>
        <a:ext cx="9365171" cy="1132875"/>
      </dsp:txXfrm>
    </dsp:sp>
    <dsp:sp modelId="{5063A1F0-A087-41B9-A121-7D3E4FA40120}">
      <dsp:nvSpPr>
        <dsp:cNvPr id="0" name=""/>
        <dsp:cNvSpPr/>
      </dsp:nvSpPr>
      <dsp:spPr>
        <a:xfrm rot="5400000">
          <a:off x="-289718" y="2033323"/>
          <a:ext cx="1931458" cy="1352020"/>
        </a:xfrm>
        <a:prstGeom prst="chevron">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1"/>
        </a:lnRef>
        <a:fillRef idx="3">
          <a:schemeClr val="accent1"/>
        </a:fillRef>
        <a:effectRef idx="3">
          <a:schemeClr val="accent1"/>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Methodology</a:t>
          </a:r>
        </a:p>
      </dsp:txBody>
      <dsp:txXfrm rot="-5400000">
        <a:off x="1" y="2419614"/>
        <a:ext cx="1352020" cy="579438"/>
      </dsp:txXfrm>
    </dsp:sp>
    <dsp:sp modelId="{9EFBADBD-8E0F-41DF-A231-73976EB2ADE2}">
      <dsp:nvSpPr>
        <dsp:cNvPr id="0" name=""/>
        <dsp:cNvSpPr/>
      </dsp:nvSpPr>
      <dsp:spPr>
        <a:xfrm rot="5400000">
          <a:off x="5437525" y="-2341900"/>
          <a:ext cx="1255447" cy="9426457"/>
        </a:xfrm>
        <a:prstGeom prst="round2SameRect">
          <a:avLst/>
        </a:prstGeom>
        <a:solidFill>
          <a:schemeClr val="lt1">
            <a:alpha val="90000"/>
            <a:hueOff val="0"/>
            <a:satOff val="0"/>
            <a:lumOff val="0"/>
            <a:alphaOff val="0"/>
          </a:schemeClr>
        </a:solidFill>
        <a:ln w="12700" cap="flat" cmpd="sng" algn="ctr">
          <a:noFill/>
          <a:prstDash val="solid"/>
          <a:miter lim="800000"/>
        </a:ln>
        <a:effectLst>
          <a:outerShdw blurRad="44450" dist="27940" dir="5400000" algn="ctr" rotWithShape="0">
            <a:srgbClr val="000000">
              <a:alpha val="32000"/>
            </a:srgbClr>
          </a:outerShdw>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56464" tIns="13970" rIns="13970" bIns="13970" numCol="1" spcCol="1270" anchor="ctr" anchorCtr="0">
          <a:noAutofit/>
        </a:bodyPr>
        <a:lstStyle/>
        <a:p>
          <a:pPr marL="228600" lvl="1" indent="-228600" algn="l" defTabSz="977900">
            <a:lnSpc>
              <a:spcPct val="90000"/>
            </a:lnSpc>
            <a:spcBef>
              <a:spcPct val="0"/>
            </a:spcBef>
            <a:spcAft>
              <a:spcPct val="15000"/>
            </a:spcAft>
            <a:buChar char="•"/>
          </a:pPr>
          <a:r>
            <a:rPr lang="en-US" sz="2200" kern="1200" dirty="0"/>
            <a:t>Set up the pipeline and add vectorizer to convert text into numeric features.</a:t>
          </a:r>
        </a:p>
        <a:p>
          <a:pPr marL="228600" lvl="1" indent="-228600" algn="l" defTabSz="977900">
            <a:lnSpc>
              <a:spcPct val="90000"/>
            </a:lnSpc>
            <a:spcBef>
              <a:spcPct val="0"/>
            </a:spcBef>
            <a:spcAft>
              <a:spcPct val="15000"/>
            </a:spcAft>
            <a:buChar char="•"/>
          </a:pPr>
          <a:r>
            <a:rPr lang="en-US" sz="2200" kern="1200" dirty="0"/>
            <a:t>Add classification models to the pipeline and calculate cross validation score.</a:t>
          </a:r>
        </a:p>
      </dsp:txBody>
      <dsp:txXfrm rot="-5400000">
        <a:off x="1352020" y="1804891"/>
        <a:ext cx="9365171" cy="1132875"/>
      </dsp:txXfrm>
    </dsp:sp>
    <dsp:sp modelId="{F2D4DE04-6E38-4C56-9F4F-66917121D0EE}">
      <dsp:nvSpPr>
        <dsp:cNvPr id="0" name=""/>
        <dsp:cNvSpPr/>
      </dsp:nvSpPr>
      <dsp:spPr>
        <a:xfrm rot="5400000">
          <a:off x="-289718" y="3773840"/>
          <a:ext cx="1931458" cy="1352020"/>
        </a:xfrm>
        <a:prstGeom prst="chevron">
          <a:avLst/>
        </a:prstGeom>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6"/>
        </a:lnRef>
        <a:fillRef idx="3">
          <a:schemeClr val="accent6"/>
        </a:fillRef>
        <a:effectRef idx="3">
          <a:schemeClr val="accent6"/>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Finalizing the model</a:t>
          </a:r>
        </a:p>
      </dsp:txBody>
      <dsp:txXfrm rot="-5400000">
        <a:off x="1" y="4160131"/>
        <a:ext cx="1352020" cy="579438"/>
      </dsp:txXfrm>
    </dsp:sp>
    <dsp:sp modelId="{298611BE-B892-4EC1-AEFB-2FCAB3EECD04}">
      <dsp:nvSpPr>
        <dsp:cNvPr id="0" name=""/>
        <dsp:cNvSpPr/>
      </dsp:nvSpPr>
      <dsp:spPr>
        <a:xfrm rot="5400000">
          <a:off x="5437525" y="-601382"/>
          <a:ext cx="1255447" cy="9426457"/>
        </a:xfrm>
        <a:prstGeom prst="round2SameRect">
          <a:avLst/>
        </a:prstGeom>
        <a:solidFill>
          <a:schemeClr val="lt1">
            <a:alpha val="90000"/>
            <a:hueOff val="0"/>
            <a:satOff val="0"/>
            <a:lumOff val="0"/>
            <a:alphaOff val="0"/>
          </a:schemeClr>
        </a:solidFill>
        <a:ln w="12700" cap="flat" cmpd="sng" algn="ctr">
          <a:noFill/>
          <a:prstDash val="solid"/>
          <a:miter lim="800000"/>
        </a:ln>
        <a:effectLst>
          <a:outerShdw blurRad="44450" dist="27940" dir="5400000" algn="ctr" rotWithShape="0">
            <a:srgbClr val="000000">
              <a:alpha val="32000"/>
            </a:srgbClr>
          </a:outerShdw>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56464" tIns="13970" rIns="13970" bIns="13970" numCol="1" spcCol="1270" anchor="ctr" anchorCtr="0">
          <a:noAutofit/>
        </a:bodyPr>
        <a:lstStyle/>
        <a:p>
          <a:pPr marL="228600" lvl="1" indent="-228600" algn="l" defTabSz="977900">
            <a:lnSpc>
              <a:spcPct val="90000"/>
            </a:lnSpc>
            <a:spcBef>
              <a:spcPct val="0"/>
            </a:spcBef>
            <a:spcAft>
              <a:spcPct val="15000"/>
            </a:spcAft>
            <a:buChar char="•"/>
          </a:pPr>
          <a:r>
            <a:rPr lang="en-US" sz="2200" kern="1200" dirty="0"/>
            <a:t>Select the model with the best CV score and take it as the baseline.</a:t>
          </a:r>
        </a:p>
        <a:p>
          <a:pPr marL="228600" lvl="1" indent="-228600" algn="l" defTabSz="977900">
            <a:lnSpc>
              <a:spcPct val="90000"/>
            </a:lnSpc>
            <a:spcBef>
              <a:spcPct val="0"/>
            </a:spcBef>
            <a:spcAft>
              <a:spcPct val="15000"/>
            </a:spcAft>
            <a:buChar char="•"/>
          </a:pPr>
          <a:r>
            <a:rPr lang="en-US" sz="2200" kern="1200" dirty="0"/>
            <a:t>Perform hyperparameter tuning using grid search to improve the score.</a:t>
          </a:r>
        </a:p>
      </dsp:txBody>
      <dsp:txXfrm rot="-5400000">
        <a:off x="1352020" y="3545409"/>
        <a:ext cx="9365171" cy="113287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98394C-C664-4477-9602-18D68296F379}">
      <dsp:nvSpPr>
        <dsp:cNvPr id="0" name=""/>
        <dsp:cNvSpPr/>
      </dsp:nvSpPr>
      <dsp:spPr>
        <a:xfrm>
          <a:off x="52" y="16279"/>
          <a:ext cx="5021753" cy="518400"/>
        </a:xfrm>
        <a:prstGeom prst="rect">
          <a:avLst/>
        </a:prstGeom>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2"/>
        </a:lnRef>
        <a:fillRef idx="3">
          <a:schemeClr val="accent2"/>
        </a:fillRef>
        <a:effectRef idx="3">
          <a:schemeClr val="accent2"/>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US" sz="2000" b="1" kern="1200" dirty="0"/>
            <a:t>Conditions</a:t>
          </a:r>
        </a:p>
      </dsp:txBody>
      <dsp:txXfrm>
        <a:off x="52" y="16279"/>
        <a:ext cx="5021753" cy="518400"/>
      </dsp:txXfrm>
    </dsp:sp>
    <dsp:sp modelId="{DB9F071A-B375-44CF-BA3F-C9F597382EAB}">
      <dsp:nvSpPr>
        <dsp:cNvPr id="0" name=""/>
        <dsp:cNvSpPr/>
      </dsp:nvSpPr>
      <dsp:spPr>
        <a:xfrm>
          <a:off x="52" y="534679"/>
          <a:ext cx="5021753" cy="2371680"/>
        </a:xfrm>
        <a:prstGeom prst="rect">
          <a:avLst/>
        </a:prstGeom>
        <a:solidFill>
          <a:schemeClr val="lt1">
            <a:alpha val="90000"/>
            <a:tint val="40000"/>
            <a:hueOff val="0"/>
            <a:satOff val="0"/>
            <a:lumOff val="0"/>
            <a:alphaOff val="0"/>
          </a:schemeClr>
        </a:solidFill>
        <a:ln w="12700" cap="flat" cmpd="sng" algn="ctr">
          <a:solidFill>
            <a:schemeClr val="dk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kern="1200" dirty="0"/>
            <a:t>I have removed the classes with count &lt; 5. Hence, there are total </a:t>
          </a:r>
          <a:r>
            <a:rPr lang="en-US" sz="1600" b="1" kern="1200" dirty="0"/>
            <a:t>486</a:t>
          </a:r>
          <a:r>
            <a:rPr lang="en-US" sz="1600" kern="1200" dirty="0"/>
            <a:t> classes now.</a:t>
          </a:r>
        </a:p>
        <a:p>
          <a:pPr marL="171450" lvl="1" indent="-171450" algn="l" defTabSz="711200">
            <a:lnSpc>
              <a:spcPct val="90000"/>
            </a:lnSpc>
            <a:spcBef>
              <a:spcPct val="0"/>
            </a:spcBef>
            <a:spcAft>
              <a:spcPct val="15000"/>
            </a:spcAft>
            <a:buChar char="•"/>
          </a:pPr>
          <a:r>
            <a:rPr lang="en-US" sz="1600" kern="1200" dirty="0"/>
            <a:t>SVM is the slowest and hence avoided for the time being.</a:t>
          </a:r>
        </a:p>
        <a:p>
          <a:pPr marL="171450" lvl="1" indent="-171450" algn="l" defTabSz="711200">
            <a:lnSpc>
              <a:spcPct val="90000"/>
            </a:lnSpc>
            <a:spcBef>
              <a:spcPct val="0"/>
            </a:spcBef>
            <a:spcAft>
              <a:spcPct val="15000"/>
            </a:spcAft>
            <a:buChar char="•"/>
          </a:pPr>
          <a:r>
            <a:rPr lang="en-US" sz="1600" kern="1200" dirty="0"/>
            <a:t>Hyperparameter tuning is performed for Random Forest and vectorizer.</a:t>
          </a:r>
        </a:p>
        <a:p>
          <a:pPr marL="171450" lvl="1" indent="-171450" algn="l" defTabSz="711200">
            <a:lnSpc>
              <a:spcPct val="90000"/>
            </a:lnSpc>
            <a:spcBef>
              <a:spcPct val="0"/>
            </a:spcBef>
            <a:spcAft>
              <a:spcPct val="15000"/>
            </a:spcAft>
            <a:buChar char="•"/>
          </a:pPr>
          <a:r>
            <a:rPr lang="en-US" sz="1600" kern="1200" dirty="0"/>
            <a:t>In GridSearchCV(), 5-fold cross validation is performed with scoring as accuracy.</a:t>
          </a:r>
        </a:p>
        <a:p>
          <a:pPr marL="171450" lvl="1" indent="-171450" algn="l" defTabSz="711200">
            <a:lnSpc>
              <a:spcPct val="90000"/>
            </a:lnSpc>
            <a:spcBef>
              <a:spcPct val="0"/>
            </a:spcBef>
            <a:spcAft>
              <a:spcPct val="15000"/>
            </a:spcAft>
            <a:buChar char="•"/>
          </a:pPr>
          <a:endParaRPr lang="en-US" sz="1600" kern="1200" dirty="0"/>
        </a:p>
      </dsp:txBody>
      <dsp:txXfrm>
        <a:off x="52" y="534679"/>
        <a:ext cx="5021753" cy="2371680"/>
      </dsp:txXfrm>
    </dsp:sp>
    <dsp:sp modelId="{A57C2DD4-5AFE-4682-A5BD-F38B3D2204DA}">
      <dsp:nvSpPr>
        <dsp:cNvPr id="0" name=""/>
        <dsp:cNvSpPr/>
      </dsp:nvSpPr>
      <dsp:spPr>
        <a:xfrm>
          <a:off x="5724851" y="16279"/>
          <a:ext cx="5021753" cy="518400"/>
        </a:xfrm>
        <a:prstGeom prst="rect">
          <a:avLst/>
        </a:prstGeom>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4"/>
        </a:lnRef>
        <a:fillRef idx="3">
          <a:schemeClr val="accent4"/>
        </a:fillRef>
        <a:effectRef idx="3">
          <a:schemeClr val="accent4"/>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US" sz="2000" b="1" kern="1200" dirty="0"/>
            <a:t>Best model</a:t>
          </a:r>
        </a:p>
      </dsp:txBody>
      <dsp:txXfrm>
        <a:off x="5724851" y="16279"/>
        <a:ext cx="5021753" cy="518400"/>
      </dsp:txXfrm>
    </dsp:sp>
    <dsp:sp modelId="{EFE88264-75F3-4339-859D-769E64CE18ED}">
      <dsp:nvSpPr>
        <dsp:cNvPr id="0" name=""/>
        <dsp:cNvSpPr/>
      </dsp:nvSpPr>
      <dsp:spPr>
        <a:xfrm>
          <a:off x="5724851" y="534679"/>
          <a:ext cx="5021753" cy="2371680"/>
        </a:xfrm>
        <a:prstGeom prst="rect">
          <a:avLst/>
        </a:prstGeom>
        <a:solidFill>
          <a:schemeClr val="lt1">
            <a:alpha val="90000"/>
            <a:tint val="40000"/>
            <a:hueOff val="0"/>
            <a:satOff val="0"/>
            <a:lumOff val="0"/>
            <a:alphaOff val="0"/>
          </a:schemeClr>
        </a:solidFill>
        <a:ln w="12700" cap="flat" cmpd="sng" algn="ctr">
          <a:solidFill>
            <a:schemeClr val="dk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b="1" kern="1200" dirty="0"/>
            <a:t>RandomForestClassifier()</a:t>
          </a:r>
        </a:p>
        <a:p>
          <a:pPr marL="342900" lvl="2" indent="-171450" algn="l" defTabSz="800100">
            <a:lnSpc>
              <a:spcPct val="90000"/>
            </a:lnSpc>
            <a:spcBef>
              <a:spcPct val="0"/>
            </a:spcBef>
            <a:spcAft>
              <a:spcPct val="15000"/>
            </a:spcAft>
            <a:buChar char="•"/>
          </a:pPr>
          <a:r>
            <a:rPr lang="en-US" sz="1800" kern="1200" dirty="0"/>
            <a:t>n_estimators = 150</a:t>
          </a:r>
        </a:p>
        <a:p>
          <a:pPr marL="342900" lvl="2" indent="-171450" algn="l" defTabSz="800100">
            <a:lnSpc>
              <a:spcPct val="90000"/>
            </a:lnSpc>
            <a:spcBef>
              <a:spcPct val="0"/>
            </a:spcBef>
            <a:spcAft>
              <a:spcPct val="15000"/>
            </a:spcAft>
            <a:buChar char="•"/>
          </a:pPr>
          <a:r>
            <a:rPr lang="en-US" sz="1800" kern="1200" dirty="0"/>
            <a:t>class_weight = balanced</a:t>
          </a:r>
        </a:p>
        <a:p>
          <a:pPr marL="171450" lvl="1" indent="-171450" algn="l" defTabSz="800100">
            <a:lnSpc>
              <a:spcPct val="90000"/>
            </a:lnSpc>
            <a:spcBef>
              <a:spcPct val="0"/>
            </a:spcBef>
            <a:spcAft>
              <a:spcPct val="15000"/>
            </a:spcAft>
            <a:buChar char="•"/>
          </a:pPr>
          <a:r>
            <a:rPr lang="en-US" sz="1800" b="1" kern="1200" dirty="0"/>
            <a:t>CountVectorizer()</a:t>
          </a:r>
        </a:p>
        <a:p>
          <a:pPr marL="342900" lvl="2" indent="-171450" algn="l" defTabSz="800100">
            <a:lnSpc>
              <a:spcPct val="90000"/>
            </a:lnSpc>
            <a:spcBef>
              <a:spcPct val="0"/>
            </a:spcBef>
            <a:spcAft>
              <a:spcPct val="15000"/>
            </a:spcAft>
            <a:buChar char="•"/>
          </a:pPr>
          <a:r>
            <a:rPr lang="en-US" sz="1800" kern="1200" dirty="0"/>
            <a:t>min_df = 10</a:t>
          </a:r>
        </a:p>
        <a:p>
          <a:pPr marL="171450" lvl="1" indent="-171450" algn="l" defTabSz="800100">
            <a:lnSpc>
              <a:spcPct val="90000"/>
            </a:lnSpc>
            <a:spcBef>
              <a:spcPct val="0"/>
            </a:spcBef>
            <a:spcAft>
              <a:spcPct val="15000"/>
            </a:spcAft>
            <a:buChar char="•"/>
          </a:pPr>
          <a:r>
            <a:rPr lang="en-US" sz="1800" kern="1200" dirty="0"/>
            <a:t>Best score = </a:t>
          </a:r>
          <a:r>
            <a:rPr lang="en-US" sz="1800" b="1" kern="1200" dirty="0">
              <a:solidFill>
                <a:srgbClr val="FF0000"/>
              </a:solidFill>
            </a:rPr>
            <a:t>0.9899</a:t>
          </a:r>
        </a:p>
      </dsp:txBody>
      <dsp:txXfrm>
        <a:off x="5724851" y="534679"/>
        <a:ext cx="5021753" cy="237168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6942B1-7551-4346-8DD9-C8A010D3F5E0}">
      <dsp:nvSpPr>
        <dsp:cNvPr id="0" name=""/>
        <dsp:cNvSpPr/>
      </dsp:nvSpPr>
      <dsp:spPr>
        <a:xfrm>
          <a:off x="0" y="578687"/>
          <a:ext cx="2189383" cy="1313630"/>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EDA performed.</a:t>
          </a:r>
        </a:p>
      </dsp:txBody>
      <dsp:txXfrm>
        <a:off x="0" y="578687"/>
        <a:ext cx="2189383" cy="1313630"/>
      </dsp:txXfrm>
    </dsp:sp>
    <dsp:sp modelId="{9D76A54E-27F0-484F-8F65-02BA67FCF7FE}">
      <dsp:nvSpPr>
        <dsp:cNvPr id="0" name=""/>
        <dsp:cNvSpPr/>
      </dsp:nvSpPr>
      <dsp:spPr>
        <a:xfrm>
          <a:off x="2408321" y="578687"/>
          <a:ext cx="2189383" cy="1313630"/>
        </a:xfrm>
        <a:prstGeom prst="rect">
          <a:avLst/>
        </a:prstGeom>
        <a:solidFill>
          <a:schemeClr val="accent5">
            <a:hueOff val="-716350"/>
            <a:satOff val="6793"/>
            <a:lumOff val="58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Stopwords and lemmatization done.</a:t>
          </a:r>
        </a:p>
      </dsp:txBody>
      <dsp:txXfrm>
        <a:off x="2408321" y="578687"/>
        <a:ext cx="2189383" cy="1313630"/>
      </dsp:txXfrm>
    </dsp:sp>
    <dsp:sp modelId="{84BB3265-2C2E-46C6-A5E0-7AE2FBBECC6F}">
      <dsp:nvSpPr>
        <dsp:cNvPr id="0" name=""/>
        <dsp:cNvSpPr/>
      </dsp:nvSpPr>
      <dsp:spPr>
        <a:xfrm>
          <a:off x="4816643" y="578687"/>
          <a:ext cx="2189383" cy="1313630"/>
        </a:xfrm>
        <a:prstGeom prst="rect">
          <a:avLst/>
        </a:prstGeom>
        <a:solidFill>
          <a:schemeClr val="accent5">
            <a:hueOff val="-1432699"/>
            <a:satOff val="13586"/>
            <a:lumOff val="11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Multiple metrics added.</a:t>
          </a:r>
        </a:p>
      </dsp:txBody>
      <dsp:txXfrm>
        <a:off x="4816643" y="578687"/>
        <a:ext cx="2189383" cy="1313630"/>
      </dsp:txXfrm>
    </dsp:sp>
    <dsp:sp modelId="{8DDE463C-FBC7-40E8-8B6A-284DE40293C0}">
      <dsp:nvSpPr>
        <dsp:cNvPr id="0" name=""/>
        <dsp:cNvSpPr/>
      </dsp:nvSpPr>
      <dsp:spPr>
        <a:xfrm>
          <a:off x="0" y="2111255"/>
          <a:ext cx="2189383" cy="1313630"/>
        </a:xfrm>
        <a:prstGeom prst="rect">
          <a:avLst/>
        </a:prstGeom>
        <a:solidFill>
          <a:schemeClr val="accent5">
            <a:hueOff val="-2149048"/>
            <a:satOff val="20378"/>
            <a:lumOff val="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Parameter tuning for logistic regression.</a:t>
          </a:r>
        </a:p>
      </dsp:txBody>
      <dsp:txXfrm>
        <a:off x="0" y="2111255"/>
        <a:ext cx="2189383" cy="1313630"/>
      </dsp:txXfrm>
    </dsp:sp>
    <dsp:sp modelId="{90499EEB-A72D-4A87-8B2F-E1C6D89C37D0}">
      <dsp:nvSpPr>
        <dsp:cNvPr id="0" name=""/>
        <dsp:cNvSpPr/>
      </dsp:nvSpPr>
      <dsp:spPr>
        <a:xfrm>
          <a:off x="2408321" y="2111255"/>
          <a:ext cx="2189383" cy="1313630"/>
        </a:xfrm>
        <a:prstGeom prst="rect">
          <a:avLst/>
        </a:prstGeom>
        <a:solidFill>
          <a:schemeClr val="accent5">
            <a:hueOff val="-2865398"/>
            <a:satOff val="27171"/>
            <a:lumOff val="235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eLearning</a:t>
          </a:r>
        </a:p>
      </dsp:txBody>
      <dsp:txXfrm>
        <a:off x="2408321" y="2111255"/>
        <a:ext cx="2189383" cy="1313630"/>
      </dsp:txXfrm>
    </dsp:sp>
    <dsp:sp modelId="{9BD0B3BA-CC9E-4953-B10E-26E67E093C5D}">
      <dsp:nvSpPr>
        <dsp:cNvPr id="0" name=""/>
        <dsp:cNvSpPr/>
      </dsp:nvSpPr>
      <dsp:spPr>
        <a:xfrm>
          <a:off x="4816643" y="2111255"/>
          <a:ext cx="2189383" cy="1313630"/>
        </a:xfrm>
        <a:prstGeom prst="rect">
          <a:avLst/>
        </a:prstGeom>
        <a:solidFill>
          <a:schemeClr val="accent5">
            <a:hueOff val="-3581747"/>
            <a:satOff val="33964"/>
            <a:lumOff val="294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Feature importance for random forest</a:t>
          </a:r>
        </a:p>
      </dsp:txBody>
      <dsp:txXfrm>
        <a:off x="4816643" y="2111255"/>
        <a:ext cx="2189383" cy="1313630"/>
      </dsp:txXfrm>
    </dsp:sp>
    <dsp:sp modelId="{CA144D15-82FE-48CC-B343-FD2D25967BB3}">
      <dsp:nvSpPr>
        <dsp:cNvPr id="0" name=""/>
        <dsp:cNvSpPr/>
      </dsp:nvSpPr>
      <dsp:spPr>
        <a:xfrm>
          <a:off x="2408321" y="3643823"/>
          <a:ext cx="2189383" cy="1313630"/>
        </a:xfrm>
        <a:prstGeom prst="rect">
          <a:avLst/>
        </a:prstGeom>
        <a:solidFill>
          <a:schemeClr val="accent5">
            <a:hueOff val="-4298097"/>
            <a:satOff val="40757"/>
            <a:lumOff val="352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endParaRPr lang="en-US" sz="2200" kern="1200" dirty="0"/>
        </a:p>
      </dsp:txBody>
      <dsp:txXfrm>
        <a:off x="2408321" y="3643823"/>
        <a:ext cx="2189383" cy="131363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8DFE5D-AEA7-432D-A36B-DB3A71538E61}">
      <dsp:nvSpPr>
        <dsp:cNvPr id="0" name=""/>
        <dsp:cNvSpPr/>
      </dsp:nvSpPr>
      <dsp:spPr>
        <a:xfrm>
          <a:off x="0" y="531"/>
          <a:ext cx="5181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43616F3-5DDC-490F-87AE-53AE5C09038E}">
      <dsp:nvSpPr>
        <dsp:cNvPr id="0" name=""/>
        <dsp:cNvSpPr/>
      </dsp:nvSpPr>
      <dsp:spPr>
        <a:xfrm>
          <a:off x="375988" y="280191"/>
          <a:ext cx="683614" cy="6836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295C86C-5066-4D6C-88B3-A753AB2E81BB}">
      <dsp:nvSpPr>
        <dsp:cNvPr id="0" name=""/>
        <dsp:cNvSpPr/>
      </dsp:nvSpPr>
      <dsp:spPr>
        <a:xfrm>
          <a:off x="1435590" y="531"/>
          <a:ext cx="3746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90000"/>
            </a:lnSpc>
            <a:spcBef>
              <a:spcPct val="0"/>
            </a:spcBef>
            <a:spcAft>
              <a:spcPct val="35000"/>
            </a:spcAft>
            <a:buNone/>
          </a:pPr>
          <a:r>
            <a:rPr lang="en-US" sz="2500" kern="1200"/>
            <a:t>Brief of previous meet</a:t>
          </a:r>
        </a:p>
      </dsp:txBody>
      <dsp:txXfrm>
        <a:off x="1435590" y="531"/>
        <a:ext cx="3746009" cy="1242935"/>
      </dsp:txXfrm>
    </dsp:sp>
    <dsp:sp modelId="{A4F7A9A4-F2BA-4E01-85E3-100DD4CAB63E}">
      <dsp:nvSpPr>
        <dsp:cNvPr id="0" name=""/>
        <dsp:cNvSpPr/>
      </dsp:nvSpPr>
      <dsp:spPr>
        <a:xfrm>
          <a:off x="0" y="1554201"/>
          <a:ext cx="5181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146BDAD-671B-4CDA-9389-B5BAD9558AAE}">
      <dsp:nvSpPr>
        <dsp:cNvPr id="0" name=""/>
        <dsp:cNvSpPr/>
      </dsp:nvSpPr>
      <dsp:spPr>
        <a:xfrm>
          <a:off x="375988" y="1833861"/>
          <a:ext cx="683614" cy="6836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0B6A812-A529-48F6-8B69-758A98C34BAB}">
      <dsp:nvSpPr>
        <dsp:cNvPr id="0" name=""/>
        <dsp:cNvSpPr/>
      </dsp:nvSpPr>
      <dsp:spPr>
        <a:xfrm>
          <a:off x="1435590" y="1554201"/>
          <a:ext cx="3746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90000"/>
            </a:lnSpc>
            <a:spcBef>
              <a:spcPct val="0"/>
            </a:spcBef>
            <a:spcAft>
              <a:spcPct val="35000"/>
            </a:spcAft>
            <a:buNone/>
          </a:pPr>
          <a:r>
            <a:rPr lang="en-US" sz="2500" kern="1200"/>
            <a:t>This week’s progress</a:t>
          </a:r>
        </a:p>
      </dsp:txBody>
      <dsp:txXfrm>
        <a:off x="1435590" y="1554201"/>
        <a:ext cx="3746009" cy="1242935"/>
      </dsp:txXfrm>
    </dsp:sp>
    <dsp:sp modelId="{7B5A0233-F267-4B79-9799-E6797E86BF09}">
      <dsp:nvSpPr>
        <dsp:cNvPr id="0" name=""/>
        <dsp:cNvSpPr/>
      </dsp:nvSpPr>
      <dsp:spPr>
        <a:xfrm>
          <a:off x="0" y="3107870"/>
          <a:ext cx="5181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AA1CBCD-B5A6-417C-B98C-B7A6F5139220}">
      <dsp:nvSpPr>
        <dsp:cNvPr id="0" name=""/>
        <dsp:cNvSpPr/>
      </dsp:nvSpPr>
      <dsp:spPr>
        <a:xfrm>
          <a:off x="375988" y="3387531"/>
          <a:ext cx="683614" cy="68361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76F2302-7145-450C-BDFD-6C60348EF71B}">
      <dsp:nvSpPr>
        <dsp:cNvPr id="0" name=""/>
        <dsp:cNvSpPr/>
      </dsp:nvSpPr>
      <dsp:spPr>
        <a:xfrm>
          <a:off x="1435590" y="3107870"/>
          <a:ext cx="3746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90000"/>
            </a:lnSpc>
            <a:spcBef>
              <a:spcPct val="0"/>
            </a:spcBef>
            <a:spcAft>
              <a:spcPct val="35000"/>
            </a:spcAft>
            <a:buNone/>
          </a:pPr>
          <a:r>
            <a:rPr lang="en-US" sz="2500" kern="1200"/>
            <a:t>Way forward</a:t>
          </a:r>
        </a:p>
      </dsp:txBody>
      <dsp:txXfrm>
        <a:off x="1435590" y="3107870"/>
        <a:ext cx="3746009" cy="124293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B094C2-4C59-4747-9BFD-05377291A09E}">
      <dsp:nvSpPr>
        <dsp:cNvPr id="0" name=""/>
        <dsp:cNvSpPr/>
      </dsp:nvSpPr>
      <dsp:spPr>
        <a:xfrm>
          <a:off x="2744" y="0"/>
          <a:ext cx="2693553" cy="575056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a:t>Initial EDA</a:t>
          </a:r>
        </a:p>
      </dsp:txBody>
      <dsp:txXfrm>
        <a:off x="2744" y="0"/>
        <a:ext cx="2693553" cy="1725169"/>
      </dsp:txXfrm>
    </dsp:sp>
    <dsp:sp modelId="{21B599BD-8068-4390-A854-F8562B2E5F10}">
      <dsp:nvSpPr>
        <dsp:cNvPr id="0" name=""/>
        <dsp:cNvSpPr/>
      </dsp:nvSpPr>
      <dsp:spPr>
        <a:xfrm>
          <a:off x="272100" y="1726854"/>
          <a:ext cx="2154843" cy="173387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260" tIns="36195" rIns="48260" bIns="36195" numCol="1" spcCol="1270" anchor="ctr" anchorCtr="0">
          <a:noAutofit/>
        </a:bodyPr>
        <a:lstStyle/>
        <a:p>
          <a:pPr marL="0" lvl="0" indent="0" algn="ctr" defTabSz="844550">
            <a:lnSpc>
              <a:spcPct val="90000"/>
            </a:lnSpc>
            <a:spcBef>
              <a:spcPct val="0"/>
            </a:spcBef>
            <a:spcAft>
              <a:spcPct val="35000"/>
            </a:spcAft>
            <a:buNone/>
          </a:pPr>
          <a:r>
            <a:rPr lang="en-US" sz="1900" kern="1200"/>
            <a:t>Train/Test ratio</a:t>
          </a:r>
        </a:p>
      </dsp:txBody>
      <dsp:txXfrm>
        <a:off x="322883" y="1777637"/>
        <a:ext cx="2053277" cy="1632308"/>
      </dsp:txXfrm>
    </dsp:sp>
    <dsp:sp modelId="{5F49CB84-433E-4EB9-8E77-32C575B8E5EA}">
      <dsp:nvSpPr>
        <dsp:cNvPr id="0" name=""/>
        <dsp:cNvSpPr/>
      </dsp:nvSpPr>
      <dsp:spPr>
        <a:xfrm>
          <a:off x="272100" y="3727478"/>
          <a:ext cx="2154843" cy="173387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260" tIns="36195" rIns="48260" bIns="36195" numCol="1" spcCol="1270" anchor="ctr" anchorCtr="0">
          <a:noAutofit/>
        </a:bodyPr>
        <a:lstStyle/>
        <a:p>
          <a:pPr marL="0" lvl="0" indent="0" algn="ctr" defTabSz="844550">
            <a:lnSpc>
              <a:spcPct val="90000"/>
            </a:lnSpc>
            <a:spcBef>
              <a:spcPct val="0"/>
            </a:spcBef>
            <a:spcAft>
              <a:spcPct val="35000"/>
            </a:spcAft>
            <a:buNone/>
          </a:pPr>
          <a:r>
            <a:rPr lang="en-US" sz="1900" kern="1200"/>
            <a:t>Max FEAT1 length</a:t>
          </a:r>
        </a:p>
      </dsp:txBody>
      <dsp:txXfrm>
        <a:off x="322883" y="3778261"/>
        <a:ext cx="2053277" cy="1632308"/>
      </dsp:txXfrm>
    </dsp:sp>
    <dsp:sp modelId="{51F2A8B5-B338-433E-AAAC-6AB2660D0F2F}">
      <dsp:nvSpPr>
        <dsp:cNvPr id="0" name=""/>
        <dsp:cNvSpPr/>
      </dsp:nvSpPr>
      <dsp:spPr>
        <a:xfrm>
          <a:off x="2898315" y="0"/>
          <a:ext cx="2693553" cy="575056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Data pre-processing</a:t>
          </a:r>
        </a:p>
      </dsp:txBody>
      <dsp:txXfrm>
        <a:off x="2898315" y="0"/>
        <a:ext cx="2693553" cy="1725169"/>
      </dsp:txXfrm>
    </dsp:sp>
    <dsp:sp modelId="{F9A4C0A2-1CD8-4374-B43A-FCEF5B5A4A5C}">
      <dsp:nvSpPr>
        <dsp:cNvPr id="0" name=""/>
        <dsp:cNvSpPr/>
      </dsp:nvSpPr>
      <dsp:spPr>
        <a:xfrm>
          <a:off x="3167670" y="1725661"/>
          <a:ext cx="2154843" cy="112975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260" tIns="36195" rIns="48260" bIns="36195" numCol="1" spcCol="1270" anchor="ctr" anchorCtr="0">
          <a:noAutofit/>
        </a:bodyPr>
        <a:lstStyle/>
        <a:p>
          <a:pPr marL="0" lvl="0" indent="0" algn="ctr" defTabSz="844550">
            <a:lnSpc>
              <a:spcPct val="90000"/>
            </a:lnSpc>
            <a:spcBef>
              <a:spcPct val="0"/>
            </a:spcBef>
            <a:spcAft>
              <a:spcPct val="35000"/>
            </a:spcAft>
            <a:buNone/>
          </a:pPr>
          <a:r>
            <a:rPr lang="en-US" sz="1900" kern="1200" dirty="0"/>
            <a:t>Creating Target column</a:t>
          </a:r>
        </a:p>
      </dsp:txBody>
      <dsp:txXfrm>
        <a:off x="3200759" y="1758750"/>
        <a:ext cx="2088665" cy="1063577"/>
      </dsp:txXfrm>
    </dsp:sp>
    <dsp:sp modelId="{FA6E0A15-B24B-4DD9-BB6B-1CC2BD5B680D}">
      <dsp:nvSpPr>
        <dsp:cNvPr id="0" name=""/>
        <dsp:cNvSpPr/>
      </dsp:nvSpPr>
      <dsp:spPr>
        <a:xfrm>
          <a:off x="3167670" y="3029225"/>
          <a:ext cx="2154843" cy="112975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260" tIns="36195" rIns="48260" bIns="36195" numCol="1" spcCol="1270" anchor="ctr" anchorCtr="0">
          <a:noAutofit/>
        </a:bodyPr>
        <a:lstStyle/>
        <a:p>
          <a:pPr marL="0" lvl="0" indent="0" algn="ctr" defTabSz="844550">
            <a:lnSpc>
              <a:spcPct val="90000"/>
            </a:lnSpc>
            <a:spcBef>
              <a:spcPct val="0"/>
            </a:spcBef>
            <a:spcAft>
              <a:spcPct val="35000"/>
            </a:spcAft>
            <a:buNone/>
          </a:pPr>
          <a:r>
            <a:rPr lang="en-US" sz="1900" kern="1200"/>
            <a:t>Train/Test split</a:t>
          </a:r>
        </a:p>
      </dsp:txBody>
      <dsp:txXfrm>
        <a:off x="3200759" y="3062314"/>
        <a:ext cx="2088665" cy="1063577"/>
      </dsp:txXfrm>
    </dsp:sp>
    <dsp:sp modelId="{59B63E67-4F5A-4050-A2DA-637D0C1EB1C0}">
      <dsp:nvSpPr>
        <dsp:cNvPr id="0" name=""/>
        <dsp:cNvSpPr/>
      </dsp:nvSpPr>
      <dsp:spPr>
        <a:xfrm>
          <a:off x="3167670" y="4332790"/>
          <a:ext cx="2154843" cy="112975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260" tIns="36195" rIns="48260" bIns="36195" numCol="1" spcCol="1270" anchor="ctr" anchorCtr="0">
          <a:noAutofit/>
        </a:bodyPr>
        <a:lstStyle/>
        <a:p>
          <a:pPr marL="0" lvl="0" indent="0" algn="ctr" defTabSz="844550">
            <a:lnSpc>
              <a:spcPct val="90000"/>
            </a:lnSpc>
            <a:spcBef>
              <a:spcPct val="0"/>
            </a:spcBef>
            <a:spcAft>
              <a:spcPct val="35000"/>
            </a:spcAft>
            <a:buNone/>
          </a:pPr>
          <a:r>
            <a:rPr lang="en-US" sz="1900" kern="1200" dirty="0"/>
            <a:t>Removed classes with count &lt; 5</a:t>
          </a:r>
        </a:p>
      </dsp:txBody>
      <dsp:txXfrm>
        <a:off x="3200759" y="4365879"/>
        <a:ext cx="2088665" cy="1063577"/>
      </dsp:txXfrm>
    </dsp:sp>
    <dsp:sp modelId="{1C93AE6F-46DB-4E4E-8034-BDBAB0AFD626}">
      <dsp:nvSpPr>
        <dsp:cNvPr id="0" name=""/>
        <dsp:cNvSpPr/>
      </dsp:nvSpPr>
      <dsp:spPr>
        <a:xfrm>
          <a:off x="5793885" y="0"/>
          <a:ext cx="2693553" cy="575056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a:t>Fitting ML models</a:t>
          </a:r>
        </a:p>
      </dsp:txBody>
      <dsp:txXfrm>
        <a:off x="5793885" y="0"/>
        <a:ext cx="2693553" cy="1725169"/>
      </dsp:txXfrm>
    </dsp:sp>
    <dsp:sp modelId="{8FB7C03C-7F81-434B-995F-BC6E40DE3D89}">
      <dsp:nvSpPr>
        <dsp:cNvPr id="0" name=""/>
        <dsp:cNvSpPr/>
      </dsp:nvSpPr>
      <dsp:spPr>
        <a:xfrm>
          <a:off x="6063241" y="1726257"/>
          <a:ext cx="2154843" cy="66526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260" tIns="36195" rIns="48260" bIns="36195" numCol="1" spcCol="1270" anchor="ctr" anchorCtr="0">
          <a:noAutofit/>
        </a:bodyPr>
        <a:lstStyle/>
        <a:p>
          <a:pPr marL="0" lvl="0" indent="0" algn="ctr" defTabSz="844550">
            <a:lnSpc>
              <a:spcPct val="90000"/>
            </a:lnSpc>
            <a:spcBef>
              <a:spcPct val="0"/>
            </a:spcBef>
            <a:spcAft>
              <a:spcPct val="35000"/>
            </a:spcAft>
            <a:buNone/>
          </a:pPr>
          <a:r>
            <a:rPr lang="en-US" sz="1900" kern="1200" dirty="0"/>
            <a:t>Multinomial NB</a:t>
          </a:r>
        </a:p>
      </dsp:txBody>
      <dsp:txXfrm>
        <a:off x="6082726" y="1745742"/>
        <a:ext cx="2115873" cy="626290"/>
      </dsp:txXfrm>
    </dsp:sp>
    <dsp:sp modelId="{98263B84-2449-4C56-9FB7-5C60FE3A437E}">
      <dsp:nvSpPr>
        <dsp:cNvPr id="0" name=""/>
        <dsp:cNvSpPr/>
      </dsp:nvSpPr>
      <dsp:spPr>
        <a:xfrm>
          <a:off x="6063241" y="2493865"/>
          <a:ext cx="2154843" cy="66526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260" tIns="36195" rIns="48260" bIns="36195" numCol="1" spcCol="1270" anchor="ctr" anchorCtr="0">
          <a:noAutofit/>
        </a:bodyPr>
        <a:lstStyle/>
        <a:p>
          <a:pPr marL="0" lvl="0" indent="0" algn="ctr" defTabSz="844550">
            <a:lnSpc>
              <a:spcPct val="90000"/>
            </a:lnSpc>
            <a:spcBef>
              <a:spcPct val="0"/>
            </a:spcBef>
            <a:spcAft>
              <a:spcPct val="35000"/>
            </a:spcAft>
            <a:buNone/>
          </a:pPr>
          <a:r>
            <a:rPr lang="en-US" sz="1900" kern="1200" dirty="0"/>
            <a:t>Random forest</a:t>
          </a:r>
        </a:p>
      </dsp:txBody>
      <dsp:txXfrm>
        <a:off x="6082726" y="2513350"/>
        <a:ext cx="2115873" cy="626290"/>
      </dsp:txXfrm>
    </dsp:sp>
    <dsp:sp modelId="{5046C787-99E9-4150-9227-3EC21E33CE51}">
      <dsp:nvSpPr>
        <dsp:cNvPr id="0" name=""/>
        <dsp:cNvSpPr/>
      </dsp:nvSpPr>
      <dsp:spPr>
        <a:xfrm>
          <a:off x="6063241" y="3261473"/>
          <a:ext cx="2154843" cy="66526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260" tIns="36195" rIns="48260" bIns="36195" numCol="1" spcCol="1270" anchor="ctr" anchorCtr="0">
          <a:noAutofit/>
        </a:bodyPr>
        <a:lstStyle/>
        <a:p>
          <a:pPr marL="0" lvl="0" indent="0" algn="ctr" defTabSz="844550">
            <a:lnSpc>
              <a:spcPct val="90000"/>
            </a:lnSpc>
            <a:spcBef>
              <a:spcPct val="0"/>
            </a:spcBef>
            <a:spcAft>
              <a:spcPct val="35000"/>
            </a:spcAft>
            <a:buNone/>
          </a:pPr>
          <a:r>
            <a:rPr lang="en-US" sz="1900" kern="1200" dirty="0"/>
            <a:t>SVM</a:t>
          </a:r>
        </a:p>
      </dsp:txBody>
      <dsp:txXfrm>
        <a:off x="6082726" y="3280958"/>
        <a:ext cx="2115873" cy="626290"/>
      </dsp:txXfrm>
    </dsp:sp>
    <dsp:sp modelId="{CD78EF53-1343-4259-9E30-87FE24791973}">
      <dsp:nvSpPr>
        <dsp:cNvPr id="0" name=""/>
        <dsp:cNvSpPr/>
      </dsp:nvSpPr>
      <dsp:spPr>
        <a:xfrm>
          <a:off x="6063241" y="4029081"/>
          <a:ext cx="2154843" cy="66526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260" tIns="36195" rIns="48260" bIns="36195" numCol="1" spcCol="1270" anchor="ctr" anchorCtr="0">
          <a:noAutofit/>
        </a:bodyPr>
        <a:lstStyle/>
        <a:p>
          <a:pPr marL="0" lvl="0" indent="0" algn="ctr" defTabSz="844550">
            <a:lnSpc>
              <a:spcPct val="90000"/>
            </a:lnSpc>
            <a:spcBef>
              <a:spcPct val="0"/>
            </a:spcBef>
            <a:spcAft>
              <a:spcPct val="35000"/>
            </a:spcAft>
            <a:buNone/>
          </a:pPr>
          <a:r>
            <a:rPr lang="en-US" sz="1900" kern="1200" dirty="0"/>
            <a:t>Logistic Regression</a:t>
          </a:r>
        </a:p>
      </dsp:txBody>
      <dsp:txXfrm>
        <a:off x="6082726" y="4048566"/>
        <a:ext cx="2115873" cy="626290"/>
      </dsp:txXfrm>
    </dsp:sp>
    <dsp:sp modelId="{DBF1F7E2-D283-451B-BCB3-6D58F525D6A8}">
      <dsp:nvSpPr>
        <dsp:cNvPr id="0" name=""/>
        <dsp:cNvSpPr/>
      </dsp:nvSpPr>
      <dsp:spPr>
        <a:xfrm>
          <a:off x="6063241" y="4796689"/>
          <a:ext cx="2154843" cy="66526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260" tIns="36195" rIns="48260" bIns="36195" numCol="1" spcCol="1270" anchor="ctr" anchorCtr="0">
          <a:noAutofit/>
        </a:bodyPr>
        <a:lstStyle/>
        <a:p>
          <a:pPr marL="0" lvl="0" indent="0" algn="ctr" defTabSz="844550">
            <a:lnSpc>
              <a:spcPct val="90000"/>
            </a:lnSpc>
            <a:spcBef>
              <a:spcPct val="0"/>
            </a:spcBef>
            <a:spcAft>
              <a:spcPct val="35000"/>
            </a:spcAft>
            <a:buNone/>
          </a:pPr>
          <a:r>
            <a:rPr lang="en-US" sz="1900" kern="1200" dirty="0"/>
            <a:t>KNN</a:t>
          </a:r>
        </a:p>
      </dsp:txBody>
      <dsp:txXfrm>
        <a:off x="6082726" y="4816174"/>
        <a:ext cx="2115873" cy="626290"/>
      </dsp:txXfrm>
    </dsp:sp>
    <dsp:sp modelId="{4D6AFA64-20C6-4F5E-BB31-38ACA42B885B}">
      <dsp:nvSpPr>
        <dsp:cNvPr id="0" name=""/>
        <dsp:cNvSpPr/>
      </dsp:nvSpPr>
      <dsp:spPr>
        <a:xfrm>
          <a:off x="8689456" y="0"/>
          <a:ext cx="2693553" cy="575056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Hyperparameter tuning for RF</a:t>
          </a:r>
        </a:p>
      </dsp:txBody>
      <dsp:txXfrm>
        <a:off x="8689456" y="0"/>
        <a:ext cx="2693553" cy="1725169"/>
      </dsp:txXfrm>
    </dsp:sp>
    <dsp:sp modelId="{7BD0DB11-5892-4A8E-B956-42375BA2C923}">
      <dsp:nvSpPr>
        <dsp:cNvPr id="0" name=""/>
        <dsp:cNvSpPr/>
      </dsp:nvSpPr>
      <dsp:spPr>
        <a:xfrm>
          <a:off x="8958811" y="1726257"/>
          <a:ext cx="2154843" cy="66526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260" tIns="36195" rIns="48260" bIns="36195" numCol="1" spcCol="1270" anchor="ctr" anchorCtr="0">
          <a:noAutofit/>
        </a:bodyPr>
        <a:lstStyle/>
        <a:p>
          <a:pPr marL="0" lvl="0" indent="0" algn="ctr" defTabSz="844550">
            <a:lnSpc>
              <a:spcPct val="90000"/>
            </a:lnSpc>
            <a:spcBef>
              <a:spcPct val="0"/>
            </a:spcBef>
            <a:spcAft>
              <a:spcPct val="35000"/>
            </a:spcAft>
            <a:buNone/>
          </a:pPr>
          <a:r>
            <a:rPr lang="en-US" sz="1900" kern="1200" dirty="0" err="1"/>
            <a:t>N_estimators</a:t>
          </a:r>
          <a:r>
            <a:rPr lang="en-US" sz="1900" kern="1200" dirty="0"/>
            <a:t>= 150</a:t>
          </a:r>
        </a:p>
      </dsp:txBody>
      <dsp:txXfrm>
        <a:off x="8978296" y="1745742"/>
        <a:ext cx="2115873" cy="626290"/>
      </dsp:txXfrm>
    </dsp:sp>
    <dsp:sp modelId="{4A941B94-CDCF-4C03-82D2-5966978E8999}">
      <dsp:nvSpPr>
        <dsp:cNvPr id="0" name=""/>
        <dsp:cNvSpPr/>
      </dsp:nvSpPr>
      <dsp:spPr>
        <a:xfrm>
          <a:off x="8958811" y="2493865"/>
          <a:ext cx="2154843" cy="66526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260" tIns="36195" rIns="48260" bIns="36195" numCol="1" spcCol="1270" anchor="ctr" anchorCtr="0">
          <a:noAutofit/>
        </a:bodyPr>
        <a:lstStyle/>
        <a:p>
          <a:pPr marL="0" lvl="0" indent="0" algn="ctr" defTabSz="844550">
            <a:lnSpc>
              <a:spcPct val="90000"/>
            </a:lnSpc>
            <a:spcBef>
              <a:spcPct val="0"/>
            </a:spcBef>
            <a:spcAft>
              <a:spcPct val="35000"/>
            </a:spcAft>
            <a:buNone/>
          </a:pPr>
          <a:r>
            <a:rPr lang="en-US" sz="1900" kern="1200" dirty="0" err="1"/>
            <a:t>Class_weight</a:t>
          </a:r>
          <a:r>
            <a:rPr lang="en-US" sz="1900" kern="1200" dirty="0"/>
            <a:t> = balanced</a:t>
          </a:r>
        </a:p>
      </dsp:txBody>
      <dsp:txXfrm>
        <a:off x="8978296" y="2513350"/>
        <a:ext cx="2115873" cy="626290"/>
      </dsp:txXfrm>
    </dsp:sp>
    <dsp:sp modelId="{B34AF998-F572-4E9C-A05B-E6EA8DB5A3F8}">
      <dsp:nvSpPr>
        <dsp:cNvPr id="0" name=""/>
        <dsp:cNvSpPr/>
      </dsp:nvSpPr>
      <dsp:spPr>
        <a:xfrm>
          <a:off x="8958811" y="3261473"/>
          <a:ext cx="2154843" cy="66526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260" tIns="36195" rIns="48260" bIns="36195" numCol="1" spcCol="1270" anchor="ctr" anchorCtr="0">
          <a:noAutofit/>
        </a:bodyPr>
        <a:lstStyle/>
        <a:p>
          <a:pPr marL="0" lvl="0" indent="0" algn="ctr" defTabSz="844550">
            <a:lnSpc>
              <a:spcPct val="90000"/>
            </a:lnSpc>
            <a:spcBef>
              <a:spcPct val="0"/>
            </a:spcBef>
            <a:spcAft>
              <a:spcPct val="35000"/>
            </a:spcAft>
            <a:buNone/>
          </a:pPr>
          <a:r>
            <a:rPr lang="en-US" sz="1900" kern="1200" dirty="0"/>
            <a:t>Vectorizer = </a:t>
          </a:r>
          <a:r>
            <a:rPr lang="en-US" sz="1900" kern="1200" dirty="0" err="1"/>
            <a:t>CountVectorizer</a:t>
          </a:r>
          <a:endParaRPr lang="en-US" sz="1900" kern="1200" dirty="0"/>
        </a:p>
      </dsp:txBody>
      <dsp:txXfrm>
        <a:off x="8978296" y="3280958"/>
        <a:ext cx="2115873" cy="626290"/>
      </dsp:txXfrm>
    </dsp:sp>
    <dsp:sp modelId="{928072A9-8268-4978-B74C-D6850B96A7DF}">
      <dsp:nvSpPr>
        <dsp:cNvPr id="0" name=""/>
        <dsp:cNvSpPr/>
      </dsp:nvSpPr>
      <dsp:spPr>
        <a:xfrm>
          <a:off x="8958811" y="4029081"/>
          <a:ext cx="2154843" cy="66526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260" tIns="36195" rIns="48260" bIns="36195" numCol="1" spcCol="1270" anchor="ctr" anchorCtr="0">
          <a:noAutofit/>
        </a:bodyPr>
        <a:lstStyle/>
        <a:p>
          <a:pPr marL="0" lvl="0" indent="0" algn="ctr" defTabSz="844550">
            <a:lnSpc>
              <a:spcPct val="90000"/>
            </a:lnSpc>
            <a:spcBef>
              <a:spcPct val="0"/>
            </a:spcBef>
            <a:spcAft>
              <a:spcPct val="35000"/>
            </a:spcAft>
            <a:buNone/>
          </a:pPr>
          <a:r>
            <a:rPr lang="en-US" sz="1900" kern="1200" dirty="0" err="1"/>
            <a:t>Min_df</a:t>
          </a:r>
          <a:r>
            <a:rPr lang="en-US" sz="1900" kern="1200" dirty="0"/>
            <a:t> = 10</a:t>
          </a:r>
        </a:p>
      </dsp:txBody>
      <dsp:txXfrm>
        <a:off x="8978296" y="4048566"/>
        <a:ext cx="2115873" cy="626290"/>
      </dsp:txXfrm>
    </dsp:sp>
    <dsp:sp modelId="{0C0E2BC0-B018-40DC-A4A4-C5A4A56363ED}">
      <dsp:nvSpPr>
        <dsp:cNvPr id="0" name=""/>
        <dsp:cNvSpPr/>
      </dsp:nvSpPr>
      <dsp:spPr>
        <a:xfrm>
          <a:off x="8958811" y="4796689"/>
          <a:ext cx="2154843" cy="665260"/>
        </a:xfrm>
        <a:prstGeom prst="roundRect">
          <a:avLst>
            <a:gd name="adj" fmla="val 10000"/>
          </a:avLst>
        </a:prstGeom>
        <a:solidFill>
          <a:srgbClr val="00B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260" tIns="36195" rIns="48260" bIns="36195" numCol="1" spcCol="1270" anchor="ctr" anchorCtr="0">
          <a:noAutofit/>
        </a:bodyPr>
        <a:lstStyle/>
        <a:p>
          <a:pPr marL="0" lvl="0" indent="0" algn="ctr" defTabSz="844550">
            <a:lnSpc>
              <a:spcPct val="90000"/>
            </a:lnSpc>
            <a:spcBef>
              <a:spcPct val="0"/>
            </a:spcBef>
            <a:spcAft>
              <a:spcPct val="35000"/>
            </a:spcAft>
            <a:buNone/>
          </a:pPr>
          <a:r>
            <a:rPr lang="en-US" sz="1900" kern="1200" dirty="0"/>
            <a:t>Accuracy = 0.9899</a:t>
          </a:r>
        </a:p>
      </dsp:txBody>
      <dsp:txXfrm>
        <a:off x="8978296" y="4816174"/>
        <a:ext cx="2115873" cy="62629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F55865-40CE-451C-8FA6-F56DC1F1D72F}">
      <dsp:nvSpPr>
        <dsp:cNvPr id="0" name=""/>
        <dsp:cNvSpPr/>
      </dsp:nvSpPr>
      <dsp:spPr>
        <a:xfrm>
          <a:off x="0" y="675"/>
          <a:ext cx="6900512"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42D0558-38B3-4750-9AD4-EC1311F7433E}">
      <dsp:nvSpPr>
        <dsp:cNvPr id="0" name=""/>
        <dsp:cNvSpPr/>
      </dsp:nvSpPr>
      <dsp:spPr>
        <a:xfrm>
          <a:off x="0" y="675"/>
          <a:ext cx="6900512" cy="7906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30" tIns="125730" rIns="125730" bIns="125730" numCol="1" spcCol="1270" anchor="t" anchorCtr="0">
          <a:noAutofit/>
        </a:bodyPr>
        <a:lstStyle/>
        <a:p>
          <a:pPr marL="0" lvl="0" indent="0" algn="l" defTabSz="1466850">
            <a:lnSpc>
              <a:spcPct val="90000"/>
            </a:lnSpc>
            <a:spcBef>
              <a:spcPct val="0"/>
            </a:spcBef>
            <a:spcAft>
              <a:spcPct val="35000"/>
            </a:spcAft>
            <a:buNone/>
          </a:pPr>
          <a:r>
            <a:rPr lang="en-US" sz="3300" kern="1200" dirty="0"/>
            <a:t>Tried to perform an exhaustive EDA</a:t>
          </a:r>
        </a:p>
      </dsp:txBody>
      <dsp:txXfrm>
        <a:off x="0" y="675"/>
        <a:ext cx="6900512" cy="790684"/>
      </dsp:txXfrm>
    </dsp:sp>
    <dsp:sp modelId="{879E2EDD-2324-4F38-ADDB-9884DDEC86BB}">
      <dsp:nvSpPr>
        <dsp:cNvPr id="0" name=""/>
        <dsp:cNvSpPr/>
      </dsp:nvSpPr>
      <dsp:spPr>
        <a:xfrm>
          <a:off x="0" y="791359"/>
          <a:ext cx="6900512"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4A868C3-D9FF-4459-A0C4-E6A60EAFFE25}">
      <dsp:nvSpPr>
        <dsp:cNvPr id="0" name=""/>
        <dsp:cNvSpPr/>
      </dsp:nvSpPr>
      <dsp:spPr>
        <a:xfrm>
          <a:off x="0" y="791359"/>
          <a:ext cx="6900512" cy="7906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30" tIns="125730" rIns="125730" bIns="125730" numCol="1" spcCol="1270" anchor="t" anchorCtr="0">
          <a:noAutofit/>
        </a:bodyPr>
        <a:lstStyle/>
        <a:p>
          <a:pPr marL="0" lvl="0" indent="0" algn="l" defTabSz="1466850">
            <a:lnSpc>
              <a:spcPct val="90000"/>
            </a:lnSpc>
            <a:spcBef>
              <a:spcPct val="0"/>
            </a:spcBef>
            <a:spcAft>
              <a:spcPct val="35000"/>
            </a:spcAft>
            <a:buNone/>
          </a:pPr>
          <a:r>
            <a:rPr lang="en-US" sz="3300" kern="1200"/>
            <a:t>Comparison of Text and Train data</a:t>
          </a:r>
        </a:p>
      </dsp:txBody>
      <dsp:txXfrm>
        <a:off x="0" y="791359"/>
        <a:ext cx="6900512" cy="790684"/>
      </dsp:txXfrm>
    </dsp:sp>
    <dsp:sp modelId="{4447B584-FB27-497B-9DFB-C30325E0BD35}">
      <dsp:nvSpPr>
        <dsp:cNvPr id="0" name=""/>
        <dsp:cNvSpPr/>
      </dsp:nvSpPr>
      <dsp:spPr>
        <a:xfrm>
          <a:off x="0" y="1582044"/>
          <a:ext cx="6900512"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B313F9B-8DEE-4D1D-8034-F131C9CD602E}">
      <dsp:nvSpPr>
        <dsp:cNvPr id="0" name=""/>
        <dsp:cNvSpPr/>
      </dsp:nvSpPr>
      <dsp:spPr>
        <a:xfrm>
          <a:off x="0" y="1582044"/>
          <a:ext cx="6900512" cy="7906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30" tIns="125730" rIns="125730" bIns="125730" numCol="1" spcCol="1270" anchor="t" anchorCtr="0">
          <a:noAutofit/>
        </a:bodyPr>
        <a:lstStyle/>
        <a:p>
          <a:pPr marL="0" lvl="0" indent="0" algn="l" defTabSz="1466850">
            <a:lnSpc>
              <a:spcPct val="90000"/>
            </a:lnSpc>
            <a:spcBef>
              <a:spcPct val="0"/>
            </a:spcBef>
            <a:spcAft>
              <a:spcPct val="35000"/>
            </a:spcAft>
            <a:buNone/>
          </a:pPr>
          <a:r>
            <a:rPr lang="en-US" sz="3300" kern="1200"/>
            <a:t>Data cleaning</a:t>
          </a:r>
        </a:p>
      </dsp:txBody>
      <dsp:txXfrm>
        <a:off x="0" y="1582044"/>
        <a:ext cx="6900512" cy="790684"/>
      </dsp:txXfrm>
    </dsp:sp>
    <dsp:sp modelId="{7A6A3A77-16F2-486B-9070-8EFC4CAE7A86}">
      <dsp:nvSpPr>
        <dsp:cNvPr id="0" name=""/>
        <dsp:cNvSpPr/>
      </dsp:nvSpPr>
      <dsp:spPr>
        <a:xfrm>
          <a:off x="0" y="2372728"/>
          <a:ext cx="6900512" cy="0"/>
        </a:xfrm>
        <a:prstGeom prst="lin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0CF1875-D767-49B0-804B-2B5656B51472}">
      <dsp:nvSpPr>
        <dsp:cNvPr id="0" name=""/>
        <dsp:cNvSpPr/>
      </dsp:nvSpPr>
      <dsp:spPr>
        <a:xfrm>
          <a:off x="0" y="2372728"/>
          <a:ext cx="6900512" cy="7906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30" tIns="125730" rIns="125730" bIns="125730" numCol="1" spcCol="1270" anchor="t" anchorCtr="0">
          <a:noAutofit/>
        </a:bodyPr>
        <a:lstStyle/>
        <a:p>
          <a:pPr marL="0" lvl="0" indent="0" algn="l" defTabSz="1466850">
            <a:lnSpc>
              <a:spcPct val="90000"/>
            </a:lnSpc>
            <a:spcBef>
              <a:spcPct val="0"/>
            </a:spcBef>
            <a:spcAft>
              <a:spcPct val="35000"/>
            </a:spcAft>
            <a:buNone/>
          </a:pPr>
          <a:r>
            <a:rPr lang="en-US" sz="3300" kern="1200" dirty="0"/>
            <a:t>Modelling using multiple metrics</a:t>
          </a:r>
        </a:p>
      </dsp:txBody>
      <dsp:txXfrm>
        <a:off x="0" y="2372728"/>
        <a:ext cx="6900512" cy="790684"/>
      </dsp:txXfrm>
    </dsp:sp>
    <dsp:sp modelId="{6613A85A-36CE-435E-A761-E1B03165D29F}">
      <dsp:nvSpPr>
        <dsp:cNvPr id="0" name=""/>
        <dsp:cNvSpPr/>
      </dsp:nvSpPr>
      <dsp:spPr>
        <a:xfrm>
          <a:off x="0" y="3163412"/>
          <a:ext cx="6900512" cy="0"/>
        </a:xfrm>
        <a:prstGeom prst="lin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B6F2186-3CB0-467C-9318-4F8025751762}">
      <dsp:nvSpPr>
        <dsp:cNvPr id="0" name=""/>
        <dsp:cNvSpPr/>
      </dsp:nvSpPr>
      <dsp:spPr>
        <a:xfrm>
          <a:off x="0" y="3163412"/>
          <a:ext cx="6900512" cy="7906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30" tIns="125730" rIns="125730" bIns="125730" numCol="1" spcCol="1270" anchor="t" anchorCtr="0">
          <a:noAutofit/>
        </a:bodyPr>
        <a:lstStyle/>
        <a:p>
          <a:pPr marL="0" lvl="0" indent="0" algn="l" defTabSz="1466850">
            <a:lnSpc>
              <a:spcPct val="90000"/>
            </a:lnSpc>
            <a:spcBef>
              <a:spcPct val="0"/>
            </a:spcBef>
            <a:spcAft>
              <a:spcPct val="35000"/>
            </a:spcAft>
            <a:buNone/>
          </a:pPr>
          <a:r>
            <a:rPr lang="en-US" sz="3300" kern="1200"/>
            <a:t>Feature importance for Random forest</a:t>
          </a:r>
        </a:p>
      </dsp:txBody>
      <dsp:txXfrm>
        <a:off x="0" y="3163412"/>
        <a:ext cx="6900512" cy="790684"/>
      </dsp:txXfrm>
    </dsp:sp>
    <dsp:sp modelId="{975E3A1B-A201-4B4B-9F8E-90FF1C8CD34B}">
      <dsp:nvSpPr>
        <dsp:cNvPr id="0" name=""/>
        <dsp:cNvSpPr/>
      </dsp:nvSpPr>
      <dsp:spPr>
        <a:xfrm>
          <a:off x="0" y="3954096"/>
          <a:ext cx="6900512"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BC3892F-FCD4-4F93-A9EC-55C453375F9B}">
      <dsp:nvSpPr>
        <dsp:cNvPr id="0" name=""/>
        <dsp:cNvSpPr/>
      </dsp:nvSpPr>
      <dsp:spPr>
        <a:xfrm>
          <a:off x="0" y="3954096"/>
          <a:ext cx="6900512" cy="7906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30" tIns="125730" rIns="125730" bIns="125730" numCol="1" spcCol="1270" anchor="t" anchorCtr="0">
          <a:noAutofit/>
        </a:bodyPr>
        <a:lstStyle/>
        <a:p>
          <a:pPr marL="0" lvl="0" indent="0" algn="l" defTabSz="1466850">
            <a:lnSpc>
              <a:spcPct val="90000"/>
            </a:lnSpc>
            <a:spcBef>
              <a:spcPct val="0"/>
            </a:spcBef>
            <a:spcAft>
              <a:spcPct val="35000"/>
            </a:spcAft>
            <a:buNone/>
          </a:pPr>
          <a:r>
            <a:rPr lang="en-US" sz="3300" kern="1200"/>
            <a:t>Coefficients for Logistic Regression</a:t>
          </a:r>
        </a:p>
      </dsp:txBody>
      <dsp:txXfrm>
        <a:off x="0" y="3954096"/>
        <a:ext cx="6900512" cy="790684"/>
      </dsp:txXfrm>
    </dsp:sp>
    <dsp:sp modelId="{82B4D6B1-9391-4E08-AF1C-5B4851EE8713}">
      <dsp:nvSpPr>
        <dsp:cNvPr id="0" name=""/>
        <dsp:cNvSpPr/>
      </dsp:nvSpPr>
      <dsp:spPr>
        <a:xfrm>
          <a:off x="0" y="4744781"/>
          <a:ext cx="6900512"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66CCD46-E5B0-4545-920A-1341CF20E85A}">
      <dsp:nvSpPr>
        <dsp:cNvPr id="0" name=""/>
        <dsp:cNvSpPr/>
      </dsp:nvSpPr>
      <dsp:spPr>
        <a:xfrm>
          <a:off x="0" y="4744781"/>
          <a:ext cx="6900512" cy="7906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30" tIns="125730" rIns="125730" bIns="125730" numCol="1" spcCol="1270" anchor="t" anchorCtr="0">
          <a:noAutofit/>
        </a:bodyPr>
        <a:lstStyle/>
        <a:p>
          <a:pPr marL="0" lvl="0" indent="0" algn="l" defTabSz="1466850">
            <a:lnSpc>
              <a:spcPct val="90000"/>
            </a:lnSpc>
            <a:spcBef>
              <a:spcPct val="0"/>
            </a:spcBef>
            <a:spcAft>
              <a:spcPct val="35000"/>
            </a:spcAft>
            <a:buNone/>
          </a:pPr>
          <a:r>
            <a:rPr lang="en-US" sz="3300" kern="1200"/>
            <a:t>Hyperparameter tuning</a:t>
          </a:r>
        </a:p>
      </dsp:txBody>
      <dsp:txXfrm>
        <a:off x="0" y="4744781"/>
        <a:ext cx="6900512" cy="79068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F4FED3-3669-4D1E-8283-23184F2D97DC}">
      <dsp:nvSpPr>
        <dsp:cNvPr id="0" name=""/>
        <dsp:cNvSpPr/>
      </dsp:nvSpPr>
      <dsp:spPr>
        <a:xfrm>
          <a:off x="2686" y="228320"/>
          <a:ext cx="1615434" cy="518400"/>
        </a:xfrm>
        <a:prstGeom prst="rect">
          <a:avLst/>
        </a:prstGeom>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softEdge rad="31750"/>
        </a:effectLst>
      </dsp:spPr>
      <dsp:style>
        <a:lnRef idx="0">
          <a:schemeClr val="accent2"/>
        </a:lnRef>
        <a:fillRef idx="3">
          <a:schemeClr val="accent2"/>
        </a:fillRef>
        <a:effectRef idx="3">
          <a:schemeClr val="accent2"/>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kern="1200" dirty="0"/>
            <a:t>Train data</a:t>
          </a:r>
        </a:p>
      </dsp:txBody>
      <dsp:txXfrm>
        <a:off x="2686" y="228320"/>
        <a:ext cx="1615434" cy="518400"/>
      </dsp:txXfrm>
    </dsp:sp>
    <dsp:sp modelId="{C7FC9189-681F-4DDE-A59A-16D1A6A91B66}">
      <dsp:nvSpPr>
        <dsp:cNvPr id="0" name=""/>
        <dsp:cNvSpPr/>
      </dsp:nvSpPr>
      <dsp:spPr>
        <a:xfrm>
          <a:off x="2686" y="746720"/>
          <a:ext cx="1615434" cy="3655953"/>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a:innerShdw blurRad="63500" dist="50800" dir="13500000">
            <a:prstClr val="black">
              <a:alpha val="50000"/>
            </a:prstClr>
          </a:innerShdw>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kern="1200" dirty="0">
              <a:highlight>
                <a:srgbClr val="FFFF00"/>
              </a:highlight>
            </a:rPr>
            <a:t>99.8%</a:t>
          </a:r>
          <a:r>
            <a:rPr lang="en-US" sz="1800" kern="1200" dirty="0"/>
            <a:t> of the training data is from US.</a:t>
          </a:r>
        </a:p>
      </dsp:txBody>
      <dsp:txXfrm>
        <a:off x="2686" y="746720"/>
        <a:ext cx="1615434" cy="3655953"/>
      </dsp:txXfrm>
    </dsp:sp>
    <dsp:sp modelId="{C598859F-D00C-416A-A981-4C4065E07C27}">
      <dsp:nvSpPr>
        <dsp:cNvPr id="0" name=""/>
        <dsp:cNvSpPr/>
      </dsp:nvSpPr>
      <dsp:spPr>
        <a:xfrm>
          <a:off x="1844281" y="228320"/>
          <a:ext cx="1615434" cy="518400"/>
        </a:xfrm>
        <a:prstGeom prst="rect">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softEdge rad="31750"/>
        </a:effectLst>
      </dsp:spPr>
      <dsp:style>
        <a:lnRef idx="0">
          <a:schemeClr val="accent1"/>
        </a:lnRef>
        <a:fillRef idx="3">
          <a:schemeClr val="accent1"/>
        </a:fillRef>
        <a:effectRef idx="3">
          <a:schemeClr val="accent1"/>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kern="1200" dirty="0"/>
            <a:t>Test data</a:t>
          </a:r>
        </a:p>
      </dsp:txBody>
      <dsp:txXfrm>
        <a:off x="1844281" y="228320"/>
        <a:ext cx="1615434" cy="518400"/>
      </dsp:txXfrm>
    </dsp:sp>
    <dsp:sp modelId="{538C5411-C13B-426F-B57E-51862A8C4061}">
      <dsp:nvSpPr>
        <dsp:cNvPr id="0" name=""/>
        <dsp:cNvSpPr/>
      </dsp:nvSpPr>
      <dsp:spPr>
        <a:xfrm>
          <a:off x="1844281" y="746720"/>
          <a:ext cx="1615434" cy="3655953"/>
        </a:xfrm>
        <a:prstGeom prst="rect">
          <a:avLst/>
        </a:prstGeom>
        <a:solidFill>
          <a:schemeClr val="accent5">
            <a:lumMod val="20000"/>
            <a:lumOff val="80000"/>
            <a:alpha val="90000"/>
          </a:schemeClr>
        </a:solidFill>
        <a:ln w="12700" cap="flat" cmpd="sng" algn="ctr">
          <a:solidFill>
            <a:schemeClr val="accent3">
              <a:tint val="40000"/>
              <a:alpha val="90000"/>
              <a:hueOff val="0"/>
              <a:satOff val="0"/>
              <a:lumOff val="0"/>
              <a:alphaOff val="0"/>
            </a:schemeClr>
          </a:solidFill>
          <a:prstDash val="solid"/>
          <a:miter lim="800000"/>
        </a:ln>
        <a:effectLst>
          <a:innerShdw blurRad="63500" dist="50800" dir="13500000">
            <a:prstClr val="black">
              <a:alpha val="50000"/>
            </a:prstClr>
          </a:innerShdw>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kern="1200" dirty="0">
              <a:highlight>
                <a:srgbClr val="FFFF00"/>
              </a:highlight>
            </a:rPr>
            <a:t>65%</a:t>
          </a:r>
          <a:r>
            <a:rPr lang="en-US" sz="1800" kern="1200" dirty="0"/>
            <a:t> of the test data is from CN, 10% from CA, 6% from JP.</a:t>
          </a:r>
        </a:p>
      </dsp:txBody>
      <dsp:txXfrm>
        <a:off x="1844281" y="746720"/>
        <a:ext cx="1615434" cy="3655953"/>
      </dsp:txXfrm>
    </dsp:sp>
    <dsp:sp modelId="{BAFD207F-7552-40EA-8796-48BCC6EADDE6}">
      <dsp:nvSpPr>
        <dsp:cNvPr id="0" name=""/>
        <dsp:cNvSpPr/>
      </dsp:nvSpPr>
      <dsp:spPr>
        <a:xfrm>
          <a:off x="3685876" y="228320"/>
          <a:ext cx="1615434" cy="518400"/>
        </a:xfrm>
        <a:prstGeom prst="rect">
          <a:avLst/>
        </a:prstGeom>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softEdge rad="31750"/>
        </a:effectLst>
      </dsp:spPr>
      <dsp:style>
        <a:lnRef idx="0">
          <a:schemeClr val="accent2"/>
        </a:lnRef>
        <a:fillRef idx="3">
          <a:schemeClr val="accent2"/>
        </a:fillRef>
        <a:effectRef idx="3">
          <a:schemeClr val="accent2"/>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kern="1200" dirty="0"/>
            <a:t>Train data</a:t>
          </a:r>
        </a:p>
      </dsp:txBody>
      <dsp:txXfrm>
        <a:off x="3685876" y="228320"/>
        <a:ext cx="1615434" cy="518400"/>
      </dsp:txXfrm>
    </dsp:sp>
    <dsp:sp modelId="{FECF0440-F05E-4056-BCC4-1EBE21B2B592}">
      <dsp:nvSpPr>
        <dsp:cNvPr id="0" name=""/>
        <dsp:cNvSpPr/>
      </dsp:nvSpPr>
      <dsp:spPr>
        <a:xfrm>
          <a:off x="3685876" y="746720"/>
          <a:ext cx="1615434" cy="3655953"/>
        </a:xfrm>
        <a:prstGeom prst="rect">
          <a:avLst/>
        </a:prstGeom>
        <a:solidFill>
          <a:schemeClr val="accent2">
            <a:lumMod val="20000"/>
            <a:lumOff val="80000"/>
            <a:alpha val="90000"/>
          </a:schemeClr>
        </a:solidFill>
        <a:ln w="12700" cap="flat" cmpd="sng" algn="ctr">
          <a:solidFill>
            <a:schemeClr val="accent4">
              <a:tint val="40000"/>
              <a:alpha val="90000"/>
              <a:hueOff val="0"/>
              <a:satOff val="0"/>
              <a:lumOff val="0"/>
              <a:alphaOff val="0"/>
            </a:schemeClr>
          </a:solidFill>
          <a:prstDash val="solid"/>
          <a:miter lim="800000"/>
        </a:ln>
        <a:effectLst>
          <a:innerShdw blurRad="63500" dist="50800" dir="13500000">
            <a:prstClr val="black">
              <a:alpha val="50000"/>
            </a:prstClr>
          </a:innerShdw>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kern="1200" dirty="0"/>
            <a:t>Mean word count is </a:t>
          </a:r>
          <a:r>
            <a:rPr lang="en-US" sz="1800" kern="1200" dirty="0">
              <a:highlight>
                <a:srgbClr val="FFFF00"/>
              </a:highlight>
            </a:rPr>
            <a:t>16.7</a:t>
          </a:r>
        </a:p>
        <a:p>
          <a:pPr marL="171450" lvl="1" indent="-171450" algn="l" defTabSz="800100">
            <a:lnSpc>
              <a:spcPct val="90000"/>
            </a:lnSpc>
            <a:spcBef>
              <a:spcPct val="0"/>
            </a:spcBef>
            <a:spcAft>
              <a:spcPct val="15000"/>
            </a:spcAft>
            <a:buChar char="•"/>
          </a:pPr>
          <a:r>
            <a:rPr lang="en-US" sz="1800" kern="1200" dirty="0"/>
            <a:t>Mean character count is </a:t>
          </a:r>
          <a:r>
            <a:rPr lang="en-US" sz="1800" kern="1200" dirty="0">
              <a:highlight>
                <a:srgbClr val="FFFF00"/>
              </a:highlight>
            </a:rPr>
            <a:t>80.6</a:t>
          </a:r>
        </a:p>
        <a:p>
          <a:pPr marL="171450" lvl="1" indent="-171450" algn="l" defTabSz="800100">
            <a:lnSpc>
              <a:spcPct val="90000"/>
            </a:lnSpc>
            <a:spcBef>
              <a:spcPct val="0"/>
            </a:spcBef>
            <a:spcAft>
              <a:spcPct val="15000"/>
            </a:spcAft>
            <a:buChar char="•"/>
          </a:pPr>
          <a:r>
            <a:rPr lang="en-US" sz="1800" kern="1200" dirty="0"/>
            <a:t>Mean avg word length is 4.92</a:t>
          </a:r>
        </a:p>
        <a:p>
          <a:pPr marL="171450" lvl="1" indent="-171450" algn="l" defTabSz="800100">
            <a:lnSpc>
              <a:spcPct val="90000"/>
            </a:lnSpc>
            <a:spcBef>
              <a:spcPct val="0"/>
            </a:spcBef>
            <a:spcAft>
              <a:spcPct val="15000"/>
            </a:spcAft>
            <a:buChar char="•"/>
          </a:pPr>
          <a:r>
            <a:rPr lang="en-US" sz="1800" kern="1200"/>
            <a:t>Correlation b/w word count and char count is 0.54</a:t>
          </a:r>
        </a:p>
      </dsp:txBody>
      <dsp:txXfrm>
        <a:off x="3685876" y="746720"/>
        <a:ext cx="1615434" cy="3655953"/>
      </dsp:txXfrm>
    </dsp:sp>
    <dsp:sp modelId="{41C78F44-7EA4-423A-B345-38AB1287A7FA}">
      <dsp:nvSpPr>
        <dsp:cNvPr id="0" name=""/>
        <dsp:cNvSpPr/>
      </dsp:nvSpPr>
      <dsp:spPr>
        <a:xfrm>
          <a:off x="5527472" y="228320"/>
          <a:ext cx="1615434" cy="518400"/>
        </a:xfrm>
        <a:prstGeom prst="rect">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softEdge rad="31750"/>
        </a:effectLst>
      </dsp:spPr>
      <dsp:style>
        <a:lnRef idx="0">
          <a:schemeClr val="accent1"/>
        </a:lnRef>
        <a:fillRef idx="3">
          <a:schemeClr val="accent1"/>
        </a:fillRef>
        <a:effectRef idx="3">
          <a:schemeClr val="accent1"/>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kern="1200" dirty="0"/>
            <a:t>Test data</a:t>
          </a:r>
        </a:p>
      </dsp:txBody>
      <dsp:txXfrm>
        <a:off x="5527472" y="228320"/>
        <a:ext cx="1615434" cy="518400"/>
      </dsp:txXfrm>
    </dsp:sp>
    <dsp:sp modelId="{294ABE75-098A-49DC-89F0-C9765CA169AD}">
      <dsp:nvSpPr>
        <dsp:cNvPr id="0" name=""/>
        <dsp:cNvSpPr/>
      </dsp:nvSpPr>
      <dsp:spPr>
        <a:xfrm>
          <a:off x="5527472" y="746720"/>
          <a:ext cx="1615434" cy="3655953"/>
        </a:xfrm>
        <a:prstGeom prst="rect">
          <a:avLst/>
        </a:prstGeom>
        <a:solidFill>
          <a:schemeClr val="accent5">
            <a:lumMod val="20000"/>
            <a:lumOff val="80000"/>
            <a:alpha val="90000"/>
          </a:schemeClr>
        </a:solidFill>
        <a:ln w="12700" cap="flat" cmpd="sng" algn="ctr">
          <a:solidFill>
            <a:schemeClr val="accent5">
              <a:tint val="40000"/>
              <a:alpha val="90000"/>
              <a:hueOff val="0"/>
              <a:satOff val="0"/>
              <a:lumOff val="0"/>
              <a:alphaOff val="0"/>
            </a:schemeClr>
          </a:solidFill>
          <a:prstDash val="solid"/>
          <a:miter lim="800000"/>
        </a:ln>
        <a:effectLst>
          <a:innerShdw blurRad="63500" dist="50800" dir="13500000">
            <a:prstClr val="black">
              <a:alpha val="50000"/>
            </a:prstClr>
          </a:innerShdw>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kern="1200" dirty="0"/>
            <a:t>Mean word count is </a:t>
          </a:r>
          <a:r>
            <a:rPr lang="en-US" sz="1800" kern="1200" dirty="0">
              <a:highlight>
                <a:srgbClr val="FFFF00"/>
              </a:highlight>
            </a:rPr>
            <a:t>17.3</a:t>
          </a:r>
        </a:p>
        <a:p>
          <a:pPr marL="171450" lvl="1" indent="-171450" algn="l" defTabSz="800100">
            <a:lnSpc>
              <a:spcPct val="90000"/>
            </a:lnSpc>
            <a:spcBef>
              <a:spcPct val="0"/>
            </a:spcBef>
            <a:spcAft>
              <a:spcPct val="15000"/>
            </a:spcAft>
            <a:buChar char="•"/>
          </a:pPr>
          <a:r>
            <a:rPr lang="en-US" sz="1800" kern="1200" dirty="0"/>
            <a:t>Mean character count is </a:t>
          </a:r>
          <a:r>
            <a:rPr lang="en-US" sz="1800" kern="1200" dirty="0">
              <a:highlight>
                <a:srgbClr val="FFFF00"/>
              </a:highlight>
            </a:rPr>
            <a:t>90.8</a:t>
          </a:r>
        </a:p>
        <a:p>
          <a:pPr marL="171450" lvl="1" indent="-171450" algn="l" defTabSz="800100">
            <a:lnSpc>
              <a:spcPct val="90000"/>
            </a:lnSpc>
            <a:spcBef>
              <a:spcPct val="0"/>
            </a:spcBef>
            <a:spcAft>
              <a:spcPct val="15000"/>
            </a:spcAft>
            <a:buChar char="•"/>
          </a:pPr>
          <a:r>
            <a:rPr lang="en-US" sz="1800" kern="1200"/>
            <a:t>Mean avg word length is 5.26</a:t>
          </a:r>
        </a:p>
        <a:p>
          <a:pPr marL="171450" lvl="1" indent="-171450" algn="l" defTabSz="800100">
            <a:lnSpc>
              <a:spcPct val="90000"/>
            </a:lnSpc>
            <a:spcBef>
              <a:spcPct val="0"/>
            </a:spcBef>
            <a:spcAft>
              <a:spcPct val="15000"/>
            </a:spcAft>
            <a:buChar char="•"/>
          </a:pPr>
          <a:r>
            <a:rPr lang="en-US" sz="1800" kern="1200" dirty="0"/>
            <a:t>Correlation b/w word count and char count is 0.84</a:t>
          </a:r>
        </a:p>
      </dsp:txBody>
      <dsp:txXfrm>
        <a:off x="5527472" y="746720"/>
        <a:ext cx="1615434" cy="3655953"/>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BDA8B1-B001-432C-93C1-AB4D21E672A4}">
      <dsp:nvSpPr>
        <dsp:cNvPr id="0" name=""/>
        <dsp:cNvSpPr/>
      </dsp:nvSpPr>
      <dsp:spPr>
        <a:xfrm>
          <a:off x="244826" y="2826"/>
          <a:ext cx="2749517" cy="1649710"/>
        </a:xfrm>
        <a:prstGeom prst="rect">
          <a:avLst/>
        </a:prstGeom>
        <a:gradFill rotWithShape="1">
          <a:gsLst>
            <a:gs pos="0">
              <a:schemeClr val="accent5">
                <a:lumMod val="110000"/>
                <a:satMod val="105000"/>
                <a:tint val="67000"/>
              </a:schemeClr>
            </a:gs>
            <a:gs pos="50000">
              <a:schemeClr val="accent5">
                <a:lumMod val="105000"/>
                <a:satMod val="103000"/>
                <a:tint val="73000"/>
              </a:schemeClr>
            </a:gs>
            <a:gs pos="100000">
              <a:schemeClr val="accent5">
                <a:lumMod val="105000"/>
                <a:satMod val="109000"/>
                <a:tint val="81000"/>
              </a:schemeClr>
            </a:gs>
          </a:gsLst>
          <a:lin ang="5400000" scaled="0"/>
        </a:gradFill>
        <a:ln w="6350" cap="flat" cmpd="sng" algn="ctr">
          <a:solidFill>
            <a:schemeClr val="accent5"/>
          </a:solidFill>
          <a:prstDash val="solid"/>
          <a:miter lim="800000"/>
        </a:ln>
        <a:effectLst>
          <a:outerShdw blurRad="50800" dist="38100" dir="18900000" algn="bl" rotWithShape="0">
            <a:prstClr val="black">
              <a:alpha val="40000"/>
            </a:prstClr>
          </a:outerShdw>
        </a:effectLst>
      </dsp:spPr>
      <dsp:style>
        <a:lnRef idx="1">
          <a:schemeClr val="accent5"/>
        </a:lnRef>
        <a:fillRef idx="2">
          <a:schemeClr val="accent5"/>
        </a:fillRef>
        <a:effectRef idx="1">
          <a:schemeClr val="accent5"/>
        </a:effectRef>
        <a:fontRef idx="minor">
          <a:schemeClr val="dk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Jaccard similarity: 11.57%</a:t>
          </a:r>
        </a:p>
      </dsp:txBody>
      <dsp:txXfrm>
        <a:off x="244826" y="2826"/>
        <a:ext cx="2749517" cy="1649710"/>
      </dsp:txXfrm>
    </dsp:sp>
    <dsp:sp modelId="{CE16FE8C-562C-43DB-BC99-8784C0C82674}">
      <dsp:nvSpPr>
        <dsp:cNvPr id="0" name=""/>
        <dsp:cNvSpPr/>
      </dsp:nvSpPr>
      <dsp:spPr>
        <a:xfrm>
          <a:off x="3269295" y="2826"/>
          <a:ext cx="2749517" cy="1649710"/>
        </a:xfrm>
        <a:prstGeom prst="rect">
          <a:avLst/>
        </a:prstGeom>
        <a:gradFill rotWithShape="1">
          <a:gsLst>
            <a:gs pos="0">
              <a:schemeClr val="accent5">
                <a:lumMod val="110000"/>
                <a:satMod val="105000"/>
                <a:tint val="67000"/>
              </a:schemeClr>
            </a:gs>
            <a:gs pos="50000">
              <a:schemeClr val="accent5">
                <a:lumMod val="105000"/>
                <a:satMod val="103000"/>
                <a:tint val="73000"/>
              </a:schemeClr>
            </a:gs>
            <a:gs pos="100000">
              <a:schemeClr val="accent5">
                <a:lumMod val="105000"/>
                <a:satMod val="109000"/>
                <a:tint val="81000"/>
              </a:schemeClr>
            </a:gs>
          </a:gsLst>
          <a:lin ang="5400000" scaled="0"/>
        </a:gradFill>
        <a:ln w="6350" cap="flat" cmpd="sng" algn="ctr">
          <a:solidFill>
            <a:schemeClr val="accent5"/>
          </a:solidFill>
          <a:prstDash val="solid"/>
          <a:miter lim="800000"/>
        </a:ln>
        <a:effectLst>
          <a:outerShdw blurRad="50800" dist="38100" dir="18900000" algn="bl" rotWithShape="0">
            <a:prstClr val="black">
              <a:alpha val="40000"/>
            </a:prstClr>
          </a:outerShdw>
        </a:effectLst>
      </dsp:spPr>
      <dsp:style>
        <a:lnRef idx="1">
          <a:schemeClr val="accent5"/>
        </a:lnRef>
        <a:fillRef idx="2">
          <a:schemeClr val="accent5"/>
        </a:fillRef>
        <a:effectRef idx="1">
          <a:schemeClr val="accent5"/>
        </a:effectRef>
        <a:fontRef idx="minor">
          <a:schemeClr val="dk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Cosine similarity: 33.73%</a:t>
          </a:r>
        </a:p>
      </dsp:txBody>
      <dsp:txXfrm>
        <a:off x="3269295" y="2826"/>
        <a:ext cx="2749517" cy="1649710"/>
      </dsp:txXfrm>
    </dsp:sp>
    <dsp:sp modelId="{432096C8-A92C-4625-BAD9-CAD0CD82BDAC}">
      <dsp:nvSpPr>
        <dsp:cNvPr id="0" name=""/>
        <dsp:cNvSpPr/>
      </dsp:nvSpPr>
      <dsp:spPr>
        <a:xfrm>
          <a:off x="244826" y="1927488"/>
          <a:ext cx="2749517" cy="1649710"/>
        </a:xfrm>
        <a:prstGeom prst="rect">
          <a:avLst/>
        </a:prstGeom>
        <a:gradFill rotWithShape="1">
          <a:gsLst>
            <a:gs pos="0">
              <a:schemeClr val="accent5">
                <a:lumMod val="110000"/>
                <a:satMod val="105000"/>
                <a:tint val="67000"/>
              </a:schemeClr>
            </a:gs>
            <a:gs pos="50000">
              <a:schemeClr val="accent5">
                <a:lumMod val="105000"/>
                <a:satMod val="103000"/>
                <a:tint val="73000"/>
              </a:schemeClr>
            </a:gs>
            <a:gs pos="100000">
              <a:schemeClr val="accent5">
                <a:lumMod val="105000"/>
                <a:satMod val="109000"/>
                <a:tint val="81000"/>
              </a:schemeClr>
            </a:gs>
          </a:gsLst>
          <a:lin ang="5400000" scaled="0"/>
        </a:gradFill>
        <a:ln w="6350" cap="flat" cmpd="sng" algn="ctr">
          <a:solidFill>
            <a:schemeClr val="accent5"/>
          </a:solidFill>
          <a:prstDash val="solid"/>
          <a:miter lim="800000"/>
        </a:ln>
        <a:effectLst>
          <a:outerShdw blurRad="50800" dist="38100" dir="18900000" algn="bl" rotWithShape="0">
            <a:prstClr val="black">
              <a:alpha val="40000"/>
            </a:prstClr>
          </a:outerShdw>
        </a:effectLst>
      </dsp:spPr>
      <dsp:style>
        <a:lnRef idx="1">
          <a:schemeClr val="accent5"/>
        </a:lnRef>
        <a:fillRef idx="2">
          <a:schemeClr val="accent5"/>
        </a:fillRef>
        <a:effectRef idx="1">
          <a:schemeClr val="accent5"/>
        </a:effectRef>
        <a:fontRef idx="minor">
          <a:schemeClr val="dk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No. of common words: 3221</a:t>
          </a:r>
        </a:p>
      </dsp:txBody>
      <dsp:txXfrm>
        <a:off x="244826" y="1927488"/>
        <a:ext cx="2749517" cy="1649710"/>
      </dsp:txXfrm>
    </dsp:sp>
    <dsp:sp modelId="{49D4FA71-9BB1-4667-9086-6D3CBCDE249A}">
      <dsp:nvSpPr>
        <dsp:cNvPr id="0" name=""/>
        <dsp:cNvSpPr/>
      </dsp:nvSpPr>
      <dsp:spPr>
        <a:xfrm>
          <a:off x="3269295" y="1927488"/>
          <a:ext cx="2749517" cy="1649710"/>
        </a:xfrm>
        <a:prstGeom prst="rect">
          <a:avLst/>
        </a:prstGeom>
        <a:gradFill rotWithShape="1">
          <a:gsLst>
            <a:gs pos="0">
              <a:schemeClr val="accent5">
                <a:lumMod val="110000"/>
                <a:satMod val="105000"/>
                <a:tint val="67000"/>
              </a:schemeClr>
            </a:gs>
            <a:gs pos="50000">
              <a:schemeClr val="accent5">
                <a:lumMod val="105000"/>
                <a:satMod val="103000"/>
                <a:tint val="73000"/>
              </a:schemeClr>
            </a:gs>
            <a:gs pos="100000">
              <a:schemeClr val="accent5">
                <a:lumMod val="105000"/>
                <a:satMod val="109000"/>
                <a:tint val="81000"/>
              </a:schemeClr>
            </a:gs>
          </a:gsLst>
          <a:lin ang="5400000" scaled="0"/>
        </a:gradFill>
        <a:ln w="6350" cap="flat" cmpd="sng" algn="ctr">
          <a:solidFill>
            <a:schemeClr val="accent5"/>
          </a:solidFill>
          <a:prstDash val="solid"/>
          <a:miter lim="800000"/>
        </a:ln>
        <a:effectLst>
          <a:outerShdw blurRad="50800" dist="38100" dir="18900000" algn="bl" rotWithShape="0">
            <a:prstClr val="black">
              <a:alpha val="40000"/>
            </a:prstClr>
          </a:outerShdw>
        </a:effectLst>
      </dsp:spPr>
      <dsp:style>
        <a:lnRef idx="1">
          <a:schemeClr val="accent5"/>
        </a:lnRef>
        <a:fillRef idx="2">
          <a:schemeClr val="accent5"/>
        </a:fillRef>
        <a:effectRef idx="1">
          <a:schemeClr val="accent5"/>
        </a:effectRef>
        <a:fontRef idx="minor">
          <a:schemeClr val="dk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No. of words in the union: 27834</a:t>
          </a:r>
        </a:p>
      </dsp:txBody>
      <dsp:txXfrm>
        <a:off x="3269295" y="1927488"/>
        <a:ext cx="2749517" cy="1649710"/>
      </dsp:txXfrm>
    </dsp:sp>
    <dsp:sp modelId="{673D6359-3A4D-41EC-B947-9FC71D4C0915}">
      <dsp:nvSpPr>
        <dsp:cNvPr id="0" name=""/>
        <dsp:cNvSpPr/>
      </dsp:nvSpPr>
      <dsp:spPr>
        <a:xfrm>
          <a:off x="244826" y="3852151"/>
          <a:ext cx="2749517" cy="1649710"/>
        </a:xfrm>
        <a:prstGeom prst="rect">
          <a:avLst/>
        </a:prstGeom>
        <a:gradFill rotWithShape="1">
          <a:gsLst>
            <a:gs pos="0">
              <a:schemeClr val="accent5">
                <a:lumMod val="110000"/>
                <a:satMod val="105000"/>
                <a:tint val="67000"/>
              </a:schemeClr>
            </a:gs>
            <a:gs pos="50000">
              <a:schemeClr val="accent5">
                <a:lumMod val="105000"/>
                <a:satMod val="103000"/>
                <a:tint val="73000"/>
              </a:schemeClr>
            </a:gs>
            <a:gs pos="100000">
              <a:schemeClr val="accent5">
                <a:lumMod val="105000"/>
                <a:satMod val="109000"/>
                <a:tint val="81000"/>
              </a:schemeClr>
            </a:gs>
          </a:gsLst>
          <a:lin ang="5400000" scaled="0"/>
        </a:gradFill>
        <a:ln w="6350" cap="flat" cmpd="sng" algn="ctr">
          <a:solidFill>
            <a:schemeClr val="accent5"/>
          </a:solidFill>
          <a:prstDash val="solid"/>
          <a:miter lim="800000"/>
        </a:ln>
        <a:effectLst>
          <a:outerShdw blurRad="50800" dist="38100" dir="18900000" algn="bl" rotWithShape="0">
            <a:prstClr val="black">
              <a:alpha val="40000"/>
            </a:prstClr>
          </a:outerShdw>
        </a:effectLst>
      </dsp:spPr>
      <dsp:style>
        <a:lnRef idx="1">
          <a:schemeClr val="accent5"/>
        </a:lnRef>
        <a:fillRef idx="2">
          <a:schemeClr val="accent5"/>
        </a:fillRef>
        <a:effectRef idx="1">
          <a:schemeClr val="accent5"/>
        </a:effectRef>
        <a:fontRef idx="minor">
          <a:schemeClr val="dk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No. of words NOT in TRAIN set but in TEST set: 2659</a:t>
          </a:r>
        </a:p>
      </dsp:txBody>
      <dsp:txXfrm>
        <a:off x="244826" y="3852151"/>
        <a:ext cx="2749517" cy="1649710"/>
      </dsp:txXfrm>
    </dsp:sp>
    <dsp:sp modelId="{A61022D5-A0E4-4B68-AD03-E4E9A2BF84B3}">
      <dsp:nvSpPr>
        <dsp:cNvPr id="0" name=""/>
        <dsp:cNvSpPr/>
      </dsp:nvSpPr>
      <dsp:spPr>
        <a:xfrm>
          <a:off x="3269295" y="3852151"/>
          <a:ext cx="2749517" cy="1649710"/>
        </a:xfrm>
        <a:prstGeom prst="rect">
          <a:avLst/>
        </a:prstGeom>
        <a:gradFill rotWithShape="1">
          <a:gsLst>
            <a:gs pos="0">
              <a:schemeClr val="accent5">
                <a:lumMod val="110000"/>
                <a:satMod val="105000"/>
                <a:tint val="67000"/>
              </a:schemeClr>
            </a:gs>
            <a:gs pos="50000">
              <a:schemeClr val="accent5">
                <a:lumMod val="105000"/>
                <a:satMod val="103000"/>
                <a:tint val="73000"/>
              </a:schemeClr>
            </a:gs>
            <a:gs pos="100000">
              <a:schemeClr val="accent5">
                <a:lumMod val="105000"/>
                <a:satMod val="109000"/>
                <a:tint val="81000"/>
              </a:schemeClr>
            </a:gs>
          </a:gsLst>
          <a:lin ang="5400000" scaled="0"/>
        </a:gradFill>
        <a:ln w="6350" cap="flat" cmpd="sng" algn="ctr">
          <a:solidFill>
            <a:schemeClr val="accent5"/>
          </a:solidFill>
          <a:prstDash val="solid"/>
          <a:miter lim="800000"/>
        </a:ln>
        <a:effectLst>
          <a:outerShdw blurRad="50800" dist="38100" dir="18900000" algn="bl" rotWithShape="0">
            <a:prstClr val="black">
              <a:alpha val="40000"/>
            </a:prstClr>
          </a:outerShdw>
        </a:effectLst>
      </dsp:spPr>
      <dsp:style>
        <a:lnRef idx="1">
          <a:schemeClr val="accent5"/>
        </a:lnRef>
        <a:fillRef idx="2">
          <a:schemeClr val="accent5"/>
        </a:fillRef>
        <a:effectRef idx="1">
          <a:schemeClr val="accent5"/>
        </a:effectRef>
        <a:fontRef idx="minor">
          <a:schemeClr val="dk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No. of words NOT in TEST set but in TRAIN set: 21954</a:t>
          </a:r>
        </a:p>
      </dsp:txBody>
      <dsp:txXfrm>
        <a:off x="3269295" y="3852151"/>
        <a:ext cx="2749517" cy="164971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46EBE6-770C-4AC6-A0B8-B0230D6C137E}">
      <dsp:nvSpPr>
        <dsp:cNvPr id="0" name=""/>
        <dsp:cNvSpPr/>
      </dsp:nvSpPr>
      <dsp:spPr>
        <a:xfrm>
          <a:off x="0" y="102852"/>
          <a:ext cx="6374624" cy="849551"/>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kern="1200" dirty="0"/>
            <a:t>Stop words</a:t>
          </a:r>
        </a:p>
      </dsp:txBody>
      <dsp:txXfrm>
        <a:off x="41472" y="144324"/>
        <a:ext cx="6291680" cy="766607"/>
      </dsp:txXfrm>
    </dsp:sp>
    <dsp:sp modelId="{70414F3F-CC08-4918-BD49-37A7A0D5BF11}">
      <dsp:nvSpPr>
        <dsp:cNvPr id="0" name=""/>
        <dsp:cNvSpPr/>
      </dsp:nvSpPr>
      <dsp:spPr>
        <a:xfrm>
          <a:off x="0" y="1021224"/>
          <a:ext cx="11192387" cy="9190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5358" tIns="44450" rIns="248920" bIns="44450" numCol="1" spcCol="1270" anchor="t" anchorCtr="0">
          <a:noAutofit/>
        </a:bodyPr>
        <a:lstStyle/>
        <a:p>
          <a:pPr marL="228600" lvl="1" indent="-228600" algn="l" defTabSz="1200150">
            <a:lnSpc>
              <a:spcPct val="90000"/>
            </a:lnSpc>
            <a:spcBef>
              <a:spcPct val="0"/>
            </a:spcBef>
            <a:spcAft>
              <a:spcPct val="20000"/>
            </a:spcAft>
            <a:buChar char="•"/>
          </a:pPr>
          <a:r>
            <a:rPr lang="en-US" sz="2700" kern="1200" dirty="0"/>
            <a:t>There are around 2000 stop words, which accounts to 0.2% of the total words in the train data.</a:t>
          </a:r>
        </a:p>
      </dsp:txBody>
      <dsp:txXfrm>
        <a:off x="0" y="1021224"/>
        <a:ext cx="11192387" cy="919080"/>
      </dsp:txXfrm>
    </dsp:sp>
    <dsp:sp modelId="{06A6196E-E0EF-4A23-8C4D-CA46CD117E96}">
      <dsp:nvSpPr>
        <dsp:cNvPr id="0" name=""/>
        <dsp:cNvSpPr/>
      </dsp:nvSpPr>
      <dsp:spPr>
        <a:xfrm>
          <a:off x="0" y="1910810"/>
          <a:ext cx="6394210" cy="887445"/>
        </a:xfrm>
        <a:prstGeom prst="roundRect">
          <a:avLst/>
        </a:prstGeom>
        <a:solidFill>
          <a:schemeClr val="accent6">
            <a:lumMod val="75000"/>
          </a:schemeClr>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kern="1200" dirty="0"/>
            <a:t>Lemmatization</a:t>
          </a:r>
        </a:p>
      </dsp:txBody>
      <dsp:txXfrm>
        <a:off x="43321" y="1954131"/>
        <a:ext cx="6307568" cy="800803"/>
      </dsp:txXfrm>
    </dsp:sp>
    <dsp:sp modelId="{66753BF0-95E5-44F5-9754-91BDD719FD2E}">
      <dsp:nvSpPr>
        <dsp:cNvPr id="0" name=""/>
        <dsp:cNvSpPr/>
      </dsp:nvSpPr>
      <dsp:spPr>
        <a:xfrm>
          <a:off x="0" y="2827749"/>
          <a:ext cx="11192387" cy="9190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5358" tIns="44450" rIns="248920" bIns="44450" numCol="1" spcCol="1270" anchor="t" anchorCtr="0">
          <a:noAutofit/>
        </a:bodyPr>
        <a:lstStyle/>
        <a:p>
          <a:pPr marL="228600" lvl="1" indent="-228600" algn="l" defTabSz="1200150">
            <a:lnSpc>
              <a:spcPct val="90000"/>
            </a:lnSpc>
            <a:spcBef>
              <a:spcPct val="0"/>
            </a:spcBef>
            <a:spcAft>
              <a:spcPct val="20000"/>
            </a:spcAft>
            <a:buChar char="•"/>
          </a:pPr>
          <a:r>
            <a:rPr lang="en-US" sz="2700" kern="1200" dirty="0"/>
            <a:t>No. of features on vectorizing the training data after removing stop words and performing lemmatization were reduced by 31.</a:t>
          </a:r>
        </a:p>
      </dsp:txBody>
      <dsp:txXfrm>
        <a:off x="0" y="2827749"/>
        <a:ext cx="11192387" cy="919080"/>
      </dsp:txXfrm>
    </dsp:sp>
    <dsp:sp modelId="{C5A83F03-E4C6-4221-9915-CBDC25C7C3DD}">
      <dsp:nvSpPr>
        <dsp:cNvPr id="0" name=""/>
        <dsp:cNvSpPr/>
      </dsp:nvSpPr>
      <dsp:spPr>
        <a:xfrm>
          <a:off x="0" y="3746835"/>
          <a:ext cx="6394210" cy="887445"/>
        </a:xfrm>
        <a:prstGeom prst="roundRect">
          <a:avLst/>
        </a:prstGeom>
        <a:solidFill>
          <a:schemeClr val="accent2"/>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kern="1200" dirty="0"/>
            <a:t>Single character words</a:t>
          </a:r>
        </a:p>
      </dsp:txBody>
      <dsp:txXfrm>
        <a:off x="43321" y="3790156"/>
        <a:ext cx="6307568" cy="800803"/>
      </dsp:txXfrm>
    </dsp:sp>
    <dsp:sp modelId="{E51BFB5B-0A47-4384-AD61-AA483AF85A64}">
      <dsp:nvSpPr>
        <dsp:cNvPr id="0" name=""/>
        <dsp:cNvSpPr/>
      </dsp:nvSpPr>
      <dsp:spPr>
        <a:xfrm>
          <a:off x="0" y="4634274"/>
          <a:ext cx="11192387" cy="6127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5358" tIns="44450" rIns="248920" bIns="44450" numCol="1" spcCol="1270" anchor="t" anchorCtr="0">
          <a:noAutofit/>
        </a:bodyPr>
        <a:lstStyle/>
        <a:p>
          <a:pPr marL="228600" lvl="1" indent="-228600" algn="l" defTabSz="1200150">
            <a:lnSpc>
              <a:spcPct val="90000"/>
            </a:lnSpc>
            <a:spcBef>
              <a:spcPct val="0"/>
            </a:spcBef>
            <a:spcAft>
              <a:spcPct val="20000"/>
            </a:spcAft>
            <a:buChar char="•"/>
          </a:pPr>
          <a:r>
            <a:rPr lang="en-US" sz="2700" kern="1200"/>
            <a:t>Around 3000 single character words (like C, N, K, etc) were removed.</a:t>
          </a:r>
          <a:endParaRPr lang="en-US" sz="2700" kern="1200" dirty="0"/>
        </a:p>
      </dsp:txBody>
      <dsp:txXfrm>
        <a:off x="0" y="4634274"/>
        <a:ext cx="11192387" cy="61272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16B8B7-1839-46D7-BBD0-8DE73CE1AD4A}">
      <dsp:nvSpPr>
        <dsp:cNvPr id="0" name=""/>
        <dsp:cNvSpPr/>
      </dsp:nvSpPr>
      <dsp:spPr>
        <a:xfrm>
          <a:off x="0" y="1412981"/>
          <a:ext cx="1436431" cy="152537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Modularize the </a:t>
          </a:r>
          <a:r>
            <a:rPr lang="en-US" sz="1800" kern="1200" dirty="0" err="1"/>
            <a:t>jupyter</a:t>
          </a:r>
          <a:r>
            <a:rPr lang="en-US" sz="1800" kern="1200" dirty="0"/>
            <a:t> notebook.</a:t>
          </a:r>
        </a:p>
      </dsp:txBody>
      <dsp:txXfrm>
        <a:off x="42072" y="1455053"/>
        <a:ext cx="1352287" cy="1441231"/>
      </dsp:txXfrm>
    </dsp:sp>
    <dsp:sp modelId="{B0F95D3A-D6D5-4A8A-94D2-95EA5E14EBB5}">
      <dsp:nvSpPr>
        <dsp:cNvPr id="0" name=""/>
        <dsp:cNvSpPr/>
      </dsp:nvSpPr>
      <dsp:spPr>
        <a:xfrm>
          <a:off x="1580074" y="1997551"/>
          <a:ext cx="304523" cy="35623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1580074" y="2068798"/>
        <a:ext cx="213166" cy="213741"/>
      </dsp:txXfrm>
    </dsp:sp>
    <dsp:sp modelId="{493D2EA2-EC33-4BEF-BC7B-6B61B6D4776B}">
      <dsp:nvSpPr>
        <dsp:cNvPr id="0" name=""/>
        <dsp:cNvSpPr/>
      </dsp:nvSpPr>
      <dsp:spPr>
        <a:xfrm>
          <a:off x="2011004" y="1412981"/>
          <a:ext cx="1436431" cy="152537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Clean the test data as well.</a:t>
          </a:r>
        </a:p>
      </dsp:txBody>
      <dsp:txXfrm>
        <a:off x="2053076" y="1455053"/>
        <a:ext cx="1352287" cy="1441231"/>
      </dsp:txXfrm>
    </dsp:sp>
    <dsp:sp modelId="{C9B935C8-2DE4-4E3C-B007-F691DFFDEA3C}">
      <dsp:nvSpPr>
        <dsp:cNvPr id="0" name=""/>
        <dsp:cNvSpPr/>
      </dsp:nvSpPr>
      <dsp:spPr>
        <a:xfrm>
          <a:off x="3591078" y="1997551"/>
          <a:ext cx="304523" cy="35623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3591078" y="2068798"/>
        <a:ext cx="213166" cy="213741"/>
      </dsp:txXfrm>
    </dsp:sp>
    <dsp:sp modelId="{DFA8AF77-8194-4DDD-915A-3AA861140DD7}">
      <dsp:nvSpPr>
        <dsp:cNvPr id="0" name=""/>
        <dsp:cNvSpPr/>
      </dsp:nvSpPr>
      <dsp:spPr>
        <a:xfrm>
          <a:off x="4022008" y="1412981"/>
          <a:ext cx="1436431" cy="152537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Try to implement the logistic regression.</a:t>
          </a:r>
        </a:p>
      </dsp:txBody>
      <dsp:txXfrm>
        <a:off x="4064080" y="1455053"/>
        <a:ext cx="1352287" cy="1441231"/>
      </dsp:txXfrm>
    </dsp:sp>
    <dsp:sp modelId="{B551D6FD-5822-4E5C-8D8B-CE4D28178578}">
      <dsp:nvSpPr>
        <dsp:cNvPr id="0" name=""/>
        <dsp:cNvSpPr/>
      </dsp:nvSpPr>
      <dsp:spPr>
        <a:xfrm>
          <a:off x="5602082" y="1997551"/>
          <a:ext cx="304523" cy="35623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5602082" y="2068798"/>
        <a:ext cx="213166" cy="213741"/>
      </dsp:txXfrm>
    </dsp:sp>
    <dsp:sp modelId="{4FE508EF-EB9B-42AE-B3E7-F4F4A29A574E}">
      <dsp:nvSpPr>
        <dsp:cNvPr id="0" name=""/>
        <dsp:cNvSpPr/>
      </dsp:nvSpPr>
      <dsp:spPr>
        <a:xfrm>
          <a:off x="6033012" y="1412981"/>
          <a:ext cx="1436431" cy="152537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Try n-grams in vectorizer</a:t>
          </a:r>
        </a:p>
      </dsp:txBody>
      <dsp:txXfrm>
        <a:off x="6075084" y="1455053"/>
        <a:ext cx="1352287" cy="1441231"/>
      </dsp:txXfrm>
    </dsp:sp>
    <dsp:sp modelId="{E83414C5-96A3-48FC-A8CF-116C99056606}">
      <dsp:nvSpPr>
        <dsp:cNvPr id="0" name=""/>
        <dsp:cNvSpPr/>
      </dsp:nvSpPr>
      <dsp:spPr>
        <a:xfrm>
          <a:off x="7613086" y="1997551"/>
          <a:ext cx="304523" cy="35623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7613086" y="2068798"/>
        <a:ext cx="213166" cy="213741"/>
      </dsp:txXfrm>
    </dsp:sp>
    <dsp:sp modelId="{D376DA88-047C-44F0-BD0E-A47516D201FD}">
      <dsp:nvSpPr>
        <dsp:cNvPr id="0" name=""/>
        <dsp:cNvSpPr/>
      </dsp:nvSpPr>
      <dsp:spPr>
        <a:xfrm>
          <a:off x="8044016" y="1412981"/>
          <a:ext cx="1436431" cy="152537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t>Formulate the function for Trust factor.</a:t>
          </a:r>
        </a:p>
        <a:p>
          <a:pPr marL="114300" lvl="1" indent="-114300" algn="l" defTabSz="622300">
            <a:lnSpc>
              <a:spcPct val="90000"/>
            </a:lnSpc>
            <a:spcBef>
              <a:spcPct val="0"/>
            </a:spcBef>
            <a:spcAft>
              <a:spcPct val="15000"/>
            </a:spcAft>
            <a:buChar char="•"/>
          </a:pPr>
          <a:r>
            <a:rPr lang="en-US" sz="1400" kern="1200" dirty="0"/>
            <a:t>Fuzzy score</a:t>
          </a:r>
        </a:p>
      </dsp:txBody>
      <dsp:txXfrm>
        <a:off x="8086088" y="1455053"/>
        <a:ext cx="1352287" cy="1441231"/>
      </dsp:txXfrm>
    </dsp:sp>
    <dsp:sp modelId="{C6D63944-AD0C-4968-B3A1-507F7949FDCA}">
      <dsp:nvSpPr>
        <dsp:cNvPr id="0" name=""/>
        <dsp:cNvSpPr/>
      </dsp:nvSpPr>
      <dsp:spPr>
        <a:xfrm>
          <a:off x="9624091" y="1997551"/>
          <a:ext cx="304523" cy="35623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9624091" y="2068798"/>
        <a:ext cx="213166" cy="213741"/>
      </dsp:txXfrm>
    </dsp:sp>
    <dsp:sp modelId="{8A473AA0-E395-4EEB-A774-01DBD415B1DE}">
      <dsp:nvSpPr>
        <dsp:cNvPr id="0" name=""/>
        <dsp:cNvSpPr/>
      </dsp:nvSpPr>
      <dsp:spPr>
        <a:xfrm>
          <a:off x="10055020" y="1412981"/>
          <a:ext cx="1436431" cy="152537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Test the performance on the test data.</a:t>
          </a:r>
        </a:p>
      </dsp:txBody>
      <dsp:txXfrm>
        <a:off x="10097092" y="1455053"/>
        <a:ext cx="1352287" cy="1441231"/>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EEC2FA-0FC4-4EED-B488-45005ECB2143}">
      <dsp:nvSpPr>
        <dsp:cNvPr id="0" name=""/>
        <dsp:cNvSpPr/>
      </dsp:nvSpPr>
      <dsp:spPr>
        <a:xfrm>
          <a:off x="1141036" y="3417"/>
          <a:ext cx="1629876" cy="814938"/>
        </a:xfrm>
        <a:prstGeom prst="roundRect">
          <a:avLst>
            <a:gd name="adj" fmla="val 10000"/>
          </a:avLst>
        </a:prstGeom>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3"/>
        </a:lnRef>
        <a:fillRef idx="3">
          <a:schemeClr val="accent3"/>
        </a:fillRef>
        <a:effectRef idx="3">
          <a:schemeClr val="accent3"/>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n-US" sz="1700" kern="1200" dirty="0"/>
            <a:t>EDA</a:t>
          </a:r>
        </a:p>
      </dsp:txBody>
      <dsp:txXfrm>
        <a:off x="1164905" y="27286"/>
        <a:ext cx="1582138" cy="767200"/>
      </dsp:txXfrm>
    </dsp:sp>
    <dsp:sp modelId="{38D831A0-25FC-43FE-92C6-71A981D41A15}">
      <dsp:nvSpPr>
        <dsp:cNvPr id="0" name=""/>
        <dsp:cNvSpPr/>
      </dsp:nvSpPr>
      <dsp:spPr>
        <a:xfrm>
          <a:off x="1304023" y="818355"/>
          <a:ext cx="162987" cy="611203"/>
        </a:xfrm>
        <a:custGeom>
          <a:avLst/>
          <a:gdLst/>
          <a:ahLst/>
          <a:cxnLst/>
          <a:rect l="0" t="0" r="0" b="0"/>
          <a:pathLst>
            <a:path>
              <a:moveTo>
                <a:pt x="0" y="0"/>
              </a:moveTo>
              <a:lnTo>
                <a:pt x="0" y="611203"/>
              </a:lnTo>
              <a:lnTo>
                <a:pt x="162987" y="61120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F841D7B-6852-4878-A3F6-2E5F6148F20B}">
      <dsp:nvSpPr>
        <dsp:cNvPr id="0" name=""/>
        <dsp:cNvSpPr/>
      </dsp:nvSpPr>
      <dsp:spPr>
        <a:xfrm>
          <a:off x="1467011" y="1022090"/>
          <a:ext cx="1303901" cy="81493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Jaccard similarity</a:t>
          </a:r>
        </a:p>
      </dsp:txBody>
      <dsp:txXfrm>
        <a:off x="1490880" y="1045959"/>
        <a:ext cx="1256163" cy="767200"/>
      </dsp:txXfrm>
    </dsp:sp>
    <dsp:sp modelId="{95C1DF03-D26E-4C45-A96D-B098090F5ED6}">
      <dsp:nvSpPr>
        <dsp:cNvPr id="0" name=""/>
        <dsp:cNvSpPr/>
      </dsp:nvSpPr>
      <dsp:spPr>
        <a:xfrm>
          <a:off x="1304023" y="818355"/>
          <a:ext cx="162987" cy="1629876"/>
        </a:xfrm>
        <a:custGeom>
          <a:avLst/>
          <a:gdLst/>
          <a:ahLst/>
          <a:cxnLst/>
          <a:rect l="0" t="0" r="0" b="0"/>
          <a:pathLst>
            <a:path>
              <a:moveTo>
                <a:pt x="0" y="0"/>
              </a:moveTo>
              <a:lnTo>
                <a:pt x="0" y="1629876"/>
              </a:lnTo>
              <a:lnTo>
                <a:pt x="162987" y="162987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B695D0F-82F7-4052-9F47-E63BC5D8B3E3}">
      <dsp:nvSpPr>
        <dsp:cNvPr id="0" name=""/>
        <dsp:cNvSpPr/>
      </dsp:nvSpPr>
      <dsp:spPr>
        <a:xfrm>
          <a:off x="1467011" y="2040763"/>
          <a:ext cx="1303901" cy="81493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Cosine similarity</a:t>
          </a:r>
        </a:p>
      </dsp:txBody>
      <dsp:txXfrm>
        <a:off x="1490880" y="2064632"/>
        <a:ext cx="1256163" cy="767200"/>
      </dsp:txXfrm>
    </dsp:sp>
    <dsp:sp modelId="{4ED2DD9D-7A48-4788-ADE8-598430D1A35F}">
      <dsp:nvSpPr>
        <dsp:cNvPr id="0" name=""/>
        <dsp:cNvSpPr/>
      </dsp:nvSpPr>
      <dsp:spPr>
        <a:xfrm>
          <a:off x="1304023" y="818355"/>
          <a:ext cx="162987" cy="2648549"/>
        </a:xfrm>
        <a:custGeom>
          <a:avLst/>
          <a:gdLst/>
          <a:ahLst/>
          <a:cxnLst/>
          <a:rect l="0" t="0" r="0" b="0"/>
          <a:pathLst>
            <a:path>
              <a:moveTo>
                <a:pt x="0" y="0"/>
              </a:moveTo>
              <a:lnTo>
                <a:pt x="0" y="2648549"/>
              </a:lnTo>
              <a:lnTo>
                <a:pt x="162987" y="264854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015C591-9579-4057-A00F-322A32A17FA4}">
      <dsp:nvSpPr>
        <dsp:cNvPr id="0" name=""/>
        <dsp:cNvSpPr/>
      </dsp:nvSpPr>
      <dsp:spPr>
        <a:xfrm>
          <a:off x="1467011" y="3059436"/>
          <a:ext cx="1303901" cy="81493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Common words</a:t>
          </a:r>
        </a:p>
      </dsp:txBody>
      <dsp:txXfrm>
        <a:off x="1490880" y="3083305"/>
        <a:ext cx="1256163" cy="767200"/>
      </dsp:txXfrm>
    </dsp:sp>
    <dsp:sp modelId="{34B68372-E95A-4886-9A66-EA0386AED7E0}">
      <dsp:nvSpPr>
        <dsp:cNvPr id="0" name=""/>
        <dsp:cNvSpPr/>
      </dsp:nvSpPr>
      <dsp:spPr>
        <a:xfrm>
          <a:off x="1304023" y="818355"/>
          <a:ext cx="162987" cy="3667222"/>
        </a:xfrm>
        <a:custGeom>
          <a:avLst/>
          <a:gdLst/>
          <a:ahLst/>
          <a:cxnLst/>
          <a:rect l="0" t="0" r="0" b="0"/>
          <a:pathLst>
            <a:path>
              <a:moveTo>
                <a:pt x="0" y="0"/>
              </a:moveTo>
              <a:lnTo>
                <a:pt x="0" y="3667222"/>
              </a:lnTo>
              <a:lnTo>
                <a:pt x="162987" y="366722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4BBB231-754C-4AEB-A471-49C3880B5F91}">
      <dsp:nvSpPr>
        <dsp:cNvPr id="0" name=""/>
        <dsp:cNvSpPr/>
      </dsp:nvSpPr>
      <dsp:spPr>
        <a:xfrm>
          <a:off x="1467011" y="4078109"/>
          <a:ext cx="1303901" cy="81493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Frequency of words</a:t>
          </a:r>
        </a:p>
      </dsp:txBody>
      <dsp:txXfrm>
        <a:off x="1490880" y="4101978"/>
        <a:ext cx="1256163" cy="767200"/>
      </dsp:txXfrm>
    </dsp:sp>
    <dsp:sp modelId="{6BECE076-9F72-4FC3-8E1C-23B2BEB7E157}">
      <dsp:nvSpPr>
        <dsp:cNvPr id="0" name=""/>
        <dsp:cNvSpPr/>
      </dsp:nvSpPr>
      <dsp:spPr>
        <a:xfrm>
          <a:off x="3178382" y="3417"/>
          <a:ext cx="1629876" cy="814938"/>
        </a:xfrm>
        <a:prstGeom prst="roundRect">
          <a:avLst>
            <a:gd name="adj" fmla="val 10000"/>
          </a:avLst>
        </a:prstGeom>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4"/>
        </a:lnRef>
        <a:fillRef idx="3">
          <a:schemeClr val="accent4"/>
        </a:fillRef>
        <a:effectRef idx="3">
          <a:schemeClr val="accent4"/>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n-US" sz="1700" kern="1200" dirty="0"/>
            <a:t>Pre-processing</a:t>
          </a:r>
        </a:p>
      </dsp:txBody>
      <dsp:txXfrm>
        <a:off x="3202251" y="27286"/>
        <a:ext cx="1582138" cy="767200"/>
      </dsp:txXfrm>
    </dsp:sp>
    <dsp:sp modelId="{7C73A85F-54CC-422D-9E97-57CA83755101}">
      <dsp:nvSpPr>
        <dsp:cNvPr id="0" name=""/>
        <dsp:cNvSpPr/>
      </dsp:nvSpPr>
      <dsp:spPr>
        <a:xfrm>
          <a:off x="3341369" y="818355"/>
          <a:ext cx="162987" cy="611203"/>
        </a:xfrm>
        <a:custGeom>
          <a:avLst/>
          <a:gdLst/>
          <a:ahLst/>
          <a:cxnLst/>
          <a:rect l="0" t="0" r="0" b="0"/>
          <a:pathLst>
            <a:path>
              <a:moveTo>
                <a:pt x="0" y="0"/>
              </a:moveTo>
              <a:lnTo>
                <a:pt x="0" y="611203"/>
              </a:lnTo>
              <a:lnTo>
                <a:pt x="162987" y="61120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E8D685A-1495-4EF0-864C-35C37715417D}">
      <dsp:nvSpPr>
        <dsp:cNvPr id="0" name=""/>
        <dsp:cNvSpPr/>
      </dsp:nvSpPr>
      <dsp:spPr>
        <a:xfrm>
          <a:off x="3504357" y="1022090"/>
          <a:ext cx="1303901" cy="81493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Stop words</a:t>
          </a:r>
        </a:p>
      </dsp:txBody>
      <dsp:txXfrm>
        <a:off x="3528226" y="1045959"/>
        <a:ext cx="1256163" cy="767200"/>
      </dsp:txXfrm>
    </dsp:sp>
    <dsp:sp modelId="{AB4BADFA-0855-4BDF-ADC0-ADC87CCE9DB3}">
      <dsp:nvSpPr>
        <dsp:cNvPr id="0" name=""/>
        <dsp:cNvSpPr/>
      </dsp:nvSpPr>
      <dsp:spPr>
        <a:xfrm>
          <a:off x="3341369" y="818355"/>
          <a:ext cx="162987" cy="1629876"/>
        </a:xfrm>
        <a:custGeom>
          <a:avLst/>
          <a:gdLst/>
          <a:ahLst/>
          <a:cxnLst/>
          <a:rect l="0" t="0" r="0" b="0"/>
          <a:pathLst>
            <a:path>
              <a:moveTo>
                <a:pt x="0" y="0"/>
              </a:moveTo>
              <a:lnTo>
                <a:pt x="0" y="1629876"/>
              </a:lnTo>
              <a:lnTo>
                <a:pt x="162987" y="162987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7A8B643-43F5-4059-934F-44BDAFAB976C}">
      <dsp:nvSpPr>
        <dsp:cNvPr id="0" name=""/>
        <dsp:cNvSpPr/>
      </dsp:nvSpPr>
      <dsp:spPr>
        <a:xfrm>
          <a:off x="3504357" y="2040763"/>
          <a:ext cx="1303901" cy="81493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Lemmatize</a:t>
          </a:r>
        </a:p>
      </dsp:txBody>
      <dsp:txXfrm>
        <a:off x="3528226" y="2064632"/>
        <a:ext cx="1256163" cy="767200"/>
      </dsp:txXfrm>
    </dsp:sp>
    <dsp:sp modelId="{E1A8EE0D-49B7-4A04-8ADB-1DBC460BE7EB}">
      <dsp:nvSpPr>
        <dsp:cNvPr id="0" name=""/>
        <dsp:cNvSpPr/>
      </dsp:nvSpPr>
      <dsp:spPr>
        <a:xfrm>
          <a:off x="3341369" y="818355"/>
          <a:ext cx="162987" cy="2648549"/>
        </a:xfrm>
        <a:custGeom>
          <a:avLst/>
          <a:gdLst/>
          <a:ahLst/>
          <a:cxnLst/>
          <a:rect l="0" t="0" r="0" b="0"/>
          <a:pathLst>
            <a:path>
              <a:moveTo>
                <a:pt x="0" y="0"/>
              </a:moveTo>
              <a:lnTo>
                <a:pt x="0" y="2648549"/>
              </a:lnTo>
              <a:lnTo>
                <a:pt x="162987" y="264854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A3C8360-151E-467F-BFC6-9753586DFF36}">
      <dsp:nvSpPr>
        <dsp:cNvPr id="0" name=""/>
        <dsp:cNvSpPr/>
      </dsp:nvSpPr>
      <dsp:spPr>
        <a:xfrm>
          <a:off x="3504357" y="3059436"/>
          <a:ext cx="1303901" cy="81493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Single char. words</a:t>
          </a:r>
        </a:p>
      </dsp:txBody>
      <dsp:txXfrm>
        <a:off x="3528226" y="3083305"/>
        <a:ext cx="1256163" cy="767200"/>
      </dsp:txXfrm>
    </dsp:sp>
    <dsp:sp modelId="{46FE6FB7-2BE8-4C36-A138-F4B4376DA9D4}">
      <dsp:nvSpPr>
        <dsp:cNvPr id="0" name=""/>
        <dsp:cNvSpPr/>
      </dsp:nvSpPr>
      <dsp:spPr>
        <a:xfrm>
          <a:off x="5215728" y="3417"/>
          <a:ext cx="1629876" cy="81493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n-US" sz="1700" kern="1200" dirty="0"/>
            <a:t>Model fitting</a:t>
          </a:r>
        </a:p>
      </dsp:txBody>
      <dsp:txXfrm>
        <a:off x="5239597" y="27286"/>
        <a:ext cx="1582138" cy="767200"/>
      </dsp:txXfrm>
    </dsp:sp>
    <dsp:sp modelId="{161B1292-D623-4C43-9890-FD3D8FD85488}">
      <dsp:nvSpPr>
        <dsp:cNvPr id="0" name=""/>
        <dsp:cNvSpPr/>
      </dsp:nvSpPr>
      <dsp:spPr>
        <a:xfrm>
          <a:off x="5378715" y="818355"/>
          <a:ext cx="162987" cy="611203"/>
        </a:xfrm>
        <a:custGeom>
          <a:avLst/>
          <a:gdLst/>
          <a:ahLst/>
          <a:cxnLst/>
          <a:rect l="0" t="0" r="0" b="0"/>
          <a:pathLst>
            <a:path>
              <a:moveTo>
                <a:pt x="0" y="0"/>
              </a:moveTo>
              <a:lnTo>
                <a:pt x="0" y="611203"/>
              </a:lnTo>
              <a:lnTo>
                <a:pt x="162987" y="61120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E1AB4A5-C69F-493B-AB42-36AA98F7A753}">
      <dsp:nvSpPr>
        <dsp:cNvPr id="0" name=""/>
        <dsp:cNvSpPr/>
      </dsp:nvSpPr>
      <dsp:spPr>
        <a:xfrm>
          <a:off x="5541703" y="1022090"/>
          <a:ext cx="1303901" cy="81493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Multiple metric</a:t>
          </a:r>
        </a:p>
      </dsp:txBody>
      <dsp:txXfrm>
        <a:off x="5565572" y="1045959"/>
        <a:ext cx="1256163" cy="767200"/>
      </dsp:txXfrm>
    </dsp:sp>
    <dsp:sp modelId="{A47EDF04-35F4-4000-A977-1C10E229CDE5}">
      <dsp:nvSpPr>
        <dsp:cNvPr id="0" name=""/>
        <dsp:cNvSpPr/>
      </dsp:nvSpPr>
      <dsp:spPr>
        <a:xfrm>
          <a:off x="5378715" y="818355"/>
          <a:ext cx="162987" cy="1629876"/>
        </a:xfrm>
        <a:custGeom>
          <a:avLst/>
          <a:gdLst/>
          <a:ahLst/>
          <a:cxnLst/>
          <a:rect l="0" t="0" r="0" b="0"/>
          <a:pathLst>
            <a:path>
              <a:moveTo>
                <a:pt x="0" y="0"/>
              </a:moveTo>
              <a:lnTo>
                <a:pt x="0" y="1629876"/>
              </a:lnTo>
              <a:lnTo>
                <a:pt x="162987" y="162987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3D7651B-AA09-4CA9-8963-BFADF34F04CE}">
      <dsp:nvSpPr>
        <dsp:cNvPr id="0" name=""/>
        <dsp:cNvSpPr/>
      </dsp:nvSpPr>
      <dsp:spPr>
        <a:xfrm>
          <a:off x="5541703" y="2040763"/>
          <a:ext cx="1303901" cy="81493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Random forest</a:t>
          </a:r>
        </a:p>
      </dsp:txBody>
      <dsp:txXfrm>
        <a:off x="5565572" y="2064632"/>
        <a:ext cx="1256163" cy="767200"/>
      </dsp:txXfrm>
    </dsp:sp>
    <dsp:sp modelId="{77D17D5C-4F05-407A-B76F-16A664AA6716}">
      <dsp:nvSpPr>
        <dsp:cNvPr id="0" name=""/>
        <dsp:cNvSpPr/>
      </dsp:nvSpPr>
      <dsp:spPr>
        <a:xfrm>
          <a:off x="5378715" y="818355"/>
          <a:ext cx="162987" cy="2648549"/>
        </a:xfrm>
        <a:custGeom>
          <a:avLst/>
          <a:gdLst/>
          <a:ahLst/>
          <a:cxnLst/>
          <a:rect l="0" t="0" r="0" b="0"/>
          <a:pathLst>
            <a:path>
              <a:moveTo>
                <a:pt x="0" y="0"/>
              </a:moveTo>
              <a:lnTo>
                <a:pt x="0" y="2648549"/>
              </a:lnTo>
              <a:lnTo>
                <a:pt x="162987" y="264854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A802217-F1CF-4987-A6EA-F9D960A7FD4B}">
      <dsp:nvSpPr>
        <dsp:cNvPr id="0" name=""/>
        <dsp:cNvSpPr/>
      </dsp:nvSpPr>
      <dsp:spPr>
        <a:xfrm>
          <a:off x="5541703" y="3059436"/>
          <a:ext cx="1303901" cy="81493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Logistic regression</a:t>
          </a:r>
        </a:p>
      </dsp:txBody>
      <dsp:txXfrm>
        <a:off x="5565572" y="3083305"/>
        <a:ext cx="1256163" cy="767200"/>
      </dsp:txXfrm>
    </dsp:sp>
    <dsp:sp modelId="{8B7E8507-844C-460C-AA07-DFACAA12B6C4}">
      <dsp:nvSpPr>
        <dsp:cNvPr id="0" name=""/>
        <dsp:cNvSpPr/>
      </dsp:nvSpPr>
      <dsp:spPr>
        <a:xfrm>
          <a:off x="7253074" y="3417"/>
          <a:ext cx="1629876" cy="814938"/>
        </a:xfrm>
        <a:prstGeom prst="roundRect">
          <a:avLst>
            <a:gd name="adj" fmla="val 10000"/>
          </a:avLst>
        </a:prstGeom>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5"/>
        </a:lnRef>
        <a:fillRef idx="3">
          <a:schemeClr val="accent5"/>
        </a:fillRef>
        <a:effectRef idx="3">
          <a:schemeClr val="accent5"/>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n-US" sz="1700" kern="1200" dirty="0"/>
            <a:t>Hyperparameter tuning</a:t>
          </a:r>
        </a:p>
      </dsp:txBody>
      <dsp:txXfrm>
        <a:off x="7276943" y="27286"/>
        <a:ext cx="1582138" cy="767200"/>
      </dsp:txXfrm>
    </dsp:sp>
    <dsp:sp modelId="{7CDA5592-E12B-4F41-9D04-39358A9FAB8D}">
      <dsp:nvSpPr>
        <dsp:cNvPr id="0" name=""/>
        <dsp:cNvSpPr/>
      </dsp:nvSpPr>
      <dsp:spPr>
        <a:xfrm>
          <a:off x="7416061" y="818355"/>
          <a:ext cx="162987" cy="611203"/>
        </a:xfrm>
        <a:custGeom>
          <a:avLst/>
          <a:gdLst/>
          <a:ahLst/>
          <a:cxnLst/>
          <a:rect l="0" t="0" r="0" b="0"/>
          <a:pathLst>
            <a:path>
              <a:moveTo>
                <a:pt x="0" y="0"/>
              </a:moveTo>
              <a:lnTo>
                <a:pt x="0" y="611203"/>
              </a:lnTo>
              <a:lnTo>
                <a:pt x="162987" y="61120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E8C5679-D64D-435B-BAF0-240CA413B48E}">
      <dsp:nvSpPr>
        <dsp:cNvPr id="0" name=""/>
        <dsp:cNvSpPr/>
      </dsp:nvSpPr>
      <dsp:spPr>
        <a:xfrm>
          <a:off x="7579049" y="1022090"/>
          <a:ext cx="1303901" cy="81493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Random forest</a:t>
          </a:r>
        </a:p>
      </dsp:txBody>
      <dsp:txXfrm>
        <a:off x="7602918" y="1045959"/>
        <a:ext cx="1256163" cy="767200"/>
      </dsp:txXfrm>
    </dsp:sp>
    <dsp:sp modelId="{56903DF6-7D55-4AB7-8446-EE265AA0AA50}">
      <dsp:nvSpPr>
        <dsp:cNvPr id="0" name=""/>
        <dsp:cNvSpPr/>
      </dsp:nvSpPr>
      <dsp:spPr>
        <a:xfrm>
          <a:off x="7416061" y="818355"/>
          <a:ext cx="162987" cy="1629876"/>
        </a:xfrm>
        <a:custGeom>
          <a:avLst/>
          <a:gdLst/>
          <a:ahLst/>
          <a:cxnLst/>
          <a:rect l="0" t="0" r="0" b="0"/>
          <a:pathLst>
            <a:path>
              <a:moveTo>
                <a:pt x="0" y="0"/>
              </a:moveTo>
              <a:lnTo>
                <a:pt x="0" y="1629876"/>
              </a:lnTo>
              <a:lnTo>
                <a:pt x="162987" y="162987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836441F-B750-4C0F-BF33-039CDA5BBA23}">
      <dsp:nvSpPr>
        <dsp:cNvPr id="0" name=""/>
        <dsp:cNvSpPr/>
      </dsp:nvSpPr>
      <dsp:spPr>
        <a:xfrm>
          <a:off x="7579049" y="2040763"/>
          <a:ext cx="1303901" cy="81493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Logistic regression</a:t>
          </a:r>
        </a:p>
      </dsp:txBody>
      <dsp:txXfrm>
        <a:off x="7602918" y="2064632"/>
        <a:ext cx="1256163" cy="767200"/>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2CDD0D-6CE4-4C7D-A519-DF5152302C3F}">
      <dsp:nvSpPr>
        <dsp:cNvPr id="0" name=""/>
        <dsp:cNvSpPr/>
      </dsp:nvSpPr>
      <dsp:spPr>
        <a:xfrm>
          <a:off x="843607" y="0"/>
          <a:ext cx="9560887" cy="1603375"/>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BA2E048-418E-478E-B392-1D93130A77B3}">
      <dsp:nvSpPr>
        <dsp:cNvPr id="0" name=""/>
        <dsp:cNvSpPr/>
      </dsp:nvSpPr>
      <dsp:spPr>
        <a:xfrm>
          <a:off x="12082" y="481012"/>
          <a:ext cx="3620483" cy="641349"/>
        </a:xfrm>
        <a:prstGeom prst="roundRect">
          <a:avLst/>
        </a:prstGeom>
        <a:solidFill>
          <a:schemeClr val="lt1"/>
        </a:solidFill>
        <a:ln w="12700" cap="flat" cmpd="sng" algn="ctr">
          <a:noFill/>
          <a:prstDash val="solid"/>
          <a:miter lim="800000"/>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hemeClr val="accent3"/>
        </a:lnRef>
        <a:fillRef idx="1">
          <a:schemeClr val="lt1"/>
        </a:fillRef>
        <a:effectRef idx="0">
          <a:schemeClr val="accent3"/>
        </a:effectRef>
        <a:fontRef idx="minor">
          <a:schemeClr val="dk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Fit the model using X_train and Y_train</a:t>
          </a:r>
        </a:p>
      </dsp:txBody>
      <dsp:txXfrm>
        <a:off x="43390" y="512320"/>
        <a:ext cx="3557867" cy="578733"/>
      </dsp:txXfrm>
    </dsp:sp>
    <dsp:sp modelId="{35F8D5B5-E985-4EEC-8C78-F188D97F2C70}">
      <dsp:nvSpPr>
        <dsp:cNvPr id="0" name=""/>
        <dsp:cNvSpPr/>
      </dsp:nvSpPr>
      <dsp:spPr>
        <a:xfrm>
          <a:off x="3813809" y="481012"/>
          <a:ext cx="3620483" cy="641349"/>
        </a:xfrm>
        <a:prstGeom prst="roundRect">
          <a:avLst/>
        </a:prstGeom>
        <a:solidFill>
          <a:schemeClr val="lt1"/>
        </a:solidFill>
        <a:ln w="12700" cap="flat" cmpd="sng" algn="ctr">
          <a:noFill/>
          <a:prstDash val="solid"/>
          <a:miter lim="800000"/>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hemeClr val="accent3"/>
        </a:lnRef>
        <a:fillRef idx="1">
          <a:schemeClr val="lt1"/>
        </a:fillRef>
        <a:effectRef idx="0">
          <a:schemeClr val="accent3"/>
        </a:effectRef>
        <a:fontRef idx="minor">
          <a:schemeClr val="dk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Predict using X_test</a:t>
          </a:r>
        </a:p>
      </dsp:txBody>
      <dsp:txXfrm>
        <a:off x="3845117" y="512320"/>
        <a:ext cx="3557867" cy="578733"/>
      </dsp:txXfrm>
    </dsp:sp>
    <dsp:sp modelId="{18FA7B6A-2085-4E93-8ADE-BB4A3FCBC8F3}">
      <dsp:nvSpPr>
        <dsp:cNvPr id="0" name=""/>
        <dsp:cNvSpPr/>
      </dsp:nvSpPr>
      <dsp:spPr>
        <a:xfrm>
          <a:off x="7615536" y="481012"/>
          <a:ext cx="3620483" cy="641349"/>
        </a:xfrm>
        <a:prstGeom prst="roundRect">
          <a:avLst/>
        </a:prstGeom>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5"/>
        </a:lnRef>
        <a:fillRef idx="3">
          <a:schemeClr val="accent5"/>
        </a:fillRef>
        <a:effectRef idx="3">
          <a:schemeClr val="accent5"/>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Probability Distribution- 1</a:t>
          </a:r>
        </a:p>
      </dsp:txBody>
      <dsp:txXfrm>
        <a:off x="7646844" y="512320"/>
        <a:ext cx="3557867" cy="578733"/>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2CDD0D-6CE4-4C7D-A519-DF5152302C3F}">
      <dsp:nvSpPr>
        <dsp:cNvPr id="0" name=""/>
        <dsp:cNvSpPr/>
      </dsp:nvSpPr>
      <dsp:spPr>
        <a:xfrm>
          <a:off x="843607" y="0"/>
          <a:ext cx="9560886" cy="1603375"/>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334BC6F-41EC-48D0-AB0F-09C3CE60CDCD}">
      <dsp:nvSpPr>
        <dsp:cNvPr id="0" name=""/>
        <dsp:cNvSpPr/>
      </dsp:nvSpPr>
      <dsp:spPr>
        <a:xfrm>
          <a:off x="5629" y="481012"/>
          <a:ext cx="2707672" cy="641349"/>
        </a:xfrm>
        <a:prstGeom prst="roundRect">
          <a:avLst/>
        </a:prstGeom>
        <a:solidFill>
          <a:schemeClr val="lt1"/>
        </a:solidFill>
        <a:ln w="12700" cap="flat" cmpd="sng" algn="ctr">
          <a:noFill/>
          <a:prstDash val="solid"/>
          <a:miter lim="800000"/>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hemeClr val="accent6"/>
        </a:lnRef>
        <a:fillRef idx="1">
          <a:schemeClr val="lt1"/>
        </a:fillRef>
        <a:effectRef idx="0">
          <a:schemeClr val="accent6"/>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Remove the numbers from X_train and X_test</a:t>
          </a:r>
        </a:p>
      </dsp:txBody>
      <dsp:txXfrm>
        <a:off x="36937" y="512320"/>
        <a:ext cx="2645056" cy="578733"/>
      </dsp:txXfrm>
    </dsp:sp>
    <dsp:sp modelId="{CBA2E048-418E-478E-B392-1D93130A77B3}">
      <dsp:nvSpPr>
        <dsp:cNvPr id="0" name=""/>
        <dsp:cNvSpPr/>
      </dsp:nvSpPr>
      <dsp:spPr>
        <a:xfrm>
          <a:off x="2848686" y="481012"/>
          <a:ext cx="2707672" cy="641349"/>
        </a:xfrm>
        <a:prstGeom prst="roundRect">
          <a:avLst/>
        </a:prstGeom>
        <a:solidFill>
          <a:schemeClr val="lt1"/>
        </a:solidFill>
        <a:ln w="12700" cap="flat" cmpd="sng" algn="ctr">
          <a:noFill/>
          <a:prstDash val="solid"/>
          <a:miter lim="800000"/>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hemeClr val="accent6"/>
        </a:lnRef>
        <a:fillRef idx="1">
          <a:schemeClr val="lt1"/>
        </a:fillRef>
        <a:effectRef idx="0">
          <a:schemeClr val="accent6"/>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Fit the model using X_train_updated and Y_train</a:t>
          </a:r>
        </a:p>
      </dsp:txBody>
      <dsp:txXfrm>
        <a:off x="2879994" y="512320"/>
        <a:ext cx="2645056" cy="578733"/>
      </dsp:txXfrm>
    </dsp:sp>
    <dsp:sp modelId="{35F8D5B5-E985-4EEC-8C78-F188D97F2C70}">
      <dsp:nvSpPr>
        <dsp:cNvPr id="0" name=""/>
        <dsp:cNvSpPr/>
      </dsp:nvSpPr>
      <dsp:spPr>
        <a:xfrm>
          <a:off x="5691742" y="481012"/>
          <a:ext cx="2707672" cy="641349"/>
        </a:xfrm>
        <a:prstGeom prst="roundRect">
          <a:avLst/>
        </a:prstGeom>
        <a:solidFill>
          <a:schemeClr val="lt1"/>
        </a:solidFill>
        <a:ln w="12700" cap="flat" cmpd="sng" algn="ctr">
          <a:noFill/>
          <a:prstDash val="solid"/>
          <a:miter lim="800000"/>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hemeClr val="accent6"/>
        </a:lnRef>
        <a:fillRef idx="1">
          <a:schemeClr val="lt1"/>
        </a:fillRef>
        <a:effectRef idx="0">
          <a:schemeClr val="accent6"/>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Predict using X_test_updated</a:t>
          </a:r>
        </a:p>
      </dsp:txBody>
      <dsp:txXfrm>
        <a:off x="5723050" y="512320"/>
        <a:ext cx="2645056" cy="578733"/>
      </dsp:txXfrm>
    </dsp:sp>
    <dsp:sp modelId="{18FA7B6A-2085-4E93-8ADE-BB4A3FCBC8F3}">
      <dsp:nvSpPr>
        <dsp:cNvPr id="0" name=""/>
        <dsp:cNvSpPr/>
      </dsp:nvSpPr>
      <dsp:spPr>
        <a:xfrm>
          <a:off x="8534799" y="481012"/>
          <a:ext cx="2707672" cy="641349"/>
        </a:xfrm>
        <a:prstGeom prst="roundRect">
          <a:avLst/>
        </a:prstGeom>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6"/>
        </a:lnRef>
        <a:fillRef idx="3">
          <a:schemeClr val="accent6"/>
        </a:fillRef>
        <a:effectRef idx="3">
          <a:schemeClr val="accent6"/>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Probability Distribution- 2</a:t>
          </a:r>
        </a:p>
      </dsp:txBody>
      <dsp:txXfrm>
        <a:off x="8566107" y="512320"/>
        <a:ext cx="2645056" cy="578733"/>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2CDD0D-6CE4-4C7D-A519-DF5152302C3F}">
      <dsp:nvSpPr>
        <dsp:cNvPr id="0" name=""/>
        <dsp:cNvSpPr/>
      </dsp:nvSpPr>
      <dsp:spPr>
        <a:xfrm>
          <a:off x="843607" y="0"/>
          <a:ext cx="9560887" cy="1603375"/>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BA2E048-418E-478E-B392-1D93130A77B3}">
      <dsp:nvSpPr>
        <dsp:cNvPr id="0" name=""/>
        <dsp:cNvSpPr/>
      </dsp:nvSpPr>
      <dsp:spPr>
        <a:xfrm>
          <a:off x="12082" y="481012"/>
          <a:ext cx="3620483" cy="641349"/>
        </a:xfrm>
        <a:prstGeom prst="roundRect">
          <a:avLst/>
        </a:prstGeom>
        <a:solidFill>
          <a:schemeClr val="lt1"/>
        </a:solidFill>
        <a:ln w="12700" cap="flat" cmpd="sng" algn="ctr">
          <a:noFill/>
          <a:prstDash val="solid"/>
          <a:miter lim="800000"/>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hemeClr val="accent2"/>
        </a:lnRef>
        <a:fillRef idx="1">
          <a:schemeClr val="lt1"/>
        </a:fillRef>
        <a:effectRef idx="0">
          <a:schemeClr val="accent2"/>
        </a:effectRef>
        <a:fontRef idx="minor">
          <a:schemeClr val="dk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Fit the model using </a:t>
          </a:r>
          <a:r>
            <a:rPr lang="en-US" sz="1700" kern="1200" dirty="0" err="1"/>
            <a:t>X_train</a:t>
          </a:r>
          <a:r>
            <a:rPr lang="en-US" sz="1700" kern="1200" dirty="0"/>
            <a:t> and </a:t>
          </a:r>
          <a:r>
            <a:rPr lang="en-US" sz="1700" kern="1200" dirty="0" err="1"/>
            <a:t>Y_train</a:t>
          </a:r>
          <a:endParaRPr lang="en-US" sz="1700" kern="1200" dirty="0"/>
        </a:p>
      </dsp:txBody>
      <dsp:txXfrm>
        <a:off x="43390" y="512320"/>
        <a:ext cx="3557867" cy="578733"/>
      </dsp:txXfrm>
    </dsp:sp>
    <dsp:sp modelId="{35F8D5B5-E985-4EEC-8C78-F188D97F2C70}">
      <dsp:nvSpPr>
        <dsp:cNvPr id="0" name=""/>
        <dsp:cNvSpPr/>
      </dsp:nvSpPr>
      <dsp:spPr>
        <a:xfrm>
          <a:off x="3813809" y="481012"/>
          <a:ext cx="3620483" cy="641349"/>
        </a:xfrm>
        <a:prstGeom prst="roundRect">
          <a:avLst/>
        </a:prstGeom>
        <a:solidFill>
          <a:schemeClr val="lt1"/>
        </a:solidFill>
        <a:ln w="12700" cap="flat" cmpd="sng" algn="ctr">
          <a:noFill/>
          <a:prstDash val="solid"/>
          <a:miter lim="800000"/>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hemeClr val="accent2"/>
        </a:lnRef>
        <a:fillRef idx="1">
          <a:schemeClr val="lt1"/>
        </a:fillRef>
        <a:effectRef idx="0">
          <a:schemeClr val="accent2"/>
        </a:effectRef>
        <a:fontRef idx="minor">
          <a:schemeClr val="dk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Predict using </a:t>
          </a:r>
          <a:r>
            <a:rPr lang="en-US" sz="1700" kern="1200" dirty="0" err="1"/>
            <a:t>X_test</a:t>
          </a:r>
          <a:endParaRPr lang="en-US" sz="1700" kern="1200" dirty="0"/>
        </a:p>
      </dsp:txBody>
      <dsp:txXfrm>
        <a:off x="3845117" y="512320"/>
        <a:ext cx="3557867" cy="578733"/>
      </dsp:txXfrm>
    </dsp:sp>
    <dsp:sp modelId="{18FA7B6A-2085-4E93-8ADE-BB4A3FCBC8F3}">
      <dsp:nvSpPr>
        <dsp:cNvPr id="0" name=""/>
        <dsp:cNvSpPr/>
      </dsp:nvSpPr>
      <dsp:spPr>
        <a:xfrm>
          <a:off x="7615536" y="481012"/>
          <a:ext cx="3620483" cy="641349"/>
        </a:xfrm>
        <a:prstGeom prst="roundRect">
          <a:avLst/>
        </a:prstGeom>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5"/>
        </a:lnRef>
        <a:fillRef idx="3">
          <a:schemeClr val="accent5"/>
        </a:fillRef>
        <a:effectRef idx="3">
          <a:schemeClr val="accent5"/>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Probability Distribution- 1</a:t>
          </a:r>
        </a:p>
      </dsp:txBody>
      <dsp:txXfrm>
        <a:off x="7646844" y="512320"/>
        <a:ext cx="3557867" cy="578733"/>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2CDD0D-6CE4-4C7D-A519-DF5152302C3F}">
      <dsp:nvSpPr>
        <dsp:cNvPr id="0" name=""/>
        <dsp:cNvSpPr/>
      </dsp:nvSpPr>
      <dsp:spPr>
        <a:xfrm>
          <a:off x="843607" y="0"/>
          <a:ext cx="9560886" cy="1603375"/>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334BC6F-41EC-48D0-AB0F-09C3CE60CDCD}">
      <dsp:nvSpPr>
        <dsp:cNvPr id="0" name=""/>
        <dsp:cNvSpPr/>
      </dsp:nvSpPr>
      <dsp:spPr>
        <a:xfrm>
          <a:off x="5629" y="481012"/>
          <a:ext cx="2707672" cy="641349"/>
        </a:xfrm>
        <a:prstGeom prst="roundRect">
          <a:avLst/>
        </a:prstGeom>
        <a:solidFill>
          <a:schemeClr val="lt1"/>
        </a:solidFill>
        <a:ln w="12700" cap="flat" cmpd="sng" algn="ctr">
          <a:noFill/>
          <a:prstDash val="solid"/>
          <a:miter lim="800000"/>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hemeClr val="accent1"/>
        </a:lnRef>
        <a:fillRef idx="1">
          <a:schemeClr val="lt1"/>
        </a:fillRef>
        <a:effectRef idx="0">
          <a:schemeClr val="accent1"/>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Remove the 2 character words from </a:t>
          </a:r>
          <a:r>
            <a:rPr lang="en-US" sz="1600" kern="1200" dirty="0" err="1"/>
            <a:t>X_train</a:t>
          </a:r>
          <a:r>
            <a:rPr lang="en-US" sz="1600" kern="1200" dirty="0"/>
            <a:t> </a:t>
          </a:r>
        </a:p>
      </dsp:txBody>
      <dsp:txXfrm>
        <a:off x="36937" y="512320"/>
        <a:ext cx="2645056" cy="578733"/>
      </dsp:txXfrm>
    </dsp:sp>
    <dsp:sp modelId="{CBA2E048-418E-478E-B392-1D93130A77B3}">
      <dsp:nvSpPr>
        <dsp:cNvPr id="0" name=""/>
        <dsp:cNvSpPr/>
      </dsp:nvSpPr>
      <dsp:spPr>
        <a:xfrm>
          <a:off x="2848686" y="481012"/>
          <a:ext cx="2707672" cy="641349"/>
        </a:xfrm>
        <a:prstGeom prst="roundRect">
          <a:avLst/>
        </a:prstGeom>
        <a:solidFill>
          <a:schemeClr val="lt1"/>
        </a:solidFill>
        <a:ln w="12700" cap="flat" cmpd="sng" algn="ctr">
          <a:noFill/>
          <a:prstDash val="solid"/>
          <a:miter lim="800000"/>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hemeClr val="accent1"/>
        </a:lnRef>
        <a:fillRef idx="1">
          <a:schemeClr val="lt1"/>
        </a:fillRef>
        <a:effectRef idx="0">
          <a:schemeClr val="accent1"/>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Fit the model using </a:t>
          </a:r>
          <a:r>
            <a:rPr lang="en-US" sz="1600" kern="1200" dirty="0" err="1"/>
            <a:t>X_train_updated</a:t>
          </a:r>
          <a:r>
            <a:rPr lang="en-US" sz="1600" kern="1200" dirty="0"/>
            <a:t> and </a:t>
          </a:r>
          <a:r>
            <a:rPr lang="en-US" sz="1600" kern="1200" dirty="0" err="1"/>
            <a:t>Y_train</a:t>
          </a:r>
          <a:endParaRPr lang="en-US" sz="1600" kern="1200" dirty="0"/>
        </a:p>
      </dsp:txBody>
      <dsp:txXfrm>
        <a:off x="2879994" y="512320"/>
        <a:ext cx="2645056" cy="578733"/>
      </dsp:txXfrm>
    </dsp:sp>
    <dsp:sp modelId="{35F8D5B5-E985-4EEC-8C78-F188D97F2C70}">
      <dsp:nvSpPr>
        <dsp:cNvPr id="0" name=""/>
        <dsp:cNvSpPr/>
      </dsp:nvSpPr>
      <dsp:spPr>
        <a:xfrm>
          <a:off x="5691742" y="481012"/>
          <a:ext cx="2707672" cy="641349"/>
        </a:xfrm>
        <a:prstGeom prst="roundRect">
          <a:avLst/>
        </a:prstGeom>
        <a:solidFill>
          <a:schemeClr val="lt1"/>
        </a:solidFill>
        <a:ln w="12700" cap="flat" cmpd="sng" algn="ctr">
          <a:noFill/>
          <a:prstDash val="solid"/>
          <a:miter lim="800000"/>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hemeClr val="accent1"/>
        </a:lnRef>
        <a:fillRef idx="1">
          <a:schemeClr val="lt1"/>
        </a:fillRef>
        <a:effectRef idx="0">
          <a:schemeClr val="accent1"/>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Predict using </a:t>
          </a:r>
          <a:r>
            <a:rPr lang="en-US" sz="1600" kern="1200" dirty="0" err="1"/>
            <a:t>X_test</a:t>
          </a:r>
          <a:endParaRPr lang="en-US" sz="1600" kern="1200" dirty="0"/>
        </a:p>
      </dsp:txBody>
      <dsp:txXfrm>
        <a:off x="5723050" y="512320"/>
        <a:ext cx="2645056" cy="578733"/>
      </dsp:txXfrm>
    </dsp:sp>
    <dsp:sp modelId="{18FA7B6A-2085-4E93-8ADE-BB4A3FCBC8F3}">
      <dsp:nvSpPr>
        <dsp:cNvPr id="0" name=""/>
        <dsp:cNvSpPr/>
      </dsp:nvSpPr>
      <dsp:spPr>
        <a:xfrm>
          <a:off x="8534799" y="481012"/>
          <a:ext cx="2707672" cy="641349"/>
        </a:xfrm>
        <a:prstGeom prst="roundRect">
          <a:avLst/>
        </a:prstGeom>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w="6350" cap="flat" cmpd="sng" algn="ctr">
          <a:solidFill>
            <a:schemeClr val="accent4"/>
          </a:solidFill>
          <a:prstDash val="solid"/>
          <a:miter lim="800000"/>
        </a:ln>
        <a:effectLst/>
      </dsp:spPr>
      <dsp:style>
        <a:lnRef idx="1">
          <a:schemeClr val="accent4"/>
        </a:lnRef>
        <a:fillRef idx="3">
          <a:schemeClr val="accent4"/>
        </a:fillRef>
        <a:effectRef idx="2">
          <a:schemeClr val="accent4"/>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Probability Distribution- 2</a:t>
          </a:r>
        </a:p>
      </dsp:txBody>
      <dsp:txXfrm>
        <a:off x="8566107" y="512320"/>
        <a:ext cx="2645056" cy="578733"/>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2CDD0D-6CE4-4C7D-A519-DF5152302C3F}">
      <dsp:nvSpPr>
        <dsp:cNvPr id="0" name=""/>
        <dsp:cNvSpPr/>
      </dsp:nvSpPr>
      <dsp:spPr>
        <a:xfrm>
          <a:off x="843607" y="0"/>
          <a:ext cx="9560887" cy="1603375"/>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BA2E048-418E-478E-B392-1D93130A77B3}">
      <dsp:nvSpPr>
        <dsp:cNvPr id="0" name=""/>
        <dsp:cNvSpPr/>
      </dsp:nvSpPr>
      <dsp:spPr>
        <a:xfrm>
          <a:off x="12082" y="481012"/>
          <a:ext cx="3620483" cy="641349"/>
        </a:xfrm>
        <a:prstGeom prst="roundRect">
          <a:avLst/>
        </a:prstGeom>
        <a:solidFill>
          <a:schemeClr val="lt1"/>
        </a:solidFill>
        <a:ln w="12700" cap="flat" cmpd="sng" algn="ctr">
          <a:noFill/>
          <a:prstDash val="solid"/>
          <a:miter lim="800000"/>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hemeClr val="accent2"/>
        </a:lnRef>
        <a:fillRef idx="1">
          <a:schemeClr val="lt1"/>
        </a:fillRef>
        <a:effectRef idx="0">
          <a:schemeClr val="accent2"/>
        </a:effectRef>
        <a:fontRef idx="minor">
          <a:schemeClr val="dk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Fit the model using </a:t>
          </a:r>
          <a:r>
            <a:rPr lang="en-US" sz="1700" kern="1200" dirty="0" err="1"/>
            <a:t>X_train</a:t>
          </a:r>
          <a:r>
            <a:rPr lang="en-US" sz="1700" kern="1200" dirty="0"/>
            <a:t> and </a:t>
          </a:r>
          <a:r>
            <a:rPr lang="en-US" sz="1700" kern="1200" dirty="0" err="1"/>
            <a:t>Y_train</a:t>
          </a:r>
          <a:endParaRPr lang="en-US" sz="1700" kern="1200" dirty="0"/>
        </a:p>
      </dsp:txBody>
      <dsp:txXfrm>
        <a:off x="43390" y="512320"/>
        <a:ext cx="3557867" cy="578733"/>
      </dsp:txXfrm>
    </dsp:sp>
    <dsp:sp modelId="{35F8D5B5-E985-4EEC-8C78-F188D97F2C70}">
      <dsp:nvSpPr>
        <dsp:cNvPr id="0" name=""/>
        <dsp:cNvSpPr/>
      </dsp:nvSpPr>
      <dsp:spPr>
        <a:xfrm>
          <a:off x="3813809" y="481012"/>
          <a:ext cx="3620483" cy="641349"/>
        </a:xfrm>
        <a:prstGeom prst="roundRect">
          <a:avLst/>
        </a:prstGeom>
        <a:solidFill>
          <a:schemeClr val="lt1"/>
        </a:solidFill>
        <a:ln w="12700" cap="flat" cmpd="sng" algn="ctr">
          <a:noFill/>
          <a:prstDash val="solid"/>
          <a:miter lim="800000"/>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hemeClr val="accent2"/>
        </a:lnRef>
        <a:fillRef idx="1">
          <a:schemeClr val="lt1"/>
        </a:fillRef>
        <a:effectRef idx="0">
          <a:schemeClr val="accent2"/>
        </a:effectRef>
        <a:fontRef idx="minor">
          <a:schemeClr val="dk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Predict using </a:t>
          </a:r>
          <a:r>
            <a:rPr lang="en-US" sz="1700" kern="1200" dirty="0" err="1"/>
            <a:t>X_test</a:t>
          </a:r>
          <a:endParaRPr lang="en-US" sz="1700" kern="1200" dirty="0"/>
        </a:p>
      </dsp:txBody>
      <dsp:txXfrm>
        <a:off x="3845117" y="512320"/>
        <a:ext cx="3557867" cy="578733"/>
      </dsp:txXfrm>
    </dsp:sp>
    <dsp:sp modelId="{18FA7B6A-2085-4E93-8ADE-BB4A3FCBC8F3}">
      <dsp:nvSpPr>
        <dsp:cNvPr id="0" name=""/>
        <dsp:cNvSpPr/>
      </dsp:nvSpPr>
      <dsp:spPr>
        <a:xfrm>
          <a:off x="7615536" y="481012"/>
          <a:ext cx="3620483" cy="641349"/>
        </a:xfrm>
        <a:prstGeom prst="roundRect">
          <a:avLst/>
        </a:prstGeom>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5"/>
        </a:lnRef>
        <a:fillRef idx="3">
          <a:schemeClr val="accent5"/>
        </a:fillRef>
        <a:effectRef idx="3">
          <a:schemeClr val="accent5"/>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Probability Distribution- 1</a:t>
          </a:r>
        </a:p>
      </dsp:txBody>
      <dsp:txXfrm>
        <a:off x="7646844" y="512320"/>
        <a:ext cx="3557867" cy="578733"/>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2CDD0D-6CE4-4C7D-A519-DF5152302C3F}">
      <dsp:nvSpPr>
        <dsp:cNvPr id="0" name=""/>
        <dsp:cNvSpPr/>
      </dsp:nvSpPr>
      <dsp:spPr>
        <a:xfrm>
          <a:off x="843607" y="0"/>
          <a:ext cx="9560886" cy="1603375"/>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334BC6F-41EC-48D0-AB0F-09C3CE60CDCD}">
      <dsp:nvSpPr>
        <dsp:cNvPr id="0" name=""/>
        <dsp:cNvSpPr/>
      </dsp:nvSpPr>
      <dsp:spPr>
        <a:xfrm>
          <a:off x="4943" y="481012"/>
          <a:ext cx="2161195" cy="641349"/>
        </a:xfrm>
        <a:prstGeom prst="roundRect">
          <a:avLst/>
        </a:prstGeom>
        <a:solidFill>
          <a:schemeClr val="lt1"/>
        </a:solidFill>
        <a:ln w="12700" cap="flat" cmpd="sng" algn="ctr">
          <a:noFill/>
          <a:prstDash val="solid"/>
          <a:miter lim="800000"/>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hemeClr val="accent1"/>
        </a:lnRef>
        <a:fillRef idx="1">
          <a:schemeClr val="lt1"/>
        </a:fillRef>
        <a:effectRef idx="0">
          <a:schemeClr val="accent1"/>
        </a:effectRef>
        <a:fontRef idx="minor">
          <a:schemeClr val="dk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Remove the numbers from X_train and X_test</a:t>
          </a:r>
        </a:p>
      </dsp:txBody>
      <dsp:txXfrm>
        <a:off x="36251" y="512320"/>
        <a:ext cx="2098579" cy="578733"/>
      </dsp:txXfrm>
    </dsp:sp>
    <dsp:sp modelId="{2DD73647-E60D-40BE-83DF-69A624E7DEE2}">
      <dsp:nvSpPr>
        <dsp:cNvPr id="0" name=""/>
        <dsp:cNvSpPr/>
      </dsp:nvSpPr>
      <dsp:spPr>
        <a:xfrm>
          <a:off x="2274198" y="481012"/>
          <a:ext cx="2161195" cy="641349"/>
        </a:xfrm>
        <a:prstGeom prst="roundRect">
          <a:avLst/>
        </a:prstGeom>
        <a:solidFill>
          <a:schemeClr val="lt1"/>
        </a:solidFill>
        <a:ln w="12700" cap="flat" cmpd="sng" algn="ctr">
          <a:noFill/>
          <a:prstDash val="solid"/>
          <a:miter lim="800000"/>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hemeClr val="accent1"/>
        </a:lnRef>
        <a:fillRef idx="1">
          <a:schemeClr val="lt1"/>
        </a:fillRef>
        <a:effectRef idx="0">
          <a:schemeClr val="accent1"/>
        </a:effectRef>
        <a:fontRef idx="minor">
          <a:schemeClr val="dk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Remove 2 char words from X_train </a:t>
          </a:r>
        </a:p>
      </dsp:txBody>
      <dsp:txXfrm>
        <a:off x="2305506" y="512320"/>
        <a:ext cx="2098579" cy="578733"/>
      </dsp:txXfrm>
    </dsp:sp>
    <dsp:sp modelId="{CBA2E048-418E-478E-B392-1D93130A77B3}">
      <dsp:nvSpPr>
        <dsp:cNvPr id="0" name=""/>
        <dsp:cNvSpPr/>
      </dsp:nvSpPr>
      <dsp:spPr>
        <a:xfrm>
          <a:off x="4543453" y="481012"/>
          <a:ext cx="2161195" cy="641349"/>
        </a:xfrm>
        <a:prstGeom prst="roundRect">
          <a:avLst/>
        </a:prstGeom>
        <a:solidFill>
          <a:schemeClr val="lt1"/>
        </a:solidFill>
        <a:ln w="12700" cap="flat" cmpd="sng" algn="ctr">
          <a:noFill/>
          <a:prstDash val="solid"/>
          <a:miter lim="800000"/>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hemeClr val="accent1"/>
        </a:lnRef>
        <a:fillRef idx="1">
          <a:schemeClr val="lt1"/>
        </a:fillRef>
        <a:effectRef idx="0">
          <a:schemeClr val="accent1"/>
        </a:effectRef>
        <a:fontRef idx="minor">
          <a:schemeClr val="dk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Fit the model using </a:t>
          </a:r>
          <a:r>
            <a:rPr lang="en-US" sz="1300" kern="1200" dirty="0" err="1"/>
            <a:t>X_train_updated</a:t>
          </a:r>
          <a:r>
            <a:rPr lang="en-US" sz="1300" kern="1200" dirty="0"/>
            <a:t> and </a:t>
          </a:r>
          <a:r>
            <a:rPr lang="en-US" sz="1300" kern="1200" dirty="0" err="1"/>
            <a:t>Y_train</a:t>
          </a:r>
          <a:endParaRPr lang="en-US" sz="1300" kern="1200" dirty="0"/>
        </a:p>
      </dsp:txBody>
      <dsp:txXfrm>
        <a:off x="4574761" y="512320"/>
        <a:ext cx="2098579" cy="578733"/>
      </dsp:txXfrm>
    </dsp:sp>
    <dsp:sp modelId="{35F8D5B5-E985-4EEC-8C78-F188D97F2C70}">
      <dsp:nvSpPr>
        <dsp:cNvPr id="0" name=""/>
        <dsp:cNvSpPr/>
      </dsp:nvSpPr>
      <dsp:spPr>
        <a:xfrm>
          <a:off x="6812708" y="481012"/>
          <a:ext cx="2161195" cy="641349"/>
        </a:xfrm>
        <a:prstGeom prst="roundRect">
          <a:avLst/>
        </a:prstGeom>
        <a:solidFill>
          <a:schemeClr val="lt1"/>
        </a:solidFill>
        <a:ln w="12700" cap="flat" cmpd="sng" algn="ctr">
          <a:noFill/>
          <a:prstDash val="solid"/>
          <a:miter lim="800000"/>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hemeClr val="accent1"/>
        </a:lnRef>
        <a:fillRef idx="1">
          <a:schemeClr val="lt1"/>
        </a:fillRef>
        <a:effectRef idx="0">
          <a:schemeClr val="accent1"/>
        </a:effectRef>
        <a:fontRef idx="minor">
          <a:schemeClr val="dk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Predict using X_test_updated</a:t>
          </a:r>
        </a:p>
      </dsp:txBody>
      <dsp:txXfrm>
        <a:off x="6844016" y="512320"/>
        <a:ext cx="2098579" cy="578733"/>
      </dsp:txXfrm>
    </dsp:sp>
    <dsp:sp modelId="{18FA7B6A-2085-4E93-8ADE-BB4A3FCBC8F3}">
      <dsp:nvSpPr>
        <dsp:cNvPr id="0" name=""/>
        <dsp:cNvSpPr/>
      </dsp:nvSpPr>
      <dsp:spPr>
        <a:xfrm>
          <a:off x="9081963" y="481012"/>
          <a:ext cx="2161195" cy="641349"/>
        </a:xfrm>
        <a:prstGeom prst="roundRect">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1"/>
        </a:lnRef>
        <a:fillRef idx="3">
          <a:schemeClr val="accent1"/>
        </a:fillRef>
        <a:effectRef idx="3">
          <a:schemeClr val="accent1"/>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Probability Distribution- 2</a:t>
          </a:r>
        </a:p>
      </dsp:txBody>
      <dsp:txXfrm>
        <a:off x="9113271" y="512320"/>
        <a:ext cx="2098579" cy="578733"/>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587E3C-209C-4822-A465-4989AC93BCBD}">
      <dsp:nvSpPr>
        <dsp:cNvPr id="0" name=""/>
        <dsp:cNvSpPr/>
      </dsp:nvSpPr>
      <dsp:spPr>
        <a:xfrm>
          <a:off x="3493" y="189042"/>
          <a:ext cx="3406037" cy="720000"/>
        </a:xfrm>
        <a:prstGeom prst="rect">
          <a:avLst/>
        </a:prstGeom>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innerShdw blurRad="63500" dist="50800" dir="13500000">
            <a:prstClr val="black">
              <a:alpha val="50000"/>
            </a:prstClr>
          </a:innerShdw>
        </a:effectLst>
      </dsp:spPr>
      <dsp:style>
        <a:lnRef idx="0">
          <a:schemeClr val="accent5"/>
        </a:lnRef>
        <a:fillRef idx="3">
          <a:schemeClr val="accent5"/>
        </a:fillRef>
        <a:effectRef idx="3">
          <a:schemeClr val="accent5"/>
        </a:effectRef>
        <a:fontRef idx="minor">
          <a:schemeClr val="lt1"/>
        </a:fontRef>
      </dsp:style>
      <dsp:txBody>
        <a:bodyPr spcFirstLastPara="0" vert="horz" wrap="square" lIns="177800" tIns="101600" rIns="177800" bIns="101600" numCol="1" spcCol="1270" anchor="ctr" anchorCtr="0">
          <a:noAutofit/>
        </a:bodyPr>
        <a:lstStyle/>
        <a:p>
          <a:pPr marL="0" lvl="0" indent="0" algn="ctr" defTabSz="1111250">
            <a:lnSpc>
              <a:spcPct val="90000"/>
            </a:lnSpc>
            <a:spcBef>
              <a:spcPct val="0"/>
            </a:spcBef>
            <a:spcAft>
              <a:spcPct val="35000"/>
            </a:spcAft>
            <a:buNone/>
          </a:pPr>
          <a:r>
            <a:rPr lang="en-US" sz="2500" b="1" kern="1200" dirty="0"/>
            <a:t>EDA</a:t>
          </a:r>
          <a:endParaRPr lang="en-US" sz="2500" kern="1200" dirty="0"/>
        </a:p>
      </dsp:txBody>
      <dsp:txXfrm>
        <a:off x="3493" y="189042"/>
        <a:ext cx="3406037" cy="720000"/>
      </dsp:txXfrm>
    </dsp:sp>
    <dsp:sp modelId="{345EDDBC-5B61-4721-8F3C-88EA86A08EEF}">
      <dsp:nvSpPr>
        <dsp:cNvPr id="0" name=""/>
        <dsp:cNvSpPr/>
      </dsp:nvSpPr>
      <dsp:spPr>
        <a:xfrm>
          <a:off x="3493" y="909042"/>
          <a:ext cx="3406037" cy="3253253"/>
        </a:xfrm>
        <a:prstGeom prst="rect">
          <a:avLst/>
        </a:prstGeom>
        <a:solidFill>
          <a:schemeClr val="lt1"/>
        </a:solidFill>
        <a:ln w="12700" cap="flat" cmpd="sng" algn="ctr">
          <a:solidFill>
            <a:schemeClr val="accent5"/>
          </a:solidFill>
          <a:prstDash val="solid"/>
          <a:miter lim="800000"/>
        </a:ln>
        <a:effectLst/>
        <a:scene3d>
          <a:camera prst="orthographicFront"/>
          <a:lightRig rig="threePt" dir="t"/>
        </a:scene3d>
        <a:sp3d>
          <a:bevelT prst="angle"/>
        </a:sp3d>
      </dsp:spPr>
      <dsp:style>
        <a:lnRef idx="2">
          <a:schemeClr val="accent5"/>
        </a:lnRef>
        <a:fillRef idx="1">
          <a:schemeClr val="lt1"/>
        </a:fillRef>
        <a:effectRef idx="0">
          <a:schemeClr val="accent5"/>
        </a:effectRef>
        <a:fontRef idx="minor">
          <a:schemeClr val="dk1"/>
        </a:fontRef>
      </dsp:style>
      <dsp:txBody>
        <a:bodyPr spcFirstLastPara="0" vert="horz" wrap="square" lIns="133350" tIns="133350" rIns="177800" bIns="200025" numCol="1" spcCol="1270" anchor="t" anchorCtr="0">
          <a:noAutofit/>
        </a:bodyPr>
        <a:lstStyle/>
        <a:p>
          <a:pPr marL="228600" lvl="1" indent="-228600" algn="l" defTabSz="1111250">
            <a:lnSpc>
              <a:spcPct val="90000"/>
            </a:lnSpc>
            <a:spcBef>
              <a:spcPct val="0"/>
            </a:spcBef>
            <a:spcAft>
              <a:spcPct val="15000"/>
            </a:spcAft>
            <a:buChar char="•"/>
          </a:pPr>
          <a:r>
            <a:rPr lang="en-US" sz="2500" kern="1200" dirty="0"/>
            <a:t>List of all stopwords and lemmatized words</a:t>
          </a:r>
        </a:p>
        <a:p>
          <a:pPr marL="228600" lvl="1" indent="-228600" algn="l" defTabSz="1111250">
            <a:lnSpc>
              <a:spcPct val="90000"/>
            </a:lnSpc>
            <a:spcBef>
              <a:spcPct val="0"/>
            </a:spcBef>
            <a:spcAft>
              <a:spcPct val="15000"/>
            </a:spcAft>
            <a:buChar char="•"/>
          </a:pPr>
          <a:r>
            <a:rPr lang="en-US" sz="2500" kern="1200" dirty="0"/>
            <a:t>Lemmatize only the words having more than 3 characters</a:t>
          </a:r>
        </a:p>
      </dsp:txBody>
      <dsp:txXfrm>
        <a:off x="3493" y="909042"/>
        <a:ext cx="3406037" cy="3253253"/>
      </dsp:txXfrm>
    </dsp:sp>
    <dsp:sp modelId="{E81B56DE-E801-4DF0-B4F2-A4CA75CCD076}">
      <dsp:nvSpPr>
        <dsp:cNvPr id="0" name=""/>
        <dsp:cNvSpPr/>
      </dsp:nvSpPr>
      <dsp:spPr>
        <a:xfrm>
          <a:off x="3886376" y="189042"/>
          <a:ext cx="3406037" cy="7200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a:innerShdw blurRad="63500" dist="50800" dir="13500000">
            <a:prstClr val="black">
              <a:alpha val="50000"/>
            </a:prstClr>
          </a:innerShdw>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01600" rIns="177800" bIns="101600" numCol="1" spcCol="1270" anchor="ctr" anchorCtr="0">
          <a:noAutofit/>
        </a:bodyPr>
        <a:lstStyle/>
        <a:p>
          <a:pPr marL="0" lvl="0" indent="0" algn="ctr" defTabSz="1111250">
            <a:lnSpc>
              <a:spcPct val="90000"/>
            </a:lnSpc>
            <a:spcBef>
              <a:spcPct val="0"/>
            </a:spcBef>
            <a:spcAft>
              <a:spcPct val="35000"/>
            </a:spcAft>
            <a:buNone/>
          </a:pPr>
          <a:r>
            <a:rPr lang="en-US" sz="2500" b="1" kern="1200" dirty="0"/>
            <a:t>Trust Factor calculation</a:t>
          </a:r>
        </a:p>
      </dsp:txBody>
      <dsp:txXfrm>
        <a:off x="3886376" y="189042"/>
        <a:ext cx="3406037" cy="720000"/>
      </dsp:txXfrm>
    </dsp:sp>
    <dsp:sp modelId="{F09E7A2E-A854-44BC-A157-0A47303C7F7C}">
      <dsp:nvSpPr>
        <dsp:cNvPr id="0" name=""/>
        <dsp:cNvSpPr/>
      </dsp:nvSpPr>
      <dsp:spPr>
        <a:xfrm>
          <a:off x="3886376" y="909042"/>
          <a:ext cx="3406037" cy="3253253"/>
        </a:xfrm>
        <a:prstGeom prst="rect">
          <a:avLst/>
        </a:prstGeom>
        <a:solidFill>
          <a:schemeClr val="lt1"/>
        </a:solidFill>
        <a:ln w="12700" cap="flat" cmpd="sng" algn="ctr">
          <a:solidFill>
            <a:schemeClr val="accent2"/>
          </a:solidFill>
          <a:prstDash val="solid"/>
          <a:miter lim="800000"/>
        </a:ln>
        <a:effectLst/>
        <a:scene3d>
          <a:camera prst="orthographicFront"/>
          <a:lightRig rig="threePt" dir="t"/>
        </a:scene3d>
        <a:sp3d>
          <a:bevelT prst="angle"/>
        </a:sp3d>
      </dsp:spPr>
      <dsp:style>
        <a:lnRef idx="2">
          <a:schemeClr val="accent2"/>
        </a:lnRef>
        <a:fillRef idx="1">
          <a:schemeClr val="lt1"/>
        </a:fillRef>
        <a:effectRef idx="0">
          <a:schemeClr val="accent2"/>
        </a:effectRef>
        <a:fontRef idx="minor">
          <a:schemeClr val="dk1"/>
        </a:fontRef>
      </dsp:style>
      <dsp:txBody>
        <a:bodyPr spcFirstLastPara="0" vert="horz" wrap="square" lIns="133350" tIns="133350" rIns="177800" bIns="200025" numCol="1" spcCol="1270" anchor="t" anchorCtr="0">
          <a:noAutofit/>
        </a:bodyPr>
        <a:lstStyle/>
        <a:p>
          <a:pPr marL="228600" lvl="1" indent="-228600" algn="l" defTabSz="1111250">
            <a:lnSpc>
              <a:spcPct val="90000"/>
            </a:lnSpc>
            <a:spcBef>
              <a:spcPct val="0"/>
            </a:spcBef>
            <a:spcAft>
              <a:spcPct val="15000"/>
            </a:spcAft>
            <a:buChar char="•"/>
          </a:pPr>
          <a:r>
            <a:rPr lang="en-US" sz="2500" kern="1200" dirty="0"/>
            <a:t>Random forest: 85%</a:t>
          </a:r>
        </a:p>
        <a:p>
          <a:pPr marL="228600" lvl="1" indent="-228600" algn="l" defTabSz="1111250">
            <a:lnSpc>
              <a:spcPct val="90000"/>
            </a:lnSpc>
            <a:spcBef>
              <a:spcPct val="0"/>
            </a:spcBef>
            <a:spcAft>
              <a:spcPct val="15000"/>
            </a:spcAft>
            <a:buChar char="•"/>
          </a:pPr>
          <a:r>
            <a:rPr lang="en-US" sz="2500" kern="1200" dirty="0"/>
            <a:t>Logistic regression:89%</a:t>
          </a:r>
        </a:p>
        <a:p>
          <a:pPr marL="228600" lvl="1" indent="-228600" algn="l" defTabSz="1111250">
            <a:lnSpc>
              <a:spcPct val="90000"/>
            </a:lnSpc>
            <a:spcBef>
              <a:spcPct val="0"/>
            </a:spcBef>
            <a:spcAft>
              <a:spcPct val="15000"/>
            </a:spcAft>
            <a:buChar char="•"/>
          </a:pPr>
          <a:r>
            <a:rPr lang="en-US" sz="2500" kern="1200" dirty="0"/>
            <a:t>Condition: Stopwords removed, all words lemmatized, single character words removed</a:t>
          </a:r>
        </a:p>
      </dsp:txBody>
      <dsp:txXfrm>
        <a:off x="3886376" y="909042"/>
        <a:ext cx="3406037" cy="3253253"/>
      </dsp:txXfrm>
    </dsp:sp>
    <dsp:sp modelId="{DF6A21C1-2FED-4374-AC83-03C771CED53B}">
      <dsp:nvSpPr>
        <dsp:cNvPr id="0" name=""/>
        <dsp:cNvSpPr/>
      </dsp:nvSpPr>
      <dsp:spPr>
        <a:xfrm>
          <a:off x="7769259" y="189042"/>
          <a:ext cx="3406037" cy="720000"/>
        </a:xfrm>
        <a:prstGeom prst="rect">
          <a:avLst/>
        </a:prstGeom>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innerShdw blurRad="63500" dist="50800" dir="13500000">
            <a:prstClr val="black">
              <a:alpha val="50000"/>
            </a:prstClr>
          </a:innerShdw>
        </a:effectLst>
      </dsp:spPr>
      <dsp:style>
        <a:lnRef idx="0">
          <a:schemeClr val="accent6"/>
        </a:lnRef>
        <a:fillRef idx="3">
          <a:schemeClr val="accent6"/>
        </a:fillRef>
        <a:effectRef idx="3">
          <a:schemeClr val="accent6"/>
        </a:effectRef>
        <a:fontRef idx="minor">
          <a:schemeClr val="lt1"/>
        </a:fontRef>
      </dsp:style>
      <dsp:txBody>
        <a:bodyPr spcFirstLastPara="0" vert="horz" wrap="square" lIns="177800" tIns="101600" rIns="177800" bIns="101600" numCol="1" spcCol="1270" anchor="ctr" anchorCtr="0">
          <a:noAutofit/>
        </a:bodyPr>
        <a:lstStyle/>
        <a:p>
          <a:pPr marL="0" lvl="0" indent="0" algn="ctr" defTabSz="1111250">
            <a:lnSpc>
              <a:spcPct val="90000"/>
            </a:lnSpc>
            <a:spcBef>
              <a:spcPct val="0"/>
            </a:spcBef>
            <a:spcAft>
              <a:spcPct val="35000"/>
            </a:spcAft>
            <a:buNone/>
          </a:pPr>
          <a:r>
            <a:rPr lang="en-US" sz="2500" b="1" kern="1200" dirty="0"/>
            <a:t>Divergence</a:t>
          </a:r>
        </a:p>
      </dsp:txBody>
      <dsp:txXfrm>
        <a:off x="7769259" y="189042"/>
        <a:ext cx="3406037" cy="720000"/>
      </dsp:txXfrm>
    </dsp:sp>
    <dsp:sp modelId="{322C6BEE-5039-47B1-BBE4-8993AE741E43}">
      <dsp:nvSpPr>
        <dsp:cNvPr id="0" name=""/>
        <dsp:cNvSpPr/>
      </dsp:nvSpPr>
      <dsp:spPr>
        <a:xfrm>
          <a:off x="7769259" y="909042"/>
          <a:ext cx="3406037" cy="3253253"/>
        </a:xfrm>
        <a:prstGeom prst="rect">
          <a:avLst/>
        </a:prstGeom>
        <a:solidFill>
          <a:schemeClr val="lt1"/>
        </a:solidFill>
        <a:ln w="12700" cap="flat" cmpd="sng" algn="ctr">
          <a:solidFill>
            <a:schemeClr val="accent6"/>
          </a:solidFill>
          <a:prstDash val="solid"/>
          <a:miter lim="800000"/>
        </a:ln>
        <a:effectLst/>
        <a:scene3d>
          <a:camera prst="orthographicFront"/>
          <a:lightRig rig="threePt" dir="t"/>
        </a:scene3d>
        <a:sp3d>
          <a:bevelT prst="angle"/>
        </a:sp3d>
      </dsp:spPr>
      <dsp:style>
        <a:lnRef idx="2">
          <a:schemeClr val="accent6"/>
        </a:lnRef>
        <a:fillRef idx="1">
          <a:schemeClr val="lt1"/>
        </a:fillRef>
        <a:effectRef idx="0">
          <a:schemeClr val="accent6"/>
        </a:effectRef>
        <a:fontRef idx="minor">
          <a:schemeClr val="dk1"/>
        </a:fontRef>
      </dsp:style>
      <dsp:txBody>
        <a:bodyPr spcFirstLastPara="0" vert="horz" wrap="square" lIns="133350" tIns="133350" rIns="177800" bIns="200025" numCol="1" spcCol="1270" anchor="t" anchorCtr="0">
          <a:noAutofit/>
        </a:bodyPr>
        <a:lstStyle/>
        <a:p>
          <a:pPr marL="228600" lvl="1" indent="-228600" algn="l" defTabSz="1111250">
            <a:lnSpc>
              <a:spcPct val="90000"/>
            </a:lnSpc>
            <a:spcBef>
              <a:spcPct val="0"/>
            </a:spcBef>
            <a:spcAft>
              <a:spcPct val="15000"/>
            </a:spcAft>
            <a:buChar char="•"/>
          </a:pPr>
          <a:r>
            <a:rPr lang="en-US" sz="2500" b="0" kern="1200" dirty="0"/>
            <a:t>Removing numbers</a:t>
          </a:r>
        </a:p>
        <a:p>
          <a:pPr marL="228600" lvl="1" indent="-228600" algn="l" defTabSz="1111250">
            <a:lnSpc>
              <a:spcPct val="90000"/>
            </a:lnSpc>
            <a:spcBef>
              <a:spcPct val="0"/>
            </a:spcBef>
            <a:spcAft>
              <a:spcPct val="15000"/>
            </a:spcAft>
            <a:buChar char="•"/>
          </a:pPr>
          <a:r>
            <a:rPr lang="en-US" sz="2500" b="0" kern="1200" dirty="0"/>
            <a:t>Removing 2-character words</a:t>
          </a:r>
        </a:p>
        <a:p>
          <a:pPr marL="228600" lvl="1" indent="-228600" algn="l" defTabSz="1111250">
            <a:lnSpc>
              <a:spcPct val="90000"/>
            </a:lnSpc>
            <a:spcBef>
              <a:spcPct val="0"/>
            </a:spcBef>
            <a:spcAft>
              <a:spcPct val="15000"/>
            </a:spcAft>
            <a:buChar char="•"/>
          </a:pPr>
          <a:r>
            <a:rPr lang="en-US" sz="2500" b="0" kern="1200" dirty="0"/>
            <a:t>Removing numbers and 2-character words</a:t>
          </a:r>
        </a:p>
      </dsp:txBody>
      <dsp:txXfrm>
        <a:off x="7769259" y="909042"/>
        <a:ext cx="3406037" cy="3253253"/>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4598FA-136F-4B7E-83A2-0B4C508F31B5}">
      <dsp:nvSpPr>
        <dsp:cNvPr id="0" name=""/>
        <dsp:cNvSpPr/>
      </dsp:nvSpPr>
      <dsp:spPr>
        <a:xfrm>
          <a:off x="3325" y="0"/>
          <a:ext cx="3336166" cy="954277"/>
        </a:xfrm>
        <a:prstGeom prst="homePlate">
          <a:avLst/>
        </a:prstGeom>
        <a:solidFill>
          <a:schemeClr val="lt1"/>
        </a:solid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96012"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dirty="0"/>
            <a:t>Stopwords removed, lemmatize &gt; 3, single char removed, noise words removed</a:t>
          </a:r>
        </a:p>
      </dsp:txBody>
      <dsp:txXfrm>
        <a:off x="3325" y="0"/>
        <a:ext cx="3097597" cy="954277"/>
      </dsp:txXfrm>
    </dsp:sp>
    <dsp:sp modelId="{778B25C9-FFBC-4A96-9652-3414B5B8A2B2}">
      <dsp:nvSpPr>
        <dsp:cNvPr id="0" name=""/>
        <dsp:cNvSpPr/>
      </dsp:nvSpPr>
      <dsp:spPr>
        <a:xfrm>
          <a:off x="2672257" y="0"/>
          <a:ext cx="3336166" cy="954277"/>
        </a:xfrm>
        <a:prstGeom prst="chevron">
          <a:avLst/>
        </a:prstGeom>
        <a:solidFill>
          <a:schemeClr val="lt1"/>
        </a:solid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dirty="0"/>
            <a:t>Model = LR</a:t>
          </a:r>
          <a:r>
            <a:rPr lang="en-US" sz="1800" kern="1200" dirty="0">
              <a:sym typeface="Wingdings" panose="05000000000000000000" pitchFamily="2" charset="2"/>
            </a:rPr>
            <a:t> get the probability distributions</a:t>
          </a:r>
          <a:endParaRPr lang="en-US" sz="1800" kern="1200" dirty="0"/>
        </a:p>
      </dsp:txBody>
      <dsp:txXfrm>
        <a:off x="3149396" y="0"/>
        <a:ext cx="2381889" cy="954277"/>
      </dsp:txXfrm>
    </dsp:sp>
    <dsp:sp modelId="{263BA08A-D998-4911-89F5-173BB1C5440D}">
      <dsp:nvSpPr>
        <dsp:cNvPr id="0" name=""/>
        <dsp:cNvSpPr/>
      </dsp:nvSpPr>
      <dsp:spPr>
        <a:xfrm>
          <a:off x="5341190" y="0"/>
          <a:ext cx="3336166" cy="954277"/>
        </a:xfrm>
        <a:prstGeom prst="chevron">
          <a:avLst/>
        </a:prstGeom>
        <a:solidFill>
          <a:schemeClr val="lt1"/>
        </a:solid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dirty="0"/>
            <a:t>Arrange the rows in decreasing probabilities</a:t>
          </a:r>
        </a:p>
      </dsp:txBody>
      <dsp:txXfrm>
        <a:off x="5818329" y="0"/>
        <a:ext cx="2381889" cy="954277"/>
      </dsp:txXfrm>
    </dsp:sp>
    <dsp:sp modelId="{0F62B5FC-2DD4-4E5E-ACC8-09A8DBF870F1}">
      <dsp:nvSpPr>
        <dsp:cNvPr id="0" name=""/>
        <dsp:cNvSpPr/>
      </dsp:nvSpPr>
      <dsp:spPr>
        <a:xfrm>
          <a:off x="8010123" y="0"/>
          <a:ext cx="3336166" cy="954277"/>
        </a:xfrm>
        <a:prstGeom prst="chevron">
          <a:avLst/>
        </a:prstGeom>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5"/>
        </a:lnRef>
        <a:fillRef idx="3">
          <a:schemeClr val="accent5"/>
        </a:fillRef>
        <a:effectRef idx="3">
          <a:schemeClr val="accent5"/>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dirty="0"/>
            <a:t>Select top 3 for each row </a:t>
          </a:r>
          <a:r>
            <a:rPr lang="en-US" sz="1800" kern="1200" dirty="0">
              <a:sym typeface="Wingdings" panose="05000000000000000000" pitchFamily="2" charset="2"/>
            </a:rPr>
            <a:t> </a:t>
          </a:r>
          <a:r>
            <a:rPr lang="en-US" sz="1800" b="1" kern="1200" dirty="0">
              <a:sym typeface="Wingdings" panose="05000000000000000000" pitchFamily="2" charset="2"/>
            </a:rPr>
            <a:t>Distribution-1</a:t>
          </a:r>
          <a:endParaRPr lang="en-US" sz="1800" b="1" kern="1200" dirty="0"/>
        </a:p>
      </dsp:txBody>
      <dsp:txXfrm>
        <a:off x="8487262" y="0"/>
        <a:ext cx="2381889" cy="954277"/>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4598FA-136F-4B7E-83A2-0B4C508F31B5}">
      <dsp:nvSpPr>
        <dsp:cNvPr id="0" name=""/>
        <dsp:cNvSpPr/>
      </dsp:nvSpPr>
      <dsp:spPr>
        <a:xfrm>
          <a:off x="3325" y="0"/>
          <a:ext cx="3336166" cy="954277"/>
        </a:xfrm>
        <a:prstGeom prst="homePlate">
          <a:avLst/>
        </a:prstGeom>
        <a:solidFill>
          <a:schemeClr val="lt1"/>
        </a:solidFill>
        <a:ln w="12700" cap="flat" cmpd="sng" algn="ctr">
          <a:solidFill>
            <a:schemeClr val="accent3"/>
          </a:solidFill>
          <a:prstDash val="solid"/>
          <a:miter lim="800000"/>
        </a:ln>
        <a:effectLst/>
      </dsp:spPr>
      <dsp:style>
        <a:lnRef idx="2">
          <a:schemeClr val="accent3"/>
        </a:lnRef>
        <a:fillRef idx="1">
          <a:schemeClr val="lt1"/>
        </a:fillRef>
        <a:effectRef idx="0">
          <a:schemeClr val="accent3"/>
        </a:effectRef>
        <a:fontRef idx="minor">
          <a:schemeClr val="dk1"/>
        </a:fontRef>
      </dsp:style>
      <dsp:txBody>
        <a:bodyPr spcFirstLastPara="0" vert="horz" wrap="square" lIns="80010"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Stopwords removed, </a:t>
          </a:r>
          <a:r>
            <a:rPr lang="en-US" sz="1500" kern="1200" dirty="0">
              <a:highlight>
                <a:srgbClr val="FFFF00"/>
              </a:highlight>
            </a:rPr>
            <a:t>numbers removed</a:t>
          </a:r>
          <a:r>
            <a:rPr lang="en-US" sz="1500" kern="1200" dirty="0"/>
            <a:t>, lemmatized &gt; 3, single char removed, noise words removed</a:t>
          </a:r>
        </a:p>
      </dsp:txBody>
      <dsp:txXfrm>
        <a:off x="3325" y="0"/>
        <a:ext cx="3097597" cy="954277"/>
      </dsp:txXfrm>
    </dsp:sp>
    <dsp:sp modelId="{778B25C9-FFBC-4A96-9652-3414B5B8A2B2}">
      <dsp:nvSpPr>
        <dsp:cNvPr id="0" name=""/>
        <dsp:cNvSpPr/>
      </dsp:nvSpPr>
      <dsp:spPr>
        <a:xfrm>
          <a:off x="2672257" y="0"/>
          <a:ext cx="3336166" cy="954277"/>
        </a:xfrm>
        <a:prstGeom prst="chevron">
          <a:avLst/>
        </a:prstGeom>
        <a:solidFill>
          <a:schemeClr val="lt1"/>
        </a:solidFill>
        <a:ln w="12700" cap="flat" cmpd="sng" algn="ctr">
          <a:solidFill>
            <a:schemeClr val="accent3"/>
          </a:solidFill>
          <a:prstDash val="solid"/>
          <a:miter lim="800000"/>
        </a:ln>
        <a:effectLst/>
      </dsp:spPr>
      <dsp:style>
        <a:lnRef idx="2">
          <a:schemeClr val="accent3"/>
        </a:lnRef>
        <a:fillRef idx="1">
          <a:schemeClr val="lt1"/>
        </a:fillRef>
        <a:effectRef idx="0">
          <a:schemeClr val="accent3"/>
        </a:effectRef>
        <a:fontRef idx="minor">
          <a:schemeClr val="dk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Model = LR </a:t>
          </a:r>
          <a:r>
            <a:rPr lang="en-US" sz="1500" kern="1200" dirty="0">
              <a:sym typeface="Wingdings" panose="05000000000000000000" pitchFamily="2" charset="2"/>
            </a:rPr>
            <a:t> get the probability distributions using X_test_updated</a:t>
          </a:r>
          <a:endParaRPr lang="en-US" sz="1500" kern="1200" dirty="0"/>
        </a:p>
      </dsp:txBody>
      <dsp:txXfrm>
        <a:off x="3149396" y="0"/>
        <a:ext cx="2381889" cy="954277"/>
      </dsp:txXfrm>
    </dsp:sp>
    <dsp:sp modelId="{263BA08A-D998-4911-89F5-173BB1C5440D}">
      <dsp:nvSpPr>
        <dsp:cNvPr id="0" name=""/>
        <dsp:cNvSpPr/>
      </dsp:nvSpPr>
      <dsp:spPr>
        <a:xfrm>
          <a:off x="5341190" y="0"/>
          <a:ext cx="3336166" cy="954277"/>
        </a:xfrm>
        <a:prstGeom prst="chevron">
          <a:avLst/>
        </a:prstGeom>
        <a:solidFill>
          <a:schemeClr val="lt1"/>
        </a:solidFill>
        <a:ln w="12700" cap="flat" cmpd="sng" algn="ctr">
          <a:solidFill>
            <a:schemeClr val="accent3"/>
          </a:solidFill>
          <a:prstDash val="solid"/>
          <a:miter lim="800000"/>
        </a:ln>
        <a:effectLst/>
      </dsp:spPr>
      <dsp:style>
        <a:lnRef idx="2">
          <a:schemeClr val="accent3"/>
        </a:lnRef>
        <a:fillRef idx="1">
          <a:schemeClr val="lt1"/>
        </a:fillRef>
        <a:effectRef idx="0">
          <a:schemeClr val="accent3"/>
        </a:effectRef>
        <a:fontRef idx="minor">
          <a:schemeClr val="dk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Arrange the rows in decreasing probabilities</a:t>
          </a:r>
        </a:p>
      </dsp:txBody>
      <dsp:txXfrm>
        <a:off x="5818329" y="0"/>
        <a:ext cx="2381889" cy="954277"/>
      </dsp:txXfrm>
    </dsp:sp>
    <dsp:sp modelId="{0F62B5FC-2DD4-4E5E-ACC8-09A8DBF870F1}">
      <dsp:nvSpPr>
        <dsp:cNvPr id="0" name=""/>
        <dsp:cNvSpPr/>
      </dsp:nvSpPr>
      <dsp:spPr>
        <a:xfrm>
          <a:off x="8010123" y="0"/>
          <a:ext cx="3336166" cy="954277"/>
        </a:xfrm>
        <a:prstGeom prst="chevron">
          <a:avLst/>
        </a:prstGeom>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3"/>
        </a:lnRef>
        <a:fillRef idx="3">
          <a:schemeClr val="accent3"/>
        </a:fillRef>
        <a:effectRef idx="3">
          <a:schemeClr val="accent3"/>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Select top 3 for each row </a:t>
          </a:r>
          <a:r>
            <a:rPr lang="en-US" sz="1500" kern="1200" dirty="0">
              <a:sym typeface="Wingdings" panose="05000000000000000000" pitchFamily="2" charset="2"/>
            </a:rPr>
            <a:t> </a:t>
          </a:r>
          <a:r>
            <a:rPr lang="en-US" sz="1800" b="1" kern="1200" dirty="0">
              <a:sym typeface="Wingdings" panose="05000000000000000000" pitchFamily="2" charset="2"/>
            </a:rPr>
            <a:t>Distribution-2</a:t>
          </a:r>
          <a:endParaRPr lang="en-US" sz="1500" b="1" kern="1200" dirty="0"/>
        </a:p>
      </dsp:txBody>
      <dsp:txXfrm>
        <a:off x="8487262" y="0"/>
        <a:ext cx="2381889" cy="954277"/>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4598FA-136F-4B7E-83A2-0B4C508F31B5}">
      <dsp:nvSpPr>
        <dsp:cNvPr id="0" name=""/>
        <dsp:cNvSpPr/>
      </dsp:nvSpPr>
      <dsp:spPr>
        <a:xfrm>
          <a:off x="3325" y="0"/>
          <a:ext cx="3336166" cy="954277"/>
        </a:xfrm>
        <a:prstGeom prst="homePlate">
          <a:avLst/>
        </a:prstGeom>
        <a:solidFill>
          <a:schemeClr val="lt1"/>
        </a:solid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96012"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dirty="0"/>
            <a:t>Stopwords removed, lemmatize &gt; 3, single char removed, noise words removed</a:t>
          </a:r>
        </a:p>
      </dsp:txBody>
      <dsp:txXfrm>
        <a:off x="3325" y="0"/>
        <a:ext cx="3097597" cy="954277"/>
      </dsp:txXfrm>
    </dsp:sp>
    <dsp:sp modelId="{778B25C9-FFBC-4A96-9652-3414B5B8A2B2}">
      <dsp:nvSpPr>
        <dsp:cNvPr id="0" name=""/>
        <dsp:cNvSpPr/>
      </dsp:nvSpPr>
      <dsp:spPr>
        <a:xfrm>
          <a:off x="2672257" y="0"/>
          <a:ext cx="3336166" cy="954277"/>
        </a:xfrm>
        <a:prstGeom prst="chevron">
          <a:avLst/>
        </a:prstGeom>
        <a:solidFill>
          <a:schemeClr val="lt1"/>
        </a:solid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dirty="0"/>
            <a:t>Model = LR</a:t>
          </a:r>
          <a:r>
            <a:rPr lang="en-US" sz="1800" kern="1200" dirty="0">
              <a:sym typeface="Wingdings" panose="05000000000000000000" pitchFamily="2" charset="2"/>
            </a:rPr>
            <a:t> get the probability distributions</a:t>
          </a:r>
          <a:endParaRPr lang="en-US" sz="1800" kern="1200" dirty="0"/>
        </a:p>
      </dsp:txBody>
      <dsp:txXfrm>
        <a:off x="3149396" y="0"/>
        <a:ext cx="2381889" cy="954277"/>
      </dsp:txXfrm>
    </dsp:sp>
    <dsp:sp modelId="{263BA08A-D998-4911-89F5-173BB1C5440D}">
      <dsp:nvSpPr>
        <dsp:cNvPr id="0" name=""/>
        <dsp:cNvSpPr/>
      </dsp:nvSpPr>
      <dsp:spPr>
        <a:xfrm>
          <a:off x="5341190" y="0"/>
          <a:ext cx="3336166" cy="954277"/>
        </a:xfrm>
        <a:prstGeom prst="chevron">
          <a:avLst/>
        </a:prstGeom>
        <a:solidFill>
          <a:schemeClr val="lt1"/>
        </a:solid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dirty="0"/>
            <a:t>Arrange the rows in decreasing probabilities</a:t>
          </a:r>
        </a:p>
      </dsp:txBody>
      <dsp:txXfrm>
        <a:off x="5818329" y="0"/>
        <a:ext cx="2381889" cy="954277"/>
      </dsp:txXfrm>
    </dsp:sp>
    <dsp:sp modelId="{0F62B5FC-2DD4-4E5E-ACC8-09A8DBF870F1}">
      <dsp:nvSpPr>
        <dsp:cNvPr id="0" name=""/>
        <dsp:cNvSpPr/>
      </dsp:nvSpPr>
      <dsp:spPr>
        <a:xfrm>
          <a:off x="8010123" y="0"/>
          <a:ext cx="3336166" cy="954277"/>
        </a:xfrm>
        <a:prstGeom prst="chevron">
          <a:avLst/>
        </a:prstGeom>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5"/>
        </a:lnRef>
        <a:fillRef idx="3">
          <a:schemeClr val="accent5"/>
        </a:fillRef>
        <a:effectRef idx="3">
          <a:schemeClr val="accent5"/>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dirty="0"/>
            <a:t>Select top 3 for each row </a:t>
          </a:r>
          <a:r>
            <a:rPr lang="en-US" sz="1800" kern="1200" dirty="0">
              <a:sym typeface="Wingdings" panose="05000000000000000000" pitchFamily="2" charset="2"/>
            </a:rPr>
            <a:t> </a:t>
          </a:r>
          <a:r>
            <a:rPr lang="en-US" sz="1800" b="1" kern="1200" dirty="0">
              <a:sym typeface="Wingdings" panose="05000000000000000000" pitchFamily="2" charset="2"/>
            </a:rPr>
            <a:t>Distribution-1</a:t>
          </a:r>
          <a:endParaRPr lang="en-US" sz="1800" b="1" kern="1200" dirty="0"/>
        </a:p>
      </dsp:txBody>
      <dsp:txXfrm>
        <a:off x="8487262" y="0"/>
        <a:ext cx="2381889" cy="954277"/>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4598FA-136F-4B7E-83A2-0B4C508F31B5}">
      <dsp:nvSpPr>
        <dsp:cNvPr id="0" name=""/>
        <dsp:cNvSpPr/>
      </dsp:nvSpPr>
      <dsp:spPr>
        <a:xfrm>
          <a:off x="3325" y="0"/>
          <a:ext cx="3336166" cy="954277"/>
        </a:xfrm>
        <a:prstGeom prst="homePlate">
          <a:avLst/>
        </a:prstGeom>
        <a:solidFill>
          <a:schemeClr val="lt1"/>
        </a:solidFill>
        <a:ln w="12700" cap="flat" cmpd="sng" algn="ctr">
          <a:solidFill>
            <a:schemeClr val="accent6"/>
          </a:solidFill>
          <a:prstDash val="solid"/>
          <a:miter lim="800000"/>
        </a:ln>
        <a:effectLst/>
      </dsp:spPr>
      <dsp:style>
        <a:lnRef idx="2">
          <a:schemeClr val="accent6"/>
        </a:lnRef>
        <a:fillRef idx="1">
          <a:schemeClr val="lt1"/>
        </a:fillRef>
        <a:effectRef idx="0">
          <a:schemeClr val="accent6"/>
        </a:effectRef>
        <a:fontRef idx="minor">
          <a:schemeClr val="dk1"/>
        </a:fontRef>
      </dsp:style>
      <dsp:txBody>
        <a:bodyPr spcFirstLastPara="0" vert="horz" wrap="square" lIns="90678" tIns="45339" rIns="22670" bIns="45339" numCol="1" spcCol="1270" anchor="ctr" anchorCtr="0">
          <a:noAutofit/>
        </a:bodyPr>
        <a:lstStyle/>
        <a:p>
          <a:pPr marL="0" lvl="0" indent="0" algn="ctr" defTabSz="755650">
            <a:lnSpc>
              <a:spcPct val="90000"/>
            </a:lnSpc>
            <a:spcBef>
              <a:spcPct val="0"/>
            </a:spcBef>
            <a:spcAft>
              <a:spcPct val="35000"/>
            </a:spcAft>
            <a:buNone/>
          </a:pPr>
          <a:r>
            <a:rPr lang="en-US" sz="1700" kern="1200" dirty="0"/>
            <a:t>Stopwords removed, lemmatized &gt; 3, single char and </a:t>
          </a:r>
          <a:r>
            <a:rPr lang="en-US" sz="1700" kern="1200" dirty="0">
              <a:highlight>
                <a:srgbClr val="FFFF00"/>
              </a:highlight>
            </a:rPr>
            <a:t>2 chars words removed</a:t>
          </a:r>
          <a:r>
            <a:rPr lang="en-US" sz="1700" kern="1200" dirty="0"/>
            <a:t>, noise words removed</a:t>
          </a:r>
        </a:p>
      </dsp:txBody>
      <dsp:txXfrm>
        <a:off x="3325" y="0"/>
        <a:ext cx="3097597" cy="954277"/>
      </dsp:txXfrm>
    </dsp:sp>
    <dsp:sp modelId="{778B25C9-FFBC-4A96-9652-3414B5B8A2B2}">
      <dsp:nvSpPr>
        <dsp:cNvPr id="0" name=""/>
        <dsp:cNvSpPr/>
      </dsp:nvSpPr>
      <dsp:spPr>
        <a:xfrm>
          <a:off x="2672257" y="0"/>
          <a:ext cx="3336166" cy="954277"/>
        </a:xfrm>
        <a:prstGeom prst="chevron">
          <a:avLst/>
        </a:prstGeom>
        <a:solidFill>
          <a:schemeClr val="lt1"/>
        </a:solidFill>
        <a:ln w="12700" cap="flat" cmpd="sng" algn="ctr">
          <a:solidFill>
            <a:schemeClr val="accent6"/>
          </a:solidFill>
          <a:prstDash val="solid"/>
          <a:miter lim="800000"/>
        </a:ln>
        <a:effectLst/>
      </dsp:spPr>
      <dsp:style>
        <a:lnRef idx="2">
          <a:schemeClr val="accent6"/>
        </a:lnRef>
        <a:fillRef idx="1">
          <a:schemeClr val="lt1"/>
        </a:fillRef>
        <a:effectRef idx="0">
          <a:schemeClr val="accent6"/>
        </a:effectRef>
        <a:fontRef idx="minor">
          <a:schemeClr val="dk1"/>
        </a:fontRef>
      </dsp:style>
      <dsp:txBody>
        <a:bodyPr spcFirstLastPara="0" vert="horz" wrap="square" lIns="68009" tIns="45339" rIns="22670" bIns="45339" numCol="1" spcCol="1270" anchor="ctr" anchorCtr="0">
          <a:noAutofit/>
        </a:bodyPr>
        <a:lstStyle/>
        <a:p>
          <a:pPr marL="0" lvl="0" indent="0" algn="ctr" defTabSz="755650">
            <a:lnSpc>
              <a:spcPct val="90000"/>
            </a:lnSpc>
            <a:spcBef>
              <a:spcPct val="0"/>
            </a:spcBef>
            <a:spcAft>
              <a:spcPct val="35000"/>
            </a:spcAft>
            <a:buNone/>
          </a:pPr>
          <a:r>
            <a:rPr lang="en-US" sz="1700" kern="1200" dirty="0"/>
            <a:t>Model = LR </a:t>
          </a:r>
          <a:r>
            <a:rPr lang="en-US" sz="1700" kern="1200" dirty="0">
              <a:sym typeface="Wingdings" panose="05000000000000000000" pitchFamily="2" charset="2"/>
            </a:rPr>
            <a:t> get the probability distributions </a:t>
          </a:r>
          <a:endParaRPr lang="en-US" sz="1700" kern="1200" dirty="0"/>
        </a:p>
      </dsp:txBody>
      <dsp:txXfrm>
        <a:off x="3149396" y="0"/>
        <a:ext cx="2381889" cy="954277"/>
      </dsp:txXfrm>
    </dsp:sp>
    <dsp:sp modelId="{263BA08A-D998-4911-89F5-173BB1C5440D}">
      <dsp:nvSpPr>
        <dsp:cNvPr id="0" name=""/>
        <dsp:cNvSpPr/>
      </dsp:nvSpPr>
      <dsp:spPr>
        <a:xfrm>
          <a:off x="5341190" y="0"/>
          <a:ext cx="3336166" cy="954277"/>
        </a:xfrm>
        <a:prstGeom prst="chevron">
          <a:avLst/>
        </a:prstGeom>
        <a:solidFill>
          <a:schemeClr val="lt1"/>
        </a:solidFill>
        <a:ln w="12700" cap="flat" cmpd="sng" algn="ctr">
          <a:solidFill>
            <a:schemeClr val="accent6"/>
          </a:solidFill>
          <a:prstDash val="solid"/>
          <a:miter lim="800000"/>
        </a:ln>
        <a:effectLst/>
      </dsp:spPr>
      <dsp:style>
        <a:lnRef idx="2">
          <a:schemeClr val="accent6"/>
        </a:lnRef>
        <a:fillRef idx="1">
          <a:schemeClr val="lt1"/>
        </a:fillRef>
        <a:effectRef idx="0">
          <a:schemeClr val="accent6"/>
        </a:effectRef>
        <a:fontRef idx="minor">
          <a:schemeClr val="dk1"/>
        </a:fontRef>
      </dsp:style>
      <dsp:txBody>
        <a:bodyPr spcFirstLastPara="0" vert="horz" wrap="square" lIns="68009" tIns="45339" rIns="22670" bIns="45339" numCol="1" spcCol="1270" anchor="ctr" anchorCtr="0">
          <a:noAutofit/>
        </a:bodyPr>
        <a:lstStyle/>
        <a:p>
          <a:pPr marL="0" lvl="0" indent="0" algn="ctr" defTabSz="755650">
            <a:lnSpc>
              <a:spcPct val="90000"/>
            </a:lnSpc>
            <a:spcBef>
              <a:spcPct val="0"/>
            </a:spcBef>
            <a:spcAft>
              <a:spcPct val="35000"/>
            </a:spcAft>
            <a:buNone/>
          </a:pPr>
          <a:r>
            <a:rPr lang="en-US" sz="1700" kern="1200" dirty="0"/>
            <a:t>Arrange the rows in decreasing probabilities</a:t>
          </a:r>
        </a:p>
      </dsp:txBody>
      <dsp:txXfrm>
        <a:off x="5818329" y="0"/>
        <a:ext cx="2381889" cy="954277"/>
      </dsp:txXfrm>
    </dsp:sp>
    <dsp:sp modelId="{0F62B5FC-2DD4-4E5E-ACC8-09A8DBF870F1}">
      <dsp:nvSpPr>
        <dsp:cNvPr id="0" name=""/>
        <dsp:cNvSpPr/>
      </dsp:nvSpPr>
      <dsp:spPr>
        <a:xfrm>
          <a:off x="8010123" y="0"/>
          <a:ext cx="3336166" cy="954277"/>
        </a:xfrm>
        <a:prstGeom prst="chevron">
          <a:avLst/>
        </a:prstGeom>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6"/>
        </a:lnRef>
        <a:fillRef idx="3">
          <a:schemeClr val="accent6"/>
        </a:fillRef>
        <a:effectRef idx="3">
          <a:schemeClr val="accent6"/>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Select top 3 for each row </a:t>
          </a:r>
          <a:r>
            <a:rPr lang="en-US" sz="1500" kern="1200" dirty="0">
              <a:sym typeface="Wingdings" panose="05000000000000000000" pitchFamily="2" charset="2"/>
            </a:rPr>
            <a:t> </a:t>
          </a:r>
          <a:r>
            <a:rPr lang="en-US" sz="1800" b="1" kern="1200" dirty="0">
              <a:sym typeface="Wingdings" panose="05000000000000000000" pitchFamily="2" charset="2"/>
            </a:rPr>
            <a:t>Distribution-3</a:t>
          </a:r>
          <a:endParaRPr lang="en-US" sz="1500" b="1" kern="1200" dirty="0"/>
        </a:p>
      </dsp:txBody>
      <dsp:txXfrm>
        <a:off x="8487262" y="0"/>
        <a:ext cx="2381889" cy="954277"/>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EA4222-6739-4904-8493-83EACB5D2F2A}">
      <dsp:nvSpPr>
        <dsp:cNvPr id="0" name=""/>
        <dsp:cNvSpPr/>
      </dsp:nvSpPr>
      <dsp:spPr>
        <a:xfrm>
          <a:off x="2258607" y="0"/>
          <a:ext cx="4727028" cy="4727028"/>
        </a:xfrm>
        <a:prstGeom prst="triangle">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1"/>
        </a:lnRef>
        <a:fillRef idx="3">
          <a:schemeClr val="accent1"/>
        </a:fillRef>
        <a:effectRef idx="3">
          <a:schemeClr val="accent1"/>
        </a:effectRef>
        <a:fontRef idx="minor">
          <a:schemeClr val="lt1"/>
        </a:fontRef>
      </dsp:style>
    </dsp:sp>
    <dsp:sp modelId="{CF64A09F-3869-4BC7-B0F6-1AAE3FE18EBE}">
      <dsp:nvSpPr>
        <dsp:cNvPr id="0" name=""/>
        <dsp:cNvSpPr/>
      </dsp:nvSpPr>
      <dsp:spPr>
        <a:xfrm>
          <a:off x="4622121" y="475241"/>
          <a:ext cx="3072568" cy="1118976"/>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a:outerShdw blurRad="50800" dist="38100" dir="16200000" rotWithShape="0">
            <a:prstClr val="black">
              <a:alpha val="40000"/>
            </a:prstClr>
          </a:outerShdw>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Remove numbers</a:t>
          </a:r>
        </a:p>
      </dsp:txBody>
      <dsp:txXfrm>
        <a:off x="4676745" y="529865"/>
        <a:ext cx="2963320" cy="1009728"/>
      </dsp:txXfrm>
    </dsp:sp>
    <dsp:sp modelId="{2771DB25-B2A7-45A6-AA84-5F50BDE8A3DE}">
      <dsp:nvSpPr>
        <dsp:cNvPr id="0" name=""/>
        <dsp:cNvSpPr/>
      </dsp:nvSpPr>
      <dsp:spPr>
        <a:xfrm>
          <a:off x="4622121" y="1734089"/>
          <a:ext cx="3072568" cy="1118976"/>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a:outerShdw blurRad="50800" dist="38100" dir="16200000" rotWithShape="0">
            <a:prstClr val="black">
              <a:alpha val="40000"/>
            </a:prstClr>
          </a:outerShdw>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Lemmatize words with &gt; 3 chars</a:t>
          </a:r>
        </a:p>
      </dsp:txBody>
      <dsp:txXfrm>
        <a:off x="4676745" y="1788713"/>
        <a:ext cx="2963320" cy="1009728"/>
      </dsp:txXfrm>
    </dsp:sp>
    <dsp:sp modelId="{8A3FB227-FFE0-4D78-901D-2B630D0BCCF9}">
      <dsp:nvSpPr>
        <dsp:cNvPr id="0" name=""/>
        <dsp:cNvSpPr/>
      </dsp:nvSpPr>
      <dsp:spPr>
        <a:xfrm>
          <a:off x="4622121" y="2992938"/>
          <a:ext cx="3072568" cy="1118976"/>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a:outerShdw blurRad="50800" dist="38100" dir="16200000" rotWithShape="0">
            <a:prstClr val="black">
              <a:alpha val="40000"/>
            </a:prstClr>
          </a:outerShdw>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Remove 1 &amp; 2 char words</a:t>
          </a:r>
        </a:p>
      </dsp:txBody>
      <dsp:txXfrm>
        <a:off x="4676745" y="3047562"/>
        <a:ext cx="2963320" cy="1009728"/>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6AD8CC-7F90-418C-A57E-0CCB37A49A94}">
      <dsp:nvSpPr>
        <dsp:cNvPr id="0" name=""/>
        <dsp:cNvSpPr/>
      </dsp:nvSpPr>
      <dsp:spPr>
        <a:xfrm>
          <a:off x="4219" y="52969"/>
          <a:ext cx="2537458" cy="489600"/>
        </a:xfrm>
        <a:prstGeom prst="rect">
          <a:avLst/>
        </a:prstGeom>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785" dist="33020" dir="3180000" algn="ctr" rotWithShape="0">
            <a:srgbClr val="000000">
              <a:alpha val="30000"/>
            </a:srgbClr>
          </a:outerShdw>
        </a:effectLst>
        <a:scene3d>
          <a:camera prst="orthographicFront">
            <a:rot lat="0" lon="0" rev="0"/>
          </a:camera>
          <a:lightRig rig="brightRoom" dir="t">
            <a:rot lat="0" lon="0" rev="600000"/>
          </a:lightRig>
        </a:scene3d>
        <a:sp3d prstMaterial="metal">
          <a:bevelT w="38100" h="57150" prst="angle"/>
        </a:sp3d>
      </dsp:spPr>
      <dsp:style>
        <a:lnRef idx="0">
          <a:schemeClr val="accent5"/>
        </a:lnRef>
        <a:fillRef idx="3">
          <a:schemeClr val="accent5"/>
        </a:fillRef>
        <a:effectRef idx="3">
          <a:schemeClr val="accent5"/>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en-US" sz="1700" kern="1200" dirty="0"/>
            <a:t>Spell check</a:t>
          </a:r>
        </a:p>
      </dsp:txBody>
      <dsp:txXfrm>
        <a:off x="4219" y="52969"/>
        <a:ext cx="2537458" cy="489600"/>
      </dsp:txXfrm>
    </dsp:sp>
    <dsp:sp modelId="{E0B901FF-34AF-4924-B087-FEEB2EDE543E}">
      <dsp:nvSpPr>
        <dsp:cNvPr id="0" name=""/>
        <dsp:cNvSpPr/>
      </dsp:nvSpPr>
      <dsp:spPr>
        <a:xfrm>
          <a:off x="4219" y="542569"/>
          <a:ext cx="2537458" cy="4914772"/>
        </a:xfrm>
        <a:prstGeom prst="rect">
          <a:avLst/>
        </a:prstGeom>
        <a:solidFill>
          <a:schemeClr val="lt1"/>
        </a:solidFill>
        <a:ln w="12700" cap="flat" cmpd="sng" algn="ctr">
          <a:noFill/>
          <a:prstDash val="solid"/>
          <a:miter lim="800000"/>
        </a:ln>
        <a:effectLst>
          <a:outerShdw blurRad="57785" dist="33020" dir="3180000" algn="ctr" rotWithShape="0">
            <a:srgbClr val="000000">
              <a:alpha val="30000"/>
            </a:srgbClr>
          </a:outerShdw>
        </a:effectLst>
        <a:scene3d>
          <a:camera prst="orthographicFront">
            <a:rot lat="0" lon="0" rev="0"/>
          </a:camera>
          <a:lightRig rig="brightRoom" dir="t">
            <a:rot lat="0" lon="0" rev="600000"/>
          </a:lightRig>
        </a:scene3d>
        <a:sp3d prstMaterial="metal">
          <a:bevelT w="38100" h="57150" prst="angle"/>
        </a:sp3d>
      </dsp:spPr>
      <dsp:style>
        <a:lnRef idx="2">
          <a:schemeClr val="accent5"/>
        </a:lnRef>
        <a:fillRef idx="1">
          <a:schemeClr val="lt1"/>
        </a:fillRef>
        <a:effectRef idx="0">
          <a:schemeClr val="accent5"/>
        </a:effectRef>
        <a:fontRef idx="minor">
          <a:schemeClr val="dk1"/>
        </a:fontRef>
      </dsp:style>
      <ds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US" sz="1700" kern="1200" dirty="0" err="1"/>
            <a:t>flavrd</a:t>
          </a:r>
          <a:r>
            <a:rPr lang="en-US" sz="1700" kern="1200" dirty="0"/>
            <a:t>-lord</a:t>
          </a:r>
        </a:p>
        <a:p>
          <a:pPr marL="171450" lvl="1" indent="-171450" algn="l" defTabSz="755650">
            <a:lnSpc>
              <a:spcPct val="90000"/>
            </a:lnSpc>
            <a:spcBef>
              <a:spcPct val="0"/>
            </a:spcBef>
            <a:spcAft>
              <a:spcPct val="15000"/>
            </a:spcAft>
            <a:buChar char="•"/>
          </a:pPr>
          <a:r>
            <a:rPr lang="en-US" sz="1700" kern="1200"/>
            <a:t>keylime-kylie</a:t>
          </a:r>
        </a:p>
        <a:p>
          <a:pPr marL="171450" lvl="1" indent="-171450" algn="l" defTabSz="755650">
            <a:lnSpc>
              <a:spcPct val="90000"/>
            </a:lnSpc>
            <a:spcBef>
              <a:spcPct val="0"/>
            </a:spcBef>
            <a:spcAft>
              <a:spcPct val="15000"/>
            </a:spcAft>
            <a:buChar char="•"/>
          </a:pPr>
          <a:r>
            <a:rPr lang="en-US" sz="1700" kern="1200"/>
            <a:t>sunflwer-sunflower</a:t>
          </a:r>
        </a:p>
        <a:p>
          <a:pPr marL="171450" lvl="1" indent="-171450" algn="l" defTabSz="755650">
            <a:lnSpc>
              <a:spcPct val="90000"/>
            </a:lnSpc>
            <a:spcBef>
              <a:spcPct val="0"/>
            </a:spcBef>
            <a:spcAft>
              <a:spcPct val="15000"/>
            </a:spcAft>
            <a:buChar char="•"/>
          </a:pPr>
          <a:r>
            <a:rPr lang="en-US" sz="1700" kern="1200"/>
            <a:t>caulicrmb-caulicrmb</a:t>
          </a:r>
        </a:p>
        <a:p>
          <a:pPr marL="171450" lvl="1" indent="-171450" algn="l" defTabSz="755650">
            <a:lnSpc>
              <a:spcPct val="90000"/>
            </a:lnSpc>
            <a:spcBef>
              <a:spcPct val="0"/>
            </a:spcBef>
            <a:spcAft>
              <a:spcPct val="15000"/>
            </a:spcAft>
            <a:buChar char="•"/>
          </a:pPr>
          <a:r>
            <a:rPr lang="en-US" sz="1700" kern="1200" dirty="0" err="1"/>
            <a:t>stayman-starman</a:t>
          </a:r>
          <a:endParaRPr lang="en-US" sz="1700" kern="1200" dirty="0"/>
        </a:p>
        <a:p>
          <a:pPr marL="171450" lvl="1" indent="-171450" algn="l" defTabSz="755650">
            <a:lnSpc>
              <a:spcPct val="90000"/>
            </a:lnSpc>
            <a:spcBef>
              <a:spcPct val="0"/>
            </a:spcBef>
            <a:spcAft>
              <a:spcPct val="15000"/>
            </a:spcAft>
            <a:buChar char="•"/>
          </a:pPr>
          <a:r>
            <a:rPr lang="en-US" sz="1700" kern="1200"/>
            <a:t>xref-ref</a:t>
          </a:r>
        </a:p>
        <a:p>
          <a:pPr marL="171450" lvl="1" indent="-171450" algn="l" defTabSz="755650">
            <a:lnSpc>
              <a:spcPct val="90000"/>
            </a:lnSpc>
            <a:spcBef>
              <a:spcPct val="0"/>
            </a:spcBef>
            <a:spcAft>
              <a:spcPct val="15000"/>
            </a:spcAft>
            <a:buChar char="•"/>
          </a:pPr>
          <a:r>
            <a:rPr lang="en-US" sz="1700" kern="1200"/>
            <a:t>braeburn-rayburn</a:t>
          </a:r>
        </a:p>
        <a:p>
          <a:pPr marL="171450" lvl="1" indent="-171450" algn="l" defTabSz="755650">
            <a:lnSpc>
              <a:spcPct val="90000"/>
            </a:lnSpc>
            <a:spcBef>
              <a:spcPct val="0"/>
            </a:spcBef>
            <a:spcAft>
              <a:spcPct val="15000"/>
            </a:spcAft>
            <a:buChar char="•"/>
          </a:pPr>
          <a:r>
            <a:rPr lang="en-US" sz="1700" kern="1200" dirty="0" err="1"/>
            <a:t>pinkldy</a:t>
          </a:r>
          <a:r>
            <a:rPr lang="en-US" sz="1700" kern="1200" dirty="0"/>
            <a:t>-pinky</a:t>
          </a:r>
        </a:p>
      </dsp:txBody>
      <dsp:txXfrm>
        <a:off x="4219" y="542569"/>
        <a:ext cx="2537458" cy="4914772"/>
      </dsp:txXfrm>
    </dsp:sp>
    <dsp:sp modelId="{29717A32-9863-46C8-9057-CD2C203ABDF1}">
      <dsp:nvSpPr>
        <dsp:cNvPr id="0" name=""/>
        <dsp:cNvSpPr/>
      </dsp:nvSpPr>
      <dsp:spPr>
        <a:xfrm>
          <a:off x="2896923" y="52969"/>
          <a:ext cx="2537458" cy="489600"/>
        </a:xfrm>
        <a:prstGeom prst="rect">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785" dist="33020" dir="3180000" algn="ctr" rotWithShape="0">
            <a:srgbClr val="000000">
              <a:alpha val="30000"/>
            </a:srgbClr>
          </a:outerShdw>
        </a:effectLst>
        <a:scene3d>
          <a:camera prst="orthographicFront">
            <a:rot lat="0" lon="0" rev="0"/>
          </a:camera>
          <a:lightRig rig="brightRoom" dir="t">
            <a:rot lat="0" lon="0" rev="600000"/>
          </a:lightRig>
        </a:scene3d>
        <a:sp3d prstMaterial="metal">
          <a:bevelT w="38100" h="57150" prst="angle"/>
        </a:sp3d>
      </dsp:spPr>
      <dsp:style>
        <a:lnRef idx="0">
          <a:schemeClr val="accent1"/>
        </a:lnRef>
        <a:fillRef idx="3">
          <a:schemeClr val="accent1"/>
        </a:fillRef>
        <a:effectRef idx="3">
          <a:schemeClr val="accent1"/>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en-US" sz="1700" kern="1200" dirty="0"/>
            <a:t>Auto-correct</a:t>
          </a:r>
        </a:p>
      </dsp:txBody>
      <dsp:txXfrm>
        <a:off x="2896923" y="52969"/>
        <a:ext cx="2537458" cy="489600"/>
      </dsp:txXfrm>
    </dsp:sp>
    <dsp:sp modelId="{B52A5248-E5CE-4237-B839-0BD7A358258E}">
      <dsp:nvSpPr>
        <dsp:cNvPr id="0" name=""/>
        <dsp:cNvSpPr/>
      </dsp:nvSpPr>
      <dsp:spPr>
        <a:xfrm>
          <a:off x="2896923" y="542569"/>
          <a:ext cx="2537458" cy="4914772"/>
        </a:xfrm>
        <a:prstGeom prst="rect">
          <a:avLst/>
        </a:prstGeom>
        <a:solidFill>
          <a:schemeClr val="lt1"/>
        </a:solidFill>
        <a:ln w="12700" cap="flat" cmpd="sng" algn="ctr">
          <a:noFill/>
          <a:prstDash val="solid"/>
          <a:miter lim="800000"/>
        </a:ln>
        <a:effectLst>
          <a:outerShdw blurRad="57785" dist="33020" dir="3180000" algn="ctr" rotWithShape="0">
            <a:srgbClr val="000000">
              <a:alpha val="30000"/>
            </a:srgbClr>
          </a:outerShdw>
        </a:effectLst>
        <a:scene3d>
          <a:camera prst="orthographicFront">
            <a:rot lat="0" lon="0" rev="0"/>
          </a:camera>
          <a:lightRig rig="brightRoom" dir="t">
            <a:rot lat="0" lon="0" rev="600000"/>
          </a:lightRig>
        </a:scene3d>
        <a:sp3d prstMaterial="metal">
          <a:bevelT w="38100" h="57150" prst="angle"/>
        </a:sp3d>
      </dsp:spPr>
      <dsp:style>
        <a:lnRef idx="2">
          <a:schemeClr val="accent1"/>
        </a:lnRef>
        <a:fillRef idx="1">
          <a:schemeClr val="lt1"/>
        </a:fillRef>
        <a:effectRef idx="0">
          <a:schemeClr val="accent1"/>
        </a:effectRef>
        <a:fontRef idx="minor">
          <a:schemeClr val="dk1"/>
        </a:fontRef>
      </dsp:style>
      <ds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US" sz="1700" kern="1200" dirty="0" err="1"/>
            <a:t>canela</a:t>
          </a:r>
          <a:r>
            <a:rPr lang="en-US" sz="1700" kern="1200" dirty="0"/>
            <a:t>-camera</a:t>
          </a:r>
        </a:p>
        <a:p>
          <a:pPr marL="171450" lvl="1" indent="-171450" algn="l" defTabSz="755650">
            <a:lnSpc>
              <a:spcPct val="90000"/>
            </a:lnSpc>
            <a:spcBef>
              <a:spcPct val="0"/>
            </a:spcBef>
            <a:spcAft>
              <a:spcPct val="15000"/>
            </a:spcAft>
            <a:buChar char="•"/>
          </a:pPr>
          <a:r>
            <a:rPr lang="en-US" sz="1700" kern="1200" dirty="0"/>
            <a:t>caramel-cartel</a:t>
          </a:r>
        </a:p>
        <a:p>
          <a:pPr marL="171450" lvl="1" indent="-171450" algn="l" defTabSz="755650">
            <a:lnSpc>
              <a:spcPct val="90000"/>
            </a:lnSpc>
            <a:spcBef>
              <a:spcPct val="0"/>
            </a:spcBef>
            <a:spcAft>
              <a:spcPct val="15000"/>
            </a:spcAft>
            <a:buChar char="•"/>
          </a:pPr>
          <a:r>
            <a:rPr lang="en-US" sz="1700" kern="1200" dirty="0" err="1"/>
            <a:t>cartn</a:t>
          </a:r>
          <a:r>
            <a:rPr lang="en-US" sz="1700" kern="1200" dirty="0"/>
            <a:t>-cart</a:t>
          </a:r>
        </a:p>
        <a:p>
          <a:pPr marL="171450" lvl="1" indent="-171450" algn="l" defTabSz="755650">
            <a:lnSpc>
              <a:spcPct val="90000"/>
            </a:lnSpc>
            <a:spcBef>
              <a:spcPct val="0"/>
            </a:spcBef>
            <a:spcAft>
              <a:spcPct val="15000"/>
            </a:spcAft>
            <a:buChar char="•"/>
          </a:pPr>
          <a:r>
            <a:rPr lang="en-US" sz="1700" kern="1200" dirty="0"/>
            <a:t>carton-carbon</a:t>
          </a:r>
        </a:p>
        <a:p>
          <a:pPr marL="171450" lvl="1" indent="-171450" algn="l" defTabSz="755650">
            <a:lnSpc>
              <a:spcPct val="90000"/>
            </a:lnSpc>
            <a:spcBef>
              <a:spcPct val="0"/>
            </a:spcBef>
            <a:spcAft>
              <a:spcPct val="15000"/>
            </a:spcAft>
            <a:buChar char="•"/>
          </a:pPr>
          <a:r>
            <a:rPr lang="en-US" sz="1700" kern="1200" dirty="0"/>
            <a:t>cashew-case</a:t>
          </a:r>
        </a:p>
        <a:p>
          <a:pPr marL="171450" lvl="1" indent="-171450" algn="l" defTabSz="755650">
            <a:lnSpc>
              <a:spcPct val="90000"/>
            </a:lnSpc>
            <a:spcBef>
              <a:spcPct val="0"/>
            </a:spcBef>
            <a:spcAft>
              <a:spcPct val="15000"/>
            </a:spcAft>
            <a:buChar char="•"/>
          </a:pPr>
          <a:r>
            <a:rPr lang="en-US" sz="1700" kern="1200" dirty="0"/>
            <a:t>ccandy-candy</a:t>
          </a:r>
        </a:p>
        <a:p>
          <a:pPr marL="171450" lvl="1" indent="-171450" algn="l" defTabSz="755650">
            <a:lnSpc>
              <a:spcPct val="90000"/>
            </a:lnSpc>
            <a:spcBef>
              <a:spcPct val="0"/>
            </a:spcBef>
            <a:spcAft>
              <a:spcPct val="15000"/>
            </a:spcAft>
            <a:buChar char="•"/>
          </a:pPr>
          <a:r>
            <a:rPr lang="en-US" sz="1700" kern="1200" dirty="0"/>
            <a:t>celery-every</a:t>
          </a:r>
        </a:p>
        <a:p>
          <a:pPr marL="171450" lvl="1" indent="-171450" algn="l" defTabSz="755650">
            <a:lnSpc>
              <a:spcPct val="90000"/>
            </a:lnSpc>
            <a:spcBef>
              <a:spcPct val="0"/>
            </a:spcBef>
            <a:spcAft>
              <a:spcPct val="15000"/>
            </a:spcAft>
            <a:buChar char="•"/>
          </a:pPr>
          <a:r>
            <a:rPr lang="en-US" sz="1700" kern="1200" dirty="0"/>
            <a:t>sleeved-sleeves</a:t>
          </a:r>
        </a:p>
        <a:p>
          <a:pPr marL="171450" lvl="1" indent="-171450" algn="l" defTabSz="755650">
            <a:lnSpc>
              <a:spcPct val="90000"/>
            </a:lnSpc>
            <a:spcBef>
              <a:spcPct val="0"/>
            </a:spcBef>
            <a:spcAft>
              <a:spcPct val="15000"/>
            </a:spcAft>
            <a:buChar char="•"/>
          </a:pPr>
          <a:r>
            <a:rPr lang="en-US" sz="1700" kern="1200" dirty="0" err="1"/>
            <a:t>snacker</a:t>
          </a:r>
          <a:r>
            <a:rPr lang="en-US" sz="1700" kern="1200" dirty="0"/>
            <a:t>-snake</a:t>
          </a:r>
        </a:p>
        <a:p>
          <a:pPr marL="171450" lvl="1" indent="-171450" algn="l" defTabSz="755650">
            <a:lnSpc>
              <a:spcPct val="90000"/>
            </a:lnSpc>
            <a:spcBef>
              <a:spcPct val="0"/>
            </a:spcBef>
            <a:spcAft>
              <a:spcPct val="15000"/>
            </a:spcAft>
            <a:buChar char="•"/>
          </a:pPr>
          <a:r>
            <a:rPr lang="en-US" sz="1700" kern="1200" dirty="0"/>
            <a:t>snacking-stacking</a:t>
          </a:r>
        </a:p>
        <a:p>
          <a:pPr marL="171450" lvl="1" indent="-171450" algn="l" defTabSz="755650">
            <a:lnSpc>
              <a:spcPct val="90000"/>
            </a:lnSpc>
            <a:spcBef>
              <a:spcPct val="0"/>
            </a:spcBef>
            <a:spcAft>
              <a:spcPct val="15000"/>
            </a:spcAft>
            <a:buChar char="•"/>
          </a:pPr>
          <a:r>
            <a:rPr lang="en-US" sz="1700" kern="1200" dirty="0"/>
            <a:t>spiced-spaced</a:t>
          </a:r>
        </a:p>
        <a:p>
          <a:pPr marL="171450" lvl="1" indent="-171450" algn="l" defTabSz="755650">
            <a:lnSpc>
              <a:spcPct val="90000"/>
            </a:lnSpc>
            <a:spcBef>
              <a:spcPct val="0"/>
            </a:spcBef>
            <a:spcAft>
              <a:spcPct val="15000"/>
            </a:spcAft>
            <a:buChar char="•"/>
          </a:pPr>
          <a:r>
            <a:rPr lang="en-US" sz="1700" kern="1200" dirty="0"/>
            <a:t>spkl-spl</a:t>
          </a:r>
        </a:p>
        <a:p>
          <a:pPr marL="171450" lvl="1" indent="-171450" algn="l" defTabSz="755650">
            <a:lnSpc>
              <a:spcPct val="90000"/>
            </a:lnSpc>
            <a:spcBef>
              <a:spcPct val="0"/>
            </a:spcBef>
            <a:spcAft>
              <a:spcPct val="15000"/>
            </a:spcAft>
            <a:buChar char="•"/>
          </a:pPr>
          <a:r>
            <a:rPr lang="en-US" sz="1700" kern="1200" dirty="0"/>
            <a:t>spmix-pmid</a:t>
          </a:r>
        </a:p>
        <a:p>
          <a:pPr marL="171450" lvl="1" indent="-171450" algn="l" defTabSz="755650">
            <a:lnSpc>
              <a:spcPct val="90000"/>
            </a:lnSpc>
            <a:spcBef>
              <a:spcPct val="0"/>
            </a:spcBef>
            <a:spcAft>
              <a:spcPct val="15000"/>
            </a:spcAft>
            <a:buChar char="•"/>
          </a:pPr>
          <a:r>
            <a:rPr lang="en-US" sz="1700" kern="1200" dirty="0"/>
            <a:t>sprinkle-sprinkled</a:t>
          </a:r>
        </a:p>
        <a:p>
          <a:pPr marL="171450" lvl="1" indent="-171450" algn="l" defTabSz="755650">
            <a:lnSpc>
              <a:spcPct val="90000"/>
            </a:lnSpc>
            <a:spcBef>
              <a:spcPct val="0"/>
            </a:spcBef>
            <a:spcAft>
              <a:spcPct val="15000"/>
            </a:spcAft>
            <a:buChar char="•"/>
          </a:pPr>
          <a:r>
            <a:rPr lang="en-US" sz="1700" kern="1200" dirty="0"/>
            <a:t>veggie-reggae</a:t>
          </a:r>
        </a:p>
        <a:p>
          <a:pPr marL="171450" lvl="1" indent="-171450" algn="l" defTabSz="755650">
            <a:lnSpc>
              <a:spcPct val="90000"/>
            </a:lnSpc>
            <a:spcBef>
              <a:spcPct val="0"/>
            </a:spcBef>
            <a:spcAft>
              <a:spcPct val="15000"/>
            </a:spcAft>
            <a:buChar char="•"/>
          </a:pPr>
          <a:r>
            <a:rPr lang="en-US" sz="1700" kern="1200" dirty="0"/>
            <a:t>grilling-drilling</a:t>
          </a:r>
        </a:p>
      </dsp:txBody>
      <dsp:txXfrm>
        <a:off x="2896923" y="542569"/>
        <a:ext cx="2537458" cy="4914772"/>
      </dsp:txXfrm>
    </dsp:sp>
    <dsp:sp modelId="{29131D4E-B654-461F-A64B-5135E76942F7}">
      <dsp:nvSpPr>
        <dsp:cNvPr id="0" name=""/>
        <dsp:cNvSpPr/>
      </dsp:nvSpPr>
      <dsp:spPr>
        <a:xfrm>
          <a:off x="5789626" y="52969"/>
          <a:ext cx="2537458" cy="489600"/>
        </a:xfrm>
        <a:prstGeom prst="rect">
          <a:avLst/>
        </a:prstGeom>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785" dist="33020" dir="3180000" algn="ctr" rotWithShape="0">
            <a:srgbClr val="000000">
              <a:alpha val="30000"/>
            </a:srgbClr>
          </a:outerShdw>
        </a:effectLst>
        <a:scene3d>
          <a:camera prst="orthographicFront">
            <a:rot lat="0" lon="0" rev="0"/>
          </a:camera>
          <a:lightRig rig="brightRoom" dir="t">
            <a:rot lat="0" lon="0" rev="600000"/>
          </a:lightRig>
        </a:scene3d>
        <a:sp3d prstMaterial="metal">
          <a:bevelT w="38100" h="57150" prst="angle"/>
        </a:sp3d>
      </dsp:spPr>
      <dsp:style>
        <a:lnRef idx="0">
          <a:schemeClr val="accent6"/>
        </a:lnRef>
        <a:fillRef idx="3">
          <a:schemeClr val="accent6"/>
        </a:fillRef>
        <a:effectRef idx="3">
          <a:schemeClr val="accent6"/>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en-US" sz="1700" kern="1200" dirty="0"/>
            <a:t>Textblob</a:t>
          </a:r>
        </a:p>
      </dsp:txBody>
      <dsp:txXfrm>
        <a:off x="5789626" y="52969"/>
        <a:ext cx="2537458" cy="489600"/>
      </dsp:txXfrm>
    </dsp:sp>
    <dsp:sp modelId="{55EF346D-B616-4B66-B746-D787CB91C212}">
      <dsp:nvSpPr>
        <dsp:cNvPr id="0" name=""/>
        <dsp:cNvSpPr/>
      </dsp:nvSpPr>
      <dsp:spPr>
        <a:xfrm>
          <a:off x="5789626" y="542569"/>
          <a:ext cx="2537458" cy="4914772"/>
        </a:xfrm>
        <a:prstGeom prst="rect">
          <a:avLst/>
        </a:prstGeom>
        <a:solidFill>
          <a:schemeClr val="lt1"/>
        </a:solidFill>
        <a:ln w="12700" cap="flat" cmpd="sng" algn="ctr">
          <a:noFill/>
          <a:prstDash val="solid"/>
          <a:miter lim="800000"/>
        </a:ln>
        <a:effectLst>
          <a:outerShdw blurRad="57785" dist="33020" dir="3180000" algn="ctr" rotWithShape="0">
            <a:srgbClr val="000000">
              <a:alpha val="30000"/>
            </a:srgbClr>
          </a:outerShdw>
        </a:effectLst>
        <a:scene3d>
          <a:camera prst="orthographicFront">
            <a:rot lat="0" lon="0" rev="0"/>
          </a:camera>
          <a:lightRig rig="brightRoom" dir="t">
            <a:rot lat="0" lon="0" rev="600000"/>
          </a:lightRig>
        </a:scene3d>
        <a:sp3d prstMaterial="metal">
          <a:bevelT w="38100" h="57150" prst="angle"/>
        </a:sp3d>
      </dsp:spPr>
      <dsp:style>
        <a:lnRef idx="2">
          <a:schemeClr val="accent6"/>
        </a:lnRef>
        <a:fillRef idx="1">
          <a:schemeClr val="lt1"/>
        </a:fillRef>
        <a:effectRef idx="0">
          <a:schemeClr val="accent6"/>
        </a:effectRef>
        <a:fontRef idx="minor">
          <a:schemeClr val="dk1"/>
        </a:fontRef>
      </dsp:style>
      <ds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US" sz="1700" kern="1200" dirty="0"/>
            <a:t>burger-burgher</a:t>
          </a:r>
        </a:p>
        <a:p>
          <a:pPr marL="171450" lvl="1" indent="-171450" algn="l" defTabSz="755650">
            <a:lnSpc>
              <a:spcPct val="90000"/>
            </a:lnSpc>
            <a:spcBef>
              <a:spcPct val="0"/>
            </a:spcBef>
            <a:spcAft>
              <a:spcPct val="15000"/>
            </a:spcAft>
            <a:buChar char="•"/>
          </a:pPr>
          <a:r>
            <a:rPr lang="en-US" sz="1700" kern="1200" dirty="0"/>
            <a:t>chickn-chicken</a:t>
          </a:r>
        </a:p>
        <a:p>
          <a:pPr marL="171450" lvl="1" indent="-171450" algn="l" defTabSz="755650">
            <a:lnSpc>
              <a:spcPct val="90000"/>
            </a:lnSpc>
            <a:spcBef>
              <a:spcPct val="0"/>
            </a:spcBef>
            <a:spcAft>
              <a:spcPct val="15000"/>
            </a:spcAft>
            <a:buChar char="•"/>
          </a:pPr>
          <a:r>
            <a:rPr lang="en-US" sz="1700" kern="1200" dirty="0"/>
            <a:t>chilean-clean</a:t>
          </a:r>
        </a:p>
        <a:p>
          <a:pPr marL="171450" lvl="1" indent="-171450" algn="l" defTabSz="755650">
            <a:lnSpc>
              <a:spcPct val="90000"/>
            </a:lnSpc>
            <a:spcBef>
              <a:spcPct val="0"/>
            </a:spcBef>
            <a:spcAft>
              <a:spcPct val="15000"/>
            </a:spcAft>
            <a:buChar char="•"/>
          </a:pPr>
          <a:r>
            <a:rPr lang="en-US" sz="1700" kern="1200" dirty="0"/>
            <a:t>chili-child</a:t>
          </a:r>
        </a:p>
        <a:p>
          <a:pPr marL="171450" lvl="1" indent="-171450" algn="l" defTabSz="755650">
            <a:lnSpc>
              <a:spcPct val="90000"/>
            </a:lnSpc>
            <a:spcBef>
              <a:spcPct val="0"/>
            </a:spcBef>
            <a:spcAft>
              <a:spcPct val="15000"/>
            </a:spcAft>
            <a:buChar char="•"/>
          </a:pPr>
          <a:r>
            <a:rPr lang="en-US" sz="1700" kern="1200" dirty="0"/>
            <a:t>coconut-coronet</a:t>
          </a:r>
        </a:p>
        <a:p>
          <a:pPr marL="171450" lvl="1" indent="-171450" algn="l" defTabSz="755650">
            <a:lnSpc>
              <a:spcPct val="90000"/>
            </a:lnSpc>
            <a:spcBef>
              <a:spcPct val="0"/>
            </a:spcBef>
            <a:spcAft>
              <a:spcPct val="15000"/>
            </a:spcAft>
            <a:buChar char="•"/>
          </a:pPr>
          <a:r>
            <a:rPr lang="en-US" sz="1700" kern="1200" dirty="0"/>
            <a:t>pumpkin-pushkin</a:t>
          </a:r>
        </a:p>
        <a:p>
          <a:pPr marL="171450" lvl="1" indent="-171450" algn="l" defTabSz="755650">
            <a:lnSpc>
              <a:spcPct val="90000"/>
            </a:lnSpc>
            <a:spcBef>
              <a:spcPct val="0"/>
            </a:spcBef>
            <a:spcAft>
              <a:spcPct val="15000"/>
            </a:spcAft>
            <a:buChar char="•"/>
          </a:pPr>
          <a:r>
            <a:rPr lang="en-US" sz="1700" kern="1200" dirty="0"/>
            <a:t>quince-quincy</a:t>
          </a:r>
        </a:p>
        <a:p>
          <a:pPr marL="171450" lvl="1" indent="-171450" algn="l" defTabSz="755650">
            <a:lnSpc>
              <a:spcPct val="90000"/>
            </a:lnSpc>
            <a:spcBef>
              <a:spcPct val="0"/>
            </a:spcBef>
            <a:spcAft>
              <a:spcPct val="15000"/>
            </a:spcAft>
            <a:buChar char="•"/>
          </a:pPr>
          <a:r>
            <a:rPr lang="en-US" sz="1700" kern="1200" dirty="0"/>
            <a:t>radish-ravish</a:t>
          </a:r>
        </a:p>
        <a:p>
          <a:pPr marL="171450" lvl="1" indent="-171450" algn="l" defTabSz="755650">
            <a:lnSpc>
              <a:spcPct val="90000"/>
            </a:lnSpc>
            <a:spcBef>
              <a:spcPct val="0"/>
            </a:spcBef>
            <a:spcAft>
              <a:spcPct val="15000"/>
            </a:spcAft>
            <a:buChar char="•"/>
          </a:pPr>
          <a:r>
            <a:rPr lang="en-US" sz="1700" kern="1200" dirty="0"/>
            <a:t>raisin-raising</a:t>
          </a:r>
        </a:p>
        <a:p>
          <a:pPr marL="171450" lvl="1" indent="-171450" algn="l" defTabSz="755650">
            <a:lnSpc>
              <a:spcPct val="90000"/>
            </a:lnSpc>
            <a:spcBef>
              <a:spcPct val="0"/>
            </a:spcBef>
            <a:spcAft>
              <a:spcPct val="15000"/>
            </a:spcAft>
            <a:buChar char="•"/>
          </a:pPr>
          <a:r>
            <a:rPr lang="en-US" sz="1700" kern="1200" dirty="0"/>
            <a:t>thai-that</a:t>
          </a:r>
        </a:p>
      </dsp:txBody>
      <dsp:txXfrm>
        <a:off x="5789626" y="542569"/>
        <a:ext cx="2537458" cy="4914772"/>
      </dsp:txXfrm>
    </dsp:sp>
    <dsp:sp modelId="{33391748-543B-4C45-9F6C-112842578F49}">
      <dsp:nvSpPr>
        <dsp:cNvPr id="0" name=""/>
        <dsp:cNvSpPr/>
      </dsp:nvSpPr>
      <dsp:spPr>
        <a:xfrm>
          <a:off x="8682329" y="52969"/>
          <a:ext cx="2537458" cy="489600"/>
        </a:xfrm>
        <a:prstGeom prst="rect">
          <a:avLst/>
        </a:prstGeom>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785" dist="33020" dir="3180000" algn="ctr" rotWithShape="0">
            <a:srgbClr val="000000">
              <a:alpha val="30000"/>
            </a:srgbClr>
          </a:outerShdw>
        </a:effectLst>
        <a:scene3d>
          <a:camera prst="orthographicFront">
            <a:rot lat="0" lon="0" rev="0"/>
          </a:camera>
          <a:lightRig rig="brightRoom" dir="t">
            <a:rot lat="0" lon="0" rev="600000"/>
          </a:lightRig>
        </a:scene3d>
        <a:sp3d prstMaterial="metal">
          <a:bevelT w="38100" h="57150" prst="angle"/>
        </a:sp3d>
      </dsp:spPr>
      <dsp:style>
        <a:lnRef idx="0">
          <a:schemeClr val="accent4"/>
        </a:lnRef>
        <a:fillRef idx="3">
          <a:schemeClr val="accent4"/>
        </a:fillRef>
        <a:effectRef idx="3">
          <a:schemeClr val="accent4"/>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en-US" sz="1700" kern="1200" dirty="0"/>
            <a:t>Snowball Stemming</a:t>
          </a:r>
        </a:p>
      </dsp:txBody>
      <dsp:txXfrm>
        <a:off x="8682329" y="52969"/>
        <a:ext cx="2537458" cy="489600"/>
      </dsp:txXfrm>
    </dsp:sp>
    <dsp:sp modelId="{1B94C01C-1DC1-498D-8C2C-B8D9F47E5B61}">
      <dsp:nvSpPr>
        <dsp:cNvPr id="0" name=""/>
        <dsp:cNvSpPr/>
      </dsp:nvSpPr>
      <dsp:spPr>
        <a:xfrm>
          <a:off x="8682329" y="542569"/>
          <a:ext cx="2537458" cy="4914772"/>
        </a:xfrm>
        <a:prstGeom prst="rect">
          <a:avLst/>
        </a:prstGeom>
        <a:solidFill>
          <a:schemeClr val="lt1"/>
        </a:solidFill>
        <a:ln w="12700" cap="flat" cmpd="sng" algn="ctr">
          <a:noFill/>
          <a:prstDash val="solid"/>
          <a:miter lim="800000"/>
        </a:ln>
        <a:effectLst>
          <a:outerShdw blurRad="57785" dist="33020" dir="3180000" algn="ctr" rotWithShape="0">
            <a:srgbClr val="000000">
              <a:alpha val="30000"/>
            </a:srgbClr>
          </a:outerShdw>
        </a:effectLst>
        <a:scene3d>
          <a:camera prst="orthographicFront">
            <a:rot lat="0" lon="0" rev="0"/>
          </a:camera>
          <a:lightRig rig="brightRoom" dir="t">
            <a:rot lat="0" lon="0" rev="600000"/>
          </a:lightRig>
        </a:scene3d>
        <a:sp3d prstMaterial="metal">
          <a:bevelT w="38100" h="57150" prst="angle"/>
        </a:sp3d>
      </dsp:spPr>
      <dsp:style>
        <a:lnRef idx="2">
          <a:schemeClr val="accent4"/>
        </a:lnRef>
        <a:fillRef idx="1">
          <a:schemeClr val="lt1"/>
        </a:fillRef>
        <a:effectRef idx="0">
          <a:schemeClr val="accent4"/>
        </a:effectRef>
        <a:fontRef idx="minor">
          <a:schemeClr val="dk1"/>
        </a:fontRef>
      </dsp:style>
      <ds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US" sz="1700" kern="1200" dirty="0"/>
            <a:t>freshly  :  fresh</a:t>
          </a:r>
        </a:p>
        <a:p>
          <a:pPr marL="171450" lvl="1" indent="-171450" algn="l" defTabSz="755650">
            <a:lnSpc>
              <a:spcPct val="90000"/>
            </a:lnSpc>
            <a:spcBef>
              <a:spcPct val="0"/>
            </a:spcBef>
            <a:spcAft>
              <a:spcPct val="15000"/>
            </a:spcAft>
            <a:buChar char="•"/>
          </a:pPr>
          <a:r>
            <a:rPr lang="en-US" sz="1700" kern="1200" dirty="0"/>
            <a:t>freshness  :  fresh</a:t>
          </a:r>
        </a:p>
        <a:p>
          <a:pPr marL="171450" lvl="1" indent="-171450" algn="l" defTabSz="755650">
            <a:lnSpc>
              <a:spcPct val="90000"/>
            </a:lnSpc>
            <a:spcBef>
              <a:spcPct val="0"/>
            </a:spcBef>
            <a:spcAft>
              <a:spcPct val="15000"/>
            </a:spcAft>
            <a:buChar char="•"/>
          </a:pPr>
          <a:r>
            <a:rPr lang="en-US" sz="1700" kern="1200" dirty="0"/>
            <a:t>grilled  :  grill</a:t>
          </a:r>
        </a:p>
        <a:p>
          <a:pPr marL="171450" lvl="1" indent="-171450" algn="l" defTabSz="755650">
            <a:lnSpc>
              <a:spcPct val="90000"/>
            </a:lnSpc>
            <a:spcBef>
              <a:spcPct val="0"/>
            </a:spcBef>
            <a:spcAft>
              <a:spcPct val="15000"/>
            </a:spcAft>
            <a:buChar char="•"/>
          </a:pPr>
          <a:r>
            <a:rPr lang="en-US" sz="1700" kern="1200" dirty="0"/>
            <a:t>grilling  :  grill</a:t>
          </a:r>
        </a:p>
        <a:p>
          <a:pPr marL="171450" lvl="1" indent="-171450" algn="l" defTabSz="755650">
            <a:lnSpc>
              <a:spcPct val="90000"/>
            </a:lnSpc>
            <a:spcBef>
              <a:spcPct val="0"/>
            </a:spcBef>
            <a:spcAft>
              <a:spcPct val="15000"/>
            </a:spcAft>
            <a:buChar char="•"/>
          </a:pPr>
          <a:r>
            <a:rPr lang="en-US" sz="1700" kern="1200" dirty="0"/>
            <a:t>juice  :  juic</a:t>
          </a:r>
        </a:p>
        <a:p>
          <a:pPr marL="171450" lvl="1" indent="-171450" algn="l" defTabSz="755650">
            <a:lnSpc>
              <a:spcPct val="90000"/>
            </a:lnSpc>
            <a:spcBef>
              <a:spcPct val="0"/>
            </a:spcBef>
            <a:spcAft>
              <a:spcPct val="15000"/>
            </a:spcAft>
            <a:buChar char="•"/>
          </a:pPr>
          <a:r>
            <a:rPr lang="en-US" sz="1700" kern="1200" dirty="0"/>
            <a:t>juicing  :  juic</a:t>
          </a:r>
        </a:p>
        <a:p>
          <a:pPr marL="171450" lvl="1" indent="-171450" algn="l" defTabSz="755650">
            <a:lnSpc>
              <a:spcPct val="90000"/>
            </a:lnSpc>
            <a:spcBef>
              <a:spcPct val="0"/>
            </a:spcBef>
            <a:spcAft>
              <a:spcPct val="15000"/>
            </a:spcAft>
            <a:buChar char="•"/>
          </a:pPr>
          <a:r>
            <a:rPr lang="en-US" sz="1700" kern="1200" dirty="0"/>
            <a:t>berry  :  berri</a:t>
          </a:r>
        </a:p>
        <a:p>
          <a:pPr marL="171450" lvl="1" indent="-171450" algn="l" defTabSz="755650">
            <a:lnSpc>
              <a:spcPct val="90000"/>
            </a:lnSpc>
            <a:spcBef>
              <a:spcPct val="0"/>
            </a:spcBef>
            <a:spcAft>
              <a:spcPct val="15000"/>
            </a:spcAft>
            <a:buChar char="•"/>
          </a:pPr>
          <a:r>
            <a:rPr lang="en-US" sz="1700" kern="1200" dirty="0"/>
            <a:t>beverage  :  beverag</a:t>
          </a:r>
        </a:p>
        <a:p>
          <a:pPr marL="171450" lvl="1" indent="-171450" algn="l" defTabSz="755650">
            <a:lnSpc>
              <a:spcPct val="90000"/>
            </a:lnSpc>
            <a:spcBef>
              <a:spcPct val="0"/>
            </a:spcBef>
            <a:spcAft>
              <a:spcPct val="15000"/>
            </a:spcAft>
            <a:buChar char="•"/>
          </a:pPr>
          <a:r>
            <a:rPr lang="en-US" sz="1700" kern="1200" dirty="0"/>
            <a:t>blackberry  :  blackberri</a:t>
          </a:r>
        </a:p>
        <a:p>
          <a:pPr marL="171450" lvl="1" indent="-171450" algn="l" defTabSz="755650">
            <a:lnSpc>
              <a:spcPct val="90000"/>
            </a:lnSpc>
            <a:spcBef>
              <a:spcPct val="0"/>
            </a:spcBef>
            <a:spcAft>
              <a:spcPct val="15000"/>
            </a:spcAft>
            <a:buChar char="•"/>
          </a:pPr>
          <a:r>
            <a:rPr lang="en-US" sz="1700" kern="1200" dirty="0"/>
            <a:t>aloe  :  alo</a:t>
          </a:r>
        </a:p>
        <a:p>
          <a:pPr marL="171450" lvl="1" indent="-171450" algn="l" defTabSz="755650">
            <a:lnSpc>
              <a:spcPct val="90000"/>
            </a:lnSpc>
            <a:spcBef>
              <a:spcPct val="0"/>
            </a:spcBef>
            <a:spcAft>
              <a:spcPct val="15000"/>
            </a:spcAft>
            <a:buChar char="•"/>
          </a:pPr>
          <a:r>
            <a:rPr lang="en-US" sz="1700" kern="1200" dirty="0"/>
            <a:t>anise  :  anis</a:t>
          </a:r>
        </a:p>
        <a:p>
          <a:pPr marL="171450" lvl="1" indent="-171450" algn="l" defTabSz="755650">
            <a:lnSpc>
              <a:spcPct val="90000"/>
            </a:lnSpc>
            <a:spcBef>
              <a:spcPct val="0"/>
            </a:spcBef>
            <a:spcAft>
              <a:spcPct val="15000"/>
            </a:spcAft>
            <a:buChar char="•"/>
          </a:pPr>
          <a:r>
            <a:rPr lang="en-US" sz="1700" kern="1200" dirty="0"/>
            <a:t>apple  :  appl</a:t>
          </a:r>
        </a:p>
        <a:p>
          <a:pPr marL="171450" lvl="1" indent="-171450" algn="l" defTabSz="755650">
            <a:lnSpc>
              <a:spcPct val="90000"/>
            </a:lnSpc>
            <a:spcBef>
              <a:spcPct val="0"/>
            </a:spcBef>
            <a:spcAft>
              <a:spcPct val="15000"/>
            </a:spcAft>
            <a:buChar char="•"/>
          </a:pPr>
          <a:r>
            <a:rPr lang="en-US" sz="1700" kern="1200" dirty="0"/>
            <a:t>cauliflower  :  cauliflow</a:t>
          </a:r>
        </a:p>
        <a:p>
          <a:pPr marL="171450" lvl="1" indent="-171450" algn="l" defTabSz="755650">
            <a:lnSpc>
              <a:spcPct val="90000"/>
            </a:lnSpc>
            <a:spcBef>
              <a:spcPct val="0"/>
            </a:spcBef>
            <a:spcAft>
              <a:spcPct val="15000"/>
            </a:spcAft>
            <a:buChar char="•"/>
          </a:pPr>
          <a:r>
            <a:rPr lang="en-US" sz="1700" kern="1200" dirty="0"/>
            <a:t>ccandy  :  ccandi</a:t>
          </a:r>
        </a:p>
        <a:p>
          <a:pPr marL="171450" lvl="1" indent="-171450" algn="l" defTabSz="755650">
            <a:lnSpc>
              <a:spcPct val="90000"/>
            </a:lnSpc>
            <a:spcBef>
              <a:spcPct val="0"/>
            </a:spcBef>
            <a:spcAft>
              <a:spcPct val="15000"/>
            </a:spcAft>
            <a:buChar char="•"/>
          </a:pPr>
          <a:r>
            <a:rPr lang="en-US" sz="1700" kern="1200" dirty="0"/>
            <a:t>celery  :  celery</a:t>
          </a:r>
        </a:p>
        <a:p>
          <a:pPr marL="171450" lvl="1" indent="-171450" algn="l" defTabSz="755650">
            <a:lnSpc>
              <a:spcPct val="90000"/>
            </a:lnSpc>
            <a:spcBef>
              <a:spcPct val="0"/>
            </a:spcBef>
            <a:spcAft>
              <a:spcPct val="15000"/>
            </a:spcAft>
            <a:buChar char="•"/>
          </a:pPr>
          <a:r>
            <a:rPr lang="en-US" sz="1700" kern="1200" dirty="0"/>
            <a:t>sunflower  :  sunflow</a:t>
          </a:r>
        </a:p>
        <a:p>
          <a:pPr marL="171450" lvl="1" indent="-171450" algn="l" defTabSz="755650">
            <a:lnSpc>
              <a:spcPct val="90000"/>
            </a:lnSpc>
            <a:spcBef>
              <a:spcPct val="0"/>
            </a:spcBef>
            <a:spcAft>
              <a:spcPct val="15000"/>
            </a:spcAft>
            <a:buChar char="•"/>
          </a:pPr>
          <a:r>
            <a:rPr lang="en-US" sz="1700" kern="1200" dirty="0" err="1"/>
            <a:t>sunflwr</a:t>
          </a:r>
          <a:r>
            <a:rPr lang="en-US" sz="1700" kern="1200" dirty="0"/>
            <a:t> : </a:t>
          </a:r>
          <a:r>
            <a:rPr lang="en-US" sz="1700" kern="1200" dirty="0" err="1"/>
            <a:t>sunflwr</a:t>
          </a:r>
          <a:endParaRPr lang="en-US" sz="1700" kern="1200" dirty="0"/>
        </a:p>
      </dsp:txBody>
      <dsp:txXfrm>
        <a:off x="8682329" y="542569"/>
        <a:ext cx="2537458" cy="4914772"/>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631440-BC67-43E5-999A-82C9909AA415}">
      <dsp:nvSpPr>
        <dsp:cNvPr id="0" name=""/>
        <dsp:cNvSpPr/>
      </dsp:nvSpPr>
      <dsp:spPr>
        <a:xfrm>
          <a:off x="1049271" y="674514"/>
          <a:ext cx="1123664" cy="112366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sp:spPr>
      <dsp:style>
        <a:lnRef idx="2">
          <a:scrgbClr r="0" g="0" b="0"/>
        </a:lnRef>
        <a:fillRef idx="1">
          <a:scrgbClr r="0" g="0" b="0"/>
        </a:fillRef>
        <a:effectRef idx="0">
          <a:scrgbClr r="0" g="0" b="0"/>
        </a:effectRef>
        <a:fontRef idx="minor">
          <a:schemeClr val="lt1"/>
        </a:fontRef>
      </dsp:style>
    </dsp:sp>
    <dsp:sp modelId="{3A0F7255-1AD6-4693-BC0F-CDDA6BA38820}">
      <dsp:nvSpPr>
        <dsp:cNvPr id="0" name=""/>
        <dsp:cNvSpPr/>
      </dsp:nvSpPr>
      <dsp:spPr>
        <a:xfrm>
          <a:off x="5868" y="1941221"/>
          <a:ext cx="3210468" cy="481570"/>
        </a:xfrm>
        <a:prstGeom prst="rect">
          <a:avLst/>
        </a:prstGeom>
        <a:noFill/>
        <a:ln>
          <a:noFill/>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100000"/>
            </a:lnSpc>
            <a:spcBef>
              <a:spcPct val="0"/>
            </a:spcBef>
            <a:spcAft>
              <a:spcPct val="35000"/>
            </a:spcAft>
            <a:buNone/>
            <a:defRPr b="1"/>
          </a:pPr>
          <a:r>
            <a:rPr lang="en-US" sz="2100" b="0" kern="1200"/>
            <a:t>Brief recap of previous week</a:t>
          </a:r>
          <a:endParaRPr lang="en-US" sz="2100" kern="1200"/>
        </a:p>
      </dsp:txBody>
      <dsp:txXfrm>
        <a:off x="5868" y="1941221"/>
        <a:ext cx="3210468" cy="481570"/>
      </dsp:txXfrm>
    </dsp:sp>
    <dsp:sp modelId="{464C32C9-97E0-4FAC-AB96-14BD65EC5CF4}">
      <dsp:nvSpPr>
        <dsp:cNvPr id="0" name=""/>
        <dsp:cNvSpPr/>
      </dsp:nvSpPr>
      <dsp:spPr>
        <a:xfrm>
          <a:off x="5868" y="2489323"/>
          <a:ext cx="3210468" cy="1511763"/>
        </a:xfrm>
        <a:prstGeom prst="rect">
          <a:avLst/>
        </a:prstGeom>
        <a:noFill/>
        <a:ln>
          <a:noFill/>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sp:spPr>
      <dsp:style>
        <a:lnRef idx="0">
          <a:scrgbClr r="0" g="0" b="0"/>
        </a:lnRef>
        <a:fillRef idx="0">
          <a:scrgbClr r="0" g="0" b="0"/>
        </a:fillRef>
        <a:effectRef idx="0">
          <a:scrgbClr r="0" g="0" b="0"/>
        </a:effectRef>
        <a:fontRef idx="minor"/>
      </dsp:style>
    </dsp:sp>
    <dsp:sp modelId="{859557B7-7AD7-41A8-ACCC-0BA2B42C1833}">
      <dsp:nvSpPr>
        <dsp:cNvPr id="0" name=""/>
        <dsp:cNvSpPr/>
      </dsp:nvSpPr>
      <dsp:spPr>
        <a:xfrm>
          <a:off x="4821571" y="674514"/>
          <a:ext cx="1123664" cy="112366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sp:spPr>
      <dsp:style>
        <a:lnRef idx="2">
          <a:scrgbClr r="0" g="0" b="0"/>
        </a:lnRef>
        <a:fillRef idx="1">
          <a:scrgbClr r="0" g="0" b="0"/>
        </a:fillRef>
        <a:effectRef idx="0">
          <a:scrgbClr r="0" g="0" b="0"/>
        </a:effectRef>
        <a:fontRef idx="minor">
          <a:schemeClr val="lt1"/>
        </a:fontRef>
      </dsp:style>
    </dsp:sp>
    <dsp:sp modelId="{0691EB6A-B71C-45E5-9D36-0DE3C91EDE8E}">
      <dsp:nvSpPr>
        <dsp:cNvPr id="0" name=""/>
        <dsp:cNvSpPr/>
      </dsp:nvSpPr>
      <dsp:spPr>
        <a:xfrm>
          <a:off x="3778169" y="1941221"/>
          <a:ext cx="3210468" cy="481570"/>
        </a:xfrm>
        <a:prstGeom prst="rect">
          <a:avLst/>
        </a:prstGeom>
        <a:noFill/>
        <a:ln>
          <a:noFill/>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100000"/>
            </a:lnSpc>
            <a:spcBef>
              <a:spcPct val="0"/>
            </a:spcBef>
            <a:spcAft>
              <a:spcPct val="35000"/>
            </a:spcAft>
            <a:buNone/>
            <a:defRPr b="1"/>
          </a:pPr>
          <a:r>
            <a:rPr lang="en-US" sz="2100" b="0" kern="1200"/>
            <a:t>Progress made in this week</a:t>
          </a:r>
          <a:endParaRPr lang="en-US" sz="2100" kern="1200"/>
        </a:p>
      </dsp:txBody>
      <dsp:txXfrm>
        <a:off x="3778169" y="1941221"/>
        <a:ext cx="3210468" cy="481570"/>
      </dsp:txXfrm>
    </dsp:sp>
    <dsp:sp modelId="{344511C2-B581-4A2F-A53C-47FD4732B07C}">
      <dsp:nvSpPr>
        <dsp:cNvPr id="0" name=""/>
        <dsp:cNvSpPr/>
      </dsp:nvSpPr>
      <dsp:spPr>
        <a:xfrm>
          <a:off x="3778169" y="2489323"/>
          <a:ext cx="3210468" cy="1511763"/>
        </a:xfrm>
        <a:prstGeom prst="rect">
          <a:avLst/>
        </a:prstGeom>
        <a:noFill/>
        <a:ln>
          <a:noFill/>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dirty="0"/>
            <a:t>Difference in distributions</a:t>
          </a:r>
        </a:p>
        <a:p>
          <a:pPr marL="0" lvl="0" indent="0" algn="ctr" defTabSz="666750">
            <a:lnSpc>
              <a:spcPct val="100000"/>
            </a:lnSpc>
            <a:spcBef>
              <a:spcPct val="0"/>
            </a:spcBef>
            <a:spcAft>
              <a:spcPct val="35000"/>
            </a:spcAft>
            <a:buNone/>
          </a:pPr>
          <a:r>
            <a:rPr lang="en-US" sz="1500" kern="1200" dirty="0"/>
            <a:t>Spell corrections</a:t>
          </a:r>
        </a:p>
        <a:p>
          <a:pPr marL="0" lvl="0" indent="0" algn="ctr" defTabSz="666750">
            <a:lnSpc>
              <a:spcPct val="100000"/>
            </a:lnSpc>
            <a:spcBef>
              <a:spcPct val="0"/>
            </a:spcBef>
            <a:spcAft>
              <a:spcPct val="35000"/>
            </a:spcAft>
            <a:buNone/>
          </a:pPr>
          <a:r>
            <a:rPr lang="en-US" sz="1500" kern="1200" dirty="0"/>
            <a:t>Data augmentation using snorkel</a:t>
          </a:r>
        </a:p>
        <a:p>
          <a:pPr marL="0" lvl="0" indent="0" algn="ctr" defTabSz="666750">
            <a:lnSpc>
              <a:spcPct val="100000"/>
            </a:lnSpc>
            <a:spcBef>
              <a:spcPct val="0"/>
            </a:spcBef>
            <a:spcAft>
              <a:spcPct val="35000"/>
            </a:spcAft>
            <a:buNone/>
          </a:pPr>
          <a:r>
            <a:rPr lang="en-US" sz="1500" kern="1200" dirty="0"/>
            <a:t>FastText model</a:t>
          </a:r>
        </a:p>
        <a:p>
          <a:pPr marL="0" lvl="0" indent="0" algn="ctr" defTabSz="666750">
            <a:lnSpc>
              <a:spcPct val="100000"/>
            </a:lnSpc>
            <a:spcBef>
              <a:spcPct val="0"/>
            </a:spcBef>
            <a:spcAft>
              <a:spcPct val="35000"/>
            </a:spcAft>
            <a:buNone/>
          </a:pPr>
          <a:r>
            <a:rPr lang="en-US" sz="1500" kern="1200" dirty="0"/>
            <a:t>Voting classifier of RF and LR</a:t>
          </a:r>
        </a:p>
      </dsp:txBody>
      <dsp:txXfrm>
        <a:off x="3778169" y="2489323"/>
        <a:ext cx="3210468" cy="1511763"/>
      </dsp:txXfrm>
    </dsp:sp>
    <dsp:sp modelId="{9AE7C2E3-CC14-4B41-BF36-F8DEF0DC3CED}">
      <dsp:nvSpPr>
        <dsp:cNvPr id="0" name=""/>
        <dsp:cNvSpPr/>
      </dsp:nvSpPr>
      <dsp:spPr>
        <a:xfrm>
          <a:off x="8593872" y="674514"/>
          <a:ext cx="1123664" cy="112366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sp:spPr>
      <dsp:style>
        <a:lnRef idx="2">
          <a:scrgbClr r="0" g="0" b="0"/>
        </a:lnRef>
        <a:fillRef idx="1">
          <a:scrgbClr r="0" g="0" b="0"/>
        </a:fillRef>
        <a:effectRef idx="0">
          <a:scrgbClr r="0" g="0" b="0"/>
        </a:effectRef>
        <a:fontRef idx="minor">
          <a:schemeClr val="lt1"/>
        </a:fontRef>
      </dsp:style>
    </dsp:sp>
    <dsp:sp modelId="{FFCE3B9E-67C9-4544-9F38-A420A90EFFDB}">
      <dsp:nvSpPr>
        <dsp:cNvPr id="0" name=""/>
        <dsp:cNvSpPr/>
      </dsp:nvSpPr>
      <dsp:spPr>
        <a:xfrm>
          <a:off x="7550470" y="1941221"/>
          <a:ext cx="3210468" cy="481570"/>
        </a:xfrm>
        <a:prstGeom prst="rect">
          <a:avLst/>
        </a:prstGeom>
        <a:noFill/>
        <a:ln>
          <a:noFill/>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100000"/>
            </a:lnSpc>
            <a:spcBef>
              <a:spcPct val="0"/>
            </a:spcBef>
            <a:spcAft>
              <a:spcPct val="35000"/>
            </a:spcAft>
            <a:buNone/>
            <a:defRPr b="1"/>
          </a:pPr>
          <a:r>
            <a:rPr lang="en-US" sz="2100" b="0" kern="1200" dirty="0"/>
            <a:t>Way forward</a:t>
          </a:r>
          <a:endParaRPr lang="en-US" sz="2100" kern="1200" dirty="0"/>
        </a:p>
      </dsp:txBody>
      <dsp:txXfrm>
        <a:off x="7550470" y="1941221"/>
        <a:ext cx="3210468" cy="481570"/>
      </dsp:txXfrm>
    </dsp:sp>
    <dsp:sp modelId="{706B9664-41A4-4BB4-B2AA-4220C06F7950}">
      <dsp:nvSpPr>
        <dsp:cNvPr id="0" name=""/>
        <dsp:cNvSpPr/>
      </dsp:nvSpPr>
      <dsp:spPr>
        <a:xfrm>
          <a:off x="7550470" y="2489323"/>
          <a:ext cx="3210468" cy="1511763"/>
        </a:xfrm>
        <a:prstGeom prst="rect">
          <a:avLst/>
        </a:prstGeom>
        <a:noFill/>
        <a:ln>
          <a:noFill/>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sp:spPr>
      <dsp:style>
        <a:lnRef idx="0">
          <a:scrgbClr r="0" g="0" b="0"/>
        </a:lnRef>
        <a:fillRef idx="0">
          <a:scrgbClr r="0" g="0" b="0"/>
        </a:fillRef>
        <a:effectRef idx="0">
          <a:scrgbClr r="0" g="0" b="0"/>
        </a:effectRef>
        <a:fontRef idx="minor"/>
      </dsp:style>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C62A59-6F22-40D5-84A5-1916CACBEF02}">
      <dsp:nvSpPr>
        <dsp:cNvPr id="0" name=""/>
        <dsp:cNvSpPr/>
      </dsp:nvSpPr>
      <dsp:spPr>
        <a:xfrm>
          <a:off x="0" y="97278"/>
          <a:ext cx="11138599" cy="527670"/>
        </a:xfrm>
        <a:prstGeom prst="roundRect">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1"/>
        </a:lnRef>
        <a:fillRef idx="3">
          <a:schemeClr val="accent1"/>
        </a:fillRef>
        <a:effectRef idx="3">
          <a:schemeClr val="accent1"/>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kern="1200"/>
            <a:t>Comparing distributions</a:t>
          </a:r>
          <a:endParaRPr lang="en-US" sz="2200" kern="1200"/>
        </a:p>
      </dsp:txBody>
      <dsp:txXfrm>
        <a:off x="25759" y="123037"/>
        <a:ext cx="11087081" cy="476152"/>
      </dsp:txXfrm>
    </dsp:sp>
    <dsp:sp modelId="{286BC135-5CCB-433B-BB36-73950941D597}">
      <dsp:nvSpPr>
        <dsp:cNvPr id="0" name=""/>
        <dsp:cNvSpPr/>
      </dsp:nvSpPr>
      <dsp:spPr>
        <a:xfrm>
          <a:off x="0" y="624948"/>
          <a:ext cx="11138599" cy="5920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3651"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a:t>Removing numbers</a:t>
          </a:r>
        </a:p>
        <a:p>
          <a:pPr marL="171450" lvl="1" indent="-171450" algn="l" defTabSz="755650">
            <a:lnSpc>
              <a:spcPct val="90000"/>
            </a:lnSpc>
            <a:spcBef>
              <a:spcPct val="0"/>
            </a:spcBef>
            <a:spcAft>
              <a:spcPct val="20000"/>
            </a:spcAft>
            <a:buChar char="•"/>
          </a:pPr>
          <a:r>
            <a:rPr lang="en-US" sz="1700" kern="1200"/>
            <a:t>Removing 2 char words</a:t>
          </a:r>
        </a:p>
      </dsp:txBody>
      <dsp:txXfrm>
        <a:off x="0" y="624948"/>
        <a:ext cx="11138599" cy="592020"/>
      </dsp:txXfrm>
    </dsp:sp>
    <dsp:sp modelId="{872F974E-1A5E-40EE-A328-0C8F3DC81B54}">
      <dsp:nvSpPr>
        <dsp:cNvPr id="0" name=""/>
        <dsp:cNvSpPr/>
      </dsp:nvSpPr>
      <dsp:spPr>
        <a:xfrm>
          <a:off x="0" y="1216968"/>
          <a:ext cx="11138599" cy="527670"/>
        </a:xfrm>
        <a:prstGeom prst="roundRect">
          <a:avLst/>
        </a:prstGeom>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6"/>
        </a:lnRef>
        <a:fillRef idx="3">
          <a:schemeClr val="accent6"/>
        </a:fillRef>
        <a:effectRef idx="3">
          <a:schemeClr val="accent6"/>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kern="1200"/>
            <a:t>Data preprocessing</a:t>
          </a:r>
          <a:endParaRPr lang="en-US" sz="2200" kern="1200"/>
        </a:p>
      </dsp:txBody>
      <dsp:txXfrm>
        <a:off x="25759" y="1242727"/>
        <a:ext cx="11087081" cy="476152"/>
      </dsp:txXfrm>
    </dsp:sp>
    <dsp:sp modelId="{CD6D4658-03B0-42D7-B877-84FF41085FFB}">
      <dsp:nvSpPr>
        <dsp:cNvPr id="0" name=""/>
        <dsp:cNvSpPr/>
      </dsp:nvSpPr>
      <dsp:spPr>
        <a:xfrm>
          <a:off x="0" y="1744638"/>
          <a:ext cx="11138599" cy="11840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3651"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a:t>Spell check</a:t>
          </a:r>
        </a:p>
        <a:p>
          <a:pPr marL="171450" lvl="1" indent="-171450" algn="l" defTabSz="755650">
            <a:lnSpc>
              <a:spcPct val="90000"/>
            </a:lnSpc>
            <a:spcBef>
              <a:spcPct val="0"/>
            </a:spcBef>
            <a:spcAft>
              <a:spcPct val="20000"/>
            </a:spcAft>
            <a:buChar char="•"/>
          </a:pPr>
          <a:r>
            <a:rPr lang="en-US" sz="1700" kern="1200"/>
            <a:t>Autocorrect</a:t>
          </a:r>
        </a:p>
        <a:p>
          <a:pPr marL="171450" lvl="1" indent="-171450" algn="l" defTabSz="755650">
            <a:lnSpc>
              <a:spcPct val="90000"/>
            </a:lnSpc>
            <a:spcBef>
              <a:spcPct val="0"/>
            </a:spcBef>
            <a:spcAft>
              <a:spcPct val="20000"/>
            </a:spcAft>
            <a:buChar char="•"/>
          </a:pPr>
          <a:r>
            <a:rPr lang="en-US" sz="1700" kern="1200"/>
            <a:t>Snowball stemming</a:t>
          </a:r>
        </a:p>
        <a:p>
          <a:pPr marL="171450" lvl="1" indent="-171450" algn="l" defTabSz="755650">
            <a:lnSpc>
              <a:spcPct val="90000"/>
            </a:lnSpc>
            <a:spcBef>
              <a:spcPct val="0"/>
            </a:spcBef>
            <a:spcAft>
              <a:spcPct val="20000"/>
            </a:spcAft>
            <a:buChar char="•"/>
          </a:pPr>
          <a:r>
            <a:rPr lang="en-US" sz="1700" kern="1200"/>
            <a:t>Textblob</a:t>
          </a:r>
        </a:p>
      </dsp:txBody>
      <dsp:txXfrm>
        <a:off x="0" y="1744638"/>
        <a:ext cx="11138599" cy="1184040"/>
      </dsp:txXfrm>
    </dsp:sp>
    <dsp:sp modelId="{5B52343A-A377-49A7-B4CC-C429E466565A}">
      <dsp:nvSpPr>
        <dsp:cNvPr id="0" name=""/>
        <dsp:cNvSpPr/>
      </dsp:nvSpPr>
      <dsp:spPr>
        <a:xfrm>
          <a:off x="0" y="2928678"/>
          <a:ext cx="11138599" cy="527670"/>
        </a:xfrm>
        <a:prstGeom prst="roundRect">
          <a:avLst/>
        </a:prstGeom>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5"/>
        </a:lnRef>
        <a:fillRef idx="3">
          <a:schemeClr val="accent5"/>
        </a:fillRef>
        <a:effectRef idx="3">
          <a:schemeClr val="accent5"/>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kern="1200" dirty="0"/>
            <a:t>Voting classifier model</a:t>
          </a:r>
          <a:endParaRPr lang="en-US" sz="2200" kern="1200" dirty="0"/>
        </a:p>
      </dsp:txBody>
      <dsp:txXfrm>
        <a:off x="25759" y="2954437"/>
        <a:ext cx="11087081" cy="476152"/>
      </dsp:txXfrm>
    </dsp:sp>
    <dsp:sp modelId="{453F5174-A217-49A3-AD2C-17984D9F4DF3}">
      <dsp:nvSpPr>
        <dsp:cNvPr id="0" name=""/>
        <dsp:cNvSpPr/>
      </dsp:nvSpPr>
      <dsp:spPr>
        <a:xfrm>
          <a:off x="0" y="3456348"/>
          <a:ext cx="11138599" cy="5920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3651"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dirty="0"/>
            <a:t>Hard voting</a:t>
          </a:r>
        </a:p>
        <a:p>
          <a:pPr marL="171450" lvl="1" indent="-171450" algn="l" defTabSz="755650">
            <a:lnSpc>
              <a:spcPct val="90000"/>
            </a:lnSpc>
            <a:spcBef>
              <a:spcPct val="0"/>
            </a:spcBef>
            <a:spcAft>
              <a:spcPct val="20000"/>
            </a:spcAft>
            <a:buChar char="•"/>
          </a:pPr>
          <a:r>
            <a:rPr lang="en-US" sz="1700" kern="1200" dirty="0"/>
            <a:t>Soft voting</a:t>
          </a:r>
        </a:p>
      </dsp:txBody>
      <dsp:txXfrm>
        <a:off x="0" y="3456348"/>
        <a:ext cx="11138599" cy="592020"/>
      </dsp:txXfrm>
    </dsp:sp>
    <dsp:sp modelId="{A40E5878-52D6-4786-964B-21B4227CFBE9}">
      <dsp:nvSpPr>
        <dsp:cNvPr id="0" name=""/>
        <dsp:cNvSpPr/>
      </dsp:nvSpPr>
      <dsp:spPr>
        <a:xfrm>
          <a:off x="0" y="4048368"/>
          <a:ext cx="11138599" cy="527670"/>
        </a:xfrm>
        <a:prstGeom prst="roundRect">
          <a:avLst/>
        </a:prstGeom>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3"/>
        </a:lnRef>
        <a:fillRef idx="3">
          <a:schemeClr val="accent3"/>
        </a:fillRef>
        <a:effectRef idx="3">
          <a:schemeClr val="accent3"/>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kern="1200" dirty="0"/>
            <a:t>Trust factor calculations</a:t>
          </a:r>
          <a:endParaRPr lang="en-US" sz="2200" kern="1200" dirty="0"/>
        </a:p>
      </dsp:txBody>
      <dsp:txXfrm>
        <a:off x="25759" y="4074127"/>
        <a:ext cx="11087081" cy="476152"/>
      </dsp:txXfrm>
    </dsp:sp>
    <dsp:sp modelId="{CBBD3E7A-2124-449B-98A3-7C6359887EC6}">
      <dsp:nvSpPr>
        <dsp:cNvPr id="0" name=""/>
        <dsp:cNvSpPr/>
      </dsp:nvSpPr>
      <dsp:spPr>
        <a:xfrm>
          <a:off x="0" y="4576038"/>
          <a:ext cx="11138599" cy="5920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3651"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dirty="0"/>
            <a:t>Hard voting model of RF &amp; LR</a:t>
          </a:r>
        </a:p>
        <a:p>
          <a:pPr marL="171450" lvl="1" indent="-171450" algn="l" defTabSz="755650">
            <a:lnSpc>
              <a:spcPct val="90000"/>
            </a:lnSpc>
            <a:spcBef>
              <a:spcPct val="0"/>
            </a:spcBef>
            <a:spcAft>
              <a:spcPct val="20000"/>
            </a:spcAft>
            <a:buChar char="•"/>
          </a:pPr>
          <a:r>
            <a:rPr lang="en-US" sz="1700" kern="1200" dirty="0"/>
            <a:t>TF category = 68.22  , TF variety = 81.19</a:t>
          </a:r>
        </a:p>
      </dsp:txBody>
      <dsp:txXfrm>
        <a:off x="0" y="4576038"/>
        <a:ext cx="11138599" cy="592020"/>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4598FA-136F-4B7E-83A2-0B4C508F31B5}">
      <dsp:nvSpPr>
        <dsp:cNvPr id="0" name=""/>
        <dsp:cNvSpPr/>
      </dsp:nvSpPr>
      <dsp:spPr>
        <a:xfrm>
          <a:off x="3325" y="0"/>
          <a:ext cx="3336166" cy="954277"/>
        </a:xfrm>
        <a:prstGeom prst="homePlate">
          <a:avLst/>
        </a:prstGeom>
        <a:solidFill>
          <a:schemeClr val="lt1"/>
        </a:solid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85344" tIns="42672" rIns="21336" bIns="42672" numCol="1" spcCol="1270" anchor="ctr" anchorCtr="0">
          <a:noAutofit/>
        </a:bodyPr>
        <a:lstStyle/>
        <a:p>
          <a:pPr marL="0" lvl="0" indent="0" algn="ctr" defTabSz="711200">
            <a:lnSpc>
              <a:spcPct val="90000"/>
            </a:lnSpc>
            <a:spcBef>
              <a:spcPct val="0"/>
            </a:spcBef>
            <a:spcAft>
              <a:spcPct val="35000"/>
            </a:spcAft>
            <a:buNone/>
          </a:pPr>
          <a:r>
            <a:rPr lang="en-US" sz="1600" kern="1200" dirty="0"/>
            <a:t>Spell correction, Stopwords removed, lemmatize &gt; 3, single char removed, noise words removed</a:t>
          </a:r>
        </a:p>
      </dsp:txBody>
      <dsp:txXfrm>
        <a:off x="3325" y="0"/>
        <a:ext cx="3097597" cy="954277"/>
      </dsp:txXfrm>
    </dsp:sp>
    <dsp:sp modelId="{778B25C9-FFBC-4A96-9652-3414B5B8A2B2}">
      <dsp:nvSpPr>
        <dsp:cNvPr id="0" name=""/>
        <dsp:cNvSpPr/>
      </dsp:nvSpPr>
      <dsp:spPr>
        <a:xfrm>
          <a:off x="2672257" y="0"/>
          <a:ext cx="3336166" cy="954277"/>
        </a:xfrm>
        <a:prstGeom prst="chevron">
          <a:avLst/>
        </a:prstGeom>
        <a:solidFill>
          <a:schemeClr val="lt1"/>
        </a:solid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en-US" sz="1600" kern="1200" dirty="0"/>
            <a:t>Fit on model = LR(100)</a:t>
          </a:r>
          <a:r>
            <a:rPr lang="en-US" sz="1600" kern="1200" dirty="0">
              <a:sym typeface="Wingdings" panose="05000000000000000000" pitchFamily="2" charset="2"/>
            </a:rPr>
            <a:t> predict the probability distributions for </a:t>
          </a:r>
          <a:r>
            <a:rPr lang="en-US" sz="1600" kern="1200" dirty="0" err="1">
              <a:sym typeface="Wingdings" panose="05000000000000000000" pitchFamily="2" charset="2"/>
            </a:rPr>
            <a:t>X_test</a:t>
          </a:r>
          <a:endParaRPr lang="en-US" sz="1600" kern="1200" dirty="0"/>
        </a:p>
      </dsp:txBody>
      <dsp:txXfrm>
        <a:off x="3149396" y="0"/>
        <a:ext cx="2381889" cy="954277"/>
      </dsp:txXfrm>
    </dsp:sp>
    <dsp:sp modelId="{263BA08A-D998-4911-89F5-173BB1C5440D}">
      <dsp:nvSpPr>
        <dsp:cNvPr id="0" name=""/>
        <dsp:cNvSpPr/>
      </dsp:nvSpPr>
      <dsp:spPr>
        <a:xfrm>
          <a:off x="5341190" y="0"/>
          <a:ext cx="3336166" cy="954277"/>
        </a:xfrm>
        <a:prstGeom prst="chevron">
          <a:avLst/>
        </a:prstGeom>
        <a:solidFill>
          <a:schemeClr val="lt1"/>
        </a:solidFill>
        <a:ln w="12700" cap="flat" cmpd="sng" algn="ctr">
          <a:solidFill>
            <a:schemeClr val="accent5"/>
          </a:solidFill>
          <a:prstDash val="solid"/>
          <a:miter lim="800000"/>
        </a:ln>
        <a:effectLst>
          <a:glow rad="139700">
            <a:schemeClr val="accent4">
              <a:satMod val="175000"/>
              <a:alpha val="40000"/>
            </a:schemeClr>
          </a:glow>
        </a:effectLst>
      </dsp:spPr>
      <dsp:style>
        <a:lnRef idx="2">
          <a:schemeClr val="accent5"/>
        </a:lnRef>
        <a:fillRef idx="1">
          <a:schemeClr val="lt1"/>
        </a:fillRef>
        <a:effectRef idx="0">
          <a:schemeClr val="accent5"/>
        </a:effectRef>
        <a:fontRef idx="minor">
          <a:schemeClr val="dk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en-US" sz="1600" kern="1200" dirty="0"/>
            <a:t>Store the indexes for top 3 probabilities for each row</a:t>
          </a:r>
        </a:p>
      </dsp:txBody>
      <dsp:txXfrm>
        <a:off x="5818329" y="0"/>
        <a:ext cx="2381889" cy="954277"/>
      </dsp:txXfrm>
    </dsp:sp>
    <dsp:sp modelId="{0F62B5FC-2DD4-4E5E-ACC8-09A8DBF870F1}">
      <dsp:nvSpPr>
        <dsp:cNvPr id="0" name=""/>
        <dsp:cNvSpPr/>
      </dsp:nvSpPr>
      <dsp:spPr>
        <a:xfrm>
          <a:off x="8010123" y="0"/>
          <a:ext cx="3336166" cy="954277"/>
        </a:xfrm>
        <a:prstGeom prst="chevron">
          <a:avLst/>
        </a:prstGeom>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5"/>
        </a:lnRef>
        <a:fillRef idx="3">
          <a:schemeClr val="accent5"/>
        </a:fillRef>
        <a:effectRef idx="3">
          <a:schemeClr val="accent5"/>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en-US" sz="1600" kern="1200" dirty="0"/>
            <a:t>Only the values at those indexes </a:t>
          </a:r>
          <a:r>
            <a:rPr lang="en-US" sz="1600" kern="1200" dirty="0">
              <a:sym typeface="Wingdings" panose="05000000000000000000" pitchFamily="2" charset="2"/>
            </a:rPr>
            <a:t> </a:t>
          </a:r>
          <a:r>
            <a:rPr lang="en-US" sz="1600" b="1" kern="1200" dirty="0">
              <a:sym typeface="Wingdings" panose="05000000000000000000" pitchFamily="2" charset="2"/>
            </a:rPr>
            <a:t>Distribution-1 (48197 x 3)</a:t>
          </a:r>
          <a:endParaRPr lang="en-US" sz="1600" b="1" kern="1200" dirty="0"/>
        </a:p>
      </dsp:txBody>
      <dsp:txXfrm>
        <a:off x="8487262" y="0"/>
        <a:ext cx="2381889" cy="954277"/>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4598FA-136F-4B7E-83A2-0B4C508F31B5}">
      <dsp:nvSpPr>
        <dsp:cNvPr id="0" name=""/>
        <dsp:cNvSpPr/>
      </dsp:nvSpPr>
      <dsp:spPr>
        <a:xfrm>
          <a:off x="1494" y="0"/>
          <a:ext cx="4350316" cy="954276"/>
        </a:xfrm>
        <a:prstGeom prst="homePlate">
          <a:avLst/>
        </a:prstGeom>
        <a:solidFill>
          <a:schemeClr val="lt1"/>
        </a:solidFill>
        <a:ln w="12700" cap="flat" cmpd="sng" algn="ctr">
          <a:solidFill>
            <a:schemeClr val="accent3"/>
          </a:solidFill>
          <a:prstDash val="solid"/>
          <a:miter lim="800000"/>
        </a:ln>
        <a:effectLst/>
      </dsp:spPr>
      <dsp:style>
        <a:lnRef idx="2">
          <a:schemeClr val="accent3"/>
        </a:lnRef>
        <a:fillRef idx="1">
          <a:schemeClr val="lt1"/>
        </a:fillRef>
        <a:effectRef idx="0">
          <a:schemeClr val="accent3"/>
        </a:effectRef>
        <a:fontRef idx="minor">
          <a:schemeClr val="dk1"/>
        </a:fontRef>
      </dsp:style>
      <dsp:txBody>
        <a:bodyPr spcFirstLastPara="0" vert="horz" wrap="square" lIns="96012" tIns="48006" rIns="24003" bIns="48006" numCol="1" spcCol="1270" anchor="ctr" anchorCtr="0">
          <a:noAutofit/>
        </a:bodyPr>
        <a:lstStyle/>
        <a:p>
          <a:pPr marL="0" lvl="0" indent="0" algn="l" defTabSz="800100">
            <a:lnSpc>
              <a:spcPct val="90000"/>
            </a:lnSpc>
            <a:spcBef>
              <a:spcPct val="0"/>
            </a:spcBef>
            <a:spcAft>
              <a:spcPct val="35000"/>
            </a:spcAft>
            <a:buNone/>
          </a:pPr>
          <a:r>
            <a:rPr lang="en-US" sz="1800" kern="1200" dirty="0"/>
            <a:t>Spell correction, Stopwords removed, </a:t>
          </a:r>
          <a:r>
            <a:rPr lang="en-US" sz="1800" kern="1200" dirty="0">
              <a:highlight>
                <a:srgbClr val="FFFF00"/>
              </a:highlight>
            </a:rPr>
            <a:t>numbers removed</a:t>
          </a:r>
          <a:r>
            <a:rPr lang="en-US" sz="1800" kern="1200" dirty="0"/>
            <a:t>, lemmatized &gt; 3, single char removed, noise words removed</a:t>
          </a:r>
        </a:p>
      </dsp:txBody>
      <dsp:txXfrm>
        <a:off x="1494" y="0"/>
        <a:ext cx="4111747" cy="954276"/>
      </dsp:txXfrm>
    </dsp:sp>
    <dsp:sp modelId="{778B25C9-FFBC-4A96-9652-3414B5B8A2B2}">
      <dsp:nvSpPr>
        <dsp:cNvPr id="0" name=""/>
        <dsp:cNvSpPr/>
      </dsp:nvSpPr>
      <dsp:spPr>
        <a:xfrm>
          <a:off x="3481747" y="0"/>
          <a:ext cx="4386119" cy="954276"/>
        </a:xfrm>
        <a:prstGeom prst="chevron">
          <a:avLst/>
        </a:prstGeom>
        <a:solidFill>
          <a:schemeClr val="lt1"/>
        </a:solidFill>
        <a:ln w="12700" cap="flat" cmpd="sng" algn="ctr">
          <a:solidFill>
            <a:schemeClr val="accent3"/>
          </a:solidFill>
          <a:prstDash val="solid"/>
          <a:miter lim="800000"/>
        </a:ln>
        <a:effectLst/>
      </dsp:spPr>
      <dsp:style>
        <a:lnRef idx="2">
          <a:schemeClr val="accent3"/>
        </a:lnRef>
        <a:fillRef idx="1">
          <a:schemeClr val="lt1"/>
        </a:fillRef>
        <a:effectRef idx="0">
          <a:schemeClr val="accent3"/>
        </a:effectRef>
        <a:fontRef idx="minor">
          <a:schemeClr val="dk1"/>
        </a:fontRef>
      </dsp:style>
      <dsp:txBody>
        <a:bodyPr spcFirstLastPara="0" vert="horz" wrap="square" lIns="72009" tIns="48006" rIns="24003" bIns="48006" numCol="1" spcCol="1270" anchor="ctr" anchorCtr="0">
          <a:noAutofit/>
        </a:bodyPr>
        <a:lstStyle/>
        <a:p>
          <a:pPr marL="0" lvl="0" indent="0" algn="l" defTabSz="800100">
            <a:lnSpc>
              <a:spcPct val="90000"/>
            </a:lnSpc>
            <a:spcBef>
              <a:spcPct val="0"/>
            </a:spcBef>
            <a:spcAft>
              <a:spcPct val="35000"/>
            </a:spcAft>
            <a:buNone/>
          </a:pPr>
          <a:r>
            <a:rPr lang="en-US" sz="1800" kern="1200" dirty="0"/>
            <a:t>Model = LR(100)</a:t>
          </a:r>
          <a:r>
            <a:rPr lang="en-US" sz="1800" kern="1200" dirty="0">
              <a:sym typeface="Wingdings" panose="05000000000000000000" pitchFamily="2" charset="2"/>
            </a:rPr>
            <a:t> predict the probability distributions using X_test_updated</a:t>
          </a:r>
          <a:endParaRPr lang="en-US" sz="1800" kern="1200" dirty="0"/>
        </a:p>
      </dsp:txBody>
      <dsp:txXfrm>
        <a:off x="3958885" y="0"/>
        <a:ext cx="3431843" cy="954276"/>
      </dsp:txXfrm>
    </dsp:sp>
    <dsp:sp modelId="{0F62B5FC-2DD4-4E5E-ACC8-09A8DBF870F1}">
      <dsp:nvSpPr>
        <dsp:cNvPr id="0" name=""/>
        <dsp:cNvSpPr/>
      </dsp:nvSpPr>
      <dsp:spPr>
        <a:xfrm>
          <a:off x="6997803" y="0"/>
          <a:ext cx="4350316" cy="954276"/>
        </a:xfrm>
        <a:prstGeom prst="chevron">
          <a:avLst/>
        </a:prstGeom>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3"/>
        </a:lnRef>
        <a:fillRef idx="3">
          <a:schemeClr val="accent3"/>
        </a:fillRef>
        <a:effectRef idx="3">
          <a:schemeClr val="accent3"/>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sym typeface="Wingdings" panose="05000000000000000000" pitchFamily="2" charset="2"/>
            </a:rPr>
            <a:t>Only the values at the found indexes </a:t>
          </a:r>
          <a:r>
            <a:rPr lang="en-US" sz="1800" b="1" kern="1200" dirty="0">
              <a:sym typeface="Wingdings" panose="05000000000000000000" pitchFamily="2" charset="2"/>
            </a:rPr>
            <a:t>Distribution-2 (48197 x 3)</a:t>
          </a:r>
          <a:endParaRPr lang="en-US" sz="1500" b="1" kern="1200" dirty="0"/>
        </a:p>
      </dsp:txBody>
      <dsp:txXfrm>
        <a:off x="7474941" y="0"/>
        <a:ext cx="3396040" cy="954276"/>
      </dsp:txXfrm>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4598FA-136F-4B7E-83A2-0B4C508F31B5}">
      <dsp:nvSpPr>
        <dsp:cNvPr id="0" name=""/>
        <dsp:cNvSpPr/>
      </dsp:nvSpPr>
      <dsp:spPr>
        <a:xfrm>
          <a:off x="4987" y="0"/>
          <a:ext cx="4361399" cy="759564"/>
        </a:xfrm>
        <a:prstGeom prst="homePlate">
          <a:avLst/>
        </a:prstGeom>
        <a:solidFill>
          <a:schemeClr val="lt1"/>
        </a:solidFill>
        <a:ln w="12700" cap="flat" cmpd="sng" algn="ctr">
          <a:solidFill>
            <a:schemeClr val="accent6"/>
          </a:solidFill>
          <a:prstDash val="solid"/>
          <a:miter lim="800000"/>
        </a:ln>
        <a:effectLst/>
      </dsp:spPr>
      <dsp:style>
        <a:lnRef idx="2">
          <a:schemeClr val="accent6"/>
        </a:lnRef>
        <a:fillRef idx="1">
          <a:schemeClr val="lt1"/>
        </a:fillRef>
        <a:effectRef idx="0">
          <a:schemeClr val="accent6"/>
        </a:effectRef>
        <a:fontRef idx="minor">
          <a:schemeClr val="dk1"/>
        </a:fontRef>
      </dsp:style>
      <dsp:txBody>
        <a:bodyPr spcFirstLastPara="0" vert="horz" wrap="square" lIns="85344" tIns="42672" rIns="21336" bIns="42672" numCol="1" spcCol="1270" anchor="ctr" anchorCtr="0">
          <a:noAutofit/>
        </a:bodyPr>
        <a:lstStyle/>
        <a:p>
          <a:pPr marL="0" lvl="0" indent="0" algn="l" defTabSz="711200">
            <a:lnSpc>
              <a:spcPct val="90000"/>
            </a:lnSpc>
            <a:spcBef>
              <a:spcPct val="0"/>
            </a:spcBef>
            <a:spcAft>
              <a:spcPct val="35000"/>
            </a:spcAft>
            <a:buNone/>
          </a:pPr>
          <a:r>
            <a:rPr lang="en-US" sz="1600" kern="1200" dirty="0"/>
            <a:t>Spell corrections, Stopwords removed, lemmatized &gt; 3, single char and </a:t>
          </a:r>
          <a:r>
            <a:rPr lang="en-US" sz="1600" kern="1200" dirty="0">
              <a:highlight>
                <a:srgbClr val="FFFF00"/>
              </a:highlight>
            </a:rPr>
            <a:t>2 chars words removed</a:t>
          </a:r>
          <a:r>
            <a:rPr lang="en-US" sz="1600" kern="1200" dirty="0"/>
            <a:t>, noise words removed</a:t>
          </a:r>
        </a:p>
      </dsp:txBody>
      <dsp:txXfrm>
        <a:off x="4987" y="0"/>
        <a:ext cx="4171508" cy="759564"/>
      </dsp:txXfrm>
    </dsp:sp>
    <dsp:sp modelId="{778B25C9-FFBC-4A96-9652-3414B5B8A2B2}">
      <dsp:nvSpPr>
        <dsp:cNvPr id="0" name=""/>
        <dsp:cNvSpPr/>
      </dsp:nvSpPr>
      <dsp:spPr>
        <a:xfrm>
          <a:off x="3494107" y="0"/>
          <a:ext cx="4361399" cy="759564"/>
        </a:xfrm>
        <a:prstGeom prst="chevron">
          <a:avLst/>
        </a:prstGeom>
        <a:solidFill>
          <a:schemeClr val="lt1"/>
        </a:solidFill>
        <a:ln w="12700" cap="flat" cmpd="sng" algn="ctr">
          <a:solidFill>
            <a:schemeClr val="accent6"/>
          </a:solidFill>
          <a:prstDash val="solid"/>
          <a:miter lim="800000"/>
        </a:ln>
        <a:effectLst/>
      </dsp:spPr>
      <dsp:style>
        <a:lnRef idx="2">
          <a:schemeClr val="accent6"/>
        </a:lnRef>
        <a:fillRef idx="1">
          <a:schemeClr val="lt1"/>
        </a:fillRef>
        <a:effectRef idx="0">
          <a:schemeClr val="accent6"/>
        </a:effectRef>
        <a:fontRef idx="minor">
          <a:schemeClr val="dk1"/>
        </a:fontRef>
      </dsp:style>
      <dsp:txBody>
        <a:bodyPr spcFirstLastPara="0" vert="horz" wrap="square" lIns="64008" tIns="42672" rIns="21336" bIns="42672" numCol="1" spcCol="1270" anchor="ctr" anchorCtr="0">
          <a:noAutofit/>
        </a:bodyPr>
        <a:lstStyle/>
        <a:p>
          <a:pPr marL="0" lvl="0" indent="0" algn="l" defTabSz="711200">
            <a:lnSpc>
              <a:spcPct val="90000"/>
            </a:lnSpc>
            <a:spcBef>
              <a:spcPct val="0"/>
            </a:spcBef>
            <a:spcAft>
              <a:spcPct val="35000"/>
            </a:spcAft>
            <a:buNone/>
          </a:pPr>
          <a:r>
            <a:rPr lang="en-US" sz="1600" kern="1200" dirty="0"/>
            <a:t>Fit on model = LR(100)</a:t>
          </a:r>
          <a:r>
            <a:rPr lang="en-US" sz="1600" kern="1200" dirty="0">
              <a:sym typeface="Wingdings" panose="05000000000000000000" pitchFamily="2" charset="2"/>
            </a:rPr>
            <a:t> get the probability distributions using </a:t>
          </a:r>
          <a:r>
            <a:rPr lang="en-US" sz="1600" kern="1200" dirty="0" err="1">
              <a:sym typeface="Wingdings" panose="05000000000000000000" pitchFamily="2" charset="2"/>
            </a:rPr>
            <a:t>X_test</a:t>
          </a:r>
          <a:endParaRPr lang="en-US" sz="1600" kern="1200" dirty="0"/>
        </a:p>
      </dsp:txBody>
      <dsp:txXfrm>
        <a:off x="3873889" y="0"/>
        <a:ext cx="3601835" cy="759564"/>
      </dsp:txXfrm>
    </dsp:sp>
    <dsp:sp modelId="{0F62B5FC-2DD4-4E5E-ACC8-09A8DBF870F1}">
      <dsp:nvSpPr>
        <dsp:cNvPr id="0" name=""/>
        <dsp:cNvSpPr/>
      </dsp:nvSpPr>
      <dsp:spPr>
        <a:xfrm>
          <a:off x="6983227" y="0"/>
          <a:ext cx="4361399" cy="759564"/>
        </a:xfrm>
        <a:prstGeom prst="chevron">
          <a:avLst/>
        </a:prstGeom>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6"/>
        </a:lnRef>
        <a:fillRef idx="3">
          <a:schemeClr val="accent6"/>
        </a:fillRef>
        <a:effectRef idx="3">
          <a:schemeClr val="accent6"/>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sym typeface="Wingdings" panose="05000000000000000000" pitchFamily="2" charset="2"/>
            </a:rPr>
            <a:t>Only the values at the found indexes </a:t>
          </a:r>
          <a:r>
            <a:rPr lang="en-US" sz="1500" b="1" kern="1200" dirty="0">
              <a:sym typeface="Wingdings" panose="05000000000000000000" pitchFamily="2" charset="2"/>
            </a:rPr>
            <a:t>Distribution-3 (48197 x 3)</a:t>
          </a:r>
          <a:endParaRPr lang="en-US" sz="1500" b="1" kern="1200" dirty="0"/>
        </a:p>
      </dsp:txBody>
      <dsp:txXfrm>
        <a:off x="7363009" y="0"/>
        <a:ext cx="3601835" cy="759564"/>
      </dsp:txXfrm>
    </dsp:sp>
  </dsp:spTree>
</dsp:drawing>
</file>

<file path=ppt/diagrams/drawing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4598FA-136F-4B7E-83A2-0B4C508F31B5}">
      <dsp:nvSpPr>
        <dsp:cNvPr id="0" name=""/>
        <dsp:cNvSpPr/>
      </dsp:nvSpPr>
      <dsp:spPr>
        <a:xfrm>
          <a:off x="3325" y="0"/>
          <a:ext cx="3336166" cy="954277"/>
        </a:xfrm>
        <a:prstGeom prst="homePlate">
          <a:avLst/>
        </a:prstGeom>
        <a:solidFill>
          <a:schemeClr val="lt1"/>
        </a:solid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85344" tIns="42672" rIns="21336" bIns="42672" numCol="1" spcCol="1270" anchor="ctr" anchorCtr="0">
          <a:noAutofit/>
        </a:bodyPr>
        <a:lstStyle/>
        <a:p>
          <a:pPr marL="0" lvl="0" indent="0" algn="ctr" defTabSz="711200">
            <a:lnSpc>
              <a:spcPct val="90000"/>
            </a:lnSpc>
            <a:spcBef>
              <a:spcPct val="0"/>
            </a:spcBef>
            <a:spcAft>
              <a:spcPct val="35000"/>
            </a:spcAft>
            <a:buNone/>
          </a:pPr>
          <a:r>
            <a:rPr lang="en-US" sz="1600" kern="1200" dirty="0"/>
            <a:t>Spell correction, Stopwords removed, lemmatize &gt; 3, single char removed, noise words removed</a:t>
          </a:r>
        </a:p>
      </dsp:txBody>
      <dsp:txXfrm>
        <a:off x="3325" y="0"/>
        <a:ext cx="3097597" cy="954277"/>
      </dsp:txXfrm>
    </dsp:sp>
    <dsp:sp modelId="{778B25C9-FFBC-4A96-9652-3414B5B8A2B2}">
      <dsp:nvSpPr>
        <dsp:cNvPr id="0" name=""/>
        <dsp:cNvSpPr/>
      </dsp:nvSpPr>
      <dsp:spPr>
        <a:xfrm>
          <a:off x="2672257" y="0"/>
          <a:ext cx="3336166" cy="954277"/>
        </a:xfrm>
        <a:prstGeom prst="chevron">
          <a:avLst/>
        </a:prstGeom>
        <a:solidFill>
          <a:schemeClr val="lt1"/>
        </a:solid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en-US" sz="1600" kern="1200" dirty="0"/>
            <a:t>Fit on model = LR(100)</a:t>
          </a:r>
          <a:r>
            <a:rPr lang="en-US" sz="1600" kern="1200" dirty="0">
              <a:sym typeface="Wingdings" panose="05000000000000000000" pitchFamily="2" charset="2"/>
            </a:rPr>
            <a:t> get the probability distributions for X-test</a:t>
          </a:r>
          <a:endParaRPr lang="en-US" sz="1600" kern="1200" dirty="0"/>
        </a:p>
      </dsp:txBody>
      <dsp:txXfrm>
        <a:off x="3149396" y="0"/>
        <a:ext cx="2381889" cy="954277"/>
      </dsp:txXfrm>
    </dsp:sp>
    <dsp:sp modelId="{263BA08A-D998-4911-89F5-173BB1C5440D}">
      <dsp:nvSpPr>
        <dsp:cNvPr id="0" name=""/>
        <dsp:cNvSpPr/>
      </dsp:nvSpPr>
      <dsp:spPr>
        <a:xfrm>
          <a:off x="5341190" y="0"/>
          <a:ext cx="3336166" cy="954277"/>
        </a:xfrm>
        <a:prstGeom prst="chevron">
          <a:avLst/>
        </a:prstGeom>
        <a:solidFill>
          <a:schemeClr val="lt1"/>
        </a:solidFill>
        <a:ln w="12700" cap="flat" cmpd="sng" algn="ctr">
          <a:solidFill>
            <a:schemeClr val="accent5"/>
          </a:solidFill>
          <a:prstDash val="solid"/>
          <a:miter lim="800000"/>
        </a:ln>
        <a:effectLst>
          <a:glow rad="139700">
            <a:schemeClr val="accent4">
              <a:satMod val="175000"/>
              <a:alpha val="40000"/>
            </a:schemeClr>
          </a:glow>
        </a:effectLst>
      </dsp:spPr>
      <dsp:style>
        <a:lnRef idx="2">
          <a:schemeClr val="accent5"/>
        </a:lnRef>
        <a:fillRef idx="1">
          <a:schemeClr val="lt1"/>
        </a:fillRef>
        <a:effectRef idx="0">
          <a:schemeClr val="accent5"/>
        </a:effectRef>
        <a:fontRef idx="minor">
          <a:schemeClr val="dk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en-US" sz="1600" kern="1200" dirty="0"/>
            <a:t>Store the indexes for top 3 probabilities for each row</a:t>
          </a:r>
        </a:p>
      </dsp:txBody>
      <dsp:txXfrm>
        <a:off x="5818329" y="0"/>
        <a:ext cx="2381889" cy="954277"/>
      </dsp:txXfrm>
    </dsp:sp>
    <dsp:sp modelId="{0F62B5FC-2DD4-4E5E-ACC8-09A8DBF870F1}">
      <dsp:nvSpPr>
        <dsp:cNvPr id="0" name=""/>
        <dsp:cNvSpPr/>
      </dsp:nvSpPr>
      <dsp:spPr>
        <a:xfrm>
          <a:off x="8010123" y="0"/>
          <a:ext cx="3336166" cy="954277"/>
        </a:xfrm>
        <a:prstGeom prst="chevron">
          <a:avLst/>
        </a:prstGeom>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5"/>
        </a:lnRef>
        <a:fillRef idx="3">
          <a:schemeClr val="accent5"/>
        </a:fillRef>
        <a:effectRef idx="3">
          <a:schemeClr val="accent5"/>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en-US" sz="1600" kern="1200" dirty="0"/>
            <a:t>Only the values at those indexes </a:t>
          </a:r>
          <a:r>
            <a:rPr lang="en-US" sz="1600" kern="1200" dirty="0">
              <a:sym typeface="Wingdings" panose="05000000000000000000" pitchFamily="2" charset="2"/>
            </a:rPr>
            <a:t> </a:t>
          </a:r>
          <a:r>
            <a:rPr lang="en-US" sz="1600" b="1" kern="1200" dirty="0">
              <a:sym typeface="Wingdings" panose="05000000000000000000" pitchFamily="2" charset="2"/>
            </a:rPr>
            <a:t>Distribution-1 (48197 x 3)</a:t>
          </a:r>
          <a:endParaRPr lang="en-US" sz="1600" b="1" kern="1200" dirty="0"/>
        </a:p>
      </dsp:txBody>
      <dsp:txXfrm>
        <a:off x="8487262" y="0"/>
        <a:ext cx="2381889" cy="954277"/>
      </dsp:txXfrm>
    </dsp:sp>
  </dsp:spTree>
</dsp:drawing>
</file>

<file path=ppt/diagrams/drawing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4598FA-136F-4B7E-83A2-0B4C508F31B5}">
      <dsp:nvSpPr>
        <dsp:cNvPr id="0" name=""/>
        <dsp:cNvSpPr/>
      </dsp:nvSpPr>
      <dsp:spPr>
        <a:xfrm>
          <a:off x="4987" y="0"/>
          <a:ext cx="4361399" cy="848551"/>
        </a:xfrm>
        <a:prstGeom prst="homePlate">
          <a:avLst/>
        </a:prstGeom>
        <a:solidFill>
          <a:schemeClr val="lt1"/>
        </a:solidFill>
        <a:ln w="12700" cap="flat" cmpd="sng" algn="ctr">
          <a:solidFill>
            <a:schemeClr val="accent6"/>
          </a:solidFill>
          <a:prstDash val="solid"/>
          <a:miter lim="800000"/>
        </a:ln>
        <a:effectLst/>
      </dsp:spPr>
      <dsp:style>
        <a:lnRef idx="2">
          <a:schemeClr val="accent6"/>
        </a:lnRef>
        <a:fillRef idx="1">
          <a:schemeClr val="lt1"/>
        </a:fillRef>
        <a:effectRef idx="0">
          <a:schemeClr val="accent6"/>
        </a:effectRef>
        <a:fontRef idx="minor">
          <a:schemeClr val="dk1"/>
        </a:fontRef>
      </dsp:style>
      <dsp:txBody>
        <a:bodyPr spcFirstLastPara="0" vert="horz" wrap="square" lIns="85344" tIns="42672" rIns="21336" bIns="42672" numCol="1" spcCol="1270" anchor="ctr" anchorCtr="0">
          <a:noAutofit/>
        </a:bodyPr>
        <a:lstStyle/>
        <a:p>
          <a:pPr marL="0" lvl="0" indent="0" algn="l" defTabSz="711200">
            <a:lnSpc>
              <a:spcPct val="90000"/>
            </a:lnSpc>
            <a:spcBef>
              <a:spcPct val="0"/>
            </a:spcBef>
            <a:spcAft>
              <a:spcPct val="35000"/>
            </a:spcAft>
            <a:buNone/>
          </a:pPr>
          <a:r>
            <a:rPr lang="en-US" sz="1600" kern="1200" dirty="0"/>
            <a:t>Spell correction, Stopwords removed, </a:t>
          </a:r>
          <a:r>
            <a:rPr lang="en-US" sz="1600" kern="1200" dirty="0">
              <a:highlight>
                <a:srgbClr val="FFFF00"/>
              </a:highlight>
            </a:rPr>
            <a:t>numbers removed</a:t>
          </a:r>
          <a:r>
            <a:rPr lang="en-US" sz="1600" kern="1200" dirty="0"/>
            <a:t>, lemmatized &gt; 3, single char and </a:t>
          </a:r>
          <a:r>
            <a:rPr lang="en-US" sz="1600" kern="1200" dirty="0">
              <a:highlight>
                <a:srgbClr val="FFFF00"/>
              </a:highlight>
            </a:rPr>
            <a:t>2 chars words removed</a:t>
          </a:r>
          <a:r>
            <a:rPr lang="en-US" sz="1600" kern="1200" dirty="0"/>
            <a:t>, noise words removed</a:t>
          </a:r>
        </a:p>
      </dsp:txBody>
      <dsp:txXfrm>
        <a:off x="4987" y="0"/>
        <a:ext cx="4149261" cy="848551"/>
      </dsp:txXfrm>
    </dsp:sp>
    <dsp:sp modelId="{778B25C9-FFBC-4A96-9652-3414B5B8A2B2}">
      <dsp:nvSpPr>
        <dsp:cNvPr id="0" name=""/>
        <dsp:cNvSpPr/>
      </dsp:nvSpPr>
      <dsp:spPr>
        <a:xfrm>
          <a:off x="3494107" y="0"/>
          <a:ext cx="4361399" cy="848551"/>
        </a:xfrm>
        <a:prstGeom prst="chevron">
          <a:avLst/>
        </a:prstGeom>
        <a:solidFill>
          <a:schemeClr val="lt1"/>
        </a:solidFill>
        <a:ln w="12700" cap="flat" cmpd="sng" algn="ctr">
          <a:solidFill>
            <a:schemeClr val="accent6"/>
          </a:solidFill>
          <a:prstDash val="solid"/>
          <a:miter lim="800000"/>
        </a:ln>
        <a:effectLst/>
      </dsp:spPr>
      <dsp:style>
        <a:lnRef idx="2">
          <a:schemeClr val="accent6"/>
        </a:lnRef>
        <a:fillRef idx="1">
          <a:schemeClr val="lt1"/>
        </a:fillRef>
        <a:effectRef idx="0">
          <a:schemeClr val="accent6"/>
        </a:effectRef>
        <a:fontRef idx="minor">
          <a:schemeClr val="dk1"/>
        </a:fontRef>
      </dsp:style>
      <dsp:txBody>
        <a:bodyPr spcFirstLastPara="0" vert="horz" wrap="square" lIns="64008" tIns="42672" rIns="21336" bIns="42672" numCol="1" spcCol="1270" anchor="ctr" anchorCtr="0">
          <a:noAutofit/>
        </a:bodyPr>
        <a:lstStyle/>
        <a:p>
          <a:pPr marL="0" lvl="0" indent="0" algn="l" defTabSz="711200">
            <a:lnSpc>
              <a:spcPct val="90000"/>
            </a:lnSpc>
            <a:spcBef>
              <a:spcPct val="0"/>
            </a:spcBef>
            <a:spcAft>
              <a:spcPct val="35000"/>
            </a:spcAft>
            <a:buNone/>
          </a:pPr>
          <a:r>
            <a:rPr lang="en-US" sz="1600" kern="1200" dirty="0"/>
            <a:t>Fit on model = LR(100)</a:t>
          </a:r>
          <a:r>
            <a:rPr lang="en-US" sz="1600" kern="1200" dirty="0">
              <a:sym typeface="Wingdings" panose="05000000000000000000" pitchFamily="2" charset="2"/>
            </a:rPr>
            <a:t> get the probability distributions</a:t>
          </a:r>
          <a:endParaRPr lang="en-US" sz="1600" kern="1200" dirty="0"/>
        </a:p>
      </dsp:txBody>
      <dsp:txXfrm>
        <a:off x="3918383" y="0"/>
        <a:ext cx="3512848" cy="848551"/>
      </dsp:txXfrm>
    </dsp:sp>
    <dsp:sp modelId="{0F62B5FC-2DD4-4E5E-ACC8-09A8DBF870F1}">
      <dsp:nvSpPr>
        <dsp:cNvPr id="0" name=""/>
        <dsp:cNvSpPr/>
      </dsp:nvSpPr>
      <dsp:spPr>
        <a:xfrm>
          <a:off x="6983227" y="0"/>
          <a:ext cx="4361399" cy="848551"/>
        </a:xfrm>
        <a:prstGeom prst="chevron">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1"/>
        </a:lnRef>
        <a:fillRef idx="3">
          <a:schemeClr val="accent1"/>
        </a:fillRef>
        <a:effectRef idx="3">
          <a:schemeClr val="accent1"/>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Only the values at those indexes </a:t>
          </a:r>
          <a:r>
            <a:rPr lang="en-US" sz="1500" kern="1200" dirty="0">
              <a:sym typeface="Wingdings" panose="05000000000000000000" pitchFamily="2" charset="2"/>
            </a:rPr>
            <a:t> </a:t>
          </a:r>
          <a:r>
            <a:rPr lang="en-US" sz="1500" b="1" kern="1200" dirty="0">
              <a:sym typeface="Wingdings" panose="05000000000000000000" pitchFamily="2" charset="2"/>
            </a:rPr>
            <a:t>Distribution-3 (48197 x 3)</a:t>
          </a:r>
          <a:endParaRPr lang="en-US" sz="1500" b="1" kern="1200" dirty="0"/>
        </a:p>
      </dsp:txBody>
      <dsp:txXfrm>
        <a:off x="7407503" y="0"/>
        <a:ext cx="3512848" cy="848551"/>
      </dsp:txXfrm>
    </dsp:sp>
  </dsp:spTree>
</dsp:drawing>
</file>

<file path=ppt/diagrams/drawing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4598FA-136F-4B7E-83A2-0B4C508F31B5}">
      <dsp:nvSpPr>
        <dsp:cNvPr id="0" name=""/>
        <dsp:cNvSpPr/>
      </dsp:nvSpPr>
      <dsp:spPr>
        <a:xfrm>
          <a:off x="3325" y="0"/>
          <a:ext cx="3336166" cy="954277"/>
        </a:xfrm>
        <a:prstGeom prst="homePlate">
          <a:avLst/>
        </a:prstGeom>
        <a:solidFill>
          <a:schemeClr val="lt1"/>
        </a:solid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85344" tIns="42672" rIns="21336" bIns="42672" numCol="1" spcCol="1270" anchor="ctr" anchorCtr="0">
          <a:noAutofit/>
        </a:bodyPr>
        <a:lstStyle/>
        <a:p>
          <a:pPr marL="0" lvl="0" indent="0" algn="ctr" defTabSz="711200">
            <a:lnSpc>
              <a:spcPct val="90000"/>
            </a:lnSpc>
            <a:spcBef>
              <a:spcPct val="0"/>
            </a:spcBef>
            <a:spcAft>
              <a:spcPct val="35000"/>
            </a:spcAft>
            <a:buNone/>
          </a:pPr>
          <a:r>
            <a:rPr lang="en-US" sz="1600" kern="1200" dirty="0"/>
            <a:t>Spell correction, Stopwords removed, lemmatize &gt; 3, single char removed, noise words removed</a:t>
          </a:r>
        </a:p>
      </dsp:txBody>
      <dsp:txXfrm>
        <a:off x="3325" y="0"/>
        <a:ext cx="3097597" cy="954277"/>
      </dsp:txXfrm>
    </dsp:sp>
    <dsp:sp modelId="{778B25C9-FFBC-4A96-9652-3414B5B8A2B2}">
      <dsp:nvSpPr>
        <dsp:cNvPr id="0" name=""/>
        <dsp:cNvSpPr/>
      </dsp:nvSpPr>
      <dsp:spPr>
        <a:xfrm>
          <a:off x="2672257" y="0"/>
          <a:ext cx="3336166" cy="954277"/>
        </a:xfrm>
        <a:prstGeom prst="chevron">
          <a:avLst/>
        </a:prstGeom>
        <a:solidFill>
          <a:schemeClr val="lt1"/>
        </a:solid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en-US" sz="1600" kern="1200" dirty="0"/>
            <a:t>Fit on model = LR(100)</a:t>
          </a:r>
          <a:r>
            <a:rPr lang="en-US" sz="1600" kern="1200" dirty="0">
              <a:sym typeface="Wingdings" panose="05000000000000000000" pitchFamily="2" charset="2"/>
            </a:rPr>
            <a:t> get the probability distributions</a:t>
          </a:r>
          <a:endParaRPr lang="en-US" sz="1600" kern="1200" dirty="0"/>
        </a:p>
      </dsp:txBody>
      <dsp:txXfrm>
        <a:off x="3149396" y="0"/>
        <a:ext cx="2381889" cy="954277"/>
      </dsp:txXfrm>
    </dsp:sp>
    <dsp:sp modelId="{263BA08A-D998-4911-89F5-173BB1C5440D}">
      <dsp:nvSpPr>
        <dsp:cNvPr id="0" name=""/>
        <dsp:cNvSpPr/>
      </dsp:nvSpPr>
      <dsp:spPr>
        <a:xfrm>
          <a:off x="5341190" y="0"/>
          <a:ext cx="3336166" cy="954277"/>
        </a:xfrm>
        <a:prstGeom prst="chevron">
          <a:avLst/>
        </a:prstGeom>
        <a:solidFill>
          <a:schemeClr val="lt1"/>
        </a:solidFill>
        <a:ln w="12700" cap="flat" cmpd="sng" algn="ctr">
          <a:solidFill>
            <a:schemeClr val="accent5"/>
          </a:solidFill>
          <a:prstDash val="solid"/>
          <a:miter lim="800000"/>
        </a:ln>
        <a:effectLst>
          <a:glow rad="139700">
            <a:schemeClr val="accent4">
              <a:satMod val="175000"/>
              <a:alpha val="40000"/>
            </a:schemeClr>
          </a:glow>
        </a:effectLst>
      </dsp:spPr>
      <dsp:style>
        <a:lnRef idx="2">
          <a:schemeClr val="accent5"/>
        </a:lnRef>
        <a:fillRef idx="1">
          <a:schemeClr val="lt1"/>
        </a:fillRef>
        <a:effectRef idx="0">
          <a:schemeClr val="accent5"/>
        </a:effectRef>
        <a:fontRef idx="minor">
          <a:schemeClr val="dk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en-US" sz="1600" kern="1200" dirty="0"/>
            <a:t>Store the indexes for top 3 probabilities for each row</a:t>
          </a:r>
        </a:p>
      </dsp:txBody>
      <dsp:txXfrm>
        <a:off x="5818329" y="0"/>
        <a:ext cx="2381889" cy="954277"/>
      </dsp:txXfrm>
    </dsp:sp>
    <dsp:sp modelId="{0F62B5FC-2DD4-4E5E-ACC8-09A8DBF870F1}">
      <dsp:nvSpPr>
        <dsp:cNvPr id="0" name=""/>
        <dsp:cNvSpPr/>
      </dsp:nvSpPr>
      <dsp:spPr>
        <a:xfrm>
          <a:off x="8010123" y="0"/>
          <a:ext cx="3336166" cy="954277"/>
        </a:xfrm>
        <a:prstGeom prst="chevron">
          <a:avLst/>
        </a:prstGeom>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5"/>
        </a:lnRef>
        <a:fillRef idx="3">
          <a:schemeClr val="accent5"/>
        </a:fillRef>
        <a:effectRef idx="3">
          <a:schemeClr val="accent5"/>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en-US" sz="1600" kern="1200" dirty="0"/>
            <a:t>Only the values at those indexes </a:t>
          </a:r>
          <a:r>
            <a:rPr lang="en-US" sz="1600" kern="1200" dirty="0">
              <a:sym typeface="Wingdings" panose="05000000000000000000" pitchFamily="2" charset="2"/>
            </a:rPr>
            <a:t> </a:t>
          </a:r>
          <a:r>
            <a:rPr lang="en-US" sz="1600" b="1" kern="1200" dirty="0">
              <a:sym typeface="Wingdings" panose="05000000000000000000" pitchFamily="2" charset="2"/>
            </a:rPr>
            <a:t>Distribution-1 (48197 x 3)</a:t>
          </a:r>
          <a:endParaRPr lang="en-US" sz="1600" b="1" kern="1200" dirty="0"/>
        </a:p>
      </dsp:txBody>
      <dsp:txXfrm>
        <a:off x="8487262" y="0"/>
        <a:ext cx="2381889" cy="954277"/>
      </dsp:txXfrm>
    </dsp:sp>
  </dsp:spTree>
</dsp:drawing>
</file>

<file path=ppt/diagrams/drawing3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89CA76-8959-4CF4-8521-22E6A689BEB5}">
      <dsp:nvSpPr>
        <dsp:cNvPr id="0" name=""/>
        <dsp:cNvSpPr/>
      </dsp:nvSpPr>
      <dsp:spPr>
        <a:xfrm>
          <a:off x="0" y="77507"/>
          <a:ext cx="11058211" cy="647595"/>
        </a:xfrm>
        <a:prstGeom prst="roundRect">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1"/>
        </a:lnRef>
        <a:fillRef idx="3">
          <a:schemeClr val="accent1"/>
        </a:fillRef>
        <a:effectRef idx="3">
          <a:schemeClr val="accent1"/>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My list</a:t>
          </a:r>
        </a:p>
      </dsp:txBody>
      <dsp:txXfrm>
        <a:off x="31613" y="109120"/>
        <a:ext cx="10994985" cy="584369"/>
      </dsp:txXfrm>
    </dsp:sp>
    <dsp:sp modelId="{997DCE63-F019-4ECB-902A-C06308C7D37B}">
      <dsp:nvSpPr>
        <dsp:cNvPr id="0" name=""/>
        <dsp:cNvSpPr/>
      </dsp:nvSpPr>
      <dsp:spPr>
        <a:xfrm>
          <a:off x="0" y="725102"/>
          <a:ext cx="11058211" cy="10898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1098" tIns="34290" rIns="192024" bIns="34290" numCol="1" spcCol="1270" anchor="t" anchorCtr="0">
          <a:noAutofit/>
        </a:bodyPr>
        <a:lstStyle/>
        <a:p>
          <a:pPr marL="228600" lvl="1" indent="-228600" algn="l" defTabSz="933450">
            <a:lnSpc>
              <a:spcPct val="90000"/>
            </a:lnSpc>
            <a:spcBef>
              <a:spcPct val="0"/>
            </a:spcBef>
            <a:spcAft>
              <a:spcPct val="20000"/>
            </a:spcAft>
            <a:buChar char="•"/>
          </a:pPr>
          <a:r>
            <a:rPr lang="en-US" sz="2100" kern="1200" dirty="0"/>
            <a:t>Total words I’ve found from eyeballing:  31</a:t>
          </a:r>
        </a:p>
        <a:p>
          <a:pPr marL="228600" lvl="1" indent="-228600" algn="l" defTabSz="933450">
            <a:lnSpc>
              <a:spcPct val="90000"/>
            </a:lnSpc>
            <a:spcBef>
              <a:spcPct val="0"/>
            </a:spcBef>
            <a:spcAft>
              <a:spcPct val="20000"/>
            </a:spcAft>
            <a:buChar char="•"/>
          </a:pPr>
          <a:r>
            <a:rPr lang="en-US" sz="2100" kern="1200" dirty="0"/>
            <a:t>CHICKN </a:t>
          </a:r>
          <a:r>
            <a:rPr lang="en-US" sz="2100" kern="1200" dirty="0">
              <a:sym typeface="Wingdings" panose="05000000000000000000" pitchFamily="2" charset="2"/>
            </a:rPr>
            <a:t> CHICKEN</a:t>
          </a:r>
          <a:endParaRPr lang="en-US" sz="2100" kern="1200" dirty="0"/>
        </a:p>
        <a:p>
          <a:pPr marL="228600" lvl="1" indent="-228600" algn="l" defTabSz="933450">
            <a:lnSpc>
              <a:spcPct val="90000"/>
            </a:lnSpc>
            <a:spcBef>
              <a:spcPct val="0"/>
            </a:spcBef>
            <a:spcAft>
              <a:spcPct val="20000"/>
            </a:spcAft>
            <a:buChar char="•"/>
          </a:pPr>
          <a:r>
            <a:rPr lang="en-US" sz="2100" kern="1200" dirty="0"/>
            <a:t>JUICI </a:t>
          </a:r>
          <a:r>
            <a:rPr lang="en-US" sz="2100" kern="1200" dirty="0">
              <a:sym typeface="Wingdings" panose="05000000000000000000" pitchFamily="2" charset="2"/>
            </a:rPr>
            <a:t> JUICE</a:t>
          </a:r>
          <a:endParaRPr lang="en-US" sz="2100" kern="1200" dirty="0"/>
        </a:p>
      </dsp:txBody>
      <dsp:txXfrm>
        <a:off x="0" y="725102"/>
        <a:ext cx="11058211" cy="1089854"/>
      </dsp:txXfrm>
    </dsp:sp>
    <dsp:sp modelId="{E541FF1A-3FFA-4828-AA71-9E7F39B4C5A7}">
      <dsp:nvSpPr>
        <dsp:cNvPr id="0" name=""/>
        <dsp:cNvSpPr/>
      </dsp:nvSpPr>
      <dsp:spPr>
        <a:xfrm>
          <a:off x="0" y="1814957"/>
          <a:ext cx="11058211" cy="647595"/>
        </a:xfrm>
        <a:prstGeom prst="roundRect">
          <a:avLst/>
        </a:prstGeom>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6"/>
        </a:lnRef>
        <a:fillRef idx="3">
          <a:schemeClr val="accent6"/>
        </a:fillRef>
        <a:effectRef idx="3">
          <a:schemeClr val="accent6"/>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Walmart’s list</a:t>
          </a:r>
        </a:p>
      </dsp:txBody>
      <dsp:txXfrm>
        <a:off x="31613" y="1846570"/>
        <a:ext cx="10994985" cy="584369"/>
      </dsp:txXfrm>
    </dsp:sp>
    <dsp:sp modelId="{8DEDDC4D-4C17-4930-981B-59020FCD352E}">
      <dsp:nvSpPr>
        <dsp:cNvPr id="0" name=""/>
        <dsp:cNvSpPr/>
      </dsp:nvSpPr>
      <dsp:spPr>
        <a:xfrm>
          <a:off x="0" y="2462552"/>
          <a:ext cx="11058211" cy="10898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1098" tIns="34290" rIns="192024" bIns="34290" numCol="1" spcCol="1270" anchor="t" anchorCtr="0">
          <a:noAutofit/>
        </a:bodyPr>
        <a:lstStyle/>
        <a:p>
          <a:pPr marL="228600" lvl="1" indent="-228600" algn="l" defTabSz="933450">
            <a:lnSpc>
              <a:spcPct val="90000"/>
            </a:lnSpc>
            <a:spcBef>
              <a:spcPct val="0"/>
            </a:spcBef>
            <a:spcAft>
              <a:spcPct val="20000"/>
            </a:spcAft>
            <a:buChar char="•"/>
          </a:pPr>
          <a:r>
            <a:rPr lang="en-US" sz="2100" kern="1200" dirty="0"/>
            <a:t>Total words present in the list: 40,745</a:t>
          </a:r>
        </a:p>
        <a:p>
          <a:pPr marL="228600" lvl="1" indent="-228600" algn="l" defTabSz="933450">
            <a:lnSpc>
              <a:spcPct val="90000"/>
            </a:lnSpc>
            <a:spcBef>
              <a:spcPct val="0"/>
            </a:spcBef>
            <a:spcAft>
              <a:spcPct val="20000"/>
            </a:spcAft>
            <a:buChar char="•"/>
          </a:pPr>
          <a:r>
            <a:rPr lang="en-US" sz="2100" kern="1200" dirty="0"/>
            <a:t>GARC </a:t>
          </a:r>
          <a:r>
            <a:rPr lang="en-US" sz="2100" kern="1200" dirty="0">
              <a:sym typeface="Wingdings" panose="05000000000000000000" pitchFamily="2" charset="2"/>
            </a:rPr>
            <a:t> GARLIC</a:t>
          </a:r>
          <a:endParaRPr lang="en-US" sz="2100" kern="1200" dirty="0"/>
        </a:p>
        <a:p>
          <a:pPr marL="228600" lvl="1" indent="-228600" algn="l" defTabSz="933450">
            <a:lnSpc>
              <a:spcPct val="90000"/>
            </a:lnSpc>
            <a:spcBef>
              <a:spcPct val="0"/>
            </a:spcBef>
            <a:spcAft>
              <a:spcPct val="20000"/>
            </a:spcAft>
            <a:buChar char="•"/>
          </a:pPr>
          <a:r>
            <a:rPr lang="en-US" sz="2100" kern="1200" dirty="0"/>
            <a:t>ALMOND </a:t>
          </a:r>
          <a:r>
            <a:rPr lang="en-US" sz="2100" kern="1200" dirty="0">
              <a:sym typeface="Wingdings" panose="05000000000000000000" pitchFamily="2" charset="2"/>
            </a:rPr>
            <a:t> ALMONDS</a:t>
          </a:r>
          <a:endParaRPr lang="en-US" sz="2100" kern="1200" dirty="0"/>
        </a:p>
      </dsp:txBody>
      <dsp:txXfrm>
        <a:off x="0" y="2462552"/>
        <a:ext cx="11058211" cy="1089854"/>
      </dsp:txXfrm>
    </dsp:sp>
    <dsp:sp modelId="{0238F5EC-39D5-40A3-AECA-3209C1898319}">
      <dsp:nvSpPr>
        <dsp:cNvPr id="0" name=""/>
        <dsp:cNvSpPr/>
      </dsp:nvSpPr>
      <dsp:spPr>
        <a:xfrm>
          <a:off x="0" y="3552407"/>
          <a:ext cx="11058211" cy="647595"/>
        </a:xfrm>
        <a:prstGeom prst="roundRect">
          <a:avLst/>
        </a:prstGeom>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5"/>
        </a:lnRef>
        <a:fillRef idx="3">
          <a:schemeClr val="accent5"/>
        </a:fillRef>
        <a:effectRef idx="3">
          <a:schemeClr val="accent5"/>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Applied on</a:t>
          </a:r>
        </a:p>
      </dsp:txBody>
      <dsp:txXfrm>
        <a:off x="31613" y="3584020"/>
        <a:ext cx="10994985" cy="584369"/>
      </dsp:txXfrm>
    </dsp:sp>
    <dsp:sp modelId="{89DB7315-CD75-4560-8DD9-6B46070A760C}">
      <dsp:nvSpPr>
        <dsp:cNvPr id="0" name=""/>
        <dsp:cNvSpPr/>
      </dsp:nvSpPr>
      <dsp:spPr>
        <a:xfrm>
          <a:off x="0" y="4200002"/>
          <a:ext cx="11058211" cy="7265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1098" tIns="34290" rIns="192024" bIns="34290" numCol="1" spcCol="1270" anchor="t" anchorCtr="0">
          <a:noAutofit/>
        </a:bodyPr>
        <a:lstStyle/>
        <a:p>
          <a:pPr marL="228600" lvl="1" indent="-228600" algn="l" defTabSz="933450">
            <a:lnSpc>
              <a:spcPct val="90000"/>
            </a:lnSpc>
            <a:spcBef>
              <a:spcPct val="0"/>
            </a:spcBef>
            <a:spcAft>
              <a:spcPct val="20000"/>
            </a:spcAft>
            <a:buChar char="•"/>
          </a:pPr>
          <a:r>
            <a:rPr lang="en-US" sz="2100" kern="1200" dirty="0" err="1"/>
            <a:t>Train_df</a:t>
          </a:r>
          <a:r>
            <a:rPr lang="en-US" sz="2100" kern="1200" dirty="0"/>
            <a:t>[‘FEAT1’], </a:t>
          </a:r>
          <a:r>
            <a:rPr lang="en-US" sz="2100" kern="1200" dirty="0" err="1"/>
            <a:t>test_df</a:t>
          </a:r>
          <a:r>
            <a:rPr lang="en-US" sz="2100" kern="1200" dirty="0"/>
            <a:t>[‘FEAT1’]</a:t>
          </a:r>
        </a:p>
        <a:p>
          <a:pPr marL="228600" lvl="1" indent="-228600" algn="l" defTabSz="933450">
            <a:lnSpc>
              <a:spcPct val="90000"/>
            </a:lnSpc>
            <a:spcBef>
              <a:spcPct val="0"/>
            </a:spcBef>
            <a:spcAft>
              <a:spcPct val="20000"/>
            </a:spcAft>
            <a:buChar char="•"/>
          </a:pPr>
          <a:r>
            <a:rPr lang="en-US" sz="2100" kern="1200" dirty="0"/>
            <a:t>Before calculating trust factor, I’ll apply on predicted category and predicted variety.</a:t>
          </a:r>
        </a:p>
      </dsp:txBody>
      <dsp:txXfrm>
        <a:off x="0" y="4200002"/>
        <a:ext cx="11058211" cy="726570"/>
      </dsp:txXfrm>
    </dsp:sp>
  </dsp:spTree>
</dsp:drawing>
</file>

<file path=ppt/diagrams/drawing3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53E562-2233-4C87-9163-C84C75EBB75B}">
      <dsp:nvSpPr>
        <dsp:cNvPr id="0" name=""/>
        <dsp:cNvSpPr/>
      </dsp:nvSpPr>
      <dsp:spPr>
        <a:xfrm>
          <a:off x="0" y="390236"/>
          <a:ext cx="11211728" cy="123165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0155" tIns="354076" rIns="870155" bIns="120904" numCol="1" spcCol="1270" anchor="t" anchorCtr="0">
          <a:noAutofit/>
        </a:bodyPr>
        <a:lstStyle/>
        <a:p>
          <a:pPr marL="171450" lvl="1" indent="-171450" algn="l" defTabSz="755650">
            <a:lnSpc>
              <a:spcPct val="90000"/>
            </a:lnSpc>
            <a:spcBef>
              <a:spcPct val="0"/>
            </a:spcBef>
            <a:spcAft>
              <a:spcPct val="15000"/>
            </a:spcAft>
            <a:buChar char="•"/>
          </a:pPr>
          <a:r>
            <a:rPr lang="en-US" sz="1700" kern="1200" dirty="0"/>
            <a:t>Randomly choose a word in the sentence and look for its synonym in “Wordnet”. If found, then replace it otherwise return nothing.</a:t>
          </a:r>
        </a:p>
        <a:p>
          <a:pPr marL="171450" lvl="1" indent="-171450" algn="l" defTabSz="755650">
            <a:lnSpc>
              <a:spcPct val="90000"/>
            </a:lnSpc>
            <a:spcBef>
              <a:spcPct val="0"/>
            </a:spcBef>
            <a:spcAft>
              <a:spcPct val="15000"/>
            </a:spcAft>
            <a:buChar char="•"/>
          </a:pPr>
          <a:r>
            <a:rPr lang="en-US" sz="1700" kern="1200" dirty="0"/>
            <a:t>Few issues- SAM: surface-to-air missile, Premium: Insurance Premium</a:t>
          </a:r>
        </a:p>
      </dsp:txBody>
      <dsp:txXfrm>
        <a:off x="0" y="390236"/>
        <a:ext cx="11211728" cy="1231650"/>
      </dsp:txXfrm>
    </dsp:sp>
    <dsp:sp modelId="{3F6EB0EE-79AA-4413-9F89-D84D826A61F0}">
      <dsp:nvSpPr>
        <dsp:cNvPr id="0" name=""/>
        <dsp:cNvSpPr/>
      </dsp:nvSpPr>
      <dsp:spPr>
        <a:xfrm>
          <a:off x="560586" y="139316"/>
          <a:ext cx="7848209" cy="5018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6644" tIns="0" rIns="296644" bIns="0" numCol="1" spcCol="1270" anchor="ctr" anchorCtr="0">
          <a:noAutofit/>
        </a:bodyPr>
        <a:lstStyle/>
        <a:p>
          <a:pPr marL="0" lvl="0" indent="0" algn="l" defTabSz="1422400">
            <a:lnSpc>
              <a:spcPct val="90000"/>
            </a:lnSpc>
            <a:spcBef>
              <a:spcPct val="0"/>
            </a:spcBef>
            <a:spcAft>
              <a:spcPct val="35000"/>
            </a:spcAft>
            <a:buNone/>
          </a:pPr>
          <a:r>
            <a:rPr lang="en-US" sz="3200" kern="1200" dirty="0"/>
            <a:t>Simple wordnet</a:t>
          </a:r>
        </a:p>
      </dsp:txBody>
      <dsp:txXfrm>
        <a:off x="585084" y="163814"/>
        <a:ext cx="7799213" cy="452844"/>
      </dsp:txXfrm>
    </dsp:sp>
    <dsp:sp modelId="{47596F64-7F36-470B-972D-B3FDAB19EDF0}">
      <dsp:nvSpPr>
        <dsp:cNvPr id="0" name=""/>
        <dsp:cNvSpPr/>
      </dsp:nvSpPr>
      <dsp:spPr>
        <a:xfrm>
          <a:off x="0" y="1964606"/>
          <a:ext cx="11211728" cy="1204875"/>
        </a:xfrm>
        <a:prstGeom prst="rect">
          <a:avLst/>
        </a:prstGeom>
        <a:solidFill>
          <a:schemeClr val="lt1">
            <a:alpha val="90000"/>
            <a:hueOff val="0"/>
            <a:satOff val="0"/>
            <a:lumOff val="0"/>
            <a:alphaOff val="0"/>
          </a:schemeClr>
        </a:solidFill>
        <a:ln w="12700" cap="flat" cmpd="sng" algn="ctr">
          <a:solidFill>
            <a:schemeClr val="accent6"/>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0155" tIns="354076" rIns="870155" bIns="120904" numCol="1" spcCol="1270" anchor="t" anchorCtr="0">
          <a:noAutofit/>
        </a:bodyPr>
        <a:lstStyle/>
        <a:p>
          <a:pPr marL="171450" lvl="1" indent="-171450" algn="l" defTabSz="755650">
            <a:lnSpc>
              <a:spcPct val="90000"/>
            </a:lnSpc>
            <a:spcBef>
              <a:spcPct val="0"/>
            </a:spcBef>
            <a:spcAft>
              <a:spcPct val="15000"/>
            </a:spcAft>
            <a:buChar char="•"/>
          </a:pPr>
          <a:r>
            <a:rPr lang="en-US" sz="1700" kern="1200" dirty="0"/>
            <a:t>Randomly choose a word in the sentence and look for its synonym. If that word is present in Walmart list, return its list of synonyms and replace with any of them randomly. If word not found in Walmart list, return nothing. </a:t>
          </a:r>
        </a:p>
      </dsp:txBody>
      <dsp:txXfrm>
        <a:off x="0" y="1964606"/>
        <a:ext cx="11211728" cy="1204875"/>
      </dsp:txXfrm>
    </dsp:sp>
    <dsp:sp modelId="{4F931AB2-0D6D-4D3C-B4CF-AA2C9E60CFB4}">
      <dsp:nvSpPr>
        <dsp:cNvPr id="0" name=""/>
        <dsp:cNvSpPr/>
      </dsp:nvSpPr>
      <dsp:spPr>
        <a:xfrm>
          <a:off x="560586" y="1713686"/>
          <a:ext cx="7848209" cy="501840"/>
        </a:xfrm>
        <a:prstGeom prst="roundRect">
          <a:avLst/>
        </a:prstGeom>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6"/>
        </a:lnRef>
        <a:fillRef idx="3">
          <a:schemeClr val="accent6"/>
        </a:fillRef>
        <a:effectRef idx="3">
          <a:schemeClr val="accent6"/>
        </a:effectRef>
        <a:fontRef idx="minor">
          <a:schemeClr val="lt1"/>
        </a:fontRef>
      </dsp:style>
      <dsp:txBody>
        <a:bodyPr spcFirstLastPara="0" vert="horz" wrap="square" lIns="296644" tIns="0" rIns="296644" bIns="0" numCol="1" spcCol="1270" anchor="ctr" anchorCtr="0">
          <a:noAutofit/>
        </a:bodyPr>
        <a:lstStyle/>
        <a:p>
          <a:pPr marL="0" lvl="0" indent="0" algn="l" defTabSz="1422400">
            <a:lnSpc>
              <a:spcPct val="90000"/>
            </a:lnSpc>
            <a:spcBef>
              <a:spcPct val="0"/>
            </a:spcBef>
            <a:spcAft>
              <a:spcPct val="35000"/>
            </a:spcAft>
            <a:buNone/>
          </a:pPr>
          <a:r>
            <a:rPr lang="en-US" sz="3200" kern="1200" dirty="0"/>
            <a:t>Simple Walmart</a:t>
          </a:r>
        </a:p>
      </dsp:txBody>
      <dsp:txXfrm>
        <a:off x="585084" y="1738184"/>
        <a:ext cx="7799213" cy="452844"/>
      </dsp:txXfrm>
    </dsp:sp>
    <dsp:sp modelId="{93CF770A-E78D-45D5-AE26-CCB8B5A717ED}">
      <dsp:nvSpPr>
        <dsp:cNvPr id="0" name=""/>
        <dsp:cNvSpPr/>
      </dsp:nvSpPr>
      <dsp:spPr>
        <a:xfrm>
          <a:off x="0" y="3512201"/>
          <a:ext cx="11211728" cy="1767150"/>
        </a:xfrm>
        <a:prstGeom prst="rect">
          <a:avLst/>
        </a:prstGeom>
        <a:solidFill>
          <a:schemeClr val="lt1">
            <a:alpha val="90000"/>
            <a:hueOff val="0"/>
            <a:satOff val="0"/>
            <a:lumOff val="0"/>
            <a:alphaOff val="0"/>
          </a:schemeClr>
        </a:solidFill>
        <a:ln w="12700" cap="flat" cmpd="sng" algn="ctr">
          <a:solidFill>
            <a:schemeClr val="accent5"/>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0155" tIns="354076" rIns="870155" bIns="120904" numCol="1" spcCol="1270" anchor="t" anchorCtr="0">
          <a:noAutofit/>
        </a:bodyPr>
        <a:lstStyle/>
        <a:p>
          <a:pPr marL="171450" lvl="1" indent="-171450" algn="l" defTabSz="755650">
            <a:lnSpc>
              <a:spcPct val="90000"/>
            </a:lnSpc>
            <a:spcBef>
              <a:spcPct val="0"/>
            </a:spcBef>
            <a:spcAft>
              <a:spcPct val="15000"/>
            </a:spcAft>
            <a:buChar char="•"/>
          </a:pPr>
          <a:r>
            <a:rPr lang="en-US" sz="1700" kern="1200" dirty="0"/>
            <a:t>Set the ratio of verb, noun and adjectives.</a:t>
          </a:r>
        </a:p>
        <a:p>
          <a:pPr marL="171450" lvl="1" indent="-171450" algn="l" defTabSz="755650">
            <a:lnSpc>
              <a:spcPct val="90000"/>
            </a:lnSpc>
            <a:spcBef>
              <a:spcPct val="0"/>
            </a:spcBef>
            <a:spcAft>
              <a:spcPct val="15000"/>
            </a:spcAft>
            <a:buChar char="•"/>
          </a:pPr>
          <a:r>
            <a:rPr lang="en-US" sz="1700" kern="1200" dirty="0"/>
            <a:t>If transformation function for verb is applied, then it will find all the verbs in the sentence, and randomly select any of them to look for synonym.</a:t>
          </a:r>
        </a:p>
        <a:p>
          <a:pPr marL="171450" lvl="1" indent="-171450" algn="l" defTabSz="755650">
            <a:lnSpc>
              <a:spcPct val="90000"/>
            </a:lnSpc>
            <a:spcBef>
              <a:spcPct val="0"/>
            </a:spcBef>
            <a:spcAft>
              <a:spcPct val="15000"/>
            </a:spcAft>
            <a:buChar char="•"/>
          </a:pPr>
          <a:r>
            <a:rPr lang="en-US" sz="1700" kern="1200" dirty="0"/>
            <a:t>If the chosen verb is present in our Walmart list, then it is replaced with anyone of its synonyms, else if the verb is not present then return nothing.</a:t>
          </a:r>
        </a:p>
      </dsp:txBody>
      <dsp:txXfrm>
        <a:off x="0" y="3512201"/>
        <a:ext cx="11211728" cy="1767150"/>
      </dsp:txXfrm>
    </dsp:sp>
    <dsp:sp modelId="{9E66FA2E-830C-4801-9633-B75CE60B3D8C}">
      <dsp:nvSpPr>
        <dsp:cNvPr id="0" name=""/>
        <dsp:cNvSpPr/>
      </dsp:nvSpPr>
      <dsp:spPr>
        <a:xfrm>
          <a:off x="560586" y="3261281"/>
          <a:ext cx="7848209" cy="501840"/>
        </a:xfrm>
        <a:prstGeom prst="roundRect">
          <a:avLst/>
        </a:prstGeom>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5"/>
        </a:lnRef>
        <a:fillRef idx="3">
          <a:schemeClr val="accent5"/>
        </a:fillRef>
        <a:effectRef idx="3">
          <a:schemeClr val="accent5"/>
        </a:effectRef>
        <a:fontRef idx="minor">
          <a:schemeClr val="lt1"/>
        </a:fontRef>
      </dsp:style>
      <dsp:txBody>
        <a:bodyPr spcFirstLastPara="0" vert="horz" wrap="square" lIns="296644" tIns="0" rIns="296644" bIns="0" numCol="1" spcCol="1270" anchor="ctr" anchorCtr="0">
          <a:noAutofit/>
        </a:bodyPr>
        <a:lstStyle/>
        <a:p>
          <a:pPr marL="0" lvl="0" indent="0" algn="l" defTabSz="1422400">
            <a:lnSpc>
              <a:spcPct val="90000"/>
            </a:lnSpc>
            <a:spcBef>
              <a:spcPct val="0"/>
            </a:spcBef>
            <a:spcAft>
              <a:spcPct val="35000"/>
            </a:spcAft>
            <a:buNone/>
          </a:pPr>
          <a:r>
            <a:rPr lang="en-US" sz="3200" kern="1200" dirty="0"/>
            <a:t>Complex Walmart</a:t>
          </a:r>
        </a:p>
      </dsp:txBody>
      <dsp:txXfrm>
        <a:off x="585084" y="3285779"/>
        <a:ext cx="7799213" cy="452844"/>
      </dsp:txXfrm>
    </dsp:sp>
  </dsp:spTree>
</dsp:drawing>
</file>

<file path=ppt/diagrams/drawing3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45144D-B56C-4D9E-B13C-1E0C0F297FC5}">
      <dsp:nvSpPr>
        <dsp:cNvPr id="0" name=""/>
        <dsp:cNvSpPr/>
      </dsp:nvSpPr>
      <dsp:spPr>
        <a:xfrm>
          <a:off x="1134" y="0"/>
          <a:ext cx="2212489" cy="545035"/>
        </a:xfrm>
        <a:prstGeom prst="homePlate">
          <a:avLst/>
        </a:prstGeom>
        <a:solidFill>
          <a:schemeClr val="lt1"/>
        </a:solidFill>
        <a:ln w="12700" cap="flat" cmpd="sng" algn="ctr">
          <a:solidFill>
            <a:schemeClr val="accent3"/>
          </a:solidFill>
          <a:prstDash val="solid"/>
          <a:miter lim="800000"/>
        </a:ln>
        <a:effectLst/>
      </dsp:spPr>
      <dsp:style>
        <a:lnRef idx="2">
          <a:schemeClr val="accent3"/>
        </a:lnRef>
        <a:fillRef idx="1">
          <a:schemeClr val="lt1"/>
        </a:fillRef>
        <a:effectRef idx="0">
          <a:schemeClr val="accent3"/>
        </a:effectRef>
        <a:fontRef idx="minor">
          <a:schemeClr val="dk1"/>
        </a:fontRef>
      </dsp:style>
      <dsp:txBody>
        <a:bodyPr spcFirstLastPara="0" vert="horz" wrap="square" lIns="69342" tIns="34671" rIns="17336" bIns="34671" numCol="1" spcCol="1270" anchor="ctr" anchorCtr="0">
          <a:noAutofit/>
        </a:bodyPr>
        <a:lstStyle/>
        <a:p>
          <a:pPr marL="0" lvl="0" indent="0" algn="l" defTabSz="577850">
            <a:lnSpc>
              <a:spcPct val="90000"/>
            </a:lnSpc>
            <a:spcBef>
              <a:spcPct val="0"/>
            </a:spcBef>
            <a:spcAft>
              <a:spcPct val="35000"/>
            </a:spcAft>
            <a:buNone/>
          </a:pPr>
          <a:r>
            <a:rPr lang="en-US" sz="1300" kern="1200" dirty="0"/>
            <a:t>Spell correction (manual &amp; Walmart)</a:t>
          </a:r>
        </a:p>
      </dsp:txBody>
      <dsp:txXfrm>
        <a:off x="1134" y="0"/>
        <a:ext cx="2076230" cy="545035"/>
      </dsp:txXfrm>
    </dsp:sp>
    <dsp:sp modelId="{89C150D6-5B3B-4081-AE70-9E8130210A9C}">
      <dsp:nvSpPr>
        <dsp:cNvPr id="0" name=""/>
        <dsp:cNvSpPr/>
      </dsp:nvSpPr>
      <dsp:spPr>
        <a:xfrm>
          <a:off x="1771126" y="0"/>
          <a:ext cx="2212489" cy="545035"/>
        </a:xfrm>
        <a:prstGeom prst="chevron">
          <a:avLst/>
        </a:prstGeom>
        <a:solidFill>
          <a:schemeClr val="lt1"/>
        </a:solidFill>
        <a:ln w="12700" cap="flat" cmpd="sng" algn="ctr">
          <a:solidFill>
            <a:schemeClr val="accent3"/>
          </a:solidFill>
          <a:prstDash val="solid"/>
          <a:miter lim="800000"/>
        </a:ln>
        <a:effectLst/>
      </dsp:spPr>
      <dsp:style>
        <a:lnRef idx="2">
          <a:schemeClr val="accent3"/>
        </a:lnRef>
        <a:fillRef idx="1">
          <a:schemeClr val="lt1"/>
        </a:fillRef>
        <a:effectRef idx="0">
          <a:schemeClr val="accent3"/>
        </a:effectRef>
        <a:fontRef idx="minor">
          <a:schemeClr val="dk1"/>
        </a:fontRef>
      </dsp:style>
      <dsp:txBody>
        <a:bodyPr spcFirstLastPara="0" vert="horz" wrap="square" lIns="52007" tIns="34671" rIns="17336" bIns="34671" numCol="1" spcCol="1270" anchor="ctr" anchorCtr="0">
          <a:noAutofit/>
        </a:bodyPr>
        <a:lstStyle/>
        <a:p>
          <a:pPr marL="0" lvl="0" indent="0" algn="ctr" defTabSz="577850">
            <a:lnSpc>
              <a:spcPct val="90000"/>
            </a:lnSpc>
            <a:spcBef>
              <a:spcPct val="0"/>
            </a:spcBef>
            <a:spcAft>
              <a:spcPct val="35000"/>
            </a:spcAft>
            <a:buNone/>
          </a:pPr>
          <a:r>
            <a:rPr lang="en-US" sz="1300" kern="1200" dirty="0"/>
            <a:t>Stopwords and Numbers removed</a:t>
          </a:r>
        </a:p>
      </dsp:txBody>
      <dsp:txXfrm>
        <a:off x="2043644" y="0"/>
        <a:ext cx="1667454" cy="545035"/>
      </dsp:txXfrm>
    </dsp:sp>
    <dsp:sp modelId="{FFE7DF76-4792-484F-B7AE-8FA74E7654E6}">
      <dsp:nvSpPr>
        <dsp:cNvPr id="0" name=""/>
        <dsp:cNvSpPr/>
      </dsp:nvSpPr>
      <dsp:spPr>
        <a:xfrm>
          <a:off x="3541117" y="0"/>
          <a:ext cx="2212489" cy="545035"/>
        </a:xfrm>
        <a:prstGeom prst="chevron">
          <a:avLst/>
        </a:prstGeom>
        <a:solidFill>
          <a:schemeClr val="lt1"/>
        </a:solidFill>
        <a:ln w="12700" cap="flat" cmpd="sng" algn="ctr">
          <a:solidFill>
            <a:schemeClr val="accent3"/>
          </a:solidFill>
          <a:prstDash val="solid"/>
          <a:miter lim="800000"/>
        </a:ln>
        <a:effectLst/>
      </dsp:spPr>
      <dsp:style>
        <a:lnRef idx="2">
          <a:schemeClr val="accent3"/>
        </a:lnRef>
        <a:fillRef idx="1">
          <a:schemeClr val="lt1"/>
        </a:fillRef>
        <a:effectRef idx="0">
          <a:schemeClr val="accent3"/>
        </a:effectRef>
        <a:fontRef idx="minor">
          <a:schemeClr val="dk1"/>
        </a:fontRef>
      </dsp:style>
      <dsp:txBody>
        <a:bodyPr spcFirstLastPara="0" vert="horz" wrap="square" lIns="52007" tIns="34671" rIns="17336" bIns="34671" numCol="1" spcCol="1270" anchor="ctr" anchorCtr="0">
          <a:noAutofit/>
        </a:bodyPr>
        <a:lstStyle/>
        <a:p>
          <a:pPr marL="0" lvl="0" indent="0" algn="ctr" defTabSz="577850">
            <a:lnSpc>
              <a:spcPct val="90000"/>
            </a:lnSpc>
            <a:spcBef>
              <a:spcPct val="0"/>
            </a:spcBef>
            <a:spcAft>
              <a:spcPct val="35000"/>
            </a:spcAft>
            <a:buNone/>
          </a:pPr>
          <a:r>
            <a:rPr lang="en-US" sz="1300" kern="1200" dirty="0"/>
            <a:t>Lemmatize words with chars more than 3</a:t>
          </a:r>
        </a:p>
      </dsp:txBody>
      <dsp:txXfrm>
        <a:off x="3813635" y="0"/>
        <a:ext cx="1667454" cy="545035"/>
      </dsp:txXfrm>
    </dsp:sp>
    <dsp:sp modelId="{8C66FF4B-097E-4732-AED2-26DEEDF85B87}">
      <dsp:nvSpPr>
        <dsp:cNvPr id="0" name=""/>
        <dsp:cNvSpPr/>
      </dsp:nvSpPr>
      <dsp:spPr>
        <a:xfrm>
          <a:off x="5311109" y="0"/>
          <a:ext cx="2212489" cy="545035"/>
        </a:xfrm>
        <a:prstGeom prst="chevron">
          <a:avLst/>
        </a:prstGeom>
        <a:solidFill>
          <a:schemeClr val="lt1"/>
        </a:solidFill>
        <a:ln w="12700" cap="flat" cmpd="sng" algn="ctr">
          <a:solidFill>
            <a:schemeClr val="accent3"/>
          </a:solidFill>
          <a:prstDash val="solid"/>
          <a:miter lim="800000"/>
        </a:ln>
        <a:effectLst/>
      </dsp:spPr>
      <dsp:style>
        <a:lnRef idx="2">
          <a:schemeClr val="accent3"/>
        </a:lnRef>
        <a:fillRef idx="1">
          <a:schemeClr val="lt1"/>
        </a:fillRef>
        <a:effectRef idx="0">
          <a:schemeClr val="accent3"/>
        </a:effectRef>
        <a:fontRef idx="minor">
          <a:schemeClr val="dk1"/>
        </a:fontRef>
      </dsp:style>
      <dsp:txBody>
        <a:bodyPr spcFirstLastPara="0" vert="horz" wrap="square" lIns="52007" tIns="34671" rIns="17336" bIns="34671" numCol="1" spcCol="1270" anchor="ctr" anchorCtr="0">
          <a:noAutofit/>
        </a:bodyPr>
        <a:lstStyle/>
        <a:p>
          <a:pPr marL="0" lvl="0" indent="0" algn="ctr" defTabSz="577850">
            <a:lnSpc>
              <a:spcPct val="90000"/>
            </a:lnSpc>
            <a:spcBef>
              <a:spcPct val="0"/>
            </a:spcBef>
            <a:spcAft>
              <a:spcPct val="35000"/>
            </a:spcAft>
            <a:buNone/>
          </a:pPr>
          <a:r>
            <a:rPr lang="en-US" sz="1300" kern="1200" dirty="0"/>
            <a:t>Remove words with 1 and 2 chars</a:t>
          </a:r>
        </a:p>
      </dsp:txBody>
      <dsp:txXfrm>
        <a:off x="5583627" y="0"/>
        <a:ext cx="1667454" cy="545035"/>
      </dsp:txXfrm>
    </dsp:sp>
    <dsp:sp modelId="{2DDCA9B3-0437-46F8-952B-95E21CD23159}">
      <dsp:nvSpPr>
        <dsp:cNvPr id="0" name=""/>
        <dsp:cNvSpPr/>
      </dsp:nvSpPr>
      <dsp:spPr>
        <a:xfrm>
          <a:off x="7081100" y="0"/>
          <a:ext cx="2212489" cy="545035"/>
        </a:xfrm>
        <a:prstGeom prst="chevron">
          <a:avLst/>
        </a:prstGeom>
        <a:solidFill>
          <a:schemeClr val="lt1"/>
        </a:solidFill>
        <a:ln w="12700" cap="flat" cmpd="sng" algn="ctr">
          <a:solidFill>
            <a:schemeClr val="accent3"/>
          </a:solidFill>
          <a:prstDash val="solid"/>
          <a:miter lim="800000"/>
        </a:ln>
        <a:effectLst/>
      </dsp:spPr>
      <dsp:style>
        <a:lnRef idx="2">
          <a:schemeClr val="accent3"/>
        </a:lnRef>
        <a:fillRef idx="1">
          <a:schemeClr val="lt1"/>
        </a:fillRef>
        <a:effectRef idx="0">
          <a:schemeClr val="accent3"/>
        </a:effectRef>
        <a:fontRef idx="minor">
          <a:schemeClr val="dk1"/>
        </a:fontRef>
      </dsp:style>
      <dsp:txBody>
        <a:bodyPr spcFirstLastPara="0" vert="horz" wrap="square" lIns="52007" tIns="34671" rIns="17336" bIns="34671" numCol="1" spcCol="1270" anchor="ctr" anchorCtr="0">
          <a:noAutofit/>
        </a:bodyPr>
        <a:lstStyle/>
        <a:p>
          <a:pPr marL="0" lvl="0" indent="0" algn="ctr" defTabSz="577850">
            <a:lnSpc>
              <a:spcPct val="90000"/>
            </a:lnSpc>
            <a:spcBef>
              <a:spcPct val="0"/>
            </a:spcBef>
            <a:spcAft>
              <a:spcPct val="35000"/>
            </a:spcAft>
            <a:buNone/>
          </a:pPr>
          <a:r>
            <a:rPr lang="en-US" sz="1300" kern="1200" dirty="0"/>
            <a:t>Remove noise words</a:t>
          </a:r>
        </a:p>
      </dsp:txBody>
      <dsp:txXfrm>
        <a:off x="7353618" y="0"/>
        <a:ext cx="1667454" cy="545035"/>
      </dsp:txXfrm>
    </dsp:sp>
  </dsp:spTree>
</dsp:drawing>
</file>

<file path=ppt/diagrams/drawing3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631440-BC67-43E5-999A-82C9909AA415}">
      <dsp:nvSpPr>
        <dsp:cNvPr id="0" name=""/>
        <dsp:cNvSpPr/>
      </dsp:nvSpPr>
      <dsp:spPr>
        <a:xfrm>
          <a:off x="1049271" y="845055"/>
          <a:ext cx="1123664" cy="112366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a:outerShdw blurRad="149987" dist="250190" dir="8460000" algn="ctr" rotWithShape="0">
            <a:srgbClr val="000000">
              <a:alpha val="28000"/>
            </a:srgbClr>
          </a:outerShdw>
        </a:effectLst>
        <a:sp3d prstMaterial="metal">
          <a:bevelT w="88900" h="88900"/>
        </a:sp3d>
      </dsp:spPr>
      <dsp:style>
        <a:lnRef idx="2">
          <a:scrgbClr r="0" g="0" b="0"/>
        </a:lnRef>
        <a:fillRef idx="1">
          <a:scrgbClr r="0" g="0" b="0"/>
        </a:fillRef>
        <a:effectRef idx="0">
          <a:scrgbClr r="0" g="0" b="0"/>
        </a:effectRef>
        <a:fontRef idx="minor">
          <a:schemeClr val="lt1"/>
        </a:fontRef>
      </dsp:style>
    </dsp:sp>
    <dsp:sp modelId="{3A0F7255-1AD6-4693-BC0F-CDDA6BA38820}">
      <dsp:nvSpPr>
        <dsp:cNvPr id="0" name=""/>
        <dsp:cNvSpPr/>
      </dsp:nvSpPr>
      <dsp:spPr>
        <a:xfrm>
          <a:off x="5868" y="2097095"/>
          <a:ext cx="3210468" cy="481570"/>
        </a:xfrm>
        <a:prstGeom prst="rect">
          <a:avLst/>
        </a:prstGeom>
        <a:noFill/>
        <a:ln>
          <a:noFill/>
        </a:ln>
        <a:effectLst/>
        <a:sp3d prstMaterial="metal">
          <a:bevelT w="88900" h="88900"/>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100000"/>
            </a:lnSpc>
            <a:spcBef>
              <a:spcPct val="0"/>
            </a:spcBef>
            <a:spcAft>
              <a:spcPct val="35000"/>
            </a:spcAft>
            <a:buNone/>
            <a:defRPr b="1"/>
          </a:pPr>
          <a:r>
            <a:rPr lang="en-US" sz="2100" b="0" kern="1200" dirty="0"/>
            <a:t>Brief recap of previous week</a:t>
          </a:r>
          <a:endParaRPr lang="en-US" sz="2100" kern="1200" dirty="0"/>
        </a:p>
      </dsp:txBody>
      <dsp:txXfrm>
        <a:off x="5868" y="2097095"/>
        <a:ext cx="3210468" cy="481570"/>
      </dsp:txXfrm>
    </dsp:sp>
    <dsp:sp modelId="{464C32C9-97E0-4FAC-AB96-14BD65EC5CF4}">
      <dsp:nvSpPr>
        <dsp:cNvPr id="0" name=""/>
        <dsp:cNvSpPr/>
      </dsp:nvSpPr>
      <dsp:spPr>
        <a:xfrm>
          <a:off x="5868" y="2638375"/>
          <a:ext cx="3210468" cy="1192169"/>
        </a:xfrm>
        <a:prstGeom prst="rect">
          <a:avLst/>
        </a:prstGeom>
        <a:noFill/>
        <a:ln>
          <a:noFill/>
        </a:ln>
        <a:effectLst>
          <a:outerShdw blurRad="149987" dist="250190" dir="8460000" algn="ctr" rotWithShape="0">
            <a:srgbClr val="000000">
              <a:alpha val="28000"/>
            </a:srgbClr>
          </a:outerShdw>
        </a:effectLst>
        <a:sp3d prstMaterial="metal">
          <a:bevelT w="88900" h="88900"/>
        </a:sp3d>
      </dsp:spPr>
      <dsp:style>
        <a:lnRef idx="0">
          <a:scrgbClr r="0" g="0" b="0"/>
        </a:lnRef>
        <a:fillRef idx="0">
          <a:scrgbClr r="0" g="0" b="0"/>
        </a:fillRef>
        <a:effectRef idx="0">
          <a:scrgbClr r="0" g="0" b="0"/>
        </a:effectRef>
        <a:fontRef idx="minor"/>
      </dsp:style>
    </dsp:sp>
    <dsp:sp modelId="{859557B7-7AD7-41A8-ACCC-0BA2B42C1833}">
      <dsp:nvSpPr>
        <dsp:cNvPr id="0" name=""/>
        <dsp:cNvSpPr/>
      </dsp:nvSpPr>
      <dsp:spPr>
        <a:xfrm>
          <a:off x="4821571" y="845055"/>
          <a:ext cx="1123664" cy="112366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a:outerShdw blurRad="149987" dist="250190" dir="8460000" algn="ctr" rotWithShape="0">
            <a:srgbClr val="000000">
              <a:alpha val="28000"/>
            </a:srgbClr>
          </a:outerShdw>
        </a:effectLst>
        <a:sp3d prstMaterial="metal">
          <a:bevelT w="88900" h="88900"/>
        </a:sp3d>
      </dsp:spPr>
      <dsp:style>
        <a:lnRef idx="2">
          <a:scrgbClr r="0" g="0" b="0"/>
        </a:lnRef>
        <a:fillRef idx="1">
          <a:scrgbClr r="0" g="0" b="0"/>
        </a:fillRef>
        <a:effectRef idx="0">
          <a:scrgbClr r="0" g="0" b="0"/>
        </a:effectRef>
        <a:fontRef idx="minor">
          <a:schemeClr val="lt1"/>
        </a:fontRef>
      </dsp:style>
    </dsp:sp>
    <dsp:sp modelId="{0691EB6A-B71C-45E5-9D36-0DE3C91EDE8E}">
      <dsp:nvSpPr>
        <dsp:cNvPr id="0" name=""/>
        <dsp:cNvSpPr/>
      </dsp:nvSpPr>
      <dsp:spPr>
        <a:xfrm>
          <a:off x="3778169" y="2097095"/>
          <a:ext cx="3210468" cy="481570"/>
        </a:xfrm>
        <a:prstGeom prst="rect">
          <a:avLst/>
        </a:prstGeom>
        <a:noFill/>
        <a:ln>
          <a:noFill/>
        </a:ln>
        <a:effectLst/>
        <a:sp3d prstMaterial="metal">
          <a:bevelT w="88900" h="88900"/>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100000"/>
            </a:lnSpc>
            <a:spcBef>
              <a:spcPct val="0"/>
            </a:spcBef>
            <a:spcAft>
              <a:spcPct val="35000"/>
            </a:spcAft>
            <a:buNone/>
            <a:defRPr b="1"/>
          </a:pPr>
          <a:r>
            <a:rPr lang="en-US" sz="2100" b="0" kern="1200" dirty="0"/>
            <a:t>Progress made in this week</a:t>
          </a:r>
          <a:endParaRPr lang="en-US" sz="2100" kern="1200" dirty="0"/>
        </a:p>
      </dsp:txBody>
      <dsp:txXfrm>
        <a:off x="3778169" y="2097095"/>
        <a:ext cx="3210468" cy="481570"/>
      </dsp:txXfrm>
    </dsp:sp>
    <dsp:sp modelId="{344511C2-B581-4A2F-A53C-47FD4732B07C}">
      <dsp:nvSpPr>
        <dsp:cNvPr id="0" name=""/>
        <dsp:cNvSpPr/>
      </dsp:nvSpPr>
      <dsp:spPr>
        <a:xfrm>
          <a:off x="3778169" y="2638375"/>
          <a:ext cx="3210468" cy="11921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dirty="0"/>
            <a:t>FastText model </a:t>
          </a:r>
        </a:p>
        <a:p>
          <a:pPr marL="0" lvl="0" indent="0" algn="ctr" defTabSz="666750">
            <a:lnSpc>
              <a:spcPct val="100000"/>
            </a:lnSpc>
            <a:spcBef>
              <a:spcPct val="0"/>
            </a:spcBef>
            <a:spcAft>
              <a:spcPct val="35000"/>
            </a:spcAft>
            <a:buNone/>
          </a:pPr>
          <a:r>
            <a:rPr lang="en-US" sz="1500" kern="1200" dirty="0"/>
            <a:t>Voting hard (RF + LR + SVM)</a:t>
          </a:r>
        </a:p>
        <a:p>
          <a:pPr marL="0" lvl="0" indent="0" algn="ctr" defTabSz="666750">
            <a:lnSpc>
              <a:spcPct val="100000"/>
            </a:lnSpc>
            <a:spcBef>
              <a:spcPct val="0"/>
            </a:spcBef>
            <a:spcAft>
              <a:spcPct val="35000"/>
            </a:spcAft>
            <a:buNone/>
          </a:pPr>
          <a:r>
            <a:rPr lang="en-US" sz="1500" kern="1200" dirty="0"/>
            <a:t>ITEM1_DESC Mapping</a:t>
          </a:r>
        </a:p>
        <a:p>
          <a:pPr marL="0" lvl="0" indent="0" algn="ctr" defTabSz="666750">
            <a:lnSpc>
              <a:spcPct val="100000"/>
            </a:lnSpc>
            <a:spcBef>
              <a:spcPct val="0"/>
            </a:spcBef>
            <a:spcAft>
              <a:spcPct val="35000"/>
            </a:spcAft>
            <a:buNone/>
          </a:pPr>
          <a:r>
            <a:rPr lang="en-US" sz="1500" kern="1200" dirty="0"/>
            <a:t>Fuzzy match</a:t>
          </a:r>
        </a:p>
      </dsp:txBody>
      <dsp:txXfrm>
        <a:off x="3778169" y="2638375"/>
        <a:ext cx="3210468" cy="1192169"/>
      </dsp:txXfrm>
    </dsp:sp>
    <dsp:sp modelId="{9AE7C2E3-CC14-4B41-BF36-F8DEF0DC3CED}">
      <dsp:nvSpPr>
        <dsp:cNvPr id="0" name=""/>
        <dsp:cNvSpPr/>
      </dsp:nvSpPr>
      <dsp:spPr>
        <a:xfrm>
          <a:off x="8593872" y="845055"/>
          <a:ext cx="1123664" cy="112366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a:outerShdw blurRad="149987" dist="250190" dir="8460000" algn="ctr" rotWithShape="0">
            <a:srgbClr val="000000">
              <a:alpha val="28000"/>
            </a:srgbClr>
          </a:outerShdw>
        </a:effectLst>
        <a:sp3d prstMaterial="metal">
          <a:bevelT w="88900" h="88900"/>
        </a:sp3d>
      </dsp:spPr>
      <dsp:style>
        <a:lnRef idx="2">
          <a:scrgbClr r="0" g="0" b="0"/>
        </a:lnRef>
        <a:fillRef idx="1">
          <a:scrgbClr r="0" g="0" b="0"/>
        </a:fillRef>
        <a:effectRef idx="0">
          <a:scrgbClr r="0" g="0" b="0"/>
        </a:effectRef>
        <a:fontRef idx="minor">
          <a:schemeClr val="lt1"/>
        </a:fontRef>
      </dsp:style>
    </dsp:sp>
    <dsp:sp modelId="{FFCE3B9E-67C9-4544-9F38-A420A90EFFDB}">
      <dsp:nvSpPr>
        <dsp:cNvPr id="0" name=""/>
        <dsp:cNvSpPr/>
      </dsp:nvSpPr>
      <dsp:spPr>
        <a:xfrm>
          <a:off x="7550470" y="2097095"/>
          <a:ext cx="3210468" cy="481570"/>
        </a:xfrm>
        <a:prstGeom prst="rect">
          <a:avLst/>
        </a:prstGeom>
        <a:noFill/>
        <a:ln>
          <a:noFill/>
        </a:ln>
        <a:effectLst/>
        <a:sp3d prstMaterial="metal">
          <a:bevelT w="88900" h="88900"/>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100000"/>
            </a:lnSpc>
            <a:spcBef>
              <a:spcPct val="0"/>
            </a:spcBef>
            <a:spcAft>
              <a:spcPct val="35000"/>
            </a:spcAft>
            <a:buNone/>
            <a:defRPr b="1"/>
          </a:pPr>
          <a:r>
            <a:rPr lang="en-US" sz="2100" b="0" kern="1200" dirty="0"/>
            <a:t>Way forward</a:t>
          </a:r>
          <a:endParaRPr lang="en-US" sz="2100" kern="1200" dirty="0"/>
        </a:p>
      </dsp:txBody>
      <dsp:txXfrm>
        <a:off x="7550470" y="2097095"/>
        <a:ext cx="3210468" cy="481570"/>
      </dsp:txXfrm>
    </dsp:sp>
    <dsp:sp modelId="{706B9664-41A4-4BB4-B2AA-4220C06F7950}">
      <dsp:nvSpPr>
        <dsp:cNvPr id="0" name=""/>
        <dsp:cNvSpPr/>
      </dsp:nvSpPr>
      <dsp:spPr>
        <a:xfrm>
          <a:off x="7550470" y="2638375"/>
          <a:ext cx="3210468" cy="1192169"/>
        </a:xfrm>
        <a:prstGeom prst="rect">
          <a:avLst/>
        </a:prstGeom>
        <a:noFill/>
        <a:ln>
          <a:noFill/>
        </a:ln>
        <a:effectLst>
          <a:outerShdw blurRad="149987" dist="250190" dir="8460000" algn="ctr" rotWithShape="0">
            <a:srgbClr val="000000">
              <a:alpha val="28000"/>
            </a:srgbClr>
          </a:outerShdw>
        </a:effectLst>
        <a:sp3d prstMaterial="metal">
          <a:bevelT w="88900" h="88900"/>
        </a:sp3d>
      </dsp:spPr>
      <dsp:style>
        <a:lnRef idx="0">
          <a:scrgbClr r="0" g="0" b="0"/>
        </a:lnRef>
        <a:fillRef idx="0">
          <a:scrgbClr r="0" g="0" b="0"/>
        </a:fillRef>
        <a:effectRef idx="0">
          <a:scrgbClr r="0" g="0" b="0"/>
        </a:effectRef>
        <a:fontRef idx="minor"/>
      </dsp:style>
    </dsp:sp>
  </dsp:spTree>
</dsp:drawing>
</file>

<file path=ppt/diagrams/drawing3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D16B2E-99A5-4D5C-8852-B14D09EF60CE}">
      <dsp:nvSpPr>
        <dsp:cNvPr id="0" name=""/>
        <dsp:cNvSpPr/>
      </dsp:nvSpPr>
      <dsp:spPr>
        <a:xfrm>
          <a:off x="2000" y="416025"/>
          <a:ext cx="2299701" cy="1149850"/>
        </a:xfrm>
        <a:prstGeom prst="roundRect">
          <a:avLst>
            <a:gd name="adj" fmla="val 10000"/>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1"/>
        </a:lnRef>
        <a:fillRef idx="3">
          <a:schemeClr val="accent1"/>
        </a:fillRef>
        <a:effectRef idx="3">
          <a:schemeClr val="accent1"/>
        </a:effectRef>
        <a:fontRef idx="minor">
          <a:schemeClr val="lt1"/>
        </a:fontRef>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US" sz="2400" b="1" kern="1200" dirty="0"/>
            <a:t>Spell correction</a:t>
          </a:r>
          <a:endParaRPr lang="en-US" sz="2400" kern="1200" dirty="0"/>
        </a:p>
      </dsp:txBody>
      <dsp:txXfrm>
        <a:off x="35678" y="449703"/>
        <a:ext cx="2232345" cy="1082494"/>
      </dsp:txXfrm>
    </dsp:sp>
    <dsp:sp modelId="{FE73CA43-4B25-472A-B426-EF60BC92A634}">
      <dsp:nvSpPr>
        <dsp:cNvPr id="0" name=""/>
        <dsp:cNvSpPr/>
      </dsp:nvSpPr>
      <dsp:spPr>
        <a:xfrm>
          <a:off x="231971" y="1565876"/>
          <a:ext cx="229970" cy="862387"/>
        </a:xfrm>
        <a:custGeom>
          <a:avLst/>
          <a:gdLst/>
          <a:ahLst/>
          <a:cxnLst/>
          <a:rect l="0" t="0" r="0" b="0"/>
          <a:pathLst>
            <a:path>
              <a:moveTo>
                <a:pt x="0" y="0"/>
              </a:moveTo>
              <a:lnTo>
                <a:pt x="0" y="862387"/>
              </a:lnTo>
              <a:lnTo>
                <a:pt x="229970" y="86238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FFB920F-74F9-4B39-AD61-7FF5C566CD66}">
      <dsp:nvSpPr>
        <dsp:cNvPr id="0" name=""/>
        <dsp:cNvSpPr/>
      </dsp:nvSpPr>
      <dsp:spPr>
        <a:xfrm>
          <a:off x="461941" y="1853339"/>
          <a:ext cx="1839761" cy="114985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a:t>Manual list</a:t>
          </a:r>
        </a:p>
      </dsp:txBody>
      <dsp:txXfrm>
        <a:off x="495619" y="1887017"/>
        <a:ext cx="1772405" cy="1082494"/>
      </dsp:txXfrm>
    </dsp:sp>
    <dsp:sp modelId="{4E352BA7-BEF0-49D3-A17C-1C7A1F97996D}">
      <dsp:nvSpPr>
        <dsp:cNvPr id="0" name=""/>
        <dsp:cNvSpPr/>
      </dsp:nvSpPr>
      <dsp:spPr>
        <a:xfrm>
          <a:off x="231971" y="1565876"/>
          <a:ext cx="229970" cy="2299701"/>
        </a:xfrm>
        <a:custGeom>
          <a:avLst/>
          <a:gdLst/>
          <a:ahLst/>
          <a:cxnLst/>
          <a:rect l="0" t="0" r="0" b="0"/>
          <a:pathLst>
            <a:path>
              <a:moveTo>
                <a:pt x="0" y="0"/>
              </a:moveTo>
              <a:lnTo>
                <a:pt x="0" y="2299701"/>
              </a:lnTo>
              <a:lnTo>
                <a:pt x="229970" y="229970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095C083-3D64-42B2-B552-C16FBD29D34F}">
      <dsp:nvSpPr>
        <dsp:cNvPr id="0" name=""/>
        <dsp:cNvSpPr/>
      </dsp:nvSpPr>
      <dsp:spPr>
        <a:xfrm>
          <a:off x="461941" y="3290652"/>
          <a:ext cx="1839761" cy="114985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a:t>All correction list</a:t>
          </a:r>
        </a:p>
      </dsp:txBody>
      <dsp:txXfrm>
        <a:off x="495619" y="3324330"/>
        <a:ext cx="1772405" cy="1082494"/>
      </dsp:txXfrm>
    </dsp:sp>
    <dsp:sp modelId="{80127E78-5457-4242-9509-3BEE4E15BFF1}">
      <dsp:nvSpPr>
        <dsp:cNvPr id="0" name=""/>
        <dsp:cNvSpPr/>
      </dsp:nvSpPr>
      <dsp:spPr>
        <a:xfrm>
          <a:off x="2876627" y="416025"/>
          <a:ext cx="2299701" cy="1149850"/>
        </a:xfrm>
        <a:prstGeom prst="roundRect">
          <a:avLst>
            <a:gd name="adj" fmla="val 10000"/>
          </a:avLst>
        </a:prstGeom>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5"/>
        </a:lnRef>
        <a:fillRef idx="3">
          <a:schemeClr val="accent5"/>
        </a:fillRef>
        <a:effectRef idx="3">
          <a:schemeClr val="accent5"/>
        </a:effectRef>
        <a:fontRef idx="minor">
          <a:schemeClr val="lt1"/>
        </a:fontRef>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US" sz="2400" b="1" kern="1200"/>
            <a:t>Data augmentation</a:t>
          </a:r>
          <a:endParaRPr lang="en-US" sz="2400" kern="1200"/>
        </a:p>
      </dsp:txBody>
      <dsp:txXfrm>
        <a:off x="2910305" y="449703"/>
        <a:ext cx="2232345" cy="1082494"/>
      </dsp:txXfrm>
    </dsp:sp>
    <dsp:sp modelId="{334F31B2-81E0-4064-B800-280BA4D16B1F}">
      <dsp:nvSpPr>
        <dsp:cNvPr id="0" name=""/>
        <dsp:cNvSpPr/>
      </dsp:nvSpPr>
      <dsp:spPr>
        <a:xfrm>
          <a:off x="3106597" y="1565876"/>
          <a:ext cx="229970" cy="862387"/>
        </a:xfrm>
        <a:custGeom>
          <a:avLst/>
          <a:gdLst/>
          <a:ahLst/>
          <a:cxnLst/>
          <a:rect l="0" t="0" r="0" b="0"/>
          <a:pathLst>
            <a:path>
              <a:moveTo>
                <a:pt x="0" y="0"/>
              </a:moveTo>
              <a:lnTo>
                <a:pt x="0" y="862387"/>
              </a:lnTo>
              <a:lnTo>
                <a:pt x="229970" y="86238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C39FBCD-1E14-419B-973C-E80560C8E0D6}">
      <dsp:nvSpPr>
        <dsp:cNvPr id="0" name=""/>
        <dsp:cNvSpPr/>
      </dsp:nvSpPr>
      <dsp:spPr>
        <a:xfrm>
          <a:off x="3336567" y="1853339"/>
          <a:ext cx="1839761" cy="114985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Wordnet</a:t>
          </a:r>
        </a:p>
      </dsp:txBody>
      <dsp:txXfrm>
        <a:off x="3370245" y="1887017"/>
        <a:ext cx="1772405" cy="1082494"/>
      </dsp:txXfrm>
    </dsp:sp>
    <dsp:sp modelId="{D3AC0D1A-E8EF-4702-9320-E5455291E01F}">
      <dsp:nvSpPr>
        <dsp:cNvPr id="0" name=""/>
        <dsp:cNvSpPr/>
      </dsp:nvSpPr>
      <dsp:spPr>
        <a:xfrm>
          <a:off x="3106597" y="1565876"/>
          <a:ext cx="229970" cy="2299701"/>
        </a:xfrm>
        <a:custGeom>
          <a:avLst/>
          <a:gdLst/>
          <a:ahLst/>
          <a:cxnLst/>
          <a:rect l="0" t="0" r="0" b="0"/>
          <a:pathLst>
            <a:path>
              <a:moveTo>
                <a:pt x="0" y="0"/>
              </a:moveTo>
              <a:lnTo>
                <a:pt x="0" y="2299701"/>
              </a:lnTo>
              <a:lnTo>
                <a:pt x="229970" y="229970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B053593-003C-401F-8019-557B9439619F}">
      <dsp:nvSpPr>
        <dsp:cNvPr id="0" name=""/>
        <dsp:cNvSpPr/>
      </dsp:nvSpPr>
      <dsp:spPr>
        <a:xfrm>
          <a:off x="3336567" y="3290652"/>
          <a:ext cx="1839761" cy="114985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a:t>Walmart’s sample synonyms list</a:t>
          </a:r>
        </a:p>
      </dsp:txBody>
      <dsp:txXfrm>
        <a:off x="3370245" y="3324330"/>
        <a:ext cx="1772405" cy="1082494"/>
      </dsp:txXfrm>
    </dsp:sp>
    <dsp:sp modelId="{8911FF8E-98ED-4980-80DE-0EC35E6881F5}">
      <dsp:nvSpPr>
        <dsp:cNvPr id="0" name=""/>
        <dsp:cNvSpPr/>
      </dsp:nvSpPr>
      <dsp:spPr>
        <a:xfrm>
          <a:off x="5751254" y="416025"/>
          <a:ext cx="2299701" cy="1149850"/>
        </a:xfrm>
        <a:prstGeom prst="roundRect">
          <a:avLst>
            <a:gd name="adj" fmla="val 10000"/>
          </a:avLst>
        </a:prstGeom>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6"/>
        </a:lnRef>
        <a:fillRef idx="3">
          <a:schemeClr val="accent6"/>
        </a:fillRef>
        <a:effectRef idx="3">
          <a:schemeClr val="accent6"/>
        </a:effectRef>
        <a:fontRef idx="minor">
          <a:schemeClr val="lt1"/>
        </a:fontRef>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US" sz="2400" b="1" kern="1200" dirty="0"/>
            <a:t>FastText model</a:t>
          </a:r>
          <a:endParaRPr lang="en-US" sz="2400" kern="1200" dirty="0"/>
        </a:p>
      </dsp:txBody>
      <dsp:txXfrm>
        <a:off x="5784932" y="449703"/>
        <a:ext cx="2232345" cy="1082494"/>
      </dsp:txXfrm>
    </dsp:sp>
    <dsp:sp modelId="{65902B0C-EC7F-4A40-AA32-CB49BD85BDE3}">
      <dsp:nvSpPr>
        <dsp:cNvPr id="0" name=""/>
        <dsp:cNvSpPr/>
      </dsp:nvSpPr>
      <dsp:spPr>
        <a:xfrm>
          <a:off x="5981224" y="1565876"/>
          <a:ext cx="229970" cy="862387"/>
        </a:xfrm>
        <a:custGeom>
          <a:avLst/>
          <a:gdLst/>
          <a:ahLst/>
          <a:cxnLst/>
          <a:rect l="0" t="0" r="0" b="0"/>
          <a:pathLst>
            <a:path>
              <a:moveTo>
                <a:pt x="0" y="0"/>
              </a:moveTo>
              <a:lnTo>
                <a:pt x="0" y="862387"/>
              </a:lnTo>
              <a:lnTo>
                <a:pt x="229970" y="86238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B996DB8-C085-491D-8648-075804B883BE}">
      <dsp:nvSpPr>
        <dsp:cNvPr id="0" name=""/>
        <dsp:cNvSpPr/>
      </dsp:nvSpPr>
      <dsp:spPr>
        <a:xfrm>
          <a:off x="6211194" y="1853339"/>
          <a:ext cx="1839761" cy="114985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a:t>TF category &gt; TF variety</a:t>
          </a:r>
        </a:p>
      </dsp:txBody>
      <dsp:txXfrm>
        <a:off x="6244872" y="1887017"/>
        <a:ext cx="1772405" cy="1082494"/>
      </dsp:txXfrm>
    </dsp:sp>
    <dsp:sp modelId="{89ED0F36-DD17-4B80-A304-E8A3A3209887}">
      <dsp:nvSpPr>
        <dsp:cNvPr id="0" name=""/>
        <dsp:cNvSpPr/>
      </dsp:nvSpPr>
      <dsp:spPr>
        <a:xfrm>
          <a:off x="5981224" y="1565876"/>
          <a:ext cx="229970" cy="2299701"/>
        </a:xfrm>
        <a:custGeom>
          <a:avLst/>
          <a:gdLst/>
          <a:ahLst/>
          <a:cxnLst/>
          <a:rect l="0" t="0" r="0" b="0"/>
          <a:pathLst>
            <a:path>
              <a:moveTo>
                <a:pt x="0" y="0"/>
              </a:moveTo>
              <a:lnTo>
                <a:pt x="0" y="2299701"/>
              </a:lnTo>
              <a:lnTo>
                <a:pt x="229970" y="229970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662D6EE-E316-4338-9600-E234AF058540}">
      <dsp:nvSpPr>
        <dsp:cNvPr id="0" name=""/>
        <dsp:cNvSpPr/>
      </dsp:nvSpPr>
      <dsp:spPr>
        <a:xfrm>
          <a:off x="6211194" y="3290652"/>
          <a:ext cx="1839761" cy="114985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a:t>Autotuning of parameters</a:t>
          </a:r>
        </a:p>
      </dsp:txBody>
      <dsp:txXfrm>
        <a:off x="6244872" y="3324330"/>
        <a:ext cx="1772405" cy="1082494"/>
      </dsp:txXfrm>
    </dsp:sp>
    <dsp:sp modelId="{40103C75-FABE-4F96-931A-BE0BF4F5919A}">
      <dsp:nvSpPr>
        <dsp:cNvPr id="0" name=""/>
        <dsp:cNvSpPr/>
      </dsp:nvSpPr>
      <dsp:spPr>
        <a:xfrm>
          <a:off x="8625880" y="416025"/>
          <a:ext cx="2299701" cy="1149850"/>
        </a:xfrm>
        <a:prstGeom prst="roundRect">
          <a:avLst>
            <a:gd name="adj" fmla="val 10000"/>
          </a:avLst>
        </a:prstGeom>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4"/>
        </a:lnRef>
        <a:fillRef idx="3">
          <a:schemeClr val="accent4"/>
        </a:fillRef>
        <a:effectRef idx="3">
          <a:schemeClr val="accent4"/>
        </a:effectRef>
        <a:fontRef idx="minor">
          <a:schemeClr val="lt1"/>
        </a:fontRef>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US" sz="2400" b="1" kern="1200"/>
            <a:t>Voting hard classifier</a:t>
          </a:r>
          <a:endParaRPr lang="en-US" sz="2400" kern="1200"/>
        </a:p>
      </dsp:txBody>
      <dsp:txXfrm>
        <a:off x="8659558" y="449703"/>
        <a:ext cx="2232345" cy="1082494"/>
      </dsp:txXfrm>
    </dsp:sp>
    <dsp:sp modelId="{D229FB14-9A4C-4427-8DC3-B81C2B807AE0}">
      <dsp:nvSpPr>
        <dsp:cNvPr id="0" name=""/>
        <dsp:cNvSpPr/>
      </dsp:nvSpPr>
      <dsp:spPr>
        <a:xfrm>
          <a:off x="8855850" y="1565876"/>
          <a:ext cx="229970" cy="862387"/>
        </a:xfrm>
        <a:custGeom>
          <a:avLst/>
          <a:gdLst/>
          <a:ahLst/>
          <a:cxnLst/>
          <a:rect l="0" t="0" r="0" b="0"/>
          <a:pathLst>
            <a:path>
              <a:moveTo>
                <a:pt x="0" y="0"/>
              </a:moveTo>
              <a:lnTo>
                <a:pt x="0" y="862387"/>
              </a:lnTo>
              <a:lnTo>
                <a:pt x="229970" y="86238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91ABA40-2FD9-457A-9B7C-6B60B8B0CC43}">
      <dsp:nvSpPr>
        <dsp:cNvPr id="0" name=""/>
        <dsp:cNvSpPr/>
      </dsp:nvSpPr>
      <dsp:spPr>
        <a:xfrm>
          <a:off x="9085821" y="1853339"/>
          <a:ext cx="1839761" cy="114985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a:t>TF category = 70.58</a:t>
          </a:r>
        </a:p>
      </dsp:txBody>
      <dsp:txXfrm>
        <a:off x="9119499" y="1887017"/>
        <a:ext cx="1772405" cy="1082494"/>
      </dsp:txXfrm>
    </dsp:sp>
    <dsp:sp modelId="{9F3ADC99-1909-4837-868F-024A61DA3C51}">
      <dsp:nvSpPr>
        <dsp:cNvPr id="0" name=""/>
        <dsp:cNvSpPr/>
      </dsp:nvSpPr>
      <dsp:spPr>
        <a:xfrm>
          <a:off x="8855850" y="1565876"/>
          <a:ext cx="229970" cy="2299701"/>
        </a:xfrm>
        <a:custGeom>
          <a:avLst/>
          <a:gdLst/>
          <a:ahLst/>
          <a:cxnLst/>
          <a:rect l="0" t="0" r="0" b="0"/>
          <a:pathLst>
            <a:path>
              <a:moveTo>
                <a:pt x="0" y="0"/>
              </a:moveTo>
              <a:lnTo>
                <a:pt x="0" y="2299701"/>
              </a:lnTo>
              <a:lnTo>
                <a:pt x="229970" y="229970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92CE314-0FE0-423C-BB66-23A4EADD02A0}">
      <dsp:nvSpPr>
        <dsp:cNvPr id="0" name=""/>
        <dsp:cNvSpPr/>
      </dsp:nvSpPr>
      <dsp:spPr>
        <a:xfrm>
          <a:off x="9085821" y="3290652"/>
          <a:ext cx="1839761" cy="114985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a:t>TF variety = 80.7</a:t>
          </a:r>
        </a:p>
      </dsp:txBody>
      <dsp:txXfrm>
        <a:off x="9119499" y="3324330"/>
        <a:ext cx="1772405" cy="1082494"/>
      </dsp:txXfrm>
    </dsp:sp>
  </dsp:spTree>
</dsp:drawing>
</file>

<file path=ppt/diagrams/drawing3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631440-BC67-43E5-999A-82C9909AA415}">
      <dsp:nvSpPr>
        <dsp:cNvPr id="0" name=""/>
        <dsp:cNvSpPr/>
      </dsp:nvSpPr>
      <dsp:spPr>
        <a:xfrm>
          <a:off x="1049271" y="674514"/>
          <a:ext cx="1123664" cy="112366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a:outerShdw blurRad="149987" dist="250190" dir="8460000" algn="ctr" rotWithShape="0">
            <a:srgbClr val="000000">
              <a:alpha val="28000"/>
            </a:srgbClr>
          </a:outerShdw>
        </a:effectLst>
        <a:sp3d prstMaterial="metal">
          <a:bevelT w="88900" h="88900"/>
        </a:sp3d>
      </dsp:spPr>
      <dsp:style>
        <a:lnRef idx="2">
          <a:scrgbClr r="0" g="0" b="0"/>
        </a:lnRef>
        <a:fillRef idx="1">
          <a:scrgbClr r="0" g="0" b="0"/>
        </a:fillRef>
        <a:effectRef idx="0">
          <a:scrgbClr r="0" g="0" b="0"/>
        </a:effectRef>
        <a:fontRef idx="minor">
          <a:schemeClr val="lt1"/>
        </a:fontRef>
      </dsp:style>
    </dsp:sp>
    <dsp:sp modelId="{3A0F7255-1AD6-4693-BC0F-CDDA6BA38820}">
      <dsp:nvSpPr>
        <dsp:cNvPr id="0" name=""/>
        <dsp:cNvSpPr/>
      </dsp:nvSpPr>
      <dsp:spPr>
        <a:xfrm>
          <a:off x="5868" y="1941221"/>
          <a:ext cx="3210468" cy="481570"/>
        </a:xfrm>
        <a:prstGeom prst="rect">
          <a:avLst/>
        </a:prstGeom>
        <a:noFill/>
        <a:ln>
          <a:noFill/>
        </a:ln>
        <a:effectLst/>
        <a:sp3d prstMaterial="metal">
          <a:bevelT w="88900" h="88900"/>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100000"/>
            </a:lnSpc>
            <a:spcBef>
              <a:spcPct val="0"/>
            </a:spcBef>
            <a:spcAft>
              <a:spcPct val="35000"/>
            </a:spcAft>
            <a:buNone/>
            <a:defRPr b="1"/>
          </a:pPr>
          <a:r>
            <a:rPr lang="en-US" sz="2100" b="0" kern="1200" dirty="0"/>
            <a:t>Brief recap of previous week</a:t>
          </a:r>
          <a:endParaRPr lang="en-US" sz="2100" kern="1200" dirty="0"/>
        </a:p>
      </dsp:txBody>
      <dsp:txXfrm>
        <a:off x="5868" y="1941221"/>
        <a:ext cx="3210468" cy="481570"/>
      </dsp:txXfrm>
    </dsp:sp>
    <dsp:sp modelId="{464C32C9-97E0-4FAC-AB96-14BD65EC5CF4}">
      <dsp:nvSpPr>
        <dsp:cNvPr id="0" name=""/>
        <dsp:cNvSpPr/>
      </dsp:nvSpPr>
      <dsp:spPr>
        <a:xfrm>
          <a:off x="5868" y="2489323"/>
          <a:ext cx="3210468" cy="1511763"/>
        </a:xfrm>
        <a:prstGeom prst="rect">
          <a:avLst/>
        </a:prstGeom>
        <a:noFill/>
        <a:ln>
          <a:noFill/>
        </a:ln>
        <a:effectLst>
          <a:outerShdw blurRad="149987" dist="250190" dir="8460000" algn="ctr" rotWithShape="0">
            <a:srgbClr val="000000">
              <a:alpha val="28000"/>
            </a:srgbClr>
          </a:outerShdw>
        </a:effectLst>
        <a:sp3d prstMaterial="metal">
          <a:bevelT w="88900" h="88900"/>
        </a:sp3d>
      </dsp:spPr>
      <dsp:style>
        <a:lnRef idx="0">
          <a:scrgbClr r="0" g="0" b="0"/>
        </a:lnRef>
        <a:fillRef idx="0">
          <a:scrgbClr r="0" g="0" b="0"/>
        </a:fillRef>
        <a:effectRef idx="0">
          <a:scrgbClr r="0" g="0" b="0"/>
        </a:effectRef>
        <a:fontRef idx="minor"/>
      </dsp:style>
    </dsp:sp>
    <dsp:sp modelId="{859557B7-7AD7-41A8-ACCC-0BA2B42C1833}">
      <dsp:nvSpPr>
        <dsp:cNvPr id="0" name=""/>
        <dsp:cNvSpPr/>
      </dsp:nvSpPr>
      <dsp:spPr>
        <a:xfrm>
          <a:off x="4821571" y="674514"/>
          <a:ext cx="1123664" cy="112366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a:outerShdw blurRad="149987" dist="250190" dir="8460000" algn="ctr" rotWithShape="0">
            <a:srgbClr val="000000">
              <a:alpha val="28000"/>
            </a:srgbClr>
          </a:outerShdw>
        </a:effectLst>
        <a:sp3d prstMaterial="metal">
          <a:bevelT w="88900" h="88900"/>
        </a:sp3d>
      </dsp:spPr>
      <dsp:style>
        <a:lnRef idx="2">
          <a:scrgbClr r="0" g="0" b="0"/>
        </a:lnRef>
        <a:fillRef idx="1">
          <a:scrgbClr r="0" g="0" b="0"/>
        </a:fillRef>
        <a:effectRef idx="0">
          <a:scrgbClr r="0" g="0" b="0"/>
        </a:effectRef>
        <a:fontRef idx="minor">
          <a:schemeClr val="lt1"/>
        </a:fontRef>
      </dsp:style>
    </dsp:sp>
    <dsp:sp modelId="{0691EB6A-B71C-45E5-9D36-0DE3C91EDE8E}">
      <dsp:nvSpPr>
        <dsp:cNvPr id="0" name=""/>
        <dsp:cNvSpPr/>
      </dsp:nvSpPr>
      <dsp:spPr>
        <a:xfrm>
          <a:off x="3778169" y="1941221"/>
          <a:ext cx="3210468" cy="481570"/>
        </a:xfrm>
        <a:prstGeom prst="rect">
          <a:avLst/>
        </a:prstGeom>
        <a:noFill/>
        <a:ln>
          <a:noFill/>
        </a:ln>
        <a:effectLst/>
        <a:sp3d prstMaterial="metal">
          <a:bevelT w="88900" h="88900"/>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100000"/>
            </a:lnSpc>
            <a:spcBef>
              <a:spcPct val="0"/>
            </a:spcBef>
            <a:spcAft>
              <a:spcPct val="35000"/>
            </a:spcAft>
            <a:buNone/>
            <a:defRPr b="1"/>
          </a:pPr>
          <a:r>
            <a:rPr lang="en-US" sz="2100" b="0" kern="1200" dirty="0"/>
            <a:t>Progress made in this week</a:t>
          </a:r>
          <a:endParaRPr lang="en-US" sz="2100" kern="1200" dirty="0"/>
        </a:p>
      </dsp:txBody>
      <dsp:txXfrm>
        <a:off x="3778169" y="1941221"/>
        <a:ext cx="3210468" cy="481570"/>
      </dsp:txXfrm>
    </dsp:sp>
    <dsp:sp modelId="{344511C2-B581-4A2F-A53C-47FD4732B07C}">
      <dsp:nvSpPr>
        <dsp:cNvPr id="0" name=""/>
        <dsp:cNvSpPr/>
      </dsp:nvSpPr>
      <dsp:spPr>
        <a:xfrm>
          <a:off x="3778169" y="2489323"/>
          <a:ext cx="3210468" cy="15117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dirty="0"/>
            <a:t>New data &amp; Complete synonyms list</a:t>
          </a:r>
        </a:p>
        <a:p>
          <a:pPr marL="0" lvl="0" indent="0" algn="ctr" defTabSz="666750">
            <a:lnSpc>
              <a:spcPct val="100000"/>
            </a:lnSpc>
            <a:spcBef>
              <a:spcPct val="0"/>
            </a:spcBef>
            <a:spcAft>
              <a:spcPct val="35000"/>
            </a:spcAft>
            <a:buNone/>
          </a:pPr>
          <a:r>
            <a:rPr lang="en-US" sz="1500" kern="1200" dirty="0"/>
            <a:t>ITEM1_DESC Mapping </a:t>
          </a:r>
        </a:p>
        <a:p>
          <a:pPr marL="0" lvl="0" indent="0" algn="ctr" defTabSz="666750">
            <a:lnSpc>
              <a:spcPct val="100000"/>
            </a:lnSpc>
            <a:spcBef>
              <a:spcPct val="0"/>
            </a:spcBef>
            <a:spcAft>
              <a:spcPct val="35000"/>
            </a:spcAft>
            <a:buNone/>
          </a:pPr>
          <a:r>
            <a:rPr lang="en-US" sz="1500" kern="1200" dirty="0"/>
            <a:t>FastText model </a:t>
          </a:r>
        </a:p>
        <a:p>
          <a:pPr marL="0" lvl="0" indent="0" algn="ctr" defTabSz="666750">
            <a:lnSpc>
              <a:spcPct val="100000"/>
            </a:lnSpc>
            <a:spcBef>
              <a:spcPct val="0"/>
            </a:spcBef>
            <a:spcAft>
              <a:spcPct val="35000"/>
            </a:spcAft>
            <a:buNone/>
          </a:pPr>
          <a:r>
            <a:rPr lang="en-US" sz="1500" kern="1200" dirty="0"/>
            <a:t>Voting hard </a:t>
          </a:r>
        </a:p>
        <a:p>
          <a:pPr marL="0" lvl="0" indent="0" algn="ctr" defTabSz="666750">
            <a:lnSpc>
              <a:spcPct val="100000"/>
            </a:lnSpc>
            <a:spcBef>
              <a:spcPct val="0"/>
            </a:spcBef>
            <a:spcAft>
              <a:spcPct val="35000"/>
            </a:spcAft>
            <a:buNone/>
          </a:pPr>
          <a:r>
            <a:rPr lang="en-US" sz="1500" kern="1200" dirty="0"/>
            <a:t>Fuzzy match of FEAT1</a:t>
          </a:r>
        </a:p>
      </dsp:txBody>
      <dsp:txXfrm>
        <a:off x="3778169" y="2489323"/>
        <a:ext cx="3210468" cy="1511763"/>
      </dsp:txXfrm>
    </dsp:sp>
    <dsp:sp modelId="{9AE7C2E3-CC14-4B41-BF36-F8DEF0DC3CED}">
      <dsp:nvSpPr>
        <dsp:cNvPr id="0" name=""/>
        <dsp:cNvSpPr/>
      </dsp:nvSpPr>
      <dsp:spPr>
        <a:xfrm>
          <a:off x="8593872" y="674514"/>
          <a:ext cx="1123664" cy="112366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a:outerShdw blurRad="149987" dist="250190" dir="8460000" algn="ctr" rotWithShape="0">
            <a:srgbClr val="000000">
              <a:alpha val="28000"/>
            </a:srgbClr>
          </a:outerShdw>
        </a:effectLst>
        <a:sp3d prstMaterial="metal">
          <a:bevelT w="88900" h="88900"/>
        </a:sp3d>
      </dsp:spPr>
      <dsp:style>
        <a:lnRef idx="2">
          <a:scrgbClr r="0" g="0" b="0"/>
        </a:lnRef>
        <a:fillRef idx="1">
          <a:scrgbClr r="0" g="0" b="0"/>
        </a:fillRef>
        <a:effectRef idx="0">
          <a:scrgbClr r="0" g="0" b="0"/>
        </a:effectRef>
        <a:fontRef idx="minor">
          <a:schemeClr val="lt1"/>
        </a:fontRef>
      </dsp:style>
    </dsp:sp>
    <dsp:sp modelId="{FFCE3B9E-67C9-4544-9F38-A420A90EFFDB}">
      <dsp:nvSpPr>
        <dsp:cNvPr id="0" name=""/>
        <dsp:cNvSpPr/>
      </dsp:nvSpPr>
      <dsp:spPr>
        <a:xfrm>
          <a:off x="7550470" y="1941221"/>
          <a:ext cx="3210468" cy="481570"/>
        </a:xfrm>
        <a:prstGeom prst="rect">
          <a:avLst/>
        </a:prstGeom>
        <a:noFill/>
        <a:ln>
          <a:noFill/>
        </a:ln>
        <a:effectLst/>
        <a:sp3d prstMaterial="metal">
          <a:bevelT w="88900" h="88900"/>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100000"/>
            </a:lnSpc>
            <a:spcBef>
              <a:spcPct val="0"/>
            </a:spcBef>
            <a:spcAft>
              <a:spcPct val="35000"/>
            </a:spcAft>
            <a:buNone/>
            <a:defRPr b="1"/>
          </a:pPr>
          <a:r>
            <a:rPr lang="en-US" sz="2100" b="0" kern="1200" dirty="0"/>
            <a:t>Way forward</a:t>
          </a:r>
          <a:endParaRPr lang="en-US" sz="2100" kern="1200" dirty="0"/>
        </a:p>
      </dsp:txBody>
      <dsp:txXfrm>
        <a:off x="7550470" y="1941221"/>
        <a:ext cx="3210468" cy="481570"/>
      </dsp:txXfrm>
    </dsp:sp>
    <dsp:sp modelId="{706B9664-41A4-4BB4-B2AA-4220C06F7950}">
      <dsp:nvSpPr>
        <dsp:cNvPr id="0" name=""/>
        <dsp:cNvSpPr/>
      </dsp:nvSpPr>
      <dsp:spPr>
        <a:xfrm>
          <a:off x="7550470" y="2489323"/>
          <a:ext cx="3210468" cy="1511763"/>
        </a:xfrm>
        <a:prstGeom prst="rect">
          <a:avLst/>
        </a:prstGeom>
        <a:noFill/>
        <a:ln>
          <a:noFill/>
        </a:ln>
        <a:effectLst>
          <a:outerShdw blurRad="149987" dist="250190" dir="8460000" algn="ctr" rotWithShape="0">
            <a:srgbClr val="000000">
              <a:alpha val="28000"/>
            </a:srgbClr>
          </a:outerShdw>
        </a:effectLst>
        <a:sp3d prstMaterial="metal">
          <a:bevelT w="88900" h="88900"/>
        </a:sp3d>
      </dsp:spPr>
      <dsp:style>
        <a:lnRef idx="0">
          <a:scrgbClr r="0" g="0" b="0"/>
        </a:lnRef>
        <a:fillRef idx="0">
          <a:scrgbClr r="0" g="0" b="0"/>
        </a:fillRef>
        <a:effectRef idx="0">
          <a:scrgbClr r="0" g="0" b="0"/>
        </a:effectRef>
        <a:fontRef idx="minor"/>
      </dsp:style>
    </dsp:sp>
  </dsp:spTree>
</dsp:drawing>
</file>

<file path=ppt/diagrams/drawing4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127E78-5457-4242-9509-3BEE4E15BFF1}">
      <dsp:nvSpPr>
        <dsp:cNvPr id="0" name=""/>
        <dsp:cNvSpPr/>
      </dsp:nvSpPr>
      <dsp:spPr>
        <a:xfrm>
          <a:off x="1587638" y="2821"/>
          <a:ext cx="2071990" cy="846470"/>
        </a:xfrm>
        <a:prstGeom prst="roundRect">
          <a:avLst>
            <a:gd name="adj" fmla="val 10000"/>
          </a:avLst>
        </a:prstGeom>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5"/>
        </a:lnRef>
        <a:fillRef idx="3">
          <a:schemeClr val="accent5"/>
        </a:fillRef>
        <a:effectRef idx="3">
          <a:schemeClr val="accent5"/>
        </a:effectRef>
        <a:fontRef idx="minor">
          <a:schemeClr val="lt1"/>
        </a:fontRef>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Voting hard for RF, LR, SVM</a:t>
          </a:r>
        </a:p>
      </dsp:txBody>
      <dsp:txXfrm>
        <a:off x="1612430" y="27613"/>
        <a:ext cx="2022406" cy="796886"/>
      </dsp:txXfrm>
    </dsp:sp>
    <dsp:sp modelId="{334F31B2-81E0-4064-B800-280BA4D16B1F}">
      <dsp:nvSpPr>
        <dsp:cNvPr id="0" name=""/>
        <dsp:cNvSpPr/>
      </dsp:nvSpPr>
      <dsp:spPr>
        <a:xfrm>
          <a:off x="1794837" y="849292"/>
          <a:ext cx="207199" cy="634852"/>
        </a:xfrm>
        <a:custGeom>
          <a:avLst/>
          <a:gdLst/>
          <a:ahLst/>
          <a:cxnLst/>
          <a:rect l="0" t="0" r="0" b="0"/>
          <a:pathLst>
            <a:path>
              <a:moveTo>
                <a:pt x="0" y="0"/>
              </a:moveTo>
              <a:lnTo>
                <a:pt x="0" y="634852"/>
              </a:lnTo>
              <a:lnTo>
                <a:pt x="207199" y="63485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C39FBCD-1E14-419B-973C-E80560C8E0D6}">
      <dsp:nvSpPr>
        <dsp:cNvPr id="0" name=""/>
        <dsp:cNvSpPr/>
      </dsp:nvSpPr>
      <dsp:spPr>
        <a:xfrm>
          <a:off x="2002037" y="1060909"/>
          <a:ext cx="1354352" cy="84647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TF cat: 68.77</a:t>
          </a:r>
        </a:p>
      </dsp:txBody>
      <dsp:txXfrm>
        <a:off x="2026829" y="1085701"/>
        <a:ext cx="1304768" cy="796886"/>
      </dsp:txXfrm>
    </dsp:sp>
    <dsp:sp modelId="{D3AC0D1A-E8EF-4702-9320-E5455291E01F}">
      <dsp:nvSpPr>
        <dsp:cNvPr id="0" name=""/>
        <dsp:cNvSpPr/>
      </dsp:nvSpPr>
      <dsp:spPr>
        <a:xfrm>
          <a:off x="1794837" y="849292"/>
          <a:ext cx="207199" cy="1692941"/>
        </a:xfrm>
        <a:custGeom>
          <a:avLst/>
          <a:gdLst/>
          <a:ahLst/>
          <a:cxnLst/>
          <a:rect l="0" t="0" r="0" b="0"/>
          <a:pathLst>
            <a:path>
              <a:moveTo>
                <a:pt x="0" y="0"/>
              </a:moveTo>
              <a:lnTo>
                <a:pt x="0" y="1692941"/>
              </a:lnTo>
              <a:lnTo>
                <a:pt x="207199" y="169294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B053593-003C-401F-8019-557B9439619F}">
      <dsp:nvSpPr>
        <dsp:cNvPr id="0" name=""/>
        <dsp:cNvSpPr/>
      </dsp:nvSpPr>
      <dsp:spPr>
        <a:xfrm>
          <a:off x="2002037" y="2118998"/>
          <a:ext cx="1354352" cy="84647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TF var: 78.25</a:t>
          </a:r>
        </a:p>
      </dsp:txBody>
      <dsp:txXfrm>
        <a:off x="2026829" y="2143790"/>
        <a:ext cx="1304768" cy="796886"/>
      </dsp:txXfrm>
    </dsp:sp>
    <dsp:sp modelId="{8911FF8E-98ED-4980-80DE-0EC35E6881F5}">
      <dsp:nvSpPr>
        <dsp:cNvPr id="0" name=""/>
        <dsp:cNvSpPr/>
      </dsp:nvSpPr>
      <dsp:spPr>
        <a:xfrm>
          <a:off x="4082864" y="2821"/>
          <a:ext cx="1692941" cy="846470"/>
        </a:xfrm>
        <a:prstGeom prst="roundRect">
          <a:avLst>
            <a:gd name="adj" fmla="val 10000"/>
          </a:avLst>
        </a:prstGeom>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6"/>
        </a:lnRef>
        <a:fillRef idx="3">
          <a:schemeClr val="accent6"/>
        </a:fillRef>
        <a:effectRef idx="3">
          <a:schemeClr val="accent6"/>
        </a:effectRef>
        <a:fontRef idx="minor">
          <a:schemeClr val="lt1"/>
        </a:fontRef>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US" sz="2400" b="1" kern="1200" dirty="0"/>
            <a:t>FastText model</a:t>
          </a:r>
          <a:endParaRPr lang="en-US" sz="2400" kern="1200" dirty="0"/>
        </a:p>
      </dsp:txBody>
      <dsp:txXfrm>
        <a:off x="4107656" y="27613"/>
        <a:ext cx="1643357" cy="796886"/>
      </dsp:txXfrm>
    </dsp:sp>
    <dsp:sp modelId="{89ED0F36-DD17-4B80-A304-E8A3A3209887}">
      <dsp:nvSpPr>
        <dsp:cNvPr id="0" name=""/>
        <dsp:cNvSpPr/>
      </dsp:nvSpPr>
      <dsp:spPr>
        <a:xfrm>
          <a:off x="4252159" y="849292"/>
          <a:ext cx="169294" cy="634852"/>
        </a:xfrm>
        <a:custGeom>
          <a:avLst/>
          <a:gdLst/>
          <a:ahLst/>
          <a:cxnLst/>
          <a:rect l="0" t="0" r="0" b="0"/>
          <a:pathLst>
            <a:path>
              <a:moveTo>
                <a:pt x="0" y="0"/>
              </a:moveTo>
              <a:lnTo>
                <a:pt x="0" y="634852"/>
              </a:lnTo>
              <a:lnTo>
                <a:pt x="169294" y="63485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662D6EE-E316-4338-9600-E234AF058540}">
      <dsp:nvSpPr>
        <dsp:cNvPr id="0" name=""/>
        <dsp:cNvSpPr/>
      </dsp:nvSpPr>
      <dsp:spPr>
        <a:xfrm>
          <a:off x="4421453" y="1060909"/>
          <a:ext cx="1354352" cy="84647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Autotuning of parameters</a:t>
          </a:r>
        </a:p>
      </dsp:txBody>
      <dsp:txXfrm>
        <a:off x="4446245" y="1085701"/>
        <a:ext cx="1304768" cy="796886"/>
      </dsp:txXfrm>
    </dsp:sp>
    <dsp:sp modelId="{1B20A9BA-4BF1-432B-8D6A-8AFA16E3EAE4}">
      <dsp:nvSpPr>
        <dsp:cNvPr id="0" name=""/>
        <dsp:cNvSpPr/>
      </dsp:nvSpPr>
      <dsp:spPr>
        <a:xfrm>
          <a:off x="4252159" y="849292"/>
          <a:ext cx="169294" cy="1692941"/>
        </a:xfrm>
        <a:custGeom>
          <a:avLst/>
          <a:gdLst/>
          <a:ahLst/>
          <a:cxnLst/>
          <a:rect l="0" t="0" r="0" b="0"/>
          <a:pathLst>
            <a:path>
              <a:moveTo>
                <a:pt x="0" y="0"/>
              </a:moveTo>
              <a:lnTo>
                <a:pt x="0" y="1692941"/>
              </a:lnTo>
              <a:lnTo>
                <a:pt x="169294" y="169294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6576675-5888-42A8-AEB9-BCB2DD23D673}">
      <dsp:nvSpPr>
        <dsp:cNvPr id="0" name=""/>
        <dsp:cNvSpPr/>
      </dsp:nvSpPr>
      <dsp:spPr>
        <a:xfrm>
          <a:off x="4421453" y="2118998"/>
          <a:ext cx="1354352" cy="84647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Playing with parameters</a:t>
          </a:r>
        </a:p>
      </dsp:txBody>
      <dsp:txXfrm>
        <a:off x="4446245" y="2143790"/>
        <a:ext cx="1304768" cy="796886"/>
      </dsp:txXfrm>
    </dsp:sp>
    <dsp:sp modelId="{C58E6A71-623C-4FF7-B259-A9D84E4E1E10}">
      <dsp:nvSpPr>
        <dsp:cNvPr id="0" name=""/>
        <dsp:cNvSpPr/>
      </dsp:nvSpPr>
      <dsp:spPr>
        <a:xfrm>
          <a:off x="4252159" y="849292"/>
          <a:ext cx="169294" cy="2751029"/>
        </a:xfrm>
        <a:custGeom>
          <a:avLst/>
          <a:gdLst/>
          <a:ahLst/>
          <a:cxnLst/>
          <a:rect l="0" t="0" r="0" b="0"/>
          <a:pathLst>
            <a:path>
              <a:moveTo>
                <a:pt x="0" y="0"/>
              </a:moveTo>
              <a:lnTo>
                <a:pt x="0" y="2751029"/>
              </a:lnTo>
              <a:lnTo>
                <a:pt x="169294" y="275102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83A7816-7363-4123-A4F2-B648CEB78AAF}">
      <dsp:nvSpPr>
        <dsp:cNvPr id="0" name=""/>
        <dsp:cNvSpPr/>
      </dsp:nvSpPr>
      <dsp:spPr>
        <a:xfrm>
          <a:off x="4421453" y="3177086"/>
          <a:ext cx="1354352" cy="84647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TF cat: 72.48</a:t>
          </a:r>
        </a:p>
      </dsp:txBody>
      <dsp:txXfrm>
        <a:off x="4446245" y="3201878"/>
        <a:ext cx="1304768" cy="796886"/>
      </dsp:txXfrm>
    </dsp:sp>
    <dsp:sp modelId="{2543CA19-BE45-4A84-AD00-0B39EC59B250}">
      <dsp:nvSpPr>
        <dsp:cNvPr id="0" name=""/>
        <dsp:cNvSpPr/>
      </dsp:nvSpPr>
      <dsp:spPr>
        <a:xfrm>
          <a:off x="4252159" y="849292"/>
          <a:ext cx="169294" cy="3809117"/>
        </a:xfrm>
        <a:custGeom>
          <a:avLst/>
          <a:gdLst/>
          <a:ahLst/>
          <a:cxnLst/>
          <a:rect l="0" t="0" r="0" b="0"/>
          <a:pathLst>
            <a:path>
              <a:moveTo>
                <a:pt x="0" y="0"/>
              </a:moveTo>
              <a:lnTo>
                <a:pt x="0" y="3809117"/>
              </a:lnTo>
              <a:lnTo>
                <a:pt x="169294" y="380911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1D4AB74-99A7-4B8C-BD2A-D007818BF580}">
      <dsp:nvSpPr>
        <dsp:cNvPr id="0" name=""/>
        <dsp:cNvSpPr/>
      </dsp:nvSpPr>
      <dsp:spPr>
        <a:xfrm>
          <a:off x="4421453" y="4235174"/>
          <a:ext cx="1354352" cy="84647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a:t>TF </a:t>
          </a:r>
          <a:r>
            <a:rPr lang="en-US" sz="2000" kern="1200" dirty="0"/>
            <a:t>var: 70.59</a:t>
          </a:r>
        </a:p>
      </dsp:txBody>
      <dsp:txXfrm>
        <a:off x="4446245" y="4259966"/>
        <a:ext cx="1304768" cy="796886"/>
      </dsp:txXfrm>
    </dsp:sp>
    <dsp:sp modelId="{0D530BF9-D14B-4354-BBAA-CD1BDCF669F2}">
      <dsp:nvSpPr>
        <dsp:cNvPr id="0" name=""/>
        <dsp:cNvSpPr/>
      </dsp:nvSpPr>
      <dsp:spPr>
        <a:xfrm>
          <a:off x="6199041" y="2821"/>
          <a:ext cx="1692941" cy="846470"/>
        </a:xfrm>
        <a:prstGeom prst="roundRect">
          <a:avLst>
            <a:gd name="adj" fmla="val 10000"/>
          </a:avLst>
        </a:prstGeom>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4"/>
        </a:lnRef>
        <a:fillRef idx="3">
          <a:schemeClr val="accent4"/>
        </a:fillRef>
        <a:effectRef idx="3">
          <a:schemeClr val="accent4"/>
        </a:effectRef>
        <a:fontRef idx="minor">
          <a:schemeClr val="lt1"/>
        </a:fontRef>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Item1_DESC mapping</a:t>
          </a:r>
        </a:p>
      </dsp:txBody>
      <dsp:txXfrm>
        <a:off x="6223833" y="27613"/>
        <a:ext cx="1643357" cy="796886"/>
      </dsp:txXfrm>
    </dsp:sp>
    <dsp:sp modelId="{5513A41E-BDA1-48AD-A83B-46DC7D3CE459}">
      <dsp:nvSpPr>
        <dsp:cNvPr id="0" name=""/>
        <dsp:cNvSpPr/>
      </dsp:nvSpPr>
      <dsp:spPr>
        <a:xfrm>
          <a:off x="6368335" y="849292"/>
          <a:ext cx="169294" cy="634852"/>
        </a:xfrm>
        <a:custGeom>
          <a:avLst/>
          <a:gdLst/>
          <a:ahLst/>
          <a:cxnLst/>
          <a:rect l="0" t="0" r="0" b="0"/>
          <a:pathLst>
            <a:path>
              <a:moveTo>
                <a:pt x="0" y="0"/>
              </a:moveTo>
              <a:lnTo>
                <a:pt x="0" y="634852"/>
              </a:lnTo>
              <a:lnTo>
                <a:pt x="169294" y="63485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5A3EC42-A1AF-458F-90C3-CEFBB0BE6354}">
      <dsp:nvSpPr>
        <dsp:cNvPr id="0" name=""/>
        <dsp:cNvSpPr/>
      </dsp:nvSpPr>
      <dsp:spPr>
        <a:xfrm>
          <a:off x="6537629" y="1060909"/>
          <a:ext cx="1354352" cy="846470"/>
        </a:xfrm>
        <a:prstGeom prst="roundRect">
          <a:avLst>
            <a:gd name="adj" fmla="val 10000"/>
          </a:avLst>
        </a:prstGeom>
        <a:solidFill>
          <a:schemeClr val="lt1"/>
        </a:solidFill>
        <a:ln w="12700" cap="flat" cmpd="sng" algn="ctr">
          <a:solidFill>
            <a:schemeClr val="accent1"/>
          </a:solidFill>
          <a:prstDash val="solid"/>
          <a:miter lim="800000"/>
        </a:ln>
        <a:effectLst/>
      </dsp:spPr>
      <dsp:style>
        <a:lnRef idx="2">
          <a:schemeClr val="accent1"/>
        </a:lnRef>
        <a:fillRef idx="1">
          <a:schemeClr val="lt1"/>
        </a:fillRef>
        <a:effectRef idx="0">
          <a:schemeClr val="accent1"/>
        </a:effectRef>
        <a:fontRef idx="minor">
          <a:schemeClr val="dk1"/>
        </a:fontRef>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Unique: 136</a:t>
          </a:r>
        </a:p>
      </dsp:txBody>
      <dsp:txXfrm>
        <a:off x="6562421" y="1085701"/>
        <a:ext cx="1304768" cy="796886"/>
      </dsp:txXfrm>
    </dsp:sp>
    <dsp:sp modelId="{1B4C58D4-52F1-4913-A4B5-2FD9EF3D6B5B}">
      <dsp:nvSpPr>
        <dsp:cNvPr id="0" name=""/>
        <dsp:cNvSpPr/>
      </dsp:nvSpPr>
      <dsp:spPr>
        <a:xfrm>
          <a:off x="6368335" y="849292"/>
          <a:ext cx="169294" cy="1692941"/>
        </a:xfrm>
        <a:custGeom>
          <a:avLst/>
          <a:gdLst/>
          <a:ahLst/>
          <a:cxnLst/>
          <a:rect l="0" t="0" r="0" b="0"/>
          <a:pathLst>
            <a:path>
              <a:moveTo>
                <a:pt x="0" y="0"/>
              </a:moveTo>
              <a:lnTo>
                <a:pt x="0" y="1692941"/>
              </a:lnTo>
              <a:lnTo>
                <a:pt x="169294" y="169294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56FC2AD-661C-4A3F-AC2E-17E9AFFE9625}">
      <dsp:nvSpPr>
        <dsp:cNvPr id="0" name=""/>
        <dsp:cNvSpPr/>
      </dsp:nvSpPr>
      <dsp:spPr>
        <a:xfrm>
          <a:off x="6537629" y="2118998"/>
          <a:ext cx="1354352" cy="846470"/>
        </a:xfrm>
        <a:prstGeom prst="roundRect">
          <a:avLst>
            <a:gd name="adj" fmla="val 10000"/>
          </a:avLst>
        </a:prstGeom>
        <a:solidFill>
          <a:schemeClr val="lt1"/>
        </a:solidFill>
        <a:ln w="12700" cap="flat" cmpd="sng" algn="ctr">
          <a:solidFill>
            <a:schemeClr val="accent1"/>
          </a:solidFill>
          <a:prstDash val="solid"/>
          <a:miter lim="800000"/>
        </a:ln>
        <a:effectLst/>
      </dsp:spPr>
      <dsp:style>
        <a:lnRef idx="2">
          <a:schemeClr val="accent1"/>
        </a:lnRef>
        <a:fillRef idx="1">
          <a:schemeClr val="lt1"/>
        </a:fillRef>
        <a:effectRef idx="0">
          <a:schemeClr val="accent1"/>
        </a:effectRef>
        <a:fontRef idx="minor">
          <a:schemeClr val="dk1"/>
        </a:fontRef>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Total: 1750</a:t>
          </a:r>
        </a:p>
      </dsp:txBody>
      <dsp:txXfrm>
        <a:off x="6562421" y="2143790"/>
        <a:ext cx="1304768" cy="796886"/>
      </dsp:txXfrm>
    </dsp:sp>
    <dsp:sp modelId="{92331B8E-451C-4DE1-96F5-8156D67E7022}">
      <dsp:nvSpPr>
        <dsp:cNvPr id="0" name=""/>
        <dsp:cNvSpPr/>
      </dsp:nvSpPr>
      <dsp:spPr>
        <a:xfrm>
          <a:off x="6368335" y="849292"/>
          <a:ext cx="169294" cy="2751029"/>
        </a:xfrm>
        <a:custGeom>
          <a:avLst/>
          <a:gdLst/>
          <a:ahLst/>
          <a:cxnLst/>
          <a:rect l="0" t="0" r="0" b="0"/>
          <a:pathLst>
            <a:path>
              <a:moveTo>
                <a:pt x="0" y="0"/>
              </a:moveTo>
              <a:lnTo>
                <a:pt x="0" y="2751029"/>
              </a:lnTo>
              <a:lnTo>
                <a:pt x="169294" y="275102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58B6DD3-6EA6-41DE-ADFF-682B4416A1FD}">
      <dsp:nvSpPr>
        <dsp:cNvPr id="0" name=""/>
        <dsp:cNvSpPr/>
      </dsp:nvSpPr>
      <dsp:spPr>
        <a:xfrm>
          <a:off x="6537629" y="3177086"/>
          <a:ext cx="1354352" cy="846470"/>
        </a:xfrm>
        <a:prstGeom prst="roundRect">
          <a:avLst>
            <a:gd name="adj" fmla="val 10000"/>
          </a:avLst>
        </a:prstGeom>
        <a:solidFill>
          <a:schemeClr val="lt1"/>
        </a:solidFill>
        <a:ln w="12700" cap="flat" cmpd="sng" algn="ctr">
          <a:solidFill>
            <a:schemeClr val="accent1"/>
          </a:solidFill>
          <a:prstDash val="solid"/>
          <a:miter lim="800000"/>
        </a:ln>
        <a:effectLst/>
      </dsp:spPr>
      <dsp:style>
        <a:lnRef idx="2">
          <a:schemeClr val="accent1"/>
        </a:lnRef>
        <a:fillRef idx="1">
          <a:schemeClr val="lt1"/>
        </a:fillRef>
        <a:effectRef idx="0">
          <a:schemeClr val="accent1"/>
        </a:effectRef>
        <a:fontRef idx="minor">
          <a:schemeClr val="dk1"/>
        </a:fontRef>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TF cat: 68.28</a:t>
          </a:r>
        </a:p>
      </dsp:txBody>
      <dsp:txXfrm>
        <a:off x="6562421" y="3201878"/>
        <a:ext cx="1304768" cy="796886"/>
      </dsp:txXfrm>
    </dsp:sp>
    <dsp:sp modelId="{0B0AAF17-57DE-428D-ADCA-5FE9A739FEF2}">
      <dsp:nvSpPr>
        <dsp:cNvPr id="0" name=""/>
        <dsp:cNvSpPr/>
      </dsp:nvSpPr>
      <dsp:spPr>
        <a:xfrm>
          <a:off x="6368335" y="849292"/>
          <a:ext cx="169294" cy="3809117"/>
        </a:xfrm>
        <a:custGeom>
          <a:avLst/>
          <a:gdLst/>
          <a:ahLst/>
          <a:cxnLst/>
          <a:rect l="0" t="0" r="0" b="0"/>
          <a:pathLst>
            <a:path>
              <a:moveTo>
                <a:pt x="0" y="0"/>
              </a:moveTo>
              <a:lnTo>
                <a:pt x="0" y="3809117"/>
              </a:lnTo>
              <a:lnTo>
                <a:pt x="169294" y="380911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AF73A30-762D-49E1-B7BD-8CFCEC748EC6}">
      <dsp:nvSpPr>
        <dsp:cNvPr id="0" name=""/>
        <dsp:cNvSpPr/>
      </dsp:nvSpPr>
      <dsp:spPr>
        <a:xfrm>
          <a:off x="6537629" y="4235174"/>
          <a:ext cx="1354352" cy="84647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33020" rIns="49530" bIns="33020" numCol="1" spcCol="1270" anchor="ctr" anchorCtr="0">
          <a:noAutofit/>
        </a:bodyPr>
        <a:lstStyle/>
        <a:p>
          <a:pPr marL="0" lvl="0" indent="0" algn="ctr" defTabSz="1155700">
            <a:lnSpc>
              <a:spcPct val="90000"/>
            </a:lnSpc>
            <a:spcBef>
              <a:spcPct val="0"/>
            </a:spcBef>
            <a:spcAft>
              <a:spcPct val="35000"/>
            </a:spcAft>
            <a:buNone/>
          </a:pPr>
          <a:r>
            <a:rPr lang="en-US" sz="2600" kern="1200"/>
            <a:t>TF var: 93.20</a:t>
          </a:r>
          <a:endParaRPr lang="en-US" sz="2600" kern="1200" dirty="0"/>
        </a:p>
      </dsp:txBody>
      <dsp:txXfrm>
        <a:off x="6562421" y="4259966"/>
        <a:ext cx="1304768" cy="796886"/>
      </dsp:txXfrm>
    </dsp:sp>
    <dsp:sp modelId="{40103C75-FABE-4F96-931A-BE0BF4F5919A}">
      <dsp:nvSpPr>
        <dsp:cNvPr id="0" name=""/>
        <dsp:cNvSpPr/>
      </dsp:nvSpPr>
      <dsp:spPr>
        <a:xfrm>
          <a:off x="8315217" y="2821"/>
          <a:ext cx="1692941" cy="846470"/>
        </a:xfrm>
        <a:prstGeom prst="roundRect">
          <a:avLst>
            <a:gd name="adj" fmla="val 10000"/>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1"/>
        </a:lnRef>
        <a:fillRef idx="3">
          <a:schemeClr val="accent1"/>
        </a:fillRef>
        <a:effectRef idx="3">
          <a:schemeClr val="accent1"/>
        </a:effectRef>
        <a:fontRef idx="minor">
          <a:schemeClr val="lt1"/>
        </a:fontRef>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US" sz="2400" b="1" kern="1200" dirty="0"/>
            <a:t>Voting hard classifier</a:t>
          </a:r>
          <a:endParaRPr lang="en-US" sz="2400" kern="1200" dirty="0"/>
        </a:p>
      </dsp:txBody>
      <dsp:txXfrm>
        <a:off x="8340009" y="27613"/>
        <a:ext cx="1643357" cy="796886"/>
      </dsp:txXfrm>
    </dsp:sp>
    <dsp:sp modelId="{62D0EEB2-7403-4197-893F-C4E380220341}">
      <dsp:nvSpPr>
        <dsp:cNvPr id="0" name=""/>
        <dsp:cNvSpPr/>
      </dsp:nvSpPr>
      <dsp:spPr>
        <a:xfrm>
          <a:off x="8484512" y="849292"/>
          <a:ext cx="169294" cy="634852"/>
        </a:xfrm>
        <a:custGeom>
          <a:avLst/>
          <a:gdLst/>
          <a:ahLst/>
          <a:cxnLst/>
          <a:rect l="0" t="0" r="0" b="0"/>
          <a:pathLst>
            <a:path>
              <a:moveTo>
                <a:pt x="0" y="0"/>
              </a:moveTo>
              <a:lnTo>
                <a:pt x="0" y="634852"/>
              </a:lnTo>
              <a:lnTo>
                <a:pt x="169294" y="63485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FE61C90-2791-454D-8DDA-FE37D5301D53}">
      <dsp:nvSpPr>
        <dsp:cNvPr id="0" name=""/>
        <dsp:cNvSpPr/>
      </dsp:nvSpPr>
      <dsp:spPr>
        <a:xfrm>
          <a:off x="8653806" y="1060909"/>
          <a:ext cx="1354352" cy="84647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With RF, LR &amp; SVM</a:t>
          </a:r>
        </a:p>
      </dsp:txBody>
      <dsp:txXfrm>
        <a:off x="8678598" y="1085701"/>
        <a:ext cx="1304768" cy="796886"/>
      </dsp:txXfrm>
    </dsp:sp>
    <dsp:sp modelId="{D229FB14-9A4C-4427-8DC3-B81C2B807AE0}">
      <dsp:nvSpPr>
        <dsp:cNvPr id="0" name=""/>
        <dsp:cNvSpPr/>
      </dsp:nvSpPr>
      <dsp:spPr>
        <a:xfrm>
          <a:off x="8484512" y="849292"/>
          <a:ext cx="169294" cy="1692941"/>
        </a:xfrm>
        <a:custGeom>
          <a:avLst/>
          <a:gdLst/>
          <a:ahLst/>
          <a:cxnLst/>
          <a:rect l="0" t="0" r="0" b="0"/>
          <a:pathLst>
            <a:path>
              <a:moveTo>
                <a:pt x="0" y="0"/>
              </a:moveTo>
              <a:lnTo>
                <a:pt x="0" y="1692941"/>
              </a:lnTo>
              <a:lnTo>
                <a:pt x="169294" y="169294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91ABA40-2FD9-457A-9B7C-6B60B8B0CC43}">
      <dsp:nvSpPr>
        <dsp:cNvPr id="0" name=""/>
        <dsp:cNvSpPr/>
      </dsp:nvSpPr>
      <dsp:spPr>
        <a:xfrm>
          <a:off x="8653806" y="2118998"/>
          <a:ext cx="1354352" cy="84647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With RF &amp; LR</a:t>
          </a:r>
        </a:p>
      </dsp:txBody>
      <dsp:txXfrm>
        <a:off x="8678598" y="2143790"/>
        <a:ext cx="1304768" cy="796886"/>
      </dsp:txXfrm>
    </dsp:sp>
    <dsp:sp modelId="{2DCD28A8-0C61-4301-8C34-48648A290F33}">
      <dsp:nvSpPr>
        <dsp:cNvPr id="0" name=""/>
        <dsp:cNvSpPr/>
      </dsp:nvSpPr>
      <dsp:spPr>
        <a:xfrm>
          <a:off x="8484512" y="849292"/>
          <a:ext cx="169294" cy="2751029"/>
        </a:xfrm>
        <a:custGeom>
          <a:avLst/>
          <a:gdLst/>
          <a:ahLst/>
          <a:cxnLst/>
          <a:rect l="0" t="0" r="0" b="0"/>
          <a:pathLst>
            <a:path>
              <a:moveTo>
                <a:pt x="0" y="0"/>
              </a:moveTo>
              <a:lnTo>
                <a:pt x="0" y="2751029"/>
              </a:lnTo>
              <a:lnTo>
                <a:pt x="169294" y="275102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C6CEFB8-5B88-4269-AB79-A44F03CDB37B}">
      <dsp:nvSpPr>
        <dsp:cNvPr id="0" name=""/>
        <dsp:cNvSpPr/>
      </dsp:nvSpPr>
      <dsp:spPr>
        <a:xfrm>
          <a:off x="8653806" y="3177086"/>
          <a:ext cx="1354352" cy="84647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TF cat: 70.30</a:t>
          </a:r>
        </a:p>
      </dsp:txBody>
      <dsp:txXfrm>
        <a:off x="8678598" y="3201878"/>
        <a:ext cx="1304768" cy="796886"/>
      </dsp:txXfrm>
    </dsp:sp>
    <dsp:sp modelId="{6F154A90-C5B6-437E-9CD5-000BEC1F2A38}">
      <dsp:nvSpPr>
        <dsp:cNvPr id="0" name=""/>
        <dsp:cNvSpPr/>
      </dsp:nvSpPr>
      <dsp:spPr>
        <a:xfrm>
          <a:off x="8484512" y="849292"/>
          <a:ext cx="169294" cy="3809117"/>
        </a:xfrm>
        <a:custGeom>
          <a:avLst/>
          <a:gdLst/>
          <a:ahLst/>
          <a:cxnLst/>
          <a:rect l="0" t="0" r="0" b="0"/>
          <a:pathLst>
            <a:path>
              <a:moveTo>
                <a:pt x="0" y="0"/>
              </a:moveTo>
              <a:lnTo>
                <a:pt x="0" y="3809117"/>
              </a:lnTo>
              <a:lnTo>
                <a:pt x="169294" y="380911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C3092EA-8289-47C0-969C-173B1C3A209D}">
      <dsp:nvSpPr>
        <dsp:cNvPr id="0" name=""/>
        <dsp:cNvSpPr/>
      </dsp:nvSpPr>
      <dsp:spPr>
        <a:xfrm>
          <a:off x="8653806" y="4235174"/>
          <a:ext cx="1354352" cy="84647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TF var: 82.19</a:t>
          </a:r>
        </a:p>
      </dsp:txBody>
      <dsp:txXfrm>
        <a:off x="8678598" y="4259966"/>
        <a:ext cx="1304768" cy="796886"/>
      </dsp:txXfrm>
    </dsp:sp>
  </dsp:spTree>
</dsp:drawing>
</file>

<file path=ppt/diagrams/drawing4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F2A1EB-CA52-41A7-8441-6D7D4E6EBBF4}">
      <dsp:nvSpPr>
        <dsp:cNvPr id="0" name=""/>
        <dsp:cNvSpPr/>
      </dsp:nvSpPr>
      <dsp:spPr>
        <a:xfrm>
          <a:off x="0" y="290824"/>
          <a:ext cx="11575701" cy="874125"/>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98403" tIns="312420" rIns="898403" bIns="106680" numCol="1" spcCol="1270" anchor="t" anchorCtr="0">
          <a:noAutofit/>
        </a:bodyPr>
        <a:lstStyle/>
        <a:p>
          <a:pPr marL="114300" lvl="1" indent="-114300" algn="l" defTabSz="666750">
            <a:lnSpc>
              <a:spcPct val="90000"/>
            </a:lnSpc>
            <a:spcBef>
              <a:spcPct val="0"/>
            </a:spcBef>
            <a:spcAft>
              <a:spcPct val="15000"/>
            </a:spcAft>
            <a:buChar char="•"/>
          </a:pPr>
          <a:r>
            <a:rPr lang="en-US" sz="1500" kern="1200" dirty="0"/>
            <a:t>Train data: 50248</a:t>
          </a:r>
        </a:p>
        <a:p>
          <a:pPr marL="114300" lvl="1" indent="-114300" algn="l" defTabSz="666750">
            <a:lnSpc>
              <a:spcPct val="90000"/>
            </a:lnSpc>
            <a:spcBef>
              <a:spcPct val="0"/>
            </a:spcBef>
            <a:spcAft>
              <a:spcPct val="15000"/>
            </a:spcAft>
            <a:buChar char="•"/>
          </a:pPr>
          <a:r>
            <a:rPr lang="en-US" sz="1500" kern="1200" dirty="0"/>
            <a:t>Test data: 244187</a:t>
          </a:r>
        </a:p>
      </dsp:txBody>
      <dsp:txXfrm>
        <a:off x="0" y="290824"/>
        <a:ext cx="11575701" cy="874125"/>
      </dsp:txXfrm>
    </dsp:sp>
    <dsp:sp modelId="{D1ABDE8A-3B27-403D-B8E4-56DF577A64E6}">
      <dsp:nvSpPr>
        <dsp:cNvPr id="0" name=""/>
        <dsp:cNvSpPr/>
      </dsp:nvSpPr>
      <dsp:spPr>
        <a:xfrm>
          <a:off x="578785" y="69424"/>
          <a:ext cx="8102990" cy="442800"/>
        </a:xfrm>
        <a:prstGeom prst="roundRect">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1"/>
        </a:lnRef>
        <a:fillRef idx="3">
          <a:schemeClr val="accent1"/>
        </a:fillRef>
        <a:effectRef idx="3">
          <a:schemeClr val="accent1"/>
        </a:effectRef>
        <a:fontRef idx="minor">
          <a:schemeClr val="lt1"/>
        </a:fontRef>
      </dsp:style>
      <dsp:txBody>
        <a:bodyPr spcFirstLastPara="0" vert="horz" wrap="square" lIns="306274" tIns="0" rIns="306274" bIns="0" numCol="1" spcCol="1270" anchor="ctr" anchorCtr="0">
          <a:noAutofit/>
        </a:bodyPr>
        <a:lstStyle/>
        <a:p>
          <a:pPr marL="0" lvl="0" indent="0" algn="l" defTabSz="1244600">
            <a:lnSpc>
              <a:spcPct val="90000"/>
            </a:lnSpc>
            <a:spcBef>
              <a:spcPct val="0"/>
            </a:spcBef>
            <a:spcAft>
              <a:spcPct val="35000"/>
            </a:spcAft>
            <a:buNone/>
          </a:pPr>
          <a:r>
            <a:rPr lang="en-US" sz="2800" kern="1200" dirty="0"/>
            <a:t>New Data</a:t>
          </a:r>
        </a:p>
      </dsp:txBody>
      <dsp:txXfrm>
        <a:off x="600401" y="91040"/>
        <a:ext cx="8059758" cy="399568"/>
      </dsp:txXfrm>
    </dsp:sp>
    <dsp:sp modelId="{FC9026AC-CD4D-46F2-A4DC-88622C09CB62}">
      <dsp:nvSpPr>
        <dsp:cNvPr id="0" name=""/>
        <dsp:cNvSpPr/>
      </dsp:nvSpPr>
      <dsp:spPr>
        <a:xfrm>
          <a:off x="0" y="1467349"/>
          <a:ext cx="11575701" cy="137025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98403" tIns="312420" rIns="898403" bIns="106680" numCol="1" spcCol="1270" anchor="t" anchorCtr="0">
          <a:noAutofit/>
        </a:bodyPr>
        <a:lstStyle/>
        <a:p>
          <a:pPr marL="114300" lvl="1" indent="-114300" algn="l" defTabSz="666750">
            <a:lnSpc>
              <a:spcPct val="90000"/>
            </a:lnSpc>
            <a:spcBef>
              <a:spcPct val="0"/>
            </a:spcBef>
            <a:spcAft>
              <a:spcPct val="15000"/>
            </a:spcAft>
            <a:buChar char="•"/>
          </a:pPr>
          <a:r>
            <a:rPr lang="en-US" sz="1500" kern="1200" dirty="0"/>
            <a:t>Total words: 4853</a:t>
          </a:r>
        </a:p>
        <a:p>
          <a:pPr marL="114300" lvl="1" indent="-114300" algn="l" defTabSz="666750">
            <a:lnSpc>
              <a:spcPct val="90000"/>
            </a:lnSpc>
            <a:spcBef>
              <a:spcPct val="0"/>
            </a:spcBef>
            <a:spcAft>
              <a:spcPct val="15000"/>
            </a:spcAft>
            <a:buChar char="•"/>
          </a:pPr>
          <a:r>
            <a:rPr lang="en-US" sz="1500" kern="1200" dirty="0"/>
            <a:t>For </a:t>
          </a:r>
          <a:r>
            <a:rPr lang="en-US" sz="1500" kern="1200" dirty="0" err="1"/>
            <a:t>n_per_original</a:t>
          </a:r>
          <a:r>
            <a:rPr lang="en-US" sz="1500" kern="1200" dirty="0"/>
            <a:t> = 2,</a:t>
          </a:r>
        </a:p>
        <a:p>
          <a:pPr marL="228600" lvl="2" indent="-114300" algn="l" defTabSz="666750">
            <a:lnSpc>
              <a:spcPct val="90000"/>
            </a:lnSpc>
            <a:spcBef>
              <a:spcPct val="0"/>
            </a:spcBef>
            <a:spcAft>
              <a:spcPct val="15000"/>
            </a:spcAft>
            <a:buChar char="•"/>
          </a:pPr>
          <a:r>
            <a:rPr lang="en-US" sz="1500" kern="1200" dirty="0"/>
            <a:t>Increases the old training data to: around 66k</a:t>
          </a:r>
        </a:p>
        <a:p>
          <a:pPr marL="228600" lvl="2" indent="-114300" algn="l" defTabSz="666750">
            <a:lnSpc>
              <a:spcPct val="90000"/>
            </a:lnSpc>
            <a:spcBef>
              <a:spcPct val="0"/>
            </a:spcBef>
            <a:spcAft>
              <a:spcPct val="15000"/>
            </a:spcAft>
            <a:buChar char="•"/>
          </a:pPr>
          <a:r>
            <a:rPr lang="en-US" sz="1500" kern="1200" dirty="0"/>
            <a:t>Increases the new training data to: around 69k</a:t>
          </a:r>
        </a:p>
      </dsp:txBody>
      <dsp:txXfrm>
        <a:off x="0" y="1467349"/>
        <a:ext cx="11575701" cy="1370250"/>
      </dsp:txXfrm>
    </dsp:sp>
    <dsp:sp modelId="{F4FDCDF6-CFB1-4573-B4DE-2A2F6D8A0017}">
      <dsp:nvSpPr>
        <dsp:cNvPr id="0" name=""/>
        <dsp:cNvSpPr/>
      </dsp:nvSpPr>
      <dsp:spPr>
        <a:xfrm>
          <a:off x="578785" y="1245949"/>
          <a:ext cx="8102990" cy="442800"/>
        </a:xfrm>
        <a:prstGeom prst="roundRect">
          <a:avLst/>
        </a:prstGeom>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6"/>
        </a:lnRef>
        <a:fillRef idx="3">
          <a:schemeClr val="accent6"/>
        </a:fillRef>
        <a:effectRef idx="3">
          <a:schemeClr val="accent6"/>
        </a:effectRef>
        <a:fontRef idx="minor">
          <a:schemeClr val="lt1"/>
        </a:fontRef>
      </dsp:style>
      <dsp:txBody>
        <a:bodyPr spcFirstLastPara="0" vert="horz" wrap="square" lIns="306274" tIns="0" rIns="306274" bIns="0" numCol="1" spcCol="1270" anchor="ctr" anchorCtr="0">
          <a:noAutofit/>
        </a:bodyPr>
        <a:lstStyle/>
        <a:p>
          <a:pPr marL="0" lvl="0" indent="0" algn="l" defTabSz="1244600">
            <a:lnSpc>
              <a:spcPct val="90000"/>
            </a:lnSpc>
            <a:spcBef>
              <a:spcPct val="0"/>
            </a:spcBef>
            <a:spcAft>
              <a:spcPct val="35000"/>
            </a:spcAft>
            <a:buNone/>
          </a:pPr>
          <a:r>
            <a:rPr lang="en-US" sz="2800" kern="1200" dirty="0"/>
            <a:t>Complete synonyms list</a:t>
          </a:r>
        </a:p>
      </dsp:txBody>
      <dsp:txXfrm>
        <a:off x="600401" y="1267565"/>
        <a:ext cx="8059758" cy="399568"/>
      </dsp:txXfrm>
    </dsp:sp>
    <dsp:sp modelId="{582E13C3-827D-46B7-A5FF-62BB13B3EE41}">
      <dsp:nvSpPr>
        <dsp:cNvPr id="0" name=""/>
        <dsp:cNvSpPr/>
      </dsp:nvSpPr>
      <dsp:spPr>
        <a:xfrm>
          <a:off x="0" y="3139999"/>
          <a:ext cx="11575701" cy="212625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98403" tIns="312420" rIns="898403" bIns="106680" numCol="1" spcCol="1270" anchor="t" anchorCtr="0">
          <a:noAutofit/>
        </a:bodyPr>
        <a:lstStyle/>
        <a:p>
          <a:pPr marL="114300" lvl="1" indent="-114300" algn="l" defTabSz="666750">
            <a:lnSpc>
              <a:spcPct val="90000"/>
            </a:lnSpc>
            <a:spcBef>
              <a:spcPct val="0"/>
            </a:spcBef>
            <a:spcAft>
              <a:spcPct val="15000"/>
            </a:spcAft>
            <a:buChar char="•"/>
          </a:pPr>
          <a:r>
            <a:rPr lang="en-US" sz="1500" kern="1200" dirty="0"/>
            <a:t>Without data augmentation-</a:t>
          </a:r>
        </a:p>
        <a:p>
          <a:pPr marL="228600" lvl="2" indent="-114300" algn="l" defTabSz="666750">
            <a:lnSpc>
              <a:spcPct val="90000"/>
            </a:lnSpc>
            <a:spcBef>
              <a:spcPct val="0"/>
            </a:spcBef>
            <a:spcAft>
              <a:spcPct val="15000"/>
            </a:spcAft>
            <a:buChar char="•"/>
          </a:pPr>
          <a:r>
            <a:rPr lang="en-US" sz="1500" kern="1200"/>
            <a:t>TF </a:t>
          </a:r>
          <a:r>
            <a:rPr lang="en-US" sz="1500" kern="1200" dirty="0"/>
            <a:t>cat: 63.56</a:t>
          </a:r>
        </a:p>
        <a:p>
          <a:pPr marL="228600" lvl="2" indent="-114300" algn="l" defTabSz="666750">
            <a:lnSpc>
              <a:spcPct val="90000"/>
            </a:lnSpc>
            <a:spcBef>
              <a:spcPct val="0"/>
            </a:spcBef>
            <a:spcAft>
              <a:spcPct val="15000"/>
            </a:spcAft>
            <a:buChar char="•"/>
          </a:pPr>
          <a:r>
            <a:rPr lang="en-US" sz="1500" kern="1200" dirty="0"/>
            <a:t>TF var: 74.37</a:t>
          </a:r>
        </a:p>
        <a:p>
          <a:pPr marL="114300" lvl="1" indent="-114300" algn="l" defTabSz="666750">
            <a:lnSpc>
              <a:spcPct val="90000"/>
            </a:lnSpc>
            <a:spcBef>
              <a:spcPct val="0"/>
            </a:spcBef>
            <a:spcAft>
              <a:spcPct val="15000"/>
            </a:spcAft>
            <a:buChar char="•"/>
          </a:pPr>
          <a:r>
            <a:rPr lang="en-US" sz="1500" kern="1200" dirty="0"/>
            <a:t>With data augmentation-</a:t>
          </a:r>
        </a:p>
        <a:p>
          <a:pPr marL="228600" lvl="2" indent="-114300" algn="l" defTabSz="666750">
            <a:lnSpc>
              <a:spcPct val="90000"/>
            </a:lnSpc>
            <a:spcBef>
              <a:spcPct val="0"/>
            </a:spcBef>
            <a:spcAft>
              <a:spcPct val="15000"/>
            </a:spcAft>
            <a:buChar char="•"/>
          </a:pPr>
          <a:r>
            <a:rPr lang="en-US" sz="1500" kern="1200" dirty="0"/>
            <a:t>Train data: 69996</a:t>
          </a:r>
        </a:p>
        <a:p>
          <a:pPr marL="228600" lvl="2" indent="-114300" algn="l" defTabSz="666750">
            <a:lnSpc>
              <a:spcPct val="90000"/>
            </a:lnSpc>
            <a:spcBef>
              <a:spcPct val="0"/>
            </a:spcBef>
            <a:spcAft>
              <a:spcPct val="15000"/>
            </a:spcAft>
            <a:buChar char="•"/>
          </a:pPr>
          <a:r>
            <a:rPr lang="en-US" sz="1500" kern="1200" dirty="0"/>
            <a:t>TF cat: 67.31	</a:t>
          </a:r>
        </a:p>
        <a:p>
          <a:pPr marL="228600" lvl="2" indent="-114300" algn="l" defTabSz="666750">
            <a:lnSpc>
              <a:spcPct val="90000"/>
            </a:lnSpc>
            <a:spcBef>
              <a:spcPct val="0"/>
            </a:spcBef>
            <a:spcAft>
              <a:spcPct val="15000"/>
            </a:spcAft>
            <a:buChar char="•"/>
          </a:pPr>
          <a:r>
            <a:rPr lang="en-US" sz="1500" kern="1200" dirty="0"/>
            <a:t>TF var: 79.05</a:t>
          </a:r>
        </a:p>
      </dsp:txBody>
      <dsp:txXfrm>
        <a:off x="0" y="3139999"/>
        <a:ext cx="11575701" cy="2126250"/>
      </dsp:txXfrm>
    </dsp:sp>
    <dsp:sp modelId="{14F81F7B-2C8B-4BD3-8798-81254FAE95A8}">
      <dsp:nvSpPr>
        <dsp:cNvPr id="0" name=""/>
        <dsp:cNvSpPr/>
      </dsp:nvSpPr>
      <dsp:spPr>
        <a:xfrm>
          <a:off x="578785" y="2918599"/>
          <a:ext cx="8102990" cy="442800"/>
        </a:xfrm>
        <a:prstGeom prst="roundRect">
          <a:avLst/>
        </a:prstGeom>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5"/>
        </a:lnRef>
        <a:fillRef idx="3">
          <a:schemeClr val="accent5"/>
        </a:fillRef>
        <a:effectRef idx="3">
          <a:schemeClr val="accent5"/>
        </a:effectRef>
        <a:fontRef idx="minor">
          <a:schemeClr val="lt1"/>
        </a:fontRef>
      </dsp:style>
      <dsp:txBody>
        <a:bodyPr spcFirstLastPara="0" vert="horz" wrap="square" lIns="306274" tIns="0" rIns="306274" bIns="0" numCol="1" spcCol="1270" anchor="ctr" anchorCtr="0">
          <a:noAutofit/>
        </a:bodyPr>
        <a:lstStyle/>
        <a:p>
          <a:pPr marL="0" lvl="0" indent="0" algn="l" defTabSz="1244600">
            <a:lnSpc>
              <a:spcPct val="90000"/>
            </a:lnSpc>
            <a:spcBef>
              <a:spcPct val="0"/>
            </a:spcBef>
            <a:spcAft>
              <a:spcPct val="35000"/>
            </a:spcAft>
            <a:buNone/>
          </a:pPr>
          <a:r>
            <a:rPr lang="en-US" sz="2800" kern="1200" dirty="0"/>
            <a:t>Performance with new data</a:t>
          </a:r>
        </a:p>
      </dsp:txBody>
      <dsp:txXfrm>
        <a:off x="600401" y="2940215"/>
        <a:ext cx="8059758" cy="399568"/>
      </dsp:txXfrm>
    </dsp:sp>
  </dsp:spTree>
</dsp:drawing>
</file>

<file path=ppt/diagrams/drawing4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631440-BC67-43E5-999A-82C9909AA415}">
      <dsp:nvSpPr>
        <dsp:cNvPr id="0" name=""/>
        <dsp:cNvSpPr/>
      </dsp:nvSpPr>
      <dsp:spPr>
        <a:xfrm>
          <a:off x="1049271" y="845055"/>
          <a:ext cx="1123664" cy="112366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a:sp3d prstMaterial="metal">
          <a:bevelT w="88900" h="88900"/>
        </a:sp3d>
      </dsp:spPr>
      <dsp:style>
        <a:lnRef idx="2">
          <a:scrgbClr r="0" g="0" b="0"/>
        </a:lnRef>
        <a:fillRef idx="1">
          <a:scrgbClr r="0" g="0" b="0"/>
        </a:fillRef>
        <a:effectRef idx="0">
          <a:scrgbClr r="0" g="0" b="0"/>
        </a:effectRef>
        <a:fontRef idx="minor">
          <a:schemeClr val="lt1"/>
        </a:fontRef>
      </dsp:style>
    </dsp:sp>
    <dsp:sp modelId="{3A0F7255-1AD6-4693-BC0F-CDDA6BA38820}">
      <dsp:nvSpPr>
        <dsp:cNvPr id="0" name=""/>
        <dsp:cNvSpPr/>
      </dsp:nvSpPr>
      <dsp:spPr>
        <a:xfrm>
          <a:off x="5868" y="2097095"/>
          <a:ext cx="3210468" cy="481570"/>
        </a:xfrm>
        <a:prstGeom prst="rect">
          <a:avLst/>
        </a:prstGeom>
        <a:noFill/>
        <a:ln>
          <a:noFill/>
        </a:ln>
        <a:effectLst/>
        <a:sp3d prstMaterial="metal">
          <a:bevelT w="88900" h="88900"/>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100000"/>
            </a:lnSpc>
            <a:spcBef>
              <a:spcPct val="0"/>
            </a:spcBef>
            <a:spcAft>
              <a:spcPct val="35000"/>
            </a:spcAft>
            <a:buNone/>
            <a:defRPr b="1"/>
          </a:pPr>
          <a:r>
            <a:rPr lang="en-US" sz="2100" b="0" kern="1200"/>
            <a:t>Brief recap of previous week</a:t>
          </a:r>
          <a:endParaRPr lang="en-US" sz="2100" kern="1200" dirty="0"/>
        </a:p>
      </dsp:txBody>
      <dsp:txXfrm>
        <a:off x="5868" y="2097095"/>
        <a:ext cx="3210468" cy="481570"/>
      </dsp:txXfrm>
    </dsp:sp>
    <dsp:sp modelId="{464C32C9-97E0-4FAC-AB96-14BD65EC5CF4}">
      <dsp:nvSpPr>
        <dsp:cNvPr id="0" name=""/>
        <dsp:cNvSpPr/>
      </dsp:nvSpPr>
      <dsp:spPr>
        <a:xfrm>
          <a:off x="5868" y="2638375"/>
          <a:ext cx="3210468" cy="1192169"/>
        </a:xfrm>
        <a:prstGeom prst="rect">
          <a:avLst/>
        </a:prstGeom>
        <a:noFill/>
        <a:ln>
          <a:noFill/>
        </a:ln>
        <a:effectLst>
          <a:outerShdw blurRad="149987" dist="250190" dir="8460000" algn="ctr" rotWithShape="0">
            <a:srgbClr val="000000">
              <a:alpha val="28000"/>
            </a:srgbClr>
          </a:outerShdw>
        </a:effectLst>
        <a:sp3d prstMaterial="metal">
          <a:bevelT w="88900" h="88900"/>
        </a:sp3d>
      </dsp:spPr>
      <dsp:style>
        <a:lnRef idx="0">
          <a:scrgbClr r="0" g="0" b="0"/>
        </a:lnRef>
        <a:fillRef idx="0">
          <a:scrgbClr r="0" g="0" b="0"/>
        </a:fillRef>
        <a:effectRef idx="0">
          <a:scrgbClr r="0" g="0" b="0"/>
        </a:effectRef>
        <a:fontRef idx="minor"/>
      </dsp:style>
    </dsp:sp>
    <dsp:sp modelId="{859557B7-7AD7-41A8-ACCC-0BA2B42C1833}">
      <dsp:nvSpPr>
        <dsp:cNvPr id="0" name=""/>
        <dsp:cNvSpPr/>
      </dsp:nvSpPr>
      <dsp:spPr>
        <a:xfrm>
          <a:off x="4821571" y="845055"/>
          <a:ext cx="1123664" cy="112366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a:sp3d prstMaterial="metal">
          <a:bevelT w="88900" h="88900"/>
        </a:sp3d>
      </dsp:spPr>
      <dsp:style>
        <a:lnRef idx="2">
          <a:scrgbClr r="0" g="0" b="0"/>
        </a:lnRef>
        <a:fillRef idx="1">
          <a:scrgbClr r="0" g="0" b="0"/>
        </a:fillRef>
        <a:effectRef idx="0">
          <a:scrgbClr r="0" g="0" b="0"/>
        </a:effectRef>
        <a:fontRef idx="minor">
          <a:schemeClr val="lt1"/>
        </a:fontRef>
      </dsp:style>
    </dsp:sp>
    <dsp:sp modelId="{0691EB6A-B71C-45E5-9D36-0DE3C91EDE8E}">
      <dsp:nvSpPr>
        <dsp:cNvPr id="0" name=""/>
        <dsp:cNvSpPr/>
      </dsp:nvSpPr>
      <dsp:spPr>
        <a:xfrm>
          <a:off x="3778169" y="2097095"/>
          <a:ext cx="3210468" cy="481570"/>
        </a:xfrm>
        <a:prstGeom prst="rect">
          <a:avLst/>
        </a:prstGeom>
        <a:noFill/>
        <a:ln>
          <a:noFill/>
        </a:ln>
        <a:effectLst/>
        <a:sp3d prstMaterial="metal">
          <a:bevelT w="88900" h="88900"/>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100000"/>
            </a:lnSpc>
            <a:spcBef>
              <a:spcPct val="0"/>
            </a:spcBef>
            <a:spcAft>
              <a:spcPct val="35000"/>
            </a:spcAft>
            <a:buNone/>
            <a:defRPr b="1"/>
          </a:pPr>
          <a:r>
            <a:rPr lang="en-US" sz="2100" b="0" kern="1200"/>
            <a:t>Progress made in this week</a:t>
          </a:r>
          <a:endParaRPr lang="en-US" sz="2100" kern="1200" dirty="0"/>
        </a:p>
      </dsp:txBody>
      <dsp:txXfrm>
        <a:off x="3778169" y="2097095"/>
        <a:ext cx="3210468" cy="481570"/>
      </dsp:txXfrm>
    </dsp:sp>
    <dsp:sp modelId="{344511C2-B581-4A2F-A53C-47FD4732B07C}">
      <dsp:nvSpPr>
        <dsp:cNvPr id="0" name=""/>
        <dsp:cNvSpPr/>
      </dsp:nvSpPr>
      <dsp:spPr>
        <a:xfrm>
          <a:off x="3778169" y="2638375"/>
          <a:ext cx="3210468" cy="11921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dirty="0"/>
            <a:t>All correction list</a:t>
          </a:r>
        </a:p>
        <a:p>
          <a:pPr marL="0" lvl="0" indent="0" algn="ctr" defTabSz="666750">
            <a:lnSpc>
              <a:spcPct val="100000"/>
            </a:lnSpc>
            <a:spcBef>
              <a:spcPct val="0"/>
            </a:spcBef>
            <a:spcAft>
              <a:spcPct val="35000"/>
            </a:spcAft>
            <a:buNone/>
          </a:pPr>
          <a:r>
            <a:rPr lang="en-US" sz="1500" kern="1200" dirty="0"/>
            <a:t>Finalize the train data after augmentation </a:t>
          </a:r>
        </a:p>
        <a:p>
          <a:pPr marL="0" lvl="0" indent="0" algn="ctr" defTabSz="666750">
            <a:lnSpc>
              <a:spcPct val="100000"/>
            </a:lnSpc>
            <a:spcBef>
              <a:spcPct val="0"/>
            </a:spcBef>
            <a:spcAft>
              <a:spcPct val="35000"/>
            </a:spcAft>
            <a:buNone/>
          </a:pPr>
          <a:r>
            <a:rPr lang="en-US" sz="1500" kern="1200" dirty="0"/>
            <a:t>Final results for Voting Hard</a:t>
          </a:r>
        </a:p>
        <a:p>
          <a:pPr marL="0" lvl="0" indent="0" algn="ctr" defTabSz="666750">
            <a:lnSpc>
              <a:spcPct val="100000"/>
            </a:lnSpc>
            <a:spcBef>
              <a:spcPct val="0"/>
            </a:spcBef>
            <a:spcAft>
              <a:spcPct val="35000"/>
            </a:spcAft>
            <a:buNone/>
          </a:pPr>
          <a:r>
            <a:rPr lang="en-US" sz="1500" kern="1200" dirty="0"/>
            <a:t>Final results for FastText</a:t>
          </a:r>
        </a:p>
      </dsp:txBody>
      <dsp:txXfrm>
        <a:off x="3778169" y="2638375"/>
        <a:ext cx="3210468" cy="1192169"/>
      </dsp:txXfrm>
    </dsp:sp>
    <dsp:sp modelId="{9AE7C2E3-CC14-4B41-BF36-F8DEF0DC3CED}">
      <dsp:nvSpPr>
        <dsp:cNvPr id="0" name=""/>
        <dsp:cNvSpPr/>
      </dsp:nvSpPr>
      <dsp:spPr>
        <a:xfrm>
          <a:off x="8593872" y="845055"/>
          <a:ext cx="1123664" cy="112366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a:sp3d prstMaterial="metal">
          <a:bevelT w="88900" h="88900"/>
        </a:sp3d>
      </dsp:spPr>
      <dsp:style>
        <a:lnRef idx="2">
          <a:scrgbClr r="0" g="0" b="0"/>
        </a:lnRef>
        <a:fillRef idx="1">
          <a:scrgbClr r="0" g="0" b="0"/>
        </a:fillRef>
        <a:effectRef idx="0">
          <a:scrgbClr r="0" g="0" b="0"/>
        </a:effectRef>
        <a:fontRef idx="minor">
          <a:schemeClr val="lt1"/>
        </a:fontRef>
      </dsp:style>
    </dsp:sp>
    <dsp:sp modelId="{FFCE3B9E-67C9-4544-9F38-A420A90EFFDB}">
      <dsp:nvSpPr>
        <dsp:cNvPr id="0" name=""/>
        <dsp:cNvSpPr/>
      </dsp:nvSpPr>
      <dsp:spPr>
        <a:xfrm>
          <a:off x="7550470" y="2097095"/>
          <a:ext cx="3210468" cy="481570"/>
        </a:xfrm>
        <a:prstGeom prst="rect">
          <a:avLst/>
        </a:prstGeom>
        <a:noFill/>
        <a:ln>
          <a:noFill/>
        </a:ln>
        <a:effectLst/>
        <a:sp3d prstMaterial="metal">
          <a:bevelT w="88900" h="88900"/>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100000"/>
            </a:lnSpc>
            <a:spcBef>
              <a:spcPct val="0"/>
            </a:spcBef>
            <a:spcAft>
              <a:spcPct val="35000"/>
            </a:spcAft>
            <a:buNone/>
            <a:defRPr b="1"/>
          </a:pPr>
          <a:r>
            <a:rPr lang="en-US" sz="2100" b="0" kern="1200"/>
            <a:t>Way forward</a:t>
          </a:r>
          <a:endParaRPr lang="en-US" sz="2100" kern="1200" dirty="0"/>
        </a:p>
      </dsp:txBody>
      <dsp:txXfrm>
        <a:off x="7550470" y="2097095"/>
        <a:ext cx="3210468" cy="481570"/>
      </dsp:txXfrm>
    </dsp:sp>
    <dsp:sp modelId="{706B9664-41A4-4BB4-B2AA-4220C06F7950}">
      <dsp:nvSpPr>
        <dsp:cNvPr id="0" name=""/>
        <dsp:cNvSpPr/>
      </dsp:nvSpPr>
      <dsp:spPr>
        <a:xfrm>
          <a:off x="7550470" y="2638375"/>
          <a:ext cx="3210468" cy="1192169"/>
        </a:xfrm>
        <a:prstGeom prst="rect">
          <a:avLst/>
        </a:prstGeom>
        <a:noFill/>
        <a:ln>
          <a:noFill/>
        </a:ln>
        <a:effectLst>
          <a:outerShdw blurRad="149987" dist="250190" dir="8460000" algn="ctr" rotWithShape="0">
            <a:srgbClr val="000000">
              <a:alpha val="28000"/>
            </a:srgbClr>
          </a:outerShdw>
        </a:effectLst>
        <a:sp3d prstMaterial="metal">
          <a:bevelT w="88900" h="88900"/>
        </a:sp3d>
      </dsp:spPr>
      <dsp:style>
        <a:lnRef idx="0">
          <a:scrgbClr r="0" g="0" b="0"/>
        </a:lnRef>
        <a:fillRef idx="0">
          <a:scrgbClr r="0" g="0" b="0"/>
        </a:fillRef>
        <a:effectRef idx="0">
          <a:scrgbClr r="0" g="0" b="0"/>
        </a:effectRef>
        <a:fontRef idx="minor"/>
      </dsp:style>
    </dsp:sp>
  </dsp:spTree>
</dsp:drawing>
</file>

<file path=ppt/diagrams/drawing4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843DAC-15C5-47D8-A8F4-396A32973E26}">
      <dsp:nvSpPr>
        <dsp:cNvPr id="0" name=""/>
        <dsp:cNvSpPr/>
      </dsp:nvSpPr>
      <dsp:spPr>
        <a:xfrm>
          <a:off x="719075" y="2821"/>
          <a:ext cx="1692941" cy="84647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n-US" sz="1700" kern="1200" dirty="0"/>
            <a:t>New updated data</a:t>
          </a:r>
        </a:p>
      </dsp:txBody>
      <dsp:txXfrm>
        <a:off x="743867" y="27613"/>
        <a:ext cx="1643357" cy="796886"/>
      </dsp:txXfrm>
    </dsp:sp>
    <dsp:sp modelId="{BB45995A-67F2-4796-B232-89FFC56EB079}">
      <dsp:nvSpPr>
        <dsp:cNvPr id="0" name=""/>
        <dsp:cNvSpPr/>
      </dsp:nvSpPr>
      <dsp:spPr>
        <a:xfrm>
          <a:off x="888369" y="849292"/>
          <a:ext cx="169294" cy="634852"/>
        </a:xfrm>
        <a:custGeom>
          <a:avLst/>
          <a:gdLst/>
          <a:ahLst/>
          <a:cxnLst/>
          <a:rect l="0" t="0" r="0" b="0"/>
          <a:pathLst>
            <a:path>
              <a:moveTo>
                <a:pt x="0" y="0"/>
              </a:moveTo>
              <a:lnTo>
                <a:pt x="0" y="634852"/>
              </a:lnTo>
              <a:lnTo>
                <a:pt x="169294" y="63485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6F08B98-7687-4C72-B546-B0340A4BBADC}">
      <dsp:nvSpPr>
        <dsp:cNvPr id="0" name=""/>
        <dsp:cNvSpPr/>
      </dsp:nvSpPr>
      <dsp:spPr>
        <a:xfrm>
          <a:off x="1057663" y="1060909"/>
          <a:ext cx="1354352" cy="846470"/>
        </a:xfrm>
        <a:prstGeom prst="roundRect">
          <a:avLst>
            <a:gd name="adj" fmla="val 10000"/>
          </a:avLst>
        </a:prstGeom>
        <a:gradFill rotWithShape="1">
          <a:gsLst>
            <a:gs pos="0">
              <a:schemeClr val="accent2">
                <a:lumMod val="110000"/>
                <a:satMod val="105000"/>
                <a:tint val="67000"/>
              </a:schemeClr>
            </a:gs>
            <a:gs pos="50000">
              <a:schemeClr val="accent2">
                <a:lumMod val="105000"/>
                <a:satMod val="103000"/>
                <a:tint val="73000"/>
              </a:schemeClr>
            </a:gs>
            <a:gs pos="100000">
              <a:schemeClr val="accent2">
                <a:lumMod val="105000"/>
                <a:satMod val="109000"/>
                <a:tint val="81000"/>
              </a:schemeClr>
            </a:gs>
          </a:gsLst>
          <a:lin ang="5400000" scaled="0"/>
        </a:gradFill>
        <a:ln w="6350" cap="flat" cmpd="sng" algn="ctr">
          <a:solidFill>
            <a:schemeClr val="accent2"/>
          </a:solidFill>
          <a:prstDash val="solid"/>
          <a:miter lim="800000"/>
        </a:ln>
        <a:effectLst/>
      </dsp:spPr>
      <dsp:style>
        <a:lnRef idx="1">
          <a:schemeClr val="accent2"/>
        </a:lnRef>
        <a:fillRef idx="2">
          <a:schemeClr val="accent2"/>
        </a:fillRef>
        <a:effectRef idx="1">
          <a:schemeClr val="accent2"/>
        </a:effectRef>
        <a:fontRef idx="minor">
          <a:schemeClr val="dk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n-US" sz="1700" kern="1200" dirty="0"/>
            <a:t>Train data: 50248</a:t>
          </a:r>
        </a:p>
      </dsp:txBody>
      <dsp:txXfrm>
        <a:off x="1082455" y="1085701"/>
        <a:ext cx="1304768" cy="796886"/>
      </dsp:txXfrm>
    </dsp:sp>
    <dsp:sp modelId="{A5770161-872D-42A7-9B71-0116DE066DCE}">
      <dsp:nvSpPr>
        <dsp:cNvPr id="0" name=""/>
        <dsp:cNvSpPr/>
      </dsp:nvSpPr>
      <dsp:spPr>
        <a:xfrm>
          <a:off x="888369" y="849292"/>
          <a:ext cx="169294" cy="1692941"/>
        </a:xfrm>
        <a:custGeom>
          <a:avLst/>
          <a:gdLst/>
          <a:ahLst/>
          <a:cxnLst/>
          <a:rect l="0" t="0" r="0" b="0"/>
          <a:pathLst>
            <a:path>
              <a:moveTo>
                <a:pt x="0" y="0"/>
              </a:moveTo>
              <a:lnTo>
                <a:pt x="0" y="1692941"/>
              </a:lnTo>
              <a:lnTo>
                <a:pt x="169294" y="169294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DFD825E-11C4-4D9E-88F8-E761812E55F1}">
      <dsp:nvSpPr>
        <dsp:cNvPr id="0" name=""/>
        <dsp:cNvSpPr/>
      </dsp:nvSpPr>
      <dsp:spPr>
        <a:xfrm>
          <a:off x="1057663" y="2118998"/>
          <a:ext cx="1354352" cy="846470"/>
        </a:xfrm>
        <a:prstGeom prst="roundRect">
          <a:avLst>
            <a:gd name="adj" fmla="val 10000"/>
          </a:avLst>
        </a:prstGeom>
        <a:gradFill rotWithShape="1">
          <a:gsLst>
            <a:gs pos="0">
              <a:schemeClr val="accent2">
                <a:lumMod val="110000"/>
                <a:satMod val="105000"/>
                <a:tint val="67000"/>
              </a:schemeClr>
            </a:gs>
            <a:gs pos="50000">
              <a:schemeClr val="accent2">
                <a:lumMod val="105000"/>
                <a:satMod val="103000"/>
                <a:tint val="73000"/>
              </a:schemeClr>
            </a:gs>
            <a:gs pos="100000">
              <a:schemeClr val="accent2">
                <a:lumMod val="105000"/>
                <a:satMod val="109000"/>
                <a:tint val="81000"/>
              </a:schemeClr>
            </a:gs>
          </a:gsLst>
          <a:lin ang="5400000" scaled="0"/>
        </a:gradFill>
        <a:ln w="6350" cap="flat" cmpd="sng" algn="ctr">
          <a:solidFill>
            <a:schemeClr val="accent2"/>
          </a:solidFill>
          <a:prstDash val="solid"/>
          <a:miter lim="800000"/>
        </a:ln>
        <a:effectLst/>
      </dsp:spPr>
      <dsp:style>
        <a:lnRef idx="1">
          <a:schemeClr val="accent2"/>
        </a:lnRef>
        <a:fillRef idx="2">
          <a:schemeClr val="accent2"/>
        </a:fillRef>
        <a:effectRef idx="1">
          <a:schemeClr val="accent2"/>
        </a:effectRef>
        <a:fontRef idx="minor">
          <a:schemeClr val="dk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n-US" sz="1700" kern="1200"/>
            <a:t>Test data: 244187</a:t>
          </a:r>
          <a:endParaRPr lang="en-US" sz="1700" kern="1200" dirty="0"/>
        </a:p>
      </dsp:txBody>
      <dsp:txXfrm>
        <a:off x="1082455" y="2143790"/>
        <a:ext cx="1304768" cy="796886"/>
      </dsp:txXfrm>
    </dsp:sp>
    <dsp:sp modelId="{8DE64E42-5EDB-4E81-9DD8-E4BC52690AD5}">
      <dsp:nvSpPr>
        <dsp:cNvPr id="0" name=""/>
        <dsp:cNvSpPr/>
      </dsp:nvSpPr>
      <dsp:spPr>
        <a:xfrm>
          <a:off x="888369" y="849292"/>
          <a:ext cx="169294" cy="2751029"/>
        </a:xfrm>
        <a:custGeom>
          <a:avLst/>
          <a:gdLst/>
          <a:ahLst/>
          <a:cxnLst/>
          <a:rect l="0" t="0" r="0" b="0"/>
          <a:pathLst>
            <a:path>
              <a:moveTo>
                <a:pt x="0" y="0"/>
              </a:moveTo>
              <a:lnTo>
                <a:pt x="0" y="2751029"/>
              </a:lnTo>
              <a:lnTo>
                <a:pt x="169294" y="275102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E92D845-7726-43F5-8D5C-A5C8A31047B0}">
      <dsp:nvSpPr>
        <dsp:cNvPr id="0" name=""/>
        <dsp:cNvSpPr/>
      </dsp:nvSpPr>
      <dsp:spPr>
        <a:xfrm>
          <a:off x="1057663" y="3177086"/>
          <a:ext cx="1354352" cy="846470"/>
        </a:xfrm>
        <a:prstGeom prst="roundRect">
          <a:avLst>
            <a:gd name="adj" fmla="val 10000"/>
          </a:avLst>
        </a:prstGeom>
        <a:gradFill rotWithShape="1">
          <a:gsLst>
            <a:gs pos="0">
              <a:schemeClr val="accent2">
                <a:lumMod val="110000"/>
                <a:satMod val="105000"/>
                <a:tint val="67000"/>
              </a:schemeClr>
            </a:gs>
            <a:gs pos="50000">
              <a:schemeClr val="accent2">
                <a:lumMod val="105000"/>
                <a:satMod val="103000"/>
                <a:tint val="73000"/>
              </a:schemeClr>
            </a:gs>
            <a:gs pos="100000">
              <a:schemeClr val="accent2">
                <a:lumMod val="105000"/>
                <a:satMod val="109000"/>
                <a:tint val="81000"/>
              </a:schemeClr>
            </a:gs>
          </a:gsLst>
          <a:lin ang="5400000" scaled="0"/>
        </a:gradFill>
        <a:ln w="6350" cap="flat" cmpd="sng" algn="ctr">
          <a:solidFill>
            <a:schemeClr val="accent2"/>
          </a:solidFill>
          <a:prstDash val="solid"/>
          <a:miter lim="800000"/>
        </a:ln>
        <a:effectLst/>
      </dsp:spPr>
      <dsp:style>
        <a:lnRef idx="1">
          <a:schemeClr val="accent2"/>
        </a:lnRef>
        <a:fillRef idx="2">
          <a:schemeClr val="accent2"/>
        </a:fillRef>
        <a:effectRef idx="1">
          <a:schemeClr val="accent2"/>
        </a:effectRef>
        <a:fontRef idx="minor">
          <a:schemeClr val="dk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n-US" sz="1700" kern="1200" dirty="0"/>
            <a:t>Complete synonyms list: 4853</a:t>
          </a:r>
        </a:p>
      </dsp:txBody>
      <dsp:txXfrm>
        <a:off x="1082455" y="3201878"/>
        <a:ext cx="1304768" cy="796886"/>
      </dsp:txXfrm>
    </dsp:sp>
    <dsp:sp modelId="{5B8367E5-A427-408D-8792-D789F256589A}">
      <dsp:nvSpPr>
        <dsp:cNvPr id="0" name=""/>
        <dsp:cNvSpPr/>
      </dsp:nvSpPr>
      <dsp:spPr>
        <a:xfrm>
          <a:off x="2835251" y="2821"/>
          <a:ext cx="1692941" cy="846470"/>
        </a:xfrm>
        <a:prstGeom prst="roundRect">
          <a:avLst>
            <a:gd name="adj" fmla="val 10000"/>
          </a:avLst>
        </a:prstGeom>
        <a:gradFill rotWithShape="1">
          <a:gsLst>
            <a:gs pos="0">
              <a:schemeClr val="dk1">
                <a:lumMod val="110000"/>
                <a:satMod val="105000"/>
                <a:tint val="67000"/>
              </a:schemeClr>
            </a:gs>
            <a:gs pos="50000">
              <a:schemeClr val="dk1">
                <a:lumMod val="105000"/>
                <a:satMod val="103000"/>
                <a:tint val="73000"/>
              </a:schemeClr>
            </a:gs>
            <a:gs pos="100000">
              <a:schemeClr val="dk1">
                <a:lumMod val="105000"/>
                <a:satMod val="109000"/>
                <a:tint val="81000"/>
              </a:schemeClr>
            </a:gs>
          </a:gsLst>
          <a:lin ang="5400000" scaled="0"/>
        </a:gradFill>
        <a:ln w="6350" cap="flat" cmpd="sng" algn="ctr">
          <a:solidFill>
            <a:schemeClr val="dk1"/>
          </a:solidFill>
          <a:prstDash val="solid"/>
          <a:miter lim="800000"/>
        </a:ln>
        <a:effectLst/>
      </dsp:spPr>
      <dsp:style>
        <a:lnRef idx="1">
          <a:schemeClr val="dk1"/>
        </a:lnRef>
        <a:fillRef idx="2">
          <a:schemeClr val="dk1"/>
        </a:fillRef>
        <a:effectRef idx="1">
          <a:schemeClr val="dk1"/>
        </a:effectRef>
        <a:fontRef idx="minor">
          <a:schemeClr val="dk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n-US" sz="1700" kern="1200" dirty="0"/>
            <a:t>ITEM1_DESC mapping</a:t>
          </a:r>
        </a:p>
      </dsp:txBody>
      <dsp:txXfrm>
        <a:off x="2860043" y="27613"/>
        <a:ext cx="1643357" cy="796886"/>
      </dsp:txXfrm>
    </dsp:sp>
    <dsp:sp modelId="{A32B403D-2E99-4854-8BD7-2E7B1B401CFB}">
      <dsp:nvSpPr>
        <dsp:cNvPr id="0" name=""/>
        <dsp:cNvSpPr/>
      </dsp:nvSpPr>
      <dsp:spPr>
        <a:xfrm>
          <a:off x="3004546" y="849292"/>
          <a:ext cx="169294" cy="634852"/>
        </a:xfrm>
        <a:custGeom>
          <a:avLst/>
          <a:gdLst/>
          <a:ahLst/>
          <a:cxnLst/>
          <a:rect l="0" t="0" r="0" b="0"/>
          <a:pathLst>
            <a:path>
              <a:moveTo>
                <a:pt x="0" y="0"/>
              </a:moveTo>
              <a:lnTo>
                <a:pt x="0" y="634852"/>
              </a:lnTo>
              <a:lnTo>
                <a:pt x="169294" y="63485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2D0E005-58E9-4B23-8DC1-05DD5721D62A}">
      <dsp:nvSpPr>
        <dsp:cNvPr id="0" name=""/>
        <dsp:cNvSpPr/>
      </dsp:nvSpPr>
      <dsp:spPr>
        <a:xfrm>
          <a:off x="3173840" y="1060909"/>
          <a:ext cx="1354352" cy="846470"/>
        </a:xfrm>
        <a:prstGeom prst="roundRect">
          <a:avLst>
            <a:gd name="adj" fmla="val 10000"/>
          </a:avLst>
        </a:prstGeom>
        <a:gradFill rotWithShape="1">
          <a:gsLst>
            <a:gs pos="0">
              <a:schemeClr val="dk1">
                <a:lumMod val="110000"/>
                <a:satMod val="105000"/>
                <a:tint val="67000"/>
              </a:schemeClr>
            </a:gs>
            <a:gs pos="50000">
              <a:schemeClr val="dk1">
                <a:lumMod val="105000"/>
                <a:satMod val="103000"/>
                <a:tint val="73000"/>
              </a:schemeClr>
            </a:gs>
            <a:gs pos="100000">
              <a:schemeClr val="dk1">
                <a:lumMod val="105000"/>
                <a:satMod val="109000"/>
                <a:tint val="81000"/>
              </a:schemeClr>
            </a:gs>
          </a:gsLst>
          <a:lin ang="5400000" scaled="0"/>
        </a:gradFill>
        <a:ln w="6350" cap="flat" cmpd="sng" algn="ctr">
          <a:solidFill>
            <a:schemeClr val="dk1"/>
          </a:solidFill>
          <a:prstDash val="solid"/>
          <a:miter lim="800000"/>
        </a:ln>
        <a:effectLst/>
      </dsp:spPr>
      <dsp:style>
        <a:lnRef idx="1">
          <a:schemeClr val="dk1"/>
        </a:lnRef>
        <a:fillRef idx="2">
          <a:schemeClr val="dk1"/>
        </a:fillRef>
        <a:effectRef idx="1">
          <a:schemeClr val="dk1"/>
        </a:effectRef>
        <a:fontRef idx="minor">
          <a:schemeClr val="dk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n-US" sz="1700" kern="1200" dirty="0"/>
            <a:t>Unique: 89</a:t>
          </a:r>
        </a:p>
      </dsp:txBody>
      <dsp:txXfrm>
        <a:off x="3198632" y="1085701"/>
        <a:ext cx="1304768" cy="796886"/>
      </dsp:txXfrm>
    </dsp:sp>
    <dsp:sp modelId="{66BD1D1D-103E-43C2-BED6-2CBF983E3EF3}">
      <dsp:nvSpPr>
        <dsp:cNvPr id="0" name=""/>
        <dsp:cNvSpPr/>
      </dsp:nvSpPr>
      <dsp:spPr>
        <a:xfrm>
          <a:off x="3004546" y="849292"/>
          <a:ext cx="169294" cy="1692941"/>
        </a:xfrm>
        <a:custGeom>
          <a:avLst/>
          <a:gdLst/>
          <a:ahLst/>
          <a:cxnLst/>
          <a:rect l="0" t="0" r="0" b="0"/>
          <a:pathLst>
            <a:path>
              <a:moveTo>
                <a:pt x="0" y="0"/>
              </a:moveTo>
              <a:lnTo>
                <a:pt x="0" y="1692941"/>
              </a:lnTo>
              <a:lnTo>
                <a:pt x="169294" y="169294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FA54509-E5B2-4812-B52A-4D7DE8FB7237}">
      <dsp:nvSpPr>
        <dsp:cNvPr id="0" name=""/>
        <dsp:cNvSpPr/>
      </dsp:nvSpPr>
      <dsp:spPr>
        <a:xfrm>
          <a:off x="3173840" y="2118998"/>
          <a:ext cx="1354352" cy="846470"/>
        </a:xfrm>
        <a:prstGeom prst="roundRect">
          <a:avLst>
            <a:gd name="adj" fmla="val 10000"/>
          </a:avLst>
        </a:prstGeom>
        <a:gradFill rotWithShape="1">
          <a:gsLst>
            <a:gs pos="0">
              <a:schemeClr val="dk1">
                <a:lumMod val="110000"/>
                <a:satMod val="105000"/>
                <a:tint val="67000"/>
              </a:schemeClr>
            </a:gs>
            <a:gs pos="50000">
              <a:schemeClr val="dk1">
                <a:lumMod val="105000"/>
                <a:satMod val="103000"/>
                <a:tint val="73000"/>
              </a:schemeClr>
            </a:gs>
            <a:gs pos="100000">
              <a:schemeClr val="dk1">
                <a:lumMod val="105000"/>
                <a:satMod val="109000"/>
                <a:tint val="81000"/>
              </a:schemeClr>
            </a:gs>
          </a:gsLst>
          <a:lin ang="5400000" scaled="0"/>
        </a:gradFill>
        <a:ln w="6350" cap="flat" cmpd="sng" algn="ctr">
          <a:solidFill>
            <a:schemeClr val="dk1"/>
          </a:solidFill>
          <a:prstDash val="solid"/>
          <a:miter lim="800000"/>
        </a:ln>
        <a:effectLst/>
      </dsp:spPr>
      <dsp:style>
        <a:lnRef idx="1">
          <a:schemeClr val="dk1"/>
        </a:lnRef>
        <a:fillRef idx="2">
          <a:schemeClr val="dk1"/>
        </a:fillRef>
        <a:effectRef idx="1">
          <a:schemeClr val="dk1"/>
        </a:effectRef>
        <a:fontRef idx="minor">
          <a:schemeClr val="dk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n-US" sz="1700" kern="1200" dirty="0"/>
            <a:t>Total: 1770</a:t>
          </a:r>
        </a:p>
      </dsp:txBody>
      <dsp:txXfrm>
        <a:off x="3198632" y="2143790"/>
        <a:ext cx="1304768" cy="796886"/>
      </dsp:txXfrm>
    </dsp:sp>
    <dsp:sp modelId="{D8FB5317-95E6-4CCD-B67B-EB7FECD91711}">
      <dsp:nvSpPr>
        <dsp:cNvPr id="0" name=""/>
        <dsp:cNvSpPr/>
      </dsp:nvSpPr>
      <dsp:spPr>
        <a:xfrm>
          <a:off x="3004546" y="849292"/>
          <a:ext cx="169294" cy="2751029"/>
        </a:xfrm>
        <a:custGeom>
          <a:avLst/>
          <a:gdLst/>
          <a:ahLst/>
          <a:cxnLst/>
          <a:rect l="0" t="0" r="0" b="0"/>
          <a:pathLst>
            <a:path>
              <a:moveTo>
                <a:pt x="0" y="0"/>
              </a:moveTo>
              <a:lnTo>
                <a:pt x="0" y="2751029"/>
              </a:lnTo>
              <a:lnTo>
                <a:pt x="169294" y="275102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B1E8C26-20B2-47D4-8DAB-8532568D6016}">
      <dsp:nvSpPr>
        <dsp:cNvPr id="0" name=""/>
        <dsp:cNvSpPr/>
      </dsp:nvSpPr>
      <dsp:spPr>
        <a:xfrm>
          <a:off x="3173840" y="3177086"/>
          <a:ext cx="1354352" cy="846470"/>
        </a:xfrm>
        <a:prstGeom prst="roundRect">
          <a:avLst>
            <a:gd name="adj" fmla="val 10000"/>
          </a:avLst>
        </a:prstGeom>
        <a:gradFill rotWithShape="1">
          <a:gsLst>
            <a:gs pos="0">
              <a:schemeClr val="dk1">
                <a:lumMod val="110000"/>
                <a:satMod val="105000"/>
                <a:tint val="67000"/>
              </a:schemeClr>
            </a:gs>
            <a:gs pos="50000">
              <a:schemeClr val="dk1">
                <a:lumMod val="105000"/>
                <a:satMod val="103000"/>
                <a:tint val="73000"/>
              </a:schemeClr>
            </a:gs>
            <a:gs pos="100000">
              <a:schemeClr val="dk1">
                <a:lumMod val="105000"/>
                <a:satMod val="109000"/>
                <a:tint val="81000"/>
              </a:schemeClr>
            </a:gs>
          </a:gsLst>
          <a:lin ang="5400000" scaled="0"/>
        </a:gradFill>
        <a:ln w="6350" cap="flat" cmpd="sng" algn="ctr">
          <a:solidFill>
            <a:schemeClr val="dk1"/>
          </a:solidFill>
          <a:prstDash val="solid"/>
          <a:miter lim="800000"/>
        </a:ln>
        <a:effectLst/>
      </dsp:spPr>
      <dsp:style>
        <a:lnRef idx="1">
          <a:schemeClr val="dk1"/>
        </a:lnRef>
        <a:fillRef idx="2">
          <a:schemeClr val="dk1"/>
        </a:fillRef>
        <a:effectRef idx="1">
          <a:schemeClr val="dk1"/>
        </a:effectRef>
        <a:fontRef idx="minor">
          <a:schemeClr val="dk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n-US" sz="1700" kern="1200" dirty="0"/>
            <a:t>TF cat: 74.51</a:t>
          </a:r>
        </a:p>
      </dsp:txBody>
      <dsp:txXfrm>
        <a:off x="3198632" y="3201878"/>
        <a:ext cx="1304768" cy="796886"/>
      </dsp:txXfrm>
    </dsp:sp>
    <dsp:sp modelId="{00313B18-5203-4EDE-84B3-FA79D9BD193E}">
      <dsp:nvSpPr>
        <dsp:cNvPr id="0" name=""/>
        <dsp:cNvSpPr/>
      </dsp:nvSpPr>
      <dsp:spPr>
        <a:xfrm>
          <a:off x="3004546" y="849292"/>
          <a:ext cx="169294" cy="3809117"/>
        </a:xfrm>
        <a:custGeom>
          <a:avLst/>
          <a:gdLst/>
          <a:ahLst/>
          <a:cxnLst/>
          <a:rect l="0" t="0" r="0" b="0"/>
          <a:pathLst>
            <a:path>
              <a:moveTo>
                <a:pt x="0" y="0"/>
              </a:moveTo>
              <a:lnTo>
                <a:pt x="0" y="3809117"/>
              </a:lnTo>
              <a:lnTo>
                <a:pt x="169294" y="380911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70574B2-6D9B-47BF-8AD5-2FD49D929934}">
      <dsp:nvSpPr>
        <dsp:cNvPr id="0" name=""/>
        <dsp:cNvSpPr/>
      </dsp:nvSpPr>
      <dsp:spPr>
        <a:xfrm>
          <a:off x="3173840" y="4235174"/>
          <a:ext cx="1354352" cy="846470"/>
        </a:xfrm>
        <a:prstGeom prst="roundRect">
          <a:avLst>
            <a:gd name="adj" fmla="val 10000"/>
          </a:avLst>
        </a:prstGeom>
        <a:gradFill rotWithShape="1">
          <a:gsLst>
            <a:gs pos="0">
              <a:schemeClr val="dk1">
                <a:lumMod val="110000"/>
                <a:satMod val="105000"/>
                <a:tint val="67000"/>
              </a:schemeClr>
            </a:gs>
            <a:gs pos="50000">
              <a:schemeClr val="dk1">
                <a:lumMod val="105000"/>
                <a:satMod val="103000"/>
                <a:tint val="73000"/>
              </a:schemeClr>
            </a:gs>
            <a:gs pos="100000">
              <a:schemeClr val="dk1">
                <a:lumMod val="105000"/>
                <a:satMod val="109000"/>
                <a:tint val="81000"/>
              </a:schemeClr>
            </a:gs>
          </a:gsLst>
          <a:lin ang="5400000" scaled="0"/>
        </a:gradFill>
        <a:ln w="6350" cap="flat" cmpd="sng" algn="ctr">
          <a:solidFill>
            <a:schemeClr val="dk1"/>
          </a:solidFill>
          <a:prstDash val="solid"/>
          <a:miter lim="800000"/>
        </a:ln>
        <a:effectLst/>
      </dsp:spPr>
      <dsp:style>
        <a:lnRef idx="1">
          <a:schemeClr val="dk1"/>
        </a:lnRef>
        <a:fillRef idx="2">
          <a:schemeClr val="dk1"/>
        </a:fillRef>
        <a:effectRef idx="1">
          <a:schemeClr val="dk1"/>
        </a:effectRef>
        <a:fontRef idx="minor">
          <a:schemeClr val="dk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n-US" sz="1700" kern="1200" dirty="0"/>
            <a:t>TF var: 96.10</a:t>
          </a:r>
        </a:p>
      </dsp:txBody>
      <dsp:txXfrm>
        <a:off x="3198632" y="4259966"/>
        <a:ext cx="1304768" cy="796886"/>
      </dsp:txXfrm>
    </dsp:sp>
    <dsp:sp modelId="{84F6DF17-2796-4F89-BBD6-45B73B94B326}">
      <dsp:nvSpPr>
        <dsp:cNvPr id="0" name=""/>
        <dsp:cNvSpPr/>
      </dsp:nvSpPr>
      <dsp:spPr>
        <a:xfrm>
          <a:off x="4951428" y="2821"/>
          <a:ext cx="1692941" cy="846470"/>
        </a:xfrm>
        <a:prstGeom prst="roundRect">
          <a:avLst>
            <a:gd name="adj" fmla="val 10000"/>
          </a:avLst>
        </a:prstGeom>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5"/>
        </a:lnRef>
        <a:fillRef idx="3">
          <a:schemeClr val="accent5"/>
        </a:fillRef>
        <a:effectRef idx="3">
          <a:schemeClr val="accent5"/>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n-US" sz="1700" kern="1200" dirty="0"/>
            <a:t>FastText</a:t>
          </a:r>
        </a:p>
      </dsp:txBody>
      <dsp:txXfrm>
        <a:off x="4976220" y="27613"/>
        <a:ext cx="1643357" cy="796886"/>
      </dsp:txXfrm>
    </dsp:sp>
    <dsp:sp modelId="{24362C85-2FC0-44D1-ABA7-B1158C99AA92}">
      <dsp:nvSpPr>
        <dsp:cNvPr id="0" name=""/>
        <dsp:cNvSpPr/>
      </dsp:nvSpPr>
      <dsp:spPr>
        <a:xfrm>
          <a:off x="5120722" y="849292"/>
          <a:ext cx="169294" cy="634852"/>
        </a:xfrm>
        <a:custGeom>
          <a:avLst/>
          <a:gdLst/>
          <a:ahLst/>
          <a:cxnLst/>
          <a:rect l="0" t="0" r="0" b="0"/>
          <a:pathLst>
            <a:path>
              <a:moveTo>
                <a:pt x="0" y="0"/>
              </a:moveTo>
              <a:lnTo>
                <a:pt x="0" y="634852"/>
              </a:lnTo>
              <a:lnTo>
                <a:pt x="169294" y="63485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AAF1C12-16A8-47FA-AD17-CA6567EFED9B}">
      <dsp:nvSpPr>
        <dsp:cNvPr id="0" name=""/>
        <dsp:cNvSpPr/>
      </dsp:nvSpPr>
      <dsp:spPr>
        <a:xfrm>
          <a:off x="5290016" y="1060909"/>
          <a:ext cx="1354352" cy="846470"/>
        </a:xfrm>
        <a:prstGeom prst="roundRect">
          <a:avLst>
            <a:gd name="adj" fmla="val 10000"/>
          </a:avLst>
        </a:prstGeom>
        <a:gradFill rotWithShape="1">
          <a:gsLst>
            <a:gs pos="0">
              <a:schemeClr val="accent5">
                <a:lumMod val="110000"/>
                <a:satMod val="105000"/>
                <a:tint val="67000"/>
              </a:schemeClr>
            </a:gs>
            <a:gs pos="50000">
              <a:schemeClr val="accent5">
                <a:lumMod val="105000"/>
                <a:satMod val="103000"/>
                <a:tint val="73000"/>
              </a:schemeClr>
            </a:gs>
            <a:gs pos="100000">
              <a:schemeClr val="accent5">
                <a:lumMod val="105000"/>
                <a:satMod val="109000"/>
                <a:tint val="81000"/>
              </a:schemeClr>
            </a:gs>
          </a:gsLst>
          <a:lin ang="5400000" scaled="0"/>
        </a:gradFill>
        <a:ln w="6350" cap="flat" cmpd="sng" algn="ctr">
          <a:solidFill>
            <a:schemeClr val="accent5"/>
          </a:solidFill>
          <a:prstDash val="solid"/>
          <a:miter lim="800000"/>
        </a:ln>
        <a:effectLst/>
      </dsp:spPr>
      <dsp:style>
        <a:lnRef idx="1">
          <a:schemeClr val="accent5"/>
        </a:lnRef>
        <a:fillRef idx="2">
          <a:schemeClr val="accent5"/>
        </a:fillRef>
        <a:effectRef idx="1">
          <a:schemeClr val="accent5"/>
        </a:effectRef>
        <a:fontRef idx="minor">
          <a:schemeClr val="dk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n-US" sz="1700" kern="1200" dirty="0"/>
            <a:t>Results not consistent</a:t>
          </a:r>
        </a:p>
      </dsp:txBody>
      <dsp:txXfrm>
        <a:off x="5314808" y="1085701"/>
        <a:ext cx="1304768" cy="796886"/>
      </dsp:txXfrm>
    </dsp:sp>
    <dsp:sp modelId="{91C42F0B-7F77-415E-B49D-6FD16D12C5E6}">
      <dsp:nvSpPr>
        <dsp:cNvPr id="0" name=""/>
        <dsp:cNvSpPr/>
      </dsp:nvSpPr>
      <dsp:spPr>
        <a:xfrm>
          <a:off x="5120722" y="849292"/>
          <a:ext cx="169294" cy="1692941"/>
        </a:xfrm>
        <a:custGeom>
          <a:avLst/>
          <a:gdLst/>
          <a:ahLst/>
          <a:cxnLst/>
          <a:rect l="0" t="0" r="0" b="0"/>
          <a:pathLst>
            <a:path>
              <a:moveTo>
                <a:pt x="0" y="0"/>
              </a:moveTo>
              <a:lnTo>
                <a:pt x="0" y="1692941"/>
              </a:lnTo>
              <a:lnTo>
                <a:pt x="169294" y="169294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F2ACFFF-B1BF-4C52-98E9-0BEEEE2A8224}">
      <dsp:nvSpPr>
        <dsp:cNvPr id="0" name=""/>
        <dsp:cNvSpPr/>
      </dsp:nvSpPr>
      <dsp:spPr>
        <a:xfrm>
          <a:off x="5290016" y="2118998"/>
          <a:ext cx="1354352" cy="846470"/>
        </a:xfrm>
        <a:prstGeom prst="roundRect">
          <a:avLst>
            <a:gd name="adj" fmla="val 10000"/>
          </a:avLst>
        </a:prstGeom>
        <a:gradFill rotWithShape="1">
          <a:gsLst>
            <a:gs pos="0">
              <a:schemeClr val="accent5">
                <a:lumMod val="110000"/>
                <a:satMod val="105000"/>
                <a:tint val="67000"/>
              </a:schemeClr>
            </a:gs>
            <a:gs pos="50000">
              <a:schemeClr val="accent5">
                <a:lumMod val="105000"/>
                <a:satMod val="103000"/>
                <a:tint val="73000"/>
              </a:schemeClr>
            </a:gs>
            <a:gs pos="100000">
              <a:schemeClr val="accent5">
                <a:lumMod val="105000"/>
                <a:satMod val="109000"/>
                <a:tint val="81000"/>
              </a:schemeClr>
            </a:gs>
          </a:gsLst>
          <a:lin ang="5400000" scaled="0"/>
        </a:gradFill>
        <a:ln w="6350" cap="flat" cmpd="sng" algn="ctr">
          <a:solidFill>
            <a:schemeClr val="accent5"/>
          </a:solidFill>
          <a:prstDash val="solid"/>
          <a:miter lim="800000"/>
        </a:ln>
        <a:effectLst/>
      </dsp:spPr>
      <dsp:style>
        <a:lnRef idx="1">
          <a:schemeClr val="accent5"/>
        </a:lnRef>
        <a:fillRef idx="2">
          <a:schemeClr val="accent5"/>
        </a:fillRef>
        <a:effectRef idx="1">
          <a:schemeClr val="accent5"/>
        </a:effectRef>
        <a:fontRef idx="minor">
          <a:schemeClr val="dk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n-US" sz="1700" kern="1200" dirty="0"/>
            <a:t>TF cat best: 68.67</a:t>
          </a:r>
        </a:p>
      </dsp:txBody>
      <dsp:txXfrm>
        <a:off x="5314808" y="2143790"/>
        <a:ext cx="1304768" cy="796886"/>
      </dsp:txXfrm>
    </dsp:sp>
    <dsp:sp modelId="{3286CB7A-26D7-42C3-BA78-8DCDAC5EDAB9}">
      <dsp:nvSpPr>
        <dsp:cNvPr id="0" name=""/>
        <dsp:cNvSpPr/>
      </dsp:nvSpPr>
      <dsp:spPr>
        <a:xfrm>
          <a:off x="5120722" y="849292"/>
          <a:ext cx="169294" cy="2751029"/>
        </a:xfrm>
        <a:custGeom>
          <a:avLst/>
          <a:gdLst/>
          <a:ahLst/>
          <a:cxnLst/>
          <a:rect l="0" t="0" r="0" b="0"/>
          <a:pathLst>
            <a:path>
              <a:moveTo>
                <a:pt x="0" y="0"/>
              </a:moveTo>
              <a:lnTo>
                <a:pt x="0" y="2751029"/>
              </a:lnTo>
              <a:lnTo>
                <a:pt x="169294" y="275102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9503E27-E241-4037-B18C-7D44291ABDAB}">
      <dsp:nvSpPr>
        <dsp:cNvPr id="0" name=""/>
        <dsp:cNvSpPr/>
      </dsp:nvSpPr>
      <dsp:spPr>
        <a:xfrm>
          <a:off x="5290016" y="3177086"/>
          <a:ext cx="1354352" cy="846470"/>
        </a:xfrm>
        <a:prstGeom prst="roundRect">
          <a:avLst>
            <a:gd name="adj" fmla="val 10000"/>
          </a:avLst>
        </a:prstGeom>
        <a:gradFill rotWithShape="1">
          <a:gsLst>
            <a:gs pos="0">
              <a:schemeClr val="accent5">
                <a:lumMod val="110000"/>
                <a:satMod val="105000"/>
                <a:tint val="67000"/>
              </a:schemeClr>
            </a:gs>
            <a:gs pos="50000">
              <a:schemeClr val="accent5">
                <a:lumMod val="105000"/>
                <a:satMod val="103000"/>
                <a:tint val="73000"/>
              </a:schemeClr>
            </a:gs>
            <a:gs pos="100000">
              <a:schemeClr val="accent5">
                <a:lumMod val="105000"/>
                <a:satMod val="109000"/>
                <a:tint val="81000"/>
              </a:schemeClr>
            </a:gs>
          </a:gsLst>
          <a:lin ang="5400000" scaled="0"/>
        </a:gradFill>
        <a:ln w="6350" cap="flat" cmpd="sng" algn="ctr">
          <a:solidFill>
            <a:schemeClr val="accent5"/>
          </a:solidFill>
          <a:prstDash val="solid"/>
          <a:miter lim="800000"/>
        </a:ln>
        <a:effectLst/>
      </dsp:spPr>
      <dsp:style>
        <a:lnRef idx="1">
          <a:schemeClr val="accent5"/>
        </a:lnRef>
        <a:fillRef idx="2">
          <a:schemeClr val="accent5"/>
        </a:fillRef>
        <a:effectRef idx="1">
          <a:schemeClr val="accent5"/>
        </a:effectRef>
        <a:fontRef idx="minor">
          <a:schemeClr val="dk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n-US" sz="1700" kern="1200" dirty="0"/>
            <a:t>TF var best: 73.70</a:t>
          </a:r>
        </a:p>
      </dsp:txBody>
      <dsp:txXfrm>
        <a:off x="5314808" y="3201878"/>
        <a:ext cx="1304768" cy="796886"/>
      </dsp:txXfrm>
    </dsp:sp>
    <dsp:sp modelId="{5BC38429-5F9A-48C5-A1A9-2F10FBE8AF7C}">
      <dsp:nvSpPr>
        <dsp:cNvPr id="0" name=""/>
        <dsp:cNvSpPr/>
      </dsp:nvSpPr>
      <dsp:spPr>
        <a:xfrm>
          <a:off x="7067604" y="2821"/>
          <a:ext cx="1692941" cy="846470"/>
        </a:xfrm>
        <a:prstGeom prst="roundRect">
          <a:avLst>
            <a:gd name="adj" fmla="val 10000"/>
          </a:avLst>
        </a:prstGeom>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6"/>
        </a:lnRef>
        <a:fillRef idx="3">
          <a:schemeClr val="accent6"/>
        </a:fillRef>
        <a:effectRef idx="3">
          <a:schemeClr val="accent6"/>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n-US" sz="1700" kern="1200" dirty="0"/>
            <a:t>Voting hard</a:t>
          </a:r>
        </a:p>
      </dsp:txBody>
      <dsp:txXfrm>
        <a:off x="7092396" y="27613"/>
        <a:ext cx="1643357" cy="796886"/>
      </dsp:txXfrm>
    </dsp:sp>
    <dsp:sp modelId="{A6039C8A-0474-4F1F-A998-FDDC3D0C1A20}">
      <dsp:nvSpPr>
        <dsp:cNvPr id="0" name=""/>
        <dsp:cNvSpPr/>
      </dsp:nvSpPr>
      <dsp:spPr>
        <a:xfrm>
          <a:off x="7236899" y="849292"/>
          <a:ext cx="169294" cy="634852"/>
        </a:xfrm>
        <a:custGeom>
          <a:avLst/>
          <a:gdLst/>
          <a:ahLst/>
          <a:cxnLst/>
          <a:rect l="0" t="0" r="0" b="0"/>
          <a:pathLst>
            <a:path>
              <a:moveTo>
                <a:pt x="0" y="0"/>
              </a:moveTo>
              <a:lnTo>
                <a:pt x="0" y="634852"/>
              </a:lnTo>
              <a:lnTo>
                <a:pt x="169294" y="63485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19377EC-4756-4486-B367-CC5C56FBC3BF}">
      <dsp:nvSpPr>
        <dsp:cNvPr id="0" name=""/>
        <dsp:cNvSpPr/>
      </dsp:nvSpPr>
      <dsp:spPr>
        <a:xfrm>
          <a:off x="7406193" y="1060909"/>
          <a:ext cx="1354352" cy="846470"/>
        </a:xfrm>
        <a:prstGeom prst="roundRect">
          <a:avLst>
            <a:gd name="adj" fmla="val 10000"/>
          </a:avLst>
        </a:prstGeom>
        <a:gradFill rotWithShape="1">
          <a:gsLst>
            <a:gs pos="0">
              <a:schemeClr val="accent6">
                <a:lumMod val="110000"/>
                <a:satMod val="105000"/>
                <a:tint val="67000"/>
              </a:schemeClr>
            </a:gs>
            <a:gs pos="50000">
              <a:schemeClr val="accent6">
                <a:lumMod val="105000"/>
                <a:satMod val="103000"/>
                <a:tint val="73000"/>
              </a:schemeClr>
            </a:gs>
            <a:gs pos="100000">
              <a:schemeClr val="accent6">
                <a:lumMod val="105000"/>
                <a:satMod val="109000"/>
                <a:tint val="81000"/>
              </a:schemeClr>
            </a:gs>
          </a:gsLst>
          <a:lin ang="5400000" scaled="0"/>
        </a:gradFill>
        <a:ln w="6350" cap="flat" cmpd="sng" algn="ctr">
          <a:solidFill>
            <a:schemeClr val="accent6"/>
          </a:solidFill>
          <a:prstDash val="solid"/>
          <a:miter lim="800000"/>
        </a:ln>
        <a:effectLst/>
      </dsp:spPr>
      <dsp:style>
        <a:lnRef idx="1">
          <a:schemeClr val="accent6"/>
        </a:lnRef>
        <a:fillRef idx="2">
          <a:schemeClr val="accent6"/>
        </a:fillRef>
        <a:effectRef idx="1">
          <a:schemeClr val="accent6"/>
        </a:effectRef>
        <a:fontRef idx="minor">
          <a:schemeClr val="dk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n-US" sz="1700" kern="1200" dirty="0"/>
            <a:t>Random state </a:t>
          </a:r>
        </a:p>
      </dsp:txBody>
      <dsp:txXfrm>
        <a:off x="7430985" y="1085701"/>
        <a:ext cx="1304768" cy="796886"/>
      </dsp:txXfrm>
    </dsp:sp>
    <dsp:sp modelId="{9563D955-8FFA-499C-9B74-4827B4F5D3EA}">
      <dsp:nvSpPr>
        <dsp:cNvPr id="0" name=""/>
        <dsp:cNvSpPr/>
      </dsp:nvSpPr>
      <dsp:spPr>
        <a:xfrm>
          <a:off x="7236899" y="849292"/>
          <a:ext cx="169294" cy="1692941"/>
        </a:xfrm>
        <a:custGeom>
          <a:avLst/>
          <a:gdLst/>
          <a:ahLst/>
          <a:cxnLst/>
          <a:rect l="0" t="0" r="0" b="0"/>
          <a:pathLst>
            <a:path>
              <a:moveTo>
                <a:pt x="0" y="0"/>
              </a:moveTo>
              <a:lnTo>
                <a:pt x="0" y="1692941"/>
              </a:lnTo>
              <a:lnTo>
                <a:pt x="169294" y="169294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EFAFF35-11FA-4CF3-A44E-44533FE1B1DB}">
      <dsp:nvSpPr>
        <dsp:cNvPr id="0" name=""/>
        <dsp:cNvSpPr/>
      </dsp:nvSpPr>
      <dsp:spPr>
        <a:xfrm>
          <a:off x="7406193" y="2118998"/>
          <a:ext cx="1354352" cy="846470"/>
        </a:xfrm>
        <a:prstGeom prst="roundRect">
          <a:avLst>
            <a:gd name="adj" fmla="val 10000"/>
          </a:avLst>
        </a:prstGeom>
        <a:gradFill rotWithShape="1">
          <a:gsLst>
            <a:gs pos="0">
              <a:schemeClr val="accent6">
                <a:lumMod val="110000"/>
                <a:satMod val="105000"/>
                <a:tint val="67000"/>
              </a:schemeClr>
            </a:gs>
            <a:gs pos="50000">
              <a:schemeClr val="accent6">
                <a:lumMod val="105000"/>
                <a:satMod val="103000"/>
                <a:tint val="73000"/>
              </a:schemeClr>
            </a:gs>
            <a:gs pos="100000">
              <a:schemeClr val="accent6">
                <a:lumMod val="105000"/>
                <a:satMod val="109000"/>
                <a:tint val="81000"/>
              </a:schemeClr>
            </a:gs>
          </a:gsLst>
          <a:lin ang="5400000" scaled="0"/>
        </a:gradFill>
        <a:ln w="6350" cap="flat" cmpd="sng" algn="ctr">
          <a:solidFill>
            <a:schemeClr val="accent6"/>
          </a:solidFill>
          <a:prstDash val="solid"/>
          <a:miter lim="800000"/>
        </a:ln>
        <a:effectLst/>
      </dsp:spPr>
      <dsp:style>
        <a:lnRef idx="1">
          <a:schemeClr val="accent6"/>
        </a:lnRef>
        <a:fillRef idx="2">
          <a:schemeClr val="accent6"/>
        </a:fillRef>
        <a:effectRef idx="1">
          <a:schemeClr val="accent6"/>
        </a:effectRef>
        <a:fontRef idx="minor">
          <a:schemeClr val="dk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n-US" sz="1700" kern="1200" dirty="0"/>
            <a:t>Solver for Logistic</a:t>
          </a:r>
        </a:p>
      </dsp:txBody>
      <dsp:txXfrm>
        <a:off x="7430985" y="2143790"/>
        <a:ext cx="1304768" cy="796886"/>
      </dsp:txXfrm>
    </dsp:sp>
    <dsp:sp modelId="{8541FA5B-C6CA-40CC-BDE1-AF7177A26A2F}">
      <dsp:nvSpPr>
        <dsp:cNvPr id="0" name=""/>
        <dsp:cNvSpPr/>
      </dsp:nvSpPr>
      <dsp:spPr>
        <a:xfrm>
          <a:off x="7236899" y="849292"/>
          <a:ext cx="169294" cy="2751029"/>
        </a:xfrm>
        <a:custGeom>
          <a:avLst/>
          <a:gdLst/>
          <a:ahLst/>
          <a:cxnLst/>
          <a:rect l="0" t="0" r="0" b="0"/>
          <a:pathLst>
            <a:path>
              <a:moveTo>
                <a:pt x="0" y="0"/>
              </a:moveTo>
              <a:lnTo>
                <a:pt x="0" y="2751029"/>
              </a:lnTo>
              <a:lnTo>
                <a:pt x="169294" y="275102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3FA7DA7-72B6-48BA-A9FE-E39AE12E56E1}">
      <dsp:nvSpPr>
        <dsp:cNvPr id="0" name=""/>
        <dsp:cNvSpPr/>
      </dsp:nvSpPr>
      <dsp:spPr>
        <a:xfrm>
          <a:off x="7406193" y="3177086"/>
          <a:ext cx="1354352" cy="846470"/>
        </a:xfrm>
        <a:prstGeom prst="roundRect">
          <a:avLst>
            <a:gd name="adj" fmla="val 10000"/>
          </a:avLst>
        </a:prstGeom>
        <a:gradFill rotWithShape="1">
          <a:gsLst>
            <a:gs pos="0">
              <a:schemeClr val="accent6">
                <a:lumMod val="110000"/>
                <a:satMod val="105000"/>
                <a:tint val="67000"/>
              </a:schemeClr>
            </a:gs>
            <a:gs pos="50000">
              <a:schemeClr val="accent6">
                <a:lumMod val="105000"/>
                <a:satMod val="103000"/>
                <a:tint val="73000"/>
              </a:schemeClr>
            </a:gs>
            <a:gs pos="100000">
              <a:schemeClr val="accent6">
                <a:lumMod val="105000"/>
                <a:satMod val="109000"/>
                <a:tint val="81000"/>
              </a:schemeClr>
            </a:gs>
          </a:gsLst>
          <a:lin ang="5400000" scaled="0"/>
        </a:gradFill>
        <a:ln w="6350" cap="flat" cmpd="sng" algn="ctr">
          <a:solidFill>
            <a:schemeClr val="accent6"/>
          </a:solidFill>
          <a:prstDash val="solid"/>
          <a:miter lim="800000"/>
        </a:ln>
        <a:effectLst/>
      </dsp:spPr>
      <dsp:style>
        <a:lnRef idx="1">
          <a:schemeClr val="accent6"/>
        </a:lnRef>
        <a:fillRef idx="2">
          <a:schemeClr val="accent6"/>
        </a:fillRef>
        <a:effectRef idx="1">
          <a:schemeClr val="accent6"/>
        </a:effectRef>
        <a:fontRef idx="minor">
          <a:schemeClr val="dk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n-US" sz="1700" kern="1200" dirty="0"/>
            <a:t>TF cat best:</a:t>
          </a:r>
        </a:p>
      </dsp:txBody>
      <dsp:txXfrm>
        <a:off x="7430985" y="3201878"/>
        <a:ext cx="1304768" cy="796886"/>
      </dsp:txXfrm>
    </dsp:sp>
    <dsp:sp modelId="{D7AAA49C-DF53-4FA4-9440-71452A9710BC}">
      <dsp:nvSpPr>
        <dsp:cNvPr id="0" name=""/>
        <dsp:cNvSpPr/>
      </dsp:nvSpPr>
      <dsp:spPr>
        <a:xfrm>
          <a:off x="7236899" y="849292"/>
          <a:ext cx="169294" cy="3809117"/>
        </a:xfrm>
        <a:custGeom>
          <a:avLst/>
          <a:gdLst/>
          <a:ahLst/>
          <a:cxnLst/>
          <a:rect l="0" t="0" r="0" b="0"/>
          <a:pathLst>
            <a:path>
              <a:moveTo>
                <a:pt x="0" y="0"/>
              </a:moveTo>
              <a:lnTo>
                <a:pt x="0" y="3809117"/>
              </a:lnTo>
              <a:lnTo>
                <a:pt x="169294" y="380911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A691132-55E3-4B5D-A8AD-146828BB0528}">
      <dsp:nvSpPr>
        <dsp:cNvPr id="0" name=""/>
        <dsp:cNvSpPr/>
      </dsp:nvSpPr>
      <dsp:spPr>
        <a:xfrm>
          <a:off x="7406193" y="4235174"/>
          <a:ext cx="1354352" cy="846470"/>
        </a:xfrm>
        <a:prstGeom prst="roundRect">
          <a:avLst>
            <a:gd name="adj" fmla="val 10000"/>
          </a:avLst>
        </a:prstGeom>
        <a:gradFill rotWithShape="1">
          <a:gsLst>
            <a:gs pos="0">
              <a:schemeClr val="accent6">
                <a:lumMod val="110000"/>
                <a:satMod val="105000"/>
                <a:tint val="67000"/>
              </a:schemeClr>
            </a:gs>
            <a:gs pos="50000">
              <a:schemeClr val="accent6">
                <a:lumMod val="105000"/>
                <a:satMod val="103000"/>
                <a:tint val="73000"/>
              </a:schemeClr>
            </a:gs>
            <a:gs pos="100000">
              <a:schemeClr val="accent6">
                <a:lumMod val="105000"/>
                <a:satMod val="109000"/>
                <a:tint val="81000"/>
              </a:schemeClr>
            </a:gs>
          </a:gsLst>
          <a:lin ang="5400000" scaled="0"/>
        </a:gradFill>
        <a:ln w="6350" cap="flat" cmpd="sng" algn="ctr">
          <a:solidFill>
            <a:schemeClr val="accent6"/>
          </a:solidFill>
          <a:prstDash val="solid"/>
          <a:miter lim="800000"/>
        </a:ln>
        <a:effectLst/>
      </dsp:spPr>
      <dsp:style>
        <a:lnRef idx="1">
          <a:schemeClr val="accent6"/>
        </a:lnRef>
        <a:fillRef idx="2">
          <a:schemeClr val="accent6"/>
        </a:fillRef>
        <a:effectRef idx="1">
          <a:schemeClr val="accent6"/>
        </a:effectRef>
        <a:fontRef idx="minor">
          <a:schemeClr val="dk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n-US" sz="1700" kern="1200" dirty="0"/>
            <a:t>TF var best:</a:t>
          </a:r>
        </a:p>
      </dsp:txBody>
      <dsp:txXfrm>
        <a:off x="7430985" y="4259966"/>
        <a:ext cx="1304768" cy="796886"/>
      </dsp:txXfrm>
    </dsp:sp>
    <dsp:sp modelId="{90BF3C06-FCD1-47C5-A279-03A41375E198}">
      <dsp:nvSpPr>
        <dsp:cNvPr id="0" name=""/>
        <dsp:cNvSpPr/>
      </dsp:nvSpPr>
      <dsp:spPr>
        <a:xfrm>
          <a:off x="9183781" y="2821"/>
          <a:ext cx="1692941" cy="846470"/>
        </a:xfrm>
        <a:prstGeom prst="roundRect">
          <a:avLst>
            <a:gd name="adj" fmla="val 10000"/>
          </a:avLst>
        </a:prstGeom>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3"/>
        </a:lnRef>
        <a:fillRef idx="3">
          <a:schemeClr val="accent3"/>
        </a:fillRef>
        <a:effectRef idx="3">
          <a:schemeClr val="accent3"/>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n-US" sz="1700" kern="1200" dirty="0"/>
            <a:t>Fuzzy </a:t>
          </a:r>
          <a:r>
            <a:rPr lang="en-US" sz="1700" kern="1200" dirty="0" err="1"/>
            <a:t>Tfidf</a:t>
          </a:r>
          <a:r>
            <a:rPr lang="en-US" sz="1700" kern="1200" dirty="0"/>
            <a:t> matching of FEAT1</a:t>
          </a:r>
        </a:p>
      </dsp:txBody>
      <dsp:txXfrm>
        <a:off x="9208573" y="27613"/>
        <a:ext cx="1643357" cy="796886"/>
      </dsp:txXfrm>
    </dsp:sp>
    <dsp:sp modelId="{861FEA3D-A657-4BDB-9DCB-A65044ED976A}">
      <dsp:nvSpPr>
        <dsp:cNvPr id="0" name=""/>
        <dsp:cNvSpPr/>
      </dsp:nvSpPr>
      <dsp:spPr>
        <a:xfrm>
          <a:off x="9353075" y="849292"/>
          <a:ext cx="169294" cy="634852"/>
        </a:xfrm>
        <a:custGeom>
          <a:avLst/>
          <a:gdLst/>
          <a:ahLst/>
          <a:cxnLst/>
          <a:rect l="0" t="0" r="0" b="0"/>
          <a:pathLst>
            <a:path>
              <a:moveTo>
                <a:pt x="0" y="0"/>
              </a:moveTo>
              <a:lnTo>
                <a:pt x="0" y="634852"/>
              </a:lnTo>
              <a:lnTo>
                <a:pt x="169294" y="63485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F0AD401-D469-4443-A184-C30904352207}">
      <dsp:nvSpPr>
        <dsp:cNvPr id="0" name=""/>
        <dsp:cNvSpPr/>
      </dsp:nvSpPr>
      <dsp:spPr>
        <a:xfrm>
          <a:off x="9522369" y="1060909"/>
          <a:ext cx="1354352" cy="846470"/>
        </a:xfrm>
        <a:prstGeom prst="roundRect">
          <a:avLst>
            <a:gd name="adj" fmla="val 10000"/>
          </a:avLst>
        </a:prstGeom>
        <a:gradFill rotWithShape="1">
          <a:gsLst>
            <a:gs pos="0">
              <a:schemeClr val="accent3">
                <a:lumMod val="110000"/>
                <a:satMod val="105000"/>
                <a:tint val="67000"/>
              </a:schemeClr>
            </a:gs>
            <a:gs pos="50000">
              <a:schemeClr val="accent3">
                <a:lumMod val="105000"/>
                <a:satMod val="103000"/>
                <a:tint val="73000"/>
              </a:schemeClr>
            </a:gs>
            <a:gs pos="100000">
              <a:schemeClr val="accent3">
                <a:lumMod val="105000"/>
                <a:satMod val="109000"/>
                <a:tint val="81000"/>
              </a:schemeClr>
            </a:gs>
          </a:gsLst>
          <a:lin ang="5400000" scaled="0"/>
        </a:gradFill>
        <a:ln w="6350" cap="flat" cmpd="sng" algn="ctr">
          <a:solidFill>
            <a:schemeClr val="accent3"/>
          </a:solidFill>
          <a:prstDash val="solid"/>
          <a:miter lim="800000"/>
        </a:ln>
        <a:effectLst/>
      </dsp:spPr>
      <dsp:style>
        <a:lnRef idx="1">
          <a:schemeClr val="accent3"/>
        </a:lnRef>
        <a:fillRef idx="2">
          <a:schemeClr val="accent3"/>
        </a:fillRef>
        <a:effectRef idx="1">
          <a:schemeClr val="accent3"/>
        </a:effectRef>
        <a:fontRef idx="minor">
          <a:schemeClr val="dk1"/>
        </a:fontRef>
      </dsp:style>
      <dsp:txBody>
        <a:bodyPr spcFirstLastPara="0" vert="horz" wrap="square" lIns="32385" tIns="21590" rIns="32385" bIns="21590" numCol="1" spcCol="1270" anchor="t" anchorCtr="0">
          <a:noAutofit/>
        </a:bodyPr>
        <a:lstStyle/>
        <a:p>
          <a:pPr marL="0" lvl="0" indent="0" algn="l" defTabSz="755650">
            <a:lnSpc>
              <a:spcPct val="90000"/>
            </a:lnSpc>
            <a:spcBef>
              <a:spcPct val="0"/>
            </a:spcBef>
            <a:spcAft>
              <a:spcPct val="35000"/>
            </a:spcAft>
            <a:buNone/>
          </a:pPr>
          <a:r>
            <a:rPr lang="en-US" sz="1700" kern="1200" dirty="0"/>
            <a:t>Ratio&gt;=90</a:t>
          </a:r>
        </a:p>
        <a:p>
          <a:pPr marL="114300" lvl="1" indent="-114300" algn="l" defTabSz="577850">
            <a:lnSpc>
              <a:spcPct val="90000"/>
            </a:lnSpc>
            <a:spcBef>
              <a:spcPct val="0"/>
            </a:spcBef>
            <a:spcAft>
              <a:spcPct val="15000"/>
            </a:spcAft>
            <a:buChar char="•"/>
          </a:pPr>
          <a:r>
            <a:rPr lang="en-US" sz="1300" kern="1200" dirty="0"/>
            <a:t>TF cat: 96.85</a:t>
          </a:r>
        </a:p>
        <a:p>
          <a:pPr marL="114300" lvl="1" indent="-114300" algn="l" defTabSz="577850">
            <a:lnSpc>
              <a:spcPct val="90000"/>
            </a:lnSpc>
            <a:spcBef>
              <a:spcPct val="0"/>
            </a:spcBef>
            <a:spcAft>
              <a:spcPct val="15000"/>
            </a:spcAft>
            <a:buChar char="•"/>
          </a:pPr>
          <a:r>
            <a:rPr lang="en-US" sz="1300" kern="1200" dirty="0"/>
            <a:t>TF var: 95.85</a:t>
          </a:r>
        </a:p>
      </dsp:txBody>
      <dsp:txXfrm>
        <a:off x="9547161" y="1085701"/>
        <a:ext cx="1304768" cy="796886"/>
      </dsp:txXfrm>
    </dsp:sp>
    <dsp:sp modelId="{597A1F48-6395-455F-8568-1E11569A471A}">
      <dsp:nvSpPr>
        <dsp:cNvPr id="0" name=""/>
        <dsp:cNvSpPr/>
      </dsp:nvSpPr>
      <dsp:spPr>
        <a:xfrm>
          <a:off x="9353075" y="849292"/>
          <a:ext cx="169294" cy="1692941"/>
        </a:xfrm>
        <a:custGeom>
          <a:avLst/>
          <a:gdLst/>
          <a:ahLst/>
          <a:cxnLst/>
          <a:rect l="0" t="0" r="0" b="0"/>
          <a:pathLst>
            <a:path>
              <a:moveTo>
                <a:pt x="0" y="0"/>
              </a:moveTo>
              <a:lnTo>
                <a:pt x="0" y="1692941"/>
              </a:lnTo>
              <a:lnTo>
                <a:pt x="169294" y="169294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8C10E68-B716-4A49-8A1D-A5852546BAD5}">
      <dsp:nvSpPr>
        <dsp:cNvPr id="0" name=""/>
        <dsp:cNvSpPr/>
      </dsp:nvSpPr>
      <dsp:spPr>
        <a:xfrm>
          <a:off x="9522369" y="2118998"/>
          <a:ext cx="1354352" cy="846470"/>
        </a:xfrm>
        <a:prstGeom prst="roundRect">
          <a:avLst>
            <a:gd name="adj" fmla="val 10000"/>
          </a:avLst>
        </a:prstGeom>
        <a:gradFill rotWithShape="1">
          <a:gsLst>
            <a:gs pos="0">
              <a:schemeClr val="accent3">
                <a:lumMod val="110000"/>
                <a:satMod val="105000"/>
                <a:tint val="67000"/>
              </a:schemeClr>
            </a:gs>
            <a:gs pos="50000">
              <a:schemeClr val="accent3">
                <a:lumMod val="105000"/>
                <a:satMod val="103000"/>
                <a:tint val="73000"/>
              </a:schemeClr>
            </a:gs>
            <a:gs pos="100000">
              <a:schemeClr val="accent3">
                <a:lumMod val="105000"/>
                <a:satMod val="109000"/>
                <a:tint val="81000"/>
              </a:schemeClr>
            </a:gs>
          </a:gsLst>
          <a:lin ang="5400000" scaled="0"/>
        </a:gradFill>
        <a:ln w="6350" cap="flat" cmpd="sng" algn="ctr">
          <a:solidFill>
            <a:schemeClr val="accent3"/>
          </a:solidFill>
          <a:prstDash val="solid"/>
          <a:miter lim="800000"/>
        </a:ln>
        <a:effectLst/>
      </dsp:spPr>
      <dsp:style>
        <a:lnRef idx="1">
          <a:schemeClr val="accent3"/>
        </a:lnRef>
        <a:fillRef idx="2">
          <a:schemeClr val="accent3"/>
        </a:fillRef>
        <a:effectRef idx="1">
          <a:schemeClr val="accent3"/>
        </a:effectRef>
        <a:fontRef idx="minor">
          <a:schemeClr val="dk1"/>
        </a:fontRef>
      </dsp:style>
      <dsp:txBody>
        <a:bodyPr spcFirstLastPara="0" vert="horz" wrap="square" lIns="32385" tIns="21590" rIns="32385" bIns="21590" numCol="1" spcCol="1270" anchor="t" anchorCtr="0">
          <a:noAutofit/>
        </a:bodyPr>
        <a:lstStyle/>
        <a:p>
          <a:pPr marL="0" lvl="0" indent="0" algn="l" defTabSz="755650">
            <a:lnSpc>
              <a:spcPct val="90000"/>
            </a:lnSpc>
            <a:spcBef>
              <a:spcPct val="0"/>
            </a:spcBef>
            <a:spcAft>
              <a:spcPct val="35000"/>
            </a:spcAft>
            <a:buNone/>
          </a:pPr>
          <a:r>
            <a:rPr lang="en-US" sz="1700" kern="1200" dirty="0"/>
            <a:t>Ratio&gt;=80</a:t>
          </a:r>
        </a:p>
        <a:p>
          <a:pPr marL="114300" lvl="1" indent="-114300" algn="l" defTabSz="577850">
            <a:lnSpc>
              <a:spcPct val="90000"/>
            </a:lnSpc>
            <a:spcBef>
              <a:spcPct val="0"/>
            </a:spcBef>
            <a:spcAft>
              <a:spcPct val="15000"/>
            </a:spcAft>
            <a:buChar char="•"/>
          </a:pPr>
          <a:r>
            <a:rPr lang="en-US" sz="1300" kern="1200" dirty="0"/>
            <a:t>TF cat: 97.27</a:t>
          </a:r>
        </a:p>
        <a:p>
          <a:pPr marL="114300" lvl="1" indent="-114300" algn="l" defTabSz="577850">
            <a:lnSpc>
              <a:spcPct val="90000"/>
            </a:lnSpc>
            <a:spcBef>
              <a:spcPct val="0"/>
            </a:spcBef>
            <a:spcAft>
              <a:spcPct val="15000"/>
            </a:spcAft>
            <a:buChar char="•"/>
          </a:pPr>
          <a:r>
            <a:rPr lang="en-US" sz="1300" kern="1200" dirty="0"/>
            <a:t>TF var: 98.37</a:t>
          </a:r>
        </a:p>
      </dsp:txBody>
      <dsp:txXfrm>
        <a:off x="9547161" y="2143790"/>
        <a:ext cx="1304768" cy="796886"/>
      </dsp:txXfrm>
    </dsp:sp>
    <dsp:sp modelId="{5783A448-6EAD-4964-9BB8-114CC84A8100}">
      <dsp:nvSpPr>
        <dsp:cNvPr id="0" name=""/>
        <dsp:cNvSpPr/>
      </dsp:nvSpPr>
      <dsp:spPr>
        <a:xfrm>
          <a:off x="9353075" y="849292"/>
          <a:ext cx="169294" cy="2751029"/>
        </a:xfrm>
        <a:custGeom>
          <a:avLst/>
          <a:gdLst/>
          <a:ahLst/>
          <a:cxnLst/>
          <a:rect l="0" t="0" r="0" b="0"/>
          <a:pathLst>
            <a:path>
              <a:moveTo>
                <a:pt x="0" y="0"/>
              </a:moveTo>
              <a:lnTo>
                <a:pt x="0" y="2751029"/>
              </a:lnTo>
              <a:lnTo>
                <a:pt x="169294" y="275102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DAEE623-4C2F-462C-8BF7-5B7875CE5577}">
      <dsp:nvSpPr>
        <dsp:cNvPr id="0" name=""/>
        <dsp:cNvSpPr/>
      </dsp:nvSpPr>
      <dsp:spPr>
        <a:xfrm>
          <a:off x="9522369" y="3177086"/>
          <a:ext cx="1354352" cy="846470"/>
        </a:xfrm>
        <a:prstGeom prst="roundRect">
          <a:avLst>
            <a:gd name="adj" fmla="val 10000"/>
          </a:avLst>
        </a:prstGeom>
        <a:gradFill rotWithShape="1">
          <a:gsLst>
            <a:gs pos="0">
              <a:schemeClr val="accent3">
                <a:lumMod val="110000"/>
                <a:satMod val="105000"/>
                <a:tint val="67000"/>
              </a:schemeClr>
            </a:gs>
            <a:gs pos="50000">
              <a:schemeClr val="accent3">
                <a:lumMod val="105000"/>
                <a:satMod val="103000"/>
                <a:tint val="73000"/>
              </a:schemeClr>
            </a:gs>
            <a:gs pos="100000">
              <a:schemeClr val="accent3">
                <a:lumMod val="105000"/>
                <a:satMod val="109000"/>
                <a:tint val="81000"/>
              </a:schemeClr>
            </a:gs>
          </a:gsLst>
          <a:lin ang="5400000" scaled="0"/>
        </a:gradFill>
        <a:ln w="6350" cap="flat" cmpd="sng" algn="ctr">
          <a:solidFill>
            <a:schemeClr val="accent3"/>
          </a:solidFill>
          <a:prstDash val="solid"/>
          <a:miter lim="800000"/>
        </a:ln>
        <a:effectLst/>
      </dsp:spPr>
      <dsp:style>
        <a:lnRef idx="1">
          <a:schemeClr val="accent3"/>
        </a:lnRef>
        <a:fillRef idx="2">
          <a:schemeClr val="accent3"/>
        </a:fillRef>
        <a:effectRef idx="1">
          <a:schemeClr val="accent3"/>
        </a:effectRef>
        <a:fontRef idx="minor">
          <a:schemeClr val="dk1"/>
        </a:fontRef>
      </dsp:style>
      <dsp:txBody>
        <a:bodyPr spcFirstLastPara="0" vert="horz" wrap="square" lIns="32385" tIns="21590" rIns="32385" bIns="21590" numCol="1" spcCol="1270" anchor="t" anchorCtr="0">
          <a:noAutofit/>
        </a:bodyPr>
        <a:lstStyle/>
        <a:p>
          <a:pPr marL="0" lvl="0" indent="0" algn="l" defTabSz="755650">
            <a:lnSpc>
              <a:spcPct val="90000"/>
            </a:lnSpc>
            <a:spcBef>
              <a:spcPct val="0"/>
            </a:spcBef>
            <a:spcAft>
              <a:spcPct val="35000"/>
            </a:spcAft>
            <a:buNone/>
          </a:pPr>
          <a:r>
            <a:rPr lang="en-US" sz="1700" kern="1200" dirty="0"/>
            <a:t>Ratio&gt;=70</a:t>
          </a:r>
        </a:p>
        <a:p>
          <a:pPr marL="114300" lvl="1" indent="-114300" algn="l" defTabSz="577850">
            <a:lnSpc>
              <a:spcPct val="90000"/>
            </a:lnSpc>
            <a:spcBef>
              <a:spcPct val="0"/>
            </a:spcBef>
            <a:spcAft>
              <a:spcPct val="15000"/>
            </a:spcAft>
            <a:buChar char="•"/>
          </a:pPr>
          <a:r>
            <a:rPr lang="en-US" sz="1300" kern="1200" dirty="0"/>
            <a:t>TF cat: 94.69</a:t>
          </a:r>
        </a:p>
        <a:p>
          <a:pPr marL="114300" lvl="1" indent="-114300" algn="l" defTabSz="577850">
            <a:lnSpc>
              <a:spcPct val="90000"/>
            </a:lnSpc>
            <a:spcBef>
              <a:spcPct val="0"/>
            </a:spcBef>
            <a:spcAft>
              <a:spcPct val="15000"/>
            </a:spcAft>
            <a:buChar char="•"/>
          </a:pPr>
          <a:r>
            <a:rPr lang="en-US" sz="1300" kern="1200" dirty="0"/>
            <a:t>TF var: 96.55</a:t>
          </a:r>
        </a:p>
      </dsp:txBody>
      <dsp:txXfrm>
        <a:off x="9547161" y="3201878"/>
        <a:ext cx="1304768" cy="796886"/>
      </dsp:txXfrm>
    </dsp:sp>
  </dsp:spTree>
</dsp:drawing>
</file>

<file path=ppt/diagrams/drawing4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F8CD7C-066B-4FC7-9818-B81A7A6123BD}">
      <dsp:nvSpPr>
        <dsp:cNvPr id="0" name=""/>
        <dsp:cNvSpPr/>
      </dsp:nvSpPr>
      <dsp:spPr>
        <a:xfrm>
          <a:off x="3311165" y="867232"/>
          <a:ext cx="669218" cy="91440"/>
        </a:xfrm>
        <a:custGeom>
          <a:avLst/>
          <a:gdLst/>
          <a:ahLst/>
          <a:cxnLst/>
          <a:rect l="0" t="0" r="0" b="0"/>
          <a:pathLst>
            <a:path>
              <a:moveTo>
                <a:pt x="0" y="45720"/>
              </a:moveTo>
              <a:lnTo>
                <a:pt x="669218" y="45720"/>
              </a:lnTo>
            </a:path>
          </a:pathLst>
        </a:custGeom>
        <a:noFill/>
        <a:ln w="6350" cap="flat" cmpd="sng" algn="ctr">
          <a:solidFill>
            <a:schemeClr val="accent1">
              <a:hueOff val="0"/>
              <a:satOff val="0"/>
              <a:lumOff val="0"/>
              <a:alphaOff val="0"/>
            </a:schemeClr>
          </a:solidFill>
          <a:prstDash val="solid"/>
          <a:miter lim="800000"/>
          <a:tailEnd type="arrow"/>
        </a:ln>
        <a:effectLst/>
        <a:scene3d>
          <a:camera prst="orthographicFront">
            <a:rot lat="0" lon="0" rev="0"/>
          </a:camera>
          <a:lightRig rig="contrasting" dir="t">
            <a:rot lat="0" lon="0" rev="1200000"/>
          </a:lightRig>
        </a:scene3d>
        <a:sp3d>
          <a:bevelT w="114300" prst="artDeco"/>
        </a:sp3d>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628279" y="909453"/>
        <a:ext cx="34990" cy="6998"/>
      </dsp:txXfrm>
    </dsp:sp>
    <dsp:sp modelId="{ED108872-FFA2-4A4D-B353-860F6646CFCA}">
      <dsp:nvSpPr>
        <dsp:cNvPr id="0" name=""/>
        <dsp:cNvSpPr/>
      </dsp:nvSpPr>
      <dsp:spPr>
        <a:xfrm>
          <a:off x="270275" y="145"/>
          <a:ext cx="3042690" cy="1825614"/>
        </a:xfrm>
        <a:prstGeom prst="rect">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contrasting" dir="t">
            <a:rot lat="0" lon="0" rev="1200000"/>
          </a:lightRig>
        </a:scene3d>
        <a:sp3d>
          <a:bevelT w="114300" prst="artDeco"/>
        </a:sp3d>
      </dsp:spPr>
      <dsp:style>
        <a:lnRef idx="0">
          <a:schemeClr val="accent1"/>
        </a:lnRef>
        <a:fillRef idx="3">
          <a:schemeClr val="accent1"/>
        </a:fillRef>
        <a:effectRef idx="3">
          <a:schemeClr val="accent1"/>
        </a:effectRef>
        <a:fontRef idx="minor">
          <a:schemeClr val="lt1"/>
        </a:fontRef>
      </dsp:style>
      <dsp:txBody>
        <a:bodyPr spcFirstLastPara="0" vert="horz" wrap="square" lIns="184912" tIns="184912" rIns="184912" bIns="184912" numCol="1" spcCol="1270" anchor="ctr" anchorCtr="0">
          <a:noAutofit/>
        </a:bodyPr>
        <a:lstStyle/>
        <a:p>
          <a:pPr marL="0" lvl="0" indent="0" algn="ctr" defTabSz="1155700">
            <a:lnSpc>
              <a:spcPct val="90000"/>
            </a:lnSpc>
            <a:spcBef>
              <a:spcPct val="0"/>
            </a:spcBef>
            <a:spcAft>
              <a:spcPct val="35000"/>
            </a:spcAft>
            <a:buNone/>
          </a:pPr>
          <a:r>
            <a:rPr lang="en-US" sz="2600" kern="1200" dirty="0"/>
            <a:t>Augmented Training data (length: 69937)</a:t>
          </a:r>
        </a:p>
      </dsp:txBody>
      <dsp:txXfrm>
        <a:off x="270275" y="145"/>
        <a:ext cx="3042690" cy="1825614"/>
      </dsp:txXfrm>
    </dsp:sp>
    <dsp:sp modelId="{24871098-3E63-4D18-9BFA-02A267CB5FE5}">
      <dsp:nvSpPr>
        <dsp:cNvPr id="0" name=""/>
        <dsp:cNvSpPr/>
      </dsp:nvSpPr>
      <dsp:spPr>
        <a:xfrm>
          <a:off x="7053674" y="867232"/>
          <a:ext cx="669218" cy="91440"/>
        </a:xfrm>
        <a:custGeom>
          <a:avLst/>
          <a:gdLst/>
          <a:ahLst/>
          <a:cxnLst/>
          <a:rect l="0" t="0" r="0" b="0"/>
          <a:pathLst>
            <a:path>
              <a:moveTo>
                <a:pt x="0" y="45720"/>
              </a:moveTo>
              <a:lnTo>
                <a:pt x="669218" y="45720"/>
              </a:lnTo>
            </a:path>
          </a:pathLst>
        </a:custGeom>
        <a:noFill/>
        <a:ln w="6350" cap="flat" cmpd="sng" algn="ctr">
          <a:solidFill>
            <a:schemeClr val="accent1">
              <a:hueOff val="0"/>
              <a:satOff val="0"/>
              <a:lumOff val="0"/>
              <a:alphaOff val="0"/>
            </a:schemeClr>
          </a:solidFill>
          <a:prstDash val="solid"/>
          <a:miter lim="800000"/>
          <a:tailEnd type="arrow"/>
        </a:ln>
        <a:effectLst/>
        <a:scene3d>
          <a:camera prst="orthographicFront">
            <a:rot lat="0" lon="0" rev="0"/>
          </a:camera>
          <a:lightRig rig="contrasting" dir="t">
            <a:rot lat="0" lon="0" rev="1200000"/>
          </a:lightRig>
        </a:scene3d>
        <a:sp3d>
          <a:bevelT w="114300" prst="artDeco"/>
        </a:sp3d>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370788" y="909453"/>
        <a:ext cx="34990" cy="6998"/>
      </dsp:txXfrm>
    </dsp:sp>
    <dsp:sp modelId="{C7BD7B34-8361-4EDC-8E8E-55B832D082D3}">
      <dsp:nvSpPr>
        <dsp:cNvPr id="0" name=""/>
        <dsp:cNvSpPr/>
      </dsp:nvSpPr>
      <dsp:spPr>
        <a:xfrm>
          <a:off x="4012784" y="145"/>
          <a:ext cx="3042690" cy="1825614"/>
        </a:xfrm>
        <a:prstGeom prst="rect">
          <a:avLst/>
        </a:prstGeom>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contrasting" dir="t">
            <a:rot lat="0" lon="0" rev="1200000"/>
          </a:lightRig>
        </a:scene3d>
        <a:sp3d>
          <a:bevelT w="114300" prst="artDeco"/>
        </a:sp3d>
      </dsp:spPr>
      <dsp:style>
        <a:lnRef idx="0">
          <a:schemeClr val="accent5"/>
        </a:lnRef>
        <a:fillRef idx="3">
          <a:schemeClr val="accent5"/>
        </a:fillRef>
        <a:effectRef idx="3">
          <a:schemeClr val="accent5"/>
        </a:effectRef>
        <a:fontRef idx="minor">
          <a:schemeClr val="lt1"/>
        </a:fontRef>
      </dsp:style>
      <dsp:txBody>
        <a:bodyPr spcFirstLastPara="0" vert="horz" wrap="square" lIns="170688" tIns="170688" rIns="170688" bIns="170688" numCol="1" spcCol="1270" anchor="t" anchorCtr="0">
          <a:noAutofit/>
        </a:bodyPr>
        <a:lstStyle/>
        <a:p>
          <a:pPr marL="0" lvl="0" indent="0" algn="l" defTabSz="1155700">
            <a:lnSpc>
              <a:spcPct val="90000"/>
            </a:lnSpc>
            <a:spcBef>
              <a:spcPct val="0"/>
            </a:spcBef>
            <a:spcAft>
              <a:spcPct val="35000"/>
            </a:spcAft>
            <a:buNone/>
          </a:pPr>
          <a:r>
            <a:rPr lang="en-US" sz="2600" kern="1200" dirty="0"/>
            <a:t>Model: Voting Hard</a:t>
          </a:r>
        </a:p>
        <a:p>
          <a:pPr marL="228600" lvl="1" indent="-228600" algn="l" defTabSz="1066800">
            <a:lnSpc>
              <a:spcPct val="90000"/>
            </a:lnSpc>
            <a:spcBef>
              <a:spcPct val="0"/>
            </a:spcBef>
            <a:spcAft>
              <a:spcPct val="15000"/>
            </a:spcAft>
            <a:buChar char="•"/>
          </a:pPr>
          <a:r>
            <a:rPr lang="en-US" sz="2400" kern="1200" dirty="0"/>
            <a:t>Random Forest</a:t>
          </a:r>
        </a:p>
        <a:p>
          <a:pPr marL="228600" lvl="1" indent="-228600" algn="l" defTabSz="1066800">
            <a:lnSpc>
              <a:spcPct val="90000"/>
            </a:lnSpc>
            <a:spcBef>
              <a:spcPct val="0"/>
            </a:spcBef>
            <a:spcAft>
              <a:spcPct val="15000"/>
            </a:spcAft>
            <a:buChar char="•"/>
          </a:pPr>
          <a:r>
            <a:rPr lang="en-US" sz="2400" kern="1200" dirty="0"/>
            <a:t>Logistic Regression</a:t>
          </a:r>
        </a:p>
      </dsp:txBody>
      <dsp:txXfrm>
        <a:off x="4012784" y="145"/>
        <a:ext cx="3042690" cy="1825614"/>
      </dsp:txXfrm>
    </dsp:sp>
    <dsp:sp modelId="{157F73ED-BDE7-4FF3-A875-BE06161D0B7A}">
      <dsp:nvSpPr>
        <dsp:cNvPr id="0" name=""/>
        <dsp:cNvSpPr/>
      </dsp:nvSpPr>
      <dsp:spPr>
        <a:xfrm>
          <a:off x="1791620" y="1823959"/>
          <a:ext cx="7485018" cy="669218"/>
        </a:xfrm>
        <a:custGeom>
          <a:avLst/>
          <a:gdLst/>
          <a:ahLst/>
          <a:cxnLst/>
          <a:rect l="0" t="0" r="0" b="0"/>
          <a:pathLst>
            <a:path>
              <a:moveTo>
                <a:pt x="7485018" y="0"/>
              </a:moveTo>
              <a:lnTo>
                <a:pt x="7485018" y="351709"/>
              </a:lnTo>
              <a:lnTo>
                <a:pt x="0" y="351709"/>
              </a:lnTo>
              <a:lnTo>
                <a:pt x="0" y="669218"/>
              </a:lnTo>
            </a:path>
          </a:pathLst>
        </a:custGeom>
        <a:noFill/>
        <a:ln w="6350" cap="flat" cmpd="sng" algn="ctr">
          <a:solidFill>
            <a:schemeClr val="accent1">
              <a:hueOff val="0"/>
              <a:satOff val="0"/>
              <a:lumOff val="0"/>
              <a:alphaOff val="0"/>
            </a:schemeClr>
          </a:solidFill>
          <a:prstDash val="solid"/>
          <a:miter lim="800000"/>
          <a:tailEnd type="arrow"/>
        </a:ln>
        <a:effectLst/>
        <a:scene3d>
          <a:camera prst="orthographicFront">
            <a:rot lat="0" lon="0" rev="0"/>
          </a:camera>
          <a:lightRig rig="contrasting" dir="t">
            <a:rot lat="0" lon="0" rev="1200000"/>
          </a:lightRig>
        </a:scene3d>
        <a:sp3d>
          <a:bevelT w="114300" prst="artDeco"/>
        </a:sp3d>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346187" y="2155069"/>
        <a:ext cx="375883" cy="6998"/>
      </dsp:txXfrm>
    </dsp:sp>
    <dsp:sp modelId="{447D6834-1ED0-48C4-9F20-90CDA34B7CDF}">
      <dsp:nvSpPr>
        <dsp:cNvPr id="0" name=""/>
        <dsp:cNvSpPr/>
      </dsp:nvSpPr>
      <dsp:spPr>
        <a:xfrm>
          <a:off x="7755293" y="145"/>
          <a:ext cx="3042690" cy="1825614"/>
        </a:xfrm>
        <a:prstGeom prst="rect">
          <a:avLst/>
        </a:prstGeom>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contrasting" dir="t">
            <a:rot lat="0" lon="0" rev="1200000"/>
          </a:lightRig>
        </a:scene3d>
        <a:sp3d>
          <a:bevelT w="114300" prst="artDeco"/>
        </a:sp3d>
      </dsp:spPr>
      <dsp:style>
        <a:lnRef idx="0">
          <a:schemeClr val="accent6"/>
        </a:lnRef>
        <a:fillRef idx="3">
          <a:schemeClr val="accent6"/>
        </a:fillRef>
        <a:effectRef idx="3">
          <a:schemeClr val="accent6"/>
        </a:effectRef>
        <a:fontRef idx="minor">
          <a:schemeClr val="lt1"/>
        </a:fontRef>
      </dsp:style>
      <dsp:txBody>
        <a:bodyPr spcFirstLastPara="0" vert="horz" wrap="square" lIns="184912" tIns="184912" rIns="184912" bIns="184912" numCol="1" spcCol="1270" anchor="ctr" anchorCtr="0">
          <a:noAutofit/>
        </a:bodyPr>
        <a:lstStyle/>
        <a:p>
          <a:pPr marL="0" lvl="0" indent="0" algn="ctr" defTabSz="1155700">
            <a:lnSpc>
              <a:spcPct val="90000"/>
            </a:lnSpc>
            <a:spcBef>
              <a:spcPct val="0"/>
            </a:spcBef>
            <a:spcAft>
              <a:spcPct val="35000"/>
            </a:spcAft>
            <a:buNone/>
          </a:pPr>
          <a:r>
            <a:rPr lang="en-US" sz="2600" kern="1200" dirty="0"/>
            <a:t>Predictions on pre-processed test data (length: 244187)</a:t>
          </a:r>
        </a:p>
      </dsp:txBody>
      <dsp:txXfrm>
        <a:off x="7755293" y="145"/>
        <a:ext cx="3042690" cy="1825614"/>
      </dsp:txXfrm>
    </dsp:sp>
    <dsp:sp modelId="{53E42C39-F89F-48FC-BECB-83D5E11A8F15}">
      <dsp:nvSpPr>
        <dsp:cNvPr id="0" name=""/>
        <dsp:cNvSpPr/>
      </dsp:nvSpPr>
      <dsp:spPr>
        <a:xfrm>
          <a:off x="3311165" y="3392665"/>
          <a:ext cx="669218" cy="91440"/>
        </a:xfrm>
        <a:custGeom>
          <a:avLst/>
          <a:gdLst/>
          <a:ahLst/>
          <a:cxnLst/>
          <a:rect l="0" t="0" r="0" b="0"/>
          <a:pathLst>
            <a:path>
              <a:moveTo>
                <a:pt x="0" y="45720"/>
              </a:moveTo>
              <a:lnTo>
                <a:pt x="669218" y="45720"/>
              </a:lnTo>
            </a:path>
          </a:pathLst>
        </a:custGeom>
        <a:noFill/>
        <a:ln w="6350" cap="flat" cmpd="sng" algn="ctr">
          <a:solidFill>
            <a:schemeClr val="accent1">
              <a:hueOff val="0"/>
              <a:satOff val="0"/>
              <a:lumOff val="0"/>
              <a:alphaOff val="0"/>
            </a:schemeClr>
          </a:solidFill>
          <a:prstDash val="solid"/>
          <a:miter lim="800000"/>
          <a:tailEnd type="arrow"/>
        </a:ln>
        <a:effectLst/>
        <a:scene3d>
          <a:camera prst="orthographicFront">
            <a:rot lat="0" lon="0" rev="0"/>
          </a:camera>
          <a:lightRig rig="contrasting" dir="t">
            <a:rot lat="0" lon="0" rev="1200000"/>
          </a:lightRig>
        </a:scene3d>
        <a:sp3d>
          <a:bevelT w="114300" prst="artDeco"/>
        </a:sp3d>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628279" y="3434886"/>
        <a:ext cx="34990" cy="6998"/>
      </dsp:txXfrm>
    </dsp:sp>
    <dsp:sp modelId="{508446D9-8DBB-4FA4-B2F8-935586F4778B}">
      <dsp:nvSpPr>
        <dsp:cNvPr id="0" name=""/>
        <dsp:cNvSpPr/>
      </dsp:nvSpPr>
      <dsp:spPr>
        <a:xfrm>
          <a:off x="270275" y="2525578"/>
          <a:ext cx="3042690" cy="1825614"/>
        </a:xfrm>
        <a:prstGeom prst="rect">
          <a:avLst/>
        </a:prstGeom>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contrasting" dir="t">
            <a:rot lat="0" lon="0" rev="1200000"/>
          </a:lightRig>
        </a:scene3d>
        <a:sp3d>
          <a:bevelT w="114300" prst="artDeco"/>
        </a:sp3d>
      </dsp:spPr>
      <dsp:style>
        <a:lnRef idx="0">
          <a:schemeClr val="accent3"/>
        </a:lnRef>
        <a:fillRef idx="3">
          <a:schemeClr val="accent3"/>
        </a:fillRef>
        <a:effectRef idx="3">
          <a:schemeClr val="accent3"/>
        </a:effectRef>
        <a:fontRef idx="minor">
          <a:schemeClr val="lt1"/>
        </a:fontRef>
      </dsp:style>
      <dsp:txBody>
        <a:bodyPr spcFirstLastPara="0" vert="horz" wrap="square" lIns="184912" tIns="184912" rIns="184912" bIns="184912" numCol="1" spcCol="1270" anchor="ctr" anchorCtr="0">
          <a:noAutofit/>
        </a:bodyPr>
        <a:lstStyle/>
        <a:p>
          <a:pPr marL="0" lvl="0" indent="0" algn="ctr" defTabSz="1155700">
            <a:lnSpc>
              <a:spcPct val="90000"/>
            </a:lnSpc>
            <a:spcBef>
              <a:spcPct val="0"/>
            </a:spcBef>
            <a:spcAft>
              <a:spcPct val="35000"/>
            </a:spcAft>
            <a:buNone/>
          </a:pPr>
          <a:r>
            <a:rPr lang="en-US" sz="2600" kern="1200" dirty="0"/>
            <a:t>Predictions from the model</a:t>
          </a:r>
        </a:p>
      </dsp:txBody>
      <dsp:txXfrm>
        <a:off x="270275" y="2525578"/>
        <a:ext cx="3042690" cy="1825614"/>
      </dsp:txXfrm>
    </dsp:sp>
    <dsp:sp modelId="{75C1E752-5332-46BE-BC77-D641E7FF1ACA}">
      <dsp:nvSpPr>
        <dsp:cNvPr id="0" name=""/>
        <dsp:cNvSpPr/>
      </dsp:nvSpPr>
      <dsp:spPr>
        <a:xfrm>
          <a:off x="7053674" y="3392665"/>
          <a:ext cx="669218" cy="91440"/>
        </a:xfrm>
        <a:custGeom>
          <a:avLst/>
          <a:gdLst/>
          <a:ahLst/>
          <a:cxnLst/>
          <a:rect l="0" t="0" r="0" b="0"/>
          <a:pathLst>
            <a:path>
              <a:moveTo>
                <a:pt x="0" y="45720"/>
              </a:moveTo>
              <a:lnTo>
                <a:pt x="669218" y="45720"/>
              </a:lnTo>
            </a:path>
          </a:pathLst>
        </a:custGeom>
        <a:noFill/>
        <a:ln w="6350" cap="flat" cmpd="sng" algn="ctr">
          <a:solidFill>
            <a:schemeClr val="accent1">
              <a:hueOff val="0"/>
              <a:satOff val="0"/>
              <a:lumOff val="0"/>
              <a:alphaOff val="0"/>
            </a:schemeClr>
          </a:solidFill>
          <a:prstDash val="solid"/>
          <a:miter lim="800000"/>
          <a:tailEnd type="arrow"/>
        </a:ln>
        <a:effectLst/>
        <a:scene3d>
          <a:camera prst="orthographicFront">
            <a:rot lat="0" lon="0" rev="0"/>
          </a:camera>
          <a:lightRig rig="contrasting" dir="t">
            <a:rot lat="0" lon="0" rev="1200000"/>
          </a:lightRig>
        </a:scene3d>
        <a:sp3d>
          <a:bevelT w="114300" prst="artDeco"/>
        </a:sp3d>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370788" y="3434886"/>
        <a:ext cx="34990" cy="6998"/>
      </dsp:txXfrm>
    </dsp:sp>
    <dsp:sp modelId="{409509F3-9A24-40D9-9FC0-5C4BDE4579F2}">
      <dsp:nvSpPr>
        <dsp:cNvPr id="0" name=""/>
        <dsp:cNvSpPr/>
      </dsp:nvSpPr>
      <dsp:spPr>
        <a:xfrm>
          <a:off x="4012784" y="2525578"/>
          <a:ext cx="3042690" cy="1825614"/>
        </a:xfrm>
        <a:prstGeom prst="rect">
          <a:avLst/>
        </a:prstGeom>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contrasting" dir="t">
            <a:rot lat="0" lon="0" rev="1200000"/>
          </a:lightRig>
        </a:scene3d>
        <a:sp3d>
          <a:bevelT w="114300" prst="artDeco"/>
        </a:sp3d>
      </dsp:spPr>
      <dsp:style>
        <a:lnRef idx="0">
          <a:schemeClr val="accent4"/>
        </a:lnRef>
        <a:fillRef idx="3">
          <a:schemeClr val="accent4"/>
        </a:fillRef>
        <a:effectRef idx="3">
          <a:schemeClr val="accent4"/>
        </a:effectRef>
        <a:fontRef idx="minor">
          <a:schemeClr val="lt1"/>
        </a:fontRef>
      </dsp:style>
      <dsp:txBody>
        <a:bodyPr spcFirstLastPara="0" vert="horz" wrap="square" lIns="184912" tIns="184912" rIns="184912" bIns="184912" numCol="1" spcCol="1270" anchor="ctr" anchorCtr="0">
          <a:noAutofit/>
        </a:bodyPr>
        <a:lstStyle/>
        <a:p>
          <a:pPr marL="0" lvl="0" indent="0" algn="ctr" defTabSz="1155700">
            <a:lnSpc>
              <a:spcPct val="90000"/>
            </a:lnSpc>
            <a:spcBef>
              <a:spcPct val="0"/>
            </a:spcBef>
            <a:spcAft>
              <a:spcPct val="35000"/>
            </a:spcAft>
            <a:buNone/>
          </a:pPr>
          <a:r>
            <a:rPr lang="en-US" sz="2600" kern="1200" dirty="0"/>
            <a:t>Predictions using fuzzy tfidf matching of FEAT1</a:t>
          </a:r>
        </a:p>
      </dsp:txBody>
      <dsp:txXfrm>
        <a:off x="4012784" y="2525578"/>
        <a:ext cx="3042690" cy="1825614"/>
      </dsp:txXfrm>
    </dsp:sp>
    <dsp:sp modelId="{A88E65A0-3BBB-4D55-B9EB-727DEE82CF24}">
      <dsp:nvSpPr>
        <dsp:cNvPr id="0" name=""/>
        <dsp:cNvSpPr/>
      </dsp:nvSpPr>
      <dsp:spPr>
        <a:xfrm>
          <a:off x="7755293" y="2525578"/>
          <a:ext cx="3042690" cy="1825614"/>
        </a:xfrm>
        <a:prstGeom prst="rect">
          <a:avLst/>
        </a:prstGeom>
        <a:gradFill rotWithShape="1">
          <a:gsLst>
            <a:gs pos="0">
              <a:schemeClr val="dk1">
                <a:satMod val="103000"/>
                <a:lumMod val="102000"/>
                <a:tint val="94000"/>
              </a:schemeClr>
            </a:gs>
            <a:gs pos="50000">
              <a:schemeClr val="dk1">
                <a:satMod val="110000"/>
                <a:lumMod val="100000"/>
                <a:shade val="100000"/>
              </a:schemeClr>
            </a:gs>
            <a:gs pos="100000">
              <a:schemeClr val="dk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contrasting" dir="t">
            <a:rot lat="0" lon="0" rev="1200000"/>
          </a:lightRig>
        </a:scene3d>
        <a:sp3d>
          <a:bevelT w="114300" prst="artDeco"/>
        </a:sp3d>
      </dsp:spPr>
      <dsp:style>
        <a:lnRef idx="0">
          <a:schemeClr val="dk1"/>
        </a:lnRef>
        <a:fillRef idx="3">
          <a:schemeClr val="dk1"/>
        </a:fillRef>
        <a:effectRef idx="3">
          <a:schemeClr val="dk1"/>
        </a:effectRef>
        <a:fontRef idx="minor">
          <a:schemeClr val="lt1"/>
        </a:fontRef>
      </dsp:style>
      <dsp:txBody>
        <a:bodyPr spcFirstLastPara="0" vert="horz" wrap="square" lIns="184912" tIns="184912" rIns="184912" bIns="184912" numCol="1" spcCol="1270" anchor="ctr" anchorCtr="0">
          <a:noAutofit/>
        </a:bodyPr>
        <a:lstStyle/>
        <a:p>
          <a:pPr marL="0" lvl="0" indent="0" algn="ctr" defTabSz="1155700">
            <a:lnSpc>
              <a:spcPct val="90000"/>
            </a:lnSpc>
            <a:spcBef>
              <a:spcPct val="0"/>
            </a:spcBef>
            <a:spcAft>
              <a:spcPct val="35000"/>
            </a:spcAft>
            <a:buNone/>
          </a:pPr>
          <a:r>
            <a:rPr lang="en-US" sz="2600" kern="1200" dirty="0"/>
            <a:t>TF category: 67.75 </a:t>
          </a:r>
          <a:br>
            <a:rPr lang="en-US" sz="2600" kern="1200" dirty="0"/>
          </a:br>
          <a:r>
            <a:rPr lang="en-US" sz="2600" kern="1200" dirty="0"/>
            <a:t>TF variety: 80.06</a:t>
          </a:r>
        </a:p>
      </dsp:txBody>
      <dsp:txXfrm>
        <a:off x="7755293" y="2525578"/>
        <a:ext cx="3042690" cy="1825614"/>
      </dsp:txXfrm>
    </dsp:sp>
  </dsp:spTree>
</dsp:drawing>
</file>

<file path=ppt/diagrams/drawing4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060283-26B7-4727-9EAE-BF66DAD60588}">
      <dsp:nvSpPr>
        <dsp:cNvPr id="0" name=""/>
        <dsp:cNvSpPr/>
      </dsp:nvSpPr>
      <dsp:spPr>
        <a:xfrm>
          <a:off x="0" y="2124"/>
          <a:ext cx="105156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FE61828-5284-4D5B-AF06-11BCC24C409F}">
      <dsp:nvSpPr>
        <dsp:cNvPr id="0" name=""/>
        <dsp:cNvSpPr/>
      </dsp:nvSpPr>
      <dsp:spPr>
        <a:xfrm>
          <a:off x="0" y="2124"/>
          <a:ext cx="10515600" cy="3951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kern="1200" dirty="0"/>
            <a:t>Problem statement</a:t>
          </a:r>
        </a:p>
      </dsp:txBody>
      <dsp:txXfrm>
        <a:off x="0" y="2124"/>
        <a:ext cx="10515600" cy="395189"/>
      </dsp:txXfrm>
    </dsp:sp>
    <dsp:sp modelId="{C395B3E2-160A-46DF-AAEA-98F79F27A94D}">
      <dsp:nvSpPr>
        <dsp:cNvPr id="0" name=""/>
        <dsp:cNvSpPr/>
      </dsp:nvSpPr>
      <dsp:spPr>
        <a:xfrm>
          <a:off x="0" y="397314"/>
          <a:ext cx="105156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7E05CC6-81F5-4C73-827D-2E9B265FE916}">
      <dsp:nvSpPr>
        <dsp:cNvPr id="0" name=""/>
        <dsp:cNvSpPr/>
      </dsp:nvSpPr>
      <dsp:spPr>
        <a:xfrm>
          <a:off x="0" y="397314"/>
          <a:ext cx="10515600" cy="3951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kern="1200" dirty="0"/>
            <a:t>Get data</a:t>
          </a:r>
          <a:endParaRPr lang="en-US" sz="1800" kern="1200" dirty="0"/>
        </a:p>
      </dsp:txBody>
      <dsp:txXfrm>
        <a:off x="0" y="397314"/>
        <a:ext cx="10515600" cy="395189"/>
      </dsp:txXfrm>
    </dsp:sp>
    <dsp:sp modelId="{326503BF-6C6E-485A-BD4C-0CF7C741D102}">
      <dsp:nvSpPr>
        <dsp:cNvPr id="0" name=""/>
        <dsp:cNvSpPr/>
      </dsp:nvSpPr>
      <dsp:spPr>
        <a:xfrm>
          <a:off x="0" y="792504"/>
          <a:ext cx="105156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2317D3F-C1D6-4AC8-AB02-55773C0205F6}">
      <dsp:nvSpPr>
        <dsp:cNvPr id="0" name=""/>
        <dsp:cNvSpPr/>
      </dsp:nvSpPr>
      <dsp:spPr>
        <a:xfrm>
          <a:off x="0" y="792504"/>
          <a:ext cx="10515600" cy="3951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kern="1200"/>
            <a:t>EDA</a:t>
          </a:r>
          <a:endParaRPr lang="en-US" sz="1800" kern="1200"/>
        </a:p>
      </dsp:txBody>
      <dsp:txXfrm>
        <a:off x="0" y="792504"/>
        <a:ext cx="10515600" cy="395189"/>
      </dsp:txXfrm>
    </dsp:sp>
    <dsp:sp modelId="{2B1A6A44-26EB-4633-AFD9-5C4B34D5D523}">
      <dsp:nvSpPr>
        <dsp:cNvPr id="0" name=""/>
        <dsp:cNvSpPr/>
      </dsp:nvSpPr>
      <dsp:spPr>
        <a:xfrm>
          <a:off x="0" y="1187694"/>
          <a:ext cx="105156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D17C8A5-FF08-42B3-9ED6-5431BB51E899}">
      <dsp:nvSpPr>
        <dsp:cNvPr id="0" name=""/>
        <dsp:cNvSpPr/>
      </dsp:nvSpPr>
      <dsp:spPr>
        <a:xfrm>
          <a:off x="0" y="1187694"/>
          <a:ext cx="10515600" cy="3951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kern="1200"/>
            <a:t>Pre-processing</a:t>
          </a:r>
          <a:endParaRPr lang="en-US" sz="1800" kern="1200"/>
        </a:p>
      </dsp:txBody>
      <dsp:txXfrm>
        <a:off x="0" y="1187694"/>
        <a:ext cx="10515600" cy="395189"/>
      </dsp:txXfrm>
    </dsp:sp>
    <dsp:sp modelId="{67819832-487C-4BDE-93BD-AA29101E2A4B}">
      <dsp:nvSpPr>
        <dsp:cNvPr id="0" name=""/>
        <dsp:cNvSpPr/>
      </dsp:nvSpPr>
      <dsp:spPr>
        <a:xfrm>
          <a:off x="0" y="1582884"/>
          <a:ext cx="105156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9DE4E4E-E7AE-4F20-952E-0F0B7501B6C2}">
      <dsp:nvSpPr>
        <dsp:cNvPr id="0" name=""/>
        <dsp:cNvSpPr/>
      </dsp:nvSpPr>
      <dsp:spPr>
        <a:xfrm>
          <a:off x="0" y="1582884"/>
          <a:ext cx="10515600" cy="3951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kern="1200"/>
            <a:t>Model performance</a:t>
          </a:r>
          <a:endParaRPr lang="en-US" sz="1800" kern="1200"/>
        </a:p>
      </dsp:txBody>
      <dsp:txXfrm>
        <a:off x="0" y="1582884"/>
        <a:ext cx="10515600" cy="395189"/>
      </dsp:txXfrm>
    </dsp:sp>
    <dsp:sp modelId="{50AE3641-55DB-49C6-AF54-D5657DC39938}">
      <dsp:nvSpPr>
        <dsp:cNvPr id="0" name=""/>
        <dsp:cNvSpPr/>
      </dsp:nvSpPr>
      <dsp:spPr>
        <a:xfrm>
          <a:off x="0" y="1978074"/>
          <a:ext cx="105156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B5AD80D-A426-4AC9-B4AB-F313A6F93FD3}">
      <dsp:nvSpPr>
        <dsp:cNvPr id="0" name=""/>
        <dsp:cNvSpPr/>
      </dsp:nvSpPr>
      <dsp:spPr>
        <a:xfrm>
          <a:off x="0" y="1978074"/>
          <a:ext cx="10515600" cy="3951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kern="1200"/>
            <a:t>Hyperparameter tuning</a:t>
          </a:r>
          <a:endParaRPr lang="en-US" sz="1800" kern="1200"/>
        </a:p>
      </dsp:txBody>
      <dsp:txXfrm>
        <a:off x="0" y="1978074"/>
        <a:ext cx="10515600" cy="395189"/>
      </dsp:txXfrm>
    </dsp:sp>
    <dsp:sp modelId="{D7DC599C-9B9B-4B36-9DA7-24AA8C0D5252}">
      <dsp:nvSpPr>
        <dsp:cNvPr id="0" name=""/>
        <dsp:cNvSpPr/>
      </dsp:nvSpPr>
      <dsp:spPr>
        <a:xfrm>
          <a:off x="0" y="2373263"/>
          <a:ext cx="105156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3B0DE32-58DC-4204-BB0B-A326E1F26E7D}">
      <dsp:nvSpPr>
        <dsp:cNvPr id="0" name=""/>
        <dsp:cNvSpPr/>
      </dsp:nvSpPr>
      <dsp:spPr>
        <a:xfrm>
          <a:off x="0" y="2373263"/>
          <a:ext cx="10515600" cy="3951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kern="1200"/>
            <a:t>Data cleaning</a:t>
          </a:r>
          <a:endParaRPr lang="en-US" sz="1800" kern="1200"/>
        </a:p>
      </dsp:txBody>
      <dsp:txXfrm>
        <a:off x="0" y="2373263"/>
        <a:ext cx="10515600" cy="395189"/>
      </dsp:txXfrm>
    </dsp:sp>
    <dsp:sp modelId="{BD168F63-BD9C-4937-BB81-9C0E59334450}">
      <dsp:nvSpPr>
        <dsp:cNvPr id="0" name=""/>
        <dsp:cNvSpPr/>
      </dsp:nvSpPr>
      <dsp:spPr>
        <a:xfrm>
          <a:off x="0" y="2768453"/>
          <a:ext cx="105156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4FE10F7-0C27-48B9-A53C-68193E12F1E7}">
      <dsp:nvSpPr>
        <dsp:cNvPr id="0" name=""/>
        <dsp:cNvSpPr/>
      </dsp:nvSpPr>
      <dsp:spPr>
        <a:xfrm>
          <a:off x="0" y="2768453"/>
          <a:ext cx="10515600" cy="3951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kern="1200"/>
            <a:t>Data augmentation</a:t>
          </a:r>
          <a:endParaRPr lang="en-US" sz="1800" kern="1200"/>
        </a:p>
      </dsp:txBody>
      <dsp:txXfrm>
        <a:off x="0" y="2768453"/>
        <a:ext cx="10515600" cy="395189"/>
      </dsp:txXfrm>
    </dsp:sp>
    <dsp:sp modelId="{41E377BC-7BDC-4309-A0B7-6C71BBBB38A0}">
      <dsp:nvSpPr>
        <dsp:cNvPr id="0" name=""/>
        <dsp:cNvSpPr/>
      </dsp:nvSpPr>
      <dsp:spPr>
        <a:xfrm>
          <a:off x="0" y="3163643"/>
          <a:ext cx="105156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9A96532-72DC-4F5A-8803-EE2EF34882D1}">
      <dsp:nvSpPr>
        <dsp:cNvPr id="0" name=""/>
        <dsp:cNvSpPr/>
      </dsp:nvSpPr>
      <dsp:spPr>
        <a:xfrm>
          <a:off x="0" y="3163643"/>
          <a:ext cx="10515600" cy="3951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kern="1200"/>
            <a:t>New models</a:t>
          </a:r>
          <a:endParaRPr lang="en-US" sz="1800" kern="1200"/>
        </a:p>
      </dsp:txBody>
      <dsp:txXfrm>
        <a:off x="0" y="3163643"/>
        <a:ext cx="10515600" cy="395189"/>
      </dsp:txXfrm>
    </dsp:sp>
    <dsp:sp modelId="{3D164C99-FC5E-4237-8C97-5D2AA0FA5A1F}">
      <dsp:nvSpPr>
        <dsp:cNvPr id="0" name=""/>
        <dsp:cNvSpPr/>
      </dsp:nvSpPr>
      <dsp:spPr>
        <a:xfrm>
          <a:off x="0" y="3558833"/>
          <a:ext cx="105156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CD38C00-69F5-4094-8B5E-D80F2E1D612C}">
      <dsp:nvSpPr>
        <dsp:cNvPr id="0" name=""/>
        <dsp:cNvSpPr/>
      </dsp:nvSpPr>
      <dsp:spPr>
        <a:xfrm>
          <a:off x="0" y="3558833"/>
          <a:ext cx="10515600" cy="3951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kern="1200"/>
            <a:t>ITEM1 description matching</a:t>
          </a:r>
          <a:endParaRPr lang="en-US" sz="1800" kern="1200"/>
        </a:p>
      </dsp:txBody>
      <dsp:txXfrm>
        <a:off x="0" y="3558833"/>
        <a:ext cx="10515600" cy="395189"/>
      </dsp:txXfrm>
    </dsp:sp>
    <dsp:sp modelId="{C54030A4-2F56-4735-A472-D1AE11D51A3C}">
      <dsp:nvSpPr>
        <dsp:cNvPr id="0" name=""/>
        <dsp:cNvSpPr/>
      </dsp:nvSpPr>
      <dsp:spPr>
        <a:xfrm>
          <a:off x="0" y="3954023"/>
          <a:ext cx="105156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59636B1-860C-4229-B8B6-B377EF04BCC7}">
      <dsp:nvSpPr>
        <dsp:cNvPr id="0" name=""/>
        <dsp:cNvSpPr/>
      </dsp:nvSpPr>
      <dsp:spPr>
        <a:xfrm>
          <a:off x="0" y="3954023"/>
          <a:ext cx="10515600" cy="3951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kern="1200"/>
            <a:t>Fuzzy Tfidf matching of FEAT1</a:t>
          </a:r>
          <a:endParaRPr lang="en-US" sz="1800" kern="1200"/>
        </a:p>
      </dsp:txBody>
      <dsp:txXfrm>
        <a:off x="0" y="3954023"/>
        <a:ext cx="10515600" cy="395189"/>
      </dsp:txXfrm>
    </dsp:sp>
  </dsp:spTree>
</dsp:drawing>
</file>

<file path=ppt/diagrams/drawing4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EDAC07-2FAE-4B65-B353-61E5DFD4CD39}">
      <dsp:nvSpPr>
        <dsp:cNvPr id="0" name=""/>
        <dsp:cNvSpPr/>
      </dsp:nvSpPr>
      <dsp:spPr>
        <a:xfrm>
          <a:off x="0" y="32530"/>
          <a:ext cx="11239080" cy="69144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Business Objective</a:t>
          </a:r>
          <a:endParaRPr lang="en-US" sz="3200" kern="1200" dirty="0"/>
        </a:p>
      </dsp:txBody>
      <dsp:txXfrm>
        <a:off x="33754" y="66284"/>
        <a:ext cx="11171572" cy="623939"/>
      </dsp:txXfrm>
    </dsp:sp>
    <dsp:sp modelId="{61418137-0A06-47A1-8C6A-C442089989C7}">
      <dsp:nvSpPr>
        <dsp:cNvPr id="0" name=""/>
        <dsp:cNvSpPr/>
      </dsp:nvSpPr>
      <dsp:spPr>
        <a:xfrm>
          <a:off x="0" y="733219"/>
          <a:ext cx="11239080" cy="2715840"/>
        </a:xfrm>
        <a:prstGeom prst="rect">
          <a:avLst/>
        </a:prstGeom>
        <a:noFill/>
        <a:ln>
          <a:solidFill>
            <a:schemeClr val="tx1"/>
          </a:solidFill>
        </a:ln>
        <a:effectLst/>
      </dsp:spPr>
      <dsp:style>
        <a:lnRef idx="0">
          <a:scrgbClr r="0" g="0" b="0"/>
        </a:lnRef>
        <a:fillRef idx="0">
          <a:scrgbClr r="0" g="0" b="0"/>
        </a:fillRef>
        <a:effectRef idx="0">
          <a:scrgbClr r="0" g="0" b="0"/>
        </a:effectRef>
        <a:fontRef idx="minor"/>
      </dsp:style>
      <dsp:txBody>
        <a:bodyPr spcFirstLastPara="0" vert="horz" wrap="square" lIns="356841" tIns="30480" rIns="170688" bIns="30480" numCol="1" spcCol="1270" anchor="t" anchorCtr="0">
          <a:noAutofit/>
        </a:bodyPr>
        <a:lstStyle/>
        <a:p>
          <a:pPr marL="228600" lvl="1" indent="-228600" algn="l" defTabSz="1066800">
            <a:lnSpc>
              <a:spcPct val="90000"/>
            </a:lnSpc>
            <a:spcBef>
              <a:spcPct val="0"/>
            </a:spcBef>
            <a:spcAft>
              <a:spcPct val="20000"/>
            </a:spcAft>
            <a:buChar char="•"/>
          </a:pPr>
          <a:r>
            <a:rPr lang="en-US" sz="2400" kern="1200" dirty="0"/>
            <a:t>The business objective here is to aggregate each market's sourcing data into a Global Sourcing Perspective</a:t>
          </a:r>
          <a:r>
            <a:rPr lang="en-US" sz="2300" kern="1200" dirty="0"/>
            <a:t>.​</a:t>
          </a:r>
        </a:p>
        <a:p>
          <a:pPr marL="457200" lvl="2" indent="-228600" algn="l" defTabSz="889000">
            <a:lnSpc>
              <a:spcPct val="90000"/>
            </a:lnSpc>
            <a:spcBef>
              <a:spcPct val="0"/>
            </a:spcBef>
            <a:spcAft>
              <a:spcPct val="20000"/>
            </a:spcAft>
            <a:buChar char="•"/>
          </a:pPr>
          <a:r>
            <a:rPr lang="en-US" sz="2000" b="0" i="0" kern="1200" dirty="0"/>
            <a:t>Walmart is a global company and have millions of items across the markets.​</a:t>
          </a:r>
          <a:endParaRPr lang="en-US" sz="2000" i="0" kern="1200" dirty="0"/>
        </a:p>
        <a:p>
          <a:pPr marL="457200" lvl="2" indent="-228600" algn="l" defTabSz="889000">
            <a:lnSpc>
              <a:spcPct val="90000"/>
            </a:lnSpc>
            <a:spcBef>
              <a:spcPct val="0"/>
            </a:spcBef>
            <a:spcAft>
              <a:spcPct val="20000"/>
            </a:spcAft>
            <a:buChar char="•"/>
          </a:pPr>
          <a:r>
            <a:rPr lang="en-US" sz="2000" b="0" i="0" kern="1200" dirty="0"/>
            <a:t>Within each market have its own item hierarchy.​</a:t>
          </a:r>
        </a:p>
        <a:p>
          <a:pPr marL="457200" lvl="2" indent="-228600" algn="l" defTabSz="889000">
            <a:lnSpc>
              <a:spcPct val="90000"/>
            </a:lnSpc>
            <a:spcBef>
              <a:spcPct val="0"/>
            </a:spcBef>
            <a:spcAft>
              <a:spcPct val="20000"/>
            </a:spcAft>
            <a:buChar char="•"/>
          </a:pPr>
          <a:r>
            <a:rPr lang="en-US" sz="2000" b="0" i="0" kern="1200" dirty="0"/>
            <a:t>For Walmart to operate as a truly International Retailer, there is a need for a homogenous item hierarchy.</a:t>
          </a:r>
        </a:p>
        <a:p>
          <a:pPr marL="457200" lvl="2" indent="-228600" algn="l" defTabSz="889000">
            <a:lnSpc>
              <a:spcPct val="90000"/>
            </a:lnSpc>
            <a:spcBef>
              <a:spcPct val="0"/>
            </a:spcBef>
            <a:spcAft>
              <a:spcPct val="20000"/>
            </a:spcAft>
            <a:buChar char="•"/>
          </a:pPr>
          <a:r>
            <a:rPr lang="en-US" sz="2000" b="0" i="0" kern="1200" dirty="0"/>
            <a:t>This can help the sourcing partners to understand the economies of scale that have in their global sourcing of products for sale in stores. </a:t>
          </a:r>
          <a:r>
            <a:rPr lang="en-US" sz="2000" b="0" i="1" kern="1200" dirty="0"/>
            <a:t>​</a:t>
          </a:r>
        </a:p>
      </dsp:txBody>
      <dsp:txXfrm>
        <a:off x="0" y="733219"/>
        <a:ext cx="11239080" cy="2715840"/>
      </dsp:txXfrm>
    </dsp:sp>
    <dsp:sp modelId="{8106DB07-B086-4325-967E-58C7FE75AFEA}">
      <dsp:nvSpPr>
        <dsp:cNvPr id="0" name=""/>
        <dsp:cNvSpPr/>
      </dsp:nvSpPr>
      <dsp:spPr>
        <a:xfrm>
          <a:off x="0" y="3485999"/>
          <a:ext cx="11239080" cy="63396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Data Science Objective</a:t>
          </a:r>
          <a:endParaRPr lang="en-US" sz="3200" kern="1200" dirty="0"/>
        </a:p>
      </dsp:txBody>
      <dsp:txXfrm>
        <a:off x="30948" y="3516947"/>
        <a:ext cx="11177184" cy="572068"/>
      </dsp:txXfrm>
    </dsp:sp>
    <dsp:sp modelId="{2B4B2403-8389-4C23-ABD1-80A3A12FECFC}">
      <dsp:nvSpPr>
        <dsp:cNvPr id="0" name=""/>
        <dsp:cNvSpPr/>
      </dsp:nvSpPr>
      <dsp:spPr>
        <a:xfrm>
          <a:off x="0" y="4138446"/>
          <a:ext cx="11239080" cy="1059840"/>
        </a:xfrm>
        <a:prstGeom prst="rect">
          <a:avLst/>
        </a:prstGeom>
        <a:noFill/>
        <a:ln>
          <a:solidFill>
            <a:schemeClr val="tx1"/>
          </a:solidFill>
        </a:ln>
        <a:effectLst/>
      </dsp:spPr>
      <dsp:style>
        <a:lnRef idx="0">
          <a:scrgbClr r="0" g="0" b="0"/>
        </a:lnRef>
        <a:fillRef idx="0">
          <a:scrgbClr r="0" g="0" b="0"/>
        </a:fillRef>
        <a:effectRef idx="0">
          <a:scrgbClr r="0" g="0" b="0"/>
        </a:effectRef>
        <a:fontRef idx="minor"/>
      </dsp:style>
      <dsp:txBody>
        <a:bodyPr spcFirstLastPara="0" vert="horz" wrap="square" lIns="356841" tIns="30480" rIns="170688" bIns="30480" numCol="1" spcCol="1270" anchor="t" anchorCtr="0">
          <a:noAutofit/>
        </a:bodyPr>
        <a:lstStyle/>
        <a:p>
          <a:pPr marL="228600" lvl="1" indent="-228600" algn="l" defTabSz="1066800">
            <a:lnSpc>
              <a:spcPct val="90000"/>
            </a:lnSpc>
            <a:spcBef>
              <a:spcPct val="0"/>
            </a:spcBef>
            <a:spcAft>
              <a:spcPct val="20000"/>
            </a:spcAft>
            <a:buChar char="•"/>
          </a:pPr>
          <a:r>
            <a:rPr lang="en-US" sz="2400" kern="1200" dirty="0"/>
            <a:t>The main objective of this project is to identify the Category/ Subcategory for a given item based on the set of item attributes for the particular item.​</a:t>
          </a:r>
        </a:p>
      </dsp:txBody>
      <dsp:txXfrm>
        <a:off x="0" y="4138446"/>
        <a:ext cx="11239080" cy="1059840"/>
      </dsp:txXfrm>
    </dsp:sp>
  </dsp:spTree>
</dsp:drawing>
</file>

<file path=ppt/diagrams/drawing4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C1CE93-B831-405C-A5B7-4D0D138746AE}">
      <dsp:nvSpPr>
        <dsp:cNvPr id="0" name=""/>
        <dsp:cNvSpPr/>
      </dsp:nvSpPr>
      <dsp:spPr>
        <a:xfrm>
          <a:off x="1397748" y="898"/>
          <a:ext cx="1422822" cy="71141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005" tIns="26670" rIns="40005" bIns="26670" numCol="1" spcCol="1270" anchor="ctr" anchorCtr="0">
          <a:noAutofit/>
        </a:bodyPr>
        <a:lstStyle/>
        <a:p>
          <a:pPr marL="0" lvl="0" indent="0" algn="ctr" defTabSz="933450">
            <a:lnSpc>
              <a:spcPct val="90000"/>
            </a:lnSpc>
            <a:spcBef>
              <a:spcPct val="0"/>
            </a:spcBef>
            <a:spcAft>
              <a:spcPct val="35000"/>
            </a:spcAft>
            <a:buNone/>
          </a:pPr>
          <a:r>
            <a:rPr lang="en-US" sz="2100" kern="1200" dirty="0"/>
            <a:t>Data Acquisition</a:t>
          </a:r>
        </a:p>
      </dsp:txBody>
      <dsp:txXfrm>
        <a:off x="1418585" y="21735"/>
        <a:ext cx="1381148" cy="669737"/>
      </dsp:txXfrm>
    </dsp:sp>
    <dsp:sp modelId="{BE248F28-3343-4EC7-8C85-496C9E7950B7}">
      <dsp:nvSpPr>
        <dsp:cNvPr id="0" name=""/>
        <dsp:cNvSpPr/>
      </dsp:nvSpPr>
      <dsp:spPr>
        <a:xfrm>
          <a:off x="1540030" y="712309"/>
          <a:ext cx="142282" cy="533558"/>
        </a:xfrm>
        <a:custGeom>
          <a:avLst/>
          <a:gdLst/>
          <a:ahLst/>
          <a:cxnLst/>
          <a:rect l="0" t="0" r="0" b="0"/>
          <a:pathLst>
            <a:path>
              <a:moveTo>
                <a:pt x="0" y="0"/>
              </a:moveTo>
              <a:lnTo>
                <a:pt x="0" y="533558"/>
              </a:lnTo>
              <a:lnTo>
                <a:pt x="142282" y="53355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537F7A0-62D8-4DC8-9E10-15751FCA70FE}">
      <dsp:nvSpPr>
        <dsp:cNvPr id="0" name=""/>
        <dsp:cNvSpPr/>
      </dsp:nvSpPr>
      <dsp:spPr>
        <a:xfrm>
          <a:off x="1682312" y="890162"/>
          <a:ext cx="1138258" cy="71141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kern="1200" dirty="0"/>
            <a:t>Data pull</a:t>
          </a:r>
        </a:p>
      </dsp:txBody>
      <dsp:txXfrm>
        <a:off x="1703149" y="910999"/>
        <a:ext cx="1096584" cy="669737"/>
      </dsp:txXfrm>
    </dsp:sp>
    <dsp:sp modelId="{17035824-56E7-4BFD-B7F1-BC656BC5B929}">
      <dsp:nvSpPr>
        <dsp:cNvPr id="0" name=""/>
        <dsp:cNvSpPr/>
      </dsp:nvSpPr>
      <dsp:spPr>
        <a:xfrm>
          <a:off x="1540030" y="712309"/>
          <a:ext cx="142282" cy="1422822"/>
        </a:xfrm>
        <a:custGeom>
          <a:avLst/>
          <a:gdLst/>
          <a:ahLst/>
          <a:cxnLst/>
          <a:rect l="0" t="0" r="0" b="0"/>
          <a:pathLst>
            <a:path>
              <a:moveTo>
                <a:pt x="0" y="0"/>
              </a:moveTo>
              <a:lnTo>
                <a:pt x="0" y="1422822"/>
              </a:lnTo>
              <a:lnTo>
                <a:pt x="142282" y="142282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85EDE60-5AC0-479B-8651-62A3F68E1E3F}">
      <dsp:nvSpPr>
        <dsp:cNvPr id="0" name=""/>
        <dsp:cNvSpPr/>
      </dsp:nvSpPr>
      <dsp:spPr>
        <a:xfrm>
          <a:off x="1682312" y="1779426"/>
          <a:ext cx="1138258" cy="71141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kern="1200" dirty="0"/>
            <a:t>Feature column</a:t>
          </a:r>
        </a:p>
      </dsp:txBody>
      <dsp:txXfrm>
        <a:off x="1703149" y="1800263"/>
        <a:ext cx="1096584" cy="669737"/>
      </dsp:txXfrm>
    </dsp:sp>
    <dsp:sp modelId="{B62CFF99-0693-470F-AF78-57287060C19E}">
      <dsp:nvSpPr>
        <dsp:cNvPr id="0" name=""/>
        <dsp:cNvSpPr/>
      </dsp:nvSpPr>
      <dsp:spPr>
        <a:xfrm>
          <a:off x="1540030" y="712309"/>
          <a:ext cx="142282" cy="2312086"/>
        </a:xfrm>
        <a:custGeom>
          <a:avLst/>
          <a:gdLst/>
          <a:ahLst/>
          <a:cxnLst/>
          <a:rect l="0" t="0" r="0" b="0"/>
          <a:pathLst>
            <a:path>
              <a:moveTo>
                <a:pt x="0" y="0"/>
              </a:moveTo>
              <a:lnTo>
                <a:pt x="0" y="2312086"/>
              </a:lnTo>
              <a:lnTo>
                <a:pt x="142282" y="231208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5DA3BC3-45A4-4D91-B838-E87D0A7F5A87}">
      <dsp:nvSpPr>
        <dsp:cNvPr id="0" name=""/>
        <dsp:cNvSpPr/>
      </dsp:nvSpPr>
      <dsp:spPr>
        <a:xfrm>
          <a:off x="1682312" y="2668690"/>
          <a:ext cx="1138258" cy="71141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kern="1200" dirty="0"/>
            <a:t>Target column</a:t>
          </a:r>
        </a:p>
      </dsp:txBody>
      <dsp:txXfrm>
        <a:off x="1703149" y="2689527"/>
        <a:ext cx="1096584" cy="669737"/>
      </dsp:txXfrm>
    </dsp:sp>
    <dsp:sp modelId="{7553D8A0-F583-4713-A6D1-7AA4DB681302}">
      <dsp:nvSpPr>
        <dsp:cNvPr id="0" name=""/>
        <dsp:cNvSpPr/>
      </dsp:nvSpPr>
      <dsp:spPr>
        <a:xfrm>
          <a:off x="1540030" y="712309"/>
          <a:ext cx="142282" cy="3201350"/>
        </a:xfrm>
        <a:custGeom>
          <a:avLst/>
          <a:gdLst/>
          <a:ahLst/>
          <a:cxnLst/>
          <a:rect l="0" t="0" r="0" b="0"/>
          <a:pathLst>
            <a:path>
              <a:moveTo>
                <a:pt x="0" y="0"/>
              </a:moveTo>
              <a:lnTo>
                <a:pt x="0" y="3201350"/>
              </a:lnTo>
              <a:lnTo>
                <a:pt x="142282" y="320135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B0A56F7-3FBE-4894-91D1-382104BEB46E}">
      <dsp:nvSpPr>
        <dsp:cNvPr id="0" name=""/>
        <dsp:cNvSpPr/>
      </dsp:nvSpPr>
      <dsp:spPr>
        <a:xfrm>
          <a:off x="1682312" y="3557954"/>
          <a:ext cx="1138258" cy="71141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kern="1200" dirty="0"/>
            <a:t>Train-test split</a:t>
          </a:r>
        </a:p>
      </dsp:txBody>
      <dsp:txXfrm>
        <a:off x="1703149" y="3578791"/>
        <a:ext cx="1096584" cy="669737"/>
      </dsp:txXfrm>
    </dsp:sp>
    <dsp:sp modelId="{E71107DD-D4D0-4461-86AB-7295035CE288}">
      <dsp:nvSpPr>
        <dsp:cNvPr id="0" name=""/>
        <dsp:cNvSpPr/>
      </dsp:nvSpPr>
      <dsp:spPr>
        <a:xfrm>
          <a:off x="3176276" y="898"/>
          <a:ext cx="1422822" cy="71141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005" tIns="26670" rIns="40005" bIns="26670" numCol="1" spcCol="1270" anchor="ctr" anchorCtr="0">
          <a:noAutofit/>
        </a:bodyPr>
        <a:lstStyle/>
        <a:p>
          <a:pPr marL="0" lvl="0" indent="0" algn="ctr" defTabSz="933450">
            <a:lnSpc>
              <a:spcPct val="90000"/>
            </a:lnSpc>
            <a:spcBef>
              <a:spcPct val="0"/>
            </a:spcBef>
            <a:spcAft>
              <a:spcPct val="35000"/>
            </a:spcAft>
            <a:buNone/>
          </a:pPr>
          <a:r>
            <a:rPr lang="en-US" sz="2100" kern="1200" dirty="0"/>
            <a:t>EDA</a:t>
          </a:r>
        </a:p>
      </dsp:txBody>
      <dsp:txXfrm>
        <a:off x="3197113" y="21735"/>
        <a:ext cx="1381148" cy="669737"/>
      </dsp:txXfrm>
    </dsp:sp>
    <dsp:sp modelId="{3C404B93-CB5E-4CBE-B697-B10821AB501C}">
      <dsp:nvSpPr>
        <dsp:cNvPr id="0" name=""/>
        <dsp:cNvSpPr/>
      </dsp:nvSpPr>
      <dsp:spPr>
        <a:xfrm>
          <a:off x="3318558" y="712309"/>
          <a:ext cx="142282" cy="533558"/>
        </a:xfrm>
        <a:custGeom>
          <a:avLst/>
          <a:gdLst/>
          <a:ahLst/>
          <a:cxnLst/>
          <a:rect l="0" t="0" r="0" b="0"/>
          <a:pathLst>
            <a:path>
              <a:moveTo>
                <a:pt x="0" y="0"/>
              </a:moveTo>
              <a:lnTo>
                <a:pt x="0" y="533558"/>
              </a:lnTo>
              <a:lnTo>
                <a:pt x="142282" y="53355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228086A-8634-4925-A5FD-41C3BAC6815A}">
      <dsp:nvSpPr>
        <dsp:cNvPr id="0" name=""/>
        <dsp:cNvSpPr/>
      </dsp:nvSpPr>
      <dsp:spPr>
        <a:xfrm>
          <a:off x="3460841" y="890162"/>
          <a:ext cx="1138258" cy="71141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kern="1200" dirty="0"/>
            <a:t>Word count</a:t>
          </a:r>
        </a:p>
      </dsp:txBody>
      <dsp:txXfrm>
        <a:off x="3481678" y="910999"/>
        <a:ext cx="1096584" cy="669737"/>
      </dsp:txXfrm>
    </dsp:sp>
    <dsp:sp modelId="{485ABC5E-6CCE-4ECA-857C-92153E859484}">
      <dsp:nvSpPr>
        <dsp:cNvPr id="0" name=""/>
        <dsp:cNvSpPr/>
      </dsp:nvSpPr>
      <dsp:spPr>
        <a:xfrm>
          <a:off x="3318558" y="712309"/>
          <a:ext cx="142282" cy="1422822"/>
        </a:xfrm>
        <a:custGeom>
          <a:avLst/>
          <a:gdLst/>
          <a:ahLst/>
          <a:cxnLst/>
          <a:rect l="0" t="0" r="0" b="0"/>
          <a:pathLst>
            <a:path>
              <a:moveTo>
                <a:pt x="0" y="0"/>
              </a:moveTo>
              <a:lnTo>
                <a:pt x="0" y="1422822"/>
              </a:lnTo>
              <a:lnTo>
                <a:pt x="142282" y="142282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60D38DE-85B0-4A9E-9300-68AA282CD67B}">
      <dsp:nvSpPr>
        <dsp:cNvPr id="0" name=""/>
        <dsp:cNvSpPr/>
      </dsp:nvSpPr>
      <dsp:spPr>
        <a:xfrm>
          <a:off x="3460841" y="1779426"/>
          <a:ext cx="1138258" cy="71141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kern="1200" dirty="0"/>
            <a:t>Char count</a:t>
          </a:r>
        </a:p>
      </dsp:txBody>
      <dsp:txXfrm>
        <a:off x="3481678" y="1800263"/>
        <a:ext cx="1096584" cy="669737"/>
      </dsp:txXfrm>
    </dsp:sp>
    <dsp:sp modelId="{4227B381-8AC9-4339-A4EE-2358129BAD3B}">
      <dsp:nvSpPr>
        <dsp:cNvPr id="0" name=""/>
        <dsp:cNvSpPr/>
      </dsp:nvSpPr>
      <dsp:spPr>
        <a:xfrm>
          <a:off x="3318558" y="712309"/>
          <a:ext cx="142282" cy="2312086"/>
        </a:xfrm>
        <a:custGeom>
          <a:avLst/>
          <a:gdLst/>
          <a:ahLst/>
          <a:cxnLst/>
          <a:rect l="0" t="0" r="0" b="0"/>
          <a:pathLst>
            <a:path>
              <a:moveTo>
                <a:pt x="0" y="0"/>
              </a:moveTo>
              <a:lnTo>
                <a:pt x="0" y="2312086"/>
              </a:lnTo>
              <a:lnTo>
                <a:pt x="142282" y="231208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8D23087-9288-4261-A893-955DCA584D6B}">
      <dsp:nvSpPr>
        <dsp:cNvPr id="0" name=""/>
        <dsp:cNvSpPr/>
      </dsp:nvSpPr>
      <dsp:spPr>
        <a:xfrm>
          <a:off x="3460841" y="2668690"/>
          <a:ext cx="1138258" cy="71141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kern="1200" dirty="0"/>
            <a:t>Jaccard similarity</a:t>
          </a:r>
        </a:p>
      </dsp:txBody>
      <dsp:txXfrm>
        <a:off x="3481678" y="2689527"/>
        <a:ext cx="1096584" cy="669737"/>
      </dsp:txXfrm>
    </dsp:sp>
    <dsp:sp modelId="{2D7B11A3-5D8B-4C72-A863-6A11698D6EE7}">
      <dsp:nvSpPr>
        <dsp:cNvPr id="0" name=""/>
        <dsp:cNvSpPr/>
      </dsp:nvSpPr>
      <dsp:spPr>
        <a:xfrm>
          <a:off x="3318558" y="712309"/>
          <a:ext cx="142282" cy="3201350"/>
        </a:xfrm>
        <a:custGeom>
          <a:avLst/>
          <a:gdLst/>
          <a:ahLst/>
          <a:cxnLst/>
          <a:rect l="0" t="0" r="0" b="0"/>
          <a:pathLst>
            <a:path>
              <a:moveTo>
                <a:pt x="0" y="0"/>
              </a:moveTo>
              <a:lnTo>
                <a:pt x="0" y="3201350"/>
              </a:lnTo>
              <a:lnTo>
                <a:pt x="142282" y="320135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6ACB0A8-C074-429C-9DC8-3690FC920D9C}">
      <dsp:nvSpPr>
        <dsp:cNvPr id="0" name=""/>
        <dsp:cNvSpPr/>
      </dsp:nvSpPr>
      <dsp:spPr>
        <a:xfrm>
          <a:off x="3460841" y="3557954"/>
          <a:ext cx="1138258" cy="71141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kern="1200" dirty="0"/>
            <a:t>Cosine similarity</a:t>
          </a:r>
        </a:p>
      </dsp:txBody>
      <dsp:txXfrm>
        <a:off x="3481678" y="3578791"/>
        <a:ext cx="1096584" cy="669737"/>
      </dsp:txXfrm>
    </dsp:sp>
    <dsp:sp modelId="{8E362F03-2B0B-4455-850A-60202EE89291}">
      <dsp:nvSpPr>
        <dsp:cNvPr id="0" name=""/>
        <dsp:cNvSpPr/>
      </dsp:nvSpPr>
      <dsp:spPr>
        <a:xfrm>
          <a:off x="4954804" y="898"/>
          <a:ext cx="1422822" cy="71141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005" tIns="26670" rIns="40005" bIns="26670" numCol="1" spcCol="1270" anchor="ctr" anchorCtr="0">
          <a:noAutofit/>
        </a:bodyPr>
        <a:lstStyle/>
        <a:p>
          <a:pPr marL="0" lvl="0" indent="0" algn="ctr" defTabSz="933450">
            <a:lnSpc>
              <a:spcPct val="90000"/>
            </a:lnSpc>
            <a:spcBef>
              <a:spcPct val="0"/>
            </a:spcBef>
            <a:spcAft>
              <a:spcPct val="35000"/>
            </a:spcAft>
            <a:buNone/>
          </a:pPr>
          <a:r>
            <a:rPr lang="en-US" sz="2100" kern="1200" dirty="0"/>
            <a:t>Pre-processing</a:t>
          </a:r>
        </a:p>
      </dsp:txBody>
      <dsp:txXfrm>
        <a:off x="4975641" y="21735"/>
        <a:ext cx="1381148" cy="669737"/>
      </dsp:txXfrm>
    </dsp:sp>
    <dsp:sp modelId="{CE173AB7-D117-4F0D-91C1-C5A8AE95CA51}">
      <dsp:nvSpPr>
        <dsp:cNvPr id="0" name=""/>
        <dsp:cNvSpPr/>
      </dsp:nvSpPr>
      <dsp:spPr>
        <a:xfrm>
          <a:off x="5097087" y="712309"/>
          <a:ext cx="142282" cy="533558"/>
        </a:xfrm>
        <a:custGeom>
          <a:avLst/>
          <a:gdLst/>
          <a:ahLst/>
          <a:cxnLst/>
          <a:rect l="0" t="0" r="0" b="0"/>
          <a:pathLst>
            <a:path>
              <a:moveTo>
                <a:pt x="0" y="0"/>
              </a:moveTo>
              <a:lnTo>
                <a:pt x="0" y="533558"/>
              </a:lnTo>
              <a:lnTo>
                <a:pt x="142282" y="53355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9061EFE-5ECD-4019-8D9A-4278C5E67462}">
      <dsp:nvSpPr>
        <dsp:cNvPr id="0" name=""/>
        <dsp:cNvSpPr/>
      </dsp:nvSpPr>
      <dsp:spPr>
        <a:xfrm>
          <a:off x="5239369" y="890162"/>
          <a:ext cx="1138258" cy="71141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kern="1200" dirty="0" err="1"/>
            <a:t>Stopwords</a:t>
          </a:r>
          <a:r>
            <a:rPr lang="en-US" sz="1800" kern="1200" dirty="0"/>
            <a:t> removal</a:t>
          </a:r>
        </a:p>
      </dsp:txBody>
      <dsp:txXfrm>
        <a:off x="5260206" y="910999"/>
        <a:ext cx="1096584" cy="669737"/>
      </dsp:txXfrm>
    </dsp:sp>
    <dsp:sp modelId="{3FE09350-C284-4245-9CEC-61AD4FD9CCCD}">
      <dsp:nvSpPr>
        <dsp:cNvPr id="0" name=""/>
        <dsp:cNvSpPr/>
      </dsp:nvSpPr>
      <dsp:spPr>
        <a:xfrm>
          <a:off x="5097087" y="712309"/>
          <a:ext cx="142282" cy="1422822"/>
        </a:xfrm>
        <a:custGeom>
          <a:avLst/>
          <a:gdLst/>
          <a:ahLst/>
          <a:cxnLst/>
          <a:rect l="0" t="0" r="0" b="0"/>
          <a:pathLst>
            <a:path>
              <a:moveTo>
                <a:pt x="0" y="0"/>
              </a:moveTo>
              <a:lnTo>
                <a:pt x="0" y="1422822"/>
              </a:lnTo>
              <a:lnTo>
                <a:pt x="142282" y="142282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98240A1-E1FB-4F9A-BE9C-60771B333711}">
      <dsp:nvSpPr>
        <dsp:cNvPr id="0" name=""/>
        <dsp:cNvSpPr/>
      </dsp:nvSpPr>
      <dsp:spPr>
        <a:xfrm>
          <a:off x="5239369" y="1779426"/>
          <a:ext cx="1138258" cy="71141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kern="1200" dirty="0"/>
            <a:t>Lemmatize</a:t>
          </a:r>
        </a:p>
      </dsp:txBody>
      <dsp:txXfrm>
        <a:off x="5260206" y="1800263"/>
        <a:ext cx="1096584" cy="669737"/>
      </dsp:txXfrm>
    </dsp:sp>
    <dsp:sp modelId="{790EC201-4566-47C1-AE9B-A1583BD1B994}">
      <dsp:nvSpPr>
        <dsp:cNvPr id="0" name=""/>
        <dsp:cNvSpPr/>
      </dsp:nvSpPr>
      <dsp:spPr>
        <a:xfrm>
          <a:off x="5097087" y="712309"/>
          <a:ext cx="142282" cy="2312086"/>
        </a:xfrm>
        <a:custGeom>
          <a:avLst/>
          <a:gdLst/>
          <a:ahLst/>
          <a:cxnLst/>
          <a:rect l="0" t="0" r="0" b="0"/>
          <a:pathLst>
            <a:path>
              <a:moveTo>
                <a:pt x="0" y="0"/>
              </a:moveTo>
              <a:lnTo>
                <a:pt x="0" y="2312086"/>
              </a:lnTo>
              <a:lnTo>
                <a:pt x="142282" y="231208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8E5BE1A-D763-49BC-9389-18C0DCB1BDB4}">
      <dsp:nvSpPr>
        <dsp:cNvPr id="0" name=""/>
        <dsp:cNvSpPr/>
      </dsp:nvSpPr>
      <dsp:spPr>
        <a:xfrm>
          <a:off x="5239369" y="2668690"/>
          <a:ext cx="1138258" cy="71141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kern="1200" dirty="0"/>
            <a:t>1 char words</a:t>
          </a:r>
        </a:p>
      </dsp:txBody>
      <dsp:txXfrm>
        <a:off x="5260206" y="2689527"/>
        <a:ext cx="1096584" cy="669737"/>
      </dsp:txXfrm>
    </dsp:sp>
    <dsp:sp modelId="{1580C056-47C4-4F4A-A645-488CF636B530}">
      <dsp:nvSpPr>
        <dsp:cNvPr id="0" name=""/>
        <dsp:cNvSpPr/>
      </dsp:nvSpPr>
      <dsp:spPr>
        <a:xfrm>
          <a:off x="6733333" y="898"/>
          <a:ext cx="1422822" cy="71141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005" tIns="26670" rIns="40005" bIns="26670" numCol="1" spcCol="1270" anchor="ctr" anchorCtr="0">
          <a:noAutofit/>
        </a:bodyPr>
        <a:lstStyle/>
        <a:p>
          <a:pPr marL="0" lvl="0" indent="0" algn="ctr" defTabSz="933450">
            <a:lnSpc>
              <a:spcPct val="90000"/>
            </a:lnSpc>
            <a:spcBef>
              <a:spcPct val="0"/>
            </a:spcBef>
            <a:spcAft>
              <a:spcPct val="35000"/>
            </a:spcAft>
            <a:buNone/>
          </a:pPr>
          <a:r>
            <a:rPr lang="en-US" sz="2100" kern="1200" dirty="0"/>
            <a:t>Models</a:t>
          </a:r>
        </a:p>
      </dsp:txBody>
      <dsp:txXfrm>
        <a:off x="6754170" y="21735"/>
        <a:ext cx="1381148" cy="669737"/>
      </dsp:txXfrm>
    </dsp:sp>
    <dsp:sp modelId="{81114065-1B6D-4434-85D9-2B0762B7A861}">
      <dsp:nvSpPr>
        <dsp:cNvPr id="0" name=""/>
        <dsp:cNvSpPr/>
      </dsp:nvSpPr>
      <dsp:spPr>
        <a:xfrm>
          <a:off x="6875615" y="712309"/>
          <a:ext cx="142282" cy="533558"/>
        </a:xfrm>
        <a:custGeom>
          <a:avLst/>
          <a:gdLst/>
          <a:ahLst/>
          <a:cxnLst/>
          <a:rect l="0" t="0" r="0" b="0"/>
          <a:pathLst>
            <a:path>
              <a:moveTo>
                <a:pt x="0" y="0"/>
              </a:moveTo>
              <a:lnTo>
                <a:pt x="0" y="533558"/>
              </a:lnTo>
              <a:lnTo>
                <a:pt x="142282" y="53355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C183773-746C-4064-B8AB-636E426A88F6}">
      <dsp:nvSpPr>
        <dsp:cNvPr id="0" name=""/>
        <dsp:cNvSpPr/>
      </dsp:nvSpPr>
      <dsp:spPr>
        <a:xfrm>
          <a:off x="7017897" y="890162"/>
          <a:ext cx="1138258" cy="71141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kern="1200" dirty="0"/>
            <a:t>MNB</a:t>
          </a:r>
        </a:p>
      </dsp:txBody>
      <dsp:txXfrm>
        <a:off x="7038734" y="910999"/>
        <a:ext cx="1096584" cy="669737"/>
      </dsp:txXfrm>
    </dsp:sp>
    <dsp:sp modelId="{6324BE4C-D2FD-43C4-B547-85E1AB21ED98}">
      <dsp:nvSpPr>
        <dsp:cNvPr id="0" name=""/>
        <dsp:cNvSpPr/>
      </dsp:nvSpPr>
      <dsp:spPr>
        <a:xfrm>
          <a:off x="6875615" y="712309"/>
          <a:ext cx="142282" cy="1422822"/>
        </a:xfrm>
        <a:custGeom>
          <a:avLst/>
          <a:gdLst/>
          <a:ahLst/>
          <a:cxnLst/>
          <a:rect l="0" t="0" r="0" b="0"/>
          <a:pathLst>
            <a:path>
              <a:moveTo>
                <a:pt x="0" y="0"/>
              </a:moveTo>
              <a:lnTo>
                <a:pt x="0" y="1422822"/>
              </a:lnTo>
              <a:lnTo>
                <a:pt x="142282" y="142282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E21BAF0-8DCF-4AED-8B19-596FBED08E6B}">
      <dsp:nvSpPr>
        <dsp:cNvPr id="0" name=""/>
        <dsp:cNvSpPr/>
      </dsp:nvSpPr>
      <dsp:spPr>
        <a:xfrm>
          <a:off x="7017897" y="1779426"/>
          <a:ext cx="1138258" cy="71141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kern="1200" dirty="0"/>
            <a:t>Logistic Regression</a:t>
          </a:r>
        </a:p>
      </dsp:txBody>
      <dsp:txXfrm>
        <a:off x="7038734" y="1800263"/>
        <a:ext cx="1096584" cy="669737"/>
      </dsp:txXfrm>
    </dsp:sp>
    <dsp:sp modelId="{3B24FBE9-C08A-47CF-B09D-34CB76E7AAB1}">
      <dsp:nvSpPr>
        <dsp:cNvPr id="0" name=""/>
        <dsp:cNvSpPr/>
      </dsp:nvSpPr>
      <dsp:spPr>
        <a:xfrm>
          <a:off x="6875615" y="712309"/>
          <a:ext cx="142282" cy="2312086"/>
        </a:xfrm>
        <a:custGeom>
          <a:avLst/>
          <a:gdLst/>
          <a:ahLst/>
          <a:cxnLst/>
          <a:rect l="0" t="0" r="0" b="0"/>
          <a:pathLst>
            <a:path>
              <a:moveTo>
                <a:pt x="0" y="0"/>
              </a:moveTo>
              <a:lnTo>
                <a:pt x="0" y="2312086"/>
              </a:lnTo>
              <a:lnTo>
                <a:pt x="142282" y="231208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205C1D9-5354-4D4D-9CAA-372E7CAB0C99}">
      <dsp:nvSpPr>
        <dsp:cNvPr id="0" name=""/>
        <dsp:cNvSpPr/>
      </dsp:nvSpPr>
      <dsp:spPr>
        <a:xfrm>
          <a:off x="7017897" y="2668690"/>
          <a:ext cx="1138258" cy="71141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kern="1200" dirty="0"/>
            <a:t>Random Forest</a:t>
          </a:r>
        </a:p>
      </dsp:txBody>
      <dsp:txXfrm>
        <a:off x="7038734" y="2689527"/>
        <a:ext cx="1096584" cy="669737"/>
      </dsp:txXfrm>
    </dsp:sp>
    <dsp:sp modelId="{84AFD5BB-A1DA-43D2-A27E-7C4F49BA9113}">
      <dsp:nvSpPr>
        <dsp:cNvPr id="0" name=""/>
        <dsp:cNvSpPr/>
      </dsp:nvSpPr>
      <dsp:spPr>
        <a:xfrm>
          <a:off x="6875615" y="712309"/>
          <a:ext cx="142282" cy="3201350"/>
        </a:xfrm>
        <a:custGeom>
          <a:avLst/>
          <a:gdLst/>
          <a:ahLst/>
          <a:cxnLst/>
          <a:rect l="0" t="0" r="0" b="0"/>
          <a:pathLst>
            <a:path>
              <a:moveTo>
                <a:pt x="0" y="0"/>
              </a:moveTo>
              <a:lnTo>
                <a:pt x="0" y="3201350"/>
              </a:lnTo>
              <a:lnTo>
                <a:pt x="142282" y="320135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C5A58D1-CD1F-400D-A503-D596C6C66987}">
      <dsp:nvSpPr>
        <dsp:cNvPr id="0" name=""/>
        <dsp:cNvSpPr/>
      </dsp:nvSpPr>
      <dsp:spPr>
        <a:xfrm>
          <a:off x="7017897" y="3557954"/>
          <a:ext cx="1138258" cy="71141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kern="1200" dirty="0"/>
            <a:t>SVM</a:t>
          </a:r>
        </a:p>
      </dsp:txBody>
      <dsp:txXfrm>
        <a:off x="7038734" y="3578791"/>
        <a:ext cx="1096584" cy="669737"/>
      </dsp:txXfrm>
    </dsp:sp>
    <dsp:sp modelId="{4FC3CC3D-015F-4BF5-9C8A-87E8C2853AAE}">
      <dsp:nvSpPr>
        <dsp:cNvPr id="0" name=""/>
        <dsp:cNvSpPr/>
      </dsp:nvSpPr>
      <dsp:spPr>
        <a:xfrm>
          <a:off x="6875615" y="712309"/>
          <a:ext cx="142282" cy="4090615"/>
        </a:xfrm>
        <a:custGeom>
          <a:avLst/>
          <a:gdLst/>
          <a:ahLst/>
          <a:cxnLst/>
          <a:rect l="0" t="0" r="0" b="0"/>
          <a:pathLst>
            <a:path>
              <a:moveTo>
                <a:pt x="0" y="0"/>
              </a:moveTo>
              <a:lnTo>
                <a:pt x="0" y="4090615"/>
              </a:lnTo>
              <a:lnTo>
                <a:pt x="142282" y="409061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17A25E7-1C89-4937-9C3C-A08449347A41}">
      <dsp:nvSpPr>
        <dsp:cNvPr id="0" name=""/>
        <dsp:cNvSpPr/>
      </dsp:nvSpPr>
      <dsp:spPr>
        <a:xfrm>
          <a:off x="7017897" y="4447218"/>
          <a:ext cx="1138258" cy="71141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kern="1200" dirty="0"/>
            <a:t>KNN</a:t>
          </a:r>
        </a:p>
      </dsp:txBody>
      <dsp:txXfrm>
        <a:off x="7038734" y="4468055"/>
        <a:ext cx="1096584" cy="669737"/>
      </dsp:txXfrm>
    </dsp:sp>
  </dsp:spTree>
</dsp:drawing>
</file>

<file path=ppt/diagrams/drawing4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BAC0F2-B903-4B66-8E12-CA47FC7B30CE}">
      <dsp:nvSpPr>
        <dsp:cNvPr id="0" name=""/>
        <dsp:cNvSpPr/>
      </dsp:nvSpPr>
      <dsp:spPr>
        <a:xfrm>
          <a:off x="8271" y="485833"/>
          <a:ext cx="1332894" cy="66644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US" sz="1600" kern="1200" dirty="0"/>
            <a:t>Data cleaning</a:t>
          </a:r>
        </a:p>
      </dsp:txBody>
      <dsp:txXfrm>
        <a:off x="27791" y="505353"/>
        <a:ext cx="1293854" cy="627407"/>
      </dsp:txXfrm>
    </dsp:sp>
    <dsp:sp modelId="{22384A51-D91B-4825-9F0D-28047598720F}">
      <dsp:nvSpPr>
        <dsp:cNvPr id="0" name=""/>
        <dsp:cNvSpPr/>
      </dsp:nvSpPr>
      <dsp:spPr>
        <a:xfrm>
          <a:off x="141560" y="1152281"/>
          <a:ext cx="133289" cy="499835"/>
        </a:xfrm>
        <a:custGeom>
          <a:avLst/>
          <a:gdLst/>
          <a:ahLst/>
          <a:cxnLst/>
          <a:rect l="0" t="0" r="0" b="0"/>
          <a:pathLst>
            <a:path>
              <a:moveTo>
                <a:pt x="0" y="0"/>
              </a:moveTo>
              <a:lnTo>
                <a:pt x="0" y="499835"/>
              </a:lnTo>
              <a:lnTo>
                <a:pt x="133289" y="49983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E62B3CE-E842-41AC-ADF7-5BC9046EB7B5}">
      <dsp:nvSpPr>
        <dsp:cNvPr id="0" name=""/>
        <dsp:cNvSpPr/>
      </dsp:nvSpPr>
      <dsp:spPr>
        <a:xfrm>
          <a:off x="274850" y="1318892"/>
          <a:ext cx="1066315" cy="66644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Remove numbers</a:t>
          </a:r>
        </a:p>
      </dsp:txBody>
      <dsp:txXfrm>
        <a:off x="294370" y="1338412"/>
        <a:ext cx="1027275" cy="627407"/>
      </dsp:txXfrm>
    </dsp:sp>
    <dsp:sp modelId="{C6479BB7-A3C6-479E-AFEE-48A6EACC1707}">
      <dsp:nvSpPr>
        <dsp:cNvPr id="0" name=""/>
        <dsp:cNvSpPr/>
      </dsp:nvSpPr>
      <dsp:spPr>
        <a:xfrm>
          <a:off x="141560" y="1152281"/>
          <a:ext cx="133289" cy="1332894"/>
        </a:xfrm>
        <a:custGeom>
          <a:avLst/>
          <a:gdLst/>
          <a:ahLst/>
          <a:cxnLst/>
          <a:rect l="0" t="0" r="0" b="0"/>
          <a:pathLst>
            <a:path>
              <a:moveTo>
                <a:pt x="0" y="0"/>
              </a:moveTo>
              <a:lnTo>
                <a:pt x="0" y="1332894"/>
              </a:lnTo>
              <a:lnTo>
                <a:pt x="133289" y="133289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1ED501A-5F65-4ADD-91F5-AFD1D8B1C024}">
      <dsp:nvSpPr>
        <dsp:cNvPr id="0" name=""/>
        <dsp:cNvSpPr/>
      </dsp:nvSpPr>
      <dsp:spPr>
        <a:xfrm>
          <a:off x="274850" y="2151951"/>
          <a:ext cx="1066315" cy="66644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1 char &amp; 2 char words</a:t>
          </a:r>
        </a:p>
      </dsp:txBody>
      <dsp:txXfrm>
        <a:off x="294370" y="2171471"/>
        <a:ext cx="1027275" cy="627407"/>
      </dsp:txXfrm>
    </dsp:sp>
    <dsp:sp modelId="{990E9916-5FD0-4072-91AE-B8BCC6A2778F}">
      <dsp:nvSpPr>
        <dsp:cNvPr id="0" name=""/>
        <dsp:cNvSpPr/>
      </dsp:nvSpPr>
      <dsp:spPr>
        <a:xfrm>
          <a:off x="141560" y="1152281"/>
          <a:ext cx="133289" cy="2165953"/>
        </a:xfrm>
        <a:custGeom>
          <a:avLst/>
          <a:gdLst/>
          <a:ahLst/>
          <a:cxnLst/>
          <a:rect l="0" t="0" r="0" b="0"/>
          <a:pathLst>
            <a:path>
              <a:moveTo>
                <a:pt x="0" y="0"/>
              </a:moveTo>
              <a:lnTo>
                <a:pt x="0" y="2165953"/>
              </a:lnTo>
              <a:lnTo>
                <a:pt x="133289" y="216595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6369577-0FCD-48D8-AC95-F86BF21D18A0}">
      <dsp:nvSpPr>
        <dsp:cNvPr id="0" name=""/>
        <dsp:cNvSpPr/>
      </dsp:nvSpPr>
      <dsp:spPr>
        <a:xfrm>
          <a:off x="274850" y="2985010"/>
          <a:ext cx="1066315" cy="66644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All correction list</a:t>
          </a:r>
        </a:p>
      </dsp:txBody>
      <dsp:txXfrm>
        <a:off x="294370" y="3004530"/>
        <a:ext cx="1027275" cy="627407"/>
      </dsp:txXfrm>
    </dsp:sp>
    <dsp:sp modelId="{04773FB0-807E-4547-9035-F9EED62540AA}">
      <dsp:nvSpPr>
        <dsp:cNvPr id="0" name=""/>
        <dsp:cNvSpPr/>
      </dsp:nvSpPr>
      <dsp:spPr>
        <a:xfrm>
          <a:off x="141560" y="1152281"/>
          <a:ext cx="133289" cy="2999012"/>
        </a:xfrm>
        <a:custGeom>
          <a:avLst/>
          <a:gdLst/>
          <a:ahLst/>
          <a:cxnLst/>
          <a:rect l="0" t="0" r="0" b="0"/>
          <a:pathLst>
            <a:path>
              <a:moveTo>
                <a:pt x="0" y="0"/>
              </a:moveTo>
              <a:lnTo>
                <a:pt x="0" y="2999012"/>
              </a:lnTo>
              <a:lnTo>
                <a:pt x="133289" y="299901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C1D12EB-A144-4186-9E44-A3BCD735527C}">
      <dsp:nvSpPr>
        <dsp:cNvPr id="0" name=""/>
        <dsp:cNvSpPr/>
      </dsp:nvSpPr>
      <dsp:spPr>
        <a:xfrm>
          <a:off x="274850" y="3818069"/>
          <a:ext cx="1066315" cy="66644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Manual list</a:t>
          </a:r>
        </a:p>
      </dsp:txBody>
      <dsp:txXfrm>
        <a:off x="294370" y="3837589"/>
        <a:ext cx="1027275" cy="627407"/>
      </dsp:txXfrm>
    </dsp:sp>
    <dsp:sp modelId="{35BB1AF1-4127-4A2E-AE53-322EF7EA0962}">
      <dsp:nvSpPr>
        <dsp:cNvPr id="0" name=""/>
        <dsp:cNvSpPr/>
      </dsp:nvSpPr>
      <dsp:spPr>
        <a:xfrm>
          <a:off x="1674389" y="485833"/>
          <a:ext cx="1332894" cy="66644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US" sz="1600" kern="1200" dirty="0"/>
            <a:t>Evaluation metric</a:t>
          </a:r>
        </a:p>
      </dsp:txBody>
      <dsp:txXfrm>
        <a:off x="1693909" y="505353"/>
        <a:ext cx="1293854" cy="627407"/>
      </dsp:txXfrm>
    </dsp:sp>
    <dsp:sp modelId="{3EC051F6-BB60-45A3-A39D-85EC7B851970}">
      <dsp:nvSpPr>
        <dsp:cNvPr id="0" name=""/>
        <dsp:cNvSpPr/>
      </dsp:nvSpPr>
      <dsp:spPr>
        <a:xfrm>
          <a:off x="1807679" y="1152281"/>
          <a:ext cx="133289" cy="499835"/>
        </a:xfrm>
        <a:custGeom>
          <a:avLst/>
          <a:gdLst/>
          <a:ahLst/>
          <a:cxnLst/>
          <a:rect l="0" t="0" r="0" b="0"/>
          <a:pathLst>
            <a:path>
              <a:moveTo>
                <a:pt x="0" y="0"/>
              </a:moveTo>
              <a:lnTo>
                <a:pt x="0" y="499835"/>
              </a:lnTo>
              <a:lnTo>
                <a:pt x="133289" y="49983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D2677E9-7EFD-4B45-A32E-A47C7FFD6275}">
      <dsp:nvSpPr>
        <dsp:cNvPr id="0" name=""/>
        <dsp:cNvSpPr/>
      </dsp:nvSpPr>
      <dsp:spPr>
        <a:xfrm>
          <a:off x="1940968" y="1318892"/>
          <a:ext cx="1066315" cy="66644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Fuzzy score</a:t>
          </a:r>
        </a:p>
      </dsp:txBody>
      <dsp:txXfrm>
        <a:off x="1960488" y="1338412"/>
        <a:ext cx="1027275" cy="627407"/>
      </dsp:txXfrm>
    </dsp:sp>
    <dsp:sp modelId="{3E4892FE-4B7D-4D82-A392-CEA34EA58833}">
      <dsp:nvSpPr>
        <dsp:cNvPr id="0" name=""/>
        <dsp:cNvSpPr/>
      </dsp:nvSpPr>
      <dsp:spPr>
        <a:xfrm>
          <a:off x="1807679" y="1152281"/>
          <a:ext cx="133289" cy="1332894"/>
        </a:xfrm>
        <a:custGeom>
          <a:avLst/>
          <a:gdLst/>
          <a:ahLst/>
          <a:cxnLst/>
          <a:rect l="0" t="0" r="0" b="0"/>
          <a:pathLst>
            <a:path>
              <a:moveTo>
                <a:pt x="0" y="0"/>
              </a:moveTo>
              <a:lnTo>
                <a:pt x="0" y="1332894"/>
              </a:lnTo>
              <a:lnTo>
                <a:pt x="133289" y="133289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FEDB763-19E8-4A21-91F0-5FC419240ED0}">
      <dsp:nvSpPr>
        <dsp:cNvPr id="0" name=""/>
        <dsp:cNvSpPr/>
      </dsp:nvSpPr>
      <dsp:spPr>
        <a:xfrm>
          <a:off x="1940968" y="2151951"/>
          <a:ext cx="1066315" cy="66644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Trust Factor Category</a:t>
          </a:r>
        </a:p>
      </dsp:txBody>
      <dsp:txXfrm>
        <a:off x="1960488" y="2171471"/>
        <a:ext cx="1027275" cy="627407"/>
      </dsp:txXfrm>
    </dsp:sp>
    <dsp:sp modelId="{3FA60F8F-9BD8-4805-8B3B-64E9D533F786}">
      <dsp:nvSpPr>
        <dsp:cNvPr id="0" name=""/>
        <dsp:cNvSpPr/>
      </dsp:nvSpPr>
      <dsp:spPr>
        <a:xfrm>
          <a:off x="1807679" y="1152281"/>
          <a:ext cx="133289" cy="2165953"/>
        </a:xfrm>
        <a:custGeom>
          <a:avLst/>
          <a:gdLst/>
          <a:ahLst/>
          <a:cxnLst/>
          <a:rect l="0" t="0" r="0" b="0"/>
          <a:pathLst>
            <a:path>
              <a:moveTo>
                <a:pt x="0" y="0"/>
              </a:moveTo>
              <a:lnTo>
                <a:pt x="0" y="2165953"/>
              </a:lnTo>
              <a:lnTo>
                <a:pt x="133289" y="216595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2CAE5D5-6987-4673-9FD7-A5D5FD7B7221}">
      <dsp:nvSpPr>
        <dsp:cNvPr id="0" name=""/>
        <dsp:cNvSpPr/>
      </dsp:nvSpPr>
      <dsp:spPr>
        <a:xfrm>
          <a:off x="1940968" y="2985010"/>
          <a:ext cx="1066315" cy="66644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Trust Factor Variety</a:t>
          </a:r>
        </a:p>
      </dsp:txBody>
      <dsp:txXfrm>
        <a:off x="1960488" y="3004530"/>
        <a:ext cx="1027275" cy="627407"/>
      </dsp:txXfrm>
    </dsp:sp>
    <dsp:sp modelId="{F9C0AA74-0D51-4AC6-80DE-A0E20FF5FEA7}">
      <dsp:nvSpPr>
        <dsp:cNvPr id="0" name=""/>
        <dsp:cNvSpPr/>
      </dsp:nvSpPr>
      <dsp:spPr>
        <a:xfrm>
          <a:off x="3340507" y="485833"/>
          <a:ext cx="1332894" cy="66644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US" sz="1600" kern="1200"/>
            <a:t>Data Update</a:t>
          </a:r>
          <a:endParaRPr lang="en-US" sz="1600" kern="1200" dirty="0"/>
        </a:p>
      </dsp:txBody>
      <dsp:txXfrm>
        <a:off x="3360027" y="505353"/>
        <a:ext cx="1293854" cy="627407"/>
      </dsp:txXfrm>
    </dsp:sp>
    <dsp:sp modelId="{5EBC1D13-4B85-46EA-9555-5C9585A15C88}">
      <dsp:nvSpPr>
        <dsp:cNvPr id="0" name=""/>
        <dsp:cNvSpPr/>
      </dsp:nvSpPr>
      <dsp:spPr>
        <a:xfrm>
          <a:off x="3473797" y="1152281"/>
          <a:ext cx="133289" cy="499835"/>
        </a:xfrm>
        <a:custGeom>
          <a:avLst/>
          <a:gdLst/>
          <a:ahLst/>
          <a:cxnLst/>
          <a:rect l="0" t="0" r="0" b="0"/>
          <a:pathLst>
            <a:path>
              <a:moveTo>
                <a:pt x="0" y="0"/>
              </a:moveTo>
              <a:lnTo>
                <a:pt x="0" y="499835"/>
              </a:lnTo>
              <a:lnTo>
                <a:pt x="133289" y="49983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3494BC9-1D60-48D6-9821-2FB9D02ED876}">
      <dsp:nvSpPr>
        <dsp:cNvPr id="0" name=""/>
        <dsp:cNvSpPr/>
      </dsp:nvSpPr>
      <dsp:spPr>
        <a:xfrm>
          <a:off x="3607086" y="1318892"/>
          <a:ext cx="1066315" cy="66644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New updated data</a:t>
          </a:r>
        </a:p>
      </dsp:txBody>
      <dsp:txXfrm>
        <a:off x="3626606" y="1338412"/>
        <a:ext cx="1027275" cy="627407"/>
      </dsp:txXfrm>
    </dsp:sp>
    <dsp:sp modelId="{5523E5A9-0AF1-41DD-ABE0-A0B12B164C14}">
      <dsp:nvSpPr>
        <dsp:cNvPr id="0" name=""/>
        <dsp:cNvSpPr/>
      </dsp:nvSpPr>
      <dsp:spPr>
        <a:xfrm>
          <a:off x="3473797" y="1152281"/>
          <a:ext cx="133289" cy="1332894"/>
        </a:xfrm>
        <a:custGeom>
          <a:avLst/>
          <a:gdLst/>
          <a:ahLst/>
          <a:cxnLst/>
          <a:rect l="0" t="0" r="0" b="0"/>
          <a:pathLst>
            <a:path>
              <a:moveTo>
                <a:pt x="0" y="0"/>
              </a:moveTo>
              <a:lnTo>
                <a:pt x="0" y="1332894"/>
              </a:lnTo>
              <a:lnTo>
                <a:pt x="133289" y="133289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0611B13-02F9-4FD6-BB37-81865FE56734}">
      <dsp:nvSpPr>
        <dsp:cNvPr id="0" name=""/>
        <dsp:cNvSpPr/>
      </dsp:nvSpPr>
      <dsp:spPr>
        <a:xfrm>
          <a:off x="3607086" y="2151951"/>
          <a:ext cx="1066315" cy="66644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All correction list</a:t>
          </a:r>
        </a:p>
      </dsp:txBody>
      <dsp:txXfrm>
        <a:off x="3626606" y="2171471"/>
        <a:ext cx="1027275" cy="627407"/>
      </dsp:txXfrm>
    </dsp:sp>
    <dsp:sp modelId="{67D1B433-59AF-4383-B09F-0DA489AB1612}">
      <dsp:nvSpPr>
        <dsp:cNvPr id="0" name=""/>
        <dsp:cNvSpPr/>
      </dsp:nvSpPr>
      <dsp:spPr>
        <a:xfrm>
          <a:off x="5006625" y="485833"/>
          <a:ext cx="1332894" cy="66644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US" sz="1600" kern="1200" dirty="0"/>
            <a:t>Data augmentation</a:t>
          </a:r>
        </a:p>
      </dsp:txBody>
      <dsp:txXfrm>
        <a:off x="5026145" y="505353"/>
        <a:ext cx="1293854" cy="627407"/>
      </dsp:txXfrm>
    </dsp:sp>
    <dsp:sp modelId="{33AB5DF3-286C-4E6B-B1C4-4DF76DA888B0}">
      <dsp:nvSpPr>
        <dsp:cNvPr id="0" name=""/>
        <dsp:cNvSpPr/>
      </dsp:nvSpPr>
      <dsp:spPr>
        <a:xfrm>
          <a:off x="5139915" y="1152281"/>
          <a:ext cx="133289" cy="499835"/>
        </a:xfrm>
        <a:custGeom>
          <a:avLst/>
          <a:gdLst/>
          <a:ahLst/>
          <a:cxnLst/>
          <a:rect l="0" t="0" r="0" b="0"/>
          <a:pathLst>
            <a:path>
              <a:moveTo>
                <a:pt x="0" y="0"/>
              </a:moveTo>
              <a:lnTo>
                <a:pt x="0" y="499835"/>
              </a:lnTo>
              <a:lnTo>
                <a:pt x="133289" y="49983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A464EC9-2F7D-4609-9F79-D17A4C140D5D}">
      <dsp:nvSpPr>
        <dsp:cNvPr id="0" name=""/>
        <dsp:cNvSpPr/>
      </dsp:nvSpPr>
      <dsp:spPr>
        <a:xfrm>
          <a:off x="5273204" y="1318892"/>
          <a:ext cx="1066315" cy="66644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Using wordnet corpus</a:t>
          </a:r>
        </a:p>
      </dsp:txBody>
      <dsp:txXfrm>
        <a:off x="5292724" y="1338412"/>
        <a:ext cx="1027275" cy="627407"/>
      </dsp:txXfrm>
    </dsp:sp>
    <dsp:sp modelId="{54E4CECC-BF2E-4AD0-8BC2-492BB428FD04}">
      <dsp:nvSpPr>
        <dsp:cNvPr id="0" name=""/>
        <dsp:cNvSpPr/>
      </dsp:nvSpPr>
      <dsp:spPr>
        <a:xfrm>
          <a:off x="5139915" y="1152281"/>
          <a:ext cx="133289" cy="1332894"/>
        </a:xfrm>
        <a:custGeom>
          <a:avLst/>
          <a:gdLst/>
          <a:ahLst/>
          <a:cxnLst/>
          <a:rect l="0" t="0" r="0" b="0"/>
          <a:pathLst>
            <a:path>
              <a:moveTo>
                <a:pt x="0" y="0"/>
              </a:moveTo>
              <a:lnTo>
                <a:pt x="0" y="1332894"/>
              </a:lnTo>
              <a:lnTo>
                <a:pt x="133289" y="133289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E9F5B86-E9FE-43AF-8F46-9AF9810DEB76}">
      <dsp:nvSpPr>
        <dsp:cNvPr id="0" name=""/>
        <dsp:cNvSpPr/>
      </dsp:nvSpPr>
      <dsp:spPr>
        <a:xfrm>
          <a:off x="5273204" y="2151951"/>
          <a:ext cx="1066315" cy="66644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Using Walmart’s synonyms list</a:t>
          </a:r>
        </a:p>
      </dsp:txBody>
      <dsp:txXfrm>
        <a:off x="5292724" y="2171471"/>
        <a:ext cx="1027275" cy="627407"/>
      </dsp:txXfrm>
    </dsp:sp>
    <dsp:sp modelId="{CA1FD300-4273-4D44-A9B0-6F4F2A4BDB5C}">
      <dsp:nvSpPr>
        <dsp:cNvPr id="0" name=""/>
        <dsp:cNvSpPr/>
      </dsp:nvSpPr>
      <dsp:spPr>
        <a:xfrm>
          <a:off x="6672743" y="485833"/>
          <a:ext cx="1332894" cy="66644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US" sz="1600" kern="1200" dirty="0"/>
            <a:t>New Models</a:t>
          </a:r>
        </a:p>
      </dsp:txBody>
      <dsp:txXfrm>
        <a:off x="6692263" y="505353"/>
        <a:ext cx="1293854" cy="627407"/>
      </dsp:txXfrm>
    </dsp:sp>
    <dsp:sp modelId="{DF627D92-CE91-473E-9AF9-B30DC6637566}">
      <dsp:nvSpPr>
        <dsp:cNvPr id="0" name=""/>
        <dsp:cNvSpPr/>
      </dsp:nvSpPr>
      <dsp:spPr>
        <a:xfrm>
          <a:off x="6806033" y="1152281"/>
          <a:ext cx="133289" cy="499835"/>
        </a:xfrm>
        <a:custGeom>
          <a:avLst/>
          <a:gdLst/>
          <a:ahLst/>
          <a:cxnLst/>
          <a:rect l="0" t="0" r="0" b="0"/>
          <a:pathLst>
            <a:path>
              <a:moveTo>
                <a:pt x="0" y="0"/>
              </a:moveTo>
              <a:lnTo>
                <a:pt x="0" y="499835"/>
              </a:lnTo>
              <a:lnTo>
                <a:pt x="133289" y="49983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98DD9C7-78E6-48E0-8D7A-8CF147876A1E}">
      <dsp:nvSpPr>
        <dsp:cNvPr id="0" name=""/>
        <dsp:cNvSpPr/>
      </dsp:nvSpPr>
      <dsp:spPr>
        <a:xfrm>
          <a:off x="6939322" y="1318892"/>
          <a:ext cx="1066315" cy="66644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Voting classifiers</a:t>
          </a:r>
        </a:p>
      </dsp:txBody>
      <dsp:txXfrm>
        <a:off x="6958842" y="1338412"/>
        <a:ext cx="1027275" cy="627407"/>
      </dsp:txXfrm>
    </dsp:sp>
    <dsp:sp modelId="{154E6419-7F13-4791-9B77-FA5988652A5F}">
      <dsp:nvSpPr>
        <dsp:cNvPr id="0" name=""/>
        <dsp:cNvSpPr/>
      </dsp:nvSpPr>
      <dsp:spPr>
        <a:xfrm>
          <a:off x="6806033" y="1152281"/>
          <a:ext cx="133289" cy="1332894"/>
        </a:xfrm>
        <a:custGeom>
          <a:avLst/>
          <a:gdLst/>
          <a:ahLst/>
          <a:cxnLst/>
          <a:rect l="0" t="0" r="0" b="0"/>
          <a:pathLst>
            <a:path>
              <a:moveTo>
                <a:pt x="0" y="0"/>
              </a:moveTo>
              <a:lnTo>
                <a:pt x="0" y="1332894"/>
              </a:lnTo>
              <a:lnTo>
                <a:pt x="133289" y="133289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BA8659A-BC56-4DE5-9B75-826E697492E6}">
      <dsp:nvSpPr>
        <dsp:cNvPr id="0" name=""/>
        <dsp:cNvSpPr/>
      </dsp:nvSpPr>
      <dsp:spPr>
        <a:xfrm>
          <a:off x="6939322" y="2151951"/>
          <a:ext cx="1066315" cy="66644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FastText Model</a:t>
          </a:r>
        </a:p>
      </dsp:txBody>
      <dsp:txXfrm>
        <a:off x="6958842" y="2171471"/>
        <a:ext cx="1027275" cy="627407"/>
      </dsp:txXfrm>
    </dsp:sp>
    <dsp:sp modelId="{084DC1BE-C15A-436D-B513-881B9EB780A1}">
      <dsp:nvSpPr>
        <dsp:cNvPr id="0" name=""/>
        <dsp:cNvSpPr/>
      </dsp:nvSpPr>
      <dsp:spPr>
        <a:xfrm>
          <a:off x="8338862" y="485833"/>
          <a:ext cx="1332894" cy="66644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US" sz="1600" kern="1200" dirty="0"/>
            <a:t>Other methods</a:t>
          </a:r>
        </a:p>
      </dsp:txBody>
      <dsp:txXfrm>
        <a:off x="8358382" y="505353"/>
        <a:ext cx="1293854" cy="627407"/>
      </dsp:txXfrm>
    </dsp:sp>
    <dsp:sp modelId="{C922D516-4215-4172-965D-E75FE7BAB79D}">
      <dsp:nvSpPr>
        <dsp:cNvPr id="0" name=""/>
        <dsp:cNvSpPr/>
      </dsp:nvSpPr>
      <dsp:spPr>
        <a:xfrm>
          <a:off x="8472151" y="1152281"/>
          <a:ext cx="133289" cy="499835"/>
        </a:xfrm>
        <a:custGeom>
          <a:avLst/>
          <a:gdLst/>
          <a:ahLst/>
          <a:cxnLst/>
          <a:rect l="0" t="0" r="0" b="0"/>
          <a:pathLst>
            <a:path>
              <a:moveTo>
                <a:pt x="0" y="0"/>
              </a:moveTo>
              <a:lnTo>
                <a:pt x="0" y="499835"/>
              </a:lnTo>
              <a:lnTo>
                <a:pt x="133289" y="49983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F5ABD2E-6EE1-4372-BDE5-4360F0147E54}">
      <dsp:nvSpPr>
        <dsp:cNvPr id="0" name=""/>
        <dsp:cNvSpPr/>
      </dsp:nvSpPr>
      <dsp:spPr>
        <a:xfrm>
          <a:off x="8605440" y="1318892"/>
          <a:ext cx="1066315" cy="66644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ITEM1_DESC exact matching</a:t>
          </a:r>
        </a:p>
      </dsp:txBody>
      <dsp:txXfrm>
        <a:off x="8624960" y="1338412"/>
        <a:ext cx="1027275" cy="627407"/>
      </dsp:txXfrm>
    </dsp:sp>
    <dsp:sp modelId="{C93B81EB-0BFF-4400-A540-2A7D13631E58}">
      <dsp:nvSpPr>
        <dsp:cNvPr id="0" name=""/>
        <dsp:cNvSpPr/>
      </dsp:nvSpPr>
      <dsp:spPr>
        <a:xfrm>
          <a:off x="8472151" y="1152281"/>
          <a:ext cx="133289" cy="1332894"/>
        </a:xfrm>
        <a:custGeom>
          <a:avLst/>
          <a:gdLst/>
          <a:ahLst/>
          <a:cxnLst/>
          <a:rect l="0" t="0" r="0" b="0"/>
          <a:pathLst>
            <a:path>
              <a:moveTo>
                <a:pt x="0" y="0"/>
              </a:moveTo>
              <a:lnTo>
                <a:pt x="0" y="1332894"/>
              </a:lnTo>
              <a:lnTo>
                <a:pt x="133289" y="133289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0B2E4A2-F526-4E3B-8350-944BD56679E9}">
      <dsp:nvSpPr>
        <dsp:cNvPr id="0" name=""/>
        <dsp:cNvSpPr/>
      </dsp:nvSpPr>
      <dsp:spPr>
        <a:xfrm>
          <a:off x="8605440" y="2151951"/>
          <a:ext cx="1066315" cy="66644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Fuzzy </a:t>
          </a:r>
          <a:r>
            <a:rPr lang="en-US" sz="1400" kern="1200" dirty="0" err="1"/>
            <a:t>Tfidf</a:t>
          </a:r>
          <a:r>
            <a:rPr lang="en-US" sz="1400" kern="1200" dirty="0"/>
            <a:t> matching of FEAT1</a:t>
          </a:r>
        </a:p>
      </dsp:txBody>
      <dsp:txXfrm>
        <a:off x="8624960" y="2171471"/>
        <a:ext cx="1027275" cy="627407"/>
      </dsp:txXfrm>
    </dsp:sp>
  </dsp:spTree>
</dsp:drawing>
</file>

<file path=ppt/diagrams/drawing4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F4FED3-3669-4D1E-8283-23184F2D97DC}">
      <dsp:nvSpPr>
        <dsp:cNvPr id="0" name=""/>
        <dsp:cNvSpPr/>
      </dsp:nvSpPr>
      <dsp:spPr>
        <a:xfrm>
          <a:off x="2686" y="228320"/>
          <a:ext cx="1615434" cy="518400"/>
        </a:xfrm>
        <a:prstGeom prst="rect">
          <a:avLst/>
        </a:prstGeom>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softEdge rad="31750"/>
        </a:effectLst>
      </dsp:spPr>
      <dsp:style>
        <a:lnRef idx="0">
          <a:schemeClr val="accent2"/>
        </a:lnRef>
        <a:fillRef idx="3">
          <a:schemeClr val="accent2"/>
        </a:fillRef>
        <a:effectRef idx="3">
          <a:schemeClr val="accent2"/>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kern="1200" dirty="0"/>
            <a:t>Train data</a:t>
          </a:r>
        </a:p>
      </dsp:txBody>
      <dsp:txXfrm>
        <a:off x="2686" y="228320"/>
        <a:ext cx="1615434" cy="518400"/>
      </dsp:txXfrm>
    </dsp:sp>
    <dsp:sp modelId="{C7FC9189-681F-4DDE-A59A-16D1A6A91B66}">
      <dsp:nvSpPr>
        <dsp:cNvPr id="0" name=""/>
        <dsp:cNvSpPr/>
      </dsp:nvSpPr>
      <dsp:spPr>
        <a:xfrm>
          <a:off x="2686" y="746720"/>
          <a:ext cx="1615434" cy="3655953"/>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a:innerShdw blurRad="63500" dist="50800" dir="13500000">
            <a:prstClr val="black">
              <a:alpha val="50000"/>
            </a:prstClr>
          </a:innerShdw>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kern="1200" dirty="0">
              <a:highlight>
                <a:srgbClr val="FFFF00"/>
              </a:highlight>
            </a:rPr>
            <a:t>99.8%</a:t>
          </a:r>
          <a:r>
            <a:rPr lang="en-US" sz="1800" kern="1200" dirty="0"/>
            <a:t> of the training data is from US.</a:t>
          </a:r>
        </a:p>
      </dsp:txBody>
      <dsp:txXfrm>
        <a:off x="2686" y="746720"/>
        <a:ext cx="1615434" cy="3655953"/>
      </dsp:txXfrm>
    </dsp:sp>
    <dsp:sp modelId="{C598859F-D00C-416A-A981-4C4065E07C27}">
      <dsp:nvSpPr>
        <dsp:cNvPr id="0" name=""/>
        <dsp:cNvSpPr/>
      </dsp:nvSpPr>
      <dsp:spPr>
        <a:xfrm>
          <a:off x="1844281" y="228320"/>
          <a:ext cx="1615434" cy="518400"/>
        </a:xfrm>
        <a:prstGeom prst="rect">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softEdge rad="31750"/>
        </a:effectLst>
      </dsp:spPr>
      <dsp:style>
        <a:lnRef idx="0">
          <a:schemeClr val="accent1"/>
        </a:lnRef>
        <a:fillRef idx="3">
          <a:schemeClr val="accent1"/>
        </a:fillRef>
        <a:effectRef idx="3">
          <a:schemeClr val="accent1"/>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kern="1200" dirty="0"/>
            <a:t>Test data</a:t>
          </a:r>
        </a:p>
      </dsp:txBody>
      <dsp:txXfrm>
        <a:off x="1844281" y="228320"/>
        <a:ext cx="1615434" cy="518400"/>
      </dsp:txXfrm>
    </dsp:sp>
    <dsp:sp modelId="{538C5411-C13B-426F-B57E-51862A8C4061}">
      <dsp:nvSpPr>
        <dsp:cNvPr id="0" name=""/>
        <dsp:cNvSpPr/>
      </dsp:nvSpPr>
      <dsp:spPr>
        <a:xfrm>
          <a:off x="1844281" y="746720"/>
          <a:ext cx="1615434" cy="3655953"/>
        </a:xfrm>
        <a:prstGeom prst="rect">
          <a:avLst/>
        </a:prstGeom>
        <a:solidFill>
          <a:schemeClr val="accent5">
            <a:lumMod val="20000"/>
            <a:lumOff val="80000"/>
            <a:alpha val="90000"/>
          </a:schemeClr>
        </a:solidFill>
        <a:ln w="12700" cap="flat" cmpd="sng" algn="ctr">
          <a:solidFill>
            <a:schemeClr val="accent3">
              <a:tint val="40000"/>
              <a:alpha val="90000"/>
              <a:hueOff val="0"/>
              <a:satOff val="0"/>
              <a:lumOff val="0"/>
              <a:alphaOff val="0"/>
            </a:schemeClr>
          </a:solidFill>
          <a:prstDash val="solid"/>
          <a:miter lim="800000"/>
        </a:ln>
        <a:effectLst>
          <a:innerShdw blurRad="63500" dist="50800" dir="13500000">
            <a:prstClr val="black">
              <a:alpha val="50000"/>
            </a:prstClr>
          </a:innerShdw>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kern="1200" dirty="0">
              <a:highlight>
                <a:srgbClr val="FFFF00"/>
              </a:highlight>
            </a:rPr>
            <a:t>65%</a:t>
          </a:r>
          <a:r>
            <a:rPr lang="en-US" sz="1800" kern="1200" dirty="0"/>
            <a:t> of the test data is from CN, 10% from CA, 6% from JP.</a:t>
          </a:r>
        </a:p>
      </dsp:txBody>
      <dsp:txXfrm>
        <a:off x="1844281" y="746720"/>
        <a:ext cx="1615434" cy="3655953"/>
      </dsp:txXfrm>
    </dsp:sp>
    <dsp:sp modelId="{BAFD207F-7552-40EA-8796-48BCC6EADDE6}">
      <dsp:nvSpPr>
        <dsp:cNvPr id="0" name=""/>
        <dsp:cNvSpPr/>
      </dsp:nvSpPr>
      <dsp:spPr>
        <a:xfrm>
          <a:off x="3685876" y="228320"/>
          <a:ext cx="1615434" cy="518400"/>
        </a:xfrm>
        <a:prstGeom prst="rect">
          <a:avLst/>
        </a:prstGeom>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softEdge rad="31750"/>
        </a:effectLst>
      </dsp:spPr>
      <dsp:style>
        <a:lnRef idx="0">
          <a:schemeClr val="accent2"/>
        </a:lnRef>
        <a:fillRef idx="3">
          <a:schemeClr val="accent2"/>
        </a:fillRef>
        <a:effectRef idx="3">
          <a:schemeClr val="accent2"/>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kern="1200" dirty="0"/>
            <a:t>Train data</a:t>
          </a:r>
        </a:p>
      </dsp:txBody>
      <dsp:txXfrm>
        <a:off x="3685876" y="228320"/>
        <a:ext cx="1615434" cy="518400"/>
      </dsp:txXfrm>
    </dsp:sp>
    <dsp:sp modelId="{FECF0440-F05E-4056-BCC4-1EBE21B2B592}">
      <dsp:nvSpPr>
        <dsp:cNvPr id="0" name=""/>
        <dsp:cNvSpPr/>
      </dsp:nvSpPr>
      <dsp:spPr>
        <a:xfrm>
          <a:off x="3685876" y="746720"/>
          <a:ext cx="1615434" cy="3655953"/>
        </a:xfrm>
        <a:prstGeom prst="rect">
          <a:avLst/>
        </a:prstGeom>
        <a:solidFill>
          <a:schemeClr val="accent2">
            <a:lumMod val="20000"/>
            <a:lumOff val="80000"/>
            <a:alpha val="90000"/>
          </a:schemeClr>
        </a:solidFill>
        <a:ln w="12700" cap="flat" cmpd="sng" algn="ctr">
          <a:solidFill>
            <a:schemeClr val="accent4">
              <a:tint val="40000"/>
              <a:alpha val="90000"/>
              <a:hueOff val="0"/>
              <a:satOff val="0"/>
              <a:lumOff val="0"/>
              <a:alphaOff val="0"/>
            </a:schemeClr>
          </a:solidFill>
          <a:prstDash val="solid"/>
          <a:miter lim="800000"/>
        </a:ln>
        <a:effectLst>
          <a:innerShdw blurRad="63500" dist="50800" dir="13500000">
            <a:prstClr val="black">
              <a:alpha val="50000"/>
            </a:prstClr>
          </a:innerShdw>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kern="1200" dirty="0"/>
            <a:t>Mean word count is </a:t>
          </a:r>
          <a:r>
            <a:rPr lang="en-US" sz="1800" kern="1200" dirty="0">
              <a:highlight>
                <a:srgbClr val="FFFF00"/>
              </a:highlight>
            </a:rPr>
            <a:t>16.7</a:t>
          </a:r>
        </a:p>
        <a:p>
          <a:pPr marL="171450" lvl="1" indent="-171450" algn="l" defTabSz="800100">
            <a:lnSpc>
              <a:spcPct val="90000"/>
            </a:lnSpc>
            <a:spcBef>
              <a:spcPct val="0"/>
            </a:spcBef>
            <a:spcAft>
              <a:spcPct val="15000"/>
            </a:spcAft>
            <a:buChar char="•"/>
          </a:pPr>
          <a:r>
            <a:rPr lang="en-US" sz="1800" kern="1200" dirty="0"/>
            <a:t>Mean character count is </a:t>
          </a:r>
          <a:r>
            <a:rPr lang="en-US" sz="1800" kern="1200" dirty="0">
              <a:highlight>
                <a:srgbClr val="FFFF00"/>
              </a:highlight>
            </a:rPr>
            <a:t>80.6</a:t>
          </a:r>
        </a:p>
        <a:p>
          <a:pPr marL="171450" lvl="1" indent="-171450" algn="l" defTabSz="800100">
            <a:lnSpc>
              <a:spcPct val="90000"/>
            </a:lnSpc>
            <a:spcBef>
              <a:spcPct val="0"/>
            </a:spcBef>
            <a:spcAft>
              <a:spcPct val="15000"/>
            </a:spcAft>
            <a:buChar char="•"/>
          </a:pPr>
          <a:r>
            <a:rPr lang="en-US" sz="1800" kern="1200" dirty="0"/>
            <a:t>Mean avg word length is 4.92</a:t>
          </a:r>
        </a:p>
        <a:p>
          <a:pPr marL="171450" lvl="1" indent="-171450" algn="l" defTabSz="800100">
            <a:lnSpc>
              <a:spcPct val="90000"/>
            </a:lnSpc>
            <a:spcBef>
              <a:spcPct val="0"/>
            </a:spcBef>
            <a:spcAft>
              <a:spcPct val="15000"/>
            </a:spcAft>
            <a:buChar char="•"/>
          </a:pPr>
          <a:r>
            <a:rPr lang="en-US" sz="1800" kern="1200"/>
            <a:t>Correlation b/w word count and char count is 0.54</a:t>
          </a:r>
        </a:p>
      </dsp:txBody>
      <dsp:txXfrm>
        <a:off x="3685876" y="746720"/>
        <a:ext cx="1615434" cy="3655953"/>
      </dsp:txXfrm>
    </dsp:sp>
    <dsp:sp modelId="{41C78F44-7EA4-423A-B345-38AB1287A7FA}">
      <dsp:nvSpPr>
        <dsp:cNvPr id="0" name=""/>
        <dsp:cNvSpPr/>
      </dsp:nvSpPr>
      <dsp:spPr>
        <a:xfrm>
          <a:off x="5527472" y="228320"/>
          <a:ext cx="1615434" cy="518400"/>
        </a:xfrm>
        <a:prstGeom prst="rect">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softEdge rad="31750"/>
        </a:effectLst>
      </dsp:spPr>
      <dsp:style>
        <a:lnRef idx="0">
          <a:schemeClr val="accent1"/>
        </a:lnRef>
        <a:fillRef idx="3">
          <a:schemeClr val="accent1"/>
        </a:fillRef>
        <a:effectRef idx="3">
          <a:schemeClr val="accent1"/>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kern="1200" dirty="0"/>
            <a:t>Test data</a:t>
          </a:r>
        </a:p>
      </dsp:txBody>
      <dsp:txXfrm>
        <a:off x="5527472" y="228320"/>
        <a:ext cx="1615434" cy="518400"/>
      </dsp:txXfrm>
    </dsp:sp>
    <dsp:sp modelId="{294ABE75-098A-49DC-89F0-C9765CA169AD}">
      <dsp:nvSpPr>
        <dsp:cNvPr id="0" name=""/>
        <dsp:cNvSpPr/>
      </dsp:nvSpPr>
      <dsp:spPr>
        <a:xfrm>
          <a:off x="5527472" y="746720"/>
          <a:ext cx="1615434" cy="3655953"/>
        </a:xfrm>
        <a:prstGeom prst="rect">
          <a:avLst/>
        </a:prstGeom>
        <a:solidFill>
          <a:schemeClr val="accent5">
            <a:lumMod val="20000"/>
            <a:lumOff val="80000"/>
            <a:alpha val="90000"/>
          </a:schemeClr>
        </a:solidFill>
        <a:ln w="12700" cap="flat" cmpd="sng" algn="ctr">
          <a:solidFill>
            <a:schemeClr val="accent5">
              <a:tint val="40000"/>
              <a:alpha val="90000"/>
              <a:hueOff val="0"/>
              <a:satOff val="0"/>
              <a:lumOff val="0"/>
              <a:alphaOff val="0"/>
            </a:schemeClr>
          </a:solidFill>
          <a:prstDash val="solid"/>
          <a:miter lim="800000"/>
        </a:ln>
        <a:effectLst>
          <a:innerShdw blurRad="63500" dist="50800" dir="13500000">
            <a:prstClr val="black">
              <a:alpha val="50000"/>
            </a:prstClr>
          </a:innerShdw>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kern="1200" dirty="0"/>
            <a:t>Mean word count is </a:t>
          </a:r>
          <a:r>
            <a:rPr lang="en-US" sz="1800" kern="1200" dirty="0">
              <a:highlight>
                <a:srgbClr val="FFFF00"/>
              </a:highlight>
            </a:rPr>
            <a:t>17.3</a:t>
          </a:r>
        </a:p>
        <a:p>
          <a:pPr marL="171450" lvl="1" indent="-171450" algn="l" defTabSz="800100">
            <a:lnSpc>
              <a:spcPct val="90000"/>
            </a:lnSpc>
            <a:spcBef>
              <a:spcPct val="0"/>
            </a:spcBef>
            <a:spcAft>
              <a:spcPct val="15000"/>
            </a:spcAft>
            <a:buChar char="•"/>
          </a:pPr>
          <a:r>
            <a:rPr lang="en-US" sz="1800" kern="1200" dirty="0"/>
            <a:t>Mean character count is </a:t>
          </a:r>
          <a:r>
            <a:rPr lang="en-US" sz="1800" kern="1200" dirty="0">
              <a:highlight>
                <a:srgbClr val="FFFF00"/>
              </a:highlight>
            </a:rPr>
            <a:t>90.8</a:t>
          </a:r>
        </a:p>
        <a:p>
          <a:pPr marL="171450" lvl="1" indent="-171450" algn="l" defTabSz="800100">
            <a:lnSpc>
              <a:spcPct val="90000"/>
            </a:lnSpc>
            <a:spcBef>
              <a:spcPct val="0"/>
            </a:spcBef>
            <a:spcAft>
              <a:spcPct val="15000"/>
            </a:spcAft>
            <a:buChar char="•"/>
          </a:pPr>
          <a:r>
            <a:rPr lang="en-US" sz="1800" kern="1200"/>
            <a:t>Mean avg word length is 5.26</a:t>
          </a:r>
        </a:p>
        <a:p>
          <a:pPr marL="171450" lvl="1" indent="-171450" algn="l" defTabSz="800100">
            <a:lnSpc>
              <a:spcPct val="90000"/>
            </a:lnSpc>
            <a:spcBef>
              <a:spcPct val="0"/>
            </a:spcBef>
            <a:spcAft>
              <a:spcPct val="15000"/>
            </a:spcAft>
            <a:buChar char="•"/>
          </a:pPr>
          <a:r>
            <a:rPr lang="en-US" sz="1800" kern="1200" dirty="0"/>
            <a:t>Correlation b/w word count and char count is 0.84</a:t>
          </a:r>
        </a:p>
      </dsp:txBody>
      <dsp:txXfrm>
        <a:off x="5527472" y="746720"/>
        <a:ext cx="1615434" cy="3655953"/>
      </dsp:txXfrm>
    </dsp:sp>
  </dsp:spTree>
</dsp:drawing>
</file>

<file path=ppt/diagrams/drawing5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BDA8B1-B001-432C-93C1-AB4D21E672A4}">
      <dsp:nvSpPr>
        <dsp:cNvPr id="0" name=""/>
        <dsp:cNvSpPr/>
      </dsp:nvSpPr>
      <dsp:spPr>
        <a:xfrm>
          <a:off x="244826" y="2826"/>
          <a:ext cx="2749517" cy="1649710"/>
        </a:xfrm>
        <a:prstGeom prst="rect">
          <a:avLst/>
        </a:prstGeom>
        <a:gradFill rotWithShape="1">
          <a:gsLst>
            <a:gs pos="0">
              <a:schemeClr val="accent5">
                <a:lumMod val="110000"/>
                <a:satMod val="105000"/>
                <a:tint val="67000"/>
              </a:schemeClr>
            </a:gs>
            <a:gs pos="50000">
              <a:schemeClr val="accent5">
                <a:lumMod val="105000"/>
                <a:satMod val="103000"/>
                <a:tint val="73000"/>
              </a:schemeClr>
            </a:gs>
            <a:gs pos="100000">
              <a:schemeClr val="accent5">
                <a:lumMod val="105000"/>
                <a:satMod val="109000"/>
                <a:tint val="81000"/>
              </a:schemeClr>
            </a:gs>
          </a:gsLst>
          <a:lin ang="5400000" scaled="0"/>
        </a:gradFill>
        <a:ln w="6350" cap="flat" cmpd="sng" algn="ctr">
          <a:solidFill>
            <a:schemeClr val="accent5"/>
          </a:solidFill>
          <a:prstDash val="solid"/>
          <a:miter lim="800000"/>
        </a:ln>
        <a:effectLst>
          <a:outerShdw blurRad="50800" dist="38100" dir="18900000" algn="bl" rotWithShape="0">
            <a:prstClr val="black">
              <a:alpha val="40000"/>
            </a:prstClr>
          </a:outerShdw>
        </a:effectLst>
      </dsp:spPr>
      <dsp:style>
        <a:lnRef idx="1">
          <a:schemeClr val="accent5"/>
        </a:lnRef>
        <a:fillRef idx="2">
          <a:schemeClr val="accent5"/>
        </a:fillRef>
        <a:effectRef idx="1">
          <a:schemeClr val="accent5"/>
        </a:effectRef>
        <a:fontRef idx="minor">
          <a:schemeClr val="dk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Jaccard similarity: 11.57%</a:t>
          </a:r>
        </a:p>
      </dsp:txBody>
      <dsp:txXfrm>
        <a:off x="244826" y="2826"/>
        <a:ext cx="2749517" cy="1649710"/>
      </dsp:txXfrm>
    </dsp:sp>
    <dsp:sp modelId="{CE16FE8C-562C-43DB-BC99-8784C0C82674}">
      <dsp:nvSpPr>
        <dsp:cNvPr id="0" name=""/>
        <dsp:cNvSpPr/>
      </dsp:nvSpPr>
      <dsp:spPr>
        <a:xfrm>
          <a:off x="3269295" y="2826"/>
          <a:ext cx="2749517" cy="1649710"/>
        </a:xfrm>
        <a:prstGeom prst="rect">
          <a:avLst/>
        </a:prstGeom>
        <a:gradFill rotWithShape="1">
          <a:gsLst>
            <a:gs pos="0">
              <a:schemeClr val="accent5">
                <a:lumMod val="110000"/>
                <a:satMod val="105000"/>
                <a:tint val="67000"/>
              </a:schemeClr>
            </a:gs>
            <a:gs pos="50000">
              <a:schemeClr val="accent5">
                <a:lumMod val="105000"/>
                <a:satMod val="103000"/>
                <a:tint val="73000"/>
              </a:schemeClr>
            </a:gs>
            <a:gs pos="100000">
              <a:schemeClr val="accent5">
                <a:lumMod val="105000"/>
                <a:satMod val="109000"/>
                <a:tint val="81000"/>
              </a:schemeClr>
            </a:gs>
          </a:gsLst>
          <a:lin ang="5400000" scaled="0"/>
        </a:gradFill>
        <a:ln w="6350" cap="flat" cmpd="sng" algn="ctr">
          <a:solidFill>
            <a:schemeClr val="accent5"/>
          </a:solidFill>
          <a:prstDash val="solid"/>
          <a:miter lim="800000"/>
        </a:ln>
        <a:effectLst>
          <a:outerShdw blurRad="50800" dist="38100" dir="18900000" algn="bl" rotWithShape="0">
            <a:prstClr val="black">
              <a:alpha val="40000"/>
            </a:prstClr>
          </a:outerShdw>
        </a:effectLst>
      </dsp:spPr>
      <dsp:style>
        <a:lnRef idx="1">
          <a:schemeClr val="accent5"/>
        </a:lnRef>
        <a:fillRef idx="2">
          <a:schemeClr val="accent5"/>
        </a:fillRef>
        <a:effectRef idx="1">
          <a:schemeClr val="accent5"/>
        </a:effectRef>
        <a:fontRef idx="minor">
          <a:schemeClr val="dk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Cosine similarity: 33.73%</a:t>
          </a:r>
        </a:p>
      </dsp:txBody>
      <dsp:txXfrm>
        <a:off x="3269295" y="2826"/>
        <a:ext cx="2749517" cy="1649710"/>
      </dsp:txXfrm>
    </dsp:sp>
    <dsp:sp modelId="{432096C8-A92C-4625-BAD9-CAD0CD82BDAC}">
      <dsp:nvSpPr>
        <dsp:cNvPr id="0" name=""/>
        <dsp:cNvSpPr/>
      </dsp:nvSpPr>
      <dsp:spPr>
        <a:xfrm>
          <a:off x="244826" y="1927488"/>
          <a:ext cx="2749517" cy="1649710"/>
        </a:xfrm>
        <a:prstGeom prst="rect">
          <a:avLst/>
        </a:prstGeom>
        <a:gradFill rotWithShape="1">
          <a:gsLst>
            <a:gs pos="0">
              <a:schemeClr val="accent5">
                <a:lumMod val="110000"/>
                <a:satMod val="105000"/>
                <a:tint val="67000"/>
              </a:schemeClr>
            </a:gs>
            <a:gs pos="50000">
              <a:schemeClr val="accent5">
                <a:lumMod val="105000"/>
                <a:satMod val="103000"/>
                <a:tint val="73000"/>
              </a:schemeClr>
            </a:gs>
            <a:gs pos="100000">
              <a:schemeClr val="accent5">
                <a:lumMod val="105000"/>
                <a:satMod val="109000"/>
                <a:tint val="81000"/>
              </a:schemeClr>
            </a:gs>
          </a:gsLst>
          <a:lin ang="5400000" scaled="0"/>
        </a:gradFill>
        <a:ln w="6350" cap="flat" cmpd="sng" algn="ctr">
          <a:solidFill>
            <a:schemeClr val="accent5"/>
          </a:solidFill>
          <a:prstDash val="solid"/>
          <a:miter lim="800000"/>
        </a:ln>
        <a:effectLst>
          <a:outerShdw blurRad="50800" dist="38100" dir="18900000" algn="bl" rotWithShape="0">
            <a:prstClr val="black">
              <a:alpha val="40000"/>
            </a:prstClr>
          </a:outerShdw>
        </a:effectLst>
      </dsp:spPr>
      <dsp:style>
        <a:lnRef idx="1">
          <a:schemeClr val="accent5"/>
        </a:lnRef>
        <a:fillRef idx="2">
          <a:schemeClr val="accent5"/>
        </a:fillRef>
        <a:effectRef idx="1">
          <a:schemeClr val="accent5"/>
        </a:effectRef>
        <a:fontRef idx="minor">
          <a:schemeClr val="dk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No. of common words: 3221</a:t>
          </a:r>
        </a:p>
      </dsp:txBody>
      <dsp:txXfrm>
        <a:off x="244826" y="1927488"/>
        <a:ext cx="2749517" cy="1649710"/>
      </dsp:txXfrm>
    </dsp:sp>
    <dsp:sp modelId="{49D4FA71-9BB1-4667-9086-6D3CBCDE249A}">
      <dsp:nvSpPr>
        <dsp:cNvPr id="0" name=""/>
        <dsp:cNvSpPr/>
      </dsp:nvSpPr>
      <dsp:spPr>
        <a:xfrm>
          <a:off x="3269295" y="1927488"/>
          <a:ext cx="2749517" cy="1649710"/>
        </a:xfrm>
        <a:prstGeom prst="rect">
          <a:avLst/>
        </a:prstGeom>
        <a:gradFill rotWithShape="1">
          <a:gsLst>
            <a:gs pos="0">
              <a:schemeClr val="accent5">
                <a:lumMod val="110000"/>
                <a:satMod val="105000"/>
                <a:tint val="67000"/>
              </a:schemeClr>
            </a:gs>
            <a:gs pos="50000">
              <a:schemeClr val="accent5">
                <a:lumMod val="105000"/>
                <a:satMod val="103000"/>
                <a:tint val="73000"/>
              </a:schemeClr>
            </a:gs>
            <a:gs pos="100000">
              <a:schemeClr val="accent5">
                <a:lumMod val="105000"/>
                <a:satMod val="109000"/>
                <a:tint val="81000"/>
              </a:schemeClr>
            </a:gs>
          </a:gsLst>
          <a:lin ang="5400000" scaled="0"/>
        </a:gradFill>
        <a:ln w="6350" cap="flat" cmpd="sng" algn="ctr">
          <a:solidFill>
            <a:schemeClr val="accent5"/>
          </a:solidFill>
          <a:prstDash val="solid"/>
          <a:miter lim="800000"/>
        </a:ln>
        <a:effectLst>
          <a:outerShdw blurRad="50800" dist="38100" dir="18900000" algn="bl" rotWithShape="0">
            <a:prstClr val="black">
              <a:alpha val="40000"/>
            </a:prstClr>
          </a:outerShdw>
        </a:effectLst>
      </dsp:spPr>
      <dsp:style>
        <a:lnRef idx="1">
          <a:schemeClr val="accent5"/>
        </a:lnRef>
        <a:fillRef idx="2">
          <a:schemeClr val="accent5"/>
        </a:fillRef>
        <a:effectRef idx="1">
          <a:schemeClr val="accent5"/>
        </a:effectRef>
        <a:fontRef idx="minor">
          <a:schemeClr val="dk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No. of words in the union: 27834</a:t>
          </a:r>
        </a:p>
      </dsp:txBody>
      <dsp:txXfrm>
        <a:off x="3269295" y="1927488"/>
        <a:ext cx="2749517" cy="1649710"/>
      </dsp:txXfrm>
    </dsp:sp>
    <dsp:sp modelId="{673D6359-3A4D-41EC-B947-9FC71D4C0915}">
      <dsp:nvSpPr>
        <dsp:cNvPr id="0" name=""/>
        <dsp:cNvSpPr/>
      </dsp:nvSpPr>
      <dsp:spPr>
        <a:xfrm>
          <a:off x="244826" y="3852151"/>
          <a:ext cx="2749517" cy="1649710"/>
        </a:xfrm>
        <a:prstGeom prst="rect">
          <a:avLst/>
        </a:prstGeom>
        <a:gradFill rotWithShape="1">
          <a:gsLst>
            <a:gs pos="0">
              <a:schemeClr val="accent5">
                <a:lumMod val="110000"/>
                <a:satMod val="105000"/>
                <a:tint val="67000"/>
              </a:schemeClr>
            </a:gs>
            <a:gs pos="50000">
              <a:schemeClr val="accent5">
                <a:lumMod val="105000"/>
                <a:satMod val="103000"/>
                <a:tint val="73000"/>
              </a:schemeClr>
            </a:gs>
            <a:gs pos="100000">
              <a:schemeClr val="accent5">
                <a:lumMod val="105000"/>
                <a:satMod val="109000"/>
                <a:tint val="81000"/>
              </a:schemeClr>
            </a:gs>
          </a:gsLst>
          <a:lin ang="5400000" scaled="0"/>
        </a:gradFill>
        <a:ln w="6350" cap="flat" cmpd="sng" algn="ctr">
          <a:solidFill>
            <a:schemeClr val="accent5"/>
          </a:solidFill>
          <a:prstDash val="solid"/>
          <a:miter lim="800000"/>
        </a:ln>
        <a:effectLst>
          <a:outerShdw blurRad="50800" dist="38100" dir="18900000" algn="bl" rotWithShape="0">
            <a:prstClr val="black">
              <a:alpha val="40000"/>
            </a:prstClr>
          </a:outerShdw>
        </a:effectLst>
      </dsp:spPr>
      <dsp:style>
        <a:lnRef idx="1">
          <a:schemeClr val="accent5"/>
        </a:lnRef>
        <a:fillRef idx="2">
          <a:schemeClr val="accent5"/>
        </a:fillRef>
        <a:effectRef idx="1">
          <a:schemeClr val="accent5"/>
        </a:effectRef>
        <a:fontRef idx="minor">
          <a:schemeClr val="dk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No. of words NOT in TRAIN set but in TEST set: 2659</a:t>
          </a:r>
        </a:p>
      </dsp:txBody>
      <dsp:txXfrm>
        <a:off x="244826" y="3852151"/>
        <a:ext cx="2749517" cy="1649710"/>
      </dsp:txXfrm>
    </dsp:sp>
    <dsp:sp modelId="{A61022D5-A0E4-4B68-AD03-E4E9A2BF84B3}">
      <dsp:nvSpPr>
        <dsp:cNvPr id="0" name=""/>
        <dsp:cNvSpPr/>
      </dsp:nvSpPr>
      <dsp:spPr>
        <a:xfrm>
          <a:off x="3269295" y="3852151"/>
          <a:ext cx="2749517" cy="1649710"/>
        </a:xfrm>
        <a:prstGeom prst="rect">
          <a:avLst/>
        </a:prstGeom>
        <a:gradFill rotWithShape="1">
          <a:gsLst>
            <a:gs pos="0">
              <a:schemeClr val="accent5">
                <a:lumMod val="110000"/>
                <a:satMod val="105000"/>
                <a:tint val="67000"/>
              </a:schemeClr>
            </a:gs>
            <a:gs pos="50000">
              <a:schemeClr val="accent5">
                <a:lumMod val="105000"/>
                <a:satMod val="103000"/>
                <a:tint val="73000"/>
              </a:schemeClr>
            </a:gs>
            <a:gs pos="100000">
              <a:schemeClr val="accent5">
                <a:lumMod val="105000"/>
                <a:satMod val="109000"/>
                <a:tint val="81000"/>
              </a:schemeClr>
            </a:gs>
          </a:gsLst>
          <a:lin ang="5400000" scaled="0"/>
        </a:gradFill>
        <a:ln w="6350" cap="flat" cmpd="sng" algn="ctr">
          <a:solidFill>
            <a:schemeClr val="accent5"/>
          </a:solidFill>
          <a:prstDash val="solid"/>
          <a:miter lim="800000"/>
        </a:ln>
        <a:effectLst>
          <a:outerShdw blurRad="50800" dist="38100" dir="18900000" algn="bl" rotWithShape="0">
            <a:prstClr val="black">
              <a:alpha val="40000"/>
            </a:prstClr>
          </a:outerShdw>
        </a:effectLst>
      </dsp:spPr>
      <dsp:style>
        <a:lnRef idx="1">
          <a:schemeClr val="accent5"/>
        </a:lnRef>
        <a:fillRef idx="2">
          <a:schemeClr val="accent5"/>
        </a:fillRef>
        <a:effectRef idx="1">
          <a:schemeClr val="accent5"/>
        </a:effectRef>
        <a:fontRef idx="minor">
          <a:schemeClr val="dk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No. of words NOT in TEST set but in TRAIN set: 21954</a:t>
          </a:r>
        </a:p>
      </dsp:txBody>
      <dsp:txXfrm>
        <a:off x="3269295" y="3852151"/>
        <a:ext cx="2749517" cy="1649710"/>
      </dsp:txXfrm>
    </dsp:sp>
  </dsp:spTree>
</dsp:drawing>
</file>

<file path=ppt/diagrams/drawing5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46EBE6-770C-4AC6-A0B8-B0230D6C137E}">
      <dsp:nvSpPr>
        <dsp:cNvPr id="0" name=""/>
        <dsp:cNvSpPr/>
      </dsp:nvSpPr>
      <dsp:spPr>
        <a:xfrm>
          <a:off x="0" y="0"/>
          <a:ext cx="7624925" cy="766516"/>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Stop words</a:t>
          </a:r>
        </a:p>
      </dsp:txBody>
      <dsp:txXfrm>
        <a:off x="37418" y="37418"/>
        <a:ext cx="7550089" cy="691680"/>
      </dsp:txXfrm>
    </dsp:sp>
    <dsp:sp modelId="{70414F3F-CC08-4918-BD49-37A7A0D5BF11}">
      <dsp:nvSpPr>
        <dsp:cNvPr id="0" name=""/>
        <dsp:cNvSpPr/>
      </dsp:nvSpPr>
      <dsp:spPr>
        <a:xfrm>
          <a:off x="0" y="791310"/>
          <a:ext cx="11192387" cy="9485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5358" tIns="35560" rIns="199136" bIns="35560" numCol="1" spcCol="1270" anchor="t" anchorCtr="0">
          <a:noAutofit/>
        </a:bodyPr>
        <a:lstStyle/>
        <a:p>
          <a:pPr marL="228600" lvl="1" indent="-228600" algn="l" defTabSz="977900">
            <a:lnSpc>
              <a:spcPct val="90000"/>
            </a:lnSpc>
            <a:spcBef>
              <a:spcPct val="0"/>
            </a:spcBef>
            <a:spcAft>
              <a:spcPct val="20000"/>
            </a:spcAft>
            <a:buChar char="•"/>
          </a:pPr>
          <a:r>
            <a:rPr lang="en-US" sz="2200" kern="1200" dirty="0"/>
            <a:t>There are around 2000 stop words, which accounts to 0.2% of the total words in the train data.</a:t>
          </a:r>
        </a:p>
      </dsp:txBody>
      <dsp:txXfrm>
        <a:off x="0" y="791310"/>
        <a:ext cx="11192387" cy="948577"/>
      </dsp:txXfrm>
    </dsp:sp>
    <dsp:sp modelId="{06A6196E-E0EF-4A23-8C4D-CA46CD117E96}">
      <dsp:nvSpPr>
        <dsp:cNvPr id="0" name=""/>
        <dsp:cNvSpPr/>
      </dsp:nvSpPr>
      <dsp:spPr>
        <a:xfrm>
          <a:off x="0" y="1709447"/>
          <a:ext cx="7773448" cy="671749"/>
        </a:xfrm>
        <a:prstGeom prst="roundRect">
          <a:avLst/>
        </a:prstGeom>
        <a:solidFill>
          <a:schemeClr val="accent6">
            <a:lumMod val="75000"/>
          </a:schemeClr>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Lemmatization</a:t>
          </a:r>
        </a:p>
      </dsp:txBody>
      <dsp:txXfrm>
        <a:off x="32792" y="1742239"/>
        <a:ext cx="7707864" cy="606165"/>
      </dsp:txXfrm>
    </dsp:sp>
    <dsp:sp modelId="{66753BF0-95E5-44F5-9754-91BDD719FD2E}">
      <dsp:nvSpPr>
        <dsp:cNvPr id="0" name=""/>
        <dsp:cNvSpPr/>
      </dsp:nvSpPr>
      <dsp:spPr>
        <a:xfrm>
          <a:off x="0" y="2411637"/>
          <a:ext cx="11192387" cy="9485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5358" tIns="35560" rIns="199136" bIns="35560" numCol="1" spcCol="1270" anchor="t" anchorCtr="0">
          <a:noAutofit/>
        </a:bodyPr>
        <a:lstStyle/>
        <a:p>
          <a:pPr marL="228600" lvl="1" indent="-228600" algn="l" defTabSz="977900">
            <a:lnSpc>
              <a:spcPct val="90000"/>
            </a:lnSpc>
            <a:spcBef>
              <a:spcPct val="0"/>
            </a:spcBef>
            <a:spcAft>
              <a:spcPct val="20000"/>
            </a:spcAft>
            <a:buChar char="•"/>
          </a:pPr>
          <a:r>
            <a:rPr lang="en-US" sz="2200" kern="1200" dirty="0"/>
            <a:t>No. of features on vectorizing the training data after removing stop words and performing lemmatization were reduced by 31.</a:t>
          </a:r>
        </a:p>
      </dsp:txBody>
      <dsp:txXfrm>
        <a:off x="0" y="2411637"/>
        <a:ext cx="11192387" cy="948577"/>
      </dsp:txXfrm>
    </dsp:sp>
    <dsp:sp modelId="{C5A83F03-E4C6-4221-9915-CBDC25C7C3DD}">
      <dsp:nvSpPr>
        <dsp:cNvPr id="0" name=""/>
        <dsp:cNvSpPr/>
      </dsp:nvSpPr>
      <dsp:spPr>
        <a:xfrm>
          <a:off x="0" y="3360224"/>
          <a:ext cx="7319149" cy="693292"/>
        </a:xfrm>
        <a:prstGeom prst="roundRect">
          <a:avLst/>
        </a:prstGeom>
        <a:solidFill>
          <a:schemeClr val="accent2"/>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Single character words</a:t>
          </a:r>
        </a:p>
      </dsp:txBody>
      <dsp:txXfrm>
        <a:off x="33844" y="3394068"/>
        <a:ext cx="7251461" cy="625604"/>
      </dsp:txXfrm>
    </dsp:sp>
    <dsp:sp modelId="{E51BFB5B-0A47-4384-AD61-AA483AF85A64}">
      <dsp:nvSpPr>
        <dsp:cNvPr id="0" name=""/>
        <dsp:cNvSpPr/>
      </dsp:nvSpPr>
      <dsp:spPr>
        <a:xfrm>
          <a:off x="0" y="4053506"/>
          <a:ext cx="11192387" cy="9485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5358" tIns="35560" rIns="199136" bIns="35560" numCol="1" spcCol="1270" anchor="t" anchorCtr="0">
          <a:noAutofit/>
        </a:bodyPr>
        <a:lstStyle/>
        <a:p>
          <a:pPr marL="228600" lvl="1" indent="-228600" algn="l" defTabSz="977900">
            <a:lnSpc>
              <a:spcPct val="90000"/>
            </a:lnSpc>
            <a:spcBef>
              <a:spcPct val="0"/>
            </a:spcBef>
            <a:spcAft>
              <a:spcPct val="20000"/>
            </a:spcAft>
            <a:buChar char="•"/>
          </a:pPr>
          <a:r>
            <a:rPr lang="en-US" sz="2200" kern="1200"/>
            <a:t>Around 3000 single character words (like C, N, K, etc) were removed.</a:t>
          </a:r>
          <a:endParaRPr lang="en-US" sz="2200" kern="1200" dirty="0"/>
        </a:p>
      </dsp:txBody>
      <dsp:txXfrm>
        <a:off x="0" y="4053506"/>
        <a:ext cx="11192387" cy="948577"/>
      </dsp:txXfrm>
    </dsp:sp>
  </dsp:spTree>
</dsp:drawing>
</file>

<file path=ppt/diagrams/drawing5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6AD8CC-7F90-418C-A57E-0CCB37A49A94}">
      <dsp:nvSpPr>
        <dsp:cNvPr id="0" name=""/>
        <dsp:cNvSpPr/>
      </dsp:nvSpPr>
      <dsp:spPr>
        <a:xfrm>
          <a:off x="4219" y="52969"/>
          <a:ext cx="2537458" cy="489600"/>
        </a:xfrm>
        <a:prstGeom prst="rect">
          <a:avLst/>
        </a:prstGeom>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785" dist="33020" dir="3180000" algn="ctr" rotWithShape="0">
            <a:srgbClr val="000000">
              <a:alpha val="30000"/>
            </a:srgbClr>
          </a:outerShdw>
        </a:effectLst>
        <a:scene3d>
          <a:camera prst="orthographicFront">
            <a:rot lat="0" lon="0" rev="0"/>
          </a:camera>
          <a:lightRig rig="brightRoom" dir="t">
            <a:rot lat="0" lon="0" rev="600000"/>
          </a:lightRig>
        </a:scene3d>
        <a:sp3d prstMaterial="metal">
          <a:bevelT w="38100" h="57150" prst="angle"/>
        </a:sp3d>
      </dsp:spPr>
      <dsp:style>
        <a:lnRef idx="0">
          <a:schemeClr val="accent5"/>
        </a:lnRef>
        <a:fillRef idx="3">
          <a:schemeClr val="accent5"/>
        </a:fillRef>
        <a:effectRef idx="3">
          <a:schemeClr val="accent5"/>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en-US" sz="1700" kern="1200" dirty="0"/>
            <a:t>Spell check</a:t>
          </a:r>
        </a:p>
      </dsp:txBody>
      <dsp:txXfrm>
        <a:off x="4219" y="52969"/>
        <a:ext cx="2537458" cy="489600"/>
      </dsp:txXfrm>
    </dsp:sp>
    <dsp:sp modelId="{E0B901FF-34AF-4924-B087-FEEB2EDE543E}">
      <dsp:nvSpPr>
        <dsp:cNvPr id="0" name=""/>
        <dsp:cNvSpPr/>
      </dsp:nvSpPr>
      <dsp:spPr>
        <a:xfrm>
          <a:off x="4219" y="542569"/>
          <a:ext cx="2537458" cy="4914772"/>
        </a:xfrm>
        <a:prstGeom prst="rect">
          <a:avLst/>
        </a:prstGeom>
        <a:solidFill>
          <a:schemeClr val="lt1"/>
        </a:solidFill>
        <a:ln w="12700" cap="flat" cmpd="sng" algn="ctr">
          <a:noFill/>
          <a:prstDash val="solid"/>
          <a:miter lim="800000"/>
        </a:ln>
        <a:effectLst>
          <a:outerShdw blurRad="57785" dist="33020" dir="3180000" algn="ctr" rotWithShape="0">
            <a:srgbClr val="000000">
              <a:alpha val="30000"/>
            </a:srgbClr>
          </a:outerShdw>
        </a:effectLst>
        <a:scene3d>
          <a:camera prst="orthographicFront">
            <a:rot lat="0" lon="0" rev="0"/>
          </a:camera>
          <a:lightRig rig="brightRoom" dir="t">
            <a:rot lat="0" lon="0" rev="600000"/>
          </a:lightRig>
        </a:scene3d>
        <a:sp3d prstMaterial="metal">
          <a:bevelT w="38100" h="57150" prst="angle"/>
        </a:sp3d>
      </dsp:spPr>
      <dsp:style>
        <a:lnRef idx="2">
          <a:schemeClr val="accent5"/>
        </a:lnRef>
        <a:fillRef idx="1">
          <a:schemeClr val="lt1"/>
        </a:fillRef>
        <a:effectRef idx="0">
          <a:schemeClr val="accent5"/>
        </a:effectRef>
        <a:fontRef idx="minor">
          <a:schemeClr val="dk1"/>
        </a:fontRef>
      </dsp:style>
      <ds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US" sz="1700" kern="1200" dirty="0" err="1"/>
            <a:t>flavrd</a:t>
          </a:r>
          <a:r>
            <a:rPr lang="en-US" sz="1700" kern="1200" dirty="0"/>
            <a:t>-lord</a:t>
          </a:r>
        </a:p>
        <a:p>
          <a:pPr marL="171450" lvl="1" indent="-171450" algn="l" defTabSz="755650">
            <a:lnSpc>
              <a:spcPct val="90000"/>
            </a:lnSpc>
            <a:spcBef>
              <a:spcPct val="0"/>
            </a:spcBef>
            <a:spcAft>
              <a:spcPct val="15000"/>
            </a:spcAft>
            <a:buChar char="•"/>
          </a:pPr>
          <a:r>
            <a:rPr lang="en-US" sz="1700" kern="1200"/>
            <a:t>keylime-kylie</a:t>
          </a:r>
        </a:p>
        <a:p>
          <a:pPr marL="171450" lvl="1" indent="-171450" algn="l" defTabSz="755650">
            <a:lnSpc>
              <a:spcPct val="90000"/>
            </a:lnSpc>
            <a:spcBef>
              <a:spcPct val="0"/>
            </a:spcBef>
            <a:spcAft>
              <a:spcPct val="15000"/>
            </a:spcAft>
            <a:buChar char="•"/>
          </a:pPr>
          <a:r>
            <a:rPr lang="en-US" sz="1700" kern="1200"/>
            <a:t>sunflwer-sunflower</a:t>
          </a:r>
        </a:p>
        <a:p>
          <a:pPr marL="171450" lvl="1" indent="-171450" algn="l" defTabSz="755650">
            <a:lnSpc>
              <a:spcPct val="90000"/>
            </a:lnSpc>
            <a:spcBef>
              <a:spcPct val="0"/>
            </a:spcBef>
            <a:spcAft>
              <a:spcPct val="15000"/>
            </a:spcAft>
            <a:buChar char="•"/>
          </a:pPr>
          <a:r>
            <a:rPr lang="en-US" sz="1700" kern="1200"/>
            <a:t>caulicrmb-caulicrmb</a:t>
          </a:r>
        </a:p>
        <a:p>
          <a:pPr marL="171450" lvl="1" indent="-171450" algn="l" defTabSz="755650">
            <a:lnSpc>
              <a:spcPct val="90000"/>
            </a:lnSpc>
            <a:spcBef>
              <a:spcPct val="0"/>
            </a:spcBef>
            <a:spcAft>
              <a:spcPct val="15000"/>
            </a:spcAft>
            <a:buChar char="•"/>
          </a:pPr>
          <a:r>
            <a:rPr lang="en-US" sz="1700" kern="1200" dirty="0" err="1"/>
            <a:t>stayman-starman</a:t>
          </a:r>
          <a:endParaRPr lang="en-US" sz="1700" kern="1200" dirty="0"/>
        </a:p>
        <a:p>
          <a:pPr marL="171450" lvl="1" indent="-171450" algn="l" defTabSz="755650">
            <a:lnSpc>
              <a:spcPct val="90000"/>
            </a:lnSpc>
            <a:spcBef>
              <a:spcPct val="0"/>
            </a:spcBef>
            <a:spcAft>
              <a:spcPct val="15000"/>
            </a:spcAft>
            <a:buChar char="•"/>
          </a:pPr>
          <a:r>
            <a:rPr lang="en-US" sz="1700" kern="1200"/>
            <a:t>xref-ref</a:t>
          </a:r>
        </a:p>
        <a:p>
          <a:pPr marL="171450" lvl="1" indent="-171450" algn="l" defTabSz="755650">
            <a:lnSpc>
              <a:spcPct val="90000"/>
            </a:lnSpc>
            <a:spcBef>
              <a:spcPct val="0"/>
            </a:spcBef>
            <a:spcAft>
              <a:spcPct val="15000"/>
            </a:spcAft>
            <a:buChar char="•"/>
          </a:pPr>
          <a:r>
            <a:rPr lang="en-US" sz="1700" kern="1200"/>
            <a:t>braeburn-rayburn</a:t>
          </a:r>
        </a:p>
        <a:p>
          <a:pPr marL="171450" lvl="1" indent="-171450" algn="l" defTabSz="755650">
            <a:lnSpc>
              <a:spcPct val="90000"/>
            </a:lnSpc>
            <a:spcBef>
              <a:spcPct val="0"/>
            </a:spcBef>
            <a:spcAft>
              <a:spcPct val="15000"/>
            </a:spcAft>
            <a:buChar char="•"/>
          </a:pPr>
          <a:r>
            <a:rPr lang="en-US" sz="1700" kern="1200" dirty="0" err="1"/>
            <a:t>pinkldy</a:t>
          </a:r>
          <a:r>
            <a:rPr lang="en-US" sz="1700" kern="1200" dirty="0"/>
            <a:t>-pinky</a:t>
          </a:r>
        </a:p>
      </dsp:txBody>
      <dsp:txXfrm>
        <a:off x="4219" y="542569"/>
        <a:ext cx="2537458" cy="4914772"/>
      </dsp:txXfrm>
    </dsp:sp>
    <dsp:sp modelId="{29717A32-9863-46C8-9057-CD2C203ABDF1}">
      <dsp:nvSpPr>
        <dsp:cNvPr id="0" name=""/>
        <dsp:cNvSpPr/>
      </dsp:nvSpPr>
      <dsp:spPr>
        <a:xfrm>
          <a:off x="2896923" y="52969"/>
          <a:ext cx="2537458" cy="489600"/>
        </a:xfrm>
        <a:prstGeom prst="rect">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785" dist="33020" dir="3180000" algn="ctr" rotWithShape="0">
            <a:srgbClr val="000000">
              <a:alpha val="30000"/>
            </a:srgbClr>
          </a:outerShdw>
        </a:effectLst>
        <a:scene3d>
          <a:camera prst="orthographicFront">
            <a:rot lat="0" lon="0" rev="0"/>
          </a:camera>
          <a:lightRig rig="brightRoom" dir="t">
            <a:rot lat="0" lon="0" rev="600000"/>
          </a:lightRig>
        </a:scene3d>
        <a:sp3d prstMaterial="metal">
          <a:bevelT w="38100" h="57150" prst="angle"/>
        </a:sp3d>
      </dsp:spPr>
      <dsp:style>
        <a:lnRef idx="0">
          <a:schemeClr val="accent1"/>
        </a:lnRef>
        <a:fillRef idx="3">
          <a:schemeClr val="accent1"/>
        </a:fillRef>
        <a:effectRef idx="3">
          <a:schemeClr val="accent1"/>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en-US" sz="1700" kern="1200" dirty="0"/>
            <a:t>Auto-correct</a:t>
          </a:r>
        </a:p>
      </dsp:txBody>
      <dsp:txXfrm>
        <a:off x="2896923" y="52969"/>
        <a:ext cx="2537458" cy="489600"/>
      </dsp:txXfrm>
    </dsp:sp>
    <dsp:sp modelId="{B52A5248-E5CE-4237-B839-0BD7A358258E}">
      <dsp:nvSpPr>
        <dsp:cNvPr id="0" name=""/>
        <dsp:cNvSpPr/>
      </dsp:nvSpPr>
      <dsp:spPr>
        <a:xfrm>
          <a:off x="2896923" y="542569"/>
          <a:ext cx="2537458" cy="4914772"/>
        </a:xfrm>
        <a:prstGeom prst="rect">
          <a:avLst/>
        </a:prstGeom>
        <a:solidFill>
          <a:schemeClr val="lt1"/>
        </a:solidFill>
        <a:ln w="12700" cap="flat" cmpd="sng" algn="ctr">
          <a:noFill/>
          <a:prstDash val="solid"/>
          <a:miter lim="800000"/>
        </a:ln>
        <a:effectLst>
          <a:outerShdw blurRad="57785" dist="33020" dir="3180000" algn="ctr" rotWithShape="0">
            <a:srgbClr val="000000">
              <a:alpha val="30000"/>
            </a:srgbClr>
          </a:outerShdw>
        </a:effectLst>
        <a:scene3d>
          <a:camera prst="orthographicFront">
            <a:rot lat="0" lon="0" rev="0"/>
          </a:camera>
          <a:lightRig rig="brightRoom" dir="t">
            <a:rot lat="0" lon="0" rev="600000"/>
          </a:lightRig>
        </a:scene3d>
        <a:sp3d prstMaterial="metal">
          <a:bevelT w="38100" h="57150" prst="angle"/>
        </a:sp3d>
      </dsp:spPr>
      <dsp:style>
        <a:lnRef idx="2">
          <a:schemeClr val="accent1"/>
        </a:lnRef>
        <a:fillRef idx="1">
          <a:schemeClr val="lt1"/>
        </a:fillRef>
        <a:effectRef idx="0">
          <a:schemeClr val="accent1"/>
        </a:effectRef>
        <a:fontRef idx="minor">
          <a:schemeClr val="dk1"/>
        </a:fontRef>
      </dsp:style>
      <ds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US" sz="1700" kern="1200" dirty="0" err="1"/>
            <a:t>canela</a:t>
          </a:r>
          <a:r>
            <a:rPr lang="en-US" sz="1700" kern="1200" dirty="0"/>
            <a:t>-camera</a:t>
          </a:r>
        </a:p>
        <a:p>
          <a:pPr marL="171450" lvl="1" indent="-171450" algn="l" defTabSz="755650">
            <a:lnSpc>
              <a:spcPct val="90000"/>
            </a:lnSpc>
            <a:spcBef>
              <a:spcPct val="0"/>
            </a:spcBef>
            <a:spcAft>
              <a:spcPct val="15000"/>
            </a:spcAft>
            <a:buChar char="•"/>
          </a:pPr>
          <a:r>
            <a:rPr lang="en-US" sz="1700" kern="1200" dirty="0"/>
            <a:t>caramel-cartel</a:t>
          </a:r>
        </a:p>
        <a:p>
          <a:pPr marL="171450" lvl="1" indent="-171450" algn="l" defTabSz="755650">
            <a:lnSpc>
              <a:spcPct val="90000"/>
            </a:lnSpc>
            <a:spcBef>
              <a:spcPct val="0"/>
            </a:spcBef>
            <a:spcAft>
              <a:spcPct val="15000"/>
            </a:spcAft>
            <a:buChar char="•"/>
          </a:pPr>
          <a:r>
            <a:rPr lang="en-US" sz="1700" kern="1200" dirty="0" err="1"/>
            <a:t>cartn</a:t>
          </a:r>
          <a:r>
            <a:rPr lang="en-US" sz="1700" kern="1200" dirty="0"/>
            <a:t>-cart</a:t>
          </a:r>
        </a:p>
        <a:p>
          <a:pPr marL="171450" lvl="1" indent="-171450" algn="l" defTabSz="755650">
            <a:lnSpc>
              <a:spcPct val="90000"/>
            </a:lnSpc>
            <a:spcBef>
              <a:spcPct val="0"/>
            </a:spcBef>
            <a:spcAft>
              <a:spcPct val="15000"/>
            </a:spcAft>
            <a:buChar char="•"/>
          </a:pPr>
          <a:r>
            <a:rPr lang="en-US" sz="1700" kern="1200" dirty="0"/>
            <a:t>carton-carbon</a:t>
          </a:r>
        </a:p>
        <a:p>
          <a:pPr marL="171450" lvl="1" indent="-171450" algn="l" defTabSz="755650">
            <a:lnSpc>
              <a:spcPct val="90000"/>
            </a:lnSpc>
            <a:spcBef>
              <a:spcPct val="0"/>
            </a:spcBef>
            <a:spcAft>
              <a:spcPct val="15000"/>
            </a:spcAft>
            <a:buChar char="•"/>
          </a:pPr>
          <a:r>
            <a:rPr lang="en-US" sz="1700" kern="1200" dirty="0"/>
            <a:t>cashew-case</a:t>
          </a:r>
        </a:p>
        <a:p>
          <a:pPr marL="171450" lvl="1" indent="-171450" algn="l" defTabSz="755650">
            <a:lnSpc>
              <a:spcPct val="90000"/>
            </a:lnSpc>
            <a:spcBef>
              <a:spcPct val="0"/>
            </a:spcBef>
            <a:spcAft>
              <a:spcPct val="15000"/>
            </a:spcAft>
            <a:buChar char="•"/>
          </a:pPr>
          <a:r>
            <a:rPr lang="en-US" sz="1700" kern="1200" dirty="0"/>
            <a:t>ccandy-candy</a:t>
          </a:r>
        </a:p>
        <a:p>
          <a:pPr marL="171450" lvl="1" indent="-171450" algn="l" defTabSz="755650">
            <a:lnSpc>
              <a:spcPct val="90000"/>
            </a:lnSpc>
            <a:spcBef>
              <a:spcPct val="0"/>
            </a:spcBef>
            <a:spcAft>
              <a:spcPct val="15000"/>
            </a:spcAft>
            <a:buChar char="•"/>
          </a:pPr>
          <a:r>
            <a:rPr lang="en-US" sz="1700" kern="1200" dirty="0"/>
            <a:t>celery-every</a:t>
          </a:r>
        </a:p>
        <a:p>
          <a:pPr marL="171450" lvl="1" indent="-171450" algn="l" defTabSz="755650">
            <a:lnSpc>
              <a:spcPct val="90000"/>
            </a:lnSpc>
            <a:spcBef>
              <a:spcPct val="0"/>
            </a:spcBef>
            <a:spcAft>
              <a:spcPct val="15000"/>
            </a:spcAft>
            <a:buChar char="•"/>
          </a:pPr>
          <a:r>
            <a:rPr lang="en-US" sz="1700" kern="1200" dirty="0"/>
            <a:t>sleeved-sleeves</a:t>
          </a:r>
        </a:p>
        <a:p>
          <a:pPr marL="171450" lvl="1" indent="-171450" algn="l" defTabSz="755650">
            <a:lnSpc>
              <a:spcPct val="90000"/>
            </a:lnSpc>
            <a:spcBef>
              <a:spcPct val="0"/>
            </a:spcBef>
            <a:spcAft>
              <a:spcPct val="15000"/>
            </a:spcAft>
            <a:buChar char="•"/>
          </a:pPr>
          <a:r>
            <a:rPr lang="en-US" sz="1700" kern="1200" dirty="0" err="1"/>
            <a:t>snacker</a:t>
          </a:r>
          <a:r>
            <a:rPr lang="en-US" sz="1700" kern="1200" dirty="0"/>
            <a:t>-snake</a:t>
          </a:r>
        </a:p>
        <a:p>
          <a:pPr marL="171450" lvl="1" indent="-171450" algn="l" defTabSz="755650">
            <a:lnSpc>
              <a:spcPct val="90000"/>
            </a:lnSpc>
            <a:spcBef>
              <a:spcPct val="0"/>
            </a:spcBef>
            <a:spcAft>
              <a:spcPct val="15000"/>
            </a:spcAft>
            <a:buChar char="•"/>
          </a:pPr>
          <a:r>
            <a:rPr lang="en-US" sz="1700" kern="1200" dirty="0"/>
            <a:t>snacking-stacking</a:t>
          </a:r>
        </a:p>
        <a:p>
          <a:pPr marL="171450" lvl="1" indent="-171450" algn="l" defTabSz="755650">
            <a:lnSpc>
              <a:spcPct val="90000"/>
            </a:lnSpc>
            <a:spcBef>
              <a:spcPct val="0"/>
            </a:spcBef>
            <a:spcAft>
              <a:spcPct val="15000"/>
            </a:spcAft>
            <a:buChar char="•"/>
          </a:pPr>
          <a:r>
            <a:rPr lang="en-US" sz="1700" kern="1200" dirty="0"/>
            <a:t>spiced-spaced</a:t>
          </a:r>
        </a:p>
        <a:p>
          <a:pPr marL="171450" lvl="1" indent="-171450" algn="l" defTabSz="755650">
            <a:lnSpc>
              <a:spcPct val="90000"/>
            </a:lnSpc>
            <a:spcBef>
              <a:spcPct val="0"/>
            </a:spcBef>
            <a:spcAft>
              <a:spcPct val="15000"/>
            </a:spcAft>
            <a:buChar char="•"/>
          </a:pPr>
          <a:r>
            <a:rPr lang="en-US" sz="1700" kern="1200" dirty="0"/>
            <a:t>spkl-spl</a:t>
          </a:r>
        </a:p>
        <a:p>
          <a:pPr marL="171450" lvl="1" indent="-171450" algn="l" defTabSz="755650">
            <a:lnSpc>
              <a:spcPct val="90000"/>
            </a:lnSpc>
            <a:spcBef>
              <a:spcPct val="0"/>
            </a:spcBef>
            <a:spcAft>
              <a:spcPct val="15000"/>
            </a:spcAft>
            <a:buChar char="•"/>
          </a:pPr>
          <a:r>
            <a:rPr lang="en-US" sz="1700" kern="1200" dirty="0"/>
            <a:t>spmix-pmid</a:t>
          </a:r>
        </a:p>
        <a:p>
          <a:pPr marL="171450" lvl="1" indent="-171450" algn="l" defTabSz="755650">
            <a:lnSpc>
              <a:spcPct val="90000"/>
            </a:lnSpc>
            <a:spcBef>
              <a:spcPct val="0"/>
            </a:spcBef>
            <a:spcAft>
              <a:spcPct val="15000"/>
            </a:spcAft>
            <a:buChar char="•"/>
          </a:pPr>
          <a:r>
            <a:rPr lang="en-US" sz="1700" kern="1200" dirty="0"/>
            <a:t>sprinkle-sprinkled</a:t>
          </a:r>
        </a:p>
        <a:p>
          <a:pPr marL="171450" lvl="1" indent="-171450" algn="l" defTabSz="755650">
            <a:lnSpc>
              <a:spcPct val="90000"/>
            </a:lnSpc>
            <a:spcBef>
              <a:spcPct val="0"/>
            </a:spcBef>
            <a:spcAft>
              <a:spcPct val="15000"/>
            </a:spcAft>
            <a:buChar char="•"/>
          </a:pPr>
          <a:r>
            <a:rPr lang="en-US" sz="1700" kern="1200" dirty="0"/>
            <a:t>veggie-reggae</a:t>
          </a:r>
        </a:p>
        <a:p>
          <a:pPr marL="171450" lvl="1" indent="-171450" algn="l" defTabSz="755650">
            <a:lnSpc>
              <a:spcPct val="90000"/>
            </a:lnSpc>
            <a:spcBef>
              <a:spcPct val="0"/>
            </a:spcBef>
            <a:spcAft>
              <a:spcPct val="15000"/>
            </a:spcAft>
            <a:buChar char="•"/>
          </a:pPr>
          <a:r>
            <a:rPr lang="en-US" sz="1700" kern="1200" dirty="0"/>
            <a:t>grilling-drilling</a:t>
          </a:r>
        </a:p>
      </dsp:txBody>
      <dsp:txXfrm>
        <a:off x="2896923" y="542569"/>
        <a:ext cx="2537458" cy="4914772"/>
      </dsp:txXfrm>
    </dsp:sp>
    <dsp:sp modelId="{29131D4E-B654-461F-A64B-5135E76942F7}">
      <dsp:nvSpPr>
        <dsp:cNvPr id="0" name=""/>
        <dsp:cNvSpPr/>
      </dsp:nvSpPr>
      <dsp:spPr>
        <a:xfrm>
          <a:off x="5789626" y="52969"/>
          <a:ext cx="2537458" cy="489600"/>
        </a:xfrm>
        <a:prstGeom prst="rect">
          <a:avLst/>
        </a:prstGeom>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785" dist="33020" dir="3180000" algn="ctr" rotWithShape="0">
            <a:srgbClr val="000000">
              <a:alpha val="30000"/>
            </a:srgbClr>
          </a:outerShdw>
        </a:effectLst>
        <a:scene3d>
          <a:camera prst="orthographicFront">
            <a:rot lat="0" lon="0" rev="0"/>
          </a:camera>
          <a:lightRig rig="brightRoom" dir="t">
            <a:rot lat="0" lon="0" rev="600000"/>
          </a:lightRig>
        </a:scene3d>
        <a:sp3d prstMaterial="metal">
          <a:bevelT w="38100" h="57150" prst="angle"/>
        </a:sp3d>
      </dsp:spPr>
      <dsp:style>
        <a:lnRef idx="0">
          <a:schemeClr val="accent6"/>
        </a:lnRef>
        <a:fillRef idx="3">
          <a:schemeClr val="accent6"/>
        </a:fillRef>
        <a:effectRef idx="3">
          <a:schemeClr val="accent6"/>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en-US" sz="1700" kern="1200" dirty="0"/>
            <a:t>Textblob</a:t>
          </a:r>
        </a:p>
      </dsp:txBody>
      <dsp:txXfrm>
        <a:off x="5789626" y="52969"/>
        <a:ext cx="2537458" cy="489600"/>
      </dsp:txXfrm>
    </dsp:sp>
    <dsp:sp modelId="{55EF346D-B616-4B66-B746-D787CB91C212}">
      <dsp:nvSpPr>
        <dsp:cNvPr id="0" name=""/>
        <dsp:cNvSpPr/>
      </dsp:nvSpPr>
      <dsp:spPr>
        <a:xfrm>
          <a:off x="5789626" y="542569"/>
          <a:ext cx="2537458" cy="4914772"/>
        </a:xfrm>
        <a:prstGeom prst="rect">
          <a:avLst/>
        </a:prstGeom>
        <a:solidFill>
          <a:schemeClr val="lt1"/>
        </a:solidFill>
        <a:ln w="12700" cap="flat" cmpd="sng" algn="ctr">
          <a:noFill/>
          <a:prstDash val="solid"/>
          <a:miter lim="800000"/>
        </a:ln>
        <a:effectLst>
          <a:outerShdw blurRad="57785" dist="33020" dir="3180000" algn="ctr" rotWithShape="0">
            <a:srgbClr val="000000">
              <a:alpha val="30000"/>
            </a:srgbClr>
          </a:outerShdw>
        </a:effectLst>
        <a:scene3d>
          <a:camera prst="orthographicFront">
            <a:rot lat="0" lon="0" rev="0"/>
          </a:camera>
          <a:lightRig rig="brightRoom" dir="t">
            <a:rot lat="0" lon="0" rev="600000"/>
          </a:lightRig>
        </a:scene3d>
        <a:sp3d prstMaterial="metal">
          <a:bevelT w="38100" h="57150" prst="angle"/>
        </a:sp3d>
      </dsp:spPr>
      <dsp:style>
        <a:lnRef idx="2">
          <a:schemeClr val="accent6"/>
        </a:lnRef>
        <a:fillRef idx="1">
          <a:schemeClr val="lt1"/>
        </a:fillRef>
        <a:effectRef idx="0">
          <a:schemeClr val="accent6"/>
        </a:effectRef>
        <a:fontRef idx="minor">
          <a:schemeClr val="dk1"/>
        </a:fontRef>
      </dsp:style>
      <ds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US" sz="1700" kern="1200" dirty="0"/>
            <a:t>burger-burgher</a:t>
          </a:r>
        </a:p>
        <a:p>
          <a:pPr marL="171450" lvl="1" indent="-171450" algn="l" defTabSz="755650">
            <a:lnSpc>
              <a:spcPct val="90000"/>
            </a:lnSpc>
            <a:spcBef>
              <a:spcPct val="0"/>
            </a:spcBef>
            <a:spcAft>
              <a:spcPct val="15000"/>
            </a:spcAft>
            <a:buChar char="•"/>
          </a:pPr>
          <a:r>
            <a:rPr lang="en-US" sz="1700" kern="1200" dirty="0"/>
            <a:t>chickn-chicken</a:t>
          </a:r>
        </a:p>
        <a:p>
          <a:pPr marL="171450" lvl="1" indent="-171450" algn="l" defTabSz="755650">
            <a:lnSpc>
              <a:spcPct val="90000"/>
            </a:lnSpc>
            <a:spcBef>
              <a:spcPct val="0"/>
            </a:spcBef>
            <a:spcAft>
              <a:spcPct val="15000"/>
            </a:spcAft>
            <a:buChar char="•"/>
          </a:pPr>
          <a:r>
            <a:rPr lang="en-US" sz="1700" kern="1200" dirty="0"/>
            <a:t>chilean-clean</a:t>
          </a:r>
        </a:p>
        <a:p>
          <a:pPr marL="171450" lvl="1" indent="-171450" algn="l" defTabSz="755650">
            <a:lnSpc>
              <a:spcPct val="90000"/>
            </a:lnSpc>
            <a:spcBef>
              <a:spcPct val="0"/>
            </a:spcBef>
            <a:spcAft>
              <a:spcPct val="15000"/>
            </a:spcAft>
            <a:buChar char="•"/>
          </a:pPr>
          <a:r>
            <a:rPr lang="en-US" sz="1700" kern="1200" dirty="0"/>
            <a:t>chili-child</a:t>
          </a:r>
        </a:p>
        <a:p>
          <a:pPr marL="171450" lvl="1" indent="-171450" algn="l" defTabSz="755650">
            <a:lnSpc>
              <a:spcPct val="90000"/>
            </a:lnSpc>
            <a:spcBef>
              <a:spcPct val="0"/>
            </a:spcBef>
            <a:spcAft>
              <a:spcPct val="15000"/>
            </a:spcAft>
            <a:buChar char="•"/>
          </a:pPr>
          <a:r>
            <a:rPr lang="en-US" sz="1700" kern="1200" dirty="0"/>
            <a:t>coconut-coronet</a:t>
          </a:r>
        </a:p>
        <a:p>
          <a:pPr marL="171450" lvl="1" indent="-171450" algn="l" defTabSz="755650">
            <a:lnSpc>
              <a:spcPct val="90000"/>
            </a:lnSpc>
            <a:spcBef>
              <a:spcPct val="0"/>
            </a:spcBef>
            <a:spcAft>
              <a:spcPct val="15000"/>
            </a:spcAft>
            <a:buChar char="•"/>
          </a:pPr>
          <a:r>
            <a:rPr lang="en-US" sz="1700" kern="1200" dirty="0"/>
            <a:t>pumpkin-pushkin</a:t>
          </a:r>
        </a:p>
        <a:p>
          <a:pPr marL="171450" lvl="1" indent="-171450" algn="l" defTabSz="755650">
            <a:lnSpc>
              <a:spcPct val="90000"/>
            </a:lnSpc>
            <a:spcBef>
              <a:spcPct val="0"/>
            </a:spcBef>
            <a:spcAft>
              <a:spcPct val="15000"/>
            </a:spcAft>
            <a:buChar char="•"/>
          </a:pPr>
          <a:r>
            <a:rPr lang="en-US" sz="1700" kern="1200" dirty="0"/>
            <a:t>quince-quincy</a:t>
          </a:r>
        </a:p>
        <a:p>
          <a:pPr marL="171450" lvl="1" indent="-171450" algn="l" defTabSz="755650">
            <a:lnSpc>
              <a:spcPct val="90000"/>
            </a:lnSpc>
            <a:spcBef>
              <a:spcPct val="0"/>
            </a:spcBef>
            <a:spcAft>
              <a:spcPct val="15000"/>
            </a:spcAft>
            <a:buChar char="•"/>
          </a:pPr>
          <a:r>
            <a:rPr lang="en-US" sz="1700" kern="1200" dirty="0"/>
            <a:t>radish-ravish</a:t>
          </a:r>
        </a:p>
        <a:p>
          <a:pPr marL="171450" lvl="1" indent="-171450" algn="l" defTabSz="755650">
            <a:lnSpc>
              <a:spcPct val="90000"/>
            </a:lnSpc>
            <a:spcBef>
              <a:spcPct val="0"/>
            </a:spcBef>
            <a:spcAft>
              <a:spcPct val="15000"/>
            </a:spcAft>
            <a:buChar char="•"/>
          </a:pPr>
          <a:r>
            <a:rPr lang="en-US" sz="1700" kern="1200" dirty="0"/>
            <a:t>raisin-raising</a:t>
          </a:r>
        </a:p>
        <a:p>
          <a:pPr marL="171450" lvl="1" indent="-171450" algn="l" defTabSz="755650">
            <a:lnSpc>
              <a:spcPct val="90000"/>
            </a:lnSpc>
            <a:spcBef>
              <a:spcPct val="0"/>
            </a:spcBef>
            <a:spcAft>
              <a:spcPct val="15000"/>
            </a:spcAft>
            <a:buChar char="•"/>
          </a:pPr>
          <a:r>
            <a:rPr lang="en-US" sz="1700" kern="1200" dirty="0"/>
            <a:t>thai-that</a:t>
          </a:r>
        </a:p>
      </dsp:txBody>
      <dsp:txXfrm>
        <a:off x="5789626" y="542569"/>
        <a:ext cx="2537458" cy="4914772"/>
      </dsp:txXfrm>
    </dsp:sp>
    <dsp:sp modelId="{33391748-543B-4C45-9F6C-112842578F49}">
      <dsp:nvSpPr>
        <dsp:cNvPr id="0" name=""/>
        <dsp:cNvSpPr/>
      </dsp:nvSpPr>
      <dsp:spPr>
        <a:xfrm>
          <a:off x="8682329" y="52969"/>
          <a:ext cx="2537458" cy="489600"/>
        </a:xfrm>
        <a:prstGeom prst="rect">
          <a:avLst/>
        </a:prstGeom>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785" dist="33020" dir="3180000" algn="ctr" rotWithShape="0">
            <a:srgbClr val="000000">
              <a:alpha val="30000"/>
            </a:srgbClr>
          </a:outerShdw>
        </a:effectLst>
        <a:scene3d>
          <a:camera prst="orthographicFront">
            <a:rot lat="0" lon="0" rev="0"/>
          </a:camera>
          <a:lightRig rig="brightRoom" dir="t">
            <a:rot lat="0" lon="0" rev="600000"/>
          </a:lightRig>
        </a:scene3d>
        <a:sp3d prstMaterial="metal">
          <a:bevelT w="38100" h="57150" prst="angle"/>
        </a:sp3d>
      </dsp:spPr>
      <dsp:style>
        <a:lnRef idx="0">
          <a:schemeClr val="accent4"/>
        </a:lnRef>
        <a:fillRef idx="3">
          <a:schemeClr val="accent4"/>
        </a:fillRef>
        <a:effectRef idx="3">
          <a:schemeClr val="accent4"/>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en-US" sz="1700" kern="1200" dirty="0"/>
            <a:t>Snowball Stemming</a:t>
          </a:r>
        </a:p>
      </dsp:txBody>
      <dsp:txXfrm>
        <a:off x="8682329" y="52969"/>
        <a:ext cx="2537458" cy="489600"/>
      </dsp:txXfrm>
    </dsp:sp>
    <dsp:sp modelId="{1B94C01C-1DC1-498D-8C2C-B8D9F47E5B61}">
      <dsp:nvSpPr>
        <dsp:cNvPr id="0" name=""/>
        <dsp:cNvSpPr/>
      </dsp:nvSpPr>
      <dsp:spPr>
        <a:xfrm>
          <a:off x="8682329" y="542569"/>
          <a:ext cx="2537458" cy="4914772"/>
        </a:xfrm>
        <a:prstGeom prst="rect">
          <a:avLst/>
        </a:prstGeom>
        <a:solidFill>
          <a:schemeClr val="lt1"/>
        </a:solidFill>
        <a:ln w="12700" cap="flat" cmpd="sng" algn="ctr">
          <a:noFill/>
          <a:prstDash val="solid"/>
          <a:miter lim="800000"/>
        </a:ln>
        <a:effectLst>
          <a:outerShdw blurRad="57785" dist="33020" dir="3180000" algn="ctr" rotWithShape="0">
            <a:srgbClr val="000000">
              <a:alpha val="30000"/>
            </a:srgbClr>
          </a:outerShdw>
        </a:effectLst>
        <a:scene3d>
          <a:camera prst="orthographicFront">
            <a:rot lat="0" lon="0" rev="0"/>
          </a:camera>
          <a:lightRig rig="brightRoom" dir="t">
            <a:rot lat="0" lon="0" rev="600000"/>
          </a:lightRig>
        </a:scene3d>
        <a:sp3d prstMaterial="metal">
          <a:bevelT w="38100" h="57150" prst="angle"/>
        </a:sp3d>
      </dsp:spPr>
      <dsp:style>
        <a:lnRef idx="2">
          <a:schemeClr val="accent4"/>
        </a:lnRef>
        <a:fillRef idx="1">
          <a:schemeClr val="lt1"/>
        </a:fillRef>
        <a:effectRef idx="0">
          <a:schemeClr val="accent4"/>
        </a:effectRef>
        <a:fontRef idx="minor">
          <a:schemeClr val="dk1"/>
        </a:fontRef>
      </dsp:style>
      <ds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US" sz="1700" kern="1200" dirty="0"/>
            <a:t>freshly  :  fresh</a:t>
          </a:r>
        </a:p>
        <a:p>
          <a:pPr marL="171450" lvl="1" indent="-171450" algn="l" defTabSz="755650">
            <a:lnSpc>
              <a:spcPct val="90000"/>
            </a:lnSpc>
            <a:spcBef>
              <a:spcPct val="0"/>
            </a:spcBef>
            <a:spcAft>
              <a:spcPct val="15000"/>
            </a:spcAft>
            <a:buChar char="•"/>
          </a:pPr>
          <a:r>
            <a:rPr lang="en-US" sz="1700" kern="1200" dirty="0"/>
            <a:t>freshness  :  fresh</a:t>
          </a:r>
        </a:p>
        <a:p>
          <a:pPr marL="171450" lvl="1" indent="-171450" algn="l" defTabSz="755650">
            <a:lnSpc>
              <a:spcPct val="90000"/>
            </a:lnSpc>
            <a:spcBef>
              <a:spcPct val="0"/>
            </a:spcBef>
            <a:spcAft>
              <a:spcPct val="15000"/>
            </a:spcAft>
            <a:buChar char="•"/>
          </a:pPr>
          <a:r>
            <a:rPr lang="en-US" sz="1700" kern="1200" dirty="0"/>
            <a:t>grilled  :  grill</a:t>
          </a:r>
        </a:p>
        <a:p>
          <a:pPr marL="171450" lvl="1" indent="-171450" algn="l" defTabSz="755650">
            <a:lnSpc>
              <a:spcPct val="90000"/>
            </a:lnSpc>
            <a:spcBef>
              <a:spcPct val="0"/>
            </a:spcBef>
            <a:spcAft>
              <a:spcPct val="15000"/>
            </a:spcAft>
            <a:buChar char="•"/>
          </a:pPr>
          <a:r>
            <a:rPr lang="en-US" sz="1700" kern="1200" dirty="0"/>
            <a:t>grilling  :  grill</a:t>
          </a:r>
        </a:p>
        <a:p>
          <a:pPr marL="171450" lvl="1" indent="-171450" algn="l" defTabSz="755650">
            <a:lnSpc>
              <a:spcPct val="90000"/>
            </a:lnSpc>
            <a:spcBef>
              <a:spcPct val="0"/>
            </a:spcBef>
            <a:spcAft>
              <a:spcPct val="15000"/>
            </a:spcAft>
            <a:buChar char="•"/>
          </a:pPr>
          <a:r>
            <a:rPr lang="en-US" sz="1700" kern="1200" dirty="0"/>
            <a:t>juice  :  juic</a:t>
          </a:r>
        </a:p>
        <a:p>
          <a:pPr marL="171450" lvl="1" indent="-171450" algn="l" defTabSz="755650">
            <a:lnSpc>
              <a:spcPct val="90000"/>
            </a:lnSpc>
            <a:spcBef>
              <a:spcPct val="0"/>
            </a:spcBef>
            <a:spcAft>
              <a:spcPct val="15000"/>
            </a:spcAft>
            <a:buChar char="•"/>
          </a:pPr>
          <a:r>
            <a:rPr lang="en-US" sz="1700" kern="1200" dirty="0"/>
            <a:t>juicing  :  juic</a:t>
          </a:r>
        </a:p>
        <a:p>
          <a:pPr marL="171450" lvl="1" indent="-171450" algn="l" defTabSz="755650">
            <a:lnSpc>
              <a:spcPct val="90000"/>
            </a:lnSpc>
            <a:spcBef>
              <a:spcPct val="0"/>
            </a:spcBef>
            <a:spcAft>
              <a:spcPct val="15000"/>
            </a:spcAft>
            <a:buChar char="•"/>
          </a:pPr>
          <a:r>
            <a:rPr lang="en-US" sz="1700" kern="1200" dirty="0"/>
            <a:t>berry  :  berri</a:t>
          </a:r>
        </a:p>
        <a:p>
          <a:pPr marL="171450" lvl="1" indent="-171450" algn="l" defTabSz="755650">
            <a:lnSpc>
              <a:spcPct val="90000"/>
            </a:lnSpc>
            <a:spcBef>
              <a:spcPct val="0"/>
            </a:spcBef>
            <a:spcAft>
              <a:spcPct val="15000"/>
            </a:spcAft>
            <a:buChar char="•"/>
          </a:pPr>
          <a:r>
            <a:rPr lang="en-US" sz="1700" kern="1200" dirty="0"/>
            <a:t>beverage  :  beverag</a:t>
          </a:r>
        </a:p>
        <a:p>
          <a:pPr marL="171450" lvl="1" indent="-171450" algn="l" defTabSz="755650">
            <a:lnSpc>
              <a:spcPct val="90000"/>
            </a:lnSpc>
            <a:spcBef>
              <a:spcPct val="0"/>
            </a:spcBef>
            <a:spcAft>
              <a:spcPct val="15000"/>
            </a:spcAft>
            <a:buChar char="•"/>
          </a:pPr>
          <a:r>
            <a:rPr lang="en-US" sz="1700" kern="1200" dirty="0"/>
            <a:t>blackberry  :  blackberri</a:t>
          </a:r>
        </a:p>
        <a:p>
          <a:pPr marL="171450" lvl="1" indent="-171450" algn="l" defTabSz="755650">
            <a:lnSpc>
              <a:spcPct val="90000"/>
            </a:lnSpc>
            <a:spcBef>
              <a:spcPct val="0"/>
            </a:spcBef>
            <a:spcAft>
              <a:spcPct val="15000"/>
            </a:spcAft>
            <a:buChar char="•"/>
          </a:pPr>
          <a:r>
            <a:rPr lang="en-US" sz="1700" kern="1200" dirty="0"/>
            <a:t>aloe  :  alo</a:t>
          </a:r>
        </a:p>
        <a:p>
          <a:pPr marL="171450" lvl="1" indent="-171450" algn="l" defTabSz="755650">
            <a:lnSpc>
              <a:spcPct val="90000"/>
            </a:lnSpc>
            <a:spcBef>
              <a:spcPct val="0"/>
            </a:spcBef>
            <a:spcAft>
              <a:spcPct val="15000"/>
            </a:spcAft>
            <a:buChar char="•"/>
          </a:pPr>
          <a:r>
            <a:rPr lang="en-US" sz="1700" kern="1200" dirty="0"/>
            <a:t>anise  :  anis</a:t>
          </a:r>
        </a:p>
        <a:p>
          <a:pPr marL="171450" lvl="1" indent="-171450" algn="l" defTabSz="755650">
            <a:lnSpc>
              <a:spcPct val="90000"/>
            </a:lnSpc>
            <a:spcBef>
              <a:spcPct val="0"/>
            </a:spcBef>
            <a:spcAft>
              <a:spcPct val="15000"/>
            </a:spcAft>
            <a:buChar char="•"/>
          </a:pPr>
          <a:r>
            <a:rPr lang="en-US" sz="1700" kern="1200" dirty="0"/>
            <a:t>apple  :  appl</a:t>
          </a:r>
        </a:p>
        <a:p>
          <a:pPr marL="171450" lvl="1" indent="-171450" algn="l" defTabSz="755650">
            <a:lnSpc>
              <a:spcPct val="90000"/>
            </a:lnSpc>
            <a:spcBef>
              <a:spcPct val="0"/>
            </a:spcBef>
            <a:spcAft>
              <a:spcPct val="15000"/>
            </a:spcAft>
            <a:buChar char="•"/>
          </a:pPr>
          <a:r>
            <a:rPr lang="en-US" sz="1700" kern="1200" dirty="0"/>
            <a:t>cauliflower  :  cauliflow</a:t>
          </a:r>
        </a:p>
        <a:p>
          <a:pPr marL="171450" lvl="1" indent="-171450" algn="l" defTabSz="755650">
            <a:lnSpc>
              <a:spcPct val="90000"/>
            </a:lnSpc>
            <a:spcBef>
              <a:spcPct val="0"/>
            </a:spcBef>
            <a:spcAft>
              <a:spcPct val="15000"/>
            </a:spcAft>
            <a:buChar char="•"/>
          </a:pPr>
          <a:r>
            <a:rPr lang="en-US" sz="1700" kern="1200" dirty="0"/>
            <a:t>ccandy  :  ccandi</a:t>
          </a:r>
        </a:p>
        <a:p>
          <a:pPr marL="171450" lvl="1" indent="-171450" algn="l" defTabSz="755650">
            <a:lnSpc>
              <a:spcPct val="90000"/>
            </a:lnSpc>
            <a:spcBef>
              <a:spcPct val="0"/>
            </a:spcBef>
            <a:spcAft>
              <a:spcPct val="15000"/>
            </a:spcAft>
            <a:buChar char="•"/>
          </a:pPr>
          <a:r>
            <a:rPr lang="en-US" sz="1700" kern="1200" dirty="0"/>
            <a:t>celery  :  celery</a:t>
          </a:r>
        </a:p>
        <a:p>
          <a:pPr marL="171450" lvl="1" indent="-171450" algn="l" defTabSz="755650">
            <a:lnSpc>
              <a:spcPct val="90000"/>
            </a:lnSpc>
            <a:spcBef>
              <a:spcPct val="0"/>
            </a:spcBef>
            <a:spcAft>
              <a:spcPct val="15000"/>
            </a:spcAft>
            <a:buChar char="•"/>
          </a:pPr>
          <a:r>
            <a:rPr lang="en-US" sz="1700" kern="1200" dirty="0"/>
            <a:t>sunflower  :  sunflow</a:t>
          </a:r>
        </a:p>
        <a:p>
          <a:pPr marL="171450" lvl="1" indent="-171450" algn="l" defTabSz="755650">
            <a:lnSpc>
              <a:spcPct val="90000"/>
            </a:lnSpc>
            <a:spcBef>
              <a:spcPct val="0"/>
            </a:spcBef>
            <a:spcAft>
              <a:spcPct val="15000"/>
            </a:spcAft>
            <a:buChar char="•"/>
          </a:pPr>
          <a:r>
            <a:rPr lang="en-US" sz="1700" kern="1200" dirty="0" err="1"/>
            <a:t>sunflwr</a:t>
          </a:r>
          <a:r>
            <a:rPr lang="en-US" sz="1700" kern="1200" dirty="0"/>
            <a:t> : </a:t>
          </a:r>
          <a:r>
            <a:rPr lang="en-US" sz="1700" kern="1200" dirty="0" err="1"/>
            <a:t>sunflwr</a:t>
          </a:r>
          <a:endParaRPr lang="en-US" sz="1700" kern="1200" dirty="0"/>
        </a:p>
      </dsp:txBody>
      <dsp:txXfrm>
        <a:off x="8682329" y="542569"/>
        <a:ext cx="2537458" cy="4914772"/>
      </dsp:txXfrm>
    </dsp:sp>
  </dsp:spTree>
</dsp:drawing>
</file>

<file path=ppt/diagrams/drawing5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53E562-2233-4C87-9163-C84C75EBB75B}">
      <dsp:nvSpPr>
        <dsp:cNvPr id="0" name=""/>
        <dsp:cNvSpPr/>
      </dsp:nvSpPr>
      <dsp:spPr>
        <a:xfrm>
          <a:off x="0" y="269748"/>
          <a:ext cx="7939083" cy="123165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16161" tIns="354076" rIns="616161" bIns="120904" numCol="1" spcCol="1270" anchor="t" anchorCtr="0">
          <a:noAutofit/>
        </a:bodyPr>
        <a:lstStyle/>
        <a:p>
          <a:pPr marL="171450" lvl="1" indent="-171450" algn="l" defTabSz="755650">
            <a:lnSpc>
              <a:spcPct val="90000"/>
            </a:lnSpc>
            <a:spcBef>
              <a:spcPct val="0"/>
            </a:spcBef>
            <a:spcAft>
              <a:spcPct val="15000"/>
            </a:spcAft>
            <a:buChar char="•"/>
          </a:pPr>
          <a:r>
            <a:rPr lang="en-US" sz="1700" kern="1200" dirty="0"/>
            <a:t>Randomly choose a word in the sentence and look for its synonym in “Wordnet”. If found, then replace it otherwise return nothing.</a:t>
          </a:r>
        </a:p>
        <a:p>
          <a:pPr marL="171450" lvl="1" indent="-171450" algn="l" defTabSz="755650">
            <a:lnSpc>
              <a:spcPct val="90000"/>
            </a:lnSpc>
            <a:spcBef>
              <a:spcPct val="0"/>
            </a:spcBef>
            <a:spcAft>
              <a:spcPct val="15000"/>
            </a:spcAft>
            <a:buChar char="•"/>
          </a:pPr>
          <a:r>
            <a:rPr lang="en-US" sz="1700" kern="1200" dirty="0"/>
            <a:t>Few issues- SAM: surface-to-air missile, Premium: Insurance Premium</a:t>
          </a:r>
        </a:p>
      </dsp:txBody>
      <dsp:txXfrm>
        <a:off x="0" y="269748"/>
        <a:ext cx="7939083" cy="1231650"/>
      </dsp:txXfrm>
    </dsp:sp>
    <dsp:sp modelId="{3F6EB0EE-79AA-4413-9F89-D84D826A61F0}">
      <dsp:nvSpPr>
        <dsp:cNvPr id="0" name=""/>
        <dsp:cNvSpPr/>
      </dsp:nvSpPr>
      <dsp:spPr>
        <a:xfrm>
          <a:off x="396954" y="18828"/>
          <a:ext cx="5557358" cy="5018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0055" tIns="0" rIns="210055" bIns="0" numCol="1" spcCol="1270" anchor="ctr" anchorCtr="0">
          <a:noAutofit/>
        </a:bodyPr>
        <a:lstStyle/>
        <a:p>
          <a:pPr marL="0" lvl="0" indent="0" algn="l" defTabSz="1422400">
            <a:lnSpc>
              <a:spcPct val="90000"/>
            </a:lnSpc>
            <a:spcBef>
              <a:spcPct val="0"/>
            </a:spcBef>
            <a:spcAft>
              <a:spcPct val="35000"/>
            </a:spcAft>
            <a:buNone/>
          </a:pPr>
          <a:r>
            <a:rPr lang="en-US" sz="3200" kern="1200" dirty="0"/>
            <a:t>Simple wordnet</a:t>
          </a:r>
        </a:p>
      </dsp:txBody>
      <dsp:txXfrm>
        <a:off x="421452" y="43326"/>
        <a:ext cx="5508362" cy="452844"/>
      </dsp:txXfrm>
    </dsp:sp>
    <dsp:sp modelId="{47596F64-7F36-470B-972D-B3FDAB19EDF0}">
      <dsp:nvSpPr>
        <dsp:cNvPr id="0" name=""/>
        <dsp:cNvSpPr/>
      </dsp:nvSpPr>
      <dsp:spPr>
        <a:xfrm>
          <a:off x="0" y="1844118"/>
          <a:ext cx="7939083" cy="1445850"/>
        </a:xfrm>
        <a:prstGeom prst="rect">
          <a:avLst/>
        </a:prstGeom>
        <a:solidFill>
          <a:schemeClr val="lt1">
            <a:alpha val="90000"/>
            <a:hueOff val="0"/>
            <a:satOff val="0"/>
            <a:lumOff val="0"/>
            <a:alphaOff val="0"/>
          </a:schemeClr>
        </a:solidFill>
        <a:ln w="12700" cap="flat" cmpd="sng" algn="ctr">
          <a:solidFill>
            <a:schemeClr val="accent6"/>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16161" tIns="354076" rIns="616161" bIns="120904" numCol="1" spcCol="1270" anchor="t" anchorCtr="0">
          <a:noAutofit/>
        </a:bodyPr>
        <a:lstStyle/>
        <a:p>
          <a:pPr marL="171450" lvl="1" indent="-171450" algn="l" defTabSz="755650">
            <a:lnSpc>
              <a:spcPct val="90000"/>
            </a:lnSpc>
            <a:spcBef>
              <a:spcPct val="0"/>
            </a:spcBef>
            <a:spcAft>
              <a:spcPct val="15000"/>
            </a:spcAft>
            <a:buChar char="•"/>
          </a:pPr>
          <a:r>
            <a:rPr lang="en-US" sz="1700" kern="1200" dirty="0"/>
            <a:t>Randomly choose a word in the sentence and look for its synonym. If that word is present in Walmart list, return its list of synonyms and replace with any of them randomly. If word not found in Walmart list, return nothing. </a:t>
          </a:r>
        </a:p>
      </dsp:txBody>
      <dsp:txXfrm>
        <a:off x="0" y="1844118"/>
        <a:ext cx="7939083" cy="1445850"/>
      </dsp:txXfrm>
    </dsp:sp>
    <dsp:sp modelId="{4F931AB2-0D6D-4D3C-B4CF-AA2C9E60CFB4}">
      <dsp:nvSpPr>
        <dsp:cNvPr id="0" name=""/>
        <dsp:cNvSpPr/>
      </dsp:nvSpPr>
      <dsp:spPr>
        <a:xfrm>
          <a:off x="396954" y="1593198"/>
          <a:ext cx="5557358" cy="501840"/>
        </a:xfrm>
        <a:prstGeom prst="roundRect">
          <a:avLst/>
        </a:prstGeom>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6"/>
        </a:lnRef>
        <a:fillRef idx="3">
          <a:schemeClr val="accent6"/>
        </a:fillRef>
        <a:effectRef idx="3">
          <a:schemeClr val="accent6"/>
        </a:effectRef>
        <a:fontRef idx="minor">
          <a:schemeClr val="lt1"/>
        </a:fontRef>
      </dsp:style>
      <dsp:txBody>
        <a:bodyPr spcFirstLastPara="0" vert="horz" wrap="square" lIns="210055" tIns="0" rIns="210055" bIns="0" numCol="1" spcCol="1270" anchor="ctr" anchorCtr="0">
          <a:noAutofit/>
        </a:bodyPr>
        <a:lstStyle/>
        <a:p>
          <a:pPr marL="0" lvl="0" indent="0" algn="l" defTabSz="1422400">
            <a:lnSpc>
              <a:spcPct val="90000"/>
            </a:lnSpc>
            <a:spcBef>
              <a:spcPct val="0"/>
            </a:spcBef>
            <a:spcAft>
              <a:spcPct val="35000"/>
            </a:spcAft>
            <a:buNone/>
          </a:pPr>
          <a:r>
            <a:rPr lang="en-US" sz="3200" kern="1200" dirty="0"/>
            <a:t>Simple Walmart</a:t>
          </a:r>
        </a:p>
      </dsp:txBody>
      <dsp:txXfrm>
        <a:off x="421452" y="1617696"/>
        <a:ext cx="5508362" cy="452844"/>
      </dsp:txXfrm>
    </dsp:sp>
    <dsp:sp modelId="{93CF770A-E78D-45D5-AE26-CCB8B5A717ED}">
      <dsp:nvSpPr>
        <dsp:cNvPr id="0" name=""/>
        <dsp:cNvSpPr/>
      </dsp:nvSpPr>
      <dsp:spPr>
        <a:xfrm>
          <a:off x="0" y="3632688"/>
          <a:ext cx="7939083" cy="1767150"/>
        </a:xfrm>
        <a:prstGeom prst="rect">
          <a:avLst/>
        </a:prstGeom>
        <a:solidFill>
          <a:schemeClr val="lt1">
            <a:alpha val="90000"/>
            <a:hueOff val="0"/>
            <a:satOff val="0"/>
            <a:lumOff val="0"/>
            <a:alphaOff val="0"/>
          </a:schemeClr>
        </a:solidFill>
        <a:ln w="12700" cap="flat" cmpd="sng" algn="ctr">
          <a:solidFill>
            <a:schemeClr val="accent5"/>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16161" tIns="354076" rIns="616161" bIns="120904" numCol="1" spcCol="1270" anchor="t" anchorCtr="0">
          <a:noAutofit/>
        </a:bodyPr>
        <a:lstStyle/>
        <a:p>
          <a:pPr marL="171450" lvl="1" indent="-171450" algn="l" defTabSz="755650">
            <a:lnSpc>
              <a:spcPct val="90000"/>
            </a:lnSpc>
            <a:spcBef>
              <a:spcPct val="0"/>
            </a:spcBef>
            <a:spcAft>
              <a:spcPct val="15000"/>
            </a:spcAft>
            <a:buChar char="•"/>
          </a:pPr>
          <a:r>
            <a:rPr lang="en-US" sz="1700" kern="1200" dirty="0"/>
            <a:t>Set the ratio of verb, noun and adjectives.</a:t>
          </a:r>
        </a:p>
        <a:p>
          <a:pPr marL="171450" lvl="1" indent="-171450" algn="l" defTabSz="755650">
            <a:lnSpc>
              <a:spcPct val="90000"/>
            </a:lnSpc>
            <a:spcBef>
              <a:spcPct val="0"/>
            </a:spcBef>
            <a:spcAft>
              <a:spcPct val="15000"/>
            </a:spcAft>
            <a:buChar char="•"/>
          </a:pPr>
          <a:r>
            <a:rPr lang="en-US" sz="1700" kern="1200" dirty="0"/>
            <a:t>If transformation function for verb is applied, then it will find all the verbs in the sentence, and randomly select any of them to look for synonym.</a:t>
          </a:r>
        </a:p>
        <a:p>
          <a:pPr marL="171450" lvl="1" indent="-171450" algn="l" defTabSz="755650">
            <a:lnSpc>
              <a:spcPct val="90000"/>
            </a:lnSpc>
            <a:spcBef>
              <a:spcPct val="0"/>
            </a:spcBef>
            <a:spcAft>
              <a:spcPct val="15000"/>
            </a:spcAft>
            <a:buChar char="•"/>
          </a:pPr>
          <a:r>
            <a:rPr lang="en-US" sz="1700" kern="1200" dirty="0"/>
            <a:t>If the chosen verb is present in our Walmart list, then it is replaced with anyone of its synonyms, else if the verb is not present then return nothing.</a:t>
          </a:r>
        </a:p>
      </dsp:txBody>
      <dsp:txXfrm>
        <a:off x="0" y="3632688"/>
        <a:ext cx="7939083" cy="1767150"/>
      </dsp:txXfrm>
    </dsp:sp>
    <dsp:sp modelId="{9E66FA2E-830C-4801-9633-B75CE60B3D8C}">
      <dsp:nvSpPr>
        <dsp:cNvPr id="0" name=""/>
        <dsp:cNvSpPr/>
      </dsp:nvSpPr>
      <dsp:spPr>
        <a:xfrm>
          <a:off x="396954" y="3381768"/>
          <a:ext cx="5557358" cy="501840"/>
        </a:xfrm>
        <a:prstGeom prst="roundRect">
          <a:avLst/>
        </a:prstGeom>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5"/>
        </a:lnRef>
        <a:fillRef idx="3">
          <a:schemeClr val="accent5"/>
        </a:fillRef>
        <a:effectRef idx="3">
          <a:schemeClr val="accent5"/>
        </a:effectRef>
        <a:fontRef idx="minor">
          <a:schemeClr val="lt1"/>
        </a:fontRef>
      </dsp:style>
      <dsp:txBody>
        <a:bodyPr spcFirstLastPara="0" vert="horz" wrap="square" lIns="210055" tIns="0" rIns="210055" bIns="0" numCol="1" spcCol="1270" anchor="ctr" anchorCtr="0">
          <a:noAutofit/>
        </a:bodyPr>
        <a:lstStyle/>
        <a:p>
          <a:pPr marL="0" lvl="0" indent="0" algn="l" defTabSz="1422400">
            <a:lnSpc>
              <a:spcPct val="90000"/>
            </a:lnSpc>
            <a:spcBef>
              <a:spcPct val="0"/>
            </a:spcBef>
            <a:spcAft>
              <a:spcPct val="35000"/>
            </a:spcAft>
            <a:buNone/>
          </a:pPr>
          <a:r>
            <a:rPr lang="en-US" sz="3200" kern="1200" dirty="0"/>
            <a:t>Complex Walmart</a:t>
          </a:r>
        </a:p>
      </dsp:txBody>
      <dsp:txXfrm>
        <a:off x="421452" y="3406266"/>
        <a:ext cx="5508362" cy="452844"/>
      </dsp:txXfrm>
    </dsp:sp>
  </dsp:spTree>
</dsp:drawing>
</file>

<file path=ppt/diagrams/drawing5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F2A1EB-CA52-41A7-8441-6D7D4E6EBBF4}">
      <dsp:nvSpPr>
        <dsp:cNvPr id="0" name=""/>
        <dsp:cNvSpPr/>
      </dsp:nvSpPr>
      <dsp:spPr>
        <a:xfrm>
          <a:off x="0" y="268414"/>
          <a:ext cx="11575701" cy="990675"/>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98403" tIns="354076" rIns="898403" bIns="120904" numCol="1" spcCol="1270" anchor="t" anchorCtr="0">
          <a:noAutofit/>
        </a:bodyPr>
        <a:lstStyle/>
        <a:p>
          <a:pPr marL="171450" lvl="1" indent="-171450" algn="l" defTabSz="755650">
            <a:lnSpc>
              <a:spcPct val="90000"/>
            </a:lnSpc>
            <a:spcBef>
              <a:spcPct val="0"/>
            </a:spcBef>
            <a:spcAft>
              <a:spcPct val="15000"/>
            </a:spcAft>
            <a:buChar char="•"/>
          </a:pPr>
          <a:r>
            <a:rPr lang="en-US" sz="1700" kern="1200" dirty="0"/>
            <a:t>Train data: 50248</a:t>
          </a:r>
        </a:p>
        <a:p>
          <a:pPr marL="171450" lvl="1" indent="-171450" algn="l" defTabSz="755650">
            <a:lnSpc>
              <a:spcPct val="90000"/>
            </a:lnSpc>
            <a:spcBef>
              <a:spcPct val="0"/>
            </a:spcBef>
            <a:spcAft>
              <a:spcPct val="15000"/>
            </a:spcAft>
            <a:buChar char="•"/>
          </a:pPr>
          <a:r>
            <a:rPr lang="en-US" sz="1700" kern="1200" dirty="0"/>
            <a:t>Test data: 244187</a:t>
          </a:r>
        </a:p>
      </dsp:txBody>
      <dsp:txXfrm>
        <a:off x="0" y="268414"/>
        <a:ext cx="11575701" cy="990675"/>
      </dsp:txXfrm>
    </dsp:sp>
    <dsp:sp modelId="{D1ABDE8A-3B27-403D-B8E4-56DF577A64E6}">
      <dsp:nvSpPr>
        <dsp:cNvPr id="0" name=""/>
        <dsp:cNvSpPr/>
      </dsp:nvSpPr>
      <dsp:spPr>
        <a:xfrm>
          <a:off x="578785" y="17494"/>
          <a:ext cx="8102990" cy="501840"/>
        </a:xfrm>
        <a:prstGeom prst="roundRect">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1"/>
        </a:lnRef>
        <a:fillRef idx="3">
          <a:schemeClr val="accent1"/>
        </a:fillRef>
        <a:effectRef idx="3">
          <a:schemeClr val="accent1"/>
        </a:effectRef>
        <a:fontRef idx="minor">
          <a:schemeClr val="lt1"/>
        </a:fontRef>
      </dsp:style>
      <dsp:txBody>
        <a:bodyPr spcFirstLastPara="0" vert="horz" wrap="square" lIns="306274" tIns="0" rIns="306274" bIns="0" numCol="1" spcCol="1270" anchor="ctr" anchorCtr="0">
          <a:noAutofit/>
        </a:bodyPr>
        <a:lstStyle/>
        <a:p>
          <a:pPr marL="0" lvl="0" indent="0" algn="l" defTabSz="1244600">
            <a:lnSpc>
              <a:spcPct val="90000"/>
            </a:lnSpc>
            <a:spcBef>
              <a:spcPct val="0"/>
            </a:spcBef>
            <a:spcAft>
              <a:spcPct val="35000"/>
            </a:spcAft>
            <a:buNone/>
          </a:pPr>
          <a:r>
            <a:rPr lang="en-US" sz="2800" kern="1200" dirty="0"/>
            <a:t>New Data</a:t>
          </a:r>
        </a:p>
      </dsp:txBody>
      <dsp:txXfrm>
        <a:off x="603283" y="41992"/>
        <a:ext cx="8053994" cy="452844"/>
      </dsp:txXfrm>
    </dsp:sp>
    <dsp:sp modelId="{FC9026AC-CD4D-46F2-A4DC-88622C09CB62}">
      <dsp:nvSpPr>
        <dsp:cNvPr id="0" name=""/>
        <dsp:cNvSpPr/>
      </dsp:nvSpPr>
      <dsp:spPr>
        <a:xfrm>
          <a:off x="0" y="1601809"/>
          <a:ext cx="11575701" cy="155295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98403" tIns="354076" rIns="898403" bIns="120904" numCol="1" spcCol="1270" anchor="t" anchorCtr="0">
          <a:noAutofit/>
        </a:bodyPr>
        <a:lstStyle/>
        <a:p>
          <a:pPr marL="171450" lvl="1" indent="-171450" algn="l" defTabSz="755650">
            <a:lnSpc>
              <a:spcPct val="90000"/>
            </a:lnSpc>
            <a:spcBef>
              <a:spcPct val="0"/>
            </a:spcBef>
            <a:spcAft>
              <a:spcPct val="15000"/>
            </a:spcAft>
            <a:buChar char="•"/>
          </a:pPr>
          <a:r>
            <a:rPr lang="en-US" sz="1700" kern="1200" dirty="0"/>
            <a:t>Total words: 4853</a:t>
          </a:r>
        </a:p>
        <a:p>
          <a:pPr marL="171450" lvl="1" indent="-171450" algn="l" defTabSz="755650">
            <a:lnSpc>
              <a:spcPct val="90000"/>
            </a:lnSpc>
            <a:spcBef>
              <a:spcPct val="0"/>
            </a:spcBef>
            <a:spcAft>
              <a:spcPct val="15000"/>
            </a:spcAft>
            <a:buChar char="•"/>
          </a:pPr>
          <a:r>
            <a:rPr lang="en-US" sz="1700" kern="1200" dirty="0"/>
            <a:t>For </a:t>
          </a:r>
          <a:r>
            <a:rPr lang="en-US" sz="1700" kern="1200" dirty="0" err="1"/>
            <a:t>n_per_original</a:t>
          </a:r>
          <a:r>
            <a:rPr lang="en-US" sz="1700" kern="1200" dirty="0"/>
            <a:t> = 2,</a:t>
          </a:r>
        </a:p>
        <a:p>
          <a:pPr marL="342900" lvl="2" indent="-171450" algn="l" defTabSz="755650">
            <a:lnSpc>
              <a:spcPct val="90000"/>
            </a:lnSpc>
            <a:spcBef>
              <a:spcPct val="0"/>
            </a:spcBef>
            <a:spcAft>
              <a:spcPct val="15000"/>
            </a:spcAft>
            <a:buChar char="•"/>
          </a:pPr>
          <a:r>
            <a:rPr lang="en-US" sz="1700" kern="1200" dirty="0"/>
            <a:t>Increases the old training data to: around 66k</a:t>
          </a:r>
        </a:p>
        <a:p>
          <a:pPr marL="342900" lvl="2" indent="-171450" algn="l" defTabSz="755650">
            <a:lnSpc>
              <a:spcPct val="90000"/>
            </a:lnSpc>
            <a:spcBef>
              <a:spcPct val="0"/>
            </a:spcBef>
            <a:spcAft>
              <a:spcPct val="15000"/>
            </a:spcAft>
            <a:buChar char="•"/>
          </a:pPr>
          <a:r>
            <a:rPr lang="en-US" sz="1700" kern="1200" dirty="0"/>
            <a:t>Increases the new training data to: around 69k</a:t>
          </a:r>
        </a:p>
      </dsp:txBody>
      <dsp:txXfrm>
        <a:off x="0" y="1601809"/>
        <a:ext cx="11575701" cy="1552950"/>
      </dsp:txXfrm>
    </dsp:sp>
    <dsp:sp modelId="{F4FDCDF6-CFB1-4573-B4DE-2A2F6D8A0017}">
      <dsp:nvSpPr>
        <dsp:cNvPr id="0" name=""/>
        <dsp:cNvSpPr/>
      </dsp:nvSpPr>
      <dsp:spPr>
        <a:xfrm>
          <a:off x="578785" y="1350889"/>
          <a:ext cx="8102990" cy="501840"/>
        </a:xfrm>
        <a:prstGeom prst="roundRect">
          <a:avLst/>
        </a:prstGeom>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6"/>
        </a:lnRef>
        <a:fillRef idx="3">
          <a:schemeClr val="accent6"/>
        </a:fillRef>
        <a:effectRef idx="3">
          <a:schemeClr val="accent6"/>
        </a:effectRef>
        <a:fontRef idx="minor">
          <a:schemeClr val="lt1"/>
        </a:fontRef>
      </dsp:style>
      <dsp:txBody>
        <a:bodyPr spcFirstLastPara="0" vert="horz" wrap="square" lIns="306274" tIns="0" rIns="306274" bIns="0" numCol="1" spcCol="1270" anchor="ctr" anchorCtr="0">
          <a:noAutofit/>
        </a:bodyPr>
        <a:lstStyle/>
        <a:p>
          <a:pPr marL="0" lvl="0" indent="0" algn="l" defTabSz="1244600">
            <a:lnSpc>
              <a:spcPct val="90000"/>
            </a:lnSpc>
            <a:spcBef>
              <a:spcPct val="0"/>
            </a:spcBef>
            <a:spcAft>
              <a:spcPct val="35000"/>
            </a:spcAft>
            <a:buNone/>
          </a:pPr>
          <a:r>
            <a:rPr lang="en-US" sz="2800" kern="1200" dirty="0"/>
            <a:t>Complete synonyms list</a:t>
          </a:r>
        </a:p>
      </dsp:txBody>
      <dsp:txXfrm>
        <a:off x="603283" y="1375387"/>
        <a:ext cx="8053994" cy="452844"/>
      </dsp:txXfrm>
    </dsp:sp>
    <dsp:sp modelId="{582E13C3-827D-46B7-A5FF-62BB13B3EE41}">
      <dsp:nvSpPr>
        <dsp:cNvPr id="0" name=""/>
        <dsp:cNvSpPr/>
      </dsp:nvSpPr>
      <dsp:spPr>
        <a:xfrm>
          <a:off x="0" y="3497479"/>
          <a:ext cx="11575701" cy="18207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98403" tIns="354076" rIns="898403" bIns="120904" numCol="1" spcCol="1270" anchor="t" anchorCtr="0">
          <a:noAutofit/>
        </a:bodyPr>
        <a:lstStyle/>
        <a:p>
          <a:pPr marL="171450" lvl="1" indent="-171450" algn="l" defTabSz="755650">
            <a:lnSpc>
              <a:spcPct val="90000"/>
            </a:lnSpc>
            <a:spcBef>
              <a:spcPct val="0"/>
            </a:spcBef>
            <a:spcAft>
              <a:spcPct val="15000"/>
            </a:spcAft>
            <a:buChar char="•"/>
          </a:pPr>
          <a:r>
            <a:rPr lang="en-US" sz="1700" kern="1200" dirty="0"/>
            <a:t>Total words: 8038</a:t>
          </a:r>
        </a:p>
        <a:p>
          <a:pPr marL="171450" lvl="1" indent="-171450" algn="l" defTabSz="755650">
            <a:lnSpc>
              <a:spcPct val="90000"/>
            </a:lnSpc>
            <a:spcBef>
              <a:spcPct val="0"/>
            </a:spcBef>
            <a:spcAft>
              <a:spcPct val="15000"/>
            </a:spcAft>
            <a:buChar char="•"/>
          </a:pPr>
          <a:r>
            <a:rPr lang="en-US" sz="1700" kern="1200" dirty="0"/>
            <a:t>Examples-</a:t>
          </a:r>
        </a:p>
        <a:p>
          <a:pPr marL="342900" lvl="2" indent="-171450" algn="l" defTabSz="755650">
            <a:lnSpc>
              <a:spcPct val="90000"/>
            </a:lnSpc>
            <a:spcBef>
              <a:spcPct val="0"/>
            </a:spcBef>
            <a:spcAft>
              <a:spcPct val="15000"/>
            </a:spcAft>
            <a:buChar char="•"/>
          </a:pPr>
          <a:r>
            <a:rPr lang="en-US" sz="1700" kern="1200" dirty="0"/>
            <a:t>ABALONES </a:t>
          </a:r>
          <a:r>
            <a:rPr lang="en-US" sz="1700" kern="1200" dirty="0">
              <a:sym typeface="Wingdings" panose="05000000000000000000" pitchFamily="2" charset="2"/>
            </a:rPr>
            <a:t> ABALONE</a:t>
          </a:r>
          <a:endParaRPr lang="en-US" sz="1700" kern="1200" dirty="0"/>
        </a:p>
        <a:p>
          <a:pPr marL="342900" lvl="2" indent="-171450" algn="l" defTabSz="755650">
            <a:lnSpc>
              <a:spcPct val="90000"/>
            </a:lnSpc>
            <a:spcBef>
              <a:spcPct val="0"/>
            </a:spcBef>
            <a:spcAft>
              <a:spcPct val="15000"/>
            </a:spcAft>
            <a:buChar char="•"/>
          </a:pPr>
          <a:r>
            <a:rPr lang="en-US" sz="1700" kern="1200" dirty="0"/>
            <a:t>SESAMES </a:t>
          </a:r>
          <a:r>
            <a:rPr lang="en-US" sz="1700" kern="1200" dirty="0">
              <a:sym typeface="Wingdings" panose="05000000000000000000" pitchFamily="2" charset="2"/>
            </a:rPr>
            <a:t> SESAME</a:t>
          </a:r>
          <a:endParaRPr lang="en-US" sz="1700" kern="1200" dirty="0"/>
        </a:p>
        <a:p>
          <a:pPr marL="342900" lvl="2" indent="-171450" algn="l" defTabSz="755650">
            <a:lnSpc>
              <a:spcPct val="90000"/>
            </a:lnSpc>
            <a:spcBef>
              <a:spcPct val="0"/>
            </a:spcBef>
            <a:spcAft>
              <a:spcPct val="15000"/>
            </a:spcAft>
            <a:buChar char="•"/>
          </a:pPr>
          <a:endParaRPr lang="en-US" sz="1700" kern="1200" dirty="0"/>
        </a:p>
      </dsp:txBody>
      <dsp:txXfrm>
        <a:off x="0" y="3497479"/>
        <a:ext cx="11575701" cy="1820700"/>
      </dsp:txXfrm>
    </dsp:sp>
    <dsp:sp modelId="{14F81F7B-2C8B-4BD3-8798-81254FAE95A8}">
      <dsp:nvSpPr>
        <dsp:cNvPr id="0" name=""/>
        <dsp:cNvSpPr/>
      </dsp:nvSpPr>
      <dsp:spPr>
        <a:xfrm>
          <a:off x="578785" y="3246559"/>
          <a:ext cx="8102990" cy="501840"/>
        </a:xfrm>
        <a:prstGeom prst="roundRect">
          <a:avLst/>
        </a:prstGeom>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5"/>
        </a:lnRef>
        <a:fillRef idx="3">
          <a:schemeClr val="accent5"/>
        </a:fillRef>
        <a:effectRef idx="3">
          <a:schemeClr val="accent5"/>
        </a:effectRef>
        <a:fontRef idx="minor">
          <a:schemeClr val="lt1"/>
        </a:fontRef>
      </dsp:style>
      <dsp:txBody>
        <a:bodyPr spcFirstLastPara="0" vert="horz" wrap="square" lIns="306274" tIns="0" rIns="306274" bIns="0" numCol="1" spcCol="1270" anchor="ctr" anchorCtr="0">
          <a:noAutofit/>
        </a:bodyPr>
        <a:lstStyle/>
        <a:p>
          <a:pPr marL="0" lvl="0" indent="0" algn="l" defTabSz="1244600">
            <a:lnSpc>
              <a:spcPct val="90000"/>
            </a:lnSpc>
            <a:spcBef>
              <a:spcPct val="0"/>
            </a:spcBef>
            <a:spcAft>
              <a:spcPct val="35000"/>
            </a:spcAft>
            <a:buNone/>
          </a:pPr>
          <a:r>
            <a:rPr lang="en-US" sz="2800" kern="1200" dirty="0"/>
            <a:t>All correction list</a:t>
          </a:r>
        </a:p>
      </dsp:txBody>
      <dsp:txXfrm>
        <a:off x="603283" y="3271057"/>
        <a:ext cx="8053994" cy="452844"/>
      </dsp:txXfrm>
    </dsp:sp>
  </dsp:spTree>
</dsp:drawing>
</file>

<file path=ppt/diagrams/drawing5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45144D-B56C-4D9E-B13C-1E0C0F297FC5}">
      <dsp:nvSpPr>
        <dsp:cNvPr id="0" name=""/>
        <dsp:cNvSpPr/>
      </dsp:nvSpPr>
      <dsp:spPr>
        <a:xfrm>
          <a:off x="1134" y="0"/>
          <a:ext cx="2212489" cy="545035"/>
        </a:xfrm>
        <a:prstGeom prst="homePlate">
          <a:avLst/>
        </a:prstGeom>
        <a:solidFill>
          <a:schemeClr val="lt1"/>
        </a:solidFill>
        <a:ln w="12700" cap="flat" cmpd="sng" algn="ctr">
          <a:solidFill>
            <a:schemeClr val="accent3"/>
          </a:solidFill>
          <a:prstDash val="solid"/>
          <a:miter lim="800000"/>
        </a:ln>
        <a:effectLst/>
      </dsp:spPr>
      <dsp:style>
        <a:lnRef idx="2">
          <a:schemeClr val="accent3"/>
        </a:lnRef>
        <a:fillRef idx="1">
          <a:schemeClr val="lt1"/>
        </a:fillRef>
        <a:effectRef idx="0">
          <a:schemeClr val="accent3"/>
        </a:effectRef>
        <a:fontRef idx="minor">
          <a:schemeClr val="dk1"/>
        </a:fontRef>
      </dsp:style>
      <dsp:txBody>
        <a:bodyPr spcFirstLastPara="0" vert="horz" wrap="square" lIns="69342" tIns="34671" rIns="17336" bIns="34671" numCol="1" spcCol="1270" anchor="ctr" anchorCtr="0">
          <a:noAutofit/>
        </a:bodyPr>
        <a:lstStyle/>
        <a:p>
          <a:pPr marL="0" lvl="0" indent="0" algn="l" defTabSz="577850">
            <a:lnSpc>
              <a:spcPct val="90000"/>
            </a:lnSpc>
            <a:spcBef>
              <a:spcPct val="0"/>
            </a:spcBef>
            <a:spcAft>
              <a:spcPct val="35000"/>
            </a:spcAft>
            <a:buNone/>
          </a:pPr>
          <a:r>
            <a:rPr lang="en-US" sz="1300" kern="1200" dirty="0"/>
            <a:t>Spell correction (manual &amp; Walmart)</a:t>
          </a:r>
        </a:p>
      </dsp:txBody>
      <dsp:txXfrm>
        <a:off x="1134" y="0"/>
        <a:ext cx="2076230" cy="545035"/>
      </dsp:txXfrm>
    </dsp:sp>
    <dsp:sp modelId="{89C150D6-5B3B-4081-AE70-9E8130210A9C}">
      <dsp:nvSpPr>
        <dsp:cNvPr id="0" name=""/>
        <dsp:cNvSpPr/>
      </dsp:nvSpPr>
      <dsp:spPr>
        <a:xfrm>
          <a:off x="1771126" y="0"/>
          <a:ext cx="2212489" cy="545035"/>
        </a:xfrm>
        <a:prstGeom prst="chevron">
          <a:avLst/>
        </a:prstGeom>
        <a:solidFill>
          <a:schemeClr val="lt1"/>
        </a:solidFill>
        <a:ln w="12700" cap="flat" cmpd="sng" algn="ctr">
          <a:solidFill>
            <a:schemeClr val="accent3"/>
          </a:solidFill>
          <a:prstDash val="solid"/>
          <a:miter lim="800000"/>
        </a:ln>
        <a:effectLst/>
      </dsp:spPr>
      <dsp:style>
        <a:lnRef idx="2">
          <a:schemeClr val="accent3"/>
        </a:lnRef>
        <a:fillRef idx="1">
          <a:schemeClr val="lt1"/>
        </a:fillRef>
        <a:effectRef idx="0">
          <a:schemeClr val="accent3"/>
        </a:effectRef>
        <a:fontRef idx="minor">
          <a:schemeClr val="dk1"/>
        </a:fontRef>
      </dsp:style>
      <dsp:txBody>
        <a:bodyPr spcFirstLastPara="0" vert="horz" wrap="square" lIns="52007" tIns="34671" rIns="17336" bIns="34671" numCol="1" spcCol="1270" anchor="ctr" anchorCtr="0">
          <a:noAutofit/>
        </a:bodyPr>
        <a:lstStyle/>
        <a:p>
          <a:pPr marL="0" lvl="0" indent="0" algn="ctr" defTabSz="577850">
            <a:lnSpc>
              <a:spcPct val="90000"/>
            </a:lnSpc>
            <a:spcBef>
              <a:spcPct val="0"/>
            </a:spcBef>
            <a:spcAft>
              <a:spcPct val="35000"/>
            </a:spcAft>
            <a:buNone/>
          </a:pPr>
          <a:r>
            <a:rPr lang="en-US" sz="1300" kern="1200" dirty="0"/>
            <a:t>Stopwords and Numbers removed</a:t>
          </a:r>
        </a:p>
      </dsp:txBody>
      <dsp:txXfrm>
        <a:off x="2043644" y="0"/>
        <a:ext cx="1667454" cy="545035"/>
      </dsp:txXfrm>
    </dsp:sp>
    <dsp:sp modelId="{FFE7DF76-4792-484F-B7AE-8FA74E7654E6}">
      <dsp:nvSpPr>
        <dsp:cNvPr id="0" name=""/>
        <dsp:cNvSpPr/>
      </dsp:nvSpPr>
      <dsp:spPr>
        <a:xfrm>
          <a:off x="3541117" y="0"/>
          <a:ext cx="2212489" cy="545035"/>
        </a:xfrm>
        <a:prstGeom prst="chevron">
          <a:avLst/>
        </a:prstGeom>
        <a:solidFill>
          <a:schemeClr val="lt1"/>
        </a:solidFill>
        <a:ln w="12700" cap="flat" cmpd="sng" algn="ctr">
          <a:solidFill>
            <a:schemeClr val="accent3"/>
          </a:solidFill>
          <a:prstDash val="solid"/>
          <a:miter lim="800000"/>
        </a:ln>
        <a:effectLst/>
      </dsp:spPr>
      <dsp:style>
        <a:lnRef idx="2">
          <a:schemeClr val="accent3"/>
        </a:lnRef>
        <a:fillRef idx="1">
          <a:schemeClr val="lt1"/>
        </a:fillRef>
        <a:effectRef idx="0">
          <a:schemeClr val="accent3"/>
        </a:effectRef>
        <a:fontRef idx="minor">
          <a:schemeClr val="dk1"/>
        </a:fontRef>
      </dsp:style>
      <dsp:txBody>
        <a:bodyPr spcFirstLastPara="0" vert="horz" wrap="square" lIns="52007" tIns="34671" rIns="17336" bIns="34671" numCol="1" spcCol="1270" anchor="ctr" anchorCtr="0">
          <a:noAutofit/>
        </a:bodyPr>
        <a:lstStyle/>
        <a:p>
          <a:pPr marL="0" lvl="0" indent="0" algn="ctr" defTabSz="577850">
            <a:lnSpc>
              <a:spcPct val="90000"/>
            </a:lnSpc>
            <a:spcBef>
              <a:spcPct val="0"/>
            </a:spcBef>
            <a:spcAft>
              <a:spcPct val="35000"/>
            </a:spcAft>
            <a:buNone/>
          </a:pPr>
          <a:r>
            <a:rPr lang="en-US" sz="1300" kern="1200" dirty="0"/>
            <a:t>Lemmatize words with chars more than 3</a:t>
          </a:r>
        </a:p>
      </dsp:txBody>
      <dsp:txXfrm>
        <a:off x="3813635" y="0"/>
        <a:ext cx="1667454" cy="545035"/>
      </dsp:txXfrm>
    </dsp:sp>
    <dsp:sp modelId="{8C66FF4B-097E-4732-AED2-26DEEDF85B87}">
      <dsp:nvSpPr>
        <dsp:cNvPr id="0" name=""/>
        <dsp:cNvSpPr/>
      </dsp:nvSpPr>
      <dsp:spPr>
        <a:xfrm>
          <a:off x="5311109" y="0"/>
          <a:ext cx="2212489" cy="545035"/>
        </a:xfrm>
        <a:prstGeom prst="chevron">
          <a:avLst/>
        </a:prstGeom>
        <a:solidFill>
          <a:schemeClr val="lt1"/>
        </a:solidFill>
        <a:ln w="12700" cap="flat" cmpd="sng" algn="ctr">
          <a:solidFill>
            <a:schemeClr val="accent3"/>
          </a:solidFill>
          <a:prstDash val="solid"/>
          <a:miter lim="800000"/>
        </a:ln>
        <a:effectLst/>
      </dsp:spPr>
      <dsp:style>
        <a:lnRef idx="2">
          <a:schemeClr val="accent3"/>
        </a:lnRef>
        <a:fillRef idx="1">
          <a:schemeClr val="lt1"/>
        </a:fillRef>
        <a:effectRef idx="0">
          <a:schemeClr val="accent3"/>
        </a:effectRef>
        <a:fontRef idx="minor">
          <a:schemeClr val="dk1"/>
        </a:fontRef>
      </dsp:style>
      <dsp:txBody>
        <a:bodyPr spcFirstLastPara="0" vert="horz" wrap="square" lIns="52007" tIns="34671" rIns="17336" bIns="34671" numCol="1" spcCol="1270" anchor="ctr" anchorCtr="0">
          <a:noAutofit/>
        </a:bodyPr>
        <a:lstStyle/>
        <a:p>
          <a:pPr marL="0" lvl="0" indent="0" algn="ctr" defTabSz="577850">
            <a:lnSpc>
              <a:spcPct val="90000"/>
            </a:lnSpc>
            <a:spcBef>
              <a:spcPct val="0"/>
            </a:spcBef>
            <a:spcAft>
              <a:spcPct val="35000"/>
            </a:spcAft>
            <a:buNone/>
          </a:pPr>
          <a:r>
            <a:rPr lang="en-US" sz="1300" kern="1200" dirty="0"/>
            <a:t>Remove words with 1 and 2 chars</a:t>
          </a:r>
        </a:p>
      </dsp:txBody>
      <dsp:txXfrm>
        <a:off x="5583627" y="0"/>
        <a:ext cx="1667454" cy="545035"/>
      </dsp:txXfrm>
    </dsp:sp>
    <dsp:sp modelId="{2DDCA9B3-0437-46F8-952B-95E21CD23159}">
      <dsp:nvSpPr>
        <dsp:cNvPr id="0" name=""/>
        <dsp:cNvSpPr/>
      </dsp:nvSpPr>
      <dsp:spPr>
        <a:xfrm>
          <a:off x="7081100" y="0"/>
          <a:ext cx="2212489" cy="545035"/>
        </a:xfrm>
        <a:prstGeom prst="chevron">
          <a:avLst/>
        </a:prstGeom>
        <a:solidFill>
          <a:schemeClr val="lt1"/>
        </a:solidFill>
        <a:ln w="12700" cap="flat" cmpd="sng" algn="ctr">
          <a:solidFill>
            <a:schemeClr val="accent3"/>
          </a:solidFill>
          <a:prstDash val="solid"/>
          <a:miter lim="800000"/>
        </a:ln>
        <a:effectLst/>
      </dsp:spPr>
      <dsp:style>
        <a:lnRef idx="2">
          <a:schemeClr val="accent3"/>
        </a:lnRef>
        <a:fillRef idx="1">
          <a:schemeClr val="lt1"/>
        </a:fillRef>
        <a:effectRef idx="0">
          <a:schemeClr val="accent3"/>
        </a:effectRef>
        <a:fontRef idx="minor">
          <a:schemeClr val="dk1"/>
        </a:fontRef>
      </dsp:style>
      <dsp:txBody>
        <a:bodyPr spcFirstLastPara="0" vert="horz" wrap="square" lIns="52007" tIns="34671" rIns="17336" bIns="34671" numCol="1" spcCol="1270" anchor="ctr" anchorCtr="0">
          <a:noAutofit/>
        </a:bodyPr>
        <a:lstStyle/>
        <a:p>
          <a:pPr marL="0" lvl="0" indent="0" algn="ctr" defTabSz="577850">
            <a:lnSpc>
              <a:spcPct val="90000"/>
            </a:lnSpc>
            <a:spcBef>
              <a:spcPct val="0"/>
            </a:spcBef>
            <a:spcAft>
              <a:spcPct val="35000"/>
            </a:spcAft>
            <a:buNone/>
          </a:pPr>
          <a:r>
            <a:rPr lang="en-US" sz="1300" kern="1200" dirty="0"/>
            <a:t>Remove noise words</a:t>
          </a:r>
        </a:p>
      </dsp:txBody>
      <dsp:txXfrm>
        <a:off x="7353618" y="0"/>
        <a:ext cx="1667454" cy="545035"/>
      </dsp:txXfrm>
    </dsp:sp>
  </dsp:spTree>
</dsp:drawing>
</file>

<file path=ppt/diagrams/layout1.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8.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14.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15.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16.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17.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18.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19.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0.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2.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3.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4.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2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6.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8.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9.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30.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3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32.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33.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3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6.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37.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8.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39.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40.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4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2.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43.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44.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4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7.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48.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49.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50.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5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5.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4.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4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6385DD-8EB7-40E0-830B-D3BA96938F9D}" type="datetimeFigureOut">
              <a:rPr lang="en-US" smtClean="0"/>
              <a:t>7/19/2021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9862D4-D1FE-4D44-9D30-6726DFE65B69}" type="slidenum">
              <a:rPr lang="en-US" smtClean="0"/>
              <a:t>‹#›</a:t>
            </a:fld>
            <a:endParaRPr lang="en-US"/>
          </a:p>
        </p:txBody>
      </p:sp>
    </p:spTree>
    <p:extLst>
      <p:ext uri="{BB962C8B-B14F-4D97-AF65-F5344CB8AC3E}">
        <p14:creationId xmlns:p14="http://schemas.microsoft.com/office/powerpoint/2010/main" val="884233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79862D4-D1FE-4D44-9D30-6726DFE65B69}" type="slidenum">
              <a:rPr lang="en-US" smtClean="0"/>
              <a:t>18</a:t>
            </a:fld>
            <a:endParaRPr lang="en-US"/>
          </a:p>
        </p:txBody>
      </p:sp>
    </p:spTree>
    <p:extLst>
      <p:ext uri="{BB962C8B-B14F-4D97-AF65-F5344CB8AC3E}">
        <p14:creationId xmlns:p14="http://schemas.microsoft.com/office/powerpoint/2010/main" val="35595677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Amount of information lost when Q is used to approximate P</a:t>
            </a:r>
          </a:p>
        </p:txBody>
      </p:sp>
      <p:sp>
        <p:nvSpPr>
          <p:cNvPr id="4" name="Slide Number Placeholder 3"/>
          <p:cNvSpPr>
            <a:spLocks noGrp="1"/>
          </p:cNvSpPr>
          <p:nvPr>
            <p:ph type="sldNum" sz="quarter" idx="5"/>
          </p:nvPr>
        </p:nvSpPr>
        <p:spPr/>
        <p:txBody>
          <a:bodyPr/>
          <a:lstStyle/>
          <a:p>
            <a:fld id="{979862D4-D1FE-4D44-9D30-6726DFE65B69}" type="slidenum">
              <a:rPr lang="en-US" smtClean="0"/>
              <a:t>50</a:t>
            </a:fld>
            <a:endParaRPr lang="en-US"/>
          </a:p>
        </p:txBody>
      </p:sp>
    </p:spTree>
    <p:extLst>
      <p:ext uri="{BB962C8B-B14F-4D97-AF65-F5344CB8AC3E}">
        <p14:creationId xmlns:p14="http://schemas.microsoft.com/office/powerpoint/2010/main" val="22364519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str1</a:t>
            </a:r>
            <a:r>
              <a:rPr lang="en-US" dirty="0"/>
              <a:t> </a:t>
            </a:r>
            <a:r>
              <a:rPr lang="en-US" dirty="0">
                <a:solidFill>
                  <a:srgbClr val="666666"/>
                </a:solidFill>
                <a:effectLst/>
              </a:rPr>
              <a:t>=</a:t>
            </a:r>
            <a:r>
              <a:rPr lang="en-US" dirty="0"/>
              <a:t> </a:t>
            </a:r>
            <a:r>
              <a:rPr lang="en-US" dirty="0">
                <a:solidFill>
                  <a:srgbClr val="BA2121"/>
                </a:solidFill>
                <a:effectLst/>
              </a:rPr>
              <a:t>"CHOCOLATE </a:t>
            </a:r>
            <a:r>
              <a:rPr lang="en-US" dirty="0" err="1">
                <a:solidFill>
                  <a:srgbClr val="BA2121"/>
                </a:solidFill>
                <a:effectLst/>
              </a:rPr>
              <a:t>CHOCOLATE</a:t>
            </a:r>
            <a:r>
              <a:rPr lang="en-US" dirty="0">
                <a:solidFill>
                  <a:srgbClr val="BA2121"/>
                </a:solidFill>
                <a:effectLst/>
              </a:rPr>
              <a:t> BRANDS MID TIER"</a:t>
            </a:r>
            <a:r>
              <a:rPr lang="en-US" dirty="0"/>
              <a:t> </a:t>
            </a:r>
          </a:p>
          <a:p>
            <a:r>
              <a:rPr lang="en-US" dirty="0">
                <a:effectLst/>
              </a:rPr>
              <a:t>str2</a:t>
            </a:r>
            <a:r>
              <a:rPr lang="en-US" dirty="0"/>
              <a:t> </a:t>
            </a:r>
            <a:r>
              <a:rPr lang="en-US" dirty="0">
                <a:solidFill>
                  <a:srgbClr val="666666"/>
                </a:solidFill>
                <a:effectLst/>
              </a:rPr>
              <a:t>=</a:t>
            </a:r>
            <a:r>
              <a:rPr lang="en-US" dirty="0"/>
              <a:t> </a:t>
            </a:r>
            <a:r>
              <a:rPr lang="en-US" dirty="0">
                <a:solidFill>
                  <a:srgbClr val="BA2121"/>
                </a:solidFill>
                <a:effectLst/>
              </a:rPr>
              <a:t>"brands; chocolate"</a:t>
            </a:r>
            <a:r>
              <a:rPr lang="en-US" dirty="0"/>
              <a:t> </a:t>
            </a:r>
          </a:p>
          <a:p>
            <a:r>
              <a:rPr lang="en-US" dirty="0">
                <a:solidFill>
                  <a:srgbClr val="008000"/>
                </a:solidFill>
                <a:effectLst/>
              </a:rPr>
              <a:t>print</a:t>
            </a:r>
            <a:r>
              <a:rPr lang="en-US" dirty="0">
                <a:effectLst/>
              </a:rPr>
              <a:t>(</a:t>
            </a:r>
            <a:r>
              <a:rPr lang="en-US" dirty="0">
                <a:solidFill>
                  <a:srgbClr val="BA2121"/>
                </a:solidFill>
                <a:effectLst/>
              </a:rPr>
              <a:t>"</a:t>
            </a:r>
            <a:r>
              <a:rPr lang="en-US" dirty="0" err="1">
                <a:solidFill>
                  <a:srgbClr val="BA2121"/>
                </a:solidFill>
                <a:effectLst/>
              </a:rPr>
              <a:t>Fuzzywuzzy</a:t>
            </a:r>
            <a:r>
              <a:rPr lang="en-US" dirty="0">
                <a:solidFill>
                  <a:srgbClr val="BA2121"/>
                </a:solidFill>
                <a:effectLst/>
              </a:rPr>
              <a:t> Token Set Ratio: </a:t>
            </a:r>
            <a:r>
              <a:rPr lang="en-US" b="1" dirty="0">
                <a:solidFill>
                  <a:srgbClr val="BB6688"/>
                </a:solidFill>
                <a:effectLst/>
              </a:rPr>
              <a:t>{}</a:t>
            </a:r>
            <a:r>
              <a:rPr lang="en-US" dirty="0">
                <a:solidFill>
                  <a:srgbClr val="BA2121"/>
                </a:solidFill>
                <a:effectLst/>
              </a:rPr>
              <a:t>"</a:t>
            </a:r>
            <a:r>
              <a:rPr lang="en-US" dirty="0">
                <a:solidFill>
                  <a:srgbClr val="666666"/>
                </a:solidFill>
                <a:effectLst/>
              </a:rPr>
              <a:t>.</a:t>
            </a:r>
            <a:r>
              <a:rPr lang="en-US" dirty="0">
                <a:effectLst/>
              </a:rPr>
              <a:t>format(</a:t>
            </a:r>
            <a:r>
              <a:rPr lang="en-US" dirty="0" err="1">
                <a:effectLst/>
              </a:rPr>
              <a:t>fuzz</a:t>
            </a:r>
            <a:r>
              <a:rPr lang="en-US" dirty="0" err="1">
                <a:solidFill>
                  <a:srgbClr val="666666"/>
                </a:solidFill>
                <a:effectLst/>
              </a:rPr>
              <a:t>.</a:t>
            </a:r>
            <a:r>
              <a:rPr lang="en-US" dirty="0" err="1">
                <a:effectLst/>
              </a:rPr>
              <a:t>token_set_ratio</a:t>
            </a:r>
            <a:r>
              <a:rPr lang="en-US" dirty="0">
                <a:effectLst/>
              </a:rPr>
              <a:t>(str1,</a:t>
            </a:r>
            <a:r>
              <a:rPr lang="en-US" dirty="0"/>
              <a:t> </a:t>
            </a:r>
            <a:r>
              <a:rPr lang="en-US" dirty="0">
                <a:effectLst/>
              </a:rPr>
              <a:t>str2)))</a:t>
            </a:r>
            <a:endParaRPr lang="en-US" dirty="0"/>
          </a:p>
        </p:txBody>
      </p:sp>
      <p:sp>
        <p:nvSpPr>
          <p:cNvPr id="4" name="Slide Number Placeholder 3"/>
          <p:cNvSpPr>
            <a:spLocks noGrp="1"/>
          </p:cNvSpPr>
          <p:nvPr>
            <p:ph type="sldNum" sz="quarter" idx="5"/>
          </p:nvPr>
        </p:nvSpPr>
        <p:spPr/>
        <p:txBody>
          <a:bodyPr/>
          <a:lstStyle/>
          <a:p>
            <a:fld id="{979862D4-D1FE-4D44-9D30-6726DFE65B69}" type="slidenum">
              <a:rPr lang="en-US" smtClean="0"/>
              <a:t>65</a:t>
            </a:fld>
            <a:endParaRPr lang="en-US"/>
          </a:p>
        </p:txBody>
      </p:sp>
    </p:spTree>
    <p:extLst>
      <p:ext uri="{BB962C8B-B14F-4D97-AF65-F5344CB8AC3E}">
        <p14:creationId xmlns:p14="http://schemas.microsoft.com/office/powerpoint/2010/main" val="6837881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79862D4-D1FE-4D44-9D30-6726DFE65B69}" type="slidenum">
              <a:rPr lang="en-US" smtClean="0"/>
              <a:t>124</a:t>
            </a:fld>
            <a:endParaRPr lang="en-US"/>
          </a:p>
        </p:txBody>
      </p:sp>
    </p:spTree>
    <p:extLst>
      <p:ext uri="{BB962C8B-B14F-4D97-AF65-F5344CB8AC3E}">
        <p14:creationId xmlns:p14="http://schemas.microsoft.com/office/powerpoint/2010/main" val="40008082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79862D4-D1FE-4D44-9D30-6726DFE65B69}" type="slidenum">
              <a:rPr lang="en-US" smtClean="0"/>
              <a:t>129</a:t>
            </a:fld>
            <a:endParaRPr lang="en-US"/>
          </a:p>
        </p:txBody>
      </p:sp>
    </p:spTree>
    <p:extLst>
      <p:ext uri="{BB962C8B-B14F-4D97-AF65-F5344CB8AC3E}">
        <p14:creationId xmlns:p14="http://schemas.microsoft.com/office/powerpoint/2010/main" val="18112374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79862D4-D1FE-4D44-9D30-6726DFE65B69}" type="slidenum">
              <a:rPr lang="en-US" smtClean="0"/>
              <a:t>146</a:t>
            </a:fld>
            <a:endParaRPr lang="en-US"/>
          </a:p>
        </p:txBody>
      </p:sp>
    </p:spTree>
    <p:extLst>
      <p:ext uri="{BB962C8B-B14F-4D97-AF65-F5344CB8AC3E}">
        <p14:creationId xmlns:p14="http://schemas.microsoft.com/office/powerpoint/2010/main" val="4299506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79862D4-D1FE-4D44-9D30-6726DFE65B69}" type="slidenum">
              <a:rPr lang="en-US" smtClean="0"/>
              <a:t>153</a:t>
            </a:fld>
            <a:endParaRPr lang="en-US"/>
          </a:p>
        </p:txBody>
      </p:sp>
    </p:spTree>
    <p:extLst>
      <p:ext uri="{BB962C8B-B14F-4D97-AF65-F5344CB8AC3E}">
        <p14:creationId xmlns:p14="http://schemas.microsoft.com/office/powerpoint/2010/main" val="18733212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92929"/>
                </a:solidFill>
                <a:effectLst/>
                <a:latin typeface="charter"/>
              </a:rPr>
              <a:t>turn n-gram embeddings completely off as well by setting them both to 0. </a:t>
            </a:r>
            <a:r>
              <a:rPr lang="en-US" dirty="0"/>
              <a:t>This can be useful when the ‘words’ in your model aren’t words for a particular language, and character level n-grams would not make sense.</a:t>
            </a:r>
          </a:p>
        </p:txBody>
      </p:sp>
      <p:sp>
        <p:nvSpPr>
          <p:cNvPr id="4" name="Slide Number Placeholder 3"/>
          <p:cNvSpPr>
            <a:spLocks noGrp="1"/>
          </p:cNvSpPr>
          <p:nvPr>
            <p:ph type="sldNum" sz="quarter" idx="5"/>
          </p:nvPr>
        </p:nvSpPr>
        <p:spPr/>
        <p:txBody>
          <a:bodyPr/>
          <a:lstStyle/>
          <a:p>
            <a:fld id="{979862D4-D1FE-4D44-9D30-6726DFE65B69}" type="slidenum">
              <a:rPr lang="en-US" smtClean="0"/>
              <a:t>161</a:t>
            </a:fld>
            <a:endParaRPr lang="en-US"/>
          </a:p>
        </p:txBody>
      </p:sp>
    </p:spTree>
    <p:extLst>
      <p:ext uri="{BB962C8B-B14F-4D97-AF65-F5344CB8AC3E}">
        <p14:creationId xmlns:p14="http://schemas.microsoft.com/office/powerpoint/2010/main" val="37375495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79862D4-D1FE-4D44-9D30-6726DFE65B69}" type="slidenum">
              <a:rPr lang="en-US" smtClean="0"/>
              <a:t>165</a:t>
            </a:fld>
            <a:endParaRPr lang="en-US"/>
          </a:p>
        </p:txBody>
      </p:sp>
    </p:spTree>
    <p:extLst>
      <p:ext uri="{BB962C8B-B14F-4D97-AF65-F5344CB8AC3E}">
        <p14:creationId xmlns:p14="http://schemas.microsoft.com/office/powerpoint/2010/main" val="8378043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79862D4-D1FE-4D44-9D30-6726DFE65B69}" type="slidenum">
              <a:rPr lang="en-US" smtClean="0"/>
              <a:t>176</a:t>
            </a:fld>
            <a:endParaRPr lang="en-US"/>
          </a:p>
        </p:txBody>
      </p:sp>
    </p:spTree>
    <p:extLst>
      <p:ext uri="{BB962C8B-B14F-4D97-AF65-F5344CB8AC3E}">
        <p14:creationId xmlns:p14="http://schemas.microsoft.com/office/powerpoint/2010/main" val="25513997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92929"/>
                </a:solidFill>
                <a:effectLst/>
                <a:latin typeface="charter"/>
              </a:rPr>
              <a:t>turn n-gram embeddings completely off as well by setting them both to 0. </a:t>
            </a:r>
            <a:r>
              <a:rPr lang="en-US" dirty="0"/>
              <a:t>This can be useful when the ‘words’ in your model aren’t words for a particular language, and character level n-grams would not make sense.</a:t>
            </a:r>
          </a:p>
        </p:txBody>
      </p:sp>
      <p:sp>
        <p:nvSpPr>
          <p:cNvPr id="4" name="Slide Number Placeholder 3"/>
          <p:cNvSpPr>
            <a:spLocks noGrp="1"/>
          </p:cNvSpPr>
          <p:nvPr>
            <p:ph type="sldNum" sz="quarter" idx="5"/>
          </p:nvPr>
        </p:nvSpPr>
        <p:spPr/>
        <p:txBody>
          <a:bodyPr/>
          <a:lstStyle/>
          <a:p>
            <a:fld id="{979862D4-D1FE-4D44-9D30-6726DFE65B69}" type="slidenum">
              <a:rPr lang="en-US" smtClean="0"/>
              <a:t>178</a:t>
            </a:fld>
            <a:endParaRPr lang="en-US"/>
          </a:p>
        </p:txBody>
      </p:sp>
    </p:spTree>
    <p:extLst>
      <p:ext uri="{BB962C8B-B14F-4D97-AF65-F5344CB8AC3E}">
        <p14:creationId xmlns:p14="http://schemas.microsoft.com/office/powerpoint/2010/main" val="40541020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79862D4-D1FE-4D44-9D30-6726DFE65B69}" type="slidenum">
              <a:rPr lang="en-US" smtClean="0"/>
              <a:t>189</a:t>
            </a:fld>
            <a:endParaRPr lang="en-US"/>
          </a:p>
        </p:txBody>
      </p:sp>
    </p:spTree>
    <p:extLst>
      <p:ext uri="{BB962C8B-B14F-4D97-AF65-F5344CB8AC3E}">
        <p14:creationId xmlns:p14="http://schemas.microsoft.com/office/powerpoint/2010/main" val="23257426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79862D4-D1FE-4D44-9D30-6726DFE65B69}" type="slidenum">
              <a:rPr lang="en-US" smtClean="0"/>
              <a:t>195</a:t>
            </a:fld>
            <a:endParaRPr lang="en-US"/>
          </a:p>
        </p:txBody>
      </p:sp>
    </p:spTree>
    <p:extLst>
      <p:ext uri="{BB962C8B-B14F-4D97-AF65-F5344CB8AC3E}">
        <p14:creationId xmlns:p14="http://schemas.microsoft.com/office/powerpoint/2010/main" val="40971209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algn="l" rtl="0" eaLnBrk="1" fontAlgn="t" latinLnBrk="0" hangingPunct="1">
              <a:spcBef>
                <a:spcPts val="0"/>
              </a:spcBef>
              <a:spcAft>
                <a:spcPts val="0"/>
              </a:spcAft>
            </a:pPr>
            <a:endParaRPr lang="en-US" sz="1800" b="0" i="0" u="none" strike="noStrike" dirty="0">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979862D4-D1FE-4D44-9D30-6726DFE65B69}" type="slidenum">
              <a:rPr lang="en-US" smtClean="0"/>
              <a:t>198</a:t>
            </a:fld>
            <a:endParaRPr lang="en-US"/>
          </a:p>
        </p:txBody>
      </p:sp>
    </p:spTree>
    <p:extLst>
      <p:ext uri="{BB962C8B-B14F-4D97-AF65-F5344CB8AC3E}">
        <p14:creationId xmlns:p14="http://schemas.microsoft.com/office/powerpoint/2010/main" val="35083841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dirty="0">
                <a:solidFill>
                  <a:srgbClr val="000000"/>
                </a:solidFill>
                <a:effectLst/>
                <a:latin typeface="Calibri" panose="020F0502020204030204" pitchFamily="34" charset="0"/>
              </a:rPr>
              <a:t>Attempt</a:t>
            </a:r>
            <a:r>
              <a:rPr lang="en-US" dirty="0"/>
              <a:t> </a:t>
            </a:r>
            <a:r>
              <a:rPr lang="en-US" sz="1800" b="0" i="0" u="none" strike="noStrike" dirty="0">
                <a:solidFill>
                  <a:srgbClr val="000000"/>
                </a:solidFill>
                <a:effectLst/>
                <a:latin typeface="Calibri" panose="020F0502020204030204" pitchFamily="34" charset="0"/>
              </a:rPr>
              <a:t>TF cat </a:t>
            </a:r>
            <a:r>
              <a:rPr lang="en-US" dirty="0"/>
              <a:t> </a:t>
            </a:r>
            <a:r>
              <a:rPr lang="en-US" sz="1800" b="0" i="0" u="none" strike="noStrike" dirty="0">
                <a:solidFill>
                  <a:srgbClr val="000000"/>
                </a:solidFill>
                <a:effectLst/>
                <a:latin typeface="Calibri" panose="020F0502020204030204" pitchFamily="34" charset="0"/>
              </a:rPr>
              <a:t>TF var</a:t>
            </a:r>
            <a:r>
              <a:rPr lang="en-US" dirty="0"/>
              <a:t> </a:t>
            </a:r>
            <a:r>
              <a:rPr lang="en-US" sz="1800" b="0" i="0" u="none" strike="noStrike" dirty="0">
                <a:solidFill>
                  <a:srgbClr val="000000"/>
                </a:solidFill>
                <a:effectLst/>
                <a:latin typeface="Calibri" panose="020F0502020204030204" pitchFamily="34" charset="0"/>
              </a:rPr>
              <a:t>1</a:t>
            </a:r>
            <a:r>
              <a:rPr lang="en-US" dirty="0"/>
              <a:t> </a:t>
            </a:r>
            <a:r>
              <a:rPr lang="en-US" sz="1800" b="0" i="0" u="none" strike="noStrike" dirty="0">
                <a:solidFill>
                  <a:srgbClr val="000000"/>
                </a:solidFill>
                <a:effectLst/>
                <a:latin typeface="Calibri" panose="020F0502020204030204" pitchFamily="34" charset="0"/>
              </a:rPr>
              <a:t>63.77</a:t>
            </a:r>
            <a:r>
              <a:rPr lang="en-US" dirty="0"/>
              <a:t> </a:t>
            </a:r>
            <a:r>
              <a:rPr lang="en-US" sz="1800" b="0" i="0" u="none" strike="noStrike" dirty="0">
                <a:solidFill>
                  <a:srgbClr val="000000"/>
                </a:solidFill>
                <a:effectLst/>
                <a:latin typeface="Calibri" panose="020F0502020204030204" pitchFamily="34" charset="0"/>
              </a:rPr>
              <a:t>69.44</a:t>
            </a:r>
            <a:r>
              <a:rPr lang="en-US" dirty="0"/>
              <a:t> </a:t>
            </a:r>
            <a:r>
              <a:rPr lang="en-US" sz="1800" b="0" i="0" u="none" strike="noStrike" dirty="0">
                <a:solidFill>
                  <a:srgbClr val="000000"/>
                </a:solidFill>
                <a:effectLst/>
                <a:latin typeface="Calibri" panose="020F0502020204030204" pitchFamily="34" charset="0"/>
              </a:rPr>
              <a:t>2</a:t>
            </a:r>
            <a:r>
              <a:rPr lang="en-US" dirty="0"/>
              <a:t> </a:t>
            </a:r>
            <a:r>
              <a:rPr lang="en-US" sz="1800" b="0" i="0" u="none" strike="noStrike" dirty="0">
                <a:solidFill>
                  <a:srgbClr val="000000"/>
                </a:solidFill>
                <a:effectLst/>
                <a:latin typeface="Calibri" panose="020F0502020204030204" pitchFamily="34" charset="0"/>
              </a:rPr>
              <a:t>64.95</a:t>
            </a:r>
            <a:r>
              <a:rPr lang="en-US" dirty="0"/>
              <a:t> </a:t>
            </a:r>
            <a:r>
              <a:rPr lang="en-US" sz="1800" b="0" i="0" u="none" strike="noStrike" dirty="0">
                <a:solidFill>
                  <a:srgbClr val="000000"/>
                </a:solidFill>
                <a:effectLst/>
                <a:latin typeface="Calibri" panose="020F0502020204030204" pitchFamily="34" charset="0"/>
              </a:rPr>
              <a:t>70.97</a:t>
            </a:r>
            <a:r>
              <a:rPr lang="en-US" dirty="0"/>
              <a:t> </a:t>
            </a:r>
          </a:p>
        </p:txBody>
      </p:sp>
      <p:sp>
        <p:nvSpPr>
          <p:cNvPr id="4" name="Slide Number Placeholder 3"/>
          <p:cNvSpPr>
            <a:spLocks noGrp="1"/>
          </p:cNvSpPr>
          <p:nvPr>
            <p:ph type="sldNum" sz="quarter" idx="5"/>
          </p:nvPr>
        </p:nvSpPr>
        <p:spPr/>
        <p:txBody>
          <a:bodyPr/>
          <a:lstStyle/>
          <a:p>
            <a:fld id="{979862D4-D1FE-4D44-9D30-6726DFE65B69}" type="slidenum">
              <a:rPr lang="en-US" smtClean="0"/>
              <a:t>201</a:t>
            </a:fld>
            <a:endParaRPr lang="en-US"/>
          </a:p>
        </p:txBody>
      </p:sp>
    </p:spTree>
    <p:extLst>
      <p:ext uri="{BB962C8B-B14F-4D97-AF65-F5344CB8AC3E}">
        <p14:creationId xmlns:p14="http://schemas.microsoft.com/office/powerpoint/2010/main" val="42239144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Walmart is a global company and have millions of items across the markets.​</a:t>
            </a:r>
          </a:p>
          <a:p>
            <a:r>
              <a:rPr lang="en-US" b="0" dirty="0"/>
              <a:t>Within each market have its own item hierarchy.​</a:t>
            </a:r>
          </a:p>
          <a:p>
            <a:r>
              <a:rPr lang="en-US" b="0" dirty="0"/>
              <a:t>For Walmart to operate as a truly International Retailer, there is a need for a homogenous item hierarchy.</a:t>
            </a:r>
          </a:p>
          <a:p>
            <a:r>
              <a:rPr lang="en-US" b="0" dirty="0"/>
              <a:t>This can help the sourcing partners to understand the economies of scale that have in their global sourcing of products for sale in stores. ​</a:t>
            </a:r>
          </a:p>
          <a:p>
            <a:endParaRPr lang="en-US" dirty="0"/>
          </a:p>
        </p:txBody>
      </p:sp>
      <p:sp>
        <p:nvSpPr>
          <p:cNvPr id="4" name="Slide Number Placeholder 3"/>
          <p:cNvSpPr>
            <a:spLocks noGrp="1"/>
          </p:cNvSpPr>
          <p:nvPr>
            <p:ph type="sldNum" sz="quarter" idx="5"/>
          </p:nvPr>
        </p:nvSpPr>
        <p:spPr/>
        <p:txBody>
          <a:bodyPr/>
          <a:lstStyle/>
          <a:p>
            <a:fld id="{979862D4-D1FE-4D44-9D30-6726DFE65B69}" type="slidenum">
              <a:rPr lang="en-US" smtClean="0"/>
              <a:t>212</a:t>
            </a:fld>
            <a:endParaRPr lang="en-US"/>
          </a:p>
        </p:txBody>
      </p:sp>
    </p:spTree>
    <p:extLst>
      <p:ext uri="{BB962C8B-B14F-4D97-AF65-F5344CB8AC3E}">
        <p14:creationId xmlns:p14="http://schemas.microsoft.com/office/powerpoint/2010/main" val="600728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3.xml"/><Relationship Id="rId4" Type="http://schemas.openxmlformats.org/officeDocument/2006/relationships/image" Target="../media/image6.tiff"/></Relationships>
</file>

<file path=ppt/slideLayouts/_rels/slideLayout1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5.xml"/><Relationship Id="rId4" Type="http://schemas.openxmlformats.org/officeDocument/2006/relationships/image" Target="../media/image6.tiff"/></Relationships>
</file>

<file path=ppt/slideLayouts/_rels/slideLayout5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EF332-27FC-0041-99C1-697F936FBEA7}"/>
              </a:ext>
            </a:extLst>
          </p:cNvPr>
          <p:cNvSpPr>
            <a:spLocks noGrp="1"/>
          </p:cNvSpPr>
          <p:nvPr>
            <p:ph type="ctrTitle"/>
          </p:nvPr>
        </p:nvSpPr>
        <p:spPr>
          <a:xfrm>
            <a:off x="1524000" y="1122363"/>
            <a:ext cx="9144000" cy="2387600"/>
          </a:xfrm>
        </p:spPr>
        <p:txBody>
          <a:bodyPr anchor="b"/>
          <a:lstStyle>
            <a:lvl1pPr algn="ctr">
              <a:defRPr sz="6000">
                <a:solidFill>
                  <a:srgbClr val="404041"/>
                </a:solidFill>
              </a:defRPr>
            </a:lvl1pPr>
          </a:lstStyle>
          <a:p>
            <a:r>
              <a:rPr lang="en-US"/>
              <a:t>Click to edit Master title style</a:t>
            </a:r>
          </a:p>
        </p:txBody>
      </p:sp>
      <p:sp>
        <p:nvSpPr>
          <p:cNvPr id="3" name="Subtitle 2">
            <a:extLst>
              <a:ext uri="{FF2B5EF4-FFF2-40B4-BE49-F238E27FC236}">
                <a16:creationId xmlns:a16="http://schemas.microsoft.com/office/drawing/2014/main" id="{1721B105-836F-4240-99C4-9C94064A6D41}"/>
              </a:ext>
            </a:extLst>
          </p:cNvPr>
          <p:cNvSpPr>
            <a:spLocks noGrp="1"/>
          </p:cNvSpPr>
          <p:nvPr>
            <p:ph type="subTitle" idx="1"/>
          </p:nvPr>
        </p:nvSpPr>
        <p:spPr>
          <a:xfrm>
            <a:off x="1524000" y="3602038"/>
            <a:ext cx="9144000" cy="1655762"/>
          </a:xfrm>
        </p:spPr>
        <p:txBody>
          <a:bodyPr/>
          <a:lstStyle>
            <a:lvl1pPr marL="0" indent="0" algn="ctr">
              <a:buNone/>
              <a:defRPr sz="2400">
                <a:solidFill>
                  <a:srgbClr val="40404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31722937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le, Sub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600200"/>
            <a:ext cx="10972800" cy="45110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5"/>
          <p:cNvSpPr>
            <a:spLocks noGrp="1"/>
          </p:cNvSpPr>
          <p:nvPr>
            <p:ph type="title"/>
          </p:nvPr>
        </p:nvSpPr>
        <p:spPr/>
        <p:txBody>
          <a:bodyPr/>
          <a:lstStyle/>
          <a:p>
            <a:r>
              <a:rPr lang="en-US"/>
              <a:t>Click to edit Master title style</a:t>
            </a:r>
          </a:p>
        </p:txBody>
      </p:sp>
      <p:sp>
        <p:nvSpPr>
          <p:cNvPr id="7" name="Text Placeholder 6"/>
          <p:cNvSpPr>
            <a:spLocks noGrp="1"/>
          </p:cNvSpPr>
          <p:nvPr>
            <p:ph type="body" sz="quarter" idx="12" hasCustomPrompt="1"/>
          </p:nvPr>
        </p:nvSpPr>
        <p:spPr>
          <a:xfrm>
            <a:off x="609600" y="1227667"/>
            <a:ext cx="10972800" cy="365760"/>
          </a:xfrm>
          <a:solidFill>
            <a:schemeClr val="accent1"/>
          </a:solidFill>
        </p:spPr>
        <p:txBody>
          <a:bodyPr anchor="ctr"/>
          <a:lstStyle>
            <a:lvl1pPr marL="0" indent="0" algn="ctr">
              <a:buNone/>
              <a:defRPr>
                <a:solidFill>
                  <a:schemeClr val="bg1"/>
                </a:solidFill>
              </a:defRPr>
            </a:lvl1pPr>
          </a:lstStyle>
          <a:p>
            <a:pPr lvl="0"/>
            <a:r>
              <a:rPr lang="en-US"/>
              <a:t>Keyword here</a:t>
            </a:r>
          </a:p>
        </p:txBody>
      </p:sp>
    </p:spTree>
    <p:extLst>
      <p:ext uri="{BB962C8B-B14F-4D97-AF65-F5344CB8AC3E}">
        <p14:creationId xmlns:p14="http://schemas.microsoft.com/office/powerpoint/2010/main" val="22871005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EF332-27FC-0041-99C1-697F936FBEA7}"/>
              </a:ext>
            </a:extLst>
          </p:cNvPr>
          <p:cNvSpPr>
            <a:spLocks noGrp="1"/>
          </p:cNvSpPr>
          <p:nvPr>
            <p:ph type="ctrTitle"/>
          </p:nvPr>
        </p:nvSpPr>
        <p:spPr>
          <a:xfrm>
            <a:off x="1524000" y="1122363"/>
            <a:ext cx="9144000" cy="2387600"/>
          </a:xfrm>
        </p:spPr>
        <p:txBody>
          <a:bodyPr anchor="b"/>
          <a:lstStyle>
            <a:lvl1pPr algn="ctr">
              <a:defRPr sz="6000">
                <a:solidFill>
                  <a:srgbClr val="404041"/>
                </a:solidFill>
              </a:defRPr>
            </a:lvl1pPr>
          </a:lstStyle>
          <a:p>
            <a:r>
              <a:rPr lang="en-US"/>
              <a:t>Click to edit Master title style</a:t>
            </a:r>
          </a:p>
        </p:txBody>
      </p:sp>
      <p:sp>
        <p:nvSpPr>
          <p:cNvPr id="3" name="Subtitle 2">
            <a:extLst>
              <a:ext uri="{FF2B5EF4-FFF2-40B4-BE49-F238E27FC236}">
                <a16:creationId xmlns:a16="http://schemas.microsoft.com/office/drawing/2014/main" id="{1721B105-836F-4240-99C4-9C94064A6D41}"/>
              </a:ext>
            </a:extLst>
          </p:cNvPr>
          <p:cNvSpPr>
            <a:spLocks noGrp="1"/>
          </p:cNvSpPr>
          <p:nvPr>
            <p:ph type="subTitle" idx="1"/>
          </p:nvPr>
        </p:nvSpPr>
        <p:spPr>
          <a:xfrm>
            <a:off x="1524000" y="3602038"/>
            <a:ext cx="9144000" cy="1655762"/>
          </a:xfrm>
        </p:spPr>
        <p:txBody>
          <a:bodyPr/>
          <a:lstStyle>
            <a:lvl1pPr marL="0" indent="0" algn="ctr">
              <a:buNone/>
              <a:defRPr sz="2400">
                <a:solidFill>
                  <a:srgbClr val="40404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0824011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6D7D9-DE4A-EB44-A948-15530EFF93A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D69794-85F5-7E4B-AE1F-A6849184102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29629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49DE6-FE4F-204B-8BC8-933D6585388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C787612-4E26-2446-928F-6FE28224791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7342600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46848-AFCE-E64B-81C5-2A272FA0ABC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AE927D5-6B1B-5C45-A99A-5D170A1CB1B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169E8F1-8FC0-7043-9717-C6F81B6BAA6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815604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E06A2-451B-8B48-A090-9FF6C8FC5A7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3F2339B-2E64-4345-BDC0-BB2C19DD75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4181859-680F-504A-A71A-82A6EEDA928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4136BA2-5963-FA4E-8C76-71FF773653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6B2717A-C715-0440-A8F9-574C3885548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097394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D88FA-9303-4143-A431-7A4B4A0ACD8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3874889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9481153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93820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le, Sub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600200"/>
            <a:ext cx="10972800" cy="45110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5"/>
          <p:cNvSpPr>
            <a:spLocks noGrp="1"/>
          </p:cNvSpPr>
          <p:nvPr>
            <p:ph type="title"/>
          </p:nvPr>
        </p:nvSpPr>
        <p:spPr/>
        <p:txBody>
          <a:bodyPr/>
          <a:lstStyle/>
          <a:p>
            <a:r>
              <a:rPr lang="en-US"/>
              <a:t>Click to edit Master title style</a:t>
            </a:r>
          </a:p>
        </p:txBody>
      </p:sp>
      <p:sp>
        <p:nvSpPr>
          <p:cNvPr id="7" name="Text Placeholder 6"/>
          <p:cNvSpPr>
            <a:spLocks noGrp="1"/>
          </p:cNvSpPr>
          <p:nvPr>
            <p:ph type="body" sz="quarter" idx="12" hasCustomPrompt="1"/>
          </p:nvPr>
        </p:nvSpPr>
        <p:spPr>
          <a:xfrm>
            <a:off x="609600" y="1227667"/>
            <a:ext cx="10972800" cy="365760"/>
          </a:xfrm>
          <a:solidFill>
            <a:schemeClr val="accent1"/>
          </a:solidFill>
        </p:spPr>
        <p:txBody>
          <a:bodyPr anchor="ctr"/>
          <a:lstStyle>
            <a:lvl1pPr marL="0" indent="0" algn="ctr">
              <a:buNone/>
              <a:defRPr>
                <a:solidFill>
                  <a:schemeClr val="bg1"/>
                </a:solidFill>
              </a:defRPr>
            </a:lvl1pPr>
          </a:lstStyle>
          <a:p>
            <a:pPr lvl="0"/>
            <a:r>
              <a:rPr lang="en-US"/>
              <a:t>Keyword here</a:t>
            </a:r>
          </a:p>
        </p:txBody>
      </p:sp>
    </p:spTree>
    <p:extLst>
      <p:ext uri="{BB962C8B-B14F-4D97-AF65-F5344CB8AC3E}">
        <p14:creationId xmlns:p14="http://schemas.microsoft.com/office/powerpoint/2010/main" val="24105616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172" name="Rectangle 4"/>
          <p:cNvSpPr>
            <a:spLocks noGrp="1" noChangeArrowheads="1"/>
          </p:cNvSpPr>
          <p:nvPr>
            <p:ph type="ctrTitle" hasCustomPrompt="1"/>
          </p:nvPr>
        </p:nvSpPr>
        <p:spPr>
          <a:xfrm>
            <a:off x="731520" y="1949414"/>
            <a:ext cx="10728960" cy="666786"/>
          </a:xfrm>
          <a:solidFill>
            <a:schemeClr val="accent1">
              <a:alpha val="0"/>
            </a:schemeClr>
          </a:solidFill>
        </p:spPr>
        <p:txBody>
          <a:bodyPr anchor="b"/>
          <a:lstStyle>
            <a:lvl1pPr algn="ctr">
              <a:defRPr sz="3733">
                <a:solidFill>
                  <a:schemeClr val="accent6"/>
                </a:solidFill>
                <a:latin typeface="Bogle" charset="0"/>
                <a:ea typeface="Bogle" charset="0"/>
                <a:cs typeface="Bogle" charset="0"/>
              </a:defRPr>
            </a:lvl1pPr>
          </a:lstStyle>
          <a:p>
            <a:r>
              <a:rPr lang="en-US"/>
              <a:t>CLICK TO EDIT MASTER TITLE STYLE</a:t>
            </a:r>
          </a:p>
        </p:txBody>
      </p:sp>
      <p:sp>
        <p:nvSpPr>
          <p:cNvPr id="7173" name="Rectangle 5"/>
          <p:cNvSpPr>
            <a:spLocks noGrp="1" noChangeArrowheads="1"/>
          </p:cNvSpPr>
          <p:nvPr>
            <p:ph type="subTitle" idx="1"/>
          </p:nvPr>
        </p:nvSpPr>
        <p:spPr>
          <a:xfrm>
            <a:off x="731520" y="3657603"/>
            <a:ext cx="10728960" cy="853440"/>
          </a:xfrm>
          <a:solidFill>
            <a:schemeClr val="accent1">
              <a:alpha val="0"/>
            </a:schemeClr>
          </a:solidFill>
        </p:spPr>
        <p:txBody>
          <a:bodyPr/>
          <a:lstStyle>
            <a:lvl1pPr marL="0" indent="0" algn="ctr">
              <a:buFont typeface="Times" pitchFamily="18" charset="0"/>
              <a:buNone/>
              <a:defRPr sz="2400">
                <a:solidFill>
                  <a:schemeClr val="tx1">
                    <a:lumMod val="75000"/>
                    <a:lumOff val="25000"/>
                  </a:schemeClr>
                </a:solidFill>
                <a:latin typeface="Bogle" charset="0"/>
                <a:ea typeface="Bogle" charset="0"/>
                <a:cs typeface="Bogle" charset="0"/>
              </a:defRPr>
            </a:lvl1pPr>
          </a:lstStyle>
          <a:p>
            <a:r>
              <a:rPr lang="en-US"/>
              <a:t>Click to edit Master subtitle style</a:t>
            </a:r>
          </a:p>
        </p:txBody>
      </p:sp>
      <p:sp>
        <p:nvSpPr>
          <p:cNvPr id="6" name="Text Placeholder 5"/>
          <p:cNvSpPr>
            <a:spLocks noGrp="1"/>
          </p:cNvSpPr>
          <p:nvPr>
            <p:ph type="body" sz="quarter" idx="12" hasCustomPrompt="1"/>
          </p:nvPr>
        </p:nvSpPr>
        <p:spPr>
          <a:xfrm>
            <a:off x="731520" y="5095240"/>
            <a:ext cx="10728960" cy="365760"/>
          </a:xfrm>
        </p:spPr>
        <p:txBody>
          <a:bodyPr anchor="ctr"/>
          <a:lstStyle>
            <a:lvl1pPr marL="0" indent="0" algn="ctr">
              <a:buNone/>
              <a:defRPr sz="1600" baseline="0">
                <a:latin typeface="Bogle" charset="0"/>
                <a:ea typeface="Bogle" charset="0"/>
                <a:cs typeface="Bogle" charset="0"/>
              </a:defRPr>
            </a:lvl1pPr>
          </a:lstStyle>
          <a:p>
            <a:pPr lvl="0"/>
            <a:r>
              <a:rPr lang="en-US"/>
              <a:t>Click to add date</a:t>
            </a:r>
          </a:p>
        </p:txBody>
      </p:sp>
      <p:sp>
        <p:nvSpPr>
          <p:cNvPr id="4" name="Slide Number Placeholder 3"/>
          <p:cNvSpPr>
            <a:spLocks noGrp="1"/>
          </p:cNvSpPr>
          <p:nvPr>
            <p:ph type="sldNum" sz="quarter" idx="14"/>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grpSp>
        <p:nvGrpSpPr>
          <p:cNvPr id="14" name="Group 13"/>
          <p:cNvGrpSpPr/>
          <p:nvPr userDrawn="1"/>
        </p:nvGrpSpPr>
        <p:grpSpPr>
          <a:xfrm>
            <a:off x="2438400" y="2595908"/>
            <a:ext cx="7315200" cy="1122843"/>
            <a:chOff x="3352800" y="5063780"/>
            <a:chExt cx="5486400" cy="842132"/>
          </a:xfrm>
        </p:grpSpPr>
        <p:grpSp>
          <p:nvGrpSpPr>
            <p:cNvPr id="15" name="Group 14"/>
            <p:cNvGrpSpPr/>
            <p:nvPr userDrawn="1"/>
          </p:nvGrpSpPr>
          <p:grpSpPr>
            <a:xfrm>
              <a:off x="3352800" y="5380710"/>
              <a:ext cx="5486400" cy="208273"/>
              <a:chOff x="3352800" y="5380710"/>
              <a:chExt cx="5486400" cy="208273"/>
            </a:xfrm>
          </p:grpSpPr>
          <p:cxnSp>
            <p:nvCxnSpPr>
              <p:cNvPr id="17" name="Straight Connector 16"/>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18" name="Rectangle 17"/>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16" name="Picture 15"/>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2"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10704553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5"/>
          <p:cNvSpPr>
            <a:spLocks noGrp="1"/>
          </p:cNvSpPr>
          <p:nvPr>
            <p:ph type="title"/>
          </p:nvPr>
        </p:nvSpPr>
        <p:spPr/>
        <p:txBody>
          <a:bodyPr/>
          <a:lstStyle/>
          <a:p>
            <a:r>
              <a:rPr lang="en-US"/>
              <a:t>Click to edit Master title style</a:t>
            </a:r>
          </a:p>
        </p:txBody>
      </p:sp>
      <p:sp>
        <p:nvSpPr>
          <p:cNvPr id="4" name="Slide Number Placeholder 3"/>
          <p:cNvSpPr>
            <a:spLocks noGrp="1"/>
          </p:cNvSpPr>
          <p:nvPr>
            <p:ph type="sldNum" sz="quarter" idx="11"/>
          </p:nvPr>
        </p:nvSpPr>
        <p:spPr/>
        <p:txBody>
          <a:bodyPr/>
          <a:lstStyle/>
          <a:p>
            <a:fld id="{65B3A5B5-D464-4D94-A6FF-B439700E06BB}" type="slidenum">
              <a:rPr lang="en-US" smtClean="0"/>
              <a:pPr/>
              <a:t>‹#›</a:t>
            </a:fld>
            <a:endParaRPr lang="en-US"/>
          </a:p>
        </p:txBody>
      </p:sp>
      <p:sp>
        <p:nvSpPr>
          <p:cNvPr id="7"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5575846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600200"/>
            <a:ext cx="10972800" cy="4511040"/>
          </a:xfrm>
        </p:spPr>
        <p:txBody>
          <a:bodyPr/>
          <a:lstStyle>
            <a:lvl1pPr>
              <a:defRPr>
                <a:latin typeface="Bogle" charset="0"/>
                <a:ea typeface="Bogle" charset="0"/>
                <a:cs typeface="Bogle" charset="0"/>
              </a:defRPr>
            </a:lvl1pPr>
            <a:lvl2pPr>
              <a:defRPr>
                <a:latin typeface="Bogle" charset="0"/>
                <a:ea typeface="Bogle" charset="0"/>
                <a:cs typeface="Bogle" charset="0"/>
              </a:defRPr>
            </a:lvl2pPr>
            <a:lvl3pPr>
              <a:defRPr>
                <a:latin typeface="Bogle" charset="0"/>
                <a:ea typeface="Bogle" charset="0"/>
                <a:cs typeface="Bogle" charset="0"/>
              </a:defRPr>
            </a:lvl3pPr>
            <a:lvl4pPr>
              <a:defRPr>
                <a:latin typeface="Bogle" charset="0"/>
                <a:ea typeface="Bogle" charset="0"/>
                <a:cs typeface="Bogle" charset="0"/>
              </a:defRPr>
            </a:lvl4pPr>
            <a:lvl5pPr>
              <a:defRPr>
                <a:latin typeface="Bogle" charset="0"/>
                <a:ea typeface="Bogle" charset="0"/>
                <a:cs typeface="Bogle"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5"/>
          <p:cNvSpPr>
            <a:spLocks noGrp="1"/>
          </p:cNvSpPr>
          <p:nvPr>
            <p:ph type="title"/>
          </p:nvPr>
        </p:nvSpPr>
        <p:spPr/>
        <p:txBody>
          <a:bodyPr/>
          <a:lstStyle>
            <a:lvl1pPr>
              <a:defRPr>
                <a:latin typeface="Bogle" charset="0"/>
                <a:ea typeface="Bogle" charset="0"/>
                <a:cs typeface="Bogle" charset="0"/>
              </a:defRPr>
            </a:lvl1pPr>
          </a:lstStyle>
          <a:p>
            <a:r>
              <a:rPr lang="en-US"/>
              <a:t>Click to edit Master title style</a:t>
            </a:r>
          </a:p>
        </p:txBody>
      </p:sp>
      <p:sp>
        <p:nvSpPr>
          <p:cNvPr id="4" name="Slide Number Placeholder 3"/>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7" name="Text Placeholder 6"/>
          <p:cNvSpPr>
            <a:spLocks noGrp="1"/>
          </p:cNvSpPr>
          <p:nvPr>
            <p:ph type="body" sz="quarter" idx="12" hasCustomPrompt="1"/>
          </p:nvPr>
        </p:nvSpPr>
        <p:spPr>
          <a:xfrm>
            <a:off x="609600" y="1227667"/>
            <a:ext cx="10972800" cy="365760"/>
          </a:xfrm>
          <a:solidFill>
            <a:schemeClr val="accent6"/>
          </a:solidFill>
        </p:spPr>
        <p:txBody>
          <a:bodyPr anchor="ctr"/>
          <a:lstStyle>
            <a:lvl1pPr marL="0" indent="0" algn="ctr">
              <a:buNone/>
              <a:defRPr>
                <a:solidFill>
                  <a:schemeClr val="bg1"/>
                </a:solidFill>
                <a:latin typeface="Bogle" charset="0"/>
                <a:ea typeface="Bogle" charset="0"/>
                <a:cs typeface="Bogle" charset="0"/>
              </a:defRPr>
            </a:lvl1pPr>
          </a:lstStyle>
          <a:p>
            <a:pPr lvl="0"/>
            <a:r>
              <a:rPr lang="en-US"/>
              <a:t>Keyword here</a:t>
            </a:r>
          </a:p>
        </p:txBody>
      </p:sp>
      <p:sp>
        <p:nvSpPr>
          <p:cNvPr id="8"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25352232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Section Header - Appreciation">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grpSp>
        <p:nvGrpSpPr>
          <p:cNvPr id="14" name="Group 13"/>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pic>
        <p:nvPicPr>
          <p:cNvPr id="13" name="Picture 12"/>
          <p:cNvPicPr>
            <a:picLocks noChangeAspect="1"/>
          </p:cNvPicPr>
          <p:nvPr userDrawn="1"/>
        </p:nvPicPr>
        <p:blipFill>
          <a:blip r:embed="rId4"/>
          <a:stretch>
            <a:fillRect/>
          </a:stretch>
        </p:blipFill>
        <p:spPr>
          <a:xfrm>
            <a:off x="5283200" y="81492"/>
            <a:ext cx="1828800" cy="2997200"/>
          </a:xfrm>
          <a:prstGeom prst="rect">
            <a:avLst/>
          </a:prstGeom>
        </p:spPr>
      </p:pic>
      <p:sp>
        <p:nvSpPr>
          <p:cNvPr id="15"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15126374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Section Header - Appreciation">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4" name="Footer Placeholder 3"/>
          <p:cNvSpPr>
            <a:spLocks noGrp="1"/>
          </p:cNvSpPr>
          <p:nvPr>
            <p:ph type="ftr" sz="quarter" idx="10"/>
          </p:nvPr>
        </p:nvSpPr>
        <p:spPr/>
        <p:txBody>
          <a:bodyPr/>
          <a:lstStyle>
            <a:lvl1pPr>
              <a:defRPr>
                <a:latin typeface="Bogle" charset="0"/>
                <a:ea typeface="Bogle" charset="0"/>
                <a:cs typeface="Bogle" charset="0"/>
              </a:defRPr>
            </a:lvl1pPr>
          </a:lstStyle>
          <a:p>
            <a:r>
              <a:rPr lang="en-US"/>
              <a:t>Walmart Labs – Privileged and Confidential</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grpSp>
        <p:nvGrpSpPr>
          <p:cNvPr id="14" name="Group 13"/>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5" name="object 17"/>
          <p:cNvSpPr/>
          <p:nvPr userDrawn="1"/>
        </p:nvSpPr>
        <p:spPr>
          <a:xfrm>
            <a:off x="5494693" y="496209"/>
            <a:ext cx="1422400" cy="2411647"/>
          </a:xfrm>
          <a:custGeom>
            <a:avLst/>
            <a:gdLst/>
            <a:ahLst/>
            <a:cxnLst/>
            <a:rect l="l" t="t" r="r" b="b"/>
            <a:pathLst>
              <a:path w="477520" h="809625">
                <a:moveTo>
                  <a:pt x="301427" y="0"/>
                </a:moveTo>
                <a:lnTo>
                  <a:pt x="111621" y="0"/>
                </a:lnTo>
                <a:lnTo>
                  <a:pt x="3373" y="407212"/>
                </a:lnTo>
                <a:lnTo>
                  <a:pt x="0" y="442311"/>
                </a:lnTo>
                <a:lnTo>
                  <a:pt x="8330" y="472868"/>
                </a:lnTo>
                <a:lnTo>
                  <a:pt x="26925" y="497013"/>
                </a:lnTo>
                <a:lnTo>
                  <a:pt x="54342" y="512874"/>
                </a:lnTo>
                <a:lnTo>
                  <a:pt x="89140" y="518581"/>
                </a:lnTo>
                <a:lnTo>
                  <a:pt x="206896" y="518581"/>
                </a:lnTo>
                <a:lnTo>
                  <a:pt x="130637" y="807326"/>
                </a:lnTo>
                <a:lnTo>
                  <a:pt x="135275" y="809577"/>
                </a:lnTo>
                <a:lnTo>
                  <a:pt x="417130" y="437693"/>
                </a:lnTo>
                <a:lnTo>
                  <a:pt x="81151" y="437693"/>
                </a:lnTo>
                <a:lnTo>
                  <a:pt x="188478" y="38543"/>
                </a:lnTo>
                <a:lnTo>
                  <a:pt x="291171" y="38543"/>
                </a:lnTo>
                <a:lnTo>
                  <a:pt x="301427" y="0"/>
                </a:lnTo>
                <a:close/>
              </a:path>
              <a:path w="477520" h="809625">
                <a:moveTo>
                  <a:pt x="291171" y="38543"/>
                </a:moveTo>
                <a:lnTo>
                  <a:pt x="204425" y="38543"/>
                </a:lnTo>
                <a:lnTo>
                  <a:pt x="101182" y="422269"/>
                </a:lnTo>
                <a:lnTo>
                  <a:pt x="332191" y="422269"/>
                </a:lnTo>
                <a:lnTo>
                  <a:pt x="335646" y="425714"/>
                </a:lnTo>
                <a:lnTo>
                  <a:pt x="335646" y="434238"/>
                </a:lnTo>
                <a:lnTo>
                  <a:pt x="332191" y="437693"/>
                </a:lnTo>
                <a:lnTo>
                  <a:pt x="417130" y="437693"/>
                </a:lnTo>
                <a:lnTo>
                  <a:pt x="477348" y="358240"/>
                </a:lnTo>
                <a:lnTo>
                  <a:pt x="473443" y="350366"/>
                </a:lnTo>
                <a:lnTo>
                  <a:pt x="208194" y="350366"/>
                </a:lnTo>
                <a:lnTo>
                  <a:pt x="291171" y="38543"/>
                </a:lnTo>
                <a:close/>
              </a:path>
            </a:pathLst>
          </a:custGeom>
          <a:solidFill>
            <a:srgbClr val="FFC21F"/>
          </a:solidFill>
        </p:spPr>
        <p:txBody>
          <a:bodyPr wrap="square" lIns="0" tIns="0" rIns="0" bIns="0" rtlCol="0"/>
          <a:lstStyle/>
          <a:p>
            <a:endParaRPr sz="2400">
              <a:latin typeface="Bogle" charset="0"/>
              <a:ea typeface="Bogle" charset="0"/>
              <a:cs typeface="Bogle" charset="0"/>
            </a:endParaRPr>
          </a:p>
        </p:txBody>
      </p:sp>
    </p:spTree>
    <p:extLst>
      <p:ext uri="{BB962C8B-B14F-4D97-AF65-F5344CB8AC3E}">
        <p14:creationId xmlns:p14="http://schemas.microsoft.com/office/powerpoint/2010/main" val="17670197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Section Header - Appreciation">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grpSp>
        <p:nvGrpSpPr>
          <p:cNvPr id="14" name="Group 13"/>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7" name="object 24"/>
          <p:cNvSpPr/>
          <p:nvPr userDrawn="1"/>
        </p:nvSpPr>
        <p:spPr>
          <a:xfrm>
            <a:off x="5486400" y="423029"/>
            <a:ext cx="1484616" cy="2517132"/>
          </a:xfrm>
          <a:custGeom>
            <a:avLst/>
            <a:gdLst/>
            <a:ahLst/>
            <a:cxnLst/>
            <a:rect l="l" t="t" r="r" b="b"/>
            <a:pathLst>
              <a:path w="477520" h="809625">
                <a:moveTo>
                  <a:pt x="301427" y="0"/>
                </a:moveTo>
                <a:lnTo>
                  <a:pt x="111621" y="0"/>
                </a:lnTo>
                <a:lnTo>
                  <a:pt x="3373" y="407212"/>
                </a:lnTo>
                <a:lnTo>
                  <a:pt x="0" y="442311"/>
                </a:lnTo>
                <a:lnTo>
                  <a:pt x="8330" y="472868"/>
                </a:lnTo>
                <a:lnTo>
                  <a:pt x="26925" y="497013"/>
                </a:lnTo>
                <a:lnTo>
                  <a:pt x="54342" y="512874"/>
                </a:lnTo>
                <a:lnTo>
                  <a:pt x="89140" y="518581"/>
                </a:lnTo>
                <a:lnTo>
                  <a:pt x="206896" y="518581"/>
                </a:lnTo>
                <a:lnTo>
                  <a:pt x="130637" y="807326"/>
                </a:lnTo>
                <a:lnTo>
                  <a:pt x="135275" y="809577"/>
                </a:lnTo>
                <a:lnTo>
                  <a:pt x="417130" y="437693"/>
                </a:lnTo>
                <a:lnTo>
                  <a:pt x="81151" y="437693"/>
                </a:lnTo>
                <a:lnTo>
                  <a:pt x="188478" y="38543"/>
                </a:lnTo>
                <a:lnTo>
                  <a:pt x="291171" y="38543"/>
                </a:lnTo>
                <a:lnTo>
                  <a:pt x="301427" y="0"/>
                </a:lnTo>
                <a:close/>
              </a:path>
              <a:path w="477520" h="809625">
                <a:moveTo>
                  <a:pt x="291171" y="38543"/>
                </a:moveTo>
                <a:lnTo>
                  <a:pt x="204425" y="38543"/>
                </a:lnTo>
                <a:lnTo>
                  <a:pt x="101182" y="422259"/>
                </a:lnTo>
                <a:lnTo>
                  <a:pt x="332191" y="422259"/>
                </a:lnTo>
                <a:lnTo>
                  <a:pt x="335646" y="425714"/>
                </a:lnTo>
                <a:lnTo>
                  <a:pt x="335646" y="434238"/>
                </a:lnTo>
                <a:lnTo>
                  <a:pt x="332191" y="437693"/>
                </a:lnTo>
                <a:lnTo>
                  <a:pt x="417130" y="437693"/>
                </a:lnTo>
                <a:lnTo>
                  <a:pt x="477348" y="358240"/>
                </a:lnTo>
                <a:lnTo>
                  <a:pt x="473443" y="350366"/>
                </a:lnTo>
                <a:lnTo>
                  <a:pt x="208194" y="350366"/>
                </a:lnTo>
                <a:lnTo>
                  <a:pt x="291171" y="38543"/>
                </a:lnTo>
                <a:close/>
              </a:path>
            </a:pathLst>
          </a:custGeom>
          <a:solidFill>
            <a:srgbClr val="5BC678"/>
          </a:solidFill>
        </p:spPr>
        <p:txBody>
          <a:bodyPr wrap="square" lIns="0" tIns="0" rIns="0" bIns="0" rtlCol="0"/>
          <a:lstStyle/>
          <a:p>
            <a:endParaRPr sz="2400">
              <a:latin typeface="Bogle" charset="0"/>
              <a:ea typeface="Bogle" charset="0"/>
              <a:cs typeface="Bogle" charset="0"/>
            </a:endParaRPr>
          </a:p>
        </p:txBody>
      </p:sp>
      <p:sp>
        <p:nvSpPr>
          <p:cNvPr id="13"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292308210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_Section Header - Appreciation">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grpSp>
        <p:nvGrpSpPr>
          <p:cNvPr id="14" name="Group 13"/>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8" name="object 31"/>
          <p:cNvSpPr/>
          <p:nvPr userDrawn="1"/>
        </p:nvSpPr>
        <p:spPr>
          <a:xfrm>
            <a:off x="5486400" y="442015"/>
            <a:ext cx="1484616" cy="2517132"/>
          </a:xfrm>
          <a:custGeom>
            <a:avLst/>
            <a:gdLst/>
            <a:ahLst/>
            <a:cxnLst/>
            <a:rect l="l" t="t" r="r" b="b"/>
            <a:pathLst>
              <a:path w="477520" h="809625">
                <a:moveTo>
                  <a:pt x="301427" y="0"/>
                </a:moveTo>
                <a:lnTo>
                  <a:pt x="111621" y="0"/>
                </a:lnTo>
                <a:lnTo>
                  <a:pt x="3373" y="407212"/>
                </a:lnTo>
                <a:lnTo>
                  <a:pt x="0" y="442311"/>
                </a:lnTo>
                <a:lnTo>
                  <a:pt x="8330" y="472868"/>
                </a:lnTo>
                <a:lnTo>
                  <a:pt x="26925" y="497013"/>
                </a:lnTo>
                <a:lnTo>
                  <a:pt x="54342" y="512874"/>
                </a:lnTo>
                <a:lnTo>
                  <a:pt x="89140" y="518581"/>
                </a:lnTo>
                <a:lnTo>
                  <a:pt x="206896" y="518581"/>
                </a:lnTo>
                <a:lnTo>
                  <a:pt x="130637" y="807326"/>
                </a:lnTo>
                <a:lnTo>
                  <a:pt x="135275" y="809577"/>
                </a:lnTo>
                <a:lnTo>
                  <a:pt x="417130" y="437693"/>
                </a:lnTo>
                <a:lnTo>
                  <a:pt x="81151" y="437693"/>
                </a:lnTo>
                <a:lnTo>
                  <a:pt x="188478" y="38543"/>
                </a:lnTo>
                <a:lnTo>
                  <a:pt x="291171" y="38543"/>
                </a:lnTo>
                <a:lnTo>
                  <a:pt x="301427" y="0"/>
                </a:lnTo>
                <a:close/>
              </a:path>
              <a:path w="477520" h="809625">
                <a:moveTo>
                  <a:pt x="291171" y="38543"/>
                </a:moveTo>
                <a:lnTo>
                  <a:pt x="204425" y="38543"/>
                </a:lnTo>
                <a:lnTo>
                  <a:pt x="101182" y="422269"/>
                </a:lnTo>
                <a:lnTo>
                  <a:pt x="332191" y="422269"/>
                </a:lnTo>
                <a:lnTo>
                  <a:pt x="335646" y="425714"/>
                </a:lnTo>
                <a:lnTo>
                  <a:pt x="335646" y="434238"/>
                </a:lnTo>
                <a:lnTo>
                  <a:pt x="332191" y="437693"/>
                </a:lnTo>
                <a:lnTo>
                  <a:pt x="417130" y="437693"/>
                </a:lnTo>
                <a:lnTo>
                  <a:pt x="477348" y="358240"/>
                </a:lnTo>
                <a:lnTo>
                  <a:pt x="473443" y="350366"/>
                </a:lnTo>
                <a:lnTo>
                  <a:pt x="208194" y="350366"/>
                </a:lnTo>
                <a:lnTo>
                  <a:pt x="291171" y="38543"/>
                </a:lnTo>
                <a:close/>
              </a:path>
            </a:pathLst>
          </a:custGeom>
          <a:solidFill>
            <a:srgbClr val="0BAFF3"/>
          </a:solidFill>
        </p:spPr>
        <p:txBody>
          <a:bodyPr wrap="square" lIns="0" tIns="0" rIns="0" bIns="0" rtlCol="0"/>
          <a:lstStyle/>
          <a:p>
            <a:endParaRPr sz="2400">
              <a:latin typeface="Bogle" charset="0"/>
              <a:ea typeface="Bogle" charset="0"/>
              <a:cs typeface="Bogle" charset="0"/>
            </a:endParaRPr>
          </a:p>
        </p:txBody>
      </p:sp>
      <p:sp>
        <p:nvSpPr>
          <p:cNvPr id="13"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11691268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5_Section Header - Appreciation">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grpSp>
        <p:nvGrpSpPr>
          <p:cNvPr id="14" name="Group 13"/>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3" name="object 38"/>
          <p:cNvSpPr/>
          <p:nvPr userDrawn="1"/>
        </p:nvSpPr>
        <p:spPr>
          <a:xfrm>
            <a:off x="5465442" y="403160"/>
            <a:ext cx="1544959" cy="2619441"/>
          </a:xfrm>
          <a:custGeom>
            <a:avLst/>
            <a:gdLst/>
            <a:ahLst/>
            <a:cxnLst/>
            <a:rect l="l" t="t" r="r" b="b"/>
            <a:pathLst>
              <a:path w="477520" h="809625">
                <a:moveTo>
                  <a:pt x="301427" y="0"/>
                </a:moveTo>
                <a:lnTo>
                  <a:pt x="111621" y="0"/>
                </a:lnTo>
                <a:lnTo>
                  <a:pt x="3373" y="407212"/>
                </a:lnTo>
                <a:lnTo>
                  <a:pt x="0" y="442311"/>
                </a:lnTo>
                <a:lnTo>
                  <a:pt x="8330" y="472868"/>
                </a:lnTo>
                <a:lnTo>
                  <a:pt x="26925" y="497013"/>
                </a:lnTo>
                <a:lnTo>
                  <a:pt x="54342" y="512874"/>
                </a:lnTo>
                <a:lnTo>
                  <a:pt x="89140" y="518581"/>
                </a:lnTo>
                <a:lnTo>
                  <a:pt x="206896" y="518581"/>
                </a:lnTo>
                <a:lnTo>
                  <a:pt x="130637" y="807326"/>
                </a:lnTo>
                <a:lnTo>
                  <a:pt x="135275" y="809577"/>
                </a:lnTo>
                <a:lnTo>
                  <a:pt x="417130" y="437693"/>
                </a:lnTo>
                <a:lnTo>
                  <a:pt x="81151" y="437693"/>
                </a:lnTo>
                <a:lnTo>
                  <a:pt x="188478" y="38543"/>
                </a:lnTo>
                <a:lnTo>
                  <a:pt x="291171" y="38543"/>
                </a:lnTo>
                <a:lnTo>
                  <a:pt x="301427" y="0"/>
                </a:lnTo>
                <a:close/>
              </a:path>
              <a:path w="477520" h="809625">
                <a:moveTo>
                  <a:pt x="291171" y="38543"/>
                </a:moveTo>
                <a:lnTo>
                  <a:pt x="204425" y="38543"/>
                </a:lnTo>
                <a:lnTo>
                  <a:pt x="101182" y="422269"/>
                </a:lnTo>
                <a:lnTo>
                  <a:pt x="332191" y="422269"/>
                </a:lnTo>
                <a:lnTo>
                  <a:pt x="335646" y="425714"/>
                </a:lnTo>
                <a:lnTo>
                  <a:pt x="335646" y="434238"/>
                </a:lnTo>
                <a:lnTo>
                  <a:pt x="332191" y="437693"/>
                </a:lnTo>
                <a:lnTo>
                  <a:pt x="417130" y="437693"/>
                </a:lnTo>
                <a:lnTo>
                  <a:pt x="477348" y="358240"/>
                </a:lnTo>
                <a:lnTo>
                  <a:pt x="473443" y="350366"/>
                </a:lnTo>
                <a:lnTo>
                  <a:pt x="208194" y="350366"/>
                </a:lnTo>
                <a:lnTo>
                  <a:pt x="291171" y="38543"/>
                </a:lnTo>
                <a:close/>
              </a:path>
            </a:pathLst>
          </a:custGeom>
          <a:solidFill>
            <a:srgbClr val="DA52D4"/>
          </a:solidFill>
        </p:spPr>
        <p:txBody>
          <a:bodyPr wrap="square" lIns="0" tIns="0" rIns="0" bIns="0" rtlCol="0"/>
          <a:lstStyle/>
          <a:p>
            <a:endParaRPr sz="2400">
              <a:latin typeface="Bogle" charset="0"/>
              <a:ea typeface="Bogle" charset="0"/>
              <a:cs typeface="Bogle" charset="0"/>
            </a:endParaRPr>
          </a:p>
        </p:txBody>
      </p:sp>
      <p:sp>
        <p:nvSpPr>
          <p:cNvPr id="15"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12305431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16" name="Freeform 101"/>
          <p:cNvSpPr>
            <a:spLocks noEditPoints="1"/>
          </p:cNvSpPr>
          <p:nvPr userDrawn="1"/>
        </p:nvSpPr>
        <p:spPr bwMode="auto">
          <a:xfrm>
            <a:off x="5283200" y="1294709"/>
            <a:ext cx="1625600" cy="1503955"/>
          </a:xfrm>
          <a:custGeom>
            <a:avLst/>
            <a:gdLst/>
            <a:ahLst/>
            <a:cxnLst>
              <a:cxn ang="0">
                <a:pos x="39" y="36"/>
              </a:cxn>
              <a:cxn ang="0">
                <a:pos x="41" y="44"/>
              </a:cxn>
              <a:cxn ang="0">
                <a:pos x="35" y="50"/>
              </a:cxn>
              <a:cxn ang="0">
                <a:pos x="27" y="53"/>
              </a:cxn>
              <a:cxn ang="0">
                <a:pos x="18" y="53"/>
              </a:cxn>
              <a:cxn ang="0">
                <a:pos x="11" y="50"/>
              </a:cxn>
              <a:cxn ang="0">
                <a:pos x="4" y="44"/>
              </a:cxn>
              <a:cxn ang="0">
                <a:pos x="6" y="36"/>
              </a:cxn>
              <a:cxn ang="0">
                <a:pos x="0" y="28"/>
              </a:cxn>
              <a:cxn ang="0">
                <a:pos x="7" y="23"/>
              </a:cxn>
              <a:cxn ang="0">
                <a:pos x="4" y="18"/>
              </a:cxn>
              <a:cxn ang="0">
                <a:pos x="15" y="16"/>
              </a:cxn>
              <a:cxn ang="0">
                <a:pos x="19" y="8"/>
              </a:cxn>
              <a:cxn ang="0">
                <a:pos x="28" y="15"/>
              </a:cxn>
              <a:cxn ang="0">
                <a:pos x="35" y="12"/>
              </a:cxn>
              <a:cxn ang="0">
                <a:pos x="41" y="19"/>
              </a:cxn>
              <a:cxn ang="0">
                <a:pos x="45" y="27"/>
              </a:cxn>
              <a:cxn ang="0">
                <a:pos x="23" y="22"/>
              </a:cxn>
              <a:cxn ang="0">
                <a:pos x="32" y="31"/>
              </a:cxn>
              <a:cxn ang="0">
                <a:pos x="63" y="16"/>
              </a:cxn>
              <a:cxn ang="0">
                <a:pos x="64" y="24"/>
              </a:cxn>
              <a:cxn ang="0">
                <a:pos x="55" y="22"/>
              </a:cxn>
              <a:cxn ang="0">
                <a:pos x="46" y="24"/>
              </a:cxn>
              <a:cxn ang="0">
                <a:pos x="46" y="16"/>
              </a:cxn>
              <a:cxn ang="0">
                <a:pos x="46" y="9"/>
              </a:cxn>
              <a:cxn ang="0">
                <a:pos x="46" y="2"/>
              </a:cxn>
              <a:cxn ang="0">
                <a:pos x="55" y="4"/>
              </a:cxn>
              <a:cxn ang="0">
                <a:pos x="59" y="0"/>
              </a:cxn>
              <a:cxn ang="0">
                <a:pos x="62" y="7"/>
              </a:cxn>
              <a:cxn ang="0">
                <a:pos x="68" y="15"/>
              </a:cxn>
              <a:cxn ang="0">
                <a:pos x="62" y="55"/>
              </a:cxn>
              <a:cxn ang="0">
                <a:pos x="59" y="63"/>
              </a:cxn>
              <a:cxn ang="0">
                <a:pos x="54" y="59"/>
              </a:cxn>
              <a:cxn ang="0">
                <a:pos x="45" y="60"/>
              </a:cxn>
              <a:cxn ang="0">
                <a:pos x="41" y="52"/>
              </a:cxn>
              <a:cxn ang="0">
                <a:pos x="47" y="44"/>
              </a:cxn>
              <a:cxn ang="0">
                <a:pos x="50" y="36"/>
              </a:cxn>
              <a:cxn ang="0">
                <a:pos x="56" y="40"/>
              </a:cxn>
              <a:cxn ang="0">
                <a:pos x="64" y="39"/>
              </a:cxn>
              <a:cxn ang="0">
                <a:pos x="63" y="46"/>
              </a:cxn>
              <a:cxn ang="0">
                <a:pos x="55" y="8"/>
              </a:cxn>
              <a:cxn ang="0">
                <a:pos x="59" y="13"/>
              </a:cxn>
              <a:cxn ang="0">
                <a:pos x="50" y="49"/>
              </a:cxn>
              <a:cxn ang="0">
                <a:pos x="55" y="45"/>
              </a:cxn>
            </a:cxnLst>
            <a:rect l="0" t="0" r="r" b="b"/>
            <a:pathLst>
              <a:path w="68" h="63">
                <a:moveTo>
                  <a:pt x="45" y="35"/>
                </a:moveTo>
                <a:cubicBezTo>
                  <a:pt x="45" y="35"/>
                  <a:pt x="45" y="36"/>
                  <a:pt x="45" y="36"/>
                </a:cubicBezTo>
                <a:cubicBezTo>
                  <a:pt x="39" y="36"/>
                  <a:pt x="39" y="36"/>
                  <a:pt x="39" y="36"/>
                </a:cubicBezTo>
                <a:cubicBezTo>
                  <a:pt x="39" y="37"/>
                  <a:pt x="38" y="38"/>
                  <a:pt x="38" y="39"/>
                </a:cubicBezTo>
                <a:cubicBezTo>
                  <a:pt x="39" y="41"/>
                  <a:pt x="40" y="42"/>
                  <a:pt x="41" y="43"/>
                </a:cubicBezTo>
                <a:cubicBezTo>
                  <a:pt x="41" y="43"/>
                  <a:pt x="41" y="44"/>
                  <a:pt x="41" y="44"/>
                </a:cubicBezTo>
                <a:cubicBezTo>
                  <a:pt x="41" y="44"/>
                  <a:pt x="41" y="44"/>
                  <a:pt x="41" y="45"/>
                </a:cubicBezTo>
                <a:cubicBezTo>
                  <a:pt x="40" y="46"/>
                  <a:pt x="36" y="50"/>
                  <a:pt x="35" y="50"/>
                </a:cubicBezTo>
                <a:cubicBezTo>
                  <a:pt x="35" y="50"/>
                  <a:pt x="35" y="50"/>
                  <a:pt x="35" y="50"/>
                </a:cubicBezTo>
                <a:cubicBezTo>
                  <a:pt x="31" y="47"/>
                  <a:pt x="31" y="47"/>
                  <a:pt x="31" y="47"/>
                </a:cubicBezTo>
                <a:cubicBezTo>
                  <a:pt x="30" y="47"/>
                  <a:pt x="29" y="47"/>
                  <a:pt x="28" y="48"/>
                </a:cubicBezTo>
                <a:cubicBezTo>
                  <a:pt x="28" y="49"/>
                  <a:pt x="27" y="51"/>
                  <a:pt x="27" y="53"/>
                </a:cubicBezTo>
                <a:cubicBezTo>
                  <a:pt x="27" y="54"/>
                  <a:pt x="26" y="54"/>
                  <a:pt x="26" y="54"/>
                </a:cubicBezTo>
                <a:cubicBezTo>
                  <a:pt x="19" y="54"/>
                  <a:pt x="19" y="54"/>
                  <a:pt x="19" y="54"/>
                </a:cubicBezTo>
                <a:cubicBezTo>
                  <a:pt x="19" y="54"/>
                  <a:pt x="18" y="54"/>
                  <a:pt x="18" y="53"/>
                </a:cubicBezTo>
                <a:cubicBezTo>
                  <a:pt x="17" y="48"/>
                  <a:pt x="17" y="48"/>
                  <a:pt x="17" y="48"/>
                </a:cubicBezTo>
                <a:cubicBezTo>
                  <a:pt x="16" y="47"/>
                  <a:pt x="16" y="47"/>
                  <a:pt x="15" y="47"/>
                </a:cubicBezTo>
                <a:cubicBezTo>
                  <a:pt x="11" y="50"/>
                  <a:pt x="11" y="50"/>
                  <a:pt x="11" y="50"/>
                </a:cubicBezTo>
                <a:cubicBezTo>
                  <a:pt x="10" y="50"/>
                  <a:pt x="10" y="50"/>
                  <a:pt x="10" y="50"/>
                </a:cubicBezTo>
                <a:cubicBezTo>
                  <a:pt x="10" y="50"/>
                  <a:pt x="9" y="50"/>
                  <a:pt x="9" y="50"/>
                </a:cubicBezTo>
                <a:cubicBezTo>
                  <a:pt x="8" y="49"/>
                  <a:pt x="4" y="45"/>
                  <a:pt x="4" y="44"/>
                </a:cubicBezTo>
                <a:cubicBezTo>
                  <a:pt x="4" y="44"/>
                  <a:pt x="4" y="44"/>
                  <a:pt x="4" y="43"/>
                </a:cubicBezTo>
                <a:cubicBezTo>
                  <a:pt x="5" y="42"/>
                  <a:pt x="6" y="41"/>
                  <a:pt x="7" y="39"/>
                </a:cubicBezTo>
                <a:cubicBezTo>
                  <a:pt x="7" y="38"/>
                  <a:pt x="6" y="37"/>
                  <a:pt x="6" y="36"/>
                </a:cubicBezTo>
                <a:cubicBezTo>
                  <a:pt x="1" y="35"/>
                  <a:pt x="1" y="35"/>
                  <a:pt x="1" y="35"/>
                </a:cubicBezTo>
                <a:cubicBezTo>
                  <a:pt x="0" y="35"/>
                  <a:pt x="0" y="35"/>
                  <a:pt x="0" y="34"/>
                </a:cubicBezTo>
                <a:cubicBezTo>
                  <a:pt x="0" y="28"/>
                  <a:pt x="0" y="28"/>
                  <a:pt x="0" y="28"/>
                </a:cubicBezTo>
                <a:cubicBezTo>
                  <a:pt x="0" y="27"/>
                  <a:pt x="0" y="27"/>
                  <a:pt x="1" y="27"/>
                </a:cubicBezTo>
                <a:cubicBezTo>
                  <a:pt x="6" y="26"/>
                  <a:pt x="6" y="26"/>
                  <a:pt x="6" y="26"/>
                </a:cubicBezTo>
                <a:cubicBezTo>
                  <a:pt x="6" y="25"/>
                  <a:pt x="7" y="24"/>
                  <a:pt x="7" y="23"/>
                </a:cubicBezTo>
                <a:cubicBezTo>
                  <a:pt x="6" y="22"/>
                  <a:pt x="5" y="20"/>
                  <a:pt x="4" y="19"/>
                </a:cubicBezTo>
                <a:cubicBezTo>
                  <a:pt x="4" y="19"/>
                  <a:pt x="4" y="19"/>
                  <a:pt x="4" y="18"/>
                </a:cubicBezTo>
                <a:cubicBezTo>
                  <a:pt x="4" y="18"/>
                  <a:pt x="4" y="18"/>
                  <a:pt x="4" y="18"/>
                </a:cubicBezTo>
                <a:cubicBezTo>
                  <a:pt x="5" y="17"/>
                  <a:pt x="9" y="12"/>
                  <a:pt x="10" y="12"/>
                </a:cubicBezTo>
                <a:cubicBezTo>
                  <a:pt x="10" y="12"/>
                  <a:pt x="10" y="12"/>
                  <a:pt x="11" y="13"/>
                </a:cubicBezTo>
                <a:cubicBezTo>
                  <a:pt x="15" y="16"/>
                  <a:pt x="15" y="16"/>
                  <a:pt x="15" y="16"/>
                </a:cubicBezTo>
                <a:cubicBezTo>
                  <a:pt x="16" y="15"/>
                  <a:pt x="16" y="15"/>
                  <a:pt x="17" y="15"/>
                </a:cubicBezTo>
                <a:cubicBezTo>
                  <a:pt x="18" y="13"/>
                  <a:pt x="18" y="11"/>
                  <a:pt x="18" y="9"/>
                </a:cubicBezTo>
                <a:cubicBezTo>
                  <a:pt x="18" y="9"/>
                  <a:pt x="19" y="8"/>
                  <a:pt x="19" y="8"/>
                </a:cubicBezTo>
                <a:cubicBezTo>
                  <a:pt x="26" y="8"/>
                  <a:pt x="26" y="8"/>
                  <a:pt x="26" y="8"/>
                </a:cubicBezTo>
                <a:cubicBezTo>
                  <a:pt x="26" y="8"/>
                  <a:pt x="27" y="9"/>
                  <a:pt x="27" y="9"/>
                </a:cubicBezTo>
                <a:cubicBezTo>
                  <a:pt x="28" y="15"/>
                  <a:pt x="28" y="15"/>
                  <a:pt x="28" y="15"/>
                </a:cubicBezTo>
                <a:cubicBezTo>
                  <a:pt x="29" y="15"/>
                  <a:pt x="30" y="15"/>
                  <a:pt x="31" y="16"/>
                </a:cubicBezTo>
                <a:cubicBezTo>
                  <a:pt x="35" y="13"/>
                  <a:pt x="35" y="13"/>
                  <a:pt x="35" y="13"/>
                </a:cubicBezTo>
                <a:cubicBezTo>
                  <a:pt x="35" y="12"/>
                  <a:pt x="35" y="12"/>
                  <a:pt x="35" y="12"/>
                </a:cubicBezTo>
                <a:cubicBezTo>
                  <a:pt x="36" y="12"/>
                  <a:pt x="36" y="12"/>
                  <a:pt x="36" y="13"/>
                </a:cubicBezTo>
                <a:cubicBezTo>
                  <a:pt x="37" y="13"/>
                  <a:pt x="41" y="17"/>
                  <a:pt x="41" y="18"/>
                </a:cubicBezTo>
                <a:cubicBezTo>
                  <a:pt x="41" y="19"/>
                  <a:pt x="41" y="19"/>
                  <a:pt x="41" y="19"/>
                </a:cubicBezTo>
                <a:cubicBezTo>
                  <a:pt x="40" y="20"/>
                  <a:pt x="39" y="22"/>
                  <a:pt x="38" y="23"/>
                </a:cubicBezTo>
                <a:cubicBezTo>
                  <a:pt x="38" y="24"/>
                  <a:pt x="39" y="25"/>
                  <a:pt x="39" y="26"/>
                </a:cubicBezTo>
                <a:cubicBezTo>
                  <a:pt x="45" y="27"/>
                  <a:pt x="45" y="27"/>
                  <a:pt x="45" y="27"/>
                </a:cubicBezTo>
                <a:cubicBezTo>
                  <a:pt x="45" y="27"/>
                  <a:pt x="45" y="27"/>
                  <a:pt x="45" y="28"/>
                </a:cubicBezTo>
                <a:lnTo>
                  <a:pt x="45" y="35"/>
                </a:lnTo>
                <a:close/>
                <a:moveTo>
                  <a:pt x="23" y="22"/>
                </a:moveTo>
                <a:cubicBezTo>
                  <a:pt x="18" y="22"/>
                  <a:pt x="13" y="26"/>
                  <a:pt x="13" y="31"/>
                </a:cubicBezTo>
                <a:cubicBezTo>
                  <a:pt x="13" y="36"/>
                  <a:pt x="18" y="40"/>
                  <a:pt x="23" y="40"/>
                </a:cubicBezTo>
                <a:cubicBezTo>
                  <a:pt x="28" y="40"/>
                  <a:pt x="32" y="36"/>
                  <a:pt x="32" y="31"/>
                </a:cubicBezTo>
                <a:cubicBezTo>
                  <a:pt x="32" y="26"/>
                  <a:pt x="28" y="22"/>
                  <a:pt x="23" y="22"/>
                </a:cubicBezTo>
                <a:close/>
                <a:moveTo>
                  <a:pt x="68" y="15"/>
                </a:moveTo>
                <a:cubicBezTo>
                  <a:pt x="68" y="16"/>
                  <a:pt x="64" y="16"/>
                  <a:pt x="63" y="16"/>
                </a:cubicBezTo>
                <a:cubicBezTo>
                  <a:pt x="63" y="17"/>
                  <a:pt x="62" y="18"/>
                  <a:pt x="62" y="18"/>
                </a:cubicBezTo>
                <a:cubicBezTo>
                  <a:pt x="62" y="19"/>
                  <a:pt x="64" y="23"/>
                  <a:pt x="64" y="23"/>
                </a:cubicBezTo>
                <a:cubicBezTo>
                  <a:pt x="64" y="23"/>
                  <a:pt x="64" y="23"/>
                  <a:pt x="64" y="24"/>
                </a:cubicBezTo>
                <a:cubicBezTo>
                  <a:pt x="63" y="24"/>
                  <a:pt x="59" y="26"/>
                  <a:pt x="59" y="26"/>
                </a:cubicBezTo>
                <a:cubicBezTo>
                  <a:pt x="59" y="26"/>
                  <a:pt x="56" y="22"/>
                  <a:pt x="56" y="22"/>
                </a:cubicBezTo>
                <a:cubicBezTo>
                  <a:pt x="55" y="22"/>
                  <a:pt x="55" y="22"/>
                  <a:pt x="55" y="22"/>
                </a:cubicBezTo>
                <a:cubicBezTo>
                  <a:pt x="54" y="22"/>
                  <a:pt x="54" y="22"/>
                  <a:pt x="54" y="22"/>
                </a:cubicBezTo>
                <a:cubicBezTo>
                  <a:pt x="53" y="22"/>
                  <a:pt x="50" y="26"/>
                  <a:pt x="50" y="26"/>
                </a:cubicBezTo>
                <a:cubicBezTo>
                  <a:pt x="50" y="26"/>
                  <a:pt x="46" y="24"/>
                  <a:pt x="46" y="24"/>
                </a:cubicBezTo>
                <a:cubicBezTo>
                  <a:pt x="45" y="23"/>
                  <a:pt x="45" y="23"/>
                  <a:pt x="45" y="23"/>
                </a:cubicBezTo>
                <a:cubicBezTo>
                  <a:pt x="45" y="23"/>
                  <a:pt x="47" y="19"/>
                  <a:pt x="47" y="18"/>
                </a:cubicBezTo>
                <a:cubicBezTo>
                  <a:pt x="47" y="18"/>
                  <a:pt x="46" y="17"/>
                  <a:pt x="46" y="16"/>
                </a:cubicBezTo>
                <a:cubicBezTo>
                  <a:pt x="45" y="16"/>
                  <a:pt x="41" y="16"/>
                  <a:pt x="41" y="15"/>
                </a:cubicBezTo>
                <a:cubicBezTo>
                  <a:pt x="41" y="10"/>
                  <a:pt x="41" y="10"/>
                  <a:pt x="41" y="10"/>
                </a:cubicBezTo>
                <a:cubicBezTo>
                  <a:pt x="41" y="10"/>
                  <a:pt x="45" y="9"/>
                  <a:pt x="46" y="9"/>
                </a:cubicBezTo>
                <a:cubicBezTo>
                  <a:pt x="46" y="9"/>
                  <a:pt x="47" y="8"/>
                  <a:pt x="47" y="7"/>
                </a:cubicBezTo>
                <a:cubicBezTo>
                  <a:pt x="47" y="7"/>
                  <a:pt x="45" y="3"/>
                  <a:pt x="45" y="2"/>
                </a:cubicBezTo>
                <a:cubicBezTo>
                  <a:pt x="45" y="2"/>
                  <a:pt x="45" y="2"/>
                  <a:pt x="46" y="2"/>
                </a:cubicBezTo>
                <a:cubicBezTo>
                  <a:pt x="46" y="2"/>
                  <a:pt x="50" y="0"/>
                  <a:pt x="50" y="0"/>
                </a:cubicBezTo>
                <a:cubicBezTo>
                  <a:pt x="50" y="0"/>
                  <a:pt x="53" y="3"/>
                  <a:pt x="54" y="4"/>
                </a:cubicBezTo>
                <a:cubicBezTo>
                  <a:pt x="54" y="4"/>
                  <a:pt x="54" y="4"/>
                  <a:pt x="55" y="4"/>
                </a:cubicBezTo>
                <a:cubicBezTo>
                  <a:pt x="55" y="4"/>
                  <a:pt x="55" y="4"/>
                  <a:pt x="56" y="4"/>
                </a:cubicBezTo>
                <a:cubicBezTo>
                  <a:pt x="57" y="2"/>
                  <a:pt x="58" y="1"/>
                  <a:pt x="59" y="0"/>
                </a:cubicBezTo>
                <a:cubicBezTo>
                  <a:pt x="59" y="0"/>
                  <a:pt x="59" y="0"/>
                  <a:pt x="59" y="0"/>
                </a:cubicBezTo>
                <a:cubicBezTo>
                  <a:pt x="59" y="0"/>
                  <a:pt x="63" y="2"/>
                  <a:pt x="64" y="2"/>
                </a:cubicBezTo>
                <a:cubicBezTo>
                  <a:pt x="64" y="2"/>
                  <a:pt x="64" y="2"/>
                  <a:pt x="64" y="2"/>
                </a:cubicBezTo>
                <a:cubicBezTo>
                  <a:pt x="64" y="3"/>
                  <a:pt x="62" y="7"/>
                  <a:pt x="62" y="7"/>
                </a:cubicBezTo>
                <a:cubicBezTo>
                  <a:pt x="62" y="8"/>
                  <a:pt x="63" y="9"/>
                  <a:pt x="63" y="9"/>
                </a:cubicBezTo>
                <a:cubicBezTo>
                  <a:pt x="64" y="9"/>
                  <a:pt x="68" y="10"/>
                  <a:pt x="68" y="10"/>
                </a:cubicBezTo>
                <a:lnTo>
                  <a:pt x="68" y="15"/>
                </a:lnTo>
                <a:close/>
                <a:moveTo>
                  <a:pt x="68" y="52"/>
                </a:moveTo>
                <a:cubicBezTo>
                  <a:pt x="68" y="52"/>
                  <a:pt x="64" y="53"/>
                  <a:pt x="63" y="53"/>
                </a:cubicBezTo>
                <a:cubicBezTo>
                  <a:pt x="63" y="54"/>
                  <a:pt x="62" y="54"/>
                  <a:pt x="62" y="55"/>
                </a:cubicBezTo>
                <a:cubicBezTo>
                  <a:pt x="62" y="56"/>
                  <a:pt x="64" y="59"/>
                  <a:pt x="64" y="60"/>
                </a:cubicBezTo>
                <a:cubicBezTo>
                  <a:pt x="64" y="60"/>
                  <a:pt x="64" y="60"/>
                  <a:pt x="64" y="60"/>
                </a:cubicBezTo>
                <a:cubicBezTo>
                  <a:pt x="63" y="60"/>
                  <a:pt x="59" y="63"/>
                  <a:pt x="59" y="63"/>
                </a:cubicBezTo>
                <a:cubicBezTo>
                  <a:pt x="59" y="63"/>
                  <a:pt x="56" y="59"/>
                  <a:pt x="56" y="59"/>
                </a:cubicBezTo>
                <a:cubicBezTo>
                  <a:pt x="55" y="59"/>
                  <a:pt x="55" y="59"/>
                  <a:pt x="55" y="59"/>
                </a:cubicBezTo>
                <a:cubicBezTo>
                  <a:pt x="54" y="59"/>
                  <a:pt x="54" y="59"/>
                  <a:pt x="54" y="59"/>
                </a:cubicBezTo>
                <a:cubicBezTo>
                  <a:pt x="53" y="59"/>
                  <a:pt x="50" y="63"/>
                  <a:pt x="50" y="63"/>
                </a:cubicBezTo>
                <a:cubicBezTo>
                  <a:pt x="50" y="63"/>
                  <a:pt x="46" y="60"/>
                  <a:pt x="46" y="60"/>
                </a:cubicBezTo>
                <a:cubicBezTo>
                  <a:pt x="45" y="60"/>
                  <a:pt x="45" y="60"/>
                  <a:pt x="45" y="60"/>
                </a:cubicBezTo>
                <a:cubicBezTo>
                  <a:pt x="45" y="59"/>
                  <a:pt x="47" y="56"/>
                  <a:pt x="47" y="55"/>
                </a:cubicBezTo>
                <a:cubicBezTo>
                  <a:pt x="47" y="54"/>
                  <a:pt x="46" y="54"/>
                  <a:pt x="46" y="53"/>
                </a:cubicBezTo>
                <a:cubicBezTo>
                  <a:pt x="45" y="53"/>
                  <a:pt x="41" y="52"/>
                  <a:pt x="41" y="52"/>
                </a:cubicBezTo>
                <a:cubicBezTo>
                  <a:pt x="41" y="47"/>
                  <a:pt x="41" y="47"/>
                  <a:pt x="41" y="47"/>
                </a:cubicBezTo>
                <a:cubicBezTo>
                  <a:pt x="41" y="46"/>
                  <a:pt x="45" y="46"/>
                  <a:pt x="46" y="46"/>
                </a:cubicBezTo>
                <a:cubicBezTo>
                  <a:pt x="46" y="45"/>
                  <a:pt x="47" y="45"/>
                  <a:pt x="47" y="44"/>
                </a:cubicBezTo>
                <a:cubicBezTo>
                  <a:pt x="47" y="43"/>
                  <a:pt x="45" y="40"/>
                  <a:pt x="45" y="39"/>
                </a:cubicBezTo>
                <a:cubicBezTo>
                  <a:pt x="45" y="39"/>
                  <a:pt x="45" y="39"/>
                  <a:pt x="46" y="39"/>
                </a:cubicBezTo>
                <a:cubicBezTo>
                  <a:pt x="46" y="39"/>
                  <a:pt x="50" y="36"/>
                  <a:pt x="50" y="36"/>
                </a:cubicBezTo>
                <a:cubicBezTo>
                  <a:pt x="50" y="36"/>
                  <a:pt x="53" y="40"/>
                  <a:pt x="54" y="40"/>
                </a:cubicBezTo>
                <a:cubicBezTo>
                  <a:pt x="54" y="40"/>
                  <a:pt x="54" y="40"/>
                  <a:pt x="55" y="40"/>
                </a:cubicBezTo>
                <a:cubicBezTo>
                  <a:pt x="55" y="40"/>
                  <a:pt x="55" y="40"/>
                  <a:pt x="56" y="40"/>
                </a:cubicBezTo>
                <a:cubicBezTo>
                  <a:pt x="57" y="39"/>
                  <a:pt x="58" y="38"/>
                  <a:pt x="59" y="36"/>
                </a:cubicBezTo>
                <a:cubicBezTo>
                  <a:pt x="59" y="36"/>
                  <a:pt x="59" y="36"/>
                  <a:pt x="59" y="36"/>
                </a:cubicBezTo>
                <a:cubicBezTo>
                  <a:pt x="59" y="36"/>
                  <a:pt x="63" y="39"/>
                  <a:pt x="64" y="39"/>
                </a:cubicBezTo>
                <a:cubicBezTo>
                  <a:pt x="64" y="39"/>
                  <a:pt x="64" y="39"/>
                  <a:pt x="64" y="39"/>
                </a:cubicBezTo>
                <a:cubicBezTo>
                  <a:pt x="64" y="40"/>
                  <a:pt x="62" y="43"/>
                  <a:pt x="62" y="44"/>
                </a:cubicBezTo>
                <a:cubicBezTo>
                  <a:pt x="62" y="45"/>
                  <a:pt x="63" y="45"/>
                  <a:pt x="63" y="46"/>
                </a:cubicBezTo>
                <a:cubicBezTo>
                  <a:pt x="64" y="46"/>
                  <a:pt x="68" y="46"/>
                  <a:pt x="68" y="47"/>
                </a:cubicBezTo>
                <a:lnTo>
                  <a:pt x="68" y="52"/>
                </a:lnTo>
                <a:close/>
                <a:moveTo>
                  <a:pt x="55" y="8"/>
                </a:moveTo>
                <a:cubicBezTo>
                  <a:pt x="52" y="8"/>
                  <a:pt x="50" y="10"/>
                  <a:pt x="50" y="13"/>
                </a:cubicBezTo>
                <a:cubicBezTo>
                  <a:pt x="50" y="15"/>
                  <a:pt x="52" y="17"/>
                  <a:pt x="55" y="17"/>
                </a:cubicBezTo>
                <a:cubicBezTo>
                  <a:pt x="57" y="17"/>
                  <a:pt x="59" y="15"/>
                  <a:pt x="59" y="13"/>
                </a:cubicBezTo>
                <a:cubicBezTo>
                  <a:pt x="59" y="10"/>
                  <a:pt x="57" y="8"/>
                  <a:pt x="55" y="8"/>
                </a:cubicBezTo>
                <a:close/>
                <a:moveTo>
                  <a:pt x="55" y="45"/>
                </a:moveTo>
                <a:cubicBezTo>
                  <a:pt x="52" y="45"/>
                  <a:pt x="50" y="47"/>
                  <a:pt x="50" y="49"/>
                </a:cubicBezTo>
                <a:cubicBezTo>
                  <a:pt x="50" y="52"/>
                  <a:pt x="52" y="54"/>
                  <a:pt x="55" y="54"/>
                </a:cubicBezTo>
                <a:cubicBezTo>
                  <a:pt x="57" y="54"/>
                  <a:pt x="59" y="52"/>
                  <a:pt x="59" y="49"/>
                </a:cubicBezTo>
                <a:cubicBezTo>
                  <a:pt x="59" y="47"/>
                  <a:pt x="57" y="45"/>
                  <a:pt x="55" y="45"/>
                </a:cubicBez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2400">
              <a:latin typeface="Bogle" charset="0"/>
              <a:ea typeface="Bogle" charset="0"/>
              <a:cs typeface="Bogle" charset="0"/>
            </a:endParaRP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grpSp>
        <p:nvGrpSpPr>
          <p:cNvPr id="14" name="Group 13"/>
          <p:cNvGrpSpPr/>
          <p:nvPr userDrawn="1"/>
        </p:nvGrpSpPr>
        <p:grpSpPr>
          <a:xfrm>
            <a:off x="2438400" y="4953000"/>
            <a:ext cx="7315200" cy="1122843"/>
            <a:chOff x="3352800" y="5063780"/>
            <a:chExt cx="5486400" cy="842132"/>
          </a:xfrm>
        </p:grpSpPr>
        <p:grpSp>
          <p:nvGrpSpPr>
            <p:cNvPr id="15" name="Group 14"/>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7"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15679174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 Header - Matrix">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14" name="Freeform 15"/>
          <p:cNvSpPr>
            <a:spLocks noEditPoints="1"/>
          </p:cNvSpPr>
          <p:nvPr userDrawn="1"/>
        </p:nvSpPr>
        <p:spPr bwMode="auto">
          <a:xfrm>
            <a:off x="5273189" y="1318685"/>
            <a:ext cx="1645625" cy="1297516"/>
          </a:xfrm>
          <a:custGeom>
            <a:avLst/>
            <a:gdLst/>
            <a:ahLst/>
            <a:cxnLst>
              <a:cxn ang="0">
                <a:pos x="17" y="16"/>
              </a:cxn>
              <a:cxn ang="0">
                <a:pos x="0" y="12"/>
              </a:cxn>
              <a:cxn ang="0">
                <a:pos x="4" y="0"/>
              </a:cxn>
              <a:cxn ang="0">
                <a:pos x="21" y="4"/>
              </a:cxn>
              <a:cxn ang="0">
                <a:pos x="21" y="33"/>
              </a:cxn>
              <a:cxn ang="0">
                <a:pos x="4" y="36"/>
              </a:cxn>
              <a:cxn ang="0">
                <a:pos x="0" y="25"/>
              </a:cxn>
              <a:cxn ang="0">
                <a:pos x="17" y="21"/>
              </a:cxn>
              <a:cxn ang="0">
                <a:pos x="21" y="33"/>
              </a:cxn>
              <a:cxn ang="0">
                <a:pos x="17" y="57"/>
              </a:cxn>
              <a:cxn ang="0">
                <a:pos x="0" y="53"/>
              </a:cxn>
              <a:cxn ang="0">
                <a:pos x="4" y="42"/>
              </a:cxn>
              <a:cxn ang="0">
                <a:pos x="21" y="45"/>
              </a:cxn>
              <a:cxn ang="0">
                <a:pos x="47" y="12"/>
              </a:cxn>
              <a:cxn ang="0">
                <a:pos x="30" y="16"/>
              </a:cxn>
              <a:cxn ang="0">
                <a:pos x="26" y="4"/>
              </a:cxn>
              <a:cxn ang="0">
                <a:pos x="43" y="0"/>
              </a:cxn>
              <a:cxn ang="0">
                <a:pos x="47" y="12"/>
              </a:cxn>
              <a:cxn ang="0">
                <a:pos x="43" y="36"/>
              </a:cxn>
              <a:cxn ang="0">
                <a:pos x="26" y="33"/>
              </a:cxn>
              <a:cxn ang="0">
                <a:pos x="30" y="21"/>
              </a:cxn>
              <a:cxn ang="0">
                <a:pos x="47" y="25"/>
              </a:cxn>
              <a:cxn ang="0">
                <a:pos x="47" y="53"/>
              </a:cxn>
              <a:cxn ang="0">
                <a:pos x="30" y="57"/>
              </a:cxn>
              <a:cxn ang="0">
                <a:pos x="26" y="45"/>
              </a:cxn>
              <a:cxn ang="0">
                <a:pos x="43" y="42"/>
              </a:cxn>
              <a:cxn ang="0">
                <a:pos x="47" y="53"/>
              </a:cxn>
              <a:cxn ang="0">
                <a:pos x="69" y="16"/>
              </a:cxn>
              <a:cxn ang="0">
                <a:pos x="52" y="12"/>
              </a:cxn>
              <a:cxn ang="0">
                <a:pos x="56" y="0"/>
              </a:cxn>
              <a:cxn ang="0">
                <a:pos x="72" y="4"/>
              </a:cxn>
              <a:cxn ang="0">
                <a:pos x="72" y="33"/>
              </a:cxn>
              <a:cxn ang="0">
                <a:pos x="56" y="36"/>
              </a:cxn>
              <a:cxn ang="0">
                <a:pos x="52" y="25"/>
              </a:cxn>
              <a:cxn ang="0">
                <a:pos x="69" y="21"/>
              </a:cxn>
              <a:cxn ang="0">
                <a:pos x="72" y="33"/>
              </a:cxn>
              <a:cxn ang="0">
                <a:pos x="69" y="57"/>
              </a:cxn>
              <a:cxn ang="0">
                <a:pos x="52" y="53"/>
              </a:cxn>
              <a:cxn ang="0">
                <a:pos x="56" y="42"/>
              </a:cxn>
              <a:cxn ang="0">
                <a:pos x="72" y="45"/>
              </a:cxn>
            </a:cxnLst>
            <a:rect l="0" t="0" r="r" b="b"/>
            <a:pathLst>
              <a:path w="72" h="57">
                <a:moveTo>
                  <a:pt x="21" y="12"/>
                </a:moveTo>
                <a:cubicBezTo>
                  <a:pt x="21" y="14"/>
                  <a:pt x="19" y="16"/>
                  <a:pt x="17" y="16"/>
                </a:cubicBezTo>
                <a:cubicBezTo>
                  <a:pt x="4" y="16"/>
                  <a:pt x="4" y="16"/>
                  <a:pt x="4" y="16"/>
                </a:cubicBezTo>
                <a:cubicBezTo>
                  <a:pt x="2" y="16"/>
                  <a:pt x="0" y="14"/>
                  <a:pt x="0" y="12"/>
                </a:cubicBezTo>
                <a:cubicBezTo>
                  <a:pt x="0" y="4"/>
                  <a:pt x="0" y="4"/>
                  <a:pt x="0" y="4"/>
                </a:cubicBezTo>
                <a:cubicBezTo>
                  <a:pt x="0" y="2"/>
                  <a:pt x="2" y="0"/>
                  <a:pt x="4" y="0"/>
                </a:cubicBezTo>
                <a:cubicBezTo>
                  <a:pt x="17" y="0"/>
                  <a:pt x="17" y="0"/>
                  <a:pt x="17" y="0"/>
                </a:cubicBezTo>
                <a:cubicBezTo>
                  <a:pt x="19" y="0"/>
                  <a:pt x="21" y="2"/>
                  <a:pt x="21" y="4"/>
                </a:cubicBezTo>
                <a:lnTo>
                  <a:pt x="21" y="12"/>
                </a:lnTo>
                <a:close/>
                <a:moveTo>
                  <a:pt x="21" y="33"/>
                </a:moveTo>
                <a:cubicBezTo>
                  <a:pt x="21" y="35"/>
                  <a:pt x="19" y="36"/>
                  <a:pt x="17" y="36"/>
                </a:cubicBezTo>
                <a:cubicBezTo>
                  <a:pt x="4" y="36"/>
                  <a:pt x="4" y="36"/>
                  <a:pt x="4" y="36"/>
                </a:cubicBezTo>
                <a:cubicBezTo>
                  <a:pt x="2" y="36"/>
                  <a:pt x="0" y="35"/>
                  <a:pt x="0" y="33"/>
                </a:cubicBezTo>
                <a:cubicBezTo>
                  <a:pt x="0" y="25"/>
                  <a:pt x="0" y="25"/>
                  <a:pt x="0" y="25"/>
                </a:cubicBezTo>
                <a:cubicBezTo>
                  <a:pt x="0" y="23"/>
                  <a:pt x="2" y="21"/>
                  <a:pt x="4" y="21"/>
                </a:cubicBezTo>
                <a:cubicBezTo>
                  <a:pt x="17" y="21"/>
                  <a:pt x="17" y="21"/>
                  <a:pt x="17" y="21"/>
                </a:cubicBezTo>
                <a:cubicBezTo>
                  <a:pt x="19" y="21"/>
                  <a:pt x="21" y="23"/>
                  <a:pt x="21" y="25"/>
                </a:cubicBezTo>
                <a:lnTo>
                  <a:pt x="21" y="33"/>
                </a:lnTo>
                <a:close/>
                <a:moveTo>
                  <a:pt x="21" y="53"/>
                </a:moveTo>
                <a:cubicBezTo>
                  <a:pt x="21" y="55"/>
                  <a:pt x="19" y="57"/>
                  <a:pt x="17" y="57"/>
                </a:cubicBezTo>
                <a:cubicBezTo>
                  <a:pt x="4" y="57"/>
                  <a:pt x="4" y="57"/>
                  <a:pt x="4" y="57"/>
                </a:cubicBezTo>
                <a:cubicBezTo>
                  <a:pt x="2" y="57"/>
                  <a:pt x="0" y="55"/>
                  <a:pt x="0" y="53"/>
                </a:cubicBezTo>
                <a:cubicBezTo>
                  <a:pt x="0" y="45"/>
                  <a:pt x="0" y="45"/>
                  <a:pt x="0" y="45"/>
                </a:cubicBezTo>
                <a:cubicBezTo>
                  <a:pt x="0" y="43"/>
                  <a:pt x="2" y="42"/>
                  <a:pt x="4" y="42"/>
                </a:cubicBezTo>
                <a:cubicBezTo>
                  <a:pt x="17" y="42"/>
                  <a:pt x="17" y="42"/>
                  <a:pt x="17" y="42"/>
                </a:cubicBezTo>
                <a:cubicBezTo>
                  <a:pt x="19" y="42"/>
                  <a:pt x="21" y="43"/>
                  <a:pt x="21" y="45"/>
                </a:cubicBezTo>
                <a:lnTo>
                  <a:pt x="21" y="53"/>
                </a:lnTo>
                <a:close/>
                <a:moveTo>
                  <a:pt x="47" y="12"/>
                </a:moveTo>
                <a:cubicBezTo>
                  <a:pt x="47" y="14"/>
                  <a:pt x="45" y="16"/>
                  <a:pt x="43" y="16"/>
                </a:cubicBezTo>
                <a:cubicBezTo>
                  <a:pt x="30" y="16"/>
                  <a:pt x="30" y="16"/>
                  <a:pt x="30" y="16"/>
                </a:cubicBezTo>
                <a:cubicBezTo>
                  <a:pt x="28" y="16"/>
                  <a:pt x="26" y="14"/>
                  <a:pt x="26" y="12"/>
                </a:cubicBezTo>
                <a:cubicBezTo>
                  <a:pt x="26" y="4"/>
                  <a:pt x="26" y="4"/>
                  <a:pt x="26" y="4"/>
                </a:cubicBezTo>
                <a:cubicBezTo>
                  <a:pt x="26" y="2"/>
                  <a:pt x="28" y="0"/>
                  <a:pt x="30" y="0"/>
                </a:cubicBezTo>
                <a:cubicBezTo>
                  <a:pt x="43" y="0"/>
                  <a:pt x="43" y="0"/>
                  <a:pt x="43" y="0"/>
                </a:cubicBezTo>
                <a:cubicBezTo>
                  <a:pt x="45" y="0"/>
                  <a:pt x="47" y="2"/>
                  <a:pt x="47" y="4"/>
                </a:cubicBezTo>
                <a:lnTo>
                  <a:pt x="47" y="12"/>
                </a:lnTo>
                <a:close/>
                <a:moveTo>
                  <a:pt x="47" y="33"/>
                </a:moveTo>
                <a:cubicBezTo>
                  <a:pt x="47" y="35"/>
                  <a:pt x="45" y="36"/>
                  <a:pt x="43" y="36"/>
                </a:cubicBezTo>
                <a:cubicBezTo>
                  <a:pt x="30" y="36"/>
                  <a:pt x="30" y="36"/>
                  <a:pt x="30" y="36"/>
                </a:cubicBezTo>
                <a:cubicBezTo>
                  <a:pt x="28" y="36"/>
                  <a:pt x="26" y="35"/>
                  <a:pt x="26" y="33"/>
                </a:cubicBezTo>
                <a:cubicBezTo>
                  <a:pt x="26" y="25"/>
                  <a:pt x="26" y="25"/>
                  <a:pt x="26" y="25"/>
                </a:cubicBezTo>
                <a:cubicBezTo>
                  <a:pt x="26" y="23"/>
                  <a:pt x="28" y="21"/>
                  <a:pt x="30" y="21"/>
                </a:cubicBezTo>
                <a:cubicBezTo>
                  <a:pt x="43" y="21"/>
                  <a:pt x="43" y="21"/>
                  <a:pt x="43" y="21"/>
                </a:cubicBezTo>
                <a:cubicBezTo>
                  <a:pt x="45" y="21"/>
                  <a:pt x="47" y="23"/>
                  <a:pt x="47" y="25"/>
                </a:cubicBezTo>
                <a:lnTo>
                  <a:pt x="47" y="33"/>
                </a:lnTo>
                <a:close/>
                <a:moveTo>
                  <a:pt x="47" y="53"/>
                </a:moveTo>
                <a:cubicBezTo>
                  <a:pt x="47" y="55"/>
                  <a:pt x="45" y="57"/>
                  <a:pt x="43" y="57"/>
                </a:cubicBezTo>
                <a:cubicBezTo>
                  <a:pt x="30" y="57"/>
                  <a:pt x="30" y="57"/>
                  <a:pt x="30" y="57"/>
                </a:cubicBezTo>
                <a:cubicBezTo>
                  <a:pt x="28" y="57"/>
                  <a:pt x="26" y="55"/>
                  <a:pt x="26" y="53"/>
                </a:cubicBezTo>
                <a:cubicBezTo>
                  <a:pt x="26" y="45"/>
                  <a:pt x="26" y="45"/>
                  <a:pt x="26" y="45"/>
                </a:cubicBezTo>
                <a:cubicBezTo>
                  <a:pt x="26" y="43"/>
                  <a:pt x="28" y="42"/>
                  <a:pt x="30" y="42"/>
                </a:cubicBezTo>
                <a:cubicBezTo>
                  <a:pt x="43" y="42"/>
                  <a:pt x="43" y="42"/>
                  <a:pt x="43" y="42"/>
                </a:cubicBezTo>
                <a:cubicBezTo>
                  <a:pt x="45" y="42"/>
                  <a:pt x="47" y="43"/>
                  <a:pt x="47" y="45"/>
                </a:cubicBezTo>
                <a:lnTo>
                  <a:pt x="47" y="53"/>
                </a:lnTo>
                <a:close/>
                <a:moveTo>
                  <a:pt x="72" y="12"/>
                </a:moveTo>
                <a:cubicBezTo>
                  <a:pt x="72" y="14"/>
                  <a:pt x="71" y="16"/>
                  <a:pt x="69" y="16"/>
                </a:cubicBezTo>
                <a:cubicBezTo>
                  <a:pt x="56" y="16"/>
                  <a:pt x="56" y="16"/>
                  <a:pt x="56" y="16"/>
                </a:cubicBezTo>
                <a:cubicBezTo>
                  <a:pt x="54" y="16"/>
                  <a:pt x="52" y="14"/>
                  <a:pt x="52" y="12"/>
                </a:cubicBezTo>
                <a:cubicBezTo>
                  <a:pt x="52" y="4"/>
                  <a:pt x="52" y="4"/>
                  <a:pt x="52" y="4"/>
                </a:cubicBezTo>
                <a:cubicBezTo>
                  <a:pt x="52" y="2"/>
                  <a:pt x="54" y="0"/>
                  <a:pt x="56" y="0"/>
                </a:cubicBezTo>
                <a:cubicBezTo>
                  <a:pt x="69" y="0"/>
                  <a:pt x="69" y="0"/>
                  <a:pt x="69" y="0"/>
                </a:cubicBezTo>
                <a:cubicBezTo>
                  <a:pt x="71" y="0"/>
                  <a:pt x="72" y="2"/>
                  <a:pt x="72" y="4"/>
                </a:cubicBezTo>
                <a:lnTo>
                  <a:pt x="72" y="12"/>
                </a:lnTo>
                <a:close/>
                <a:moveTo>
                  <a:pt x="72" y="33"/>
                </a:moveTo>
                <a:cubicBezTo>
                  <a:pt x="72" y="35"/>
                  <a:pt x="71" y="36"/>
                  <a:pt x="69" y="36"/>
                </a:cubicBezTo>
                <a:cubicBezTo>
                  <a:pt x="56" y="36"/>
                  <a:pt x="56" y="36"/>
                  <a:pt x="56" y="36"/>
                </a:cubicBezTo>
                <a:cubicBezTo>
                  <a:pt x="54" y="36"/>
                  <a:pt x="52" y="35"/>
                  <a:pt x="52" y="33"/>
                </a:cubicBezTo>
                <a:cubicBezTo>
                  <a:pt x="52" y="25"/>
                  <a:pt x="52" y="25"/>
                  <a:pt x="52" y="25"/>
                </a:cubicBezTo>
                <a:cubicBezTo>
                  <a:pt x="52" y="23"/>
                  <a:pt x="54" y="21"/>
                  <a:pt x="56" y="21"/>
                </a:cubicBezTo>
                <a:cubicBezTo>
                  <a:pt x="69" y="21"/>
                  <a:pt x="69" y="21"/>
                  <a:pt x="69" y="21"/>
                </a:cubicBezTo>
                <a:cubicBezTo>
                  <a:pt x="71" y="21"/>
                  <a:pt x="72" y="23"/>
                  <a:pt x="72" y="25"/>
                </a:cubicBezTo>
                <a:lnTo>
                  <a:pt x="72" y="33"/>
                </a:lnTo>
                <a:close/>
                <a:moveTo>
                  <a:pt x="72" y="53"/>
                </a:moveTo>
                <a:cubicBezTo>
                  <a:pt x="72" y="55"/>
                  <a:pt x="71" y="57"/>
                  <a:pt x="69" y="57"/>
                </a:cubicBezTo>
                <a:cubicBezTo>
                  <a:pt x="56" y="57"/>
                  <a:pt x="56" y="57"/>
                  <a:pt x="56" y="57"/>
                </a:cubicBezTo>
                <a:cubicBezTo>
                  <a:pt x="54" y="57"/>
                  <a:pt x="52" y="55"/>
                  <a:pt x="52" y="53"/>
                </a:cubicBezTo>
                <a:cubicBezTo>
                  <a:pt x="52" y="45"/>
                  <a:pt x="52" y="45"/>
                  <a:pt x="52" y="45"/>
                </a:cubicBezTo>
                <a:cubicBezTo>
                  <a:pt x="52" y="43"/>
                  <a:pt x="54" y="42"/>
                  <a:pt x="56" y="42"/>
                </a:cubicBezTo>
                <a:cubicBezTo>
                  <a:pt x="69" y="42"/>
                  <a:pt x="69" y="42"/>
                  <a:pt x="69" y="42"/>
                </a:cubicBezTo>
                <a:cubicBezTo>
                  <a:pt x="71" y="42"/>
                  <a:pt x="72" y="43"/>
                  <a:pt x="72" y="45"/>
                </a:cubicBezTo>
                <a:lnTo>
                  <a:pt x="72" y="53"/>
                </a:ln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2400">
              <a:latin typeface="Bogle" charset="0"/>
              <a:ea typeface="Bogle" charset="0"/>
              <a:cs typeface="Bogle" charset="0"/>
            </a:endParaRPr>
          </a:p>
        </p:txBody>
      </p:sp>
      <p:grpSp>
        <p:nvGrpSpPr>
          <p:cNvPr id="15" name="Group 14"/>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3"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936420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animEffect transition="in" filter="fade">
                                      <p:cBhvr>
                                        <p:cTn id="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Header - Flowchart">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15" name="Freeform 145"/>
          <p:cNvSpPr>
            <a:spLocks/>
          </p:cNvSpPr>
          <p:nvPr userDrawn="1"/>
        </p:nvSpPr>
        <p:spPr bwMode="auto">
          <a:xfrm>
            <a:off x="5292585" y="1230595"/>
            <a:ext cx="1606833" cy="1385605"/>
          </a:xfrm>
          <a:custGeom>
            <a:avLst/>
            <a:gdLst/>
            <a:ahLst/>
            <a:cxnLst>
              <a:cxn ang="0">
                <a:pos x="64" y="51"/>
              </a:cxn>
              <a:cxn ang="0">
                <a:pos x="60" y="55"/>
              </a:cxn>
              <a:cxn ang="0">
                <a:pos x="49" y="55"/>
              </a:cxn>
              <a:cxn ang="0">
                <a:pos x="45" y="51"/>
              </a:cxn>
              <a:cxn ang="0">
                <a:pos x="45" y="40"/>
              </a:cxn>
              <a:cxn ang="0">
                <a:pos x="49" y="36"/>
              </a:cxn>
              <a:cxn ang="0">
                <a:pos x="52" y="36"/>
              </a:cxn>
              <a:cxn ang="0">
                <a:pos x="52" y="30"/>
              </a:cxn>
              <a:cxn ang="0">
                <a:pos x="34" y="30"/>
              </a:cxn>
              <a:cxn ang="0">
                <a:pos x="34" y="36"/>
              </a:cxn>
              <a:cxn ang="0">
                <a:pos x="37" y="36"/>
              </a:cxn>
              <a:cxn ang="0">
                <a:pos x="41" y="40"/>
              </a:cxn>
              <a:cxn ang="0">
                <a:pos x="41" y="51"/>
              </a:cxn>
              <a:cxn ang="0">
                <a:pos x="37" y="55"/>
              </a:cxn>
              <a:cxn ang="0">
                <a:pos x="26" y="55"/>
              </a:cxn>
              <a:cxn ang="0">
                <a:pos x="23" y="51"/>
              </a:cxn>
              <a:cxn ang="0">
                <a:pos x="23" y="40"/>
              </a:cxn>
              <a:cxn ang="0">
                <a:pos x="26" y="36"/>
              </a:cxn>
              <a:cxn ang="0">
                <a:pos x="29" y="36"/>
              </a:cxn>
              <a:cxn ang="0">
                <a:pos x="29" y="30"/>
              </a:cxn>
              <a:cxn ang="0">
                <a:pos x="11" y="30"/>
              </a:cxn>
              <a:cxn ang="0">
                <a:pos x="11" y="36"/>
              </a:cxn>
              <a:cxn ang="0">
                <a:pos x="15" y="36"/>
              </a:cxn>
              <a:cxn ang="0">
                <a:pos x="18" y="40"/>
              </a:cxn>
              <a:cxn ang="0">
                <a:pos x="18" y="51"/>
              </a:cxn>
              <a:cxn ang="0">
                <a:pos x="15" y="55"/>
              </a:cxn>
              <a:cxn ang="0">
                <a:pos x="3" y="55"/>
              </a:cxn>
              <a:cxn ang="0">
                <a:pos x="0" y="51"/>
              </a:cxn>
              <a:cxn ang="0">
                <a:pos x="0" y="40"/>
              </a:cxn>
              <a:cxn ang="0">
                <a:pos x="3" y="36"/>
              </a:cxn>
              <a:cxn ang="0">
                <a:pos x="7" y="36"/>
              </a:cxn>
              <a:cxn ang="0">
                <a:pos x="7" y="30"/>
              </a:cxn>
              <a:cxn ang="0">
                <a:pos x="11" y="25"/>
              </a:cxn>
              <a:cxn ang="0">
                <a:pos x="29" y="25"/>
              </a:cxn>
              <a:cxn ang="0">
                <a:pos x="29" y="18"/>
              </a:cxn>
              <a:cxn ang="0">
                <a:pos x="26" y="18"/>
              </a:cxn>
              <a:cxn ang="0">
                <a:pos x="23" y="15"/>
              </a:cxn>
              <a:cxn ang="0">
                <a:pos x="23" y="3"/>
              </a:cxn>
              <a:cxn ang="0">
                <a:pos x="26" y="0"/>
              </a:cxn>
              <a:cxn ang="0">
                <a:pos x="37" y="0"/>
              </a:cxn>
              <a:cxn ang="0">
                <a:pos x="41" y="3"/>
              </a:cxn>
              <a:cxn ang="0">
                <a:pos x="41" y="15"/>
              </a:cxn>
              <a:cxn ang="0">
                <a:pos x="37" y="18"/>
              </a:cxn>
              <a:cxn ang="0">
                <a:pos x="34" y="18"/>
              </a:cxn>
              <a:cxn ang="0">
                <a:pos x="34" y="25"/>
              </a:cxn>
              <a:cxn ang="0">
                <a:pos x="52" y="25"/>
              </a:cxn>
              <a:cxn ang="0">
                <a:pos x="57" y="30"/>
              </a:cxn>
              <a:cxn ang="0">
                <a:pos x="57" y="36"/>
              </a:cxn>
              <a:cxn ang="0">
                <a:pos x="60" y="36"/>
              </a:cxn>
              <a:cxn ang="0">
                <a:pos x="64" y="40"/>
              </a:cxn>
              <a:cxn ang="0">
                <a:pos x="64" y="51"/>
              </a:cxn>
            </a:cxnLst>
            <a:rect l="0" t="0" r="r" b="b"/>
            <a:pathLst>
              <a:path w="64" h="55">
                <a:moveTo>
                  <a:pt x="64" y="51"/>
                </a:moveTo>
                <a:cubicBezTo>
                  <a:pt x="64" y="53"/>
                  <a:pt x="62" y="55"/>
                  <a:pt x="60" y="55"/>
                </a:cubicBezTo>
                <a:cubicBezTo>
                  <a:pt x="49" y="55"/>
                  <a:pt x="49" y="55"/>
                  <a:pt x="49" y="55"/>
                </a:cubicBezTo>
                <a:cubicBezTo>
                  <a:pt x="47" y="55"/>
                  <a:pt x="45" y="53"/>
                  <a:pt x="45" y="51"/>
                </a:cubicBezTo>
                <a:cubicBezTo>
                  <a:pt x="45" y="40"/>
                  <a:pt x="45" y="40"/>
                  <a:pt x="45" y="40"/>
                </a:cubicBezTo>
                <a:cubicBezTo>
                  <a:pt x="45" y="38"/>
                  <a:pt x="47" y="36"/>
                  <a:pt x="49" y="36"/>
                </a:cubicBezTo>
                <a:cubicBezTo>
                  <a:pt x="52" y="36"/>
                  <a:pt x="52" y="36"/>
                  <a:pt x="52" y="36"/>
                </a:cubicBezTo>
                <a:cubicBezTo>
                  <a:pt x="52" y="30"/>
                  <a:pt x="52" y="30"/>
                  <a:pt x="52" y="30"/>
                </a:cubicBezTo>
                <a:cubicBezTo>
                  <a:pt x="34" y="30"/>
                  <a:pt x="34" y="30"/>
                  <a:pt x="34" y="30"/>
                </a:cubicBezTo>
                <a:cubicBezTo>
                  <a:pt x="34" y="36"/>
                  <a:pt x="34" y="36"/>
                  <a:pt x="34" y="36"/>
                </a:cubicBezTo>
                <a:cubicBezTo>
                  <a:pt x="37" y="36"/>
                  <a:pt x="37" y="36"/>
                  <a:pt x="37" y="36"/>
                </a:cubicBezTo>
                <a:cubicBezTo>
                  <a:pt x="39" y="36"/>
                  <a:pt x="41" y="38"/>
                  <a:pt x="41" y="40"/>
                </a:cubicBezTo>
                <a:cubicBezTo>
                  <a:pt x="41" y="51"/>
                  <a:pt x="41" y="51"/>
                  <a:pt x="41" y="51"/>
                </a:cubicBezTo>
                <a:cubicBezTo>
                  <a:pt x="41" y="53"/>
                  <a:pt x="39" y="55"/>
                  <a:pt x="37" y="55"/>
                </a:cubicBezTo>
                <a:cubicBezTo>
                  <a:pt x="26" y="55"/>
                  <a:pt x="26" y="55"/>
                  <a:pt x="26" y="55"/>
                </a:cubicBezTo>
                <a:cubicBezTo>
                  <a:pt x="24" y="55"/>
                  <a:pt x="23" y="53"/>
                  <a:pt x="23" y="51"/>
                </a:cubicBezTo>
                <a:cubicBezTo>
                  <a:pt x="23" y="40"/>
                  <a:pt x="23" y="40"/>
                  <a:pt x="23" y="40"/>
                </a:cubicBezTo>
                <a:cubicBezTo>
                  <a:pt x="23" y="38"/>
                  <a:pt x="24" y="36"/>
                  <a:pt x="26" y="36"/>
                </a:cubicBezTo>
                <a:cubicBezTo>
                  <a:pt x="29" y="36"/>
                  <a:pt x="29" y="36"/>
                  <a:pt x="29" y="36"/>
                </a:cubicBezTo>
                <a:cubicBezTo>
                  <a:pt x="29" y="30"/>
                  <a:pt x="29" y="30"/>
                  <a:pt x="29" y="30"/>
                </a:cubicBezTo>
                <a:cubicBezTo>
                  <a:pt x="11" y="30"/>
                  <a:pt x="11" y="30"/>
                  <a:pt x="11" y="30"/>
                </a:cubicBezTo>
                <a:cubicBezTo>
                  <a:pt x="11" y="36"/>
                  <a:pt x="11" y="36"/>
                  <a:pt x="11" y="36"/>
                </a:cubicBezTo>
                <a:cubicBezTo>
                  <a:pt x="15" y="36"/>
                  <a:pt x="15" y="36"/>
                  <a:pt x="15" y="36"/>
                </a:cubicBezTo>
                <a:cubicBezTo>
                  <a:pt x="17" y="36"/>
                  <a:pt x="18" y="38"/>
                  <a:pt x="18" y="40"/>
                </a:cubicBezTo>
                <a:cubicBezTo>
                  <a:pt x="18" y="51"/>
                  <a:pt x="18" y="51"/>
                  <a:pt x="18" y="51"/>
                </a:cubicBezTo>
                <a:cubicBezTo>
                  <a:pt x="18" y="53"/>
                  <a:pt x="17" y="55"/>
                  <a:pt x="15" y="55"/>
                </a:cubicBezTo>
                <a:cubicBezTo>
                  <a:pt x="3" y="55"/>
                  <a:pt x="3" y="55"/>
                  <a:pt x="3" y="55"/>
                </a:cubicBezTo>
                <a:cubicBezTo>
                  <a:pt x="1" y="55"/>
                  <a:pt x="0" y="53"/>
                  <a:pt x="0" y="51"/>
                </a:cubicBezTo>
                <a:cubicBezTo>
                  <a:pt x="0" y="40"/>
                  <a:pt x="0" y="40"/>
                  <a:pt x="0" y="40"/>
                </a:cubicBezTo>
                <a:cubicBezTo>
                  <a:pt x="0" y="38"/>
                  <a:pt x="1" y="36"/>
                  <a:pt x="3" y="36"/>
                </a:cubicBezTo>
                <a:cubicBezTo>
                  <a:pt x="7" y="36"/>
                  <a:pt x="7" y="36"/>
                  <a:pt x="7" y="36"/>
                </a:cubicBezTo>
                <a:cubicBezTo>
                  <a:pt x="7" y="30"/>
                  <a:pt x="7" y="30"/>
                  <a:pt x="7" y="30"/>
                </a:cubicBezTo>
                <a:cubicBezTo>
                  <a:pt x="7" y="27"/>
                  <a:pt x="9" y="25"/>
                  <a:pt x="11" y="25"/>
                </a:cubicBezTo>
                <a:cubicBezTo>
                  <a:pt x="29" y="25"/>
                  <a:pt x="29" y="25"/>
                  <a:pt x="29" y="25"/>
                </a:cubicBezTo>
                <a:cubicBezTo>
                  <a:pt x="29" y="18"/>
                  <a:pt x="29" y="18"/>
                  <a:pt x="29" y="18"/>
                </a:cubicBezTo>
                <a:cubicBezTo>
                  <a:pt x="26" y="18"/>
                  <a:pt x="26" y="18"/>
                  <a:pt x="26" y="18"/>
                </a:cubicBezTo>
                <a:cubicBezTo>
                  <a:pt x="24" y="18"/>
                  <a:pt x="23" y="17"/>
                  <a:pt x="23" y="15"/>
                </a:cubicBezTo>
                <a:cubicBezTo>
                  <a:pt x="23" y="3"/>
                  <a:pt x="23" y="3"/>
                  <a:pt x="23" y="3"/>
                </a:cubicBezTo>
                <a:cubicBezTo>
                  <a:pt x="23" y="1"/>
                  <a:pt x="24" y="0"/>
                  <a:pt x="26" y="0"/>
                </a:cubicBezTo>
                <a:cubicBezTo>
                  <a:pt x="37" y="0"/>
                  <a:pt x="37" y="0"/>
                  <a:pt x="37" y="0"/>
                </a:cubicBezTo>
                <a:cubicBezTo>
                  <a:pt x="39" y="0"/>
                  <a:pt x="41" y="1"/>
                  <a:pt x="41" y="3"/>
                </a:cubicBezTo>
                <a:cubicBezTo>
                  <a:pt x="41" y="15"/>
                  <a:pt x="41" y="15"/>
                  <a:pt x="41" y="15"/>
                </a:cubicBezTo>
                <a:cubicBezTo>
                  <a:pt x="41" y="17"/>
                  <a:pt x="39" y="18"/>
                  <a:pt x="37" y="18"/>
                </a:cubicBezTo>
                <a:cubicBezTo>
                  <a:pt x="34" y="18"/>
                  <a:pt x="34" y="18"/>
                  <a:pt x="34" y="18"/>
                </a:cubicBezTo>
                <a:cubicBezTo>
                  <a:pt x="34" y="25"/>
                  <a:pt x="34" y="25"/>
                  <a:pt x="34" y="25"/>
                </a:cubicBezTo>
                <a:cubicBezTo>
                  <a:pt x="52" y="25"/>
                  <a:pt x="52" y="25"/>
                  <a:pt x="52" y="25"/>
                </a:cubicBezTo>
                <a:cubicBezTo>
                  <a:pt x="55" y="25"/>
                  <a:pt x="57" y="27"/>
                  <a:pt x="57" y="30"/>
                </a:cubicBezTo>
                <a:cubicBezTo>
                  <a:pt x="57" y="36"/>
                  <a:pt x="57" y="36"/>
                  <a:pt x="57" y="36"/>
                </a:cubicBezTo>
                <a:cubicBezTo>
                  <a:pt x="60" y="36"/>
                  <a:pt x="60" y="36"/>
                  <a:pt x="60" y="36"/>
                </a:cubicBezTo>
                <a:cubicBezTo>
                  <a:pt x="62" y="36"/>
                  <a:pt x="64" y="38"/>
                  <a:pt x="64" y="40"/>
                </a:cubicBezTo>
                <a:lnTo>
                  <a:pt x="64" y="51"/>
                </a:ln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2400">
              <a:latin typeface="Bogle" charset="0"/>
              <a:ea typeface="Bogle" charset="0"/>
              <a:cs typeface="Bogle" charset="0"/>
            </a:endParaRPr>
          </a:p>
        </p:txBody>
      </p:sp>
      <p:grpSp>
        <p:nvGrpSpPr>
          <p:cNvPr id="14" name="Group 13"/>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3"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769362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ection Header - Tree">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14" name="Freeform 129"/>
          <p:cNvSpPr>
            <a:spLocks/>
          </p:cNvSpPr>
          <p:nvPr userDrawn="1"/>
        </p:nvSpPr>
        <p:spPr bwMode="auto">
          <a:xfrm>
            <a:off x="5583767" y="1363136"/>
            <a:ext cx="1024467" cy="1253064"/>
          </a:xfrm>
          <a:custGeom>
            <a:avLst/>
            <a:gdLst/>
            <a:ahLst/>
            <a:cxnLst>
              <a:cxn ang="0">
                <a:pos x="53" y="58"/>
              </a:cxn>
              <a:cxn ang="0">
                <a:pos x="36" y="58"/>
              </a:cxn>
              <a:cxn ang="0">
                <a:pos x="36" y="65"/>
              </a:cxn>
              <a:cxn ang="0">
                <a:pos x="34" y="68"/>
              </a:cxn>
              <a:cxn ang="0">
                <a:pos x="22" y="68"/>
              </a:cxn>
              <a:cxn ang="0">
                <a:pos x="20" y="65"/>
              </a:cxn>
              <a:cxn ang="0">
                <a:pos x="20" y="58"/>
              </a:cxn>
              <a:cxn ang="0">
                <a:pos x="2" y="58"/>
              </a:cxn>
              <a:cxn ang="0">
                <a:pos x="0" y="56"/>
              </a:cxn>
              <a:cxn ang="0">
                <a:pos x="1" y="54"/>
              </a:cxn>
              <a:cxn ang="0">
                <a:pos x="16" y="39"/>
              </a:cxn>
              <a:cxn ang="0">
                <a:pos x="7" y="39"/>
              </a:cxn>
              <a:cxn ang="0">
                <a:pos x="5" y="36"/>
              </a:cxn>
              <a:cxn ang="0">
                <a:pos x="6" y="34"/>
              </a:cxn>
              <a:cxn ang="0">
                <a:pos x="21" y="19"/>
              </a:cxn>
              <a:cxn ang="0">
                <a:pos x="13" y="19"/>
              </a:cxn>
              <a:cxn ang="0">
                <a:pos x="11" y="17"/>
              </a:cxn>
              <a:cxn ang="0">
                <a:pos x="12" y="15"/>
              </a:cxn>
              <a:cxn ang="0">
                <a:pos x="26" y="0"/>
              </a:cxn>
              <a:cxn ang="0">
                <a:pos x="28" y="0"/>
              </a:cxn>
              <a:cxn ang="0">
                <a:pos x="30" y="0"/>
              </a:cxn>
              <a:cxn ang="0">
                <a:pos x="44" y="15"/>
              </a:cxn>
              <a:cxn ang="0">
                <a:pos x="45" y="17"/>
              </a:cxn>
              <a:cxn ang="0">
                <a:pos x="42" y="19"/>
              </a:cxn>
              <a:cxn ang="0">
                <a:pos x="35" y="19"/>
              </a:cxn>
              <a:cxn ang="0">
                <a:pos x="50" y="34"/>
              </a:cxn>
              <a:cxn ang="0">
                <a:pos x="51" y="36"/>
              </a:cxn>
              <a:cxn ang="0">
                <a:pos x="49" y="39"/>
              </a:cxn>
              <a:cxn ang="0">
                <a:pos x="40" y="39"/>
              </a:cxn>
              <a:cxn ang="0">
                <a:pos x="55" y="54"/>
              </a:cxn>
              <a:cxn ang="0">
                <a:pos x="56" y="56"/>
              </a:cxn>
              <a:cxn ang="0">
                <a:pos x="53" y="58"/>
              </a:cxn>
            </a:cxnLst>
            <a:rect l="0" t="0" r="r" b="b"/>
            <a:pathLst>
              <a:path w="56" h="68">
                <a:moveTo>
                  <a:pt x="53" y="58"/>
                </a:moveTo>
                <a:cubicBezTo>
                  <a:pt x="36" y="58"/>
                  <a:pt x="36" y="58"/>
                  <a:pt x="36" y="58"/>
                </a:cubicBezTo>
                <a:cubicBezTo>
                  <a:pt x="36" y="60"/>
                  <a:pt x="36" y="63"/>
                  <a:pt x="36" y="65"/>
                </a:cubicBezTo>
                <a:cubicBezTo>
                  <a:pt x="36" y="67"/>
                  <a:pt x="35" y="68"/>
                  <a:pt x="34" y="68"/>
                </a:cubicBezTo>
                <a:cubicBezTo>
                  <a:pt x="22" y="68"/>
                  <a:pt x="22" y="68"/>
                  <a:pt x="22" y="68"/>
                </a:cubicBezTo>
                <a:cubicBezTo>
                  <a:pt x="21" y="68"/>
                  <a:pt x="20" y="67"/>
                  <a:pt x="20" y="65"/>
                </a:cubicBezTo>
                <a:cubicBezTo>
                  <a:pt x="20" y="63"/>
                  <a:pt x="20" y="60"/>
                  <a:pt x="20" y="58"/>
                </a:cubicBezTo>
                <a:cubicBezTo>
                  <a:pt x="2" y="58"/>
                  <a:pt x="2" y="58"/>
                  <a:pt x="2" y="58"/>
                </a:cubicBezTo>
                <a:cubicBezTo>
                  <a:pt x="1" y="58"/>
                  <a:pt x="0" y="57"/>
                  <a:pt x="0" y="56"/>
                </a:cubicBezTo>
                <a:cubicBezTo>
                  <a:pt x="0" y="55"/>
                  <a:pt x="0" y="54"/>
                  <a:pt x="1" y="54"/>
                </a:cubicBezTo>
                <a:cubicBezTo>
                  <a:pt x="16" y="39"/>
                  <a:pt x="16" y="39"/>
                  <a:pt x="16" y="39"/>
                </a:cubicBezTo>
                <a:cubicBezTo>
                  <a:pt x="7" y="39"/>
                  <a:pt x="7" y="39"/>
                  <a:pt x="7" y="39"/>
                </a:cubicBezTo>
                <a:cubicBezTo>
                  <a:pt x="6" y="39"/>
                  <a:pt x="5" y="37"/>
                  <a:pt x="5" y="36"/>
                </a:cubicBezTo>
                <a:cubicBezTo>
                  <a:pt x="5" y="35"/>
                  <a:pt x="5" y="35"/>
                  <a:pt x="6" y="34"/>
                </a:cubicBezTo>
                <a:cubicBezTo>
                  <a:pt x="21" y="19"/>
                  <a:pt x="21" y="19"/>
                  <a:pt x="21" y="19"/>
                </a:cubicBezTo>
                <a:cubicBezTo>
                  <a:pt x="13" y="19"/>
                  <a:pt x="13" y="19"/>
                  <a:pt x="13" y="19"/>
                </a:cubicBezTo>
                <a:cubicBezTo>
                  <a:pt x="12" y="19"/>
                  <a:pt x="11" y="18"/>
                  <a:pt x="11" y="17"/>
                </a:cubicBezTo>
                <a:cubicBezTo>
                  <a:pt x="11" y="16"/>
                  <a:pt x="11" y="15"/>
                  <a:pt x="12" y="15"/>
                </a:cubicBezTo>
                <a:cubicBezTo>
                  <a:pt x="26" y="0"/>
                  <a:pt x="26" y="0"/>
                  <a:pt x="26" y="0"/>
                </a:cubicBezTo>
                <a:cubicBezTo>
                  <a:pt x="27" y="0"/>
                  <a:pt x="27" y="0"/>
                  <a:pt x="28" y="0"/>
                </a:cubicBezTo>
                <a:cubicBezTo>
                  <a:pt x="29" y="0"/>
                  <a:pt x="29" y="0"/>
                  <a:pt x="30" y="0"/>
                </a:cubicBezTo>
                <a:cubicBezTo>
                  <a:pt x="44" y="15"/>
                  <a:pt x="44" y="15"/>
                  <a:pt x="44" y="15"/>
                </a:cubicBezTo>
                <a:cubicBezTo>
                  <a:pt x="45" y="15"/>
                  <a:pt x="45" y="16"/>
                  <a:pt x="45" y="17"/>
                </a:cubicBezTo>
                <a:cubicBezTo>
                  <a:pt x="45" y="18"/>
                  <a:pt x="44" y="19"/>
                  <a:pt x="42" y="19"/>
                </a:cubicBezTo>
                <a:cubicBezTo>
                  <a:pt x="35" y="19"/>
                  <a:pt x="35" y="19"/>
                  <a:pt x="35" y="19"/>
                </a:cubicBezTo>
                <a:cubicBezTo>
                  <a:pt x="50" y="34"/>
                  <a:pt x="50" y="34"/>
                  <a:pt x="50" y="34"/>
                </a:cubicBezTo>
                <a:cubicBezTo>
                  <a:pt x="51" y="35"/>
                  <a:pt x="51" y="35"/>
                  <a:pt x="51" y="36"/>
                </a:cubicBezTo>
                <a:cubicBezTo>
                  <a:pt x="51" y="37"/>
                  <a:pt x="50" y="39"/>
                  <a:pt x="49" y="39"/>
                </a:cubicBezTo>
                <a:cubicBezTo>
                  <a:pt x="40" y="39"/>
                  <a:pt x="40" y="39"/>
                  <a:pt x="40" y="39"/>
                </a:cubicBezTo>
                <a:cubicBezTo>
                  <a:pt x="55" y="54"/>
                  <a:pt x="55" y="54"/>
                  <a:pt x="55" y="54"/>
                </a:cubicBezTo>
                <a:cubicBezTo>
                  <a:pt x="56" y="54"/>
                  <a:pt x="56" y="55"/>
                  <a:pt x="56" y="56"/>
                </a:cubicBezTo>
                <a:cubicBezTo>
                  <a:pt x="56" y="57"/>
                  <a:pt x="55" y="58"/>
                  <a:pt x="53" y="58"/>
                </a:cubicBez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2400">
              <a:latin typeface="Bogle" charset="0"/>
              <a:ea typeface="Bogle" charset="0"/>
              <a:cs typeface="Bogle" charset="0"/>
            </a:endParaRPr>
          </a:p>
        </p:txBody>
      </p:sp>
      <p:grpSp>
        <p:nvGrpSpPr>
          <p:cNvPr id="15" name="Group 14"/>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3"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3589287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animEffect transition="in" filter="fade">
                                      <p:cBhvr>
                                        <p:cTn id="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ection Header - Timeline">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15" name="Freeform 69"/>
          <p:cNvSpPr>
            <a:spLocks noEditPoints="1"/>
          </p:cNvSpPr>
          <p:nvPr userDrawn="1"/>
        </p:nvSpPr>
        <p:spPr bwMode="auto">
          <a:xfrm>
            <a:off x="5467090" y="1498600"/>
            <a:ext cx="1257823" cy="1267883"/>
          </a:xfrm>
          <a:custGeom>
            <a:avLst/>
            <a:gdLst/>
            <a:ahLst/>
            <a:cxnLst>
              <a:cxn ang="0">
                <a:pos x="29" y="58"/>
              </a:cxn>
              <a:cxn ang="0">
                <a:pos x="6" y="47"/>
              </a:cxn>
              <a:cxn ang="0">
                <a:pos x="7" y="46"/>
              </a:cxn>
              <a:cxn ang="0">
                <a:pos x="12" y="40"/>
              </a:cxn>
              <a:cxn ang="0">
                <a:pos x="13" y="40"/>
              </a:cxn>
              <a:cxn ang="0">
                <a:pos x="14" y="41"/>
              </a:cxn>
              <a:cxn ang="0">
                <a:pos x="29" y="48"/>
              </a:cxn>
              <a:cxn ang="0">
                <a:pos x="48" y="29"/>
              </a:cxn>
              <a:cxn ang="0">
                <a:pos x="29" y="9"/>
              </a:cxn>
              <a:cxn ang="0">
                <a:pos x="16" y="14"/>
              </a:cxn>
              <a:cxn ang="0">
                <a:pos x="21" y="20"/>
              </a:cxn>
              <a:cxn ang="0">
                <a:pos x="21" y="22"/>
              </a:cxn>
              <a:cxn ang="0">
                <a:pos x="19" y="24"/>
              </a:cxn>
              <a:cxn ang="0">
                <a:pos x="2" y="24"/>
              </a:cxn>
              <a:cxn ang="0">
                <a:pos x="0" y="21"/>
              </a:cxn>
              <a:cxn ang="0">
                <a:pos x="0" y="4"/>
              </a:cxn>
              <a:cxn ang="0">
                <a:pos x="1" y="2"/>
              </a:cxn>
              <a:cxn ang="0">
                <a:pos x="4" y="3"/>
              </a:cxn>
              <a:cxn ang="0">
                <a:pos x="9" y="8"/>
              </a:cxn>
              <a:cxn ang="0">
                <a:pos x="29" y="0"/>
              </a:cxn>
              <a:cxn ang="0">
                <a:pos x="58" y="29"/>
              </a:cxn>
              <a:cxn ang="0">
                <a:pos x="29" y="58"/>
              </a:cxn>
              <a:cxn ang="0">
                <a:pos x="34" y="35"/>
              </a:cxn>
              <a:cxn ang="0">
                <a:pos x="33" y="36"/>
              </a:cxn>
              <a:cxn ang="0">
                <a:pos x="20" y="36"/>
              </a:cxn>
              <a:cxn ang="0">
                <a:pos x="19" y="35"/>
              </a:cxn>
              <a:cxn ang="0">
                <a:pos x="19" y="32"/>
              </a:cxn>
              <a:cxn ang="0">
                <a:pos x="20" y="31"/>
              </a:cxn>
              <a:cxn ang="0">
                <a:pos x="29" y="31"/>
              </a:cxn>
              <a:cxn ang="0">
                <a:pos x="29" y="18"/>
              </a:cxn>
              <a:cxn ang="0">
                <a:pos x="30" y="17"/>
              </a:cxn>
              <a:cxn ang="0">
                <a:pos x="33" y="17"/>
              </a:cxn>
              <a:cxn ang="0">
                <a:pos x="34" y="18"/>
              </a:cxn>
              <a:cxn ang="0">
                <a:pos x="34" y="35"/>
              </a:cxn>
            </a:cxnLst>
            <a:rect l="0" t="0" r="r" b="b"/>
            <a:pathLst>
              <a:path w="58" h="58">
                <a:moveTo>
                  <a:pt x="29" y="58"/>
                </a:moveTo>
                <a:cubicBezTo>
                  <a:pt x="20" y="58"/>
                  <a:pt x="12" y="54"/>
                  <a:pt x="6" y="47"/>
                </a:cubicBezTo>
                <a:cubicBezTo>
                  <a:pt x="6" y="47"/>
                  <a:pt x="6" y="46"/>
                  <a:pt x="7" y="46"/>
                </a:cubicBezTo>
                <a:cubicBezTo>
                  <a:pt x="12" y="40"/>
                  <a:pt x="12" y="40"/>
                  <a:pt x="12" y="40"/>
                </a:cubicBezTo>
                <a:cubicBezTo>
                  <a:pt x="12" y="40"/>
                  <a:pt x="12" y="40"/>
                  <a:pt x="13" y="40"/>
                </a:cubicBezTo>
                <a:cubicBezTo>
                  <a:pt x="13" y="40"/>
                  <a:pt x="13" y="40"/>
                  <a:pt x="14" y="41"/>
                </a:cubicBezTo>
                <a:cubicBezTo>
                  <a:pt x="17" y="45"/>
                  <a:pt x="23" y="48"/>
                  <a:pt x="29" y="48"/>
                </a:cubicBezTo>
                <a:cubicBezTo>
                  <a:pt x="40" y="48"/>
                  <a:pt x="48" y="39"/>
                  <a:pt x="48" y="29"/>
                </a:cubicBezTo>
                <a:cubicBezTo>
                  <a:pt x="48" y="18"/>
                  <a:pt x="40" y="9"/>
                  <a:pt x="29" y="9"/>
                </a:cubicBezTo>
                <a:cubicBezTo>
                  <a:pt x="24" y="9"/>
                  <a:pt x="19" y="11"/>
                  <a:pt x="16" y="14"/>
                </a:cubicBezTo>
                <a:cubicBezTo>
                  <a:pt x="21" y="20"/>
                  <a:pt x="21" y="20"/>
                  <a:pt x="21" y="20"/>
                </a:cubicBezTo>
                <a:cubicBezTo>
                  <a:pt x="22" y="20"/>
                  <a:pt x="22" y="21"/>
                  <a:pt x="21" y="22"/>
                </a:cubicBezTo>
                <a:cubicBezTo>
                  <a:pt x="21" y="23"/>
                  <a:pt x="20" y="24"/>
                  <a:pt x="19" y="24"/>
                </a:cubicBezTo>
                <a:cubicBezTo>
                  <a:pt x="2" y="24"/>
                  <a:pt x="2" y="24"/>
                  <a:pt x="2" y="24"/>
                </a:cubicBezTo>
                <a:cubicBezTo>
                  <a:pt x="1" y="24"/>
                  <a:pt x="0" y="23"/>
                  <a:pt x="0" y="21"/>
                </a:cubicBezTo>
                <a:cubicBezTo>
                  <a:pt x="0" y="4"/>
                  <a:pt x="0" y="4"/>
                  <a:pt x="0" y="4"/>
                </a:cubicBezTo>
                <a:cubicBezTo>
                  <a:pt x="0" y="3"/>
                  <a:pt x="0" y="3"/>
                  <a:pt x="1" y="2"/>
                </a:cubicBezTo>
                <a:cubicBezTo>
                  <a:pt x="2" y="2"/>
                  <a:pt x="3" y="2"/>
                  <a:pt x="4" y="3"/>
                </a:cubicBezTo>
                <a:cubicBezTo>
                  <a:pt x="9" y="8"/>
                  <a:pt x="9" y="8"/>
                  <a:pt x="9" y="8"/>
                </a:cubicBezTo>
                <a:cubicBezTo>
                  <a:pt x="14" y="3"/>
                  <a:pt x="21" y="0"/>
                  <a:pt x="29" y="0"/>
                </a:cubicBezTo>
                <a:cubicBezTo>
                  <a:pt x="45" y="0"/>
                  <a:pt x="58" y="13"/>
                  <a:pt x="58" y="29"/>
                </a:cubicBezTo>
                <a:cubicBezTo>
                  <a:pt x="58" y="45"/>
                  <a:pt x="45" y="58"/>
                  <a:pt x="29" y="58"/>
                </a:cubicBezTo>
                <a:close/>
                <a:moveTo>
                  <a:pt x="34" y="35"/>
                </a:moveTo>
                <a:cubicBezTo>
                  <a:pt x="34" y="35"/>
                  <a:pt x="33" y="36"/>
                  <a:pt x="33" y="36"/>
                </a:cubicBezTo>
                <a:cubicBezTo>
                  <a:pt x="20" y="36"/>
                  <a:pt x="20" y="36"/>
                  <a:pt x="20" y="36"/>
                </a:cubicBezTo>
                <a:cubicBezTo>
                  <a:pt x="20" y="36"/>
                  <a:pt x="19" y="35"/>
                  <a:pt x="19" y="35"/>
                </a:cubicBezTo>
                <a:cubicBezTo>
                  <a:pt x="19" y="32"/>
                  <a:pt x="19" y="32"/>
                  <a:pt x="19" y="32"/>
                </a:cubicBezTo>
                <a:cubicBezTo>
                  <a:pt x="19" y="32"/>
                  <a:pt x="20" y="31"/>
                  <a:pt x="20" y="31"/>
                </a:cubicBezTo>
                <a:cubicBezTo>
                  <a:pt x="29" y="31"/>
                  <a:pt x="29" y="31"/>
                  <a:pt x="29" y="31"/>
                </a:cubicBezTo>
                <a:cubicBezTo>
                  <a:pt x="29" y="18"/>
                  <a:pt x="29" y="18"/>
                  <a:pt x="29" y="18"/>
                </a:cubicBezTo>
                <a:cubicBezTo>
                  <a:pt x="29" y="17"/>
                  <a:pt x="29" y="17"/>
                  <a:pt x="30" y="17"/>
                </a:cubicBezTo>
                <a:cubicBezTo>
                  <a:pt x="33" y="17"/>
                  <a:pt x="33" y="17"/>
                  <a:pt x="33" y="17"/>
                </a:cubicBezTo>
                <a:cubicBezTo>
                  <a:pt x="33" y="17"/>
                  <a:pt x="34" y="17"/>
                  <a:pt x="34" y="18"/>
                </a:cubicBezTo>
                <a:lnTo>
                  <a:pt x="34" y="35"/>
                </a:ln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2400">
              <a:latin typeface="Bogle" charset="0"/>
              <a:ea typeface="Bogle" charset="0"/>
              <a:cs typeface="Bogle" charset="0"/>
            </a:endParaRPr>
          </a:p>
        </p:txBody>
      </p:sp>
      <p:grpSp>
        <p:nvGrpSpPr>
          <p:cNvPr id="14" name="Group 13"/>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3"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3156551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ection Header - Mgmt">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14" name="Freeform 100"/>
          <p:cNvSpPr>
            <a:spLocks noEditPoints="1"/>
          </p:cNvSpPr>
          <p:nvPr userDrawn="1"/>
        </p:nvSpPr>
        <p:spPr bwMode="auto">
          <a:xfrm>
            <a:off x="5428193" y="1498601"/>
            <a:ext cx="1335617" cy="1280351"/>
          </a:xfrm>
          <a:custGeom>
            <a:avLst/>
            <a:gdLst/>
            <a:ahLst/>
            <a:cxnLst>
              <a:cxn ang="0">
                <a:pos x="63" y="49"/>
              </a:cxn>
              <a:cxn ang="0">
                <a:pos x="58" y="44"/>
              </a:cxn>
              <a:cxn ang="0">
                <a:pos x="54" y="48"/>
              </a:cxn>
              <a:cxn ang="0">
                <a:pos x="63" y="57"/>
              </a:cxn>
              <a:cxn ang="0">
                <a:pos x="64" y="60"/>
              </a:cxn>
              <a:cxn ang="0">
                <a:pos x="59" y="64"/>
              </a:cxn>
              <a:cxn ang="0">
                <a:pos x="56" y="63"/>
              </a:cxn>
              <a:cxn ang="0">
                <a:pos x="29" y="36"/>
              </a:cxn>
              <a:cxn ang="0">
                <a:pos x="15" y="42"/>
              </a:cxn>
              <a:cxn ang="0">
                <a:pos x="0" y="27"/>
              </a:cxn>
              <a:cxn ang="0">
                <a:pos x="26" y="0"/>
              </a:cxn>
              <a:cxn ang="0">
                <a:pos x="41" y="15"/>
              </a:cxn>
              <a:cxn ang="0">
                <a:pos x="36" y="30"/>
              </a:cxn>
              <a:cxn ang="0">
                <a:pos x="50" y="44"/>
              </a:cxn>
              <a:cxn ang="0">
                <a:pos x="54" y="40"/>
              </a:cxn>
              <a:cxn ang="0">
                <a:pos x="49" y="35"/>
              </a:cxn>
              <a:cxn ang="0">
                <a:pos x="54" y="31"/>
              </a:cxn>
              <a:cxn ang="0">
                <a:pos x="55" y="31"/>
              </a:cxn>
              <a:cxn ang="0">
                <a:pos x="67" y="44"/>
              </a:cxn>
              <a:cxn ang="0">
                <a:pos x="63" y="49"/>
              </a:cxn>
              <a:cxn ang="0">
                <a:pos x="25" y="8"/>
              </a:cxn>
              <a:cxn ang="0">
                <a:pos x="18" y="16"/>
              </a:cxn>
              <a:cxn ang="0">
                <a:pos x="19" y="19"/>
              </a:cxn>
              <a:cxn ang="0">
                <a:pos x="15" y="18"/>
              </a:cxn>
              <a:cxn ang="0">
                <a:pos x="7" y="26"/>
              </a:cxn>
              <a:cxn ang="0">
                <a:pos x="15" y="34"/>
              </a:cxn>
              <a:cxn ang="0">
                <a:pos x="23" y="26"/>
              </a:cxn>
              <a:cxn ang="0">
                <a:pos x="22" y="23"/>
              </a:cxn>
              <a:cxn ang="0">
                <a:pos x="25" y="24"/>
              </a:cxn>
              <a:cxn ang="0">
                <a:pos x="33" y="16"/>
              </a:cxn>
              <a:cxn ang="0">
                <a:pos x="25" y="8"/>
              </a:cxn>
            </a:cxnLst>
            <a:rect l="0" t="0" r="r" b="b"/>
            <a:pathLst>
              <a:path w="67" h="64">
                <a:moveTo>
                  <a:pt x="63" y="49"/>
                </a:moveTo>
                <a:cubicBezTo>
                  <a:pt x="62" y="49"/>
                  <a:pt x="58" y="45"/>
                  <a:pt x="58" y="44"/>
                </a:cubicBezTo>
                <a:cubicBezTo>
                  <a:pt x="54" y="48"/>
                  <a:pt x="54" y="48"/>
                  <a:pt x="54" y="48"/>
                </a:cubicBezTo>
                <a:cubicBezTo>
                  <a:pt x="63" y="57"/>
                  <a:pt x="63" y="57"/>
                  <a:pt x="63" y="57"/>
                </a:cubicBezTo>
                <a:cubicBezTo>
                  <a:pt x="63" y="58"/>
                  <a:pt x="64" y="59"/>
                  <a:pt x="64" y="60"/>
                </a:cubicBezTo>
                <a:cubicBezTo>
                  <a:pt x="64" y="62"/>
                  <a:pt x="61" y="64"/>
                  <a:pt x="59" y="64"/>
                </a:cubicBezTo>
                <a:cubicBezTo>
                  <a:pt x="58" y="64"/>
                  <a:pt x="57" y="64"/>
                  <a:pt x="56" y="63"/>
                </a:cubicBezTo>
                <a:cubicBezTo>
                  <a:pt x="29" y="36"/>
                  <a:pt x="29" y="36"/>
                  <a:pt x="29" y="36"/>
                </a:cubicBezTo>
                <a:cubicBezTo>
                  <a:pt x="25" y="39"/>
                  <a:pt x="20" y="42"/>
                  <a:pt x="15" y="42"/>
                </a:cubicBezTo>
                <a:cubicBezTo>
                  <a:pt x="6" y="42"/>
                  <a:pt x="0" y="36"/>
                  <a:pt x="0" y="27"/>
                </a:cubicBezTo>
                <a:cubicBezTo>
                  <a:pt x="0" y="14"/>
                  <a:pt x="13" y="0"/>
                  <a:pt x="26" y="0"/>
                </a:cubicBezTo>
                <a:cubicBezTo>
                  <a:pt x="35" y="0"/>
                  <a:pt x="41" y="6"/>
                  <a:pt x="41" y="15"/>
                </a:cubicBezTo>
                <a:cubicBezTo>
                  <a:pt x="41" y="21"/>
                  <a:pt x="39" y="26"/>
                  <a:pt x="36" y="30"/>
                </a:cubicBezTo>
                <a:cubicBezTo>
                  <a:pt x="50" y="44"/>
                  <a:pt x="50" y="44"/>
                  <a:pt x="50" y="44"/>
                </a:cubicBezTo>
                <a:cubicBezTo>
                  <a:pt x="54" y="40"/>
                  <a:pt x="54" y="40"/>
                  <a:pt x="54" y="40"/>
                </a:cubicBezTo>
                <a:cubicBezTo>
                  <a:pt x="53" y="39"/>
                  <a:pt x="49" y="36"/>
                  <a:pt x="49" y="35"/>
                </a:cubicBezTo>
                <a:cubicBezTo>
                  <a:pt x="49" y="34"/>
                  <a:pt x="53" y="31"/>
                  <a:pt x="54" y="31"/>
                </a:cubicBezTo>
                <a:cubicBezTo>
                  <a:pt x="54" y="31"/>
                  <a:pt x="54" y="31"/>
                  <a:pt x="55" y="31"/>
                </a:cubicBezTo>
                <a:cubicBezTo>
                  <a:pt x="56" y="32"/>
                  <a:pt x="67" y="43"/>
                  <a:pt x="67" y="44"/>
                </a:cubicBezTo>
                <a:cubicBezTo>
                  <a:pt x="67" y="45"/>
                  <a:pt x="64" y="49"/>
                  <a:pt x="63" y="49"/>
                </a:cubicBezTo>
                <a:close/>
                <a:moveTo>
                  <a:pt x="25" y="8"/>
                </a:moveTo>
                <a:cubicBezTo>
                  <a:pt x="21" y="8"/>
                  <a:pt x="18" y="12"/>
                  <a:pt x="18" y="16"/>
                </a:cubicBezTo>
                <a:cubicBezTo>
                  <a:pt x="18" y="17"/>
                  <a:pt x="18" y="18"/>
                  <a:pt x="19" y="19"/>
                </a:cubicBezTo>
                <a:cubicBezTo>
                  <a:pt x="17" y="19"/>
                  <a:pt x="16" y="18"/>
                  <a:pt x="15" y="18"/>
                </a:cubicBezTo>
                <a:cubicBezTo>
                  <a:pt x="11" y="18"/>
                  <a:pt x="7" y="22"/>
                  <a:pt x="7" y="26"/>
                </a:cubicBezTo>
                <a:cubicBezTo>
                  <a:pt x="7" y="30"/>
                  <a:pt x="11" y="34"/>
                  <a:pt x="15" y="34"/>
                </a:cubicBezTo>
                <a:cubicBezTo>
                  <a:pt x="19" y="34"/>
                  <a:pt x="23" y="30"/>
                  <a:pt x="23" y="26"/>
                </a:cubicBezTo>
                <a:cubicBezTo>
                  <a:pt x="23" y="25"/>
                  <a:pt x="23" y="24"/>
                  <a:pt x="22" y="23"/>
                </a:cubicBezTo>
                <a:cubicBezTo>
                  <a:pt x="23" y="23"/>
                  <a:pt x="24" y="24"/>
                  <a:pt x="25" y="24"/>
                </a:cubicBezTo>
                <a:cubicBezTo>
                  <a:pt x="30" y="24"/>
                  <a:pt x="33" y="20"/>
                  <a:pt x="33" y="16"/>
                </a:cubicBezTo>
                <a:cubicBezTo>
                  <a:pt x="33" y="12"/>
                  <a:pt x="30" y="8"/>
                  <a:pt x="25" y="8"/>
                </a:cubicBez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2400">
              <a:latin typeface="Bogle" charset="0"/>
              <a:ea typeface="Bogle" charset="0"/>
              <a:cs typeface="Bogle" charset="0"/>
            </a:endParaRPr>
          </a:p>
        </p:txBody>
      </p:sp>
      <p:grpSp>
        <p:nvGrpSpPr>
          <p:cNvPr id="15" name="Group 14"/>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3"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4229306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animEffect transition="in" filter="fade">
                                      <p:cBhvr>
                                        <p:cTn id="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ection Header - Special">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15" name="Freeform 89"/>
          <p:cNvSpPr>
            <a:spLocks noEditPoints="1"/>
          </p:cNvSpPr>
          <p:nvPr userDrawn="1"/>
        </p:nvSpPr>
        <p:spPr bwMode="auto">
          <a:xfrm>
            <a:off x="5524265" y="1698556"/>
            <a:ext cx="1143473" cy="998408"/>
          </a:xfrm>
          <a:custGeom>
            <a:avLst/>
            <a:gdLst/>
            <a:ahLst/>
            <a:cxnLst>
              <a:cxn ang="0">
                <a:pos x="62" y="32"/>
              </a:cxn>
              <a:cxn ang="0">
                <a:pos x="61" y="33"/>
              </a:cxn>
              <a:cxn ang="0">
                <a:pos x="57" y="33"/>
              </a:cxn>
              <a:cxn ang="0">
                <a:pos x="57" y="50"/>
              </a:cxn>
              <a:cxn ang="0">
                <a:pos x="53" y="54"/>
              </a:cxn>
              <a:cxn ang="0">
                <a:pos x="9" y="54"/>
              </a:cxn>
              <a:cxn ang="0">
                <a:pos x="6" y="50"/>
              </a:cxn>
              <a:cxn ang="0">
                <a:pos x="6" y="33"/>
              </a:cxn>
              <a:cxn ang="0">
                <a:pos x="2" y="33"/>
              </a:cxn>
              <a:cxn ang="0">
                <a:pos x="0" y="32"/>
              </a:cxn>
              <a:cxn ang="0">
                <a:pos x="0" y="19"/>
              </a:cxn>
              <a:cxn ang="0">
                <a:pos x="2" y="18"/>
              </a:cxn>
              <a:cxn ang="0">
                <a:pos x="19" y="18"/>
              </a:cxn>
              <a:cxn ang="0">
                <a:pos x="10" y="9"/>
              </a:cxn>
              <a:cxn ang="0">
                <a:pos x="19" y="0"/>
              </a:cxn>
              <a:cxn ang="0">
                <a:pos x="26" y="3"/>
              </a:cxn>
              <a:cxn ang="0">
                <a:pos x="31" y="10"/>
              </a:cxn>
              <a:cxn ang="0">
                <a:pos x="36" y="3"/>
              </a:cxn>
              <a:cxn ang="0">
                <a:pos x="43" y="0"/>
              </a:cxn>
              <a:cxn ang="0">
                <a:pos x="52" y="9"/>
              </a:cxn>
              <a:cxn ang="0">
                <a:pos x="43" y="18"/>
              </a:cxn>
              <a:cxn ang="0">
                <a:pos x="61" y="18"/>
              </a:cxn>
              <a:cxn ang="0">
                <a:pos x="62" y="19"/>
              </a:cxn>
              <a:cxn ang="0">
                <a:pos x="62" y="32"/>
              </a:cxn>
              <a:cxn ang="0">
                <a:pos x="27" y="13"/>
              </a:cxn>
              <a:cxn ang="0">
                <a:pos x="22" y="6"/>
              </a:cxn>
              <a:cxn ang="0">
                <a:pos x="19" y="5"/>
              </a:cxn>
              <a:cxn ang="0">
                <a:pos x="16" y="9"/>
              </a:cxn>
              <a:cxn ang="0">
                <a:pos x="19" y="13"/>
              </a:cxn>
              <a:cxn ang="0">
                <a:pos x="27" y="13"/>
              </a:cxn>
              <a:cxn ang="0">
                <a:pos x="38" y="45"/>
              </a:cxn>
              <a:cxn ang="0">
                <a:pos x="38" y="26"/>
              </a:cxn>
              <a:cxn ang="0">
                <a:pos x="38" y="18"/>
              </a:cxn>
              <a:cxn ang="0">
                <a:pos x="25" y="18"/>
              </a:cxn>
              <a:cxn ang="0">
                <a:pos x="25" y="26"/>
              </a:cxn>
              <a:cxn ang="0">
                <a:pos x="25" y="45"/>
              </a:cxn>
              <a:cxn ang="0">
                <a:pos x="25" y="47"/>
              </a:cxn>
              <a:cxn ang="0">
                <a:pos x="27" y="49"/>
              </a:cxn>
              <a:cxn ang="0">
                <a:pos x="35" y="49"/>
              </a:cxn>
              <a:cxn ang="0">
                <a:pos x="38" y="47"/>
              </a:cxn>
              <a:cxn ang="0">
                <a:pos x="38" y="45"/>
              </a:cxn>
              <a:cxn ang="0">
                <a:pos x="43" y="5"/>
              </a:cxn>
              <a:cxn ang="0">
                <a:pos x="40" y="6"/>
              </a:cxn>
              <a:cxn ang="0">
                <a:pos x="35" y="13"/>
              </a:cxn>
              <a:cxn ang="0">
                <a:pos x="43" y="13"/>
              </a:cxn>
              <a:cxn ang="0">
                <a:pos x="47" y="9"/>
              </a:cxn>
              <a:cxn ang="0">
                <a:pos x="43" y="5"/>
              </a:cxn>
            </a:cxnLst>
            <a:rect l="0" t="0" r="r" b="b"/>
            <a:pathLst>
              <a:path w="62" h="54">
                <a:moveTo>
                  <a:pt x="62" y="32"/>
                </a:moveTo>
                <a:cubicBezTo>
                  <a:pt x="62" y="33"/>
                  <a:pt x="62" y="33"/>
                  <a:pt x="61" y="33"/>
                </a:cubicBezTo>
                <a:cubicBezTo>
                  <a:pt x="57" y="33"/>
                  <a:pt x="57" y="33"/>
                  <a:pt x="57" y="33"/>
                </a:cubicBezTo>
                <a:cubicBezTo>
                  <a:pt x="57" y="50"/>
                  <a:pt x="57" y="50"/>
                  <a:pt x="57" y="50"/>
                </a:cubicBezTo>
                <a:cubicBezTo>
                  <a:pt x="57" y="52"/>
                  <a:pt x="55" y="54"/>
                  <a:pt x="53" y="54"/>
                </a:cubicBezTo>
                <a:cubicBezTo>
                  <a:pt x="9" y="54"/>
                  <a:pt x="9" y="54"/>
                  <a:pt x="9" y="54"/>
                </a:cubicBezTo>
                <a:cubicBezTo>
                  <a:pt x="7" y="54"/>
                  <a:pt x="6" y="52"/>
                  <a:pt x="6" y="50"/>
                </a:cubicBezTo>
                <a:cubicBezTo>
                  <a:pt x="6" y="33"/>
                  <a:pt x="6" y="33"/>
                  <a:pt x="6" y="33"/>
                </a:cubicBezTo>
                <a:cubicBezTo>
                  <a:pt x="2" y="33"/>
                  <a:pt x="2" y="33"/>
                  <a:pt x="2" y="33"/>
                </a:cubicBezTo>
                <a:cubicBezTo>
                  <a:pt x="1" y="33"/>
                  <a:pt x="0" y="33"/>
                  <a:pt x="0" y="32"/>
                </a:cubicBezTo>
                <a:cubicBezTo>
                  <a:pt x="0" y="19"/>
                  <a:pt x="0" y="19"/>
                  <a:pt x="0" y="19"/>
                </a:cubicBezTo>
                <a:cubicBezTo>
                  <a:pt x="0" y="19"/>
                  <a:pt x="1" y="18"/>
                  <a:pt x="2" y="18"/>
                </a:cubicBezTo>
                <a:cubicBezTo>
                  <a:pt x="19" y="18"/>
                  <a:pt x="19" y="18"/>
                  <a:pt x="19" y="18"/>
                </a:cubicBezTo>
                <a:cubicBezTo>
                  <a:pt x="14" y="18"/>
                  <a:pt x="10" y="14"/>
                  <a:pt x="10" y="9"/>
                </a:cubicBezTo>
                <a:cubicBezTo>
                  <a:pt x="10" y="4"/>
                  <a:pt x="14" y="0"/>
                  <a:pt x="19" y="0"/>
                </a:cubicBezTo>
                <a:cubicBezTo>
                  <a:pt x="22" y="0"/>
                  <a:pt x="25" y="1"/>
                  <a:pt x="26" y="3"/>
                </a:cubicBezTo>
                <a:cubicBezTo>
                  <a:pt x="31" y="10"/>
                  <a:pt x="31" y="10"/>
                  <a:pt x="31" y="10"/>
                </a:cubicBezTo>
                <a:cubicBezTo>
                  <a:pt x="36" y="3"/>
                  <a:pt x="36" y="3"/>
                  <a:pt x="36" y="3"/>
                </a:cubicBezTo>
                <a:cubicBezTo>
                  <a:pt x="38" y="1"/>
                  <a:pt x="41" y="0"/>
                  <a:pt x="43" y="0"/>
                </a:cubicBezTo>
                <a:cubicBezTo>
                  <a:pt x="48" y="0"/>
                  <a:pt x="52" y="4"/>
                  <a:pt x="52" y="9"/>
                </a:cubicBezTo>
                <a:cubicBezTo>
                  <a:pt x="52" y="14"/>
                  <a:pt x="48" y="18"/>
                  <a:pt x="43" y="18"/>
                </a:cubicBezTo>
                <a:cubicBezTo>
                  <a:pt x="61" y="18"/>
                  <a:pt x="61" y="18"/>
                  <a:pt x="61" y="18"/>
                </a:cubicBezTo>
                <a:cubicBezTo>
                  <a:pt x="62" y="18"/>
                  <a:pt x="62" y="19"/>
                  <a:pt x="62" y="19"/>
                </a:cubicBezTo>
                <a:lnTo>
                  <a:pt x="62" y="32"/>
                </a:lnTo>
                <a:close/>
                <a:moveTo>
                  <a:pt x="27" y="13"/>
                </a:moveTo>
                <a:cubicBezTo>
                  <a:pt x="22" y="6"/>
                  <a:pt x="22" y="6"/>
                  <a:pt x="22" y="6"/>
                </a:cubicBezTo>
                <a:cubicBezTo>
                  <a:pt x="22" y="6"/>
                  <a:pt x="21" y="5"/>
                  <a:pt x="19" y="5"/>
                </a:cubicBezTo>
                <a:cubicBezTo>
                  <a:pt x="17" y="5"/>
                  <a:pt x="16" y="7"/>
                  <a:pt x="16" y="9"/>
                </a:cubicBezTo>
                <a:cubicBezTo>
                  <a:pt x="16" y="11"/>
                  <a:pt x="17" y="13"/>
                  <a:pt x="19" y="13"/>
                </a:cubicBezTo>
                <a:lnTo>
                  <a:pt x="27" y="13"/>
                </a:lnTo>
                <a:close/>
                <a:moveTo>
                  <a:pt x="38" y="45"/>
                </a:moveTo>
                <a:cubicBezTo>
                  <a:pt x="38" y="26"/>
                  <a:pt x="38" y="26"/>
                  <a:pt x="38" y="26"/>
                </a:cubicBezTo>
                <a:cubicBezTo>
                  <a:pt x="38" y="18"/>
                  <a:pt x="38" y="18"/>
                  <a:pt x="38" y="18"/>
                </a:cubicBezTo>
                <a:cubicBezTo>
                  <a:pt x="25" y="18"/>
                  <a:pt x="25" y="18"/>
                  <a:pt x="25" y="18"/>
                </a:cubicBezTo>
                <a:cubicBezTo>
                  <a:pt x="25" y="26"/>
                  <a:pt x="25" y="26"/>
                  <a:pt x="25" y="26"/>
                </a:cubicBezTo>
                <a:cubicBezTo>
                  <a:pt x="25" y="45"/>
                  <a:pt x="25" y="45"/>
                  <a:pt x="25" y="45"/>
                </a:cubicBezTo>
                <a:cubicBezTo>
                  <a:pt x="25" y="47"/>
                  <a:pt x="25" y="47"/>
                  <a:pt x="25" y="47"/>
                </a:cubicBezTo>
                <a:cubicBezTo>
                  <a:pt x="25" y="48"/>
                  <a:pt x="26" y="49"/>
                  <a:pt x="27" y="49"/>
                </a:cubicBezTo>
                <a:cubicBezTo>
                  <a:pt x="35" y="49"/>
                  <a:pt x="35" y="49"/>
                  <a:pt x="35" y="49"/>
                </a:cubicBezTo>
                <a:cubicBezTo>
                  <a:pt x="37" y="49"/>
                  <a:pt x="38" y="48"/>
                  <a:pt x="38" y="47"/>
                </a:cubicBezTo>
                <a:lnTo>
                  <a:pt x="38" y="45"/>
                </a:lnTo>
                <a:close/>
                <a:moveTo>
                  <a:pt x="43" y="5"/>
                </a:moveTo>
                <a:cubicBezTo>
                  <a:pt x="42" y="5"/>
                  <a:pt x="41" y="6"/>
                  <a:pt x="40" y="6"/>
                </a:cubicBezTo>
                <a:cubicBezTo>
                  <a:pt x="35" y="13"/>
                  <a:pt x="35" y="13"/>
                  <a:pt x="35" y="13"/>
                </a:cubicBezTo>
                <a:cubicBezTo>
                  <a:pt x="43" y="13"/>
                  <a:pt x="43" y="13"/>
                  <a:pt x="43" y="13"/>
                </a:cubicBezTo>
                <a:cubicBezTo>
                  <a:pt x="45" y="13"/>
                  <a:pt x="47" y="11"/>
                  <a:pt x="47" y="9"/>
                </a:cubicBezTo>
                <a:cubicBezTo>
                  <a:pt x="47" y="7"/>
                  <a:pt x="45" y="5"/>
                  <a:pt x="43" y="5"/>
                </a:cubicBez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2400">
              <a:latin typeface="Bogle" charset="0"/>
              <a:ea typeface="Bogle" charset="0"/>
              <a:cs typeface="Bogle" charset="0"/>
            </a:endParaRPr>
          </a:p>
        </p:txBody>
      </p:sp>
      <p:grpSp>
        <p:nvGrpSpPr>
          <p:cNvPr id="14" name="Group 13"/>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3"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2949194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ection Header - Stage">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4" name="Footer Placeholder 3"/>
          <p:cNvSpPr>
            <a:spLocks noGrp="1"/>
          </p:cNvSpPr>
          <p:nvPr>
            <p:ph type="ftr" sz="quarter" idx="10"/>
          </p:nvPr>
        </p:nvSpPr>
        <p:spPr/>
        <p:txBody>
          <a:bodyPr/>
          <a:lstStyle>
            <a:lvl1pPr>
              <a:defRPr>
                <a:latin typeface="Bogle" charset="0"/>
                <a:ea typeface="Bogle" charset="0"/>
                <a:cs typeface="Bogle" charset="0"/>
              </a:defRPr>
            </a:lvl1pPr>
          </a:lstStyle>
          <a:p>
            <a:r>
              <a:rPr lang="en-US"/>
              <a:t>Walmart Labs – Privileged and Confidential</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14" name="Freeform 112"/>
          <p:cNvSpPr>
            <a:spLocks noEditPoints="1"/>
          </p:cNvSpPr>
          <p:nvPr userDrawn="1"/>
        </p:nvSpPr>
        <p:spPr bwMode="auto">
          <a:xfrm rot="10800000">
            <a:off x="5503067" y="1397001"/>
            <a:ext cx="1185868" cy="1202225"/>
          </a:xfrm>
          <a:custGeom>
            <a:avLst/>
            <a:gdLst/>
            <a:ahLst/>
            <a:cxnLst>
              <a:cxn ang="0">
                <a:pos x="26" y="55"/>
              </a:cxn>
              <a:cxn ang="0">
                <a:pos x="14" y="67"/>
              </a:cxn>
              <a:cxn ang="0">
                <a:pos x="13" y="68"/>
              </a:cxn>
              <a:cxn ang="0">
                <a:pos x="12" y="67"/>
              </a:cxn>
              <a:cxn ang="0">
                <a:pos x="0" y="55"/>
              </a:cxn>
              <a:cxn ang="0">
                <a:pos x="0" y="54"/>
              </a:cxn>
              <a:cxn ang="0">
                <a:pos x="1" y="53"/>
              </a:cxn>
              <a:cxn ang="0">
                <a:pos x="8" y="53"/>
              </a:cxn>
              <a:cxn ang="0">
                <a:pos x="8" y="1"/>
              </a:cxn>
              <a:cxn ang="0">
                <a:pos x="10" y="0"/>
              </a:cxn>
              <a:cxn ang="0">
                <a:pos x="17" y="0"/>
              </a:cxn>
              <a:cxn ang="0">
                <a:pos x="18" y="1"/>
              </a:cxn>
              <a:cxn ang="0">
                <a:pos x="18" y="53"/>
              </a:cxn>
              <a:cxn ang="0">
                <a:pos x="25" y="53"/>
              </a:cxn>
              <a:cxn ang="0">
                <a:pos x="27" y="54"/>
              </a:cxn>
              <a:cxn ang="0">
                <a:pos x="26" y="55"/>
              </a:cxn>
              <a:cxn ang="0">
                <a:pos x="67" y="8"/>
              </a:cxn>
              <a:cxn ang="0">
                <a:pos x="66" y="9"/>
              </a:cxn>
              <a:cxn ang="0">
                <a:pos x="34" y="9"/>
              </a:cxn>
              <a:cxn ang="0">
                <a:pos x="33" y="8"/>
              </a:cxn>
              <a:cxn ang="0">
                <a:pos x="33" y="1"/>
              </a:cxn>
              <a:cxn ang="0">
                <a:pos x="34" y="0"/>
              </a:cxn>
              <a:cxn ang="0">
                <a:pos x="66" y="0"/>
              </a:cxn>
              <a:cxn ang="0">
                <a:pos x="67" y="1"/>
              </a:cxn>
              <a:cxn ang="0">
                <a:pos x="67" y="8"/>
              </a:cxn>
              <a:cxn ang="0">
                <a:pos x="60" y="28"/>
              </a:cxn>
              <a:cxn ang="0">
                <a:pos x="58" y="29"/>
              </a:cxn>
              <a:cxn ang="0">
                <a:pos x="34" y="29"/>
              </a:cxn>
              <a:cxn ang="0">
                <a:pos x="33" y="28"/>
              </a:cxn>
              <a:cxn ang="0">
                <a:pos x="33" y="20"/>
              </a:cxn>
              <a:cxn ang="0">
                <a:pos x="34" y="19"/>
              </a:cxn>
              <a:cxn ang="0">
                <a:pos x="58" y="19"/>
              </a:cxn>
              <a:cxn ang="0">
                <a:pos x="60" y="20"/>
              </a:cxn>
              <a:cxn ang="0">
                <a:pos x="60" y="28"/>
              </a:cxn>
              <a:cxn ang="0">
                <a:pos x="52" y="47"/>
              </a:cxn>
              <a:cxn ang="0">
                <a:pos x="51" y="48"/>
              </a:cxn>
              <a:cxn ang="0">
                <a:pos x="34" y="48"/>
              </a:cxn>
              <a:cxn ang="0">
                <a:pos x="33" y="47"/>
              </a:cxn>
              <a:cxn ang="0">
                <a:pos x="33" y="40"/>
              </a:cxn>
              <a:cxn ang="0">
                <a:pos x="34" y="39"/>
              </a:cxn>
              <a:cxn ang="0">
                <a:pos x="51" y="39"/>
              </a:cxn>
              <a:cxn ang="0">
                <a:pos x="52" y="40"/>
              </a:cxn>
              <a:cxn ang="0">
                <a:pos x="52" y="47"/>
              </a:cxn>
              <a:cxn ang="0">
                <a:pos x="45" y="67"/>
              </a:cxn>
              <a:cxn ang="0">
                <a:pos x="44" y="68"/>
              </a:cxn>
              <a:cxn ang="0">
                <a:pos x="34" y="68"/>
              </a:cxn>
              <a:cxn ang="0">
                <a:pos x="33" y="67"/>
              </a:cxn>
              <a:cxn ang="0">
                <a:pos x="33" y="59"/>
              </a:cxn>
              <a:cxn ang="0">
                <a:pos x="34" y="58"/>
              </a:cxn>
              <a:cxn ang="0">
                <a:pos x="44" y="58"/>
              </a:cxn>
              <a:cxn ang="0">
                <a:pos x="45" y="59"/>
              </a:cxn>
              <a:cxn ang="0">
                <a:pos x="45" y="67"/>
              </a:cxn>
            </a:cxnLst>
            <a:rect l="0" t="0" r="r" b="b"/>
            <a:pathLst>
              <a:path w="67" h="68">
                <a:moveTo>
                  <a:pt x="26" y="55"/>
                </a:moveTo>
                <a:cubicBezTo>
                  <a:pt x="14" y="67"/>
                  <a:pt x="14" y="67"/>
                  <a:pt x="14" y="67"/>
                </a:cubicBezTo>
                <a:cubicBezTo>
                  <a:pt x="14" y="68"/>
                  <a:pt x="14" y="68"/>
                  <a:pt x="13" y="68"/>
                </a:cubicBezTo>
                <a:cubicBezTo>
                  <a:pt x="13" y="68"/>
                  <a:pt x="13" y="68"/>
                  <a:pt x="12" y="67"/>
                </a:cubicBezTo>
                <a:cubicBezTo>
                  <a:pt x="0" y="55"/>
                  <a:pt x="0" y="55"/>
                  <a:pt x="0" y="55"/>
                </a:cubicBezTo>
                <a:cubicBezTo>
                  <a:pt x="0" y="55"/>
                  <a:pt x="0" y="54"/>
                  <a:pt x="0" y="54"/>
                </a:cubicBezTo>
                <a:cubicBezTo>
                  <a:pt x="0" y="53"/>
                  <a:pt x="1" y="53"/>
                  <a:pt x="1" y="53"/>
                </a:cubicBezTo>
                <a:cubicBezTo>
                  <a:pt x="8" y="53"/>
                  <a:pt x="8" y="53"/>
                  <a:pt x="8" y="53"/>
                </a:cubicBezTo>
                <a:cubicBezTo>
                  <a:pt x="8" y="1"/>
                  <a:pt x="8" y="1"/>
                  <a:pt x="8" y="1"/>
                </a:cubicBezTo>
                <a:cubicBezTo>
                  <a:pt x="8" y="0"/>
                  <a:pt x="9" y="0"/>
                  <a:pt x="10" y="0"/>
                </a:cubicBezTo>
                <a:cubicBezTo>
                  <a:pt x="17" y="0"/>
                  <a:pt x="17" y="0"/>
                  <a:pt x="17" y="0"/>
                </a:cubicBezTo>
                <a:cubicBezTo>
                  <a:pt x="18" y="0"/>
                  <a:pt x="18" y="0"/>
                  <a:pt x="18" y="1"/>
                </a:cubicBezTo>
                <a:cubicBezTo>
                  <a:pt x="18" y="53"/>
                  <a:pt x="18" y="53"/>
                  <a:pt x="18" y="53"/>
                </a:cubicBezTo>
                <a:cubicBezTo>
                  <a:pt x="25" y="53"/>
                  <a:pt x="25" y="53"/>
                  <a:pt x="25" y="53"/>
                </a:cubicBezTo>
                <a:cubicBezTo>
                  <a:pt x="26" y="53"/>
                  <a:pt x="27" y="54"/>
                  <a:pt x="27" y="54"/>
                </a:cubicBezTo>
                <a:cubicBezTo>
                  <a:pt x="27" y="55"/>
                  <a:pt x="27" y="55"/>
                  <a:pt x="26" y="55"/>
                </a:cubicBezTo>
                <a:close/>
                <a:moveTo>
                  <a:pt x="67" y="8"/>
                </a:moveTo>
                <a:cubicBezTo>
                  <a:pt x="67" y="9"/>
                  <a:pt x="66" y="9"/>
                  <a:pt x="66" y="9"/>
                </a:cubicBezTo>
                <a:cubicBezTo>
                  <a:pt x="34" y="9"/>
                  <a:pt x="34" y="9"/>
                  <a:pt x="34" y="9"/>
                </a:cubicBezTo>
                <a:cubicBezTo>
                  <a:pt x="33" y="9"/>
                  <a:pt x="33" y="9"/>
                  <a:pt x="33" y="8"/>
                </a:cubicBezTo>
                <a:cubicBezTo>
                  <a:pt x="33" y="1"/>
                  <a:pt x="33" y="1"/>
                  <a:pt x="33" y="1"/>
                </a:cubicBezTo>
                <a:cubicBezTo>
                  <a:pt x="33" y="0"/>
                  <a:pt x="33" y="0"/>
                  <a:pt x="34" y="0"/>
                </a:cubicBezTo>
                <a:cubicBezTo>
                  <a:pt x="66" y="0"/>
                  <a:pt x="66" y="0"/>
                  <a:pt x="66" y="0"/>
                </a:cubicBezTo>
                <a:cubicBezTo>
                  <a:pt x="66" y="0"/>
                  <a:pt x="67" y="0"/>
                  <a:pt x="67" y="1"/>
                </a:cubicBezTo>
                <a:lnTo>
                  <a:pt x="67" y="8"/>
                </a:lnTo>
                <a:close/>
                <a:moveTo>
                  <a:pt x="60" y="28"/>
                </a:moveTo>
                <a:cubicBezTo>
                  <a:pt x="60" y="28"/>
                  <a:pt x="59" y="29"/>
                  <a:pt x="58" y="29"/>
                </a:cubicBezTo>
                <a:cubicBezTo>
                  <a:pt x="34" y="29"/>
                  <a:pt x="34" y="29"/>
                  <a:pt x="34" y="29"/>
                </a:cubicBezTo>
                <a:cubicBezTo>
                  <a:pt x="33" y="29"/>
                  <a:pt x="33" y="28"/>
                  <a:pt x="33" y="28"/>
                </a:cubicBezTo>
                <a:cubicBezTo>
                  <a:pt x="33" y="20"/>
                  <a:pt x="33" y="20"/>
                  <a:pt x="33" y="20"/>
                </a:cubicBezTo>
                <a:cubicBezTo>
                  <a:pt x="33" y="20"/>
                  <a:pt x="33" y="19"/>
                  <a:pt x="34" y="19"/>
                </a:cubicBezTo>
                <a:cubicBezTo>
                  <a:pt x="58" y="19"/>
                  <a:pt x="58" y="19"/>
                  <a:pt x="58" y="19"/>
                </a:cubicBezTo>
                <a:cubicBezTo>
                  <a:pt x="59" y="19"/>
                  <a:pt x="60" y="20"/>
                  <a:pt x="60" y="20"/>
                </a:cubicBezTo>
                <a:lnTo>
                  <a:pt x="60" y="28"/>
                </a:lnTo>
                <a:close/>
                <a:moveTo>
                  <a:pt x="52" y="47"/>
                </a:moveTo>
                <a:cubicBezTo>
                  <a:pt x="52" y="48"/>
                  <a:pt x="52" y="48"/>
                  <a:pt x="51" y="48"/>
                </a:cubicBezTo>
                <a:cubicBezTo>
                  <a:pt x="34" y="48"/>
                  <a:pt x="34" y="48"/>
                  <a:pt x="34" y="48"/>
                </a:cubicBezTo>
                <a:cubicBezTo>
                  <a:pt x="33" y="48"/>
                  <a:pt x="33" y="48"/>
                  <a:pt x="33" y="47"/>
                </a:cubicBezTo>
                <a:cubicBezTo>
                  <a:pt x="33" y="40"/>
                  <a:pt x="33" y="40"/>
                  <a:pt x="33" y="40"/>
                </a:cubicBezTo>
                <a:cubicBezTo>
                  <a:pt x="33" y="39"/>
                  <a:pt x="33" y="39"/>
                  <a:pt x="34" y="39"/>
                </a:cubicBezTo>
                <a:cubicBezTo>
                  <a:pt x="51" y="39"/>
                  <a:pt x="51" y="39"/>
                  <a:pt x="51" y="39"/>
                </a:cubicBezTo>
                <a:cubicBezTo>
                  <a:pt x="52" y="39"/>
                  <a:pt x="52" y="39"/>
                  <a:pt x="52" y="40"/>
                </a:cubicBezTo>
                <a:lnTo>
                  <a:pt x="52" y="47"/>
                </a:lnTo>
                <a:close/>
                <a:moveTo>
                  <a:pt x="45" y="67"/>
                </a:moveTo>
                <a:cubicBezTo>
                  <a:pt x="45" y="67"/>
                  <a:pt x="44" y="68"/>
                  <a:pt x="44" y="68"/>
                </a:cubicBezTo>
                <a:cubicBezTo>
                  <a:pt x="34" y="68"/>
                  <a:pt x="34" y="68"/>
                  <a:pt x="34" y="68"/>
                </a:cubicBezTo>
                <a:cubicBezTo>
                  <a:pt x="33" y="68"/>
                  <a:pt x="33" y="67"/>
                  <a:pt x="33" y="67"/>
                </a:cubicBezTo>
                <a:cubicBezTo>
                  <a:pt x="33" y="59"/>
                  <a:pt x="33" y="59"/>
                  <a:pt x="33" y="59"/>
                </a:cubicBezTo>
                <a:cubicBezTo>
                  <a:pt x="33" y="59"/>
                  <a:pt x="33" y="58"/>
                  <a:pt x="34" y="58"/>
                </a:cubicBezTo>
                <a:cubicBezTo>
                  <a:pt x="44" y="58"/>
                  <a:pt x="44" y="58"/>
                  <a:pt x="44" y="58"/>
                </a:cubicBezTo>
                <a:cubicBezTo>
                  <a:pt x="44" y="58"/>
                  <a:pt x="45" y="59"/>
                  <a:pt x="45" y="59"/>
                </a:cubicBezTo>
                <a:lnTo>
                  <a:pt x="45" y="67"/>
                </a:ln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2400">
              <a:latin typeface="Bogle" charset="0"/>
              <a:ea typeface="Bogle" charset="0"/>
              <a:cs typeface="Bogle" charset="0"/>
            </a:endParaRPr>
          </a:p>
        </p:txBody>
      </p:sp>
      <p:grpSp>
        <p:nvGrpSpPr>
          <p:cNvPr id="15" name="Group 14"/>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Tree>
    <p:extLst>
      <p:ext uri="{BB962C8B-B14F-4D97-AF65-F5344CB8AC3E}">
        <p14:creationId xmlns:p14="http://schemas.microsoft.com/office/powerpoint/2010/main" val="651537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animEffect transition="in" filter="fade">
                                      <p:cBhvr>
                                        <p:cTn id="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ection Header - Steps">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4" name="Footer Placeholder 3"/>
          <p:cNvSpPr>
            <a:spLocks noGrp="1"/>
          </p:cNvSpPr>
          <p:nvPr>
            <p:ph type="ftr" sz="quarter" idx="10"/>
          </p:nvPr>
        </p:nvSpPr>
        <p:spPr/>
        <p:txBody>
          <a:bodyPr/>
          <a:lstStyle>
            <a:lvl1pPr>
              <a:defRPr>
                <a:latin typeface="Bogle" charset="0"/>
                <a:ea typeface="Bogle" charset="0"/>
                <a:cs typeface="Bogle" charset="0"/>
              </a:defRPr>
            </a:lvl1pPr>
          </a:lstStyle>
          <a:p>
            <a:r>
              <a:rPr lang="en-US"/>
              <a:t>Walmart Labs – Privileged and Confidential</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15" name="Freeform 219"/>
          <p:cNvSpPr>
            <a:spLocks noEditPoints="1"/>
          </p:cNvSpPr>
          <p:nvPr userDrawn="1"/>
        </p:nvSpPr>
        <p:spPr bwMode="auto">
          <a:xfrm>
            <a:off x="5503067" y="1701799"/>
            <a:ext cx="1185868" cy="919652"/>
          </a:xfrm>
          <a:custGeom>
            <a:avLst/>
            <a:gdLst/>
            <a:ahLst/>
            <a:cxnLst>
              <a:cxn ang="0">
                <a:pos x="8" y="15"/>
              </a:cxn>
              <a:cxn ang="0">
                <a:pos x="0" y="7"/>
              </a:cxn>
              <a:cxn ang="0">
                <a:pos x="8" y="0"/>
              </a:cxn>
              <a:cxn ang="0">
                <a:pos x="15" y="7"/>
              </a:cxn>
              <a:cxn ang="0">
                <a:pos x="8" y="15"/>
              </a:cxn>
              <a:cxn ang="0">
                <a:pos x="8" y="34"/>
              </a:cxn>
              <a:cxn ang="0">
                <a:pos x="0" y="27"/>
              </a:cxn>
              <a:cxn ang="0">
                <a:pos x="8" y="19"/>
              </a:cxn>
              <a:cxn ang="0">
                <a:pos x="15" y="27"/>
              </a:cxn>
              <a:cxn ang="0">
                <a:pos x="8" y="34"/>
              </a:cxn>
              <a:cxn ang="0">
                <a:pos x="8" y="53"/>
              </a:cxn>
              <a:cxn ang="0">
                <a:pos x="0" y="46"/>
              </a:cxn>
              <a:cxn ang="0">
                <a:pos x="8" y="39"/>
              </a:cxn>
              <a:cxn ang="0">
                <a:pos x="15" y="46"/>
              </a:cxn>
              <a:cxn ang="0">
                <a:pos x="8" y="53"/>
              </a:cxn>
              <a:cxn ang="0">
                <a:pos x="68" y="11"/>
              </a:cxn>
              <a:cxn ang="0">
                <a:pos x="67" y="12"/>
              </a:cxn>
              <a:cxn ang="0">
                <a:pos x="21" y="12"/>
              </a:cxn>
              <a:cxn ang="0">
                <a:pos x="20" y="11"/>
              </a:cxn>
              <a:cxn ang="0">
                <a:pos x="20" y="4"/>
              </a:cxn>
              <a:cxn ang="0">
                <a:pos x="21" y="2"/>
              </a:cxn>
              <a:cxn ang="0">
                <a:pos x="67" y="2"/>
              </a:cxn>
              <a:cxn ang="0">
                <a:pos x="68" y="4"/>
              </a:cxn>
              <a:cxn ang="0">
                <a:pos x="68" y="11"/>
              </a:cxn>
              <a:cxn ang="0">
                <a:pos x="68" y="30"/>
              </a:cxn>
              <a:cxn ang="0">
                <a:pos x="67" y="32"/>
              </a:cxn>
              <a:cxn ang="0">
                <a:pos x="21" y="32"/>
              </a:cxn>
              <a:cxn ang="0">
                <a:pos x="20" y="30"/>
              </a:cxn>
              <a:cxn ang="0">
                <a:pos x="20" y="23"/>
              </a:cxn>
              <a:cxn ang="0">
                <a:pos x="21" y="22"/>
              </a:cxn>
              <a:cxn ang="0">
                <a:pos x="67" y="22"/>
              </a:cxn>
              <a:cxn ang="0">
                <a:pos x="68" y="23"/>
              </a:cxn>
              <a:cxn ang="0">
                <a:pos x="68" y="30"/>
              </a:cxn>
              <a:cxn ang="0">
                <a:pos x="68" y="50"/>
              </a:cxn>
              <a:cxn ang="0">
                <a:pos x="67" y="51"/>
              </a:cxn>
              <a:cxn ang="0">
                <a:pos x="21" y="51"/>
              </a:cxn>
              <a:cxn ang="0">
                <a:pos x="20" y="50"/>
              </a:cxn>
              <a:cxn ang="0">
                <a:pos x="20" y="42"/>
              </a:cxn>
              <a:cxn ang="0">
                <a:pos x="21" y="41"/>
              </a:cxn>
              <a:cxn ang="0">
                <a:pos x="67" y="41"/>
              </a:cxn>
              <a:cxn ang="0">
                <a:pos x="68" y="42"/>
              </a:cxn>
              <a:cxn ang="0">
                <a:pos x="68" y="50"/>
              </a:cxn>
            </a:cxnLst>
            <a:rect l="0" t="0" r="r" b="b"/>
            <a:pathLst>
              <a:path w="68" h="53">
                <a:moveTo>
                  <a:pt x="8" y="15"/>
                </a:moveTo>
                <a:cubicBezTo>
                  <a:pt x="4" y="15"/>
                  <a:pt x="0" y="11"/>
                  <a:pt x="0" y="7"/>
                </a:cubicBezTo>
                <a:cubicBezTo>
                  <a:pt x="0" y="3"/>
                  <a:pt x="4" y="0"/>
                  <a:pt x="8" y="0"/>
                </a:cubicBezTo>
                <a:cubicBezTo>
                  <a:pt x="12" y="0"/>
                  <a:pt x="15" y="3"/>
                  <a:pt x="15" y="7"/>
                </a:cubicBezTo>
                <a:cubicBezTo>
                  <a:pt x="15" y="11"/>
                  <a:pt x="12" y="15"/>
                  <a:pt x="8" y="15"/>
                </a:cubicBezTo>
                <a:close/>
                <a:moveTo>
                  <a:pt x="8" y="34"/>
                </a:moveTo>
                <a:cubicBezTo>
                  <a:pt x="4" y="34"/>
                  <a:pt x="0" y="31"/>
                  <a:pt x="0" y="27"/>
                </a:cubicBezTo>
                <a:cubicBezTo>
                  <a:pt x="0" y="23"/>
                  <a:pt x="4" y="19"/>
                  <a:pt x="8" y="19"/>
                </a:cubicBezTo>
                <a:cubicBezTo>
                  <a:pt x="12" y="19"/>
                  <a:pt x="15" y="23"/>
                  <a:pt x="15" y="27"/>
                </a:cubicBezTo>
                <a:cubicBezTo>
                  <a:pt x="15" y="31"/>
                  <a:pt x="12" y="34"/>
                  <a:pt x="8" y="34"/>
                </a:cubicBezTo>
                <a:close/>
                <a:moveTo>
                  <a:pt x="8" y="53"/>
                </a:moveTo>
                <a:cubicBezTo>
                  <a:pt x="4" y="53"/>
                  <a:pt x="0" y="50"/>
                  <a:pt x="0" y="46"/>
                </a:cubicBezTo>
                <a:cubicBezTo>
                  <a:pt x="0" y="42"/>
                  <a:pt x="4" y="39"/>
                  <a:pt x="8" y="39"/>
                </a:cubicBezTo>
                <a:cubicBezTo>
                  <a:pt x="12" y="39"/>
                  <a:pt x="15" y="42"/>
                  <a:pt x="15" y="46"/>
                </a:cubicBezTo>
                <a:cubicBezTo>
                  <a:pt x="15" y="50"/>
                  <a:pt x="12" y="53"/>
                  <a:pt x="8" y="53"/>
                </a:cubicBezTo>
                <a:close/>
                <a:moveTo>
                  <a:pt x="68" y="11"/>
                </a:moveTo>
                <a:cubicBezTo>
                  <a:pt x="68" y="12"/>
                  <a:pt x="68" y="12"/>
                  <a:pt x="67" y="12"/>
                </a:cubicBezTo>
                <a:cubicBezTo>
                  <a:pt x="21" y="12"/>
                  <a:pt x="21" y="12"/>
                  <a:pt x="21" y="12"/>
                </a:cubicBezTo>
                <a:cubicBezTo>
                  <a:pt x="20" y="12"/>
                  <a:pt x="20" y="12"/>
                  <a:pt x="20" y="11"/>
                </a:cubicBezTo>
                <a:cubicBezTo>
                  <a:pt x="20" y="4"/>
                  <a:pt x="20" y="4"/>
                  <a:pt x="20" y="4"/>
                </a:cubicBezTo>
                <a:cubicBezTo>
                  <a:pt x="20" y="3"/>
                  <a:pt x="20" y="2"/>
                  <a:pt x="21" y="2"/>
                </a:cubicBezTo>
                <a:cubicBezTo>
                  <a:pt x="67" y="2"/>
                  <a:pt x="67" y="2"/>
                  <a:pt x="67" y="2"/>
                </a:cubicBezTo>
                <a:cubicBezTo>
                  <a:pt x="68" y="2"/>
                  <a:pt x="68" y="3"/>
                  <a:pt x="68" y="4"/>
                </a:cubicBezTo>
                <a:lnTo>
                  <a:pt x="68" y="11"/>
                </a:lnTo>
                <a:close/>
                <a:moveTo>
                  <a:pt x="68" y="30"/>
                </a:moveTo>
                <a:cubicBezTo>
                  <a:pt x="68" y="31"/>
                  <a:pt x="68" y="32"/>
                  <a:pt x="67" y="32"/>
                </a:cubicBezTo>
                <a:cubicBezTo>
                  <a:pt x="21" y="32"/>
                  <a:pt x="21" y="32"/>
                  <a:pt x="21" y="32"/>
                </a:cubicBezTo>
                <a:cubicBezTo>
                  <a:pt x="20" y="32"/>
                  <a:pt x="20" y="31"/>
                  <a:pt x="20" y="30"/>
                </a:cubicBezTo>
                <a:cubicBezTo>
                  <a:pt x="20" y="23"/>
                  <a:pt x="20" y="23"/>
                  <a:pt x="20" y="23"/>
                </a:cubicBezTo>
                <a:cubicBezTo>
                  <a:pt x="20" y="22"/>
                  <a:pt x="20" y="22"/>
                  <a:pt x="21" y="22"/>
                </a:cubicBezTo>
                <a:cubicBezTo>
                  <a:pt x="67" y="22"/>
                  <a:pt x="67" y="22"/>
                  <a:pt x="67" y="22"/>
                </a:cubicBezTo>
                <a:cubicBezTo>
                  <a:pt x="68" y="22"/>
                  <a:pt x="68" y="22"/>
                  <a:pt x="68" y="23"/>
                </a:cubicBezTo>
                <a:lnTo>
                  <a:pt x="68" y="30"/>
                </a:lnTo>
                <a:close/>
                <a:moveTo>
                  <a:pt x="68" y="50"/>
                </a:moveTo>
                <a:cubicBezTo>
                  <a:pt x="68" y="50"/>
                  <a:pt x="68" y="51"/>
                  <a:pt x="67" y="51"/>
                </a:cubicBezTo>
                <a:cubicBezTo>
                  <a:pt x="21" y="51"/>
                  <a:pt x="21" y="51"/>
                  <a:pt x="21" y="51"/>
                </a:cubicBezTo>
                <a:cubicBezTo>
                  <a:pt x="20" y="51"/>
                  <a:pt x="20" y="50"/>
                  <a:pt x="20" y="50"/>
                </a:cubicBezTo>
                <a:cubicBezTo>
                  <a:pt x="20" y="42"/>
                  <a:pt x="20" y="42"/>
                  <a:pt x="20" y="42"/>
                </a:cubicBezTo>
                <a:cubicBezTo>
                  <a:pt x="20" y="42"/>
                  <a:pt x="20" y="41"/>
                  <a:pt x="21" y="41"/>
                </a:cubicBezTo>
                <a:cubicBezTo>
                  <a:pt x="67" y="41"/>
                  <a:pt x="67" y="41"/>
                  <a:pt x="67" y="41"/>
                </a:cubicBezTo>
                <a:cubicBezTo>
                  <a:pt x="68" y="41"/>
                  <a:pt x="68" y="42"/>
                  <a:pt x="68" y="42"/>
                </a:cubicBezTo>
                <a:lnTo>
                  <a:pt x="68" y="50"/>
                </a:ln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2400">
              <a:latin typeface="Bogle" charset="0"/>
              <a:ea typeface="Bogle" charset="0"/>
              <a:cs typeface="Bogle" charset="0"/>
            </a:endParaRPr>
          </a:p>
        </p:txBody>
      </p:sp>
      <p:grpSp>
        <p:nvGrpSpPr>
          <p:cNvPr id="14" name="Group 13"/>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Tree>
    <p:extLst>
      <p:ext uri="{BB962C8B-B14F-4D97-AF65-F5344CB8AC3E}">
        <p14:creationId xmlns:p14="http://schemas.microsoft.com/office/powerpoint/2010/main" val="3774314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ection Header - Idea">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14" name="Freeform 103"/>
          <p:cNvSpPr>
            <a:spLocks noEditPoints="1"/>
          </p:cNvSpPr>
          <p:nvPr userDrawn="1"/>
        </p:nvSpPr>
        <p:spPr bwMode="auto">
          <a:xfrm>
            <a:off x="5613303" y="1397832"/>
            <a:ext cx="965396" cy="1421568"/>
          </a:xfrm>
          <a:custGeom>
            <a:avLst/>
            <a:gdLst/>
            <a:ahLst/>
            <a:cxnLst>
              <a:cxn ang="0">
                <a:pos x="37" y="29"/>
              </a:cxn>
              <a:cxn ang="0">
                <a:pos x="31" y="41"/>
              </a:cxn>
              <a:cxn ang="0">
                <a:pos x="33" y="44"/>
              </a:cxn>
              <a:cxn ang="0">
                <a:pos x="32" y="47"/>
              </a:cxn>
              <a:cxn ang="0">
                <a:pos x="33" y="49"/>
              </a:cxn>
              <a:cxn ang="0">
                <a:pos x="31" y="53"/>
              </a:cxn>
              <a:cxn ang="0">
                <a:pos x="31" y="54"/>
              </a:cxn>
              <a:cxn ang="0">
                <a:pos x="27" y="58"/>
              </a:cxn>
              <a:cxn ang="0">
                <a:pos x="21" y="62"/>
              </a:cxn>
              <a:cxn ang="0">
                <a:pos x="15" y="58"/>
              </a:cxn>
              <a:cxn ang="0">
                <a:pos x="11" y="54"/>
              </a:cxn>
              <a:cxn ang="0">
                <a:pos x="11" y="53"/>
              </a:cxn>
              <a:cxn ang="0">
                <a:pos x="9" y="49"/>
              </a:cxn>
              <a:cxn ang="0">
                <a:pos x="10" y="47"/>
              </a:cxn>
              <a:cxn ang="0">
                <a:pos x="9" y="44"/>
              </a:cxn>
              <a:cxn ang="0">
                <a:pos x="11" y="41"/>
              </a:cxn>
              <a:cxn ang="0">
                <a:pos x="5" y="29"/>
              </a:cxn>
              <a:cxn ang="0">
                <a:pos x="0" y="18"/>
              </a:cxn>
              <a:cxn ang="0">
                <a:pos x="21" y="0"/>
              </a:cxn>
              <a:cxn ang="0">
                <a:pos x="42" y="18"/>
              </a:cxn>
              <a:cxn ang="0">
                <a:pos x="37" y="29"/>
              </a:cxn>
              <a:cxn ang="0">
                <a:pos x="21" y="6"/>
              </a:cxn>
              <a:cxn ang="0">
                <a:pos x="6" y="18"/>
              </a:cxn>
              <a:cxn ang="0">
                <a:pos x="8" y="26"/>
              </a:cxn>
              <a:cxn ang="0">
                <a:pos x="11" y="28"/>
              </a:cxn>
              <a:cxn ang="0">
                <a:pos x="16" y="40"/>
              </a:cxn>
              <a:cxn ang="0">
                <a:pos x="26" y="40"/>
              </a:cxn>
              <a:cxn ang="0">
                <a:pos x="31" y="28"/>
              </a:cxn>
              <a:cxn ang="0">
                <a:pos x="34" y="26"/>
              </a:cxn>
              <a:cxn ang="0">
                <a:pos x="36" y="18"/>
              </a:cxn>
              <a:cxn ang="0">
                <a:pos x="21" y="6"/>
              </a:cxn>
              <a:cxn ang="0">
                <a:pos x="29" y="20"/>
              </a:cxn>
              <a:cxn ang="0">
                <a:pos x="27" y="18"/>
              </a:cxn>
              <a:cxn ang="0">
                <a:pos x="21" y="15"/>
              </a:cxn>
              <a:cxn ang="0">
                <a:pos x="20" y="13"/>
              </a:cxn>
              <a:cxn ang="0">
                <a:pos x="21" y="12"/>
              </a:cxn>
              <a:cxn ang="0">
                <a:pos x="30" y="18"/>
              </a:cxn>
              <a:cxn ang="0">
                <a:pos x="29" y="20"/>
              </a:cxn>
            </a:cxnLst>
            <a:rect l="0" t="0" r="r" b="b"/>
            <a:pathLst>
              <a:path w="42" h="62">
                <a:moveTo>
                  <a:pt x="37" y="29"/>
                </a:moveTo>
                <a:cubicBezTo>
                  <a:pt x="35" y="32"/>
                  <a:pt x="31" y="37"/>
                  <a:pt x="31" y="41"/>
                </a:cubicBezTo>
                <a:cubicBezTo>
                  <a:pt x="32" y="42"/>
                  <a:pt x="33" y="43"/>
                  <a:pt x="33" y="44"/>
                </a:cubicBezTo>
                <a:cubicBezTo>
                  <a:pt x="33" y="45"/>
                  <a:pt x="32" y="46"/>
                  <a:pt x="32" y="47"/>
                </a:cubicBezTo>
                <a:cubicBezTo>
                  <a:pt x="32" y="47"/>
                  <a:pt x="33" y="48"/>
                  <a:pt x="33" y="49"/>
                </a:cubicBezTo>
                <a:cubicBezTo>
                  <a:pt x="33" y="51"/>
                  <a:pt x="32" y="52"/>
                  <a:pt x="31" y="53"/>
                </a:cubicBezTo>
                <a:cubicBezTo>
                  <a:pt x="31" y="53"/>
                  <a:pt x="31" y="54"/>
                  <a:pt x="31" y="54"/>
                </a:cubicBezTo>
                <a:cubicBezTo>
                  <a:pt x="31" y="57"/>
                  <a:pt x="29" y="58"/>
                  <a:pt x="27" y="58"/>
                </a:cubicBezTo>
                <a:cubicBezTo>
                  <a:pt x="26" y="61"/>
                  <a:pt x="24" y="62"/>
                  <a:pt x="21" y="62"/>
                </a:cubicBezTo>
                <a:cubicBezTo>
                  <a:pt x="19" y="62"/>
                  <a:pt x="16" y="61"/>
                  <a:pt x="15" y="58"/>
                </a:cubicBezTo>
                <a:cubicBezTo>
                  <a:pt x="13" y="58"/>
                  <a:pt x="11" y="57"/>
                  <a:pt x="11" y="54"/>
                </a:cubicBezTo>
                <a:cubicBezTo>
                  <a:pt x="11" y="54"/>
                  <a:pt x="11" y="53"/>
                  <a:pt x="11" y="53"/>
                </a:cubicBezTo>
                <a:cubicBezTo>
                  <a:pt x="10" y="52"/>
                  <a:pt x="9" y="51"/>
                  <a:pt x="9" y="49"/>
                </a:cubicBezTo>
                <a:cubicBezTo>
                  <a:pt x="9" y="48"/>
                  <a:pt x="10" y="47"/>
                  <a:pt x="10" y="47"/>
                </a:cubicBezTo>
                <a:cubicBezTo>
                  <a:pt x="10" y="46"/>
                  <a:pt x="9" y="45"/>
                  <a:pt x="9" y="44"/>
                </a:cubicBezTo>
                <a:cubicBezTo>
                  <a:pt x="9" y="43"/>
                  <a:pt x="10" y="42"/>
                  <a:pt x="11" y="41"/>
                </a:cubicBezTo>
                <a:cubicBezTo>
                  <a:pt x="11" y="37"/>
                  <a:pt x="7" y="32"/>
                  <a:pt x="5" y="29"/>
                </a:cubicBezTo>
                <a:cubicBezTo>
                  <a:pt x="2" y="26"/>
                  <a:pt x="0" y="23"/>
                  <a:pt x="0" y="18"/>
                </a:cubicBezTo>
                <a:cubicBezTo>
                  <a:pt x="0" y="8"/>
                  <a:pt x="11" y="0"/>
                  <a:pt x="21" y="0"/>
                </a:cubicBezTo>
                <a:cubicBezTo>
                  <a:pt x="31" y="0"/>
                  <a:pt x="42" y="8"/>
                  <a:pt x="42" y="18"/>
                </a:cubicBezTo>
                <a:cubicBezTo>
                  <a:pt x="42" y="23"/>
                  <a:pt x="40" y="26"/>
                  <a:pt x="37" y="29"/>
                </a:cubicBezTo>
                <a:close/>
                <a:moveTo>
                  <a:pt x="21" y="6"/>
                </a:moveTo>
                <a:cubicBezTo>
                  <a:pt x="14" y="6"/>
                  <a:pt x="6" y="10"/>
                  <a:pt x="6" y="18"/>
                </a:cubicBezTo>
                <a:cubicBezTo>
                  <a:pt x="6" y="21"/>
                  <a:pt x="7" y="24"/>
                  <a:pt x="8" y="26"/>
                </a:cubicBezTo>
                <a:cubicBezTo>
                  <a:pt x="9" y="27"/>
                  <a:pt x="10" y="27"/>
                  <a:pt x="11" y="28"/>
                </a:cubicBezTo>
                <a:cubicBezTo>
                  <a:pt x="14" y="32"/>
                  <a:pt x="16" y="36"/>
                  <a:pt x="16" y="40"/>
                </a:cubicBezTo>
                <a:cubicBezTo>
                  <a:pt x="26" y="40"/>
                  <a:pt x="26" y="40"/>
                  <a:pt x="26" y="40"/>
                </a:cubicBezTo>
                <a:cubicBezTo>
                  <a:pt x="26" y="36"/>
                  <a:pt x="28" y="32"/>
                  <a:pt x="31" y="28"/>
                </a:cubicBezTo>
                <a:cubicBezTo>
                  <a:pt x="32" y="27"/>
                  <a:pt x="33" y="27"/>
                  <a:pt x="34" y="26"/>
                </a:cubicBezTo>
                <a:cubicBezTo>
                  <a:pt x="35" y="24"/>
                  <a:pt x="36" y="21"/>
                  <a:pt x="36" y="18"/>
                </a:cubicBezTo>
                <a:cubicBezTo>
                  <a:pt x="36" y="10"/>
                  <a:pt x="28" y="6"/>
                  <a:pt x="21" y="6"/>
                </a:cubicBezTo>
                <a:close/>
                <a:moveTo>
                  <a:pt x="29" y="20"/>
                </a:moveTo>
                <a:cubicBezTo>
                  <a:pt x="28" y="20"/>
                  <a:pt x="27" y="19"/>
                  <a:pt x="27" y="18"/>
                </a:cubicBezTo>
                <a:cubicBezTo>
                  <a:pt x="27" y="16"/>
                  <a:pt x="23" y="15"/>
                  <a:pt x="21" y="15"/>
                </a:cubicBezTo>
                <a:cubicBezTo>
                  <a:pt x="20" y="15"/>
                  <a:pt x="20" y="14"/>
                  <a:pt x="20" y="13"/>
                </a:cubicBezTo>
                <a:cubicBezTo>
                  <a:pt x="20" y="13"/>
                  <a:pt x="20" y="12"/>
                  <a:pt x="21" y="12"/>
                </a:cubicBezTo>
                <a:cubicBezTo>
                  <a:pt x="25" y="12"/>
                  <a:pt x="30" y="14"/>
                  <a:pt x="30" y="18"/>
                </a:cubicBezTo>
                <a:cubicBezTo>
                  <a:pt x="30" y="19"/>
                  <a:pt x="29" y="20"/>
                  <a:pt x="29" y="20"/>
                </a:cubicBez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2400">
              <a:latin typeface="Bogle" charset="0"/>
              <a:ea typeface="Bogle" charset="0"/>
              <a:cs typeface="Bogle" charset="0"/>
            </a:endParaRPr>
          </a:p>
        </p:txBody>
      </p:sp>
      <p:grpSp>
        <p:nvGrpSpPr>
          <p:cNvPr id="15" name="Group 14"/>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3"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3749489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animEffect transition="in" filter="fade">
                                      <p:cBhvr>
                                        <p:cTn id="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ection Header - Structure">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15" name="Freeform 56"/>
          <p:cNvSpPr>
            <a:spLocks noEditPoints="1"/>
          </p:cNvSpPr>
          <p:nvPr userDrawn="1"/>
        </p:nvSpPr>
        <p:spPr bwMode="auto">
          <a:xfrm>
            <a:off x="5470526" y="1498601"/>
            <a:ext cx="1250951" cy="1250951"/>
          </a:xfrm>
          <a:custGeom>
            <a:avLst/>
            <a:gdLst/>
            <a:ahLst/>
            <a:cxnLst>
              <a:cxn ang="0">
                <a:pos x="64" y="42"/>
              </a:cxn>
              <a:cxn ang="0">
                <a:pos x="63" y="44"/>
              </a:cxn>
              <a:cxn ang="0">
                <a:pos x="33" y="64"/>
              </a:cxn>
              <a:cxn ang="0">
                <a:pos x="32" y="64"/>
              </a:cxn>
              <a:cxn ang="0">
                <a:pos x="30" y="64"/>
              </a:cxn>
              <a:cxn ang="0">
                <a:pos x="1" y="44"/>
              </a:cxn>
              <a:cxn ang="0">
                <a:pos x="0" y="42"/>
              </a:cxn>
              <a:cxn ang="0">
                <a:pos x="0" y="23"/>
              </a:cxn>
              <a:cxn ang="0">
                <a:pos x="1" y="20"/>
              </a:cxn>
              <a:cxn ang="0">
                <a:pos x="30" y="1"/>
              </a:cxn>
              <a:cxn ang="0">
                <a:pos x="32" y="0"/>
              </a:cxn>
              <a:cxn ang="0">
                <a:pos x="33" y="1"/>
              </a:cxn>
              <a:cxn ang="0">
                <a:pos x="63" y="20"/>
              </a:cxn>
              <a:cxn ang="0">
                <a:pos x="64" y="23"/>
              </a:cxn>
              <a:cxn ang="0">
                <a:pos x="64" y="42"/>
              </a:cxn>
              <a:cxn ang="0">
                <a:pos x="12" y="32"/>
              </a:cxn>
              <a:cxn ang="0">
                <a:pos x="5" y="28"/>
              </a:cxn>
              <a:cxn ang="0">
                <a:pos x="5" y="37"/>
              </a:cxn>
              <a:cxn ang="0">
                <a:pos x="12" y="32"/>
              </a:cxn>
              <a:cxn ang="0">
                <a:pos x="29" y="21"/>
              </a:cxn>
              <a:cxn ang="0">
                <a:pos x="29" y="8"/>
              </a:cxn>
              <a:cxn ang="0">
                <a:pos x="7" y="23"/>
              </a:cxn>
              <a:cxn ang="0">
                <a:pos x="17" y="29"/>
              </a:cxn>
              <a:cxn ang="0">
                <a:pos x="29" y="21"/>
              </a:cxn>
              <a:cxn ang="0">
                <a:pos x="29" y="56"/>
              </a:cxn>
              <a:cxn ang="0">
                <a:pos x="29" y="44"/>
              </a:cxn>
              <a:cxn ang="0">
                <a:pos x="17" y="36"/>
              </a:cxn>
              <a:cxn ang="0">
                <a:pos x="7" y="42"/>
              </a:cxn>
              <a:cxn ang="0">
                <a:pos x="29" y="56"/>
              </a:cxn>
              <a:cxn ang="0">
                <a:pos x="41" y="32"/>
              </a:cxn>
              <a:cxn ang="0">
                <a:pos x="32" y="26"/>
              </a:cxn>
              <a:cxn ang="0">
                <a:pos x="22" y="32"/>
              </a:cxn>
              <a:cxn ang="0">
                <a:pos x="32" y="39"/>
              </a:cxn>
              <a:cxn ang="0">
                <a:pos x="41" y="32"/>
              </a:cxn>
              <a:cxn ang="0">
                <a:pos x="56" y="23"/>
              </a:cxn>
              <a:cxn ang="0">
                <a:pos x="35" y="8"/>
              </a:cxn>
              <a:cxn ang="0">
                <a:pos x="35" y="21"/>
              </a:cxn>
              <a:cxn ang="0">
                <a:pos x="46" y="29"/>
              </a:cxn>
              <a:cxn ang="0">
                <a:pos x="56" y="23"/>
              </a:cxn>
              <a:cxn ang="0">
                <a:pos x="56" y="42"/>
              </a:cxn>
              <a:cxn ang="0">
                <a:pos x="46" y="36"/>
              </a:cxn>
              <a:cxn ang="0">
                <a:pos x="35" y="44"/>
              </a:cxn>
              <a:cxn ang="0">
                <a:pos x="35" y="56"/>
              </a:cxn>
              <a:cxn ang="0">
                <a:pos x="56" y="42"/>
              </a:cxn>
              <a:cxn ang="0">
                <a:pos x="58" y="37"/>
              </a:cxn>
              <a:cxn ang="0">
                <a:pos x="58" y="28"/>
              </a:cxn>
              <a:cxn ang="0">
                <a:pos x="51" y="32"/>
              </a:cxn>
              <a:cxn ang="0">
                <a:pos x="58" y="37"/>
              </a:cxn>
            </a:cxnLst>
            <a:rect l="0" t="0" r="r" b="b"/>
            <a:pathLst>
              <a:path w="64" h="64">
                <a:moveTo>
                  <a:pt x="64" y="42"/>
                </a:moveTo>
                <a:cubicBezTo>
                  <a:pt x="64" y="43"/>
                  <a:pt x="63" y="44"/>
                  <a:pt x="63" y="44"/>
                </a:cubicBezTo>
                <a:cubicBezTo>
                  <a:pt x="33" y="64"/>
                  <a:pt x="33" y="64"/>
                  <a:pt x="33" y="64"/>
                </a:cubicBezTo>
                <a:cubicBezTo>
                  <a:pt x="33" y="64"/>
                  <a:pt x="32" y="64"/>
                  <a:pt x="32" y="64"/>
                </a:cubicBezTo>
                <a:cubicBezTo>
                  <a:pt x="31" y="64"/>
                  <a:pt x="31" y="64"/>
                  <a:pt x="30" y="64"/>
                </a:cubicBezTo>
                <a:cubicBezTo>
                  <a:pt x="1" y="44"/>
                  <a:pt x="1" y="44"/>
                  <a:pt x="1" y="44"/>
                </a:cubicBezTo>
                <a:cubicBezTo>
                  <a:pt x="0" y="44"/>
                  <a:pt x="0" y="43"/>
                  <a:pt x="0" y="42"/>
                </a:cubicBezTo>
                <a:cubicBezTo>
                  <a:pt x="0" y="23"/>
                  <a:pt x="0" y="23"/>
                  <a:pt x="0" y="23"/>
                </a:cubicBezTo>
                <a:cubicBezTo>
                  <a:pt x="0" y="22"/>
                  <a:pt x="0" y="21"/>
                  <a:pt x="1" y="20"/>
                </a:cubicBezTo>
                <a:cubicBezTo>
                  <a:pt x="30" y="1"/>
                  <a:pt x="30" y="1"/>
                  <a:pt x="30" y="1"/>
                </a:cubicBezTo>
                <a:cubicBezTo>
                  <a:pt x="31" y="1"/>
                  <a:pt x="31" y="0"/>
                  <a:pt x="32" y="0"/>
                </a:cubicBezTo>
                <a:cubicBezTo>
                  <a:pt x="32" y="0"/>
                  <a:pt x="33" y="1"/>
                  <a:pt x="33" y="1"/>
                </a:cubicBezTo>
                <a:cubicBezTo>
                  <a:pt x="63" y="20"/>
                  <a:pt x="63" y="20"/>
                  <a:pt x="63" y="20"/>
                </a:cubicBezTo>
                <a:cubicBezTo>
                  <a:pt x="63" y="21"/>
                  <a:pt x="64" y="22"/>
                  <a:pt x="64" y="23"/>
                </a:cubicBezTo>
                <a:lnTo>
                  <a:pt x="64" y="42"/>
                </a:lnTo>
                <a:close/>
                <a:moveTo>
                  <a:pt x="12" y="32"/>
                </a:moveTo>
                <a:cubicBezTo>
                  <a:pt x="5" y="28"/>
                  <a:pt x="5" y="28"/>
                  <a:pt x="5" y="28"/>
                </a:cubicBezTo>
                <a:cubicBezTo>
                  <a:pt x="5" y="37"/>
                  <a:pt x="5" y="37"/>
                  <a:pt x="5" y="37"/>
                </a:cubicBezTo>
                <a:lnTo>
                  <a:pt x="12" y="32"/>
                </a:lnTo>
                <a:close/>
                <a:moveTo>
                  <a:pt x="29" y="21"/>
                </a:moveTo>
                <a:cubicBezTo>
                  <a:pt x="29" y="8"/>
                  <a:pt x="29" y="8"/>
                  <a:pt x="29" y="8"/>
                </a:cubicBezTo>
                <a:cubicBezTo>
                  <a:pt x="7" y="23"/>
                  <a:pt x="7" y="23"/>
                  <a:pt x="7" y="23"/>
                </a:cubicBezTo>
                <a:cubicBezTo>
                  <a:pt x="17" y="29"/>
                  <a:pt x="17" y="29"/>
                  <a:pt x="17" y="29"/>
                </a:cubicBezTo>
                <a:lnTo>
                  <a:pt x="29" y="21"/>
                </a:lnTo>
                <a:close/>
                <a:moveTo>
                  <a:pt x="29" y="56"/>
                </a:moveTo>
                <a:cubicBezTo>
                  <a:pt x="29" y="44"/>
                  <a:pt x="29" y="44"/>
                  <a:pt x="29" y="44"/>
                </a:cubicBezTo>
                <a:cubicBezTo>
                  <a:pt x="17" y="36"/>
                  <a:pt x="17" y="36"/>
                  <a:pt x="17" y="36"/>
                </a:cubicBezTo>
                <a:cubicBezTo>
                  <a:pt x="7" y="42"/>
                  <a:pt x="7" y="42"/>
                  <a:pt x="7" y="42"/>
                </a:cubicBezTo>
                <a:lnTo>
                  <a:pt x="29" y="56"/>
                </a:lnTo>
                <a:close/>
                <a:moveTo>
                  <a:pt x="41" y="32"/>
                </a:moveTo>
                <a:cubicBezTo>
                  <a:pt x="32" y="26"/>
                  <a:pt x="32" y="26"/>
                  <a:pt x="32" y="26"/>
                </a:cubicBezTo>
                <a:cubicBezTo>
                  <a:pt x="22" y="32"/>
                  <a:pt x="22" y="32"/>
                  <a:pt x="22" y="32"/>
                </a:cubicBezTo>
                <a:cubicBezTo>
                  <a:pt x="32" y="39"/>
                  <a:pt x="32" y="39"/>
                  <a:pt x="32" y="39"/>
                </a:cubicBezTo>
                <a:lnTo>
                  <a:pt x="41" y="32"/>
                </a:lnTo>
                <a:close/>
                <a:moveTo>
                  <a:pt x="56" y="23"/>
                </a:moveTo>
                <a:cubicBezTo>
                  <a:pt x="35" y="8"/>
                  <a:pt x="35" y="8"/>
                  <a:pt x="35" y="8"/>
                </a:cubicBezTo>
                <a:cubicBezTo>
                  <a:pt x="35" y="21"/>
                  <a:pt x="35" y="21"/>
                  <a:pt x="35" y="21"/>
                </a:cubicBezTo>
                <a:cubicBezTo>
                  <a:pt x="46" y="29"/>
                  <a:pt x="46" y="29"/>
                  <a:pt x="46" y="29"/>
                </a:cubicBezTo>
                <a:lnTo>
                  <a:pt x="56" y="23"/>
                </a:lnTo>
                <a:close/>
                <a:moveTo>
                  <a:pt x="56" y="42"/>
                </a:moveTo>
                <a:cubicBezTo>
                  <a:pt x="46" y="36"/>
                  <a:pt x="46" y="36"/>
                  <a:pt x="46" y="36"/>
                </a:cubicBezTo>
                <a:cubicBezTo>
                  <a:pt x="35" y="44"/>
                  <a:pt x="35" y="44"/>
                  <a:pt x="35" y="44"/>
                </a:cubicBezTo>
                <a:cubicBezTo>
                  <a:pt x="35" y="56"/>
                  <a:pt x="35" y="56"/>
                  <a:pt x="35" y="56"/>
                </a:cubicBezTo>
                <a:lnTo>
                  <a:pt x="56" y="42"/>
                </a:lnTo>
                <a:close/>
                <a:moveTo>
                  <a:pt x="58" y="37"/>
                </a:moveTo>
                <a:cubicBezTo>
                  <a:pt x="58" y="28"/>
                  <a:pt x="58" y="28"/>
                  <a:pt x="58" y="28"/>
                </a:cubicBezTo>
                <a:cubicBezTo>
                  <a:pt x="51" y="32"/>
                  <a:pt x="51" y="32"/>
                  <a:pt x="51" y="32"/>
                </a:cubicBezTo>
                <a:lnTo>
                  <a:pt x="58" y="37"/>
                </a:ln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2400">
              <a:latin typeface="Bogle" charset="0"/>
              <a:ea typeface="Bogle" charset="0"/>
              <a:cs typeface="Bogle" charset="0"/>
            </a:endParaRPr>
          </a:p>
        </p:txBody>
      </p:sp>
      <p:grpSp>
        <p:nvGrpSpPr>
          <p:cNvPr id="14" name="Group 13"/>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3"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2790439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ection Header - Puzzle">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14" name="Freeform 77"/>
          <p:cNvSpPr>
            <a:spLocks/>
          </p:cNvSpPr>
          <p:nvPr userDrawn="1"/>
        </p:nvSpPr>
        <p:spPr bwMode="auto">
          <a:xfrm rot="20133226">
            <a:off x="5329055" y="1240368"/>
            <a:ext cx="1533892" cy="1532467"/>
          </a:xfrm>
          <a:custGeom>
            <a:avLst/>
            <a:gdLst/>
            <a:ahLst/>
            <a:cxnLst>
              <a:cxn ang="0">
                <a:pos x="183" y="216"/>
              </a:cxn>
              <a:cxn ang="0">
                <a:pos x="256" y="180"/>
              </a:cxn>
              <a:cxn ang="0">
                <a:pos x="217" y="88"/>
              </a:cxn>
              <a:cxn ang="0">
                <a:pos x="385" y="88"/>
              </a:cxn>
              <a:cxn ang="0">
                <a:pos x="347" y="180"/>
              </a:cxn>
              <a:cxn ang="0">
                <a:pos x="420" y="216"/>
              </a:cxn>
              <a:cxn ang="0">
                <a:pos x="603" y="216"/>
              </a:cxn>
              <a:cxn ang="0">
                <a:pos x="603" y="399"/>
              </a:cxn>
              <a:cxn ang="0">
                <a:pos x="638" y="472"/>
              </a:cxn>
              <a:cxn ang="0">
                <a:pos x="731" y="433"/>
              </a:cxn>
              <a:cxn ang="0">
                <a:pos x="731" y="601"/>
              </a:cxn>
              <a:cxn ang="0">
                <a:pos x="638" y="563"/>
              </a:cxn>
              <a:cxn ang="0">
                <a:pos x="603" y="636"/>
              </a:cxn>
              <a:cxn ang="0">
                <a:pos x="603" y="819"/>
              </a:cxn>
              <a:cxn ang="0">
                <a:pos x="420" y="819"/>
              </a:cxn>
              <a:cxn ang="0">
                <a:pos x="347" y="784"/>
              </a:cxn>
              <a:cxn ang="0">
                <a:pos x="385" y="691"/>
              </a:cxn>
              <a:cxn ang="0">
                <a:pos x="217" y="691"/>
              </a:cxn>
              <a:cxn ang="0">
                <a:pos x="256" y="784"/>
              </a:cxn>
              <a:cxn ang="0">
                <a:pos x="183" y="819"/>
              </a:cxn>
              <a:cxn ang="0">
                <a:pos x="0" y="819"/>
              </a:cxn>
              <a:cxn ang="0">
                <a:pos x="0" y="636"/>
              </a:cxn>
              <a:cxn ang="0">
                <a:pos x="35" y="563"/>
              </a:cxn>
              <a:cxn ang="0">
                <a:pos x="128" y="601"/>
              </a:cxn>
              <a:cxn ang="0">
                <a:pos x="128" y="433"/>
              </a:cxn>
              <a:cxn ang="0">
                <a:pos x="35" y="472"/>
              </a:cxn>
              <a:cxn ang="0">
                <a:pos x="0" y="399"/>
              </a:cxn>
              <a:cxn ang="0">
                <a:pos x="0" y="216"/>
              </a:cxn>
              <a:cxn ang="0">
                <a:pos x="183" y="216"/>
              </a:cxn>
            </a:cxnLst>
            <a:rect l="0" t="0" r="r" b="b"/>
            <a:pathLst>
              <a:path w="819" h="819">
                <a:moveTo>
                  <a:pt x="183" y="216"/>
                </a:moveTo>
                <a:cubicBezTo>
                  <a:pt x="249" y="216"/>
                  <a:pt x="264" y="200"/>
                  <a:pt x="256" y="180"/>
                </a:cubicBezTo>
                <a:cubicBezTo>
                  <a:pt x="239" y="144"/>
                  <a:pt x="209" y="139"/>
                  <a:pt x="217" y="88"/>
                </a:cubicBezTo>
                <a:cubicBezTo>
                  <a:pt x="231" y="0"/>
                  <a:pt x="372" y="0"/>
                  <a:pt x="385" y="88"/>
                </a:cubicBezTo>
                <a:cubicBezTo>
                  <a:pt x="393" y="139"/>
                  <a:pt x="364" y="144"/>
                  <a:pt x="347" y="180"/>
                </a:cubicBezTo>
                <a:cubicBezTo>
                  <a:pt x="338" y="200"/>
                  <a:pt x="354" y="216"/>
                  <a:pt x="420" y="216"/>
                </a:cubicBezTo>
                <a:cubicBezTo>
                  <a:pt x="603" y="216"/>
                  <a:pt x="603" y="216"/>
                  <a:pt x="603" y="216"/>
                </a:cubicBezTo>
                <a:cubicBezTo>
                  <a:pt x="603" y="399"/>
                  <a:pt x="603" y="399"/>
                  <a:pt x="603" y="399"/>
                </a:cubicBezTo>
                <a:cubicBezTo>
                  <a:pt x="603" y="465"/>
                  <a:pt x="619" y="480"/>
                  <a:pt x="638" y="472"/>
                </a:cubicBezTo>
                <a:cubicBezTo>
                  <a:pt x="675" y="455"/>
                  <a:pt x="680" y="425"/>
                  <a:pt x="731" y="433"/>
                </a:cubicBezTo>
                <a:cubicBezTo>
                  <a:pt x="819" y="447"/>
                  <a:pt x="819" y="588"/>
                  <a:pt x="731" y="601"/>
                </a:cubicBezTo>
                <a:cubicBezTo>
                  <a:pt x="680" y="609"/>
                  <a:pt x="675" y="580"/>
                  <a:pt x="638" y="563"/>
                </a:cubicBezTo>
                <a:cubicBezTo>
                  <a:pt x="619" y="554"/>
                  <a:pt x="603" y="570"/>
                  <a:pt x="603" y="636"/>
                </a:cubicBezTo>
                <a:cubicBezTo>
                  <a:pt x="603" y="819"/>
                  <a:pt x="603" y="819"/>
                  <a:pt x="603" y="819"/>
                </a:cubicBezTo>
                <a:cubicBezTo>
                  <a:pt x="420" y="819"/>
                  <a:pt x="420" y="819"/>
                  <a:pt x="420" y="819"/>
                </a:cubicBezTo>
                <a:cubicBezTo>
                  <a:pt x="354" y="819"/>
                  <a:pt x="338" y="803"/>
                  <a:pt x="347" y="784"/>
                </a:cubicBezTo>
                <a:cubicBezTo>
                  <a:pt x="364" y="747"/>
                  <a:pt x="393" y="742"/>
                  <a:pt x="385" y="691"/>
                </a:cubicBezTo>
                <a:cubicBezTo>
                  <a:pt x="372" y="603"/>
                  <a:pt x="231" y="603"/>
                  <a:pt x="217" y="691"/>
                </a:cubicBezTo>
                <a:cubicBezTo>
                  <a:pt x="209" y="742"/>
                  <a:pt x="239" y="747"/>
                  <a:pt x="256" y="784"/>
                </a:cubicBezTo>
                <a:cubicBezTo>
                  <a:pt x="264" y="803"/>
                  <a:pt x="249" y="819"/>
                  <a:pt x="183" y="819"/>
                </a:cubicBezTo>
                <a:cubicBezTo>
                  <a:pt x="0" y="819"/>
                  <a:pt x="0" y="819"/>
                  <a:pt x="0" y="819"/>
                </a:cubicBezTo>
                <a:cubicBezTo>
                  <a:pt x="0" y="636"/>
                  <a:pt x="0" y="636"/>
                  <a:pt x="0" y="636"/>
                </a:cubicBezTo>
                <a:cubicBezTo>
                  <a:pt x="0" y="570"/>
                  <a:pt x="16" y="554"/>
                  <a:pt x="35" y="563"/>
                </a:cubicBezTo>
                <a:cubicBezTo>
                  <a:pt x="72" y="580"/>
                  <a:pt x="76" y="609"/>
                  <a:pt x="128" y="601"/>
                </a:cubicBezTo>
                <a:cubicBezTo>
                  <a:pt x="216" y="588"/>
                  <a:pt x="216" y="447"/>
                  <a:pt x="128" y="433"/>
                </a:cubicBezTo>
                <a:cubicBezTo>
                  <a:pt x="76" y="425"/>
                  <a:pt x="72" y="455"/>
                  <a:pt x="35" y="472"/>
                </a:cubicBezTo>
                <a:cubicBezTo>
                  <a:pt x="16" y="480"/>
                  <a:pt x="0" y="465"/>
                  <a:pt x="0" y="399"/>
                </a:cubicBezTo>
                <a:cubicBezTo>
                  <a:pt x="0" y="216"/>
                  <a:pt x="0" y="216"/>
                  <a:pt x="0" y="216"/>
                </a:cubicBezTo>
                <a:lnTo>
                  <a:pt x="183" y="216"/>
                </a:lnTo>
                <a:close/>
              </a:path>
            </a:pathLst>
          </a:custGeom>
          <a:solidFill>
            <a:schemeClr val="bg1"/>
          </a:solidFill>
          <a:ln w="19050">
            <a:noFill/>
            <a:round/>
            <a:headEnd/>
            <a:tailEnd/>
          </a:ln>
        </p:spPr>
        <p:txBody>
          <a:bodyPr vert="horz" wrap="square" lIns="121920" tIns="60960" rIns="121920" bIns="60960" numCol="1" anchor="t" anchorCtr="0" compatLnSpc="1">
            <a:prstTxWarp prst="textNoShape">
              <a:avLst/>
            </a:prstTxWarp>
          </a:bodyPr>
          <a:lstStyle/>
          <a:p>
            <a:endParaRPr lang="en-US" sz="2400">
              <a:latin typeface="Bogle" charset="0"/>
              <a:ea typeface="Bogle" charset="0"/>
              <a:cs typeface="Bogle" charset="0"/>
            </a:endParaRPr>
          </a:p>
        </p:txBody>
      </p:sp>
      <p:grpSp>
        <p:nvGrpSpPr>
          <p:cNvPr id="15" name="Group 14"/>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3"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3774793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ection Header - Network">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15" name="Freeform 66"/>
          <p:cNvSpPr>
            <a:spLocks noEditPoints="1"/>
          </p:cNvSpPr>
          <p:nvPr userDrawn="1"/>
        </p:nvSpPr>
        <p:spPr bwMode="auto">
          <a:xfrm>
            <a:off x="5577490" y="1594470"/>
            <a:ext cx="1037021" cy="1211311"/>
          </a:xfrm>
          <a:custGeom>
            <a:avLst/>
            <a:gdLst/>
            <a:ahLst/>
            <a:cxnLst>
              <a:cxn ang="0">
                <a:pos x="55" y="9"/>
              </a:cxn>
              <a:cxn ang="0">
                <a:pos x="55" y="14"/>
              </a:cxn>
              <a:cxn ang="0">
                <a:pos x="27" y="23"/>
              </a:cxn>
              <a:cxn ang="0">
                <a:pos x="0" y="14"/>
              </a:cxn>
              <a:cxn ang="0">
                <a:pos x="0" y="9"/>
              </a:cxn>
              <a:cxn ang="0">
                <a:pos x="27" y="0"/>
              </a:cxn>
              <a:cxn ang="0">
                <a:pos x="55" y="9"/>
              </a:cxn>
              <a:cxn ang="0">
                <a:pos x="55" y="21"/>
              </a:cxn>
              <a:cxn ang="0">
                <a:pos x="55" y="27"/>
              </a:cxn>
              <a:cxn ang="0">
                <a:pos x="27" y="37"/>
              </a:cxn>
              <a:cxn ang="0">
                <a:pos x="0" y="27"/>
              </a:cxn>
              <a:cxn ang="0">
                <a:pos x="0" y="21"/>
              </a:cxn>
              <a:cxn ang="0">
                <a:pos x="27" y="27"/>
              </a:cxn>
              <a:cxn ang="0">
                <a:pos x="55" y="21"/>
              </a:cxn>
              <a:cxn ang="0">
                <a:pos x="55" y="35"/>
              </a:cxn>
              <a:cxn ang="0">
                <a:pos x="55" y="41"/>
              </a:cxn>
              <a:cxn ang="0">
                <a:pos x="27" y="50"/>
              </a:cxn>
              <a:cxn ang="0">
                <a:pos x="0" y="41"/>
              </a:cxn>
              <a:cxn ang="0">
                <a:pos x="0" y="35"/>
              </a:cxn>
              <a:cxn ang="0">
                <a:pos x="27" y="41"/>
              </a:cxn>
              <a:cxn ang="0">
                <a:pos x="55" y="35"/>
              </a:cxn>
              <a:cxn ang="0">
                <a:pos x="55" y="49"/>
              </a:cxn>
              <a:cxn ang="0">
                <a:pos x="55" y="55"/>
              </a:cxn>
              <a:cxn ang="0">
                <a:pos x="27" y="64"/>
              </a:cxn>
              <a:cxn ang="0">
                <a:pos x="0" y="55"/>
              </a:cxn>
              <a:cxn ang="0">
                <a:pos x="0" y="49"/>
              </a:cxn>
              <a:cxn ang="0">
                <a:pos x="27" y="55"/>
              </a:cxn>
              <a:cxn ang="0">
                <a:pos x="55" y="49"/>
              </a:cxn>
            </a:cxnLst>
            <a:rect l="0" t="0" r="r" b="b"/>
            <a:pathLst>
              <a:path w="55" h="64">
                <a:moveTo>
                  <a:pt x="55" y="9"/>
                </a:moveTo>
                <a:cubicBezTo>
                  <a:pt x="55" y="14"/>
                  <a:pt x="55" y="14"/>
                  <a:pt x="55" y="14"/>
                </a:cubicBezTo>
                <a:cubicBezTo>
                  <a:pt x="55" y="19"/>
                  <a:pt x="42" y="23"/>
                  <a:pt x="27" y="23"/>
                </a:cubicBezTo>
                <a:cubicBezTo>
                  <a:pt x="12" y="23"/>
                  <a:pt x="0" y="19"/>
                  <a:pt x="0" y="14"/>
                </a:cubicBezTo>
                <a:cubicBezTo>
                  <a:pt x="0" y="9"/>
                  <a:pt x="0" y="9"/>
                  <a:pt x="0" y="9"/>
                </a:cubicBezTo>
                <a:cubicBezTo>
                  <a:pt x="0" y="4"/>
                  <a:pt x="12" y="0"/>
                  <a:pt x="27" y="0"/>
                </a:cubicBezTo>
                <a:cubicBezTo>
                  <a:pt x="42" y="0"/>
                  <a:pt x="55" y="4"/>
                  <a:pt x="55" y="9"/>
                </a:cubicBezTo>
                <a:close/>
                <a:moveTo>
                  <a:pt x="55" y="21"/>
                </a:moveTo>
                <a:cubicBezTo>
                  <a:pt x="55" y="27"/>
                  <a:pt x="55" y="27"/>
                  <a:pt x="55" y="27"/>
                </a:cubicBezTo>
                <a:cubicBezTo>
                  <a:pt x="55" y="32"/>
                  <a:pt x="42" y="37"/>
                  <a:pt x="27" y="37"/>
                </a:cubicBezTo>
                <a:cubicBezTo>
                  <a:pt x="12" y="37"/>
                  <a:pt x="0" y="32"/>
                  <a:pt x="0" y="27"/>
                </a:cubicBezTo>
                <a:cubicBezTo>
                  <a:pt x="0" y="21"/>
                  <a:pt x="0" y="21"/>
                  <a:pt x="0" y="21"/>
                </a:cubicBezTo>
                <a:cubicBezTo>
                  <a:pt x="6" y="25"/>
                  <a:pt x="16" y="27"/>
                  <a:pt x="27" y="27"/>
                </a:cubicBezTo>
                <a:cubicBezTo>
                  <a:pt x="38" y="27"/>
                  <a:pt x="49" y="25"/>
                  <a:pt x="55" y="21"/>
                </a:cubicBezTo>
                <a:close/>
                <a:moveTo>
                  <a:pt x="55" y="35"/>
                </a:moveTo>
                <a:cubicBezTo>
                  <a:pt x="55" y="41"/>
                  <a:pt x="55" y="41"/>
                  <a:pt x="55" y="41"/>
                </a:cubicBezTo>
                <a:cubicBezTo>
                  <a:pt x="55" y="46"/>
                  <a:pt x="42" y="50"/>
                  <a:pt x="27" y="50"/>
                </a:cubicBezTo>
                <a:cubicBezTo>
                  <a:pt x="12" y="50"/>
                  <a:pt x="0" y="46"/>
                  <a:pt x="0" y="41"/>
                </a:cubicBezTo>
                <a:cubicBezTo>
                  <a:pt x="0" y="35"/>
                  <a:pt x="0" y="35"/>
                  <a:pt x="0" y="35"/>
                </a:cubicBezTo>
                <a:cubicBezTo>
                  <a:pt x="6" y="39"/>
                  <a:pt x="16" y="41"/>
                  <a:pt x="27" y="41"/>
                </a:cubicBezTo>
                <a:cubicBezTo>
                  <a:pt x="38" y="41"/>
                  <a:pt x="49" y="39"/>
                  <a:pt x="55" y="35"/>
                </a:cubicBezTo>
                <a:close/>
                <a:moveTo>
                  <a:pt x="55" y="49"/>
                </a:moveTo>
                <a:cubicBezTo>
                  <a:pt x="55" y="55"/>
                  <a:pt x="55" y="55"/>
                  <a:pt x="55" y="55"/>
                </a:cubicBezTo>
                <a:cubicBezTo>
                  <a:pt x="55" y="60"/>
                  <a:pt x="42" y="64"/>
                  <a:pt x="27" y="64"/>
                </a:cubicBezTo>
                <a:cubicBezTo>
                  <a:pt x="12" y="64"/>
                  <a:pt x="0" y="60"/>
                  <a:pt x="0" y="55"/>
                </a:cubicBezTo>
                <a:cubicBezTo>
                  <a:pt x="0" y="49"/>
                  <a:pt x="0" y="49"/>
                  <a:pt x="0" y="49"/>
                </a:cubicBezTo>
                <a:cubicBezTo>
                  <a:pt x="6" y="53"/>
                  <a:pt x="16" y="55"/>
                  <a:pt x="27" y="55"/>
                </a:cubicBezTo>
                <a:cubicBezTo>
                  <a:pt x="38" y="55"/>
                  <a:pt x="49" y="53"/>
                  <a:pt x="55" y="49"/>
                </a:cubicBez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2400">
              <a:latin typeface="Bogle" charset="0"/>
              <a:ea typeface="Bogle" charset="0"/>
              <a:cs typeface="Bogle" charset="0"/>
            </a:endParaRPr>
          </a:p>
        </p:txBody>
      </p:sp>
      <p:grpSp>
        <p:nvGrpSpPr>
          <p:cNvPr id="14" name="Group 13"/>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Tree>
    <p:extLst>
      <p:ext uri="{BB962C8B-B14F-4D97-AF65-F5344CB8AC3E}">
        <p14:creationId xmlns:p14="http://schemas.microsoft.com/office/powerpoint/2010/main" val="3906747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ection Header - IT">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14" name="Freeform 101"/>
          <p:cNvSpPr>
            <a:spLocks noEditPoints="1"/>
          </p:cNvSpPr>
          <p:nvPr userDrawn="1"/>
        </p:nvSpPr>
        <p:spPr bwMode="auto">
          <a:xfrm>
            <a:off x="5339411" y="1667934"/>
            <a:ext cx="1513180" cy="1002709"/>
          </a:xfrm>
          <a:custGeom>
            <a:avLst/>
            <a:gdLst/>
            <a:ahLst/>
            <a:cxnLst>
              <a:cxn ang="0">
                <a:pos x="77" y="43"/>
              </a:cxn>
              <a:cxn ang="0">
                <a:pos x="77" y="47"/>
              </a:cxn>
              <a:cxn ang="0">
                <a:pos x="70" y="51"/>
              </a:cxn>
              <a:cxn ang="0">
                <a:pos x="6" y="51"/>
              </a:cxn>
              <a:cxn ang="0">
                <a:pos x="0" y="47"/>
              </a:cxn>
              <a:cxn ang="0">
                <a:pos x="0" y="43"/>
              </a:cxn>
              <a:cxn ang="0">
                <a:pos x="6" y="43"/>
              </a:cxn>
              <a:cxn ang="0">
                <a:pos x="70" y="43"/>
              </a:cxn>
              <a:cxn ang="0">
                <a:pos x="77" y="43"/>
              </a:cxn>
              <a:cxn ang="0">
                <a:pos x="10" y="34"/>
              </a:cxn>
              <a:cxn ang="0">
                <a:pos x="10" y="6"/>
              </a:cxn>
              <a:cxn ang="0">
                <a:pos x="16" y="0"/>
              </a:cxn>
              <a:cxn ang="0">
                <a:pos x="60" y="0"/>
              </a:cxn>
              <a:cxn ang="0">
                <a:pos x="67" y="6"/>
              </a:cxn>
              <a:cxn ang="0">
                <a:pos x="67" y="34"/>
              </a:cxn>
              <a:cxn ang="0">
                <a:pos x="60" y="41"/>
              </a:cxn>
              <a:cxn ang="0">
                <a:pos x="16" y="41"/>
              </a:cxn>
              <a:cxn ang="0">
                <a:pos x="10" y="34"/>
              </a:cxn>
              <a:cxn ang="0">
                <a:pos x="15" y="34"/>
              </a:cxn>
              <a:cxn ang="0">
                <a:pos x="16" y="36"/>
              </a:cxn>
              <a:cxn ang="0">
                <a:pos x="60" y="36"/>
              </a:cxn>
              <a:cxn ang="0">
                <a:pos x="61" y="34"/>
              </a:cxn>
              <a:cxn ang="0">
                <a:pos x="61" y="6"/>
              </a:cxn>
              <a:cxn ang="0">
                <a:pos x="60" y="5"/>
              </a:cxn>
              <a:cxn ang="0">
                <a:pos x="16" y="5"/>
              </a:cxn>
              <a:cxn ang="0">
                <a:pos x="15" y="6"/>
              </a:cxn>
              <a:cxn ang="0">
                <a:pos x="15" y="34"/>
              </a:cxn>
              <a:cxn ang="0">
                <a:pos x="42" y="47"/>
              </a:cxn>
              <a:cxn ang="0">
                <a:pos x="42" y="46"/>
              </a:cxn>
              <a:cxn ang="0">
                <a:pos x="35" y="46"/>
              </a:cxn>
              <a:cxn ang="0">
                <a:pos x="34" y="47"/>
              </a:cxn>
              <a:cxn ang="0">
                <a:pos x="35" y="47"/>
              </a:cxn>
              <a:cxn ang="0">
                <a:pos x="42" y="47"/>
              </a:cxn>
              <a:cxn ang="0">
                <a:pos x="42" y="47"/>
              </a:cxn>
            </a:cxnLst>
            <a:rect l="0" t="0" r="r" b="b"/>
            <a:pathLst>
              <a:path w="77" h="51">
                <a:moveTo>
                  <a:pt x="77" y="43"/>
                </a:moveTo>
                <a:cubicBezTo>
                  <a:pt x="77" y="47"/>
                  <a:pt x="77" y="47"/>
                  <a:pt x="77" y="47"/>
                </a:cubicBezTo>
                <a:cubicBezTo>
                  <a:pt x="77" y="49"/>
                  <a:pt x="74" y="51"/>
                  <a:pt x="70" y="51"/>
                </a:cubicBezTo>
                <a:cubicBezTo>
                  <a:pt x="6" y="51"/>
                  <a:pt x="6" y="51"/>
                  <a:pt x="6" y="51"/>
                </a:cubicBezTo>
                <a:cubicBezTo>
                  <a:pt x="3" y="51"/>
                  <a:pt x="0" y="49"/>
                  <a:pt x="0" y="47"/>
                </a:cubicBezTo>
                <a:cubicBezTo>
                  <a:pt x="0" y="43"/>
                  <a:pt x="0" y="43"/>
                  <a:pt x="0" y="43"/>
                </a:cubicBezTo>
                <a:cubicBezTo>
                  <a:pt x="6" y="43"/>
                  <a:pt x="6" y="43"/>
                  <a:pt x="6" y="43"/>
                </a:cubicBezTo>
                <a:cubicBezTo>
                  <a:pt x="70" y="43"/>
                  <a:pt x="70" y="43"/>
                  <a:pt x="70" y="43"/>
                </a:cubicBezTo>
                <a:lnTo>
                  <a:pt x="77" y="43"/>
                </a:lnTo>
                <a:close/>
                <a:moveTo>
                  <a:pt x="10" y="34"/>
                </a:moveTo>
                <a:cubicBezTo>
                  <a:pt x="10" y="6"/>
                  <a:pt x="10" y="6"/>
                  <a:pt x="10" y="6"/>
                </a:cubicBezTo>
                <a:cubicBezTo>
                  <a:pt x="10" y="2"/>
                  <a:pt x="13" y="0"/>
                  <a:pt x="16" y="0"/>
                </a:cubicBezTo>
                <a:cubicBezTo>
                  <a:pt x="60" y="0"/>
                  <a:pt x="60" y="0"/>
                  <a:pt x="60" y="0"/>
                </a:cubicBezTo>
                <a:cubicBezTo>
                  <a:pt x="64" y="0"/>
                  <a:pt x="67" y="2"/>
                  <a:pt x="67" y="6"/>
                </a:cubicBezTo>
                <a:cubicBezTo>
                  <a:pt x="67" y="34"/>
                  <a:pt x="67" y="34"/>
                  <a:pt x="67" y="34"/>
                </a:cubicBezTo>
                <a:cubicBezTo>
                  <a:pt x="67" y="38"/>
                  <a:pt x="64" y="41"/>
                  <a:pt x="60" y="41"/>
                </a:cubicBezTo>
                <a:cubicBezTo>
                  <a:pt x="16" y="41"/>
                  <a:pt x="16" y="41"/>
                  <a:pt x="16" y="41"/>
                </a:cubicBezTo>
                <a:cubicBezTo>
                  <a:pt x="13" y="41"/>
                  <a:pt x="10" y="38"/>
                  <a:pt x="10" y="34"/>
                </a:cubicBezTo>
                <a:close/>
                <a:moveTo>
                  <a:pt x="15" y="34"/>
                </a:moveTo>
                <a:cubicBezTo>
                  <a:pt x="15" y="35"/>
                  <a:pt x="16" y="36"/>
                  <a:pt x="16" y="36"/>
                </a:cubicBezTo>
                <a:cubicBezTo>
                  <a:pt x="60" y="36"/>
                  <a:pt x="60" y="36"/>
                  <a:pt x="60" y="36"/>
                </a:cubicBezTo>
                <a:cubicBezTo>
                  <a:pt x="61" y="36"/>
                  <a:pt x="61" y="35"/>
                  <a:pt x="61" y="34"/>
                </a:cubicBezTo>
                <a:cubicBezTo>
                  <a:pt x="61" y="6"/>
                  <a:pt x="61" y="6"/>
                  <a:pt x="61" y="6"/>
                </a:cubicBezTo>
                <a:cubicBezTo>
                  <a:pt x="61" y="5"/>
                  <a:pt x="61" y="5"/>
                  <a:pt x="60" y="5"/>
                </a:cubicBezTo>
                <a:cubicBezTo>
                  <a:pt x="16" y="5"/>
                  <a:pt x="16" y="5"/>
                  <a:pt x="16" y="5"/>
                </a:cubicBezTo>
                <a:cubicBezTo>
                  <a:pt x="16" y="5"/>
                  <a:pt x="15" y="5"/>
                  <a:pt x="15" y="6"/>
                </a:cubicBezTo>
                <a:lnTo>
                  <a:pt x="15" y="34"/>
                </a:lnTo>
                <a:close/>
                <a:moveTo>
                  <a:pt x="42" y="47"/>
                </a:moveTo>
                <a:cubicBezTo>
                  <a:pt x="42" y="46"/>
                  <a:pt x="42" y="46"/>
                  <a:pt x="42" y="46"/>
                </a:cubicBezTo>
                <a:cubicBezTo>
                  <a:pt x="35" y="46"/>
                  <a:pt x="35" y="46"/>
                  <a:pt x="35" y="46"/>
                </a:cubicBezTo>
                <a:cubicBezTo>
                  <a:pt x="35" y="46"/>
                  <a:pt x="34" y="46"/>
                  <a:pt x="34" y="47"/>
                </a:cubicBezTo>
                <a:cubicBezTo>
                  <a:pt x="34" y="47"/>
                  <a:pt x="35" y="47"/>
                  <a:pt x="35" y="47"/>
                </a:cubicBezTo>
                <a:cubicBezTo>
                  <a:pt x="42" y="47"/>
                  <a:pt x="42" y="47"/>
                  <a:pt x="42" y="47"/>
                </a:cubicBezTo>
                <a:cubicBezTo>
                  <a:pt x="42" y="47"/>
                  <a:pt x="42" y="47"/>
                  <a:pt x="42" y="47"/>
                </a:cubicBez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2400">
              <a:latin typeface="Bogle" charset="0"/>
              <a:ea typeface="Bogle" charset="0"/>
              <a:cs typeface="Bogle" charset="0"/>
            </a:endParaRPr>
          </a:p>
        </p:txBody>
      </p:sp>
      <p:grpSp>
        <p:nvGrpSpPr>
          <p:cNvPr id="15" name="Group 14"/>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3"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1795771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animEffect transition="in" filter="fade">
                                      <p:cBhvr>
                                        <p:cTn id="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Section Header - Data">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15" name="Freeform 7"/>
          <p:cNvSpPr>
            <a:spLocks noEditPoints="1"/>
          </p:cNvSpPr>
          <p:nvPr userDrawn="1"/>
        </p:nvSpPr>
        <p:spPr bwMode="auto">
          <a:xfrm rot="16200000">
            <a:off x="5457169" y="1600199"/>
            <a:ext cx="1277665" cy="992716"/>
          </a:xfrm>
          <a:custGeom>
            <a:avLst/>
            <a:gdLst/>
            <a:ahLst/>
            <a:cxnLst>
              <a:cxn ang="0">
                <a:pos x="45" y="7"/>
              </a:cxn>
              <a:cxn ang="0">
                <a:pos x="43" y="9"/>
              </a:cxn>
              <a:cxn ang="0">
                <a:pos x="2" y="9"/>
              </a:cxn>
              <a:cxn ang="0">
                <a:pos x="0" y="7"/>
              </a:cxn>
              <a:cxn ang="0">
                <a:pos x="0" y="2"/>
              </a:cxn>
              <a:cxn ang="0">
                <a:pos x="2" y="0"/>
              </a:cxn>
              <a:cxn ang="0">
                <a:pos x="43" y="0"/>
              </a:cxn>
              <a:cxn ang="0">
                <a:pos x="45" y="2"/>
              </a:cxn>
              <a:cxn ang="0">
                <a:pos x="45" y="7"/>
              </a:cxn>
              <a:cxn ang="0">
                <a:pos x="59" y="20"/>
              </a:cxn>
              <a:cxn ang="0">
                <a:pos x="57" y="23"/>
              </a:cxn>
              <a:cxn ang="0">
                <a:pos x="2" y="23"/>
              </a:cxn>
              <a:cxn ang="0">
                <a:pos x="0" y="20"/>
              </a:cxn>
              <a:cxn ang="0">
                <a:pos x="0" y="16"/>
              </a:cxn>
              <a:cxn ang="0">
                <a:pos x="2" y="13"/>
              </a:cxn>
              <a:cxn ang="0">
                <a:pos x="57" y="13"/>
              </a:cxn>
              <a:cxn ang="0">
                <a:pos x="59" y="16"/>
              </a:cxn>
              <a:cxn ang="0">
                <a:pos x="59" y="20"/>
              </a:cxn>
              <a:cxn ang="0">
                <a:pos x="50" y="34"/>
              </a:cxn>
              <a:cxn ang="0">
                <a:pos x="48" y="36"/>
              </a:cxn>
              <a:cxn ang="0">
                <a:pos x="2" y="36"/>
              </a:cxn>
              <a:cxn ang="0">
                <a:pos x="0" y="34"/>
              </a:cxn>
              <a:cxn ang="0">
                <a:pos x="0" y="29"/>
              </a:cxn>
              <a:cxn ang="0">
                <a:pos x="2" y="27"/>
              </a:cxn>
              <a:cxn ang="0">
                <a:pos x="48" y="27"/>
              </a:cxn>
              <a:cxn ang="0">
                <a:pos x="50" y="29"/>
              </a:cxn>
              <a:cxn ang="0">
                <a:pos x="50" y="34"/>
              </a:cxn>
              <a:cxn ang="0">
                <a:pos x="64" y="48"/>
              </a:cxn>
              <a:cxn ang="0">
                <a:pos x="61" y="50"/>
              </a:cxn>
              <a:cxn ang="0">
                <a:pos x="2" y="50"/>
              </a:cxn>
              <a:cxn ang="0">
                <a:pos x="0" y="48"/>
              </a:cxn>
              <a:cxn ang="0">
                <a:pos x="0" y="43"/>
              </a:cxn>
              <a:cxn ang="0">
                <a:pos x="2" y="41"/>
              </a:cxn>
              <a:cxn ang="0">
                <a:pos x="61" y="41"/>
              </a:cxn>
              <a:cxn ang="0">
                <a:pos x="64" y="43"/>
              </a:cxn>
              <a:cxn ang="0">
                <a:pos x="64" y="48"/>
              </a:cxn>
            </a:cxnLst>
            <a:rect l="0" t="0" r="r" b="b"/>
            <a:pathLst>
              <a:path w="64" h="50">
                <a:moveTo>
                  <a:pt x="45" y="7"/>
                </a:moveTo>
                <a:cubicBezTo>
                  <a:pt x="45" y="8"/>
                  <a:pt x="44" y="9"/>
                  <a:pt x="43" y="9"/>
                </a:cubicBezTo>
                <a:cubicBezTo>
                  <a:pt x="2" y="9"/>
                  <a:pt x="2" y="9"/>
                  <a:pt x="2" y="9"/>
                </a:cubicBezTo>
                <a:cubicBezTo>
                  <a:pt x="1" y="9"/>
                  <a:pt x="0" y="8"/>
                  <a:pt x="0" y="7"/>
                </a:cubicBezTo>
                <a:cubicBezTo>
                  <a:pt x="0" y="2"/>
                  <a:pt x="0" y="2"/>
                  <a:pt x="0" y="2"/>
                </a:cubicBezTo>
                <a:cubicBezTo>
                  <a:pt x="0" y="1"/>
                  <a:pt x="1" y="0"/>
                  <a:pt x="2" y="0"/>
                </a:cubicBezTo>
                <a:cubicBezTo>
                  <a:pt x="43" y="0"/>
                  <a:pt x="43" y="0"/>
                  <a:pt x="43" y="0"/>
                </a:cubicBezTo>
                <a:cubicBezTo>
                  <a:pt x="44" y="0"/>
                  <a:pt x="45" y="1"/>
                  <a:pt x="45" y="2"/>
                </a:cubicBezTo>
                <a:lnTo>
                  <a:pt x="45" y="7"/>
                </a:lnTo>
                <a:close/>
                <a:moveTo>
                  <a:pt x="59" y="20"/>
                </a:moveTo>
                <a:cubicBezTo>
                  <a:pt x="59" y="22"/>
                  <a:pt x="58" y="23"/>
                  <a:pt x="57" y="23"/>
                </a:cubicBezTo>
                <a:cubicBezTo>
                  <a:pt x="2" y="23"/>
                  <a:pt x="2" y="23"/>
                  <a:pt x="2" y="23"/>
                </a:cubicBezTo>
                <a:cubicBezTo>
                  <a:pt x="1" y="23"/>
                  <a:pt x="0" y="22"/>
                  <a:pt x="0" y="20"/>
                </a:cubicBezTo>
                <a:cubicBezTo>
                  <a:pt x="0" y="16"/>
                  <a:pt x="0" y="16"/>
                  <a:pt x="0" y="16"/>
                </a:cubicBezTo>
                <a:cubicBezTo>
                  <a:pt x="0" y="14"/>
                  <a:pt x="1" y="13"/>
                  <a:pt x="2" y="13"/>
                </a:cubicBezTo>
                <a:cubicBezTo>
                  <a:pt x="57" y="13"/>
                  <a:pt x="57" y="13"/>
                  <a:pt x="57" y="13"/>
                </a:cubicBezTo>
                <a:cubicBezTo>
                  <a:pt x="58" y="13"/>
                  <a:pt x="59" y="14"/>
                  <a:pt x="59" y="16"/>
                </a:cubicBezTo>
                <a:lnTo>
                  <a:pt x="59" y="20"/>
                </a:lnTo>
                <a:close/>
                <a:moveTo>
                  <a:pt x="50" y="34"/>
                </a:moveTo>
                <a:cubicBezTo>
                  <a:pt x="50" y="35"/>
                  <a:pt x="49" y="36"/>
                  <a:pt x="48" y="36"/>
                </a:cubicBezTo>
                <a:cubicBezTo>
                  <a:pt x="2" y="36"/>
                  <a:pt x="2" y="36"/>
                  <a:pt x="2" y="36"/>
                </a:cubicBezTo>
                <a:cubicBezTo>
                  <a:pt x="1" y="36"/>
                  <a:pt x="0" y="35"/>
                  <a:pt x="0" y="34"/>
                </a:cubicBezTo>
                <a:cubicBezTo>
                  <a:pt x="0" y="29"/>
                  <a:pt x="0" y="29"/>
                  <a:pt x="0" y="29"/>
                </a:cubicBezTo>
                <a:cubicBezTo>
                  <a:pt x="0" y="28"/>
                  <a:pt x="1" y="27"/>
                  <a:pt x="2" y="27"/>
                </a:cubicBezTo>
                <a:cubicBezTo>
                  <a:pt x="48" y="27"/>
                  <a:pt x="48" y="27"/>
                  <a:pt x="48" y="27"/>
                </a:cubicBezTo>
                <a:cubicBezTo>
                  <a:pt x="49" y="27"/>
                  <a:pt x="50" y="28"/>
                  <a:pt x="50" y="29"/>
                </a:cubicBezTo>
                <a:lnTo>
                  <a:pt x="50" y="34"/>
                </a:lnTo>
                <a:close/>
                <a:moveTo>
                  <a:pt x="64" y="48"/>
                </a:moveTo>
                <a:cubicBezTo>
                  <a:pt x="64" y="49"/>
                  <a:pt x="63" y="50"/>
                  <a:pt x="61" y="50"/>
                </a:cubicBezTo>
                <a:cubicBezTo>
                  <a:pt x="2" y="50"/>
                  <a:pt x="2" y="50"/>
                  <a:pt x="2" y="50"/>
                </a:cubicBezTo>
                <a:cubicBezTo>
                  <a:pt x="1" y="50"/>
                  <a:pt x="0" y="49"/>
                  <a:pt x="0" y="48"/>
                </a:cubicBezTo>
                <a:cubicBezTo>
                  <a:pt x="0" y="43"/>
                  <a:pt x="0" y="43"/>
                  <a:pt x="0" y="43"/>
                </a:cubicBezTo>
                <a:cubicBezTo>
                  <a:pt x="0" y="42"/>
                  <a:pt x="1" y="41"/>
                  <a:pt x="2" y="41"/>
                </a:cubicBezTo>
                <a:cubicBezTo>
                  <a:pt x="61" y="41"/>
                  <a:pt x="61" y="41"/>
                  <a:pt x="61" y="41"/>
                </a:cubicBezTo>
                <a:cubicBezTo>
                  <a:pt x="63" y="41"/>
                  <a:pt x="64" y="42"/>
                  <a:pt x="64" y="43"/>
                </a:cubicBezTo>
                <a:lnTo>
                  <a:pt x="64" y="48"/>
                </a:ln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2400">
              <a:latin typeface="Bogle" charset="0"/>
              <a:ea typeface="Bogle" charset="0"/>
              <a:cs typeface="Bogle" charset="0"/>
            </a:endParaRPr>
          </a:p>
        </p:txBody>
      </p:sp>
      <p:grpSp>
        <p:nvGrpSpPr>
          <p:cNvPr id="14" name="Group 13"/>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3"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1783920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Section Header - Map">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14" name="Freeform 83"/>
          <p:cNvSpPr>
            <a:spLocks noEditPoints="1"/>
          </p:cNvSpPr>
          <p:nvPr userDrawn="1"/>
        </p:nvSpPr>
        <p:spPr bwMode="auto">
          <a:xfrm>
            <a:off x="5569331" y="1498600"/>
            <a:ext cx="1053339" cy="1580008"/>
          </a:xfrm>
          <a:custGeom>
            <a:avLst/>
            <a:gdLst/>
            <a:ahLst/>
            <a:cxnLst>
              <a:cxn ang="0">
                <a:pos x="38" y="26"/>
              </a:cxn>
              <a:cxn ang="0">
                <a:pos x="24" y="55"/>
              </a:cxn>
              <a:cxn ang="0">
                <a:pos x="20" y="58"/>
              </a:cxn>
              <a:cxn ang="0">
                <a:pos x="16" y="55"/>
              </a:cxn>
              <a:cxn ang="0">
                <a:pos x="2" y="26"/>
              </a:cxn>
              <a:cxn ang="0">
                <a:pos x="0" y="19"/>
              </a:cxn>
              <a:cxn ang="0">
                <a:pos x="20" y="0"/>
              </a:cxn>
              <a:cxn ang="0">
                <a:pos x="39" y="19"/>
              </a:cxn>
              <a:cxn ang="0">
                <a:pos x="38" y="26"/>
              </a:cxn>
              <a:cxn ang="0">
                <a:pos x="20" y="9"/>
              </a:cxn>
              <a:cxn ang="0">
                <a:pos x="10" y="19"/>
              </a:cxn>
              <a:cxn ang="0">
                <a:pos x="20" y="29"/>
              </a:cxn>
              <a:cxn ang="0">
                <a:pos x="30" y="19"/>
              </a:cxn>
              <a:cxn ang="0">
                <a:pos x="20" y="9"/>
              </a:cxn>
            </a:cxnLst>
            <a:rect l="0" t="0" r="r" b="b"/>
            <a:pathLst>
              <a:path w="39" h="58">
                <a:moveTo>
                  <a:pt x="38" y="26"/>
                </a:moveTo>
                <a:cubicBezTo>
                  <a:pt x="24" y="55"/>
                  <a:pt x="24" y="55"/>
                  <a:pt x="24" y="55"/>
                </a:cubicBezTo>
                <a:cubicBezTo>
                  <a:pt x="23" y="57"/>
                  <a:pt x="22" y="58"/>
                  <a:pt x="20" y="58"/>
                </a:cubicBezTo>
                <a:cubicBezTo>
                  <a:pt x="18" y="58"/>
                  <a:pt x="16" y="57"/>
                  <a:pt x="16" y="55"/>
                </a:cubicBezTo>
                <a:cubicBezTo>
                  <a:pt x="2" y="26"/>
                  <a:pt x="2" y="26"/>
                  <a:pt x="2" y="26"/>
                </a:cubicBezTo>
                <a:cubicBezTo>
                  <a:pt x="1" y="24"/>
                  <a:pt x="0" y="21"/>
                  <a:pt x="0" y="19"/>
                </a:cubicBezTo>
                <a:cubicBezTo>
                  <a:pt x="0" y="8"/>
                  <a:pt x="9" y="0"/>
                  <a:pt x="20" y="0"/>
                </a:cubicBezTo>
                <a:cubicBezTo>
                  <a:pt x="31" y="0"/>
                  <a:pt x="39" y="8"/>
                  <a:pt x="39" y="19"/>
                </a:cubicBezTo>
                <a:cubicBezTo>
                  <a:pt x="39" y="21"/>
                  <a:pt x="39" y="24"/>
                  <a:pt x="38" y="26"/>
                </a:cubicBezTo>
                <a:close/>
                <a:moveTo>
                  <a:pt x="20" y="9"/>
                </a:moveTo>
                <a:cubicBezTo>
                  <a:pt x="15" y="9"/>
                  <a:pt x="10" y="14"/>
                  <a:pt x="10" y="19"/>
                </a:cubicBezTo>
                <a:cubicBezTo>
                  <a:pt x="10" y="24"/>
                  <a:pt x="15" y="29"/>
                  <a:pt x="20" y="29"/>
                </a:cubicBezTo>
                <a:cubicBezTo>
                  <a:pt x="25" y="29"/>
                  <a:pt x="30" y="24"/>
                  <a:pt x="30" y="19"/>
                </a:cubicBezTo>
                <a:cubicBezTo>
                  <a:pt x="30" y="14"/>
                  <a:pt x="25" y="9"/>
                  <a:pt x="20" y="9"/>
                </a:cubicBezTo>
                <a:close/>
              </a:path>
            </a:pathLst>
          </a:custGeom>
          <a:solidFill>
            <a:schemeClr val="bg1"/>
          </a:solidFill>
          <a:ln w="12700">
            <a:noFill/>
            <a:round/>
            <a:headEnd/>
            <a:tailEnd/>
          </a:ln>
        </p:spPr>
        <p:txBody>
          <a:bodyPr vert="horz" wrap="square" lIns="121920" tIns="60960" rIns="121920" bIns="60960" numCol="1" anchor="t" anchorCtr="0" compatLnSpc="1">
            <a:prstTxWarp prst="textNoShape">
              <a:avLst/>
            </a:prstTxWarp>
          </a:bodyPr>
          <a:lstStyle/>
          <a:p>
            <a:endParaRPr lang="en-US" sz="2400">
              <a:latin typeface="Bogle" charset="0"/>
              <a:ea typeface="Bogle" charset="0"/>
              <a:cs typeface="Bogle" charset="0"/>
            </a:endParaRPr>
          </a:p>
        </p:txBody>
      </p:sp>
      <p:grpSp>
        <p:nvGrpSpPr>
          <p:cNvPr id="15" name="Group 14"/>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3"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55750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animEffect transition="in" filter="fade">
                                      <p:cBhvr>
                                        <p:cTn id="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Section Header - Contact">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14" name="Freeform 89"/>
          <p:cNvSpPr>
            <a:spLocks noEditPoints="1"/>
          </p:cNvSpPr>
          <p:nvPr userDrawn="1"/>
        </p:nvSpPr>
        <p:spPr bwMode="auto">
          <a:xfrm>
            <a:off x="5360224" y="1246248"/>
            <a:ext cx="1471555" cy="1471552"/>
          </a:xfrm>
          <a:custGeom>
            <a:avLst/>
            <a:gdLst/>
            <a:ahLst/>
            <a:cxnLst>
              <a:cxn ang="0">
                <a:pos x="68" y="3"/>
              </a:cxn>
              <a:cxn ang="0">
                <a:pos x="58" y="61"/>
              </a:cxn>
              <a:cxn ang="0">
                <a:pos x="57" y="63"/>
              </a:cxn>
              <a:cxn ang="0">
                <a:pos x="56" y="63"/>
              </a:cxn>
              <a:cxn ang="0">
                <a:pos x="55" y="63"/>
              </a:cxn>
              <a:cxn ang="0">
                <a:pos x="35" y="55"/>
              </a:cxn>
              <a:cxn ang="0">
                <a:pos x="23" y="67"/>
              </a:cxn>
              <a:cxn ang="0">
                <a:pos x="22" y="68"/>
              </a:cxn>
              <a:cxn ang="0">
                <a:pos x="21" y="68"/>
              </a:cxn>
              <a:cxn ang="0">
                <a:pos x="19" y="65"/>
              </a:cxn>
              <a:cxn ang="0">
                <a:pos x="19" y="48"/>
              </a:cxn>
              <a:cxn ang="0">
                <a:pos x="1" y="41"/>
              </a:cxn>
              <a:cxn ang="0">
                <a:pos x="0" y="39"/>
              </a:cxn>
              <a:cxn ang="0">
                <a:pos x="1" y="36"/>
              </a:cxn>
              <a:cxn ang="0">
                <a:pos x="64" y="0"/>
              </a:cxn>
              <a:cxn ang="0">
                <a:pos x="67" y="0"/>
              </a:cxn>
              <a:cxn ang="0">
                <a:pos x="68" y="3"/>
              </a:cxn>
              <a:cxn ang="0">
                <a:pos x="62" y="7"/>
              </a:cxn>
              <a:cxn ang="0">
                <a:pos x="8" y="38"/>
              </a:cxn>
              <a:cxn ang="0">
                <a:pos x="20" y="43"/>
              </a:cxn>
              <a:cxn ang="0">
                <a:pos x="53" y="19"/>
              </a:cxn>
              <a:cxn ang="0">
                <a:pos x="35" y="49"/>
              </a:cxn>
              <a:cxn ang="0">
                <a:pos x="54" y="57"/>
              </a:cxn>
              <a:cxn ang="0">
                <a:pos x="62" y="7"/>
              </a:cxn>
            </a:cxnLst>
            <a:rect l="0" t="0" r="r" b="b"/>
            <a:pathLst>
              <a:path w="68" h="68">
                <a:moveTo>
                  <a:pt x="68" y="3"/>
                </a:moveTo>
                <a:cubicBezTo>
                  <a:pt x="58" y="61"/>
                  <a:pt x="58" y="61"/>
                  <a:pt x="58" y="61"/>
                </a:cubicBezTo>
                <a:cubicBezTo>
                  <a:pt x="58" y="62"/>
                  <a:pt x="57" y="62"/>
                  <a:pt x="57" y="63"/>
                </a:cubicBezTo>
                <a:cubicBezTo>
                  <a:pt x="56" y="63"/>
                  <a:pt x="56" y="63"/>
                  <a:pt x="56" y="63"/>
                </a:cubicBezTo>
                <a:cubicBezTo>
                  <a:pt x="55" y="63"/>
                  <a:pt x="55" y="63"/>
                  <a:pt x="55" y="63"/>
                </a:cubicBezTo>
                <a:cubicBezTo>
                  <a:pt x="35" y="55"/>
                  <a:pt x="35" y="55"/>
                  <a:pt x="35" y="55"/>
                </a:cubicBezTo>
                <a:cubicBezTo>
                  <a:pt x="23" y="67"/>
                  <a:pt x="23" y="67"/>
                  <a:pt x="23" y="67"/>
                </a:cubicBezTo>
                <a:cubicBezTo>
                  <a:pt x="23" y="67"/>
                  <a:pt x="22" y="68"/>
                  <a:pt x="22" y="68"/>
                </a:cubicBezTo>
                <a:cubicBezTo>
                  <a:pt x="21" y="68"/>
                  <a:pt x="21" y="68"/>
                  <a:pt x="21" y="68"/>
                </a:cubicBezTo>
                <a:cubicBezTo>
                  <a:pt x="20" y="67"/>
                  <a:pt x="19" y="66"/>
                  <a:pt x="19" y="65"/>
                </a:cubicBezTo>
                <a:cubicBezTo>
                  <a:pt x="19" y="48"/>
                  <a:pt x="19" y="48"/>
                  <a:pt x="19" y="48"/>
                </a:cubicBezTo>
                <a:cubicBezTo>
                  <a:pt x="1" y="41"/>
                  <a:pt x="1" y="41"/>
                  <a:pt x="1" y="41"/>
                </a:cubicBezTo>
                <a:cubicBezTo>
                  <a:pt x="0" y="40"/>
                  <a:pt x="0" y="40"/>
                  <a:pt x="0" y="39"/>
                </a:cubicBezTo>
                <a:cubicBezTo>
                  <a:pt x="0" y="38"/>
                  <a:pt x="0" y="37"/>
                  <a:pt x="1" y="36"/>
                </a:cubicBezTo>
                <a:cubicBezTo>
                  <a:pt x="64" y="0"/>
                  <a:pt x="64" y="0"/>
                  <a:pt x="64" y="0"/>
                </a:cubicBezTo>
                <a:cubicBezTo>
                  <a:pt x="65" y="0"/>
                  <a:pt x="66" y="0"/>
                  <a:pt x="67" y="0"/>
                </a:cubicBezTo>
                <a:cubicBezTo>
                  <a:pt x="68" y="1"/>
                  <a:pt x="68" y="2"/>
                  <a:pt x="68" y="3"/>
                </a:cubicBezTo>
                <a:close/>
                <a:moveTo>
                  <a:pt x="62" y="7"/>
                </a:moveTo>
                <a:cubicBezTo>
                  <a:pt x="8" y="38"/>
                  <a:pt x="8" y="38"/>
                  <a:pt x="8" y="38"/>
                </a:cubicBezTo>
                <a:cubicBezTo>
                  <a:pt x="20" y="43"/>
                  <a:pt x="20" y="43"/>
                  <a:pt x="20" y="43"/>
                </a:cubicBezTo>
                <a:cubicBezTo>
                  <a:pt x="53" y="19"/>
                  <a:pt x="53" y="19"/>
                  <a:pt x="53" y="19"/>
                </a:cubicBezTo>
                <a:cubicBezTo>
                  <a:pt x="35" y="49"/>
                  <a:pt x="35" y="49"/>
                  <a:pt x="35" y="49"/>
                </a:cubicBezTo>
                <a:cubicBezTo>
                  <a:pt x="54" y="57"/>
                  <a:pt x="54" y="57"/>
                  <a:pt x="54" y="57"/>
                </a:cubicBezTo>
                <a:lnTo>
                  <a:pt x="62" y="7"/>
                </a:ln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2400">
              <a:latin typeface="Bogle" charset="0"/>
              <a:ea typeface="Bogle" charset="0"/>
              <a:cs typeface="Bogle" charset="0"/>
            </a:endParaRPr>
          </a:p>
        </p:txBody>
      </p:sp>
      <p:grpSp>
        <p:nvGrpSpPr>
          <p:cNvPr id="15" name="Group 14"/>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3"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258280151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Bogle" charset="0"/>
                <a:ea typeface="Bogle" charset="0"/>
                <a:cs typeface="Bogle" charset="0"/>
              </a:defRPr>
            </a:lvl1pPr>
          </a:lstStyle>
          <a:p>
            <a:r>
              <a:rPr lang="en-US"/>
              <a:t>Click to edit Master title style</a:t>
            </a:r>
          </a:p>
        </p:txBody>
      </p:sp>
      <p:sp>
        <p:nvSpPr>
          <p:cNvPr id="3" name="Content Placeholder 2"/>
          <p:cNvSpPr>
            <a:spLocks noGrp="1"/>
          </p:cNvSpPr>
          <p:nvPr>
            <p:ph sz="half" idx="1"/>
          </p:nvPr>
        </p:nvSpPr>
        <p:spPr>
          <a:xfrm>
            <a:off x="609600" y="1618827"/>
            <a:ext cx="5364480" cy="4511040"/>
          </a:xfrm>
        </p:spPr>
        <p:txBody>
          <a:bodyPr/>
          <a:lstStyle>
            <a:lvl1pPr>
              <a:defRPr sz="2400">
                <a:latin typeface="Bogle" charset="0"/>
                <a:ea typeface="Bogle" charset="0"/>
                <a:cs typeface="Bogle" charset="0"/>
              </a:defRPr>
            </a:lvl1pPr>
            <a:lvl2pPr>
              <a:defRPr sz="2400">
                <a:latin typeface="Bogle" charset="0"/>
                <a:ea typeface="Bogle" charset="0"/>
                <a:cs typeface="Bogle" charset="0"/>
              </a:defRPr>
            </a:lvl2pPr>
            <a:lvl3pPr>
              <a:defRPr sz="2133">
                <a:latin typeface="Bogle" charset="0"/>
                <a:ea typeface="Bogle" charset="0"/>
                <a:cs typeface="Bogle" charset="0"/>
              </a:defRPr>
            </a:lvl3pPr>
            <a:lvl4pPr>
              <a:defRPr sz="1867">
                <a:latin typeface="Bogle" charset="0"/>
                <a:ea typeface="Bogle" charset="0"/>
                <a:cs typeface="Bogle" charset="0"/>
              </a:defRPr>
            </a:lvl4pPr>
            <a:lvl5pPr>
              <a:defRPr sz="1867">
                <a:latin typeface="Bogle" charset="0"/>
                <a:ea typeface="Bogle" charset="0"/>
                <a:cs typeface="Bogle" charset="0"/>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18827"/>
            <a:ext cx="5364480" cy="4511040"/>
          </a:xfrm>
        </p:spPr>
        <p:txBody>
          <a:bodyPr/>
          <a:lstStyle>
            <a:lvl1pPr>
              <a:defRPr sz="2400">
                <a:latin typeface="Bogle" charset="0"/>
                <a:ea typeface="Bogle" charset="0"/>
                <a:cs typeface="Bogle" charset="0"/>
              </a:defRPr>
            </a:lvl1pPr>
            <a:lvl2pPr>
              <a:defRPr sz="2400">
                <a:latin typeface="Bogle" charset="0"/>
                <a:ea typeface="Bogle" charset="0"/>
                <a:cs typeface="Bogle" charset="0"/>
              </a:defRPr>
            </a:lvl2pPr>
            <a:lvl3pPr>
              <a:defRPr sz="2133">
                <a:latin typeface="Bogle" charset="0"/>
                <a:ea typeface="Bogle" charset="0"/>
                <a:cs typeface="Bogle" charset="0"/>
              </a:defRPr>
            </a:lvl3pPr>
            <a:lvl4pPr>
              <a:defRPr sz="1867">
                <a:latin typeface="Bogle" charset="0"/>
                <a:ea typeface="Bogle" charset="0"/>
                <a:cs typeface="Bogle" charset="0"/>
              </a:defRPr>
            </a:lvl4pPr>
            <a:lvl5pPr>
              <a:defRPr sz="1867">
                <a:latin typeface="Bogle" charset="0"/>
                <a:ea typeface="Bogle" charset="0"/>
                <a:cs typeface="Bogle" charset="0"/>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9" name="Text Placeholder 8"/>
          <p:cNvSpPr>
            <a:spLocks noGrp="1"/>
          </p:cNvSpPr>
          <p:nvPr>
            <p:ph type="body" sz="quarter" idx="12" hasCustomPrompt="1"/>
          </p:nvPr>
        </p:nvSpPr>
        <p:spPr>
          <a:xfrm>
            <a:off x="621453" y="1197864"/>
            <a:ext cx="5364480" cy="402336"/>
          </a:xfrm>
          <a:solidFill>
            <a:schemeClr val="accent1"/>
          </a:solidFill>
        </p:spPr>
        <p:txBody>
          <a:bodyPr anchor="ctr"/>
          <a:lstStyle>
            <a:lvl1pPr marL="0" indent="0" algn="ctr">
              <a:buNone/>
              <a:defRPr baseline="0">
                <a:solidFill>
                  <a:schemeClr val="bg1"/>
                </a:solidFill>
                <a:latin typeface="Bogle" charset="0"/>
                <a:ea typeface="Bogle" charset="0"/>
                <a:cs typeface="Bogle" charset="0"/>
              </a:defRPr>
            </a:lvl1pPr>
          </a:lstStyle>
          <a:p>
            <a:pPr lvl="0"/>
            <a:r>
              <a:rPr lang="en-US"/>
              <a:t>Keyword here</a:t>
            </a:r>
          </a:p>
        </p:txBody>
      </p:sp>
      <p:sp>
        <p:nvSpPr>
          <p:cNvPr id="11" name="Text Placeholder 8"/>
          <p:cNvSpPr>
            <a:spLocks noGrp="1"/>
          </p:cNvSpPr>
          <p:nvPr>
            <p:ph type="body" sz="quarter" idx="13" hasCustomPrompt="1"/>
          </p:nvPr>
        </p:nvSpPr>
        <p:spPr>
          <a:xfrm>
            <a:off x="6209453" y="1197864"/>
            <a:ext cx="5364480" cy="402336"/>
          </a:xfrm>
          <a:solidFill>
            <a:schemeClr val="accent3"/>
          </a:solidFill>
        </p:spPr>
        <p:txBody>
          <a:bodyPr anchor="ctr"/>
          <a:lstStyle>
            <a:lvl1pPr marL="0" indent="0" algn="ctr">
              <a:buNone/>
              <a:defRPr baseline="0">
                <a:solidFill>
                  <a:schemeClr val="tx1">
                    <a:lumMod val="75000"/>
                    <a:lumOff val="25000"/>
                  </a:schemeClr>
                </a:solidFill>
                <a:latin typeface="Bogle" charset="0"/>
                <a:ea typeface="Bogle" charset="0"/>
                <a:cs typeface="Bogle" charset="0"/>
              </a:defRPr>
            </a:lvl1pPr>
          </a:lstStyle>
          <a:p>
            <a:pPr lvl="0"/>
            <a:r>
              <a:rPr lang="en-US"/>
              <a:t>Keyword here</a:t>
            </a:r>
          </a:p>
        </p:txBody>
      </p:sp>
      <p:sp>
        <p:nvSpPr>
          <p:cNvPr id="10"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281471774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Bogle" charset="0"/>
                <a:ea typeface="Bogle" charset="0"/>
                <a:cs typeface="Bogle" charset="0"/>
              </a:defRPr>
            </a:lvl1pPr>
          </a:lstStyle>
          <a:p>
            <a:r>
              <a:rPr lang="en-US"/>
              <a:t>Click to edit Master title style</a:t>
            </a:r>
          </a:p>
        </p:txBody>
      </p:sp>
      <p:sp>
        <p:nvSpPr>
          <p:cNvPr id="4" name="Slide Number Placeholder 3"/>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5"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130261574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Slide Number Placeholder 2"/>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4"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129313291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491252"/>
            <a:ext cx="4011084" cy="943848"/>
          </a:xfrm>
        </p:spPr>
        <p:txBody>
          <a:bodyPr anchor="ctr"/>
          <a:lstStyle>
            <a:lvl1pPr algn="l">
              <a:defRPr sz="2667" b="1">
                <a:latin typeface="Bogle" charset="0"/>
                <a:ea typeface="Bogle" charset="0"/>
                <a:cs typeface="Bogle" charset="0"/>
              </a:defRPr>
            </a:lvl1pPr>
          </a:lstStyle>
          <a:p>
            <a:r>
              <a:rPr lang="en-US"/>
              <a:t>Click to edit Master title style</a:t>
            </a:r>
          </a:p>
        </p:txBody>
      </p:sp>
      <p:sp>
        <p:nvSpPr>
          <p:cNvPr id="3" name="Content Placeholder 2"/>
          <p:cNvSpPr>
            <a:spLocks noGrp="1"/>
          </p:cNvSpPr>
          <p:nvPr>
            <p:ph idx="1"/>
          </p:nvPr>
        </p:nvSpPr>
        <p:spPr>
          <a:xfrm>
            <a:off x="4766733" y="482601"/>
            <a:ext cx="6815667" cy="5643564"/>
          </a:xfrm>
        </p:spPr>
        <p:txBody>
          <a:bodyPr/>
          <a:lstStyle>
            <a:lvl1pPr marL="0" indent="0">
              <a:buNone/>
              <a:defRPr sz="4267">
                <a:latin typeface="Bogle" charset="0"/>
                <a:ea typeface="Bogle" charset="0"/>
                <a:cs typeface="Bogle" charset="0"/>
              </a:defRPr>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Click to edit Master text styles</a:t>
            </a:r>
          </a:p>
        </p:txBody>
      </p:sp>
      <p:sp>
        <p:nvSpPr>
          <p:cNvPr id="4" name="Text Placeholder 3"/>
          <p:cNvSpPr>
            <a:spLocks noGrp="1"/>
          </p:cNvSpPr>
          <p:nvPr>
            <p:ph type="body" sz="half" idx="2"/>
          </p:nvPr>
        </p:nvSpPr>
        <p:spPr>
          <a:xfrm>
            <a:off x="609602" y="1435102"/>
            <a:ext cx="4011084" cy="4691063"/>
          </a:xfrm>
        </p:spPr>
        <p:txBody>
          <a:bodyPr/>
          <a:lstStyle>
            <a:lvl1pPr marL="0" indent="0">
              <a:buNone/>
              <a:defRPr sz="1867">
                <a:latin typeface="Bogle" charset="0"/>
                <a:ea typeface="Bogle" charset="0"/>
                <a:cs typeface="Bogle" charset="0"/>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Click to edit Master text styles</a:t>
            </a:r>
          </a:p>
        </p:txBody>
      </p:sp>
      <p:sp>
        <p:nvSpPr>
          <p:cNvPr id="6" name="Slide Number Placeholder 5"/>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7"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134103275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64573"/>
            <a:ext cx="7315200" cy="502766"/>
          </a:xfrm>
        </p:spPr>
        <p:txBody>
          <a:bodyPr anchor="b"/>
          <a:lstStyle>
            <a:lvl1pPr algn="l">
              <a:defRPr sz="2667" b="1">
                <a:latin typeface="Bogle" charset="0"/>
                <a:ea typeface="Bogle" charset="0"/>
                <a:cs typeface="Bogle" charset="0"/>
              </a:defRPr>
            </a:lvl1pPr>
          </a:lstStyle>
          <a:p>
            <a:r>
              <a:rPr lang="en-US"/>
              <a:t>Click to edit Master title style</a:t>
            </a:r>
          </a:p>
        </p:txBody>
      </p:sp>
      <p:sp>
        <p:nvSpPr>
          <p:cNvPr id="3" name="Picture Placeholder 2"/>
          <p:cNvSpPr>
            <a:spLocks noGrp="1"/>
          </p:cNvSpPr>
          <p:nvPr>
            <p:ph type="pic" idx="1"/>
          </p:nvPr>
        </p:nvSpPr>
        <p:spPr>
          <a:xfrm>
            <a:off x="2389717" y="604520"/>
            <a:ext cx="7315200" cy="4145280"/>
          </a:xfrm>
        </p:spPr>
        <p:txBody>
          <a:bodyPr/>
          <a:lstStyle>
            <a:lvl1pPr marL="0" indent="0">
              <a:buNone/>
              <a:defRPr sz="4267">
                <a:latin typeface="Bogle" charset="0"/>
                <a:ea typeface="Bogle" charset="0"/>
                <a:cs typeface="Bogle"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t>Click icon to add picture</a:t>
            </a:r>
          </a:p>
        </p:txBody>
      </p:sp>
      <p:sp>
        <p:nvSpPr>
          <p:cNvPr id="4" name="Text Placeholder 3"/>
          <p:cNvSpPr>
            <a:spLocks noGrp="1"/>
          </p:cNvSpPr>
          <p:nvPr>
            <p:ph type="body" sz="half" idx="2"/>
          </p:nvPr>
        </p:nvSpPr>
        <p:spPr>
          <a:xfrm>
            <a:off x="2389717" y="5367338"/>
            <a:ext cx="7315200" cy="804863"/>
          </a:xfrm>
        </p:spPr>
        <p:txBody>
          <a:bodyPr/>
          <a:lstStyle>
            <a:lvl1pPr marL="0" indent="0">
              <a:buNone/>
              <a:defRPr sz="1867">
                <a:latin typeface="Bogle" charset="0"/>
                <a:ea typeface="Bogle" charset="0"/>
                <a:cs typeface="Bogle" charset="0"/>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Click to edit Master text styles</a:t>
            </a:r>
          </a:p>
        </p:txBody>
      </p:sp>
      <p:sp>
        <p:nvSpPr>
          <p:cNvPr id="6" name="Slide Number Placeholder 5"/>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7"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42505841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EF332-27FC-0041-99C1-697F936FBEA7}"/>
              </a:ext>
            </a:extLst>
          </p:cNvPr>
          <p:cNvSpPr>
            <a:spLocks noGrp="1"/>
          </p:cNvSpPr>
          <p:nvPr>
            <p:ph type="ctrTitle"/>
          </p:nvPr>
        </p:nvSpPr>
        <p:spPr>
          <a:xfrm>
            <a:off x="1524000" y="1122363"/>
            <a:ext cx="9144000" cy="2387600"/>
          </a:xfrm>
        </p:spPr>
        <p:txBody>
          <a:bodyPr anchor="b"/>
          <a:lstStyle>
            <a:lvl1pPr algn="ctr">
              <a:defRPr sz="6000">
                <a:solidFill>
                  <a:srgbClr val="404041"/>
                </a:solidFill>
              </a:defRPr>
            </a:lvl1pPr>
          </a:lstStyle>
          <a:p>
            <a:r>
              <a:rPr lang="en-US"/>
              <a:t>Click to edit Master title style</a:t>
            </a:r>
          </a:p>
        </p:txBody>
      </p:sp>
      <p:sp>
        <p:nvSpPr>
          <p:cNvPr id="3" name="Subtitle 2">
            <a:extLst>
              <a:ext uri="{FF2B5EF4-FFF2-40B4-BE49-F238E27FC236}">
                <a16:creationId xmlns:a16="http://schemas.microsoft.com/office/drawing/2014/main" id="{1721B105-836F-4240-99C4-9C94064A6D41}"/>
              </a:ext>
            </a:extLst>
          </p:cNvPr>
          <p:cNvSpPr>
            <a:spLocks noGrp="1"/>
          </p:cNvSpPr>
          <p:nvPr>
            <p:ph type="subTitle" idx="1"/>
          </p:nvPr>
        </p:nvSpPr>
        <p:spPr>
          <a:xfrm>
            <a:off x="1524000" y="3602038"/>
            <a:ext cx="9144000" cy="1655762"/>
          </a:xfrm>
        </p:spPr>
        <p:txBody>
          <a:bodyPr/>
          <a:lstStyle>
            <a:lvl1pPr marL="0" indent="0" algn="ctr">
              <a:buNone/>
              <a:defRPr sz="2400">
                <a:solidFill>
                  <a:srgbClr val="40404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392089388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6D7D9-DE4A-EB44-A948-15530EFF93A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D69794-85F5-7E4B-AE1F-A6849184102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1430964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49DE6-FE4F-204B-8BC8-933D6585388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C787612-4E26-2446-928F-6FE28224791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15917669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46848-AFCE-E64B-81C5-2A272FA0ABC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AE927D5-6B1B-5C45-A99A-5D170A1CB1B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169E8F1-8FC0-7043-9717-C6F81B6BAA6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5890833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E06A2-451B-8B48-A090-9FF6C8FC5A7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3F2339B-2E64-4345-BDC0-BB2C19DD75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4181859-680F-504A-A71A-82A6EEDA928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4136BA2-5963-FA4E-8C76-71FF773653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6B2717A-C715-0440-A8F9-574C3885548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0224301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D88FA-9303-4143-A431-7A4B4A0ACD8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9459323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623141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301302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172" name="Rectangle 4"/>
          <p:cNvSpPr>
            <a:spLocks noGrp="1" noChangeArrowheads="1"/>
          </p:cNvSpPr>
          <p:nvPr>
            <p:ph type="ctrTitle" hasCustomPrompt="1"/>
          </p:nvPr>
        </p:nvSpPr>
        <p:spPr>
          <a:xfrm>
            <a:off x="731520" y="1949414"/>
            <a:ext cx="10728960" cy="666786"/>
          </a:xfrm>
          <a:solidFill>
            <a:schemeClr val="accent1">
              <a:alpha val="0"/>
            </a:schemeClr>
          </a:solidFill>
        </p:spPr>
        <p:txBody>
          <a:bodyPr anchor="b"/>
          <a:lstStyle>
            <a:lvl1pPr algn="ctr">
              <a:defRPr sz="3733">
                <a:solidFill>
                  <a:schemeClr val="accent6"/>
                </a:solidFill>
                <a:latin typeface="Bogle" charset="0"/>
                <a:ea typeface="Bogle" charset="0"/>
                <a:cs typeface="Bogle" charset="0"/>
              </a:defRPr>
            </a:lvl1pPr>
          </a:lstStyle>
          <a:p>
            <a:r>
              <a:rPr lang="en-US"/>
              <a:t>CLICK TO EDIT MASTER TITLE STYLE</a:t>
            </a:r>
          </a:p>
        </p:txBody>
      </p:sp>
      <p:sp>
        <p:nvSpPr>
          <p:cNvPr id="7173" name="Rectangle 5"/>
          <p:cNvSpPr>
            <a:spLocks noGrp="1" noChangeArrowheads="1"/>
          </p:cNvSpPr>
          <p:nvPr>
            <p:ph type="subTitle" idx="1"/>
          </p:nvPr>
        </p:nvSpPr>
        <p:spPr>
          <a:xfrm>
            <a:off x="731520" y="3657603"/>
            <a:ext cx="10728960" cy="853440"/>
          </a:xfrm>
          <a:solidFill>
            <a:schemeClr val="accent1">
              <a:alpha val="0"/>
            </a:schemeClr>
          </a:solidFill>
        </p:spPr>
        <p:txBody>
          <a:bodyPr/>
          <a:lstStyle>
            <a:lvl1pPr marL="0" indent="0" algn="ctr">
              <a:buFont typeface="Times" pitchFamily="18" charset="0"/>
              <a:buNone/>
              <a:defRPr sz="2400">
                <a:solidFill>
                  <a:schemeClr val="tx1">
                    <a:lumMod val="75000"/>
                    <a:lumOff val="25000"/>
                  </a:schemeClr>
                </a:solidFill>
                <a:latin typeface="Bogle" charset="0"/>
                <a:ea typeface="Bogle" charset="0"/>
                <a:cs typeface="Bogle" charset="0"/>
              </a:defRPr>
            </a:lvl1pPr>
          </a:lstStyle>
          <a:p>
            <a:r>
              <a:rPr lang="en-US"/>
              <a:t>Click to edit Master subtitle style</a:t>
            </a:r>
          </a:p>
        </p:txBody>
      </p:sp>
      <p:sp>
        <p:nvSpPr>
          <p:cNvPr id="6" name="Text Placeholder 5"/>
          <p:cNvSpPr>
            <a:spLocks noGrp="1"/>
          </p:cNvSpPr>
          <p:nvPr>
            <p:ph type="body" sz="quarter" idx="12" hasCustomPrompt="1"/>
          </p:nvPr>
        </p:nvSpPr>
        <p:spPr>
          <a:xfrm>
            <a:off x="731520" y="5095240"/>
            <a:ext cx="10728960" cy="365760"/>
          </a:xfrm>
        </p:spPr>
        <p:txBody>
          <a:bodyPr anchor="ctr"/>
          <a:lstStyle>
            <a:lvl1pPr marL="0" indent="0" algn="ctr">
              <a:buNone/>
              <a:defRPr sz="1600" baseline="0">
                <a:latin typeface="Bogle" charset="0"/>
                <a:ea typeface="Bogle" charset="0"/>
                <a:cs typeface="Bogle" charset="0"/>
              </a:defRPr>
            </a:lvl1pPr>
          </a:lstStyle>
          <a:p>
            <a:pPr lvl="0"/>
            <a:r>
              <a:rPr lang="en-US"/>
              <a:t>Click to add date</a:t>
            </a:r>
          </a:p>
        </p:txBody>
      </p:sp>
      <p:sp>
        <p:nvSpPr>
          <p:cNvPr id="4" name="Slide Number Placeholder 3"/>
          <p:cNvSpPr>
            <a:spLocks noGrp="1"/>
          </p:cNvSpPr>
          <p:nvPr>
            <p:ph type="sldNum" sz="quarter" idx="14"/>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grpSp>
        <p:nvGrpSpPr>
          <p:cNvPr id="14" name="Group 13"/>
          <p:cNvGrpSpPr/>
          <p:nvPr userDrawn="1"/>
        </p:nvGrpSpPr>
        <p:grpSpPr>
          <a:xfrm>
            <a:off x="2438400" y="2595908"/>
            <a:ext cx="7315200" cy="1122843"/>
            <a:chOff x="3352800" y="5063780"/>
            <a:chExt cx="5486400" cy="842132"/>
          </a:xfrm>
        </p:grpSpPr>
        <p:grpSp>
          <p:nvGrpSpPr>
            <p:cNvPr id="15" name="Group 14"/>
            <p:cNvGrpSpPr/>
            <p:nvPr userDrawn="1"/>
          </p:nvGrpSpPr>
          <p:grpSpPr>
            <a:xfrm>
              <a:off x="3352800" y="5380710"/>
              <a:ext cx="5486400" cy="208273"/>
              <a:chOff x="3352800" y="5380710"/>
              <a:chExt cx="5486400" cy="208273"/>
            </a:xfrm>
          </p:grpSpPr>
          <p:cxnSp>
            <p:nvCxnSpPr>
              <p:cNvPr id="17" name="Straight Connector 16"/>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18" name="Rectangle 17"/>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16" name="Picture 15"/>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2"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279802920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5"/>
          <p:cNvSpPr>
            <a:spLocks noGrp="1"/>
          </p:cNvSpPr>
          <p:nvPr>
            <p:ph type="title"/>
          </p:nvPr>
        </p:nvSpPr>
        <p:spPr/>
        <p:txBody>
          <a:bodyPr/>
          <a:lstStyle/>
          <a:p>
            <a:r>
              <a:rPr lang="en-US"/>
              <a:t>Click to edit Master title style</a:t>
            </a:r>
          </a:p>
        </p:txBody>
      </p:sp>
      <p:sp>
        <p:nvSpPr>
          <p:cNvPr id="4" name="Slide Number Placeholder 3"/>
          <p:cNvSpPr>
            <a:spLocks noGrp="1"/>
          </p:cNvSpPr>
          <p:nvPr>
            <p:ph type="sldNum" sz="quarter" idx="11"/>
          </p:nvPr>
        </p:nvSpPr>
        <p:spPr/>
        <p:txBody>
          <a:bodyPr/>
          <a:lstStyle/>
          <a:p>
            <a:fld id="{65B3A5B5-D464-4D94-A6FF-B439700E06BB}" type="slidenum">
              <a:rPr lang="en-US" smtClean="0"/>
              <a:pPr/>
              <a:t>‹#›</a:t>
            </a:fld>
            <a:endParaRPr lang="en-US"/>
          </a:p>
        </p:txBody>
      </p:sp>
      <p:sp>
        <p:nvSpPr>
          <p:cNvPr id="7"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152155736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600200"/>
            <a:ext cx="10972800" cy="4511040"/>
          </a:xfrm>
        </p:spPr>
        <p:txBody>
          <a:bodyPr/>
          <a:lstStyle>
            <a:lvl1pPr>
              <a:defRPr>
                <a:latin typeface="Bogle" charset="0"/>
                <a:ea typeface="Bogle" charset="0"/>
                <a:cs typeface="Bogle" charset="0"/>
              </a:defRPr>
            </a:lvl1pPr>
            <a:lvl2pPr>
              <a:defRPr>
                <a:latin typeface="Bogle" charset="0"/>
                <a:ea typeface="Bogle" charset="0"/>
                <a:cs typeface="Bogle" charset="0"/>
              </a:defRPr>
            </a:lvl2pPr>
            <a:lvl3pPr>
              <a:defRPr>
                <a:latin typeface="Bogle" charset="0"/>
                <a:ea typeface="Bogle" charset="0"/>
                <a:cs typeface="Bogle" charset="0"/>
              </a:defRPr>
            </a:lvl3pPr>
            <a:lvl4pPr>
              <a:defRPr>
                <a:latin typeface="Bogle" charset="0"/>
                <a:ea typeface="Bogle" charset="0"/>
                <a:cs typeface="Bogle" charset="0"/>
              </a:defRPr>
            </a:lvl4pPr>
            <a:lvl5pPr>
              <a:defRPr>
                <a:latin typeface="Bogle" charset="0"/>
                <a:ea typeface="Bogle" charset="0"/>
                <a:cs typeface="Bogle"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5"/>
          <p:cNvSpPr>
            <a:spLocks noGrp="1"/>
          </p:cNvSpPr>
          <p:nvPr>
            <p:ph type="title"/>
          </p:nvPr>
        </p:nvSpPr>
        <p:spPr/>
        <p:txBody>
          <a:bodyPr/>
          <a:lstStyle>
            <a:lvl1pPr>
              <a:defRPr>
                <a:latin typeface="Bogle" charset="0"/>
                <a:ea typeface="Bogle" charset="0"/>
                <a:cs typeface="Bogle" charset="0"/>
              </a:defRPr>
            </a:lvl1pPr>
          </a:lstStyle>
          <a:p>
            <a:r>
              <a:rPr lang="en-US"/>
              <a:t>Click to edit Master title style</a:t>
            </a:r>
          </a:p>
        </p:txBody>
      </p:sp>
      <p:sp>
        <p:nvSpPr>
          <p:cNvPr id="4" name="Slide Number Placeholder 3"/>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7" name="Text Placeholder 6"/>
          <p:cNvSpPr>
            <a:spLocks noGrp="1"/>
          </p:cNvSpPr>
          <p:nvPr>
            <p:ph type="body" sz="quarter" idx="12" hasCustomPrompt="1"/>
          </p:nvPr>
        </p:nvSpPr>
        <p:spPr>
          <a:xfrm>
            <a:off x="609600" y="1227667"/>
            <a:ext cx="10972800" cy="365760"/>
          </a:xfrm>
          <a:solidFill>
            <a:schemeClr val="accent6"/>
          </a:solidFill>
        </p:spPr>
        <p:txBody>
          <a:bodyPr anchor="ctr"/>
          <a:lstStyle>
            <a:lvl1pPr marL="0" indent="0" algn="ctr">
              <a:buNone/>
              <a:defRPr>
                <a:solidFill>
                  <a:schemeClr val="bg1"/>
                </a:solidFill>
                <a:latin typeface="Bogle" charset="0"/>
                <a:ea typeface="Bogle" charset="0"/>
                <a:cs typeface="Bogle" charset="0"/>
              </a:defRPr>
            </a:lvl1pPr>
          </a:lstStyle>
          <a:p>
            <a:pPr lvl="0"/>
            <a:r>
              <a:rPr lang="en-US"/>
              <a:t>Keyword here</a:t>
            </a:r>
          </a:p>
        </p:txBody>
      </p:sp>
      <p:sp>
        <p:nvSpPr>
          <p:cNvPr id="8"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378003544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_Section Header - Appreciation">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grpSp>
        <p:nvGrpSpPr>
          <p:cNvPr id="14" name="Group 13"/>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pic>
        <p:nvPicPr>
          <p:cNvPr id="13" name="Picture 12"/>
          <p:cNvPicPr>
            <a:picLocks noChangeAspect="1"/>
          </p:cNvPicPr>
          <p:nvPr userDrawn="1"/>
        </p:nvPicPr>
        <p:blipFill>
          <a:blip r:embed="rId4"/>
          <a:stretch>
            <a:fillRect/>
          </a:stretch>
        </p:blipFill>
        <p:spPr>
          <a:xfrm>
            <a:off x="5283200" y="81492"/>
            <a:ext cx="1828800" cy="2997200"/>
          </a:xfrm>
          <a:prstGeom prst="rect">
            <a:avLst/>
          </a:prstGeom>
        </p:spPr>
      </p:pic>
      <p:sp>
        <p:nvSpPr>
          <p:cNvPr id="15"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334923879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2_Section Header - Appreciation">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4" name="Footer Placeholder 3"/>
          <p:cNvSpPr>
            <a:spLocks noGrp="1"/>
          </p:cNvSpPr>
          <p:nvPr>
            <p:ph type="ftr" sz="quarter" idx="10"/>
          </p:nvPr>
        </p:nvSpPr>
        <p:spPr/>
        <p:txBody>
          <a:bodyPr/>
          <a:lstStyle>
            <a:lvl1pPr>
              <a:defRPr>
                <a:latin typeface="Bogle" charset="0"/>
                <a:ea typeface="Bogle" charset="0"/>
                <a:cs typeface="Bogle" charset="0"/>
              </a:defRPr>
            </a:lvl1pPr>
          </a:lstStyle>
          <a:p>
            <a:r>
              <a:rPr lang="en-US"/>
              <a:t>Walmart Labs – Privileged and Confidential</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grpSp>
        <p:nvGrpSpPr>
          <p:cNvPr id="14" name="Group 13"/>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5" name="object 17"/>
          <p:cNvSpPr/>
          <p:nvPr userDrawn="1"/>
        </p:nvSpPr>
        <p:spPr>
          <a:xfrm>
            <a:off x="5494693" y="496209"/>
            <a:ext cx="1422400" cy="2411647"/>
          </a:xfrm>
          <a:custGeom>
            <a:avLst/>
            <a:gdLst/>
            <a:ahLst/>
            <a:cxnLst/>
            <a:rect l="l" t="t" r="r" b="b"/>
            <a:pathLst>
              <a:path w="477520" h="809625">
                <a:moveTo>
                  <a:pt x="301427" y="0"/>
                </a:moveTo>
                <a:lnTo>
                  <a:pt x="111621" y="0"/>
                </a:lnTo>
                <a:lnTo>
                  <a:pt x="3373" y="407212"/>
                </a:lnTo>
                <a:lnTo>
                  <a:pt x="0" y="442311"/>
                </a:lnTo>
                <a:lnTo>
                  <a:pt x="8330" y="472868"/>
                </a:lnTo>
                <a:lnTo>
                  <a:pt x="26925" y="497013"/>
                </a:lnTo>
                <a:lnTo>
                  <a:pt x="54342" y="512874"/>
                </a:lnTo>
                <a:lnTo>
                  <a:pt x="89140" y="518581"/>
                </a:lnTo>
                <a:lnTo>
                  <a:pt x="206896" y="518581"/>
                </a:lnTo>
                <a:lnTo>
                  <a:pt x="130637" y="807326"/>
                </a:lnTo>
                <a:lnTo>
                  <a:pt x="135275" y="809577"/>
                </a:lnTo>
                <a:lnTo>
                  <a:pt x="417130" y="437693"/>
                </a:lnTo>
                <a:lnTo>
                  <a:pt x="81151" y="437693"/>
                </a:lnTo>
                <a:lnTo>
                  <a:pt x="188478" y="38543"/>
                </a:lnTo>
                <a:lnTo>
                  <a:pt x="291171" y="38543"/>
                </a:lnTo>
                <a:lnTo>
                  <a:pt x="301427" y="0"/>
                </a:lnTo>
                <a:close/>
              </a:path>
              <a:path w="477520" h="809625">
                <a:moveTo>
                  <a:pt x="291171" y="38543"/>
                </a:moveTo>
                <a:lnTo>
                  <a:pt x="204425" y="38543"/>
                </a:lnTo>
                <a:lnTo>
                  <a:pt x="101182" y="422269"/>
                </a:lnTo>
                <a:lnTo>
                  <a:pt x="332191" y="422269"/>
                </a:lnTo>
                <a:lnTo>
                  <a:pt x="335646" y="425714"/>
                </a:lnTo>
                <a:lnTo>
                  <a:pt x="335646" y="434238"/>
                </a:lnTo>
                <a:lnTo>
                  <a:pt x="332191" y="437693"/>
                </a:lnTo>
                <a:lnTo>
                  <a:pt x="417130" y="437693"/>
                </a:lnTo>
                <a:lnTo>
                  <a:pt x="477348" y="358240"/>
                </a:lnTo>
                <a:lnTo>
                  <a:pt x="473443" y="350366"/>
                </a:lnTo>
                <a:lnTo>
                  <a:pt x="208194" y="350366"/>
                </a:lnTo>
                <a:lnTo>
                  <a:pt x="291171" y="38543"/>
                </a:lnTo>
                <a:close/>
              </a:path>
            </a:pathLst>
          </a:custGeom>
          <a:solidFill>
            <a:srgbClr val="FFC21F"/>
          </a:solidFill>
        </p:spPr>
        <p:txBody>
          <a:bodyPr wrap="square" lIns="0" tIns="0" rIns="0" bIns="0" rtlCol="0"/>
          <a:lstStyle/>
          <a:p>
            <a:endParaRPr sz="2400">
              <a:latin typeface="Bogle" charset="0"/>
              <a:ea typeface="Bogle" charset="0"/>
              <a:cs typeface="Bogle" charset="0"/>
            </a:endParaRPr>
          </a:p>
        </p:txBody>
      </p:sp>
    </p:spTree>
    <p:extLst>
      <p:ext uri="{BB962C8B-B14F-4D97-AF65-F5344CB8AC3E}">
        <p14:creationId xmlns:p14="http://schemas.microsoft.com/office/powerpoint/2010/main" val="176797373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3_Section Header - Appreciation">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grpSp>
        <p:nvGrpSpPr>
          <p:cNvPr id="14" name="Group 13"/>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7" name="object 24"/>
          <p:cNvSpPr/>
          <p:nvPr userDrawn="1"/>
        </p:nvSpPr>
        <p:spPr>
          <a:xfrm>
            <a:off x="5486400" y="423029"/>
            <a:ext cx="1484616" cy="2517132"/>
          </a:xfrm>
          <a:custGeom>
            <a:avLst/>
            <a:gdLst/>
            <a:ahLst/>
            <a:cxnLst/>
            <a:rect l="l" t="t" r="r" b="b"/>
            <a:pathLst>
              <a:path w="477520" h="809625">
                <a:moveTo>
                  <a:pt x="301427" y="0"/>
                </a:moveTo>
                <a:lnTo>
                  <a:pt x="111621" y="0"/>
                </a:lnTo>
                <a:lnTo>
                  <a:pt x="3373" y="407212"/>
                </a:lnTo>
                <a:lnTo>
                  <a:pt x="0" y="442311"/>
                </a:lnTo>
                <a:lnTo>
                  <a:pt x="8330" y="472868"/>
                </a:lnTo>
                <a:lnTo>
                  <a:pt x="26925" y="497013"/>
                </a:lnTo>
                <a:lnTo>
                  <a:pt x="54342" y="512874"/>
                </a:lnTo>
                <a:lnTo>
                  <a:pt x="89140" y="518581"/>
                </a:lnTo>
                <a:lnTo>
                  <a:pt x="206896" y="518581"/>
                </a:lnTo>
                <a:lnTo>
                  <a:pt x="130637" y="807326"/>
                </a:lnTo>
                <a:lnTo>
                  <a:pt x="135275" y="809577"/>
                </a:lnTo>
                <a:lnTo>
                  <a:pt x="417130" y="437693"/>
                </a:lnTo>
                <a:lnTo>
                  <a:pt x="81151" y="437693"/>
                </a:lnTo>
                <a:lnTo>
                  <a:pt x="188478" y="38543"/>
                </a:lnTo>
                <a:lnTo>
                  <a:pt x="291171" y="38543"/>
                </a:lnTo>
                <a:lnTo>
                  <a:pt x="301427" y="0"/>
                </a:lnTo>
                <a:close/>
              </a:path>
              <a:path w="477520" h="809625">
                <a:moveTo>
                  <a:pt x="291171" y="38543"/>
                </a:moveTo>
                <a:lnTo>
                  <a:pt x="204425" y="38543"/>
                </a:lnTo>
                <a:lnTo>
                  <a:pt x="101182" y="422259"/>
                </a:lnTo>
                <a:lnTo>
                  <a:pt x="332191" y="422259"/>
                </a:lnTo>
                <a:lnTo>
                  <a:pt x="335646" y="425714"/>
                </a:lnTo>
                <a:lnTo>
                  <a:pt x="335646" y="434238"/>
                </a:lnTo>
                <a:lnTo>
                  <a:pt x="332191" y="437693"/>
                </a:lnTo>
                <a:lnTo>
                  <a:pt x="417130" y="437693"/>
                </a:lnTo>
                <a:lnTo>
                  <a:pt x="477348" y="358240"/>
                </a:lnTo>
                <a:lnTo>
                  <a:pt x="473443" y="350366"/>
                </a:lnTo>
                <a:lnTo>
                  <a:pt x="208194" y="350366"/>
                </a:lnTo>
                <a:lnTo>
                  <a:pt x="291171" y="38543"/>
                </a:lnTo>
                <a:close/>
              </a:path>
            </a:pathLst>
          </a:custGeom>
          <a:solidFill>
            <a:srgbClr val="5BC678"/>
          </a:solidFill>
        </p:spPr>
        <p:txBody>
          <a:bodyPr wrap="square" lIns="0" tIns="0" rIns="0" bIns="0" rtlCol="0"/>
          <a:lstStyle/>
          <a:p>
            <a:endParaRPr sz="2400">
              <a:latin typeface="Bogle" charset="0"/>
              <a:ea typeface="Bogle" charset="0"/>
              <a:cs typeface="Bogle" charset="0"/>
            </a:endParaRPr>
          </a:p>
        </p:txBody>
      </p:sp>
      <p:sp>
        <p:nvSpPr>
          <p:cNvPr id="13"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271535448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4_Section Header - Appreciation">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grpSp>
        <p:nvGrpSpPr>
          <p:cNvPr id="14" name="Group 13"/>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8" name="object 31"/>
          <p:cNvSpPr/>
          <p:nvPr userDrawn="1"/>
        </p:nvSpPr>
        <p:spPr>
          <a:xfrm>
            <a:off x="5486400" y="442015"/>
            <a:ext cx="1484616" cy="2517132"/>
          </a:xfrm>
          <a:custGeom>
            <a:avLst/>
            <a:gdLst/>
            <a:ahLst/>
            <a:cxnLst/>
            <a:rect l="l" t="t" r="r" b="b"/>
            <a:pathLst>
              <a:path w="477520" h="809625">
                <a:moveTo>
                  <a:pt x="301427" y="0"/>
                </a:moveTo>
                <a:lnTo>
                  <a:pt x="111621" y="0"/>
                </a:lnTo>
                <a:lnTo>
                  <a:pt x="3373" y="407212"/>
                </a:lnTo>
                <a:lnTo>
                  <a:pt x="0" y="442311"/>
                </a:lnTo>
                <a:lnTo>
                  <a:pt x="8330" y="472868"/>
                </a:lnTo>
                <a:lnTo>
                  <a:pt x="26925" y="497013"/>
                </a:lnTo>
                <a:lnTo>
                  <a:pt x="54342" y="512874"/>
                </a:lnTo>
                <a:lnTo>
                  <a:pt x="89140" y="518581"/>
                </a:lnTo>
                <a:lnTo>
                  <a:pt x="206896" y="518581"/>
                </a:lnTo>
                <a:lnTo>
                  <a:pt x="130637" y="807326"/>
                </a:lnTo>
                <a:lnTo>
                  <a:pt x="135275" y="809577"/>
                </a:lnTo>
                <a:lnTo>
                  <a:pt x="417130" y="437693"/>
                </a:lnTo>
                <a:lnTo>
                  <a:pt x="81151" y="437693"/>
                </a:lnTo>
                <a:lnTo>
                  <a:pt x="188478" y="38543"/>
                </a:lnTo>
                <a:lnTo>
                  <a:pt x="291171" y="38543"/>
                </a:lnTo>
                <a:lnTo>
                  <a:pt x="301427" y="0"/>
                </a:lnTo>
                <a:close/>
              </a:path>
              <a:path w="477520" h="809625">
                <a:moveTo>
                  <a:pt x="291171" y="38543"/>
                </a:moveTo>
                <a:lnTo>
                  <a:pt x="204425" y="38543"/>
                </a:lnTo>
                <a:lnTo>
                  <a:pt x="101182" y="422269"/>
                </a:lnTo>
                <a:lnTo>
                  <a:pt x="332191" y="422269"/>
                </a:lnTo>
                <a:lnTo>
                  <a:pt x="335646" y="425714"/>
                </a:lnTo>
                <a:lnTo>
                  <a:pt x="335646" y="434238"/>
                </a:lnTo>
                <a:lnTo>
                  <a:pt x="332191" y="437693"/>
                </a:lnTo>
                <a:lnTo>
                  <a:pt x="417130" y="437693"/>
                </a:lnTo>
                <a:lnTo>
                  <a:pt x="477348" y="358240"/>
                </a:lnTo>
                <a:lnTo>
                  <a:pt x="473443" y="350366"/>
                </a:lnTo>
                <a:lnTo>
                  <a:pt x="208194" y="350366"/>
                </a:lnTo>
                <a:lnTo>
                  <a:pt x="291171" y="38543"/>
                </a:lnTo>
                <a:close/>
              </a:path>
            </a:pathLst>
          </a:custGeom>
          <a:solidFill>
            <a:srgbClr val="0BAFF3"/>
          </a:solidFill>
        </p:spPr>
        <p:txBody>
          <a:bodyPr wrap="square" lIns="0" tIns="0" rIns="0" bIns="0" rtlCol="0"/>
          <a:lstStyle/>
          <a:p>
            <a:endParaRPr sz="2400">
              <a:latin typeface="Bogle" charset="0"/>
              <a:ea typeface="Bogle" charset="0"/>
              <a:cs typeface="Bogle" charset="0"/>
            </a:endParaRPr>
          </a:p>
        </p:txBody>
      </p:sp>
      <p:sp>
        <p:nvSpPr>
          <p:cNvPr id="13"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161307211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5_Section Header - Appreciation">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grpSp>
        <p:nvGrpSpPr>
          <p:cNvPr id="14" name="Group 13"/>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3" name="object 38"/>
          <p:cNvSpPr/>
          <p:nvPr userDrawn="1"/>
        </p:nvSpPr>
        <p:spPr>
          <a:xfrm>
            <a:off x="5465442" y="403160"/>
            <a:ext cx="1544959" cy="2619441"/>
          </a:xfrm>
          <a:custGeom>
            <a:avLst/>
            <a:gdLst/>
            <a:ahLst/>
            <a:cxnLst/>
            <a:rect l="l" t="t" r="r" b="b"/>
            <a:pathLst>
              <a:path w="477520" h="809625">
                <a:moveTo>
                  <a:pt x="301427" y="0"/>
                </a:moveTo>
                <a:lnTo>
                  <a:pt x="111621" y="0"/>
                </a:lnTo>
                <a:lnTo>
                  <a:pt x="3373" y="407212"/>
                </a:lnTo>
                <a:lnTo>
                  <a:pt x="0" y="442311"/>
                </a:lnTo>
                <a:lnTo>
                  <a:pt x="8330" y="472868"/>
                </a:lnTo>
                <a:lnTo>
                  <a:pt x="26925" y="497013"/>
                </a:lnTo>
                <a:lnTo>
                  <a:pt x="54342" y="512874"/>
                </a:lnTo>
                <a:lnTo>
                  <a:pt x="89140" y="518581"/>
                </a:lnTo>
                <a:lnTo>
                  <a:pt x="206896" y="518581"/>
                </a:lnTo>
                <a:lnTo>
                  <a:pt x="130637" y="807326"/>
                </a:lnTo>
                <a:lnTo>
                  <a:pt x="135275" y="809577"/>
                </a:lnTo>
                <a:lnTo>
                  <a:pt x="417130" y="437693"/>
                </a:lnTo>
                <a:lnTo>
                  <a:pt x="81151" y="437693"/>
                </a:lnTo>
                <a:lnTo>
                  <a:pt x="188478" y="38543"/>
                </a:lnTo>
                <a:lnTo>
                  <a:pt x="291171" y="38543"/>
                </a:lnTo>
                <a:lnTo>
                  <a:pt x="301427" y="0"/>
                </a:lnTo>
                <a:close/>
              </a:path>
              <a:path w="477520" h="809625">
                <a:moveTo>
                  <a:pt x="291171" y="38543"/>
                </a:moveTo>
                <a:lnTo>
                  <a:pt x="204425" y="38543"/>
                </a:lnTo>
                <a:lnTo>
                  <a:pt x="101182" y="422269"/>
                </a:lnTo>
                <a:lnTo>
                  <a:pt x="332191" y="422269"/>
                </a:lnTo>
                <a:lnTo>
                  <a:pt x="335646" y="425714"/>
                </a:lnTo>
                <a:lnTo>
                  <a:pt x="335646" y="434238"/>
                </a:lnTo>
                <a:lnTo>
                  <a:pt x="332191" y="437693"/>
                </a:lnTo>
                <a:lnTo>
                  <a:pt x="417130" y="437693"/>
                </a:lnTo>
                <a:lnTo>
                  <a:pt x="477348" y="358240"/>
                </a:lnTo>
                <a:lnTo>
                  <a:pt x="473443" y="350366"/>
                </a:lnTo>
                <a:lnTo>
                  <a:pt x="208194" y="350366"/>
                </a:lnTo>
                <a:lnTo>
                  <a:pt x="291171" y="38543"/>
                </a:lnTo>
                <a:close/>
              </a:path>
            </a:pathLst>
          </a:custGeom>
          <a:solidFill>
            <a:srgbClr val="DA52D4"/>
          </a:solidFill>
        </p:spPr>
        <p:txBody>
          <a:bodyPr wrap="square" lIns="0" tIns="0" rIns="0" bIns="0" rtlCol="0"/>
          <a:lstStyle/>
          <a:p>
            <a:endParaRPr sz="2400">
              <a:latin typeface="Bogle" charset="0"/>
              <a:ea typeface="Bogle" charset="0"/>
              <a:cs typeface="Bogle" charset="0"/>
            </a:endParaRPr>
          </a:p>
        </p:txBody>
      </p:sp>
      <p:sp>
        <p:nvSpPr>
          <p:cNvPr id="15"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236679276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16" name="Freeform 101"/>
          <p:cNvSpPr>
            <a:spLocks noEditPoints="1"/>
          </p:cNvSpPr>
          <p:nvPr userDrawn="1"/>
        </p:nvSpPr>
        <p:spPr bwMode="auto">
          <a:xfrm>
            <a:off x="5283200" y="1294709"/>
            <a:ext cx="1625600" cy="1503955"/>
          </a:xfrm>
          <a:custGeom>
            <a:avLst/>
            <a:gdLst/>
            <a:ahLst/>
            <a:cxnLst>
              <a:cxn ang="0">
                <a:pos x="39" y="36"/>
              </a:cxn>
              <a:cxn ang="0">
                <a:pos x="41" y="44"/>
              </a:cxn>
              <a:cxn ang="0">
                <a:pos x="35" y="50"/>
              </a:cxn>
              <a:cxn ang="0">
                <a:pos x="27" y="53"/>
              </a:cxn>
              <a:cxn ang="0">
                <a:pos x="18" y="53"/>
              </a:cxn>
              <a:cxn ang="0">
                <a:pos x="11" y="50"/>
              </a:cxn>
              <a:cxn ang="0">
                <a:pos x="4" y="44"/>
              </a:cxn>
              <a:cxn ang="0">
                <a:pos x="6" y="36"/>
              </a:cxn>
              <a:cxn ang="0">
                <a:pos x="0" y="28"/>
              </a:cxn>
              <a:cxn ang="0">
                <a:pos x="7" y="23"/>
              </a:cxn>
              <a:cxn ang="0">
                <a:pos x="4" y="18"/>
              </a:cxn>
              <a:cxn ang="0">
                <a:pos x="15" y="16"/>
              </a:cxn>
              <a:cxn ang="0">
                <a:pos x="19" y="8"/>
              </a:cxn>
              <a:cxn ang="0">
                <a:pos x="28" y="15"/>
              </a:cxn>
              <a:cxn ang="0">
                <a:pos x="35" y="12"/>
              </a:cxn>
              <a:cxn ang="0">
                <a:pos x="41" y="19"/>
              </a:cxn>
              <a:cxn ang="0">
                <a:pos x="45" y="27"/>
              </a:cxn>
              <a:cxn ang="0">
                <a:pos x="23" y="22"/>
              </a:cxn>
              <a:cxn ang="0">
                <a:pos x="32" y="31"/>
              </a:cxn>
              <a:cxn ang="0">
                <a:pos x="63" y="16"/>
              </a:cxn>
              <a:cxn ang="0">
                <a:pos x="64" y="24"/>
              </a:cxn>
              <a:cxn ang="0">
                <a:pos x="55" y="22"/>
              </a:cxn>
              <a:cxn ang="0">
                <a:pos x="46" y="24"/>
              </a:cxn>
              <a:cxn ang="0">
                <a:pos x="46" y="16"/>
              </a:cxn>
              <a:cxn ang="0">
                <a:pos x="46" y="9"/>
              </a:cxn>
              <a:cxn ang="0">
                <a:pos x="46" y="2"/>
              </a:cxn>
              <a:cxn ang="0">
                <a:pos x="55" y="4"/>
              </a:cxn>
              <a:cxn ang="0">
                <a:pos x="59" y="0"/>
              </a:cxn>
              <a:cxn ang="0">
                <a:pos x="62" y="7"/>
              </a:cxn>
              <a:cxn ang="0">
                <a:pos x="68" y="15"/>
              </a:cxn>
              <a:cxn ang="0">
                <a:pos x="62" y="55"/>
              </a:cxn>
              <a:cxn ang="0">
                <a:pos x="59" y="63"/>
              </a:cxn>
              <a:cxn ang="0">
                <a:pos x="54" y="59"/>
              </a:cxn>
              <a:cxn ang="0">
                <a:pos x="45" y="60"/>
              </a:cxn>
              <a:cxn ang="0">
                <a:pos x="41" y="52"/>
              </a:cxn>
              <a:cxn ang="0">
                <a:pos x="47" y="44"/>
              </a:cxn>
              <a:cxn ang="0">
                <a:pos x="50" y="36"/>
              </a:cxn>
              <a:cxn ang="0">
                <a:pos x="56" y="40"/>
              </a:cxn>
              <a:cxn ang="0">
                <a:pos x="64" y="39"/>
              </a:cxn>
              <a:cxn ang="0">
                <a:pos x="63" y="46"/>
              </a:cxn>
              <a:cxn ang="0">
                <a:pos x="55" y="8"/>
              </a:cxn>
              <a:cxn ang="0">
                <a:pos x="59" y="13"/>
              </a:cxn>
              <a:cxn ang="0">
                <a:pos x="50" y="49"/>
              </a:cxn>
              <a:cxn ang="0">
                <a:pos x="55" y="45"/>
              </a:cxn>
            </a:cxnLst>
            <a:rect l="0" t="0" r="r" b="b"/>
            <a:pathLst>
              <a:path w="68" h="63">
                <a:moveTo>
                  <a:pt x="45" y="35"/>
                </a:moveTo>
                <a:cubicBezTo>
                  <a:pt x="45" y="35"/>
                  <a:pt x="45" y="36"/>
                  <a:pt x="45" y="36"/>
                </a:cubicBezTo>
                <a:cubicBezTo>
                  <a:pt x="39" y="36"/>
                  <a:pt x="39" y="36"/>
                  <a:pt x="39" y="36"/>
                </a:cubicBezTo>
                <a:cubicBezTo>
                  <a:pt x="39" y="37"/>
                  <a:pt x="38" y="38"/>
                  <a:pt x="38" y="39"/>
                </a:cubicBezTo>
                <a:cubicBezTo>
                  <a:pt x="39" y="41"/>
                  <a:pt x="40" y="42"/>
                  <a:pt x="41" y="43"/>
                </a:cubicBezTo>
                <a:cubicBezTo>
                  <a:pt x="41" y="43"/>
                  <a:pt x="41" y="44"/>
                  <a:pt x="41" y="44"/>
                </a:cubicBezTo>
                <a:cubicBezTo>
                  <a:pt x="41" y="44"/>
                  <a:pt x="41" y="44"/>
                  <a:pt x="41" y="45"/>
                </a:cubicBezTo>
                <a:cubicBezTo>
                  <a:pt x="40" y="46"/>
                  <a:pt x="36" y="50"/>
                  <a:pt x="35" y="50"/>
                </a:cubicBezTo>
                <a:cubicBezTo>
                  <a:pt x="35" y="50"/>
                  <a:pt x="35" y="50"/>
                  <a:pt x="35" y="50"/>
                </a:cubicBezTo>
                <a:cubicBezTo>
                  <a:pt x="31" y="47"/>
                  <a:pt x="31" y="47"/>
                  <a:pt x="31" y="47"/>
                </a:cubicBezTo>
                <a:cubicBezTo>
                  <a:pt x="30" y="47"/>
                  <a:pt x="29" y="47"/>
                  <a:pt x="28" y="48"/>
                </a:cubicBezTo>
                <a:cubicBezTo>
                  <a:pt x="28" y="49"/>
                  <a:pt x="27" y="51"/>
                  <a:pt x="27" y="53"/>
                </a:cubicBezTo>
                <a:cubicBezTo>
                  <a:pt x="27" y="54"/>
                  <a:pt x="26" y="54"/>
                  <a:pt x="26" y="54"/>
                </a:cubicBezTo>
                <a:cubicBezTo>
                  <a:pt x="19" y="54"/>
                  <a:pt x="19" y="54"/>
                  <a:pt x="19" y="54"/>
                </a:cubicBezTo>
                <a:cubicBezTo>
                  <a:pt x="19" y="54"/>
                  <a:pt x="18" y="54"/>
                  <a:pt x="18" y="53"/>
                </a:cubicBezTo>
                <a:cubicBezTo>
                  <a:pt x="17" y="48"/>
                  <a:pt x="17" y="48"/>
                  <a:pt x="17" y="48"/>
                </a:cubicBezTo>
                <a:cubicBezTo>
                  <a:pt x="16" y="47"/>
                  <a:pt x="16" y="47"/>
                  <a:pt x="15" y="47"/>
                </a:cubicBezTo>
                <a:cubicBezTo>
                  <a:pt x="11" y="50"/>
                  <a:pt x="11" y="50"/>
                  <a:pt x="11" y="50"/>
                </a:cubicBezTo>
                <a:cubicBezTo>
                  <a:pt x="10" y="50"/>
                  <a:pt x="10" y="50"/>
                  <a:pt x="10" y="50"/>
                </a:cubicBezTo>
                <a:cubicBezTo>
                  <a:pt x="10" y="50"/>
                  <a:pt x="9" y="50"/>
                  <a:pt x="9" y="50"/>
                </a:cubicBezTo>
                <a:cubicBezTo>
                  <a:pt x="8" y="49"/>
                  <a:pt x="4" y="45"/>
                  <a:pt x="4" y="44"/>
                </a:cubicBezTo>
                <a:cubicBezTo>
                  <a:pt x="4" y="44"/>
                  <a:pt x="4" y="44"/>
                  <a:pt x="4" y="43"/>
                </a:cubicBezTo>
                <a:cubicBezTo>
                  <a:pt x="5" y="42"/>
                  <a:pt x="6" y="41"/>
                  <a:pt x="7" y="39"/>
                </a:cubicBezTo>
                <a:cubicBezTo>
                  <a:pt x="7" y="38"/>
                  <a:pt x="6" y="37"/>
                  <a:pt x="6" y="36"/>
                </a:cubicBezTo>
                <a:cubicBezTo>
                  <a:pt x="1" y="35"/>
                  <a:pt x="1" y="35"/>
                  <a:pt x="1" y="35"/>
                </a:cubicBezTo>
                <a:cubicBezTo>
                  <a:pt x="0" y="35"/>
                  <a:pt x="0" y="35"/>
                  <a:pt x="0" y="34"/>
                </a:cubicBezTo>
                <a:cubicBezTo>
                  <a:pt x="0" y="28"/>
                  <a:pt x="0" y="28"/>
                  <a:pt x="0" y="28"/>
                </a:cubicBezTo>
                <a:cubicBezTo>
                  <a:pt x="0" y="27"/>
                  <a:pt x="0" y="27"/>
                  <a:pt x="1" y="27"/>
                </a:cubicBezTo>
                <a:cubicBezTo>
                  <a:pt x="6" y="26"/>
                  <a:pt x="6" y="26"/>
                  <a:pt x="6" y="26"/>
                </a:cubicBezTo>
                <a:cubicBezTo>
                  <a:pt x="6" y="25"/>
                  <a:pt x="7" y="24"/>
                  <a:pt x="7" y="23"/>
                </a:cubicBezTo>
                <a:cubicBezTo>
                  <a:pt x="6" y="22"/>
                  <a:pt x="5" y="20"/>
                  <a:pt x="4" y="19"/>
                </a:cubicBezTo>
                <a:cubicBezTo>
                  <a:pt x="4" y="19"/>
                  <a:pt x="4" y="19"/>
                  <a:pt x="4" y="18"/>
                </a:cubicBezTo>
                <a:cubicBezTo>
                  <a:pt x="4" y="18"/>
                  <a:pt x="4" y="18"/>
                  <a:pt x="4" y="18"/>
                </a:cubicBezTo>
                <a:cubicBezTo>
                  <a:pt x="5" y="17"/>
                  <a:pt x="9" y="12"/>
                  <a:pt x="10" y="12"/>
                </a:cubicBezTo>
                <a:cubicBezTo>
                  <a:pt x="10" y="12"/>
                  <a:pt x="10" y="12"/>
                  <a:pt x="11" y="13"/>
                </a:cubicBezTo>
                <a:cubicBezTo>
                  <a:pt x="15" y="16"/>
                  <a:pt x="15" y="16"/>
                  <a:pt x="15" y="16"/>
                </a:cubicBezTo>
                <a:cubicBezTo>
                  <a:pt x="16" y="15"/>
                  <a:pt x="16" y="15"/>
                  <a:pt x="17" y="15"/>
                </a:cubicBezTo>
                <a:cubicBezTo>
                  <a:pt x="18" y="13"/>
                  <a:pt x="18" y="11"/>
                  <a:pt x="18" y="9"/>
                </a:cubicBezTo>
                <a:cubicBezTo>
                  <a:pt x="18" y="9"/>
                  <a:pt x="19" y="8"/>
                  <a:pt x="19" y="8"/>
                </a:cubicBezTo>
                <a:cubicBezTo>
                  <a:pt x="26" y="8"/>
                  <a:pt x="26" y="8"/>
                  <a:pt x="26" y="8"/>
                </a:cubicBezTo>
                <a:cubicBezTo>
                  <a:pt x="26" y="8"/>
                  <a:pt x="27" y="9"/>
                  <a:pt x="27" y="9"/>
                </a:cubicBezTo>
                <a:cubicBezTo>
                  <a:pt x="28" y="15"/>
                  <a:pt x="28" y="15"/>
                  <a:pt x="28" y="15"/>
                </a:cubicBezTo>
                <a:cubicBezTo>
                  <a:pt x="29" y="15"/>
                  <a:pt x="30" y="15"/>
                  <a:pt x="31" y="16"/>
                </a:cubicBezTo>
                <a:cubicBezTo>
                  <a:pt x="35" y="13"/>
                  <a:pt x="35" y="13"/>
                  <a:pt x="35" y="13"/>
                </a:cubicBezTo>
                <a:cubicBezTo>
                  <a:pt x="35" y="12"/>
                  <a:pt x="35" y="12"/>
                  <a:pt x="35" y="12"/>
                </a:cubicBezTo>
                <a:cubicBezTo>
                  <a:pt x="36" y="12"/>
                  <a:pt x="36" y="12"/>
                  <a:pt x="36" y="13"/>
                </a:cubicBezTo>
                <a:cubicBezTo>
                  <a:pt x="37" y="13"/>
                  <a:pt x="41" y="17"/>
                  <a:pt x="41" y="18"/>
                </a:cubicBezTo>
                <a:cubicBezTo>
                  <a:pt x="41" y="19"/>
                  <a:pt x="41" y="19"/>
                  <a:pt x="41" y="19"/>
                </a:cubicBezTo>
                <a:cubicBezTo>
                  <a:pt x="40" y="20"/>
                  <a:pt x="39" y="22"/>
                  <a:pt x="38" y="23"/>
                </a:cubicBezTo>
                <a:cubicBezTo>
                  <a:pt x="38" y="24"/>
                  <a:pt x="39" y="25"/>
                  <a:pt x="39" y="26"/>
                </a:cubicBezTo>
                <a:cubicBezTo>
                  <a:pt x="45" y="27"/>
                  <a:pt x="45" y="27"/>
                  <a:pt x="45" y="27"/>
                </a:cubicBezTo>
                <a:cubicBezTo>
                  <a:pt x="45" y="27"/>
                  <a:pt x="45" y="27"/>
                  <a:pt x="45" y="28"/>
                </a:cubicBezTo>
                <a:lnTo>
                  <a:pt x="45" y="35"/>
                </a:lnTo>
                <a:close/>
                <a:moveTo>
                  <a:pt x="23" y="22"/>
                </a:moveTo>
                <a:cubicBezTo>
                  <a:pt x="18" y="22"/>
                  <a:pt x="13" y="26"/>
                  <a:pt x="13" y="31"/>
                </a:cubicBezTo>
                <a:cubicBezTo>
                  <a:pt x="13" y="36"/>
                  <a:pt x="18" y="40"/>
                  <a:pt x="23" y="40"/>
                </a:cubicBezTo>
                <a:cubicBezTo>
                  <a:pt x="28" y="40"/>
                  <a:pt x="32" y="36"/>
                  <a:pt x="32" y="31"/>
                </a:cubicBezTo>
                <a:cubicBezTo>
                  <a:pt x="32" y="26"/>
                  <a:pt x="28" y="22"/>
                  <a:pt x="23" y="22"/>
                </a:cubicBezTo>
                <a:close/>
                <a:moveTo>
                  <a:pt x="68" y="15"/>
                </a:moveTo>
                <a:cubicBezTo>
                  <a:pt x="68" y="16"/>
                  <a:pt x="64" y="16"/>
                  <a:pt x="63" y="16"/>
                </a:cubicBezTo>
                <a:cubicBezTo>
                  <a:pt x="63" y="17"/>
                  <a:pt x="62" y="18"/>
                  <a:pt x="62" y="18"/>
                </a:cubicBezTo>
                <a:cubicBezTo>
                  <a:pt x="62" y="19"/>
                  <a:pt x="64" y="23"/>
                  <a:pt x="64" y="23"/>
                </a:cubicBezTo>
                <a:cubicBezTo>
                  <a:pt x="64" y="23"/>
                  <a:pt x="64" y="23"/>
                  <a:pt x="64" y="24"/>
                </a:cubicBezTo>
                <a:cubicBezTo>
                  <a:pt x="63" y="24"/>
                  <a:pt x="59" y="26"/>
                  <a:pt x="59" y="26"/>
                </a:cubicBezTo>
                <a:cubicBezTo>
                  <a:pt x="59" y="26"/>
                  <a:pt x="56" y="22"/>
                  <a:pt x="56" y="22"/>
                </a:cubicBezTo>
                <a:cubicBezTo>
                  <a:pt x="55" y="22"/>
                  <a:pt x="55" y="22"/>
                  <a:pt x="55" y="22"/>
                </a:cubicBezTo>
                <a:cubicBezTo>
                  <a:pt x="54" y="22"/>
                  <a:pt x="54" y="22"/>
                  <a:pt x="54" y="22"/>
                </a:cubicBezTo>
                <a:cubicBezTo>
                  <a:pt x="53" y="22"/>
                  <a:pt x="50" y="26"/>
                  <a:pt x="50" y="26"/>
                </a:cubicBezTo>
                <a:cubicBezTo>
                  <a:pt x="50" y="26"/>
                  <a:pt x="46" y="24"/>
                  <a:pt x="46" y="24"/>
                </a:cubicBezTo>
                <a:cubicBezTo>
                  <a:pt x="45" y="23"/>
                  <a:pt x="45" y="23"/>
                  <a:pt x="45" y="23"/>
                </a:cubicBezTo>
                <a:cubicBezTo>
                  <a:pt x="45" y="23"/>
                  <a:pt x="47" y="19"/>
                  <a:pt x="47" y="18"/>
                </a:cubicBezTo>
                <a:cubicBezTo>
                  <a:pt x="47" y="18"/>
                  <a:pt x="46" y="17"/>
                  <a:pt x="46" y="16"/>
                </a:cubicBezTo>
                <a:cubicBezTo>
                  <a:pt x="45" y="16"/>
                  <a:pt x="41" y="16"/>
                  <a:pt x="41" y="15"/>
                </a:cubicBezTo>
                <a:cubicBezTo>
                  <a:pt x="41" y="10"/>
                  <a:pt x="41" y="10"/>
                  <a:pt x="41" y="10"/>
                </a:cubicBezTo>
                <a:cubicBezTo>
                  <a:pt x="41" y="10"/>
                  <a:pt x="45" y="9"/>
                  <a:pt x="46" y="9"/>
                </a:cubicBezTo>
                <a:cubicBezTo>
                  <a:pt x="46" y="9"/>
                  <a:pt x="47" y="8"/>
                  <a:pt x="47" y="7"/>
                </a:cubicBezTo>
                <a:cubicBezTo>
                  <a:pt x="47" y="7"/>
                  <a:pt x="45" y="3"/>
                  <a:pt x="45" y="2"/>
                </a:cubicBezTo>
                <a:cubicBezTo>
                  <a:pt x="45" y="2"/>
                  <a:pt x="45" y="2"/>
                  <a:pt x="46" y="2"/>
                </a:cubicBezTo>
                <a:cubicBezTo>
                  <a:pt x="46" y="2"/>
                  <a:pt x="50" y="0"/>
                  <a:pt x="50" y="0"/>
                </a:cubicBezTo>
                <a:cubicBezTo>
                  <a:pt x="50" y="0"/>
                  <a:pt x="53" y="3"/>
                  <a:pt x="54" y="4"/>
                </a:cubicBezTo>
                <a:cubicBezTo>
                  <a:pt x="54" y="4"/>
                  <a:pt x="54" y="4"/>
                  <a:pt x="55" y="4"/>
                </a:cubicBezTo>
                <a:cubicBezTo>
                  <a:pt x="55" y="4"/>
                  <a:pt x="55" y="4"/>
                  <a:pt x="56" y="4"/>
                </a:cubicBezTo>
                <a:cubicBezTo>
                  <a:pt x="57" y="2"/>
                  <a:pt x="58" y="1"/>
                  <a:pt x="59" y="0"/>
                </a:cubicBezTo>
                <a:cubicBezTo>
                  <a:pt x="59" y="0"/>
                  <a:pt x="59" y="0"/>
                  <a:pt x="59" y="0"/>
                </a:cubicBezTo>
                <a:cubicBezTo>
                  <a:pt x="59" y="0"/>
                  <a:pt x="63" y="2"/>
                  <a:pt x="64" y="2"/>
                </a:cubicBezTo>
                <a:cubicBezTo>
                  <a:pt x="64" y="2"/>
                  <a:pt x="64" y="2"/>
                  <a:pt x="64" y="2"/>
                </a:cubicBezTo>
                <a:cubicBezTo>
                  <a:pt x="64" y="3"/>
                  <a:pt x="62" y="7"/>
                  <a:pt x="62" y="7"/>
                </a:cubicBezTo>
                <a:cubicBezTo>
                  <a:pt x="62" y="8"/>
                  <a:pt x="63" y="9"/>
                  <a:pt x="63" y="9"/>
                </a:cubicBezTo>
                <a:cubicBezTo>
                  <a:pt x="64" y="9"/>
                  <a:pt x="68" y="10"/>
                  <a:pt x="68" y="10"/>
                </a:cubicBezTo>
                <a:lnTo>
                  <a:pt x="68" y="15"/>
                </a:lnTo>
                <a:close/>
                <a:moveTo>
                  <a:pt x="68" y="52"/>
                </a:moveTo>
                <a:cubicBezTo>
                  <a:pt x="68" y="52"/>
                  <a:pt x="64" y="53"/>
                  <a:pt x="63" y="53"/>
                </a:cubicBezTo>
                <a:cubicBezTo>
                  <a:pt x="63" y="54"/>
                  <a:pt x="62" y="54"/>
                  <a:pt x="62" y="55"/>
                </a:cubicBezTo>
                <a:cubicBezTo>
                  <a:pt x="62" y="56"/>
                  <a:pt x="64" y="59"/>
                  <a:pt x="64" y="60"/>
                </a:cubicBezTo>
                <a:cubicBezTo>
                  <a:pt x="64" y="60"/>
                  <a:pt x="64" y="60"/>
                  <a:pt x="64" y="60"/>
                </a:cubicBezTo>
                <a:cubicBezTo>
                  <a:pt x="63" y="60"/>
                  <a:pt x="59" y="63"/>
                  <a:pt x="59" y="63"/>
                </a:cubicBezTo>
                <a:cubicBezTo>
                  <a:pt x="59" y="63"/>
                  <a:pt x="56" y="59"/>
                  <a:pt x="56" y="59"/>
                </a:cubicBezTo>
                <a:cubicBezTo>
                  <a:pt x="55" y="59"/>
                  <a:pt x="55" y="59"/>
                  <a:pt x="55" y="59"/>
                </a:cubicBezTo>
                <a:cubicBezTo>
                  <a:pt x="54" y="59"/>
                  <a:pt x="54" y="59"/>
                  <a:pt x="54" y="59"/>
                </a:cubicBezTo>
                <a:cubicBezTo>
                  <a:pt x="53" y="59"/>
                  <a:pt x="50" y="63"/>
                  <a:pt x="50" y="63"/>
                </a:cubicBezTo>
                <a:cubicBezTo>
                  <a:pt x="50" y="63"/>
                  <a:pt x="46" y="60"/>
                  <a:pt x="46" y="60"/>
                </a:cubicBezTo>
                <a:cubicBezTo>
                  <a:pt x="45" y="60"/>
                  <a:pt x="45" y="60"/>
                  <a:pt x="45" y="60"/>
                </a:cubicBezTo>
                <a:cubicBezTo>
                  <a:pt x="45" y="59"/>
                  <a:pt x="47" y="56"/>
                  <a:pt x="47" y="55"/>
                </a:cubicBezTo>
                <a:cubicBezTo>
                  <a:pt x="47" y="54"/>
                  <a:pt x="46" y="54"/>
                  <a:pt x="46" y="53"/>
                </a:cubicBezTo>
                <a:cubicBezTo>
                  <a:pt x="45" y="53"/>
                  <a:pt x="41" y="52"/>
                  <a:pt x="41" y="52"/>
                </a:cubicBezTo>
                <a:cubicBezTo>
                  <a:pt x="41" y="47"/>
                  <a:pt x="41" y="47"/>
                  <a:pt x="41" y="47"/>
                </a:cubicBezTo>
                <a:cubicBezTo>
                  <a:pt x="41" y="46"/>
                  <a:pt x="45" y="46"/>
                  <a:pt x="46" y="46"/>
                </a:cubicBezTo>
                <a:cubicBezTo>
                  <a:pt x="46" y="45"/>
                  <a:pt x="47" y="45"/>
                  <a:pt x="47" y="44"/>
                </a:cubicBezTo>
                <a:cubicBezTo>
                  <a:pt x="47" y="43"/>
                  <a:pt x="45" y="40"/>
                  <a:pt x="45" y="39"/>
                </a:cubicBezTo>
                <a:cubicBezTo>
                  <a:pt x="45" y="39"/>
                  <a:pt x="45" y="39"/>
                  <a:pt x="46" y="39"/>
                </a:cubicBezTo>
                <a:cubicBezTo>
                  <a:pt x="46" y="39"/>
                  <a:pt x="50" y="36"/>
                  <a:pt x="50" y="36"/>
                </a:cubicBezTo>
                <a:cubicBezTo>
                  <a:pt x="50" y="36"/>
                  <a:pt x="53" y="40"/>
                  <a:pt x="54" y="40"/>
                </a:cubicBezTo>
                <a:cubicBezTo>
                  <a:pt x="54" y="40"/>
                  <a:pt x="54" y="40"/>
                  <a:pt x="55" y="40"/>
                </a:cubicBezTo>
                <a:cubicBezTo>
                  <a:pt x="55" y="40"/>
                  <a:pt x="55" y="40"/>
                  <a:pt x="56" y="40"/>
                </a:cubicBezTo>
                <a:cubicBezTo>
                  <a:pt x="57" y="39"/>
                  <a:pt x="58" y="38"/>
                  <a:pt x="59" y="36"/>
                </a:cubicBezTo>
                <a:cubicBezTo>
                  <a:pt x="59" y="36"/>
                  <a:pt x="59" y="36"/>
                  <a:pt x="59" y="36"/>
                </a:cubicBezTo>
                <a:cubicBezTo>
                  <a:pt x="59" y="36"/>
                  <a:pt x="63" y="39"/>
                  <a:pt x="64" y="39"/>
                </a:cubicBezTo>
                <a:cubicBezTo>
                  <a:pt x="64" y="39"/>
                  <a:pt x="64" y="39"/>
                  <a:pt x="64" y="39"/>
                </a:cubicBezTo>
                <a:cubicBezTo>
                  <a:pt x="64" y="40"/>
                  <a:pt x="62" y="43"/>
                  <a:pt x="62" y="44"/>
                </a:cubicBezTo>
                <a:cubicBezTo>
                  <a:pt x="62" y="45"/>
                  <a:pt x="63" y="45"/>
                  <a:pt x="63" y="46"/>
                </a:cubicBezTo>
                <a:cubicBezTo>
                  <a:pt x="64" y="46"/>
                  <a:pt x="68" y="46"/>
                  <a:pt x="68" y="47"/>
                </a:cubicBezTo>
                <a:lnTo>
                  <a:pt x="68" y="52"/>
                </a:lnTo>
                <a:close/>
                <a:moveTo>
                  <a:pt x="55" y="8"/>
                </a:moveTo>
                <a:cubicBezTo>
                  <a:pt x="52" y="8"/>
                  <a:pt x="50" y="10"/>
                  <a:pt x="50" y="13"/>
                </a:cubicBezTo>
                <a:cubicBezTo>
                  <a:pt x="50" y="15"/>
                  <a:pt x="52" y="17"/>
                  <a:pt x="55" y="17"/>
                </a:cubicBezTo>
                <a:cubicBezTo>
                  <a:pt x="57" y="17"/>
                  <a:pt x="59" y="15"/>
                  <a:pt x="59" y="13"/>
                </a:cubicBezTo>
                <a:cubicBezTo>
                  <a:pt x="59" y="10"/>
                  <a:pt x="57" y="8"/>
                  <a:pt x="55" y="8"/>
                </a:cubicBezTo>
                <a:close/>
                <a:moveTo>
                  <a:pt x="55" y="45"/>
                </a:moveTo>
                <a:cubicBezTo>
                  <a:pt x="52" y="45"/>
                  <a:pt x="50" y="47"/>
                  <a:pt x="50" y="49"/>
                </a:cubicBezTo>
                <a:cubicBezTo>
                  <a:pt x="50" y="52"/>
                  <a:pt x="52" y="54"/>
                  <a:pt x="55" y="54"/>
                </a:cubicBezTo>
                <a:cubicBezTo>
                  <a:pt x="57" y="54"/>
                  <a:pt x="59" y="52"/>
                  <a:pt x="59" y="49"/>
                </a:cubicBezTo>
                <a:cubicBezTo>
                  <a:pt x="59" y="47"/>
                  <a:pt x="57" y="45"/>
                  <a:pt x="55" y="45"/>
                </a:cubicBez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2400">
              <a:latin typeface="Bogle" charset="0"/>
              <a:ea typeface="Bogle" charset="0"/>
              <a:cs typeface="Bogle" charset="0"/>
            </a:endParaRP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grpSp>
        <p:nvGrpSpPr>
          <p:cNvPr id="14" name="Group 13"/>
          <p:cNvGrpSpPr/>
          <p:nvPr userDrawn="1"/>
        </p:nvGrpSpPr>
        <p:grpSpPr>
          <a:xfrm>
            <a:off x="2438400" y="4953000"/>
            <a:ext cx="7315200" cy="1122843"/>
            <a:chOff x="3352800" y="5063780"/>
            <a:chExt cx="5486400" cy="842132"/>
          </a:xfrm>
        </p:grpSpPr>
        <p:grpSp>
          <p:nvGrpSpPr>
            <p:cNvPr id="15" name="Group 14"/>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7"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299465697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Section Header - Matrix">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14" name="Freeform 15"/>
          <p:cNvSpPr>
            <a:spLocks noEditPoints="1"/>
          </p:cNvSpPr>
          <p:nvPr userDrawn="1"/>
        </p:nvSpPr>
        <p:spPr bwMode="auto">
          <a:xfrm>
            <a:off x="5273189" y="1318685"/>
            <a:ext cx="1645625" cy="1297516"/>
          </a:xfrm>
          <a:custGeom>
            <a:avLst/>
            <a:gdLst/>
            <a:ahLst/>
            <a:cxnLst>
              <a:cxn ang="0">
                <a:pos x="17" y="16"/>
              </a:cxn>
              <a:cxn ang="0">
                <a:pos x="0" y="12"/>
              </a:cxn>
              <a:cxn ang="0">
                <a:pos x="4" y="0"/>
              </a:cxn>
              <a:cxn ang="0">
                <a:pos x="21" y="4"/>
              </a:cxn>
              <a:cxn ang="0">
                <a:pos x="21" y="33"/>
              </a:cxn>
              <a:cxn ang="0">
                <a:pos x="4" y="36"/>
              </a:cxn>
              <a:cxn ang="0">
                <a:pos x="0" y="25"/>
              </a:cxn>
              <a:cxn ang="0">
                <a:pos x="17" y="21"/>
              </a:cxn>
              <a:cxn ang="0">
                <a:pos x="21" y="33"/>
              </a:cxn>
              <a:cxn ang="0">
                <a:pos x="17" y="57"/>
              </a:cxn>
              <a:cxn ang="0">
                <a:pos x="0" y="53"/>
              </a:cxn>
              <a:cxn ang="0">
                <a:pos x="4" y="42"/>
              </a:cxn>
              <a:cxn ang="0">
                <a:pos x="21" y="45"/>
              </a:cxn>
              <a:cxn ang="0">
                <a:pos x="47" y="12"/>
              </a:cxn>
              <a:cxn ang="0">
                <a:pos x="30" y="16"/>
              </a:cxn>
              <a:cxn ang="0">
                <a:pos x="26" y="4"/>
              </a:cxn>
              <a:cxn ang="0">
                <a:pos x="43" y="0"/>
              </a:cxn>
              <a:cxn ang="0">
                <a:pos x="47" y="12"/>
              </a:cxn>
              <a:cxn ang="0">
                <a:pos x="43" y="36"/>
              </a:cxn>
              <a:cxn ang="0">
                <a:pos x="26" y="33"/>
              </a:cxn>
              <a:cxn ang="0">
                <a:pos x="30" y="21"/>
              </a:cxn>
              <a:cxn ang="0">
                <a:pos x="47" y="25"/>
              </a:cxn>
              <a:cxn ang="0">
                <a:pos x="47" y="53"/>
              </a:cxn>
              <a:cxn ang="0">
                <a:pos x="30" y="57"/>
              </a:cxn>
              <a:cxn ang="0">
                <a:pos x="26" y="45"/>
              </a:cxn>
              <a:cxn ang="0">
                <a:pos x="43" y="42"/>
              </a:cxn>
              <a:cxn ang="0">
                <a:pos x="47" y="53"/>
              </a:cxn>
              <a:cxn ang="0">
                <a:pos x="69" y="16"/>
              </a:cxn>
              <a:cxn ang="0">
                <a:pos x="52" y="12"/>
              </a:cxn>
              <a:cxn ang="0">
                <a:pos x="56" y="0"/>
              </a:cxn>
              <a:cxn ang="0">
                <a:pos x="72" y="4"/>
              </a:cxn>
              <a:cxn ang="0">
                <a:pos x="72" y="33"/>
              </a:cxn>
              <a:cxn ang="0">
                <a:pos x="56" y="36"/>
              </a:cxn>
              <a:cxn ang="0">
                <a:pos x="52" y="25"/>
              </a:cxn>
              <a:cxn ang="0">
                <a:pos x="69" y="21"/>
              </a:cxn>
              <a:cxn ang="0">
                <a:pos x="72" y="33"/>
              </a:cxn>
              <a:cxn ang="0">
                <a:pos x="69" y="57"/>
              </a:cxn>
              <a:cxn ang="0">
                <a:pos x="52" y="53"/>
              </a:cxn>
              <a:cxn ang="0">
                <a:pos x="56" y="42"/>
              </a:cxn>
              <a:cxn ang="0">
                <a:pos x="72" y="45"/>
              </a:cxn>
            </a:cxnLst>
            <a:rect l="0" t="0" r="r" b="b"/>
            <a:pathLst>
              <a:path w="72" h="57">
                <a:moveTo>
                  <a:pt x="21" y="12"/>
                </a:moveTo>
                <a:cubicBezTo>
                  <a:pt x="21" y="14"/>
                  <a:pt x="19" y="16"/>
                  <a:pt x="17" y="16"/>
                </a:cubicBezTo>
                <a:cubicBezTo>
                  <a:pt x="4" y="16"/>
                  <a:pt x="4" y="16"/>
                  <a:pt x="4" y="16"/>
                </a:cubicBezTo>
                <a:cubicBezTo>
                  <a:pt x="2" y="16"/>
                  <a:pt x="0" y="14"/>
                  <a:pt x="0" y="12"/>
                </a:cubicBezTo>
                <a:cubicBezTo>
                  <a:pt x="0" y="4"/>
                  <a:pt x="0" y="4"/>
                  <a:pt x="0" y="4"/>
                </a:cubicBezTo>
                <a:cubicBezTo>
                  <a:pt x="0" y="2"/>
                  <a:pt x="2" y="0"/>
                  <a:pt x="4" y="0"/>
                </a:cubicBezTo>
                <a:cubicBezTo>
                  <a:pt x="17" y="0"/>
                  <a:pt x="17" y="0"/>
                  <a:pt x="17" y="0"/>
                </a:cubicBezTo>
                <a:cubicBezTo>
                  <a:pt x="19" y="0"/>
                  <a:pt x="21" y="2"/>
                  <a:pt x="21" y="4"/>
                </a:cubicBezTo>
                <a:lnTo>
                  <a:pt x="21" y="12"/>
                </a:lnTo>
                <a:close/>
                <a:moveTo>
                  <a:pt x="21" y="33"/>
                </a:moveTo>
                <a:cubicBezTo>
                  <a:pt x="21" y="35"/>
                  <a:pt x="19" y="36"/>
                  <a:pt x="17" y="36"/>
                </a:cubicBezTo>
                <a:cubicBezTo>
                  <a:pt x="4" y="36"/>
                  <a:pt x="4" y="36"/>
                  <a:pt x="4" y="36"/>
                </a:cubicBezTo>
                <a:cubicBezTo>
                  <a:pt x="2" y="36"/>
                  <a:pt x="0" y="35"/>
                  <a:pt x="0" y="33"/>
                </a:cubicBezTo>
                <a:cubicBezTo>
                  <a:pt x="0" y="25"/>
                  <a:pt x="0" y="25"/>
                  <a:pt x="0" y="25"/>
                </a:cubicBezTo>
                <a:cubicBezTo>
                  <a:pt x="0" y="23"/>
                  <a:pt x="2" y="21"/>
                  <a:pt x="4" y="21"/>
                </a:cubicBezTo>
                <a:cubicBezTo>
                  <a:pt x="17" y="21"/>
                  <a:pt x="17" y="21"/>
                  <a:pt x="17" y="21"/>
                </a:cubicBezTo>
                <a:cubicBezTo>
                  <a:pt x="19" y="21"/>
                  <a:pt x="21" y="23"/>
                  <a:pt x="21" y="25"/>
                </a:cubicBezTo>
                <a:lnTo>
                  <a:pt x="21" y="33"/>
                </a:lnTo>
                <a:close/>
                <a:moveTo>
                  <a:pt x="21" y="53"/>
                </a:moveTo>
                <a:cubicBezTo>
                  <a:pt x="21" y="55"/>
                  <a:pt x="19" y="57"/>
                  <a:pt x="17" y="57"/>
                </a:cubicBezTo>
                <a:cubicBezTo>
                  <a:pt x="4" y="57"/>
                  <a:pt x="4" y="57"/>
                  <a:pt x="4" y="57"/>
                </a:cubicBezTo>
                <a:cubicBezTo>
                  <a:pt x="2" y="57"/>
                  <a:pt x="0" y="55"/>
                  <a:pt x="0" y="53"/>
                </a:cubicBezTo>
                <a:cubicBezTo>
                  <a:pt x="0" y="45"/>
                  <a:pt x="0" y="45"/>
                  <a:pt x="0" y="45"/>
                </a:cubicBezTo>
                <a:cubicBezTo>
                  <a:pt x="0" y="43"/>
                  <a:pt x="2" y="42"/>
                  <a:pt x="4" y="42"/>
                </a:cubicBezTo>
                <a:cubicBezTo>
                  <a:pt x="17" y="42"/>
                  <a:pt x="17" y="42"/>
                  <a:pt x="17" y="42"/>
                </a:cubicBezTo>
                <a:cubicBezTo>
                  <a:pt x="19" y="42"/>
                  <a:pt x="21" y="43"/>
                  <a:pt x="21" y="45"/>
                </a:cubicBezTo>
                <a:lnTo>
                  <a:pt x="21" y="53"/>
                </a:lnTo>
                <a:close/>
                <a:moveTo>
                  <a:pt x="47" y="12"/>
                </a:moveTo>
                <a:cubicBezTo>
                  <a:pt x="47" y="14"/>
                  <a:pt x="45" y="16"/>
                  <a:pt x="43" y="16"/>
                </a:cubicBezTo>
                <a:cubicBezTo>
                  <a:pt x="30" y="16"/>
                  <a:pt x="30" y="16"/>
                  <a:pt x="30" y="16"/>
                </a:cubicBezTo>
                <a:cubicBezTo>
                  <a:pt x="28" y="16"/>
                  <a:pt x="26" y="14"/>
                  <a:pt x="26" y="12"/>
                </a:cubicBezTo>
                <a:cubicBezTo>
                  <a:pt x="26" y="4"/>
                  <a:pt x="26" y="4"/>
                  <a:pt x="26" y="4"/>
                </a:cubicBezTo>
                <a:cubicBezTo>
                  <a:pt x="26" y="2"/>
                  <a:pt x="28" y="0"/>
                  <a:pt x="30" y="0"/>
                </a:cubicBezTo>
                <a:cubicBezTo>
                  <a:pt x="43" y="0"/>
                  <a:pt x="43" y="0"/>
                  <a:pt x="43" y="0"/>
                </a:cubicBezTo>
                <a:cubicBezTo>
                  <a:pt x="45" y="0"/>
                  <a:pt x="47" y="2"/>
                  <a:pt x="47" y="4"/>
                </a:cubicBezTo>
                <a:lnTo>
                  <a:pt x="47" y="12"/>
                </a:lnTo>
                <a:close/>
                <a:moveTo>
                  <a:pt x="47" y="33"/>
                </a:moveTo>
                <a:cubicBezTo>
                  <a:pt x="47" y="35"/>
                  <a:pt x="45" y="36"/>
                  <a:pt x="43" y="36"/>
                </a:cubicBezTo>
                <a:cubicBezTo>
                  <a:pt x="30" y="36"/>
                  <a:pt x="30" y="36"/>
                  <a:pt x="30" y="36"/>
                </a:cubicBezTo>
                <a:cubicBezTo>
                  <a:pt x="28" y="36"/>
                  <a:pt x="26" y="35"/>
                  <a:pt x="26" y="33"/>
                </a:cubicBezTo>
                <a:cubicBezTo>
                  <a:pt x="26" y="25"/>
                  <a:pt x="26" y="25"/>
                  <a:pt x="26" y="25"/>
                </a:cubicBezTo>
                <a:cubicBezTo>
                  <a:pt x="26" y="23"/>
                  <a:pt x="28" y="21"/>
                  <a:pt x="30" y="21"/>
                </a:cubicBezTo>
                <a:cubicBezTo>
                  <a:pt x="43" y="21"/>
                  <a:pt x="43" y="21"/>
                  <a:pt x="43" y="21"/>
                </a:cubicBezTo>
                <a:cubicBezTo>
                  <a:pt x="45" y="21"/>
                  <a:pt x="47" y="23"/>
                  <a:pt x="47" y="25"/>
                </a:cubicBezTo>
                <a:lnTo>
                  <a:pt x="47" y="33"/>
                </a:lnTo>
                <a:close/>
                <a:moveTo>
                  <a:pt x="47" y="53"/>
                </a:moveTo>
                <a:cubicBezTo>
                  <a:pt x="47" y="55"/>
                  <a:pt x="45" y="57"/>
                  <a:pt x="43" y="57"/>
                </a:cubicBezTo>
                <a:cubicBezTo>
                  <a:pt x="30" y="57"/>
                  <a:pt x="30" y="57"/>
                  <a:pt x="30" y="57"/>
                </a:cubicBezTo>
                <a:cubicBezTo>
                  <a:pt x="28" y="57"/>
                  <a:pt x="26" y="55"/>
                  <a:pt x="26" y="53"/>
                </a:cubicBezTo>
                <a:cubicBezTo>
                  <a:pt x="26" y="45"/>
                  <a:pt x="26" y="45"/>
                  <a:pt x="26" y="45"/>
                </a:cubicBezTo>
                <a:cubicBezTo>
                  <a:pt x="26" y="43"/>
                  <a:pt x="28" y="42"/>
                  <a:pt x="30" y="42"/>
                </a:cubicBezTo>
                <a:cubicBezTo>
                  <a:pt x="43" y="42"/>
                  <a:pt x="43" y="42"/>
                  <a:pt x="43" y="42"/>
                </a:cubicBezTo>
                <a:cubicBezTo>
                  <a:pt x="45" y="42"/>
                  <a:pt x="47" y="43"/>
                  <a:pt x="47" y="45"/>
                </a:cubicBezTo>
                <a:lnTo>
                  <a:pt x="47" y="53"/>
                </a:lnTo>
                <a:close/>
                <a:moveTo>
                  <a:pt x="72" y="12"/>
                </a:moveTo>
                <a:cubicBezTo>
                  <a:pt x="72" y="14"/>
                  <a:pt x="71" y="16"/>
                  <a:pt x="69" y="16"/>
                </a:cubicBezTo>
                <a:cubicBezTo>
                  <a:pt x="56" y="16"/>
                  <a:pt x="56" y="16"/>
                  <a:pt x="56" y="16"/>
                </a:cubicBezTo>
                <a:cubicBezTo>
                  <a:pt x="54" y="16"/>
                  <a:pt x="52" y="14"/>
                  <a:pt x="52" y="12"/>
                </a:cubicBezTo>
                <a:cubicBezTo>
                  <a:pt x="52" y="4"/>
                  <a:pt x="52" y="4"/>
                  <a:pt x="52" y="4"/>
                </a:cubicBezTo>
                <a:cubicBezTo>
                  <a:pt x="52" y="2"/>
                  <a:pt x="54" y="0"/>
                  <a:pt x="56" y="0"/>
                </a:cubicBezTo>
                <a:cubicBezTo>
                  <a:pt x="69" y="0"/>
                  <a:pt x="69" y="0"/>
                  <a:pt x="69" y="0"/>
                </a:cubicBezTo>
                <a:cubicBezTo>
                  <a:pt x="71" y="0"/>
                  <a:pt x="72" y="2"/>
                  <a:pt x="72" y="4"/>
                </a:cubicBezTo>
                <a:lnTo>
                  <a:pt x="72" y="12"/>
                </a:lnTo>
                <a:close/>
                <a:moveTo>
                  <a:pt x="72" y="33"/>
                </a:moveTo>
                <a:cubicBezTo>
                  <a:pt x="72" y="35"/>
                  <a:pt x="71" y="36"/>
                  <a:pt x="69" y="36"/>
                </a:cubicBezTo>
                <a:cubicBezTo>
                  <a:pt x="56" y="36"/>
                  <a:pt x="56" y="36"/>
                  <a:pt x="56" y="36"/>
                </a:cubicBezTo>
                <a:cubicBezTo>
                  <a:pt x="54" y="36"/>
                  <a:pt x="52" y="35"/>
                  <a:pt x="52" y="33"/>
                </a:cubicBezTo>
                <a:cubicBezTo>
                  <a:pt x="52" y="25"/>
                  <a:pt x="52" y="25"/>
                  <a:pt x="52" y="25"/>
                </a:cubicBezTo>
                <a:cubicBezTo>
                  <a:pt x="52" y="23"/>
                  <a:pt x="54" y="21"/>
                  <a:pt x="56" y="21"/>
                </a:cubicBezTo>
                <a:cubicBezTo>
                  <a:pt x="69" y="21"/>
                  <a:pt x="69" y="21"/>
                  <a:pt x="69" y="21"/>
                </a:cubicBezTo>
                <a:cubicBezTo>
                  <a:pt x="71" y="21"/>
                  <a:pt x="72" y="23"/>
                  <a:pt x="72" y="25"/>
                </a:cubicBezTo>
                <a:lnTo>
                  <a:pt x="72" y="33"/>
                </a:lnTo>
                <a:close/>
                <a:moveTo>
                  <a:pt x="72" y="53"/>
                </a:moveTo>
                <a:cubicBezTo>
                  <a:pt x="72" y="55"/>
                  <a:pt x="71" y="57"/>
                  <a:pt x="69" y="57"/>
                </a:cubicBezTo>
                <a:cubicBezTo>
                  <a:pt x="56" y="57"/>
                  <a:pt x="56" y="57"/>
                  <a:pt x="56" y="57"/>
                </a:cubicBezTo>
                <a:cubicBezTo>
                  <a:pt x="54" y="57"/>
                  <a:pt x="52" y="55"/>
                  <a:pt x="52" y="53"/>
                </a:cubicBezTo>
                <a:cubicBezTo>
                  <a:pt x="52" y="45"/>
                  <a:pt x="52" y="45"/>
                  <a:pt x="52" y="45"/>
                </a:cubicBezTo>
                <a:cubicBezTo>
                  <a:pt x="52" y="43"/>
                  <a:pt x="54" y="42"/>
                  <a:pt x="56" y="42"/>
                </a:cubicBezTo>
                <a:cubicBezTo>
                  <a:pt x="69" y="42"/>
                  <a:pt x="69" y="42"/>
                  <a:pt x="69" y="42"/>
                </a:cubicBezTo>
                <a:cubicBezTo>
                  <a:pt x="71" y="42"/>
                  <a:pt x="72" y="43"/>
                  <a:pt x="72" y="45"/>
                </a:cubicBezTo>
                <a:lnTo>
                  <a:pt x="72" y="53"/>
                </a:ln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2400">
              <a:latin typeface="Bogle" charset="0"/>
              <a:ea typeface="Bogle" charset="0"/>
              <a:cs typeface="Bogle" charset="0"/>
            </a:endParaRPr>
          </a:p>
        </p:txBody>
      </p:sp>
      <p:grpSp>
        <p:nvGrpSpPr>
          <p:cNvPr id="15" name="Group 14"/>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3"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2574393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animEffect transition="in" filter="fade">
                                      <p:cBhvr>
                                        <p:cTn id="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Section Header - Flowchart">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15" name="Freeform 145"/>
          <p:cNvSpPr>
            <a:spLocks/>
          </p:cNvSpPr>
          <p:nvPr userDrawn="1"/>
        </p:nvSpPr>
        <p:spPr bwMode="auto">
          <a:xfrm>
            <a:off x="5292585" y="1230595"/>
            <a:ext cx="1606833" cy="1385605"/>
          </a:xfrm>
          <a:custGeom>
            <a:avLst/>
            <a:gdLst/>
            <a:ahLst/>
            <a:cxnLst>
              <a:cxn ang="0">
                <a:pos x="64" y="51"/>
              </a:cxn>
              <a:cxn ang="0">
                <a:pos x="60" y="55"/>
              </a:cxn>
              <a:cxn ang="0">
                <a:pos x="49" y="55"/>
              </a:cxn>
              <a:cxn ang="0">
                <a:pos x="45" y="51"/>
              </a:cxn>
              <a:cxn ang="0">
                <a:pos x="45" y="40"/>
              </a:cxn>
              <a:cxn ang="0">
                <a:pos x="49" y="36"/>
              </a:cxn>
              <a:cxn ang="0">
                <a:pos x="52" y="36"/>
              </a:cxn>
              <a:cxn ang="0">
                <a:pos x="52" y="30"/>
              </a:cxn>
              <a:cxn ang="0">
                <a:pos x="34" y="30"/>
              </a:cxn>
              <a:cxn ang="0">
                <a:pos x="34" y="36"/>
              </a:cxn>
              <a:cxn ang="0">
                <a:pos x="37" y="36"/>
              </a:cxn>
              <a:cxn ang="0">
                <a:pos x="41" y="40"/>
              </a:cxn>
              <a:cxn ang="0">
                <a:pos x="41" y="51"/>
              </a:cxn>
              <a:cxn ang="0">
                <a:pos x="37" y="55"/>
              </a:cxn>
              <a:cxn ang="0">
                <a:pos x="26" y="55"/>
              </a:cxn>
              <a:cxn ang="0">
                <a:pos x="23" y="51"/>
              </a:cxn>
              <a:cxn ang="0">
                <a:pos x="23" y="40"/>
              </a:cxn>
              <a:cxn ang="0">
                <a:pos x="26" y="36"/>
              </a:cxn>
              <a:cxn ang="0">
                <a:pos x="29" y="36"/>
              </a:cxn>
              <a:cxn ang="0">
                <a:pos x="29" y="30"/>
              </a:cxn>
              <a:cxn ang="0">
                <a:pos x="11" y="30"/>
              </a:cxn>
              <a:cxn ang="0">
                <a:pos x="11" y="36"/>
              </a:cxn>
              <a:cxn ang="0">
                <a:pos x="15" y="36"/>
              </a:cxn>
              <a:cxn ang="0">
                <a:pos x="18" y="40"/>
              </a:cxn>
              <a:cxn ang="0">
                <a:pos x="18" y="51"/>
              </a:cxn>
              <a:cxn ang="0">
                <a:pos x="15" y="55"/>
              </a:cxn>
              <a:cxn ang="0">
                <a:pos x="3" y="55"/>
              </a:cxn>
              <a:cxn ang="0">
                <a:pos x="0" y="51"/>
              </a:cxn>
              <a:cxn ang="0">
                <a:pos x="0" y="40"/>
              </a:cxn>
              <a:cxn ang="0">
                <a:pos x="3" y="36"/>
              </a:cxn>
              <a:cxn ang="0">
                <a:pos x="7" y="36"/>
              </a:cxn>
              <a:cxn ang="0">
                <a:pos x="7" y="30"/>
              </a:cxn>
              <a:cxn ang="0">
                <a:pos x="11" y="25"/>
              </a:cxn>
              <a:cxn ang="0">
                <a:pos x="29" y="25"/>
              </a:cxn>
              <a:cxn ang="0">
                <a:pos x="29" y="18"/>
              </a:cxn>
              <a:cxn ang="0">
                <a:pos x="26" y="18"/>
              </a:cxn>
              <a:cxn ang="0">
                <a:pos x="23" y="15"/>
              </a:cxn>
              <a:cxn ang="0">
                <a:pos x="23" y="3"/>
              </a:cxn>
              <a:cxn ang="0">
                <a:pos x="26" y="0"/>
              </a:cxn>
              <a:cxn ang="0">
                <a:pos x="37" y="0"/>
              </a:cxn>
              <a:cxn ang="0">
                <a:pos x="41" y="3"/>
              </a:cxn>
              <a:cxn ang="0">
                <a:pos x="41" y="15"/>
              </a:cxn>
              <a:cxn ang="0">
                <a:pos x="37" y="18"/>
              </a:cxn>
              <a:cxn ang="0">
                <a:pos x="34" y="18"/>
              </a:cxn>
              <a:cxn ang="0">
                <a:pos x="34" y="25"/>
              </a:cxn>
              <a:cxn ang="0">
                <a:pos x="52" y="25"/>
              </a:cxn>
              <a:cxn ang="0">
                <a:pos x="57" y="30"/>
              </a:cxn>
              <a:cxn ang="0">
                <a:pos x="57" y="36"/>
              </a:cxn>
              <a:cxn ang="0">
                <a:pos x="60" y="36"/>
              </a:cxn>
              <a:cxn ang="0">
                <a:pos x="64" y="40"/>
              </a:cxn>
              <a:cxn ang="0">
                <a:pos x="64" y="51"/>
              </a:cxn>
            </a:cxnLst>
            <a:rect l="0" t="0" r="r" b="b"/>
            <a:pathLst>
              <a:path w="64" h="55">
                <a:moveTo>
                  <a:pt x="64" y="51"/>
                </a:moveTo>
                <a:cubicBezTo>
                  <a:pt x="64" y="53"/>
                  <a:pt x="62" y="55"/>
                  <a:pt x="60" y="55"/>
                </a:cubicBezTo>
                <a:cubicBezTo>
                  <a:pt x="49" y="55"/>
                  <a:pt x="49" y="55"/>
                  <a:pt x="49" y="55"/>
                </a:cubicBezTo>
                <a:cubicBezTo>
                  <a:pt x="47" y="55"/>
                  <a:pt x="45" y="53"/>
                  <a:pt x="45" y="51"/>
                </a:cubicBezTo>
                <a:cubicBezTo>
                  <a:pt x="45" y="40"/>
                  <a:pt x="45" y="40"/>
                  <a:pt x="45" y="40"/>
                </a:cubicBezTo>
                <a:cubicBezTo>
                  <a:pt x="45" y="38"/>
                  <a:pt x="47" y="36"/>
                  <a:pt x="49" y="36"/>
                </a:cubicBezTo>
                <a:cubicBezTo>
                  <a:pt x="52" y="36"/>
                  <a:pt x="52" y="36"/>
                  <a:pt x="52" y="36"/>
                </a:cubicBezTo>
                <a:cubicBezTo>
                  <a:pt x="52" y="30"/>
                  <a:pt x="52" y="30"/>
                  <a:pt x="52" y="30"/>
                </a:cubicBezTo>
                <a:cubicBezTo>
                  <a:pt x="34" y="30"/>
                  <a:pt x="34" y="30"/>
                  <a:pt x="34" y="30"/>
                </a:cubicBezTo>
                <a:cubicBezTo>
                  <a:pt x="34" y="36"/>
                  <a:pt x="34" y="36"/>
                  <a:pt x="34" y="36"/>
                </a:cubicBezTo>
                <a:cubicBezTo>
                  <a:pt x="37" y="36"/>
                  <a:pt x="37" y="36"/>
                  <a:pt x="37" y="36"/>
                </a:cubicBezTo>
                <a:cubicBezTo>
                  <a:pt x="39" y="36"/>
                  <a:pt x="41" y="38"/>
                  <a:pt x="41" y="40"/>
                </a:cubicBezTo>
                <a:cubicBezTo>
                  <a:pt x="41" y="51"/>
                  <a:pt x="41" y="51"/>
                  <a:pt x="41" y="51"/>
                </a:cubicBezTo>
                <a:cubicBezTo>
                  <a:pt x="41" y="53"/>
                  <a:pt x="39" y="55"/>
                  <a:pt x="37" y="55"/>
                </a:cubicBezTo>
                <a:cubicBezTo>
                  <a:pt x="26" y="55"/>
                  <a:pt x="26" y="55"/>
                  <a:pt x="26" y="55"/>
                </a:cubicBezTo>
                <a:cubicBezTo>
                  <a:pt x="24" y="55"/>
                  <a:pt x="23" y="53"/>
                  <a:pt x="23" y="51"/>
                </a:cubicBezTo>
                <a:cubicBezTo>
                  <a:pt x="23" y="40"/>
                  <a:pt x="23" y="40"/>
                  <a:pt x="23" y="40"/>
                </a:cubicBezTo>
                <a:cubicBezTo>
                  <a:pt x="23" y="38"/>
                  <a:pt x="24" y="36"/>
                  <a:pt x="26" y="36"/>
                </a:cubicBezTo>
                <a:cubicBezTo>
                  <a:pt x="29" y="36"/>
                  <a:pt x="29" y="36"/>
                  <a:pt x="29" y="36"/>
                </a:cubicBezTo>
                <a:cubicBezTo>
                  <a:pt x="29" y="30"/>
                  <a:pt x="29" y="30"/>
                  <a:pt x="29" y="30"/>
                </a:cubicBezTo>
                <a:cubicBezTo>
                  <a:pt x="11" y="30"/>
                  <a:pt x="11" y="30"/>
                  <a:pt x="11" y="30"/>
                </a:cubicBezTo>
                <a:cubicBezTo>
                  <a:pt x="11" y="36"/>
                  <a:pt x="11" y="36"/>
                  <a:pt x="11" y="36"/>
                </a:cubicBezTo>
                <a:cubicBezTo>
                  <a:pt x="15" y="36"/>
                  <a:pt x="15" y="36"/>
                  <a:pt x="15" y="36"/>
                </a:cubicBezTo>
                <a:cubicBezTo>
                  <a:pt x="17" y="36"/>
                  <a:pt x="18" y="38"/>
                  <a:pt x="18" y="40"/>
                </a:cubicBezTo>
                <a:cubicBezTo>
                  <a:pt x="18" y="51"/>
                  <a:pt x="18" y="51"/>
                  <a:pt x="18" y="51"/>
                </a:cubicBezTo>
                <a:cubicBezTo>
                  <a:pt x="18" y="53"/>
                  <a:pt x="17" y="55"/>
                  <a:pt x="15" y="55"/>
                </a:cubicBezTo>
                <a:cubicBezTo>
                  <a:pt x="3" y="55"/>
                  <a:pt x="3" y="55"/>
                  <a:pt x="3" y="55"/>
                </a:cubicBezTo>
                <a:cubicBezTo>
                  <a:pt x="1" y="55"/>
                  <a:pt x="0" y="53"/>
                  <a:pt x="0" y="51"/>
                </a:cubicBezTo>
                <a:cubicBezTo>
                  <a:pt x="0" y="40"/>
                  <a:pt x="0" y="40"/>
                  <a:pt x="0" y="40"/>
                </a:cubicBezTo>
                <a:cubicBezTo>
                  <a:pt x="0" y="38"/>
                  <a:pt x="1" y="36"/>
                  <a:pt x="3" y="36"/>
                </a:cubicBezTo>
                <a:cubicBezTo>
                  <a:pt x="7" y="36"/>
                  <a:pt x="7" y="36"/>
                  <a:pt x="7" y="36"/>
                </a:cubicBezTo>
                <a:cubicBezTo>
                  <a:pt x="7" y="30"/>
                  <a:pt x="7" y="30"/>
                  <a:pt x="7" y="30"/>
                </a:cubicBezTo>
                <a:cubicBezTo>
                  <a:pt x="7" y="27"/>
                  <a:pt x="9" y="25"/>
                  <a:pt x="11" y="25"/>
                </a:cubicBezTo>
                <a:cubicBezTo>
                  <a:pt x="29" y="25"/>
                  <a:pt x="29" y="25"/>
                  <a:pt x="29" y="25"/>
                </a:cubicBezTo>
                <a:cubicBezTo>
                  <a:pt x="29" y="18"/>
                  <a:pt x="29" y="18"/>
                  <a:pt x="29" y="18"/>
                </a:cubicBezTo>
                <a:cubicBezTo>
                  <a:pt x="26" y="18"/>
                  <a:pt x="26" y="18"/>
                  <a:pt x="26" y="18"/>
                </a:cubicBezTo>
                <a:cubicBezTo>
                  <a:pt x="24" y="18"/>
                  <a:pt x="23" y="17"/>
                  <a:pt x="23" y="15"/>
                </a:cubicBezTo>
                <a:cubicBezTo>
                  <a:pt x="23" y="3"/>
                  <a:pt x="23" y="3"/>
                  <a:pt x="23" y="3"/>
                </a:cubicBezTo>
                <a:cubicBezTo>
                  <a:pt x="23" y="1"/>
                  <a:pt x="24" y="0"/>
                  <a:pt x="26" y="0"/>
                </a:cubicBezTo>
                <a:cubicBezTo>
                  <a:pt x="37" y="0"/>
                  <a:pt x="37" y="0"/>
                  <a:pt x="37" y="0"/>
                </a:cubicBezTo>
                <a:cubicBezTo>
                  <a:pt x="39" y="0"/>
                  <a:pt x="41" y="1"/>
                  <a:pt x="41" y="3"/>
                </a:cubicBezTo>
                <a:cubicBezTo>
                  <a:pt x="41" y="15"/>
                  <a:pt x="41" y="15"/>
                  <a:pt x="41" y="15"/>
                </a:cubicBezTo>
                <a:cubicBezTo>
                  <a:pt x="41" y="17"/>
                  <a:pt x="39" y="18"/>
                  <a:pt x="37" y="18"/>
                </a:cubicBezTo>
                <a:cubicBezTo>
                  <a:pt x="34" y="18"/>
                  <a:pt x="34" y="18"/>
                  <a:pt x="34" y="18"/>
                </a:cubicBezTo>
                <a:cubicBezTo>
                  <a:pt x="34" y="25"/>
                  <a:pt x="34" y="25"/>
                  <a:pt x="34" y="25"/>
                </a:cubicBezTo>
                <a:cubicBezTo>
                  <a:pt x="52" y="25"/>
                  <a:pt x="52" y="25"/>
                  <a:pt x="52" y="25"/>
                </a:cubicBezTo>
                <a:cubicBezTo>
                  <a:pt x="55" y="25"/>
                  <a:pt x="57" y="27"/>
                  <a:pt x="57" y="30"/>
                </a:cubicBezTo>
                <a:cubicBezTo>
                  <a:pt x="57" y="36"/>
                  <a:pt x="57" y="36"/>
                  <a:pt x="57" y="36"/>
                </a:cubicBezTo>
                <a:cubicBezTo>
                  <a:pt x="60" y="36"/>
                  <a:pt x="60" y="36"/>
                  <a:pt x="60" y="36"/>
                </a:cubicBezTo>
                <a:cubicBezTo>
                  <a:pt x="62" y="36"/>
                  <a:pt x="64" y="38"/>
                  <a:pt x="64" y="40"/>
                </a:cubicBezTo>
                <a:lnTo>
                  <a:pt x="64" y="51"/>
                </a:ln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2400">
              <a:latin typeface="Bogle" charset="0"/>
              <a:ea typeface="Bogle" charset="0"/>
              <a:cs typeface="Bogle" charset="0"/>
            </a:endParaRPr>
          </a:p>
        </p:txBody>
      </p:sp>
      <p:grpSp>
        <p:nvGrpSpPr>
          <p:cNvPr id="14" name="Group 13"/>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3"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637330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Section Header - Tree">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14" name="Freeform 129"/>
          <p:cNvSpPr>
            <a:spLocks/>
          </p:cNvSpPr>
          <p:nvPr userDrawn="1"/>
        </p:nvSpPr>
        <p:spPr bwMode="auto">
          <a:xfrm>
            <a:off x="5583767" y="1363136"/>
            <a:ext cx="1024467" cy="1253064"/>
          </a:xfrm>
          <a:custGeom>
            <a:avLst/>
            <a:gdLst/>
            <a:ahLst/>
            <a:cxnLst>
              <a:cxn ang="0">
                <a:pos x="53" y="58"/>
              </a:cxn>
              <a:cxn ang="0">
                <a:pos x="36" y="58"/>
              </a:cxn>
              <a:cxn ang="0">
                <a:pos x="36" y="65"/>
              </a:cxn>
              <a:cxn ang="0">
                <a:pos x="34" y="68"/>
              </a:cxn>
              <a:cxn ang="0">
                <a:pos x="22" y="68"/>
              </a:cxn>
              <a:cxn ang="0">
                <a:pos x="20" y="65"/>
              </a:cxn>
              <a:cxn ang="0">
                <a:pos x="20" y="58"/>
              </a:cxn>
              <a:cxn ang="0">
                <a:pos x="2" y="58"/>
              </a:cxn>
              <a:cxn ang="0">
                <a:pos x="0" y="56"/>
              </a:cxn>
              <a:cxn ang="0">
                <a:pos x="1" y="54"/>
              </a:cxn>
              <a:cxn ang="0">
                <a:pos x="16" y="39"/>
              </a:cxn>
              <a:cxn ang="0">
                <a:pos x="7" y="39"/>
              </a:cxn>
              <a:cxn ang="0">
                <a:pos x="5" y="36"/>
              </a:cxn>
              <a:cxn ang="0">
                <a:pos x="6" y="34"/>
              </a:cxn>
              <a:cxn ang="0">
                <a:pos x="21" y="19"/>
              </a:cxn>
              <a:cxn ang="0">
                <a:pos x="13" y="19"/>
              </a:cxn>
              <a:cxn ang="0">
                <a:pos x="11" y="17"/>
              </a:cxn>
              <a:cxn ang="0">
                <a:pos x="12" y="15"/>
              </a:cxn>
              <a:cxn ang="0">
                <a:pos x="26" y="0"/>
              </a:cxn>
              <a:cxn ang="0">
                <a:pos x="28" y="0"/>
              </a:cxn>
              <a:cxn ang="0">
                <a:pos x="30" y="0"/>
              </a:cxn>
              <a:cxn ang="0">
                <a:pos x="44" y="15"/>
              </a:cxn>
              <a:cxn ang="0">
                <a:pos x="45" y="17"/>
              </a:cxn>
              <a:cxn ang="0">
                <a:pos x="42" y="19"/>
              </a:cxn>
              <a:cxn ang="0">
                <a:pos x="35" y="19"/>
              </a:cxn>
              <a:cxn ang="0">
                <a:pos x="50" y="34"/>
              </a:cxn>
              <a:cxn ang="0">
                <a:pos x="51" y="36"/>
              </a:cxn>
              <a:cxn ang="0">
                <a:pos x="49" y="39"/>
              </a:cxn>
              <a:cxn ang="0">
                <a:pos x="40" y="39"/>
              </a:cxn>
              <a:cxn ang="0">
                <a:pos x="55" y="54"/>
              </a:cxn>
              <a:cxn ang="0">
                <a:pos x="56" y="56"/>
              </a:cxn>
              <a:cxn ang="0">
                <a:pos x="53" y="58"/>
              </a:cxn>
            </a:cxnLst>
            <a:rect l="0" t="0" r="r" b="b"/>
            <a:pathLst>
              <a:path w="56" h="68">
                <a:moveTo>
                  <a:pt x="53" y="58"/>
                </a:moveTo>
                <a:cubicBezTo>
                  <a:pt x="36" y="58"/>
                  <a:pt x="36" y="58"/>
                  <a:pt x="36" y="58"/>
                </a:cubicBezTo>
                <a:cubicBezTo>
                  <a:pt x="36" y="60"/>
                  <a:pt x="36" y="63"/>
                  <a:pt x="36" y="65"/>
                </a:cubicBezTo>
                <a:cubicBezTo>
                  <a:pt x="36" y="67"/>
                  <a:pt x="35" y="68"/>
                  <a:pt x="34" y="68"/>
                </a:cubicBezTo>
                <a:cubicBezTo>
                  <a:pt x="22" y="68"/>
                  <a:pt x="22" y="68"/>
                  <a:pt x="22" y="68"/>
                </a:cubicBezTo>
                <a:cubicBezTo>
                  <a:pt x="21" y="68"/>
                  <a:pt x="20" y="67"/>
                  <a:pt x="20" y="65"/>
                </a:cubicBezTo>
                <a:cubicBezTo>
                  <a:pt x="20" y="63"/>
                  <a:pt x="20" y="60"/>
                  <a:pt x="20" y="58"/>
                </a:cubicBezTo>
                <a:cubicBezTo>
                  <a:pt x="2" y="58"/>
                  <a:pt x="2" y="58"/>
                  <a:pt x="2" y="58"/>
                </a:cubicBezTo>
                <a:cubicBezTo>
                  <a:pt x="1" y="58"/>
                  <a:pt x="0" y="57"/>
                  <a:pt x="0" y="56"/>
                </a:cubicBezTo>
                <a:cubicBezTo>
                  <a:pt x="0" y="55"/>
                  <a:pt x="0" y="54"/>
                  <a:pt x="1" y="54"/>
                </a:cubicBezTo>
                <a:cubicBezTo>
                  <a:pt x="16" y="39"/>
                  <a:pt x="16" y="39"/>
                  <a:pt x="16" y="39"/>
                </a:cubicBezTo>
                <a:cubicBezTo>
                  <a:pt x="7" y="39"/>
                  <a:pt x="7" y="39"/>
                  <a:pt x="7" y="39"/>
                </a:cubicBezTo>
                <a:cubicBezTo>
                  <a:pt x="6" y="39"/>
                  <a:pt x="5" y="37"/>
                  <a:pt x="5" y="36"/>
                </a:cubicBezTo>
                <a:cubicBezTo>
                  <a:pt x="5" y="35"/>
                  <a:pt x="5" y="35"/>
                  <a:pt x="6" y="34"/>
                </a:cubicBezTo>
                <a:cubicBezTo>
                  <a:pt x="21" y="19"/>
                  <a:pt x="21" y="19"/>
                  <a:pt x="21" y="19"/>
                </a:cubicBezTo>
                <a:cubicBezTo>
                  <a:pt x="13" y="19"/>
                  <a:pt x="13" y="19"/>
                  <a:pt x="13" y="19"/>
                </a:cubicBezTo>
                <a:cubicBezTo>
                  <a:pt x="12" y="19"/>
                  <a:pt x="11" y="18"/>
                  <a:pt x="11" y="17"/>
                </a:cubicBezTo>
                <a:cubicBezTo>
                  <a:pt x="11" y="16"/>
                  <a:pt x="11" y="15"/>
                  <a:pt x="12" y="15"/>
                </a:cubicBezTo>
                <a:cubicBezTo>
                  <a:pt x="26" y="0"/>
                  <a:pt x="26" y="0"/>
                  <a:pt x="26" y="0"/>
                </a:cubicBezTo>
                <a:cubicBezTo>
                  <a:pt x="27" y="0"/>
                  <a:pt x="27" y="0"/>
                  <a:pt x="28" y="0"/>
                </a:cubicBezTo>
                <a:cubicBezTo>
                  <a:pt x="29" y="0"/>
                  <a:pt x="29" y="0"/>
                  <a:pt x="30" y="0"/>
                </a:cubicBezTo>
                <a:cubicBezTo>
                  <a:pt x="44" y="15"/>
                  <a:pt x="44" y="15"/>
                  <a:pt x="44" y="15"/>
                </a:cubicBezTo>
                <a:cubicBezTo>
                  <a:pt x="45" y="15"/>
                  <a:pt x="45" y="16"/>
                  <a:pt x="45" y="17"/>
                </a:cubicBezTo>
                <a:cubicBezTo>
                  <a:pt x="45" y="18"/>
                  <a:pt x="44" y="19"/>
                  <a:pt x="42" y="19"/>
                </a:cubicBezTo>
                <a:cubicBezTo>
                  <a:pt x="35" y="19"/>
                  <a:pt x="35" y="19"/>
                  <a:pt x="35" y="19"/>
                </a:cubicBezTo>
                <a:cubicBezTo>
                  <a:pt x="50" y="34"/>
                  <a:pt x="50" y="34"/>
                  <a:pt x="50" y="34"/>
                </a:cubicBezTo>
                <a:cubicBezTo>
                  <a:pt x="51" y="35"/>
                  <a:pt x="51" y="35"/>
                  <a:pt x="51" y="36"/>
                </a:cubicBezTo>
                <a:cubicBezTo>
                  <a:pt x="51" y="37"/>
                  <a:pt x="50" y="39"/>
                  <a:pt x="49" y="39"/>
                </a:cubicBezTo>
                <a:cubicBezTo>
                  <a:pt x="40" y="39"/>
                  <a:pt x="40" y="39"/>
                  <a:pt x="40" y="39"/>
                </a:cubicBezTo>
                <a:cubicBezTo>
                  <a:pt x="55" y="54"/>
                  <a:pt x="55" y="54"/>
                  <a:pt x="55" y="54"/>
                </a:cubicBezTo>
                <a:cubicBezTo>
                  <a:pt x="56" y="54"/>
                  <a:pt x="56" y="55"/>
                  <a:pt x="56" y="56"/>
                </a:cubicBezTo>
                <a:cubicBezTo>
                  <a:pt x="56" y="57"/>
                  <a:pt x="55" y="58"/>
                  <a:pt x="53" y="58"/>
                </a:cubicBez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2400">
              <a:latin typeface="Bogle" charset="0"/>
              <a:ea typeface="Bogle" charset="0"/>
              <a:cs typeface="Bogle" charset="0"/>
            </a:endParaRPr>
          </a:p>
        </p:txBody>
      </p:sp>
      <p:grpSp>
        <p:nvGrpSpPr>
          <p:cNvPr id="15" name="Group 14"/>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3"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2019863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animEffect transition="in" filter="fade">
                                      <p:cBhvr>
                                        <p:cTn id="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Section Header - Timeline">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15" name="Freeform 69"/>
          <p:cNvSpPr>
            <a:spLocks noEditPoints="1"/>
          </p:cNvSpPr>
          <p:nvPr userDrawn="1"/>
        </p:nvSpPr>
        <p:spPr bwMode="auto">
          <a:xfrm>
            <a:off x="5467090" y="1498600"/>
            <a:ext cx="1257823" cy="1267883"/>
          </a:xfrm>
          <a:custGeom>
            <a:avLst/>
            <a:gdLst/>
            <a:ahLst/>
            <a:cxnLst>
              <a:cxn ang="0">
                <a:pos x="29" y="58"/>
              </a:cxn>
              <a:cxn ang="0">
                <a:pos x="6" y="47"/>
              </a:cxn>
              <a:cxn ang="0">
                <a:pos x="7" y="46"/>
              </a:cxn>
              <a:cxn ang="0">
                <a:pos x="12" y="40"/>
              </a:cxn>
              <a:cxn ang="0">
                <a:pos x="13" y="40"/>
              </a:cxn>
              <a:cxn ang="0">
                <a:pos x="14" y="41"/>
              </a:cxn>
              <a:cxn ang="0">
                <a:pos x="29" y="48"/>
              </a:cxn>
              <a:cxn ang="0">
                <a:pos x="48" y="29"/>
              </a:cxn>
              <a:cxn ang="0">
                <a:pos x="29" y="9"/>
              </a:cxn>
              <a:cxn ang="0">
                <a:pos x="16" y="14"/>
              </a:cxn>
              <a:cxn ang="0">
                <a:pos x="21" y="20"/>
              </a:cxn>
              <a:cxn ang="0">
                <a:pos x="21" y="22"/>
              </a:cxn>
              <a:cxn ang="0">
                <a:pos x="19" y="24"/>
              </a:cxn>
              <a:cxn ang="0">
                <a:pos x="2" y="24"/>
              </a:cxn>
              <a:cxn ang="0">
                <a:pos x="0" y="21"/>
              </a:cxn>
              <a:cxn ang="0">
                <a:pos x="0" y="4"/>
              </a:cxn>
              <a:cxn ang="0">
                <a:pos x="1" y="2"/>
              </a:cxn>
              <a:cxn ang="0">
                <a:pos x="4" y="3"/>
              </a:cxn>
              <a:cxn ang="0">
                <a:pos x="9" y="8"/>
              </a:cxn>
              <a:cxn ang="0">
                <a:pos x="29" y="0"/>
              </a:cxn>
              <a:cxn ang="0">
                <a:pos x="58" y="29"/>
              </a:cxn>
              <a:cxn ang="0">
                <a:pos x="29" y="58"/>
              </a:cxn>
              <a:cxn ang="0">
                <a:pos x="34" y="35"/>
              </a:cxn>
              <a:cxn ang="0">
                <a:pos x="33" y="36"/>
              </a:cxn>
              <a:cxn ang="0">
                <a:pos x="20" y="36"/>
              </a:cxn>
              <a:cxn ang="0">
                <a:pos x="19" y="35"/>
              </a:cxn>
              <a:cxn ang="0">
                <a:pos x="19" y="32"/>
              </a:cxn>
              <a:cxn ang="0">
                <a:pos x="20" y="31"/>
              </a:cxn>
              <a:cxn ang="0">
                <a:pos x="29" y="31"/>
              </a:cxn>
              <a:cxn ang="0">
                <a:pos x="29" y="18"/>
              </a:cxn>
              <a:cxn ang="0">
                <a:pos x="30" y="17"/>
              </a:cxn>
              <a:cxn ang="0">
                <a:pos x="33" y="17"/>
              </a:cxn>
              <a:cxn ang="0">
                <a:pos x="34" y="18"/>
              </a:cxn>
              <a:cxn ang="0">
                <a:pos x="34" y="35"/>
              </a:cxn>
            </a:cxnLst>
            <a:rect l="0" t="0" r="r" b="b"/>
            <a:pathLst>
              <a:path w="58" h="58">
                <a:moveTo>
                  <a:pt x="29" y="58"/>
                </a:moveTo>
                <a:cubicBezTo>
                  <a:pt x="20" y="58"/>
                  <a:pt x="12" y="54"/>
                  <a:pt x="6" y="47"/>
                </a:cubicBezTo>
                <a:cubicBezTo>
                  <a:pt x="6" y="47"/>
                  <a:pt x="6" y="46"/>
                  <a:pt x="7" y="46"/>
                </a:cubicBezTo>
                <a:cubicBezTo>
                  <a:pt x="12" y="40"/>
                  <a:pt x="12" y="40"/>
                  <a:pt x="12" y="40"/>
                </a:cubicBezTo>
                <a:cubicBezTo>
                  <a:pt x="12" y="40"/>
                  <a:pt x="12" y="40"/>
                  <a:pt x="13" y="40"/>
                </a:cubicBezTo>
                <a:cubicBezTo>
                  <a:pt x="13" y="40"/>
                  <a:pt x="13" y="40"/>
                  <a:pt x="14" y="41"/>
                </a:cubicBezTo>
                <a:cubicBezTo>
                  <a:pt x="17" y="45"/>
                  <a:pt x="23" y="48"/>
                  <a:pt x="29" y="48"/>
                </a:cubicBezTo>
                <a:cubicBezTo>
                  <a:pt x="40" y="48"/>
                  <a:pt x="48" y="39"/>
                  <a:pt x="48" y="29"/>
                </a:cubicBezTo>
                <a:cubicBezTo>
                  <a:pt x="48" y="18"/>
                  <a:pt x="40" y="9"/>
                  <a:pt x="29" y="9"/>
                </a:cubicBezTo>
                <a:cubicBezTo>
                  <a:pt x="24" y="9"/>
                  <a:pt x="19" y="11"/>
                  <a:pt x="16" y="14"/>
                </a:cubicBezTo>
                <a:cubicBezTo>
                  <a:pt x="21" y="20"/>
                  <a:pt x="21" y="20"/>
                  <a:pt x="21" y="20"/>
                </a:cubicBezTo>
                <a:cubicBezTo>
                  <a:pt x="22" y="20"/>
                  <a:pt x="22" y="21"/>
                  <a:pt x="21" y="22"/>
                </a:cubicBezTo>
                <a:cubicBezTo>
                  <a:pt x="21" y="23"/>
                  <a:pt x="20" y="24"/>
                  <a:pt x="19" y="24"/>
                </a:cubicBezTo>
                <a:cubicBezTo>
                  <a:pt x="2" y="24"/>
                  <a:pt x="2" y="24"/>
                  <a:pt x="2" y="24"/>
                </a:cubicBezTo>
                <a:cubicBezTo>
                  <a:pt x="1" y="24"/>
                  <a:pt x="0" y="23"/>
                  <a:pt x="0" y="21"/>
                </a:cubicBezTo>
                <a:cubicBezTo>
                  <a:pt x="0" y="4"/>
                  <a:pt x="0" y="4"/>
                  <a:pt x="0" y="4"/>
                </a:cubicBezTo>
                <a:cubicBezTo>
                  <a:pt x="0" y="3"/>
                  <a:pt x="0" y="3"/>
                  <a:pt x="1" y="2"/>
                </a:cubicBezTo>
                <a:cubicBezTo>
                  <a:pt x="2" y="2"/>
                  <a:pt x="3" y="2"/>
                  <a:pt x="4" y="3"/>
                </a:cubicBezTo>
                <a:cubicBezTo>
                  <a:pt x="9" y="8"/>
                  <a:pt x="9" y="8"/>
                  <a:pt x="9" y="8"/>
                </a:cubicBezTo>
                <a:cubicBezTo>
                  <a:pt x="14" y="3"/>
                  <a:pt x="21" y="0"/>
                  <a:pt x="29" y="0"/>
                </a:cubicBezTo>
                <a:cubicBezTo>
                  <a:pt x="45" y="0"/>
                  <a:pt x="58" y="13"/>
                  <a:pt x="58" y="29"/>
                </a:cubicBezTo>
                <a:cubicBezTo>
                  <a:pt x="58" y="45"/>
                  <a:pt x="45" y="58"/>
                  <a:pt x="29" y="58"/>
                </a:cubicBezTo>
                <a:close/>
                <a:moveTo>
                  <a:pt x="34" y="35"/>
                </a:moveTo>
                <a:cubicBezTo>
                  <a:pt x="34" y="35"/>
                  <a:pt x="33" y="36"/>
                  <a:pt x="33" y="36"/>
                </a:cubicBezTo>
                <a:cubicBezTo>
                  <a:pt x="20" y="36"/>
                  <a:pt x="20" y="36"/>
                  <a:pt x="20" y="36"/>
                </a:cubicBezTo>
                <a:cubicBezTo>
                  <a:pt x="20" y="36"/>
                  <a:pt x="19" y="35"/>
                  <a:pt x="19" y="35"/>
                </a:cubicBezTo>
                <a:cubicBezTo>
                  <a:pt x="19" y="32"/>
                  <a:pt x="19" y="32"/>
                  <a:pt x="19" y="32"/>
                </a:cubicBezTo>
                <a:cubicBezTo>
                  <a:pt x="19" y="32"/>
                  <a:pt x="20" y="31"/>
                  <a:pt x="20" y="31"/>
                </a:cubicBezTo>
                <a:cubicBezTo>
                  <a:pt x="29" y="31"/>
                  <a:pt x="29" y="31"/>
                  <a:pt x="29" y="31"/>
                </a:cubicBezTo>
                <a:cubicBezTo>
                  <a:pt x="29" y="18"/>
                  <a:pt x="29" y="18"/>
                  <a:pt x="29" y="18"/>
                </a:cubicBezTo>
                <a:cubicBezTo>
                  <a:pt x="29" y="17"/>
                  <a:pt x="29" y="17"/>
                  <a:pt x="30" y="17"/>
                </a:cubicBezTo>
                <a:cubicBezTo>
                  <a:pt x="33" y="17"/>
                  <a:pt x="33" y="17"/>
                  <a:pt x="33" y="17"/>
                </a:cubicBezTo>
                <a:cubicBezTo>
                  <a:pt x="33" y="17"/>
                  <a:pt x="34" y="17"/>
                  <a:pt x="34" y="18"/>
                </a:cubicBezTo>
                <a:lnTo>
                  <a:pt x="34" y="35"/>
                </a:ln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2400">
              <a:latin typeface="Bogle" charset="0"/>
              <a:ea typeface="Bogle" charset="0"/>
              <a:cs typeface="Bogle" charset="0"/>
            </a:endParaRPr>
          </a:p>
        </p:txBody>
      </p:sp>
      <p:grpSp>
        <p:nvGrpSpPr>
          <p:cNvPr id="14" name="Group 13"/>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3"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3975847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Section Header - Mgmt">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14" name="Freeform 100"/>
          <p:cNvSpPr>
            <a:spLocks noEditPoints="1"/>
          </p:cNvSpPr>
          <p:nvPr userDrawn="1"/>
        </p:nvSpPr>
        <p:spPr bwMode="auto">
          <a:xfrm>
            <a:off x="5428193" y="1498601"/>
            <a:ext cx="1335617" cy="1280351"/>
          </a:xfrm>
          <a:custGeom>
            <a:avLst/>
            <a:gdLst/>
            <a:ahLst/>
            <a:cxnLst>
              <a:cxn ang="0">
                <a:pos x="63" y="49"/>
              </a:cxn>
              <a:cxn ang="0">
                <a:pos x="58" y="44"/>
              </a:cxn>
              <a:cxn ang="0">
                <a:pos x="54" y="48"/>
              </a:cxn>
              <a:cxn ang="0">
                <a:pos x="63" y="57"/>
              </a:cxn>
              <a:cxn ang="0">
                <a:pos x="64" y="60"/>
              </a:cxn>
              <a:cxn ang="0">
                <a:pos x="59" y="64"/>
              </a:cxn>
              <a:cxn ang="0">
                <a:pos x="56" y="63"/>
              </a:cxn>
              <a:cxn ang="0">
                <a:pos x="29" y="36"/>
              </a:cxn>
              <a:cxn ang="0">
                <a:pos x="15" y="42"/>
              </a:cxn>
              <a:cxn ang="0">
                <a:pos x="0" y="27"/>
              </a:cxn>
              <a:cxn ang="0">
                <a:pos x="26" y="0"/>
              </a:cxn>
              <a:cxn ang="0">
                <a:pos x="41" y="15"/>
              </a:cxn>
              <a:cxn ang="0">
                <a:pos x="36" y="30"/>
              </a:cxn>
              <a:cxn ang="0">
                <a:pos x="50" y="44"/>
              </a:cxn>
              <a:cxn ang="0">
                <a:pos x="54" y="40"/>
              </a:cxn>
              <a:cxn ang="0">
                <a:pos x="49" y="35"/>
              </a:cxn>
              <a:cxn ang="0">
                <a:pos x="54" y="31"/>
              </a:cxn>
              <a:cxn ang="0">
                <a:pos x="55" y="31"/>
              </a:cxn>
              <a:cxn ang="0">
                <a:pos x="67" y="44"/>
              </a:cxn>
              <a:cxn ang="0">
                <a:pos x="63" y="49"/>
              </a:cxn>
              <a:cxn ang="0">
                <a:pos x="25" y="8"/>
              </a:cxn>
              <a:cxn ang="0">
                <a:pos x="18" y="16"/>
              </a:cxn>
              <a:cxn ang="0">
                <a:pos x="19" y="19"/>
              </a:cxn>
              <a:cxn ang="0">
                <a:pos x="15" y="18"/>
              </a:cxn>
              <a:cxn ang="0">
                <a:pos x="7" y="26"/>
              </a:cxn>
              <a:cxn ang="0">
                <a:pos x="15" y="34"/>
              </a:cxn>
              <a:cxn ang="0">
                <a:pos x="23" y="26"/>
              </a:cxn>
              <a:cxn ang="0">
                <a:pos x="22" y="23"/>
              </a:cxn>
              <a:cxn ang="0">
                <a:pos x="25" y="24"/>
              </a:cxn>
              <a:cxn ang="0">
                <a:pos x="33" y="16"/>
              </a:cxn>
              <a:cxn ang="0">
                <a:pos x="25" y="8"/>
              </a:cxn>
            </a:cxnLst>
            <a:rect l="0" t="0" r="r" b="b"/>
            <a:pathLst>
              <a:path w="67" h="64">
                <a:moveTo>
                  <a:pt x="63" y="49"/>
                </a:moveTo>
                <a:cubicBezTo>
                  <a:pt x="62" y="49"/>
                  <a:pt x="58" y="45"/>
                  <a:pt x="58" y="44"/>
                </a:cubicBezTo>
                <a:cubicBezTo>
                  <a:pt x="54" y="48"/>
                  <a:pt x="54" y="48"/>
                  <a:pt x="54" y="48"/>
                </a:cubicBezTo>
                <a:cubicBezTo>
                  <a:pt x="63" y="57"/>
                  <a:pt x="63" y="57"/>
                  <a:pt x="63" y="57"/>
                </a:cubicBezTo>
                <a:cubicBezTo>
                  <a:pt x="63" y="58"/>
                  <a:pt x="64" y="59"/>
                  <a:pt x="64" y="60"/>
                </a:cubicBezTo>
                <a:cubicBezTo>
                  <a:pt x="64" y="62"/>
                  <a:pt x="61" y="64"/>
                  <a:pt x="59" y="64"/>
                </a:cubicBezTo>
                <a:cubicBezTo>
                  <a:pt x="58" y="64"/>
                  <a:pt x="57" y="64"/>
                  <a:pt x="56" y="63"/>
                </a:cubicBezTo>
                <a:cubicBezTo>
                  <a:pt x="29" y="36"/>
                  <a:pt x="29" y="36"/>
                  <a:pt x="29" y="36"/>
                </a:cubicBezTo>
                <a:cubicBezTo>
                  <a:pt x="25" y="39"/>
                  <a:pt x="20" y="42"/>
                  <a:pt x="15" y="42"/>
                </a:cubicBezTo>
                <a:cubicBezTo>
                  <a:pt x="6" y="42"/>
                  <a:pt x="0" y="36"/>
                  <a:pt x="0" y="27"/>
                </a:cubicBezTo>
                <a:cubicBezTo>
                  <a:pt x="0" y="14"/>
                  <a:pt x="13" y="0"/>
                  <a:pt x="26" y="0"/>
                </a:cubicBezTo>
                <a:cubicBezTo>
                  <a:pt x="35" y="0"/>
                  <a:pt x="41" y="6"/>
                  <a:pt x="41" y="15"/>
                </a:cubicBezTo>
                <a:cubicBezTo>
                  <a:pt x="41" y="21"/>
                  <a:pt x="39" y="26"/>
                  <a:pt x="36" y="30"/>
                </a:cubicBezTo>
                <a:cubicBezTo>
                  <a:pt x="50" y="44"/>
                  <a:pt x="50" y="44"/>
                  <a:pt x="50" y="44"/>
                </a:cubicBezTo>
                <a:cubicBezTo>
                  <a:pt x="54" y="40"/>
                  <a:pt x="54" y="40"/>
                  <a:pt x="54" y="40"/>
                </a:cubicBezTo>
                <a:cubicBezTo>
                  <a:pt x="53" y="39"/>
                  <a:pt x="49" y="36"/>
                  <a:pt x="49" y="35"/>
                </a:cubicBezTo>
                <a:cubicBezTo>
                  <a:pt x="49" y="34"/>
                  <a:pt x="53" y="31"/>
                  <a:pt x="54" y="31"/>
                </a:cubicBezTo>
                <a:cubicBezTo>
                  <a:pt x="54" y="31"/>
                  <a:pt x="54" y="31"/>
                  <a:pt x="55" y="31"/>
                </a:cubicBezTo>
                <a:cubicBezTo>
                  <a:pt x="56" y="32"/>
                  <a:pt x="67" y="43"/>
                  <a:pt x="67" y="44"/>
                </a:cubicBezTo>
                <a:cubicBezTo>
                  <a:pt x="67" y="45"/>
                  <a:pt x="64" y="49"/>
                  <a:pt x="63" y="49"/>
                </a:cubicBezTo>
                <a:close/>
                <a:moveTo>
                  <a:pt x="25" y="8"/>
                </a:moveTo>
                <a:cubicBezTo>
                  <a:pt x="21" y="8"/>
                  <a:pt x="18" y="12"/>
                  <a:pt x="18" y="16"/>
                </a:cubicBezTo>
                <a:cubicBezTo>
                  <a:pt x="18" y="17"/>
                  <a:pt x="18" y="18"/>
                  <a:pt x="19" y="19"/>
                </a:cubicBezTo>
                <a:cubicBezTo>
                  <a:pt x="17" y="19"/>
                  <a:pt x="16" y="18"/>
                  <a:pt x="15" y="18"/>
                </a:cubicBezTo>
                <a:cubicBezTo>
                  <a:pt x="11" y="18"/>
                  <a:pt x="7" y="22"/>
                  <a:pt x="7" y="26"/>
                </a:cubicBezTo>
                <a:cubicBezTo>
                  <a:pt x="7" y="30"/>
                  <a:pt x="11" y="34"/>
                  <a:pt x="15" y="34"/>
                </a:cubicBezTo>
                <a:cubicBezTo>
                  <a:pt x="19" y="34"/>
                  <a:pt x="23" y="30"/>
                  <a:pt x="23" y="26"/>
                </a:cubicBezTo>
                <a:cubicBezTo>
                  <a:pt x="23" y="25"/>
                  <a:pt x="23" y="24"/>
                  <a:pt x="22" y="23"/>
                </a:cubicBezTo>
                <a:cubicBezTo>
                  <a:pt x="23" y="23"/>
                  <a:pt x="24" y="24"/>
                  <a:pt x="25" y="24"/>
                </a:cubicBezTo>
                <a:cubicBezTo>
                  <a:pt x="30" y="24"/>
                  <a:pt x="33" y="20"/>
                  <a:pt x="33" y="16"/>
                </a:cubicBezTo>
                <a:cubicBezTo>
                  <a:pt x="33" y="12"/>
                  <a:pt x="30" y="8"/>
                  <a:pt x="25" y="8"/>
                </a:cubicBez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2400">
              <a:latin typeface="Bogle" charset="0"/>
              <a:ea typeface="Bogle" charset="0"/>
              <a:cs typeface="Bogle" charset="0"/>
            </a:endParaRPr>
          </a:p>
        </p:txBody>
      </p:sp>
      <p:grpSp>
        <p:nvGrpSpPr>
          <p:cNvPr id="15" name="Group 14"/>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3"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2279481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animEffect transition="in" filter="fade">
                                      <p:cBhvr>
                                        <p:cTn id="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Section Header - Special">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15" name="Freeform 89"/>
          <p:cNvSpPr>
            <a:spLocks noEditPoints="1"/>
          </p:cNvSpPr>
          <p:nvPr userDrawn="1"/>
        </p:nvSpPr>
        <p:spPr bwMode="auto">
          <a:xfrm>
            <a:off x="5524265" y="1698556"/>
            <a:ext cx="1143473" cy="998408"/>
          </a:xfrm>
          <a:custGeom>
            <a:avLst/>
            <a:gdLst/>
            <a:ahLst/>
            <a:cxnLst>
              <a:cxn ang="0">
                <a:pos x="62" y="32"/>
              </a:cxn>
              <a:cxn ang="0">
                <a:pos x="61" y="33"/>
              </a:cxn>
              <a:cxn ang="0">
                <a:pos x="57" y="33"/>
              </a:cxn>
              <a:cxn ang="0">
                <a:pos x="57" y="50"/>
              </a:cxn>
              <a:cxn ang="0">
                <a:pos x="53" y="54"/>
              </a:cxn>
              <a:cxn ang="0">
                <a:pos x="9" y="54"/>
              </a:cxn>
              <a:cxn ang="0">
                <a:pos x="6" y="50"/>
              </a:cxn>
              <a:cxn ang="0">
                <a:pos x="6" y="33"/>
              </a:cxn>
              <a:cxn ang="0">
                <a:pos x="2" y="33"/>
              </a:cxn>
              <a:cxn ang="0">
                <a:pos x="0" y="32"/>
              </a:cxn>
              <a:cxn ang="0">
                <a:pos x="0" y="19"/>
              </a:cxn>
              <a:cxn ang="0">
                <a:pos x="2" y="18"/>
              </a:cxn>
              <a:cxn ang="0">
                <a:pos x="19" y="18"/>
              </a:cxn>
              <a:cxn ang="0">
                <a:pos x="10" y="9"/>
              </a:cxn>
              <a:cxn ang="0">
                <a:pos x="19" y="0"/>
              </a:cxn>
              <a:cxn ang="0">
                <a:pos x="26" y="3"/>
              </a:cxn>
              <a:cxn ang="0">
                <a:pos x="31" y="10"/>
              </a:cxn>
              <a:cxn ang="0">
                <a:pos x="36" y="3"/>
              </a:cxn>
              <a:cxn ang="0">
                <a:pos x="43" y="0"/>
              </a:cxn>
              <a:cxn ang="0">
                <a:pos x="52" y="9"/>
              </a:cxn>
              <a:cxn ang="0">
                <a:pos x="43" y="18"/>
              </a:cxn>
              <a:cxn ang="0">
                <a:pos x="61" y="18"/>
              </a:cxn>
              <a:cxn ang="0">
                <a:pos x="62" y="19"/>
              </a:cxn>
              <a:cxn ang="0">
                <a:pos x="62" y="32"/>
              </a:cxn>
              <a:cxn ang="0">
                <a:pos x="27" y="13"/>
              </a:cxn>
              <a:cxn ang="0">
                <a:pos x="22" y="6"/>
              </a:cxn>
              <a:cxn ang="0">
                <a:pos x="19" y="5"/>
              </a:cxn>
              <a:cxn ang="0">
                <a:pos x="16" y="9"/>
              </a:cxn>
              <a:cxn ang="0">
                <a:pos x="19" y="13"/>
              </a:cxn>
              <a:cxn ang="0">
                <a:pos x="27" y="13"/>
              </a:cxn>
              <a:cxn ang="0">
                <a:pos x="38" y="45"/>
              </a:cxn>
              <a:cxn ang="0">
                <a:pos x="38" y="26"/>
              </a:cxn>
              <a:cxn ang="0">
                <a:pos x="38" y="18"/>
              </a:cxn>
              <a:cxn ang="0">
                <a:pos x="25" y="18"/>
              </a:cxn>
              <a:cxn ang="0">
                <a:pos x="25" y="26"/>
              </a:cxn>
              <a:cxn ang="0">
                <a:pos x="25" y="45"/>
              </a:cxn>
              <a:cxn ang="0">
                <a:pos x="25" y="47"/>
              </a:cxn>
              <a:cxn ang="0">
                <a:pos x="27" y="49"/>
              </a:cxn>
              <a:cxn ang="0">
                <a:pos x="35" y="49"/>
              </a:cxn>
              <a:cxn ang="0">
                <a:pos x="38" y="47"/>
              </a:cxn>
              <a:cxn ang="0">
                <a:pos x="38" y="45"/>
              </a:cxn>
              <a:cxn ang="0">
                <a:pos x="43" y="5"/>
              </a:cxn>
              <a:cxn ang="0">
                <a:pos x="40" y="6"/>
              </a:cxn>
              <a:cxn ang="0">
                <a:pos x="35" y="13"/>
              </a:cxn>
              <a:cxn ang="0">
                <a:pos x="43" y="13"/>
              </a:cxn>
              <a:cxn ang="0">
                <a:pos x="47" y="9"/>
              </a:cxn>
              <a:cxn ang="0">
                <a:pos x="43" y="5"/>
              </a:cxn>
            </a:cxnLst>
            <a:rect l="0" t="0" r="r" b="b"/>
            <a:pathLst>
              <a:path w="62" h="54">
                <a:moveTo>
                  <a:pt x="62" y="32"/>
                </a:moveTo>
                <a:cubicBezTo>
                  <a:pt x="62" y="33"/>
                  <a:pt x="62" y="33"/>
                  <a:pt x="61" y="33"/>
                </a:cubicBezTo>
                <a:cubicBezTo>
                  <a:pt x="57" y="33"/>
                  <a:pt x="57" y="33"/>
                  <a:pt x="57" y="33"/>
                </a:cubicBezTo>
                <a:cubicBezTo>
                  <a:pt x="57" y="50"/>
                  <a:pt x="57" y="50"/>
                  <a:pt x="57" y="50"/>
                </a:cubicBezTo>
                <a:cubicBezTo>
                  <a:pt x="57" y="52"/>
                  <a:pt x="55" y="54"/>
                  <a:pt x="53" y="54"/>
                </a:cubicBezTo>
                <a:cubicBezTo>
                  <a:pt x="9" y="54"/>
                  <a:pt x="9" y="54"/>
                  <a:pt x="9" y="54"/>
                </a:cubicBezTo>
                <a:cubicBezTo>
                  <a:pt x="7" y="54"/>
                  <a:pt x="6" y="52"/>
                  <a:pt x="6" y="50"/>
                </a:cubicBezTo>
                <a:cubicBezTo>
                  <a:pt x="6" y="33"/>
                  <a:pt x="6" y="33"/>
                  <a:pt x="6" y="33"/>
                </a:cubicBezTo>
                <a:cubicBezTo>
                  <a:pt x="2" y="33"/>
                  <a:pt x="2" y="33"/>
                  <a:pt x="2" y="33"/>
                </a:cubicBezTo>
                <a:cubicBezTo>
                  <a:pt x="1" y="33"/>
                  <a:pt x="0" y="33"/>
                  <a:pt x="0" y="32"/>
                </a:cubicBezTo>
                <a:cubicBezTo>
                  <a:pt x="0" y="19"/>
                  <a:pt x="0" y="19"/>
                  <a:pt x="0" y="19"/>
                </a:cubicBezTo>
                <a:cubicBezTo>
                  <a:pt x="0" y="19"/>
                  <a:pt x="1" y="18"/>
                  <a:pt x="2" y="18"/>
                </a:cubicBezTo>
                <a:cubicBezTo>
                  <a:pt x="19" y="18"/>
                  <a:pt x="19" y="18"/>
                  <a:pt x="19" y="18"/>
                </a:cubicBezTo>
                <a:cubicBezTo>
                  <a:pt x="14" y="18"/>
                  <a:pt x="10" y="14"/>
                  <a:pt x="10" y="9"/>
                </a:cubicBezTo>
                <a:cubicBezTo>
                  <a:pt x="10" y="4"/>
                  <a:pt x="14" y="0"/>
                  <a:pt x="19" y="0"/>
                </a:cubicBezTo>
                <a:cubicBezTo>
                  <a:pt x="22" y="0"/>
                  <a:pt x="25" y="1"/>
                  <a:pt x="26" y="3"/>
                </a:cubicBezTo>
                <a:cubicBezTo>
                  <a:pt x="31" y="10"/>
                  <a:pt x="31" y="10"/>
                  <a:pt x="31" y="10"/>
                </a:cubicBezTo>
                <a:cubicBezTo>
                  <a:pt x="36" y="3"/>
                  <a:pt x="36" y="3"/>
                  <a:pt x="36" y="3"/>
                </a:cubicBezTo>
                <a:cubicBezTo>
                  <a:pt x="38" y="1"/>
                  <a:pt x="41" y="0"/>
                  <a:pt x="43" y="0"/>
                </a:cubicBezTo>
                <a:cubicBezTo>
                  <a:pt x="48" y="0"/>
                  <a:pt x="52" y="4"/>
                  <a:pt x="52" y="9"/>
                </a:cubicBezTo>
                <a:cubicBezTo>
                  <a:pt x="52" y="14"/>
                  <a:pt x="48" y="18"/>
                  <a:pt x="43" y="18"/>
                </a:cubicBezTo>
                <a:cubicBezTo>
                  <a:pt x="61" y="18"/>
                  <a:pt x="61" y="18"/>
                  <a:pt x="61" y="18"/>
                </a:cubicBezTo>
                <a:cubicBezTo>
                  <a:pt x="62" y="18"/>
                  <a:pt x="62" y="19"/>
                  <a:pt x="62" y="19"/>
                </a:cubicBezTo>
                <a:lnTo>
                  <a:pt x="62" y="32"/>
                </a:lnTo>
                <a:close/>
                <a:moveTo>
                  <a:pt x="27" y="13"/>
                </a:moveTo>
                <a:cubicBezTo>
                  <a:pt x="22" y="6"/>
                  <a:pt x="22" y="6"/>
                  <a:pt x="22" y="6"/>
                </a:cubicBezTo>
                <a:cubicBezTo>
                  <a:pt x="22" y="6"/>
                  <a:pt x="21" y="5"/>
                  <a:pt x="19" y="5"/>
                </a:cubicBezTo>
                <a:cubicBezTo>
                  <a:pt x="17" y="5"/>
                  <a:pt x="16" y="7"/>
                  <a:pt x="16" y="9"/>
                </a:cubicBezTo>
                <a:cubicBezTo>
                  <a:pt x="16" y="11"/>
                  <a:pt x="17" y="13"/>
                  <a:pt x="19" y="13"/>
                </a:cubicBezTo>
                <a:lnTo>
                  <a:pt x="27" y="13"/>
                </a:lnTo>
                <a:close/>
                <a:moveTo>
                  <a:pt x="38" y="45"/>
                </a:moveTo>
                <a:cubicBezTo>
                  <a:pt x="38" y="26"/>
                  <a:pt x="38" y="26"/>
                  <a:pt x="38" y="26"/>
                </a:cubicBezTo>
                <a:cubicBezTo>
                  <a:pt x="38" y="18"/>
                  <a:pt x="38" y="18"/>
                  <a:pt x="38" y="18"/>
                </a:cubicBezTo>
                <a:cubicBezTo>
                  <a:pt x="25" y="18"/>
                  <a:pt x="25" y="18"/>
                  <a:pt x="25" y="18"/>
                </a:cubicBezTo>
                <a:cubicBezTo>
                  <a:pt x="25" y="26"/>
                  <a:pt x="25" y="26"/>
                  <a:pt x="25" y="26"/>
                </a:cubicBezTo>
                <a:cubicBezTo>
                  <a:pt x="25" y="45"/>
                  <a:pt x="25" y="45"/>
                  <a:pt x="25" y="45"/>
                </a:cubicBezTo>
                <a:cubicBezTo>
                  <a:pt x="25" y="47"/>
                  <a:pt x="25" y="47"/>
                  <a:pt x="25" y="47"/>
                </a:cubicBezTo>
                <a:cubicBezTo>
                  <a:pt x="25" y="48"/>
                  <a:pt x="26" y="49"/>
                  <a:pt x="27" y="49"/>
                </a:cubicBezTo>
                <a:cubicBezTo>
                  <a:pt x="35" y="49"/>
                  <a:pt x="35" y="49"/>
                  <a:pt x="35" y="49"/>
                </a:cubicBezTo>
                <a:cubicBezTo>
                  <a:pt x="37" y="49"/>
                  <a:pt x="38" y="48"/>
                  <a:pt x="38" y="47"/>
                </a:cubicBezTo>
                <a:lnTo>
                  <a:pt x="38" y="45"/>
                </a:lnTo>
                <a:close/>
                <a:moveTo>
                  <a:pt x="43" y="5"/>
                </a:moveTo>
                <a:cubicBezTo>
                  <a:pt x="42" y="5"/>
                  <a:pt x="41" y="6"/>
                  <a:pt x="40" y="6"/>
                </a:cubicBezTo>
                <a:cubicBezTo>
                  <a:pt x="35" y="13"/>
                  <a:pt x="35" y="13"/>
                  <a:pt x="35" y="13"/>
                </a:cubicBezTo>
                <a:cubicBezTo>
                  <a:pt x="43" y="13"/>
                  <a:pt x="43" y="13"/>
                  <a:pt x="43" y="13"/>
                </a:cubicBezTo>
                <a:cubicBezTo>
                  <a:pt x="45" y="13"/>
                  <a:pt x="47" y="11"/>
                  <a:pt x="47" y="9"/>
                </a:cubicBezTo>
                <a:cubicBezTo>
                  <a:pt x="47" y="7"/>
                  <a:pt x="45" y="5"/>
                  <a:pt x="43" y="5"/>
                </a:cubicBez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2400">
              <a:latin typeface="Bogle" charset="0"/>
              <a:ea typeface="Bogle" charset="0"/>
              <a:cs typeface="Bogle" charset="0"/>
            </a:endParaRPr>
          </a:p>
        </p:txBody>
      </p:sp>
      <p:grpSp>
        <p:nvGrpSpPr>
          <p:cNvPr id="14" name="Group 13"/>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3"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1371401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Section Header - Stage">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4" name="Footer Placeholder 3"/>
          <p:cNvSpPr>
            <a:spLocks noGrp="1"/>
          </p:cNvSpPr>
          <p:nvPr>
            <p:ph type="ftr" sz="quarter" idx="10"/>
          </p:nvPr>
        </p:nvSpPr>
        <p:spPr/>
        <p:txBody>
          <a:bodyPr/>
          <a:lstStyle>
            <a:lvl1pPr>
              <a:defRPr>
                <a:latin typeface="Bogle" charset="0"/>
                <a:ea typeface="Bogle" charset="0"/>
                <a:cs typeface="Bogle" charset="0"/>
              </a:defRPr>
            </a:lvl1pPr>
          </a:lstStyle>
          <a:p>
            <a:r>
              <a:rPr lang="en-US"/>
              <a:t>Walmart Labs – Privileged and Confidential</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14" name="Freeform 112"/>
          <p:cNvSpPr>
            <a:spLocks noEditPoints="1"/>
          </p:cNvSpPr>
          <p:nvPr userDrawn="1"/>
        </p:nvSpPr>
        <p:spPr bwMode="auto">
          <a:xfrm rot="10800000">
            <a:off x="5503067" y="1397001"/>
            <a:ext cx="1185868" cy="1202225"/>
          </a:xfrm>
          <a:custGeom>
            <a:avLst/>
            <a:gdLst/>
            <a:ahLst/>
            <a:cxnLst>
              <a:cxn ang="0">
                <a:pos x="26" y="55"/>
              </a:cxn>
              <a:cxn ang="0">
                <a:pos x="14" y="67"/>
              </a:cxn>
              <a:cxn ang="0">
                <a:pos x="13" y="68"/>
              </a:cxn>
              <a:cxn ang="0">
                <a:pos x="12" y="67"/>
              </a:cxn>
              <a:cxn ang="0">
                <a:pos x="0" y="55"/>
              </a:cxn>
              <a:cxn ang="0">
                <a:pos x="0" y="54"/>
              </a:cxn>
              <a:cxn ang="0">
                <a:pos x="1" y="53"/>
              </a:cxn>
              <a:cxn ang="0">
                <a:pos x="8" y="53"/>
              </a:cxn>
              <a:cxn ang="0">
                <a:pos x="8" y="1"/>
              </a:cxn>
              <a:cxn ang="0">
                <a:pos x="10" y="0"/>
              </a:cxn>
              <a:cxn ang="0">
                <a:pos x="17" y="0"/>
              </a:cxn>
              <a:cxn ang="0">
                <a:pos x="18" y="1"/>
              </a:cxn>
              <a:cxn ang="0">
                <a:pos x="18" y="53"/>
              </a:cxn>
              <a:cxn ang="0">
                <a:pos x="25" y="53"/>
              </a:cxn>
              <a:cxn ang="0">
                <a:pos x="27" y="54"/>
              </a:cxn>
              <a:cxn ang="0">
                <a:pos x="26" y="55"/>
              </a:cxn>
              <a:cxn ang="0">
                <a:pos x="67" y="8"/>
              </a:cxn>
              <a:cxn ang="0">
                <a:pos x="66" y="9"/>
              </a:cxn>
              <a:cxn ang="0">
                <a:pos x="34" y="9"/>
              </a:cxn>
              <a:cxn ang="0">
                <a:pos x="33" y="8"/>
              </a:cxn>
              <a:cxn ang="0">
                <a:pos x="33" y="1"/>
              </a:cxn>
              <a:cxn ang="0">
                <a:pos x="34" y="0"/>
              </a:cxn>
              <a:cxn ang="0">
                <a:pos x="66" y="0"/>
              </a:cxn>
              <a:cxn ang="0">
                <a:pos x="67" y="1"/>
              </a:cxn>
              <a:cxn ang="0">
                <a:pos x="67" y="8"/>
              </a:cxn>
              <a:cxn ang="0">
                <a:pos x="60" y="28"/>
              </a:cxn>
              <a:cxn ang="0">
                <a:pos x="58" y="29"/>
              </a:cxn>
              <a:cxn ang="0">
                <a:pos x="34" y="29"/>
              </a:cxn>
              <a:cxn ang="0">
                <a:pos x="33" y="28"/>
              </a:cxn>
              <a:cxn ang="0">
                <a:pos x="33" y="20"/>
              </a:cxn>
              <a:cxn ang="0">
                <a:pos x="34" y="19"/>
              </a:cxn>
              <a:cxn ang="0">
                <a:pos x="58" y="19"/>
              </a:cxn>
              <a:cxn ang="0">
                <a:pos x="60" y="20"/>
              </a:cxn>
              <a:cxn ang="0">
                <a:pos x="60" y="28"/>
              </a:cxn>
              <a:cxn ang="0">
                <a:pos x="52" y="47"/>
              </a:cxn>
              <a:cxn ang="0">
                <a:pos x="51" y="48"/>
              </a:cxn>
              <a:cxn ang="0">
                <a:pos x="34" y="48"/>
              </a:cxn>
              <a:cxn ang="0">
                <a:pos x="33" y="47"/>
              </a:cxn>
              <a:cxn ang="0">
                <a:pos x="33" y="40"/>
              </a:cxn>
              <a:cxn ang="0">
                <a:pos x="34" y="39"/>
              </a:cxn>
              <a:cxn ang="0">
                <a:pos x="51" y="39"/>
              </a:cxn>
              <a:cxn ang="0">
                <a:pos x="52" y="40"/>
              </a:cxn>
              <a:cxn ang="0">
                <a:pos x="52" y="47"/>
              </a:cxn>
              <a:cxn ang="0">
                <a:pos x="45" y="67"/>
              </a:cxn>
              <a:cxn ang="0">
                <a:pos x="44" y="68"/>
              </a:cxn>
              <a:cxn ang="0">
                <a:pos x="34" y="68"/>
              </a:cxn>
              <a:cxn ang="0">
                <a:pos x="33" y="67"/>
              </a:cxn>
              <a:cxn ang="0">
                <a:pos x="33" y="59"/>
              </a:cxn>
              <a:cxn ang="0">
                <a:pos x="34" y="58"/>
              </a:cxn>
              <a:cxn ang="0">
                <a:pos x="44" y="58"/>
              </a:cxn>
              <a:cxn ang="0">
                <a:pos x="45" y="59"/>
              </a:cxn>
              <a:cxn ang="0">
                <a:pos x="45" y="67"/>
              </a:cxn>
            </a:cxnLst>
            <a:rect l="0" t="0" r="r" b="b"/>
            <a:pathLst>
              <a:path w="67" h="68">
                <a:moveTo>
                  <a:pt x="26" y="55"/>
                </a:moveTo>
                <a:cubicBezTo>
                  <a:pt x="14" y="67"/>
                  <a:pt x="14" y="67"/>
                  <a:pt x="14" y="67"/>
                </a:cubicBezTo>
                <a:cubicBezTo>
                  <a:pt x="14" y="68"/>
                  <a:pt x="14" y="68"/>
                  <a:pt x="13" y="68"/>
                </a:cubicBezTo>
                <a:cubicBezTo>
                  <a:pt x="13" y="68"/>
                  <a:pt x="13" y="68"/>
                  <a:pt x="12" y="67"/>
                </a:cubicBezTo>
                <a:cubicBezTo>
                  <a:pt x="0" y="55"/>
                  <a:pt x="0" y="55"/>
                  <a:pt x="0" y="55"/>
                </a:cubicBezTo>
                <a:cubicBezTo>
                  <a:pt x="0" y="55"/>
                  <a:pt x="0" y="54"/>
                  <a:pt x="0" y="54"/>
                </a:cubicBezTo>
                <a:cubicBezTo>
                  <a:pt x="0" y="53"/>
                  <a:pt x="1" y="53"/>
                  <a:pt x="1" y="53"/>
                </a:cubicBezTo>
                <a:cubicBezTo>
                  <a:pt x="8" y="53"/>
                  <a:pt x="8" y="53"/>
                  <a:pt x="8" y="53"/>
                </a:cubicBezTo>
                <a:cubicBezTo>
                  <a:pt x="8" y="1"/>
                  <a:pt x="8" y="1"/>
                  <a:pt x="8" y="1"/>
                </a:cubicBezTo>
                <a:cubicBezTo>
                  <a:pt x="8" y="0"/>
                  <a:pt x="9" y="0"/>
                  <a:pt x="10" y="0"/>
                </a:cubicBezTo>
                <a:cubicBezTo>
                  <a:pt x="17" y="0"/>
                  <a:pt x="17" y="0"/>
                  <a:pt x="17" y="0"/>
                </a:cubicBezTo>
                <a:cubicBezTo>
                  <a:pt x="18" y="0"/>
                  <a:pt x="18" y="0"/>
                  <a:pt x="18" y="1"/>
                </a:cubicBezTo>
                <a:cubicBezTo>
                  <a:pt x="18" y="53"/>
                  <a:pt x="18" y="53"/>
                  <a:pt x="18" y="53"/>
                </a:cubicBezTo>
                <a:cubicBezTo>
                  <a:pt x="25" y="53"/>
                  <a:pt x="25" y="53"/>
                  <a:pt x="25" y="53"/>
                </a:cubicBezTo>
                <a:cubicBezTo>
                  <a:pt x="26" y="53"/>
                  <a:pt x="27" y="54"/>
                  <a:pt x="27" y="54"/>
                </a:cubicBezTo>
                <a:cubicBezTo>
                  <a:pt x="27" y="55"/>
                  <a:pt x="27" y="55"/>
                  <a:pt x="26" y="55"/>
                </a:cubicBezTo>
                <a:close/>
                <a:moveTo>
                  <a:pt x="67" y="8"/>
                </a:moveTo>
                <a:cubicBezTo>
                  <a:pt x="67" y="9"/>
                  <a:pt x="66" y="9"/>
                  <a:pt x="66" y="9"/>
                </a:cubicBezTo>
                <a:cubicBezTo>
                  <a:pt x="34" y="9"/>
                  <a:pt x="34" y="9"/>
                  <a:pt x="34" y="9"/>
                </a:cubicBezTo>
                <a:cubicBezTo>
                  <a:pt x="33" y="9"/>
                  <a:pt x="33" y="9"/>
                  <a:pt x="33" y="8"/>
                </a:cubicBezTo>
                <a:cubicBezTo>
                  <a:pt x="33" y="1"/>
                  <a:pt x="33" y="1"/>
                  <a:pt x="33" y="1"/>
                </a:cubicBezTo>
                <a:cubicBezTo>
                  <a:pt x="33" y="0"/>
                  <a:pt x="33" y="0"/>
                  <a:pt x="34" y="0"/>
                </a:cubicBezTo>
                <a:cubicBezTo>
                  <a:pt x="66" y="0"/>
                  <a:pt x="66" y="0"/>
                  <a:pt x="66" y="0"/>
                </a:cubicBezTo>
                <a:cubicBezTo>
                  <a:pt x="66" y="0"/>
                  <a:pt x="67" y="0"/>
                  <a:pt x="67" y="1"/>
                </a:cubicBezTo>
                <a:lnTo>
                  <a:pt x="67" y="8"/>
                </a:lnTo>
                <a:close/>
                <a:moveTo>
                  <a:pt x="60" y="28"/>
                </a:moveTo>
                <a:cubicBezTo>
                  <a:pt x="60" y="28"/>
                  <a:pt x="59" y="29"/>
                  <a:pt x="58" y="29"/>
                </a:cubicBezTo>
                <a:cubicBezTo>
                  <a:pt x="34" y="29"/>
                  <a:pt x="34" y="29"/>
                  <a:pt x="34" y="29"/>
                </a:cubicBezTo>
                <a:cubicBezTo>
                  <a:pt x="33" y="29"/>
                  <a:pt x="33" y="28"/>
                  <a:pt x="33" y="28"/>
                </a:cubicBezTo>
                <a:cubicBezTo>
                  <a:pt x="33" y="20"/>
                  <a:pt x="33" y="20"/>
                  <a:pt x="33" y="20"/>
                </a:cubicBezTo>
                <a:cubicBezTo>
                  <a:pt x="33" y="20"/>
                  <a:pt x="33" y="19"/>
                  <a:pt x="34" y="19"/>
                </a:cubicBezTo>
                <a:cubicBezTo>
                  <a:pt x="58" y="19"/>
                  <a:pt x="58" y="19"/>
                  <a:pt x="58" y="19"/>
                </a:cubicBezTo>
                <a:cubicBezTo>
                  <a:pt x="59" y="19"/>
                  <a:pt x="60" y="20"/>
                  <a:pt x="60" y="20"/>
                </a:cubicBezTo>
                <a:lnTo>
                  <a:pt x="60" y="28"/>
                </a:lnTo>
                <a:close/>
                <a:moveTo>
                  <a:pt x="52" y="47"/>
                </a:moveTo>
                <a:cubicBezTo>
                  <a:pt x="52" y="48"/>
                  <a:pt x="52" y="48"/>
                  <a:pt x="51" y="48"/>
                </a:cubicBezTo>
                <a:cubicBezTo>
                  <a:pt x="34" y="48"/>
                  <a:pt x="34" y="48"/>
                  <a:pt x="34" y="48"/>
                </a:cubicBezTo>
                <a:cubicBezTo>
                  <a:pt x="33" y="48"/>
                  <a:pt x="33" y="48"/>
                  <a:pt x="33" y="47"/>
                </a:cubicBezTo>
                <a:cubicBezTo>
                  <a:pt x="33" y="40"/>
                  <a:pt x="33" y="40"/>
                  <a:pt x="33" y="40"/>
                </a:cubicBezTo>
                <a:cubicBezTo>
                  <a:pt x="33" y="39"/>
                  <a:pt x="33" y="39"/>
                  <a:pt x="34" y="39"/>
                </a:cubicBezTo>
                <a:cubicBezTo>
                  <a:pt x="51" y="39"/>
                  <a:pt x="51" y="39"/>
                  <a:pt x="51" y="39"/>
                </a:cubicBezTo>
                <a:cubicBezTo>
                  <a:pt x="52" y="39"/>
                  <a:pt x="52" y="39"/>
                  <a:pt x="52" y="40"/>
                </a:cubicBezTo>
                <a:lnTo>
                  <a:pt x="52" y="47"/>
                </a:lnTo>
                <a:close/>
                <a:moveTo>
                  <a:pt x="45" y="67"/>
                </a:moveTo>
                <a:cubicBezTo>
                  <a:pt x="45" y="67"/>
                  <a:pt x="44" y="68"/>
                  <a:pt x="44" y="68"/>
                </a:cubicBezTo>
                <a:cubicBezTo>
                  <a:pt x="34" y="68"/>
                  <a:pt x="34" y="68"/>
                  <a:pt x="34" y="68"/>
                </a:cubicBezTo>
                <a:cubicBezTo>
                  <a:pt x="33" y="68"/>
                  <a:pt x="33" y="67"/>
                  <a:pt x="33" y="67"/>
                </a:cubicBezTo>
                <a:cubicBezTo>
                  <a:pt x="33" y="59"/>
                  <a:pt x="33" y="59"/>
                  <a:pt x="33" y="59"/>
                </a:cubicBezTo>
                <a:cubicBezTo>
                  <a:pt x="33" y="59"/>
                  <a:pt x="33" y="58"/>
                  <a:pt x="34" y="58"/>
                </a:cubicBezTo>
                <a:cubicBezTo>
                  <a:pt x="44" y="58"/>
                  <a:pt x="44" y="58"/>
                  <a:pt x="44" y="58"/>
                </a:cubicBezTo>
                <a:cubicBezTo>
                  <a:pt x="44" y="58"/>
                  <a:pt x="45" y="59"/>
                  <a:pt x="45" y="59"/>
                </a:cubicBezTo>
                <a:lnTo>
                  <a:pt x="45" y="67"/>
                </a:ln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2400">
              <a:latin typeface="Bogle" charset="0"/>
              <a:ea typeface="Bogle" charset="0"/>
              <a:cs typeface="Bogle" charset="0"/>
            </a:endParaRPr>
          </a:p>
        </p:txBody>
      </p:sp>
      <p:grpSp>
        <p:nvGrpSpPr>
          <p:cNvPr id="15" name="Group 14"/>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Tree>
    <p:extLst>
      <p:ext uri="{BB962C8B-B14F-4D97-AF65-F5344CB8AC3E}">
        <p14:creationId xmlns:p14="http://schemas.microsoft.com/office/powerpoint/2010/main" val="2642779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animEffect transition="in" filter="fade">
                                      <p:cBhvr>
                                        <p:cTn id="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Section Header - Steps">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4" name="Footer Placeholder 3"/>
          <p:cNvSpPr>
            <a:spLocks noGrp="1"/>
          </p:cNvSpPr>
          <p:nvPr>
            <p:ph type="ftr" sz="quarter" idx="10"/>
          </p:nvPr>
        </p:nvSpPr>
        <p:spPr/>
        <p:txBody>
          <a:bodyPr/>
          <a:lstStyle>
            <a:lvl1pPr>
              <a:defRPr>
                <a:latin typeface="Bogle" charset="0"/>
                <a:ea typeface="Bogle" charset="0"/>
                <a:cs typeface="Bogle" charset="0"/>
              </a:defRPr>
            </a:lvl1pPr>
          </a:lstStyle>
          <a:p>
            <a:r>
              <a:rPr lang="en-US"/>
              <a:t>Walmart Labs – Privileged and Confidential</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15" name="Freeform 219"/>
          <p:cNvSpPr>
            <a:spLocks noEditPoints="1"/>
          </p:cNvSpPr>
          <p:nvPr userDrawn="1"/>
        </p:nvSpPr>
        <p:spPr bwMode="auto">
          <a:xfrm>
            <a:off x="5503067" y="1701799"/>
            <a:ext cx="1185868" cy="919652"/>
          </a:xfrm>
          <a:custGeom>
            <a:avLst/>
            <a:gdLst/>
            <a:ahLst/>
            <a:cxnLst>
              <a:cxn ang="0">
                <a:pos x="8" y="15"/>
              </a:cxn>
              <a:cxn ang="0">
                <a:pos x="0" y="7"/>
              </a:cxn>
              <a:cxn ang="0">
                <a:pos x="8" y="0"/>
              </a:cxn>
              <a:cxn ang="0">
                <a:pos x="15" y="7"/>
              </a:cxn>
              <a:cxn ang="0">
                <a:pos x="8" y="15"/>
              </a:cxn>
              <a:cxn ang="0">
                <a:pos x="8" y="34"/>
              </a:cxn>
              <a:cxn ang="0">
                <a:pos x="0" y="27"/>
              </a:cxn>
              <a:cxn ang="0">
                <a:pos x="8" y="19"/>
              </a:cxn>
              <a:cxn ang="0">
                <a:pos x="15" y="27"/>
              </a:cxn>
              <a:cxn ang="0">
                <a:pos x="8" y="34"/>
              </a:cxn>
              <a:cxn ang="0">
                <a:pos x="8" y="53"/>
              </a:cxn>
              <a:cxn ang="0">
                <a:pos x="0" y="46"/>
              </a:cxn>
              <a:cxn ang="0">
                <a:pos x="8" y="39"/>
              </a:cxn>
              <a:cxn ang="0">
                <a:pos x="15" y="46"/>
              </a:cxn>
              <a:cxn ang="0">
                <a:pos x="8" y="53"/>
              </a:cxn>
              <a:cxn ang="0">
                <a:pos x="68" y="11"/>
              </a:cxn>
              <a:cxn ang="0">
                <a:pos x="67" y="12"/>
              </a:cxn>
              <a:cxn ang="0">
                <a:pos x="21" y="12"/>
              </a:cxn>
              <a:cxn ang="0">
                <a:pos x="20" y="11"/>
              </a:cxn>
              <a:cxn ang="0">
                <a:pos x="20" y="4"/>
              </a:cxn>
              <a:cxn ang="0">
                <a:pos x="21" y="2"/>
              </a:cxn>
              <a:cxn ang="0">
                <a:pos x="67" y="2"/>
              </a:cxn>
              <a:cxn ang="0">
                <a:pos x="68" y="4"/>
              </a:cxn>
              <a:cxn ang="0">
                <a:pos x="68" y="11"/>
              </a:cxn>
              <a:cxn ang="0">
                <a:pos x="68" y="30"/>
              </a:cxn>
              <a:cxn ang="0">
                <a:pos x="67" y="32"/>
              </a:cxn>
              <a:cxn ang="0">
                <a:pos x="21" y="32"/>
              </a:cxn>
              <a:cxn ang="0">
                <a:pos x="20" y="30"/>
              </a:cxn>
              <a:cxn ang="0">
                <a:pos x="20" y="23"/>
              </a:cxn>
              <a:cxn ang="0">
                <a:pos x="21" y="22"/>
              </a:cxn>
              <a:cxn ang="0">
                <a:pos x="67" y="22"/>
              </a:cxn>
              <a:cxn ang="0">
                <a:pos x="68" y="23"/>
              </a:cxn>
              <a:cxn ang="0">
                <a:pos x="68" y="30"/>
              </a:cxn>
              <a:cxn ang="0">
                <a:pos x="68" y="50"/>
              </a:cxn>
              <a:cxn ang="0">
                <a:pos x="67" y="51"/>
              </a:cxn>
              <a:cxn ang="0">
                <a:pos x="21" y="51"/>
              </a:cxn>
              <a:cxn ang="0">
                <a:pos x="20" y="50"/>
              </a:cxn>
              <a:cxn ang="0">
                <a:pos x="20" y="42"/>
              </a:cxn>
              <a:cxn ang="0">
                <a:pos x="21" y="41"/>
              </a:cxn>
              <a:cxn ang="0">
                <a:pos x="67" y="41"/>
              </a:cxn>
              <a:cxn ang="0">
                <a:pos x="68" y="42"/>
              </a:cxn>
              <a:cxn ang="0">
                <a:pos x="68" y="50"/>
              </a:cxn>
            </a:cxnLst>
            <a:rect l="0" t="0" r="r" b="b"/>
            <a:pathLst>
              <a:path w="68" h="53">
                <a:moveTo>
                  <a:pt x="8" y="15"/>
                </a:moveTo>
                <a:cubicBezTo>
                  <a:pt x="4" y="15"/>
                  <a:pt x="0" y="11"/>
                  <a:pt x="0" y="7"/>
                </a:cubicBezTo>
                <a:cubicBezTo>
                  <a:pt x="0" y="3"/>
                  <a:pt x="4" y="0"/>
                  <a:pt x="8" y="0"/>
                </a:cubicBezTo>
                <a:cubicBezTo>
                  <a:pt x="12" y="0"/>
                  <a:pt x="15" y="3"/>
                  <a:pt x="15" y="7"/>
                </a:cubicBezTo>
                <a:cubicBezTo>
                  <a:pt x="15" y="11"/>
                  <a:pt x="12" y="15"/>
                  <a:pt x="8" y="15"/>
                </a:cubicBezTo>
                <a:close/>
                <a:moveTo>
                  <a:pt x="8" y="34"/>
                </a:moveTo>
                <a:cubicBezTo>
                  <a:pt x="4" y="34"/>
                  <a:pt x="0" y="31"/>
                  <a:pt x="0" y="27"/>
                </a:cubicBezTo>
                <a:cubicBezTo>
                  <a:pt x="0" y="23"/>
                  <a:pt x="4" y="19"/>
                  <a:pt x="8" y="19"/>
                </a:cubicBezTo>
                <a:cubicBezTo>
                  <a:pt x="12" y="19"/>
                  <a:pt x="15" y="23"/>
                  <a:pt x="15" y="27"/>
                </a:cubicBezTo>
                <a:cubicBezTo>
                  <a:pt x="15" y="31"/>
                  <a:pt x="12" y="34"/>
                  <a:pt x="8" y="34"/>
                </a:cubicBezTo>
                <a:close/>
                <a:moveTo>
                  <a:pt x="8" y="53"/>
                </a:moveTo>
                <a:cubicBezTo>
                  <a:pt x="4" y="53"/>
                  <a:pt x="0" y="50"/>
                  <a:pt x="0" y="46"/>
                </a:cubicBezTo>
                <a:cubicBezTo>
                  <a:pt x="0" y="42"/>
                  <a:pt x="4" y="39"/>
                  <a:pt x="8" y="39"/>
                </a:cubicBezTo>
                <a:cubicBezTo>
                  <a:pt x="12" y="39"/>
                  <a:pt x="15" y="42"/>
                  <a:pt x="15" y="46"/>
                </a:cubicBezTo>
                <a:cubicBezTo>
                  <a:pt x="15" y="50"/>
                  <a:pt x="12" y="53"/>
                  <a:pt x="8" y="53"/>
                </a:cubicBezTo>
                <a:close/>
                <a:moveTo>
                  <a:pt x="68" y="11"/>
                </a:moveTo>
                <a:cubicBezTo>
                  <a:pt x="68" y="12"/>
                  <a:pt x="68" y="12"/>
                  <a:pt x="67" y="12"/>
                </a:cubicBezTo>
                <a:cubicBezTo>
                  <a:pt x="21" y="12"/>
                  <a:pt x="21" y="12"/>
                  <a:pt x="21" y="12"/>
                </a:cubicBezTo>
                <a:cubicBezTo>
                  <a:pt x="20" y="12"/>
                  <a:pt x="20" y="12"/>
                  <a:pt x="20" y="11"/>
                </a:cubicBezTo>
                <a:cubicBezTo>
                  <a:pt x="20" y="4"/>
                  <a:pt x="20" y="4"/>
                  <a:pt x="20" y="4"/>
                </a:cubicBezTo>
                <a:cubicBezTo>
                  <a:pt x="20" y="3"/>
                  <a:pt x="20" y="2"/>
                  <a:pt x="21" y="2"/>
                </a:cubicBezTo>
                <a:cubicBezTo>
                  <a:pt x="67" y="2"/>
                  <a:pt x="67" y="2"/>
                  <a:pt x="67" y="2"/>
                </a:cubicBezTo>
                <a:cubicBezTo>
                  <a:pt x="68" y="2"/>
                  <a:pt x="68" y="3"/>
                  <a:pt x="68" y="4"/>
                </a:cubicBezTo>
                <a:lnTo>
                  <a:pt x="68" y="11"/>
                </a:lnTo>
                <a:close/>
                <a:moveTo>
                  <a:pt x="68" y="30"/>
                </a:moveTo>
                <a:cubicBezTo>
                  <a:pt x="68" y="31"/>
                  <a:pt x="68" y="32"/>
                  <a:pt x="67" y="32"/>
                </a:cubicBezTo>
                <a:cubicBezTo>
                  <a:pt x="21" y="32"/>
                  <a:pt x="21" y="32"/>
                  <a:pt x="21" y="32"/>
                </a:cubicBezTo>
                <a:cubicBezTo>
                  <a:pt x="20" y="32"/>
                  <a:pt x="20" y="31"/>
                  <a:pt x="20" y="30"/>
                </a:cubicBezTo>
                <a:cubicBezTo>
                  <a:pt x="20" y="23"/>
                  <a:pt x="20" y="23"/>
                  <a:pt x="20" y="23"/>
                </a:cubicBezTo>
                <a:cubicBezTo>
                  <a:pt x="20" y="22"/>
                  <a:pt x="20" y="22"/>
                  <a:pt x="21" y="22"/>
                </a:cubicBezTo>
                <a:cubicBezTo>
                  <a:pt x="67" y="22"/>
                  <a:pt x="67" y="22"/>
                  <a:pt x="67" y="22"/>
                </a:cubicBezTo>
                <a:cubicBezTo>
                  <a:pt x="68" y="22"/>
                  <a:pt x="68" y="22"/>
                  <a:pt x="68" y="23"/>
                </a:cubicBezTo>
                <a:lnTo>
                  <a:pt x="68" y="30"/>
                </a:lnTo>
                <a:close/>
                <a:moveTo>
                  <a:pt x="68" y="50"/>
                </a:moveTo>
                <a:cubicBezTo>
                  <a:pt x="68" y="50"/>
                  <a:pt x="68" y="51"/>
                  <a:pt x="67" y="51"/>
                </a:cubicBezTo>
                <a:cubicBezTo>
                  <a:pt x="21" y="51"/>
                  <a:pt x="21" y="51"/>
                  <a:pt x="21" y="51"/>
                </a:cubicBezTo>
                <a:cubicBezTo>
                  <a:pt x="20" y="51"/>
                  <a:pt x="20" y="50"/>
                  <a:pt x="20" y="50"/>
                </a:cubicBezTo>
                <a:cubicBezTo>
                  <a:pt x="20" y="42"/>
                  <a:pt x="20" y="42"/>
                  <a:pt x="20" y="42"/>
                </a:cubicBezTo>
                <a:cubicBezTo>
                  <a:pt x="20" y="42"/>
                  <a:pt x="20" y="41"/>
                  <a:pt x="21" y="41"/>
                </a:cubicBezTo>
                <a:cubicBezTo>
                  <a:pt x="67" y="41"/>
                  <a:pt x="67" y="41"/>
                  <a:pt x="67" y="41"/>
                </a:cubicBezTo>
                <a:cubicBezTo>
                  <a:pt x="68" y="41"/>
                  <a:pt x="68" y="42"/>
                  <a:pt x="68" y="42"/>
                </a:cubicBezTo>
                <a:lnTo>
                  <a:pt x="68" y="50"/>
                </a:ln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2400">
              <a:latin typeface="Bogle" charset="0"/>
              <a:ea typeface="Bogle" charset="0"/>
              <a:cs typeface="Bogle" charset="0"/>
            </a:endParaRPr>
          </a:p>
        </p:txBody>
      </p:sp>
      <p:grpSp>
        <p:nvGrpSpPr>
          <p:cNvPr id="14" name="Group 13"/>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Tree>
    <p:extLst>
      <p:ext uri="{BB962C8B-B14F-4D97-AF65-F5344CB8AC3E}">
        <p14:creationId xmlns:p14="http://schemas.microsoft.com/office/powerpoint/2010/main" val="722422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Section Header - Idea">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14" name="Freeform 103"/>
          <p:cNvSpPr>
            <a:spLocks noEditPoints="1"/>
          </p:cNvSpPr>
          <p:nvPr userDrawn="1"/>
        </p:nvSpPr>
        <p:spPr bwMode="auto">
          <a:xfrm>
            <a:off x="5613303" y="1397832"/>
            <a:ext cx="965396" cy="1421568"/>
          </a:xfrm>
          <a:custGeom>
            <a:avLst/>
            <a:gdLst/>
            <a:ahLst/>
            <a:cxnLst>
              <a:cxn ang="0">
                <a:pos x="37" y="29"/>
              </a:cxn>
              <a:cxn ang="0">
                <a:pos x="31" y="41"/>
              </a:cxn>
              <a:cxn ang="0">
                <a:pos x="33" y="44"/>
              </a:cxn>
              <a:cxn ang="0">
                <a:pos x="32" y="47"/>
              </a:cxn>
              <a:cxn ang="0">
                <a:pos x="33" y="49"/>
              </a:cxn>
              <a:cxn ang="0">
                <a:pos x="31" y="53"/>
              </a:cxn>
              <a:cxn ang="0">
                <a:pos x="31" y="54"/>
              </a:cxn>
              <a:cxn ang="0">
                <a:pos x="27" y="58"/>
              </a:cxn>
              <a:cxn ang="0">
                <a:pos x="21" y="62"/>
              </a:cxn>
              <a:cxn ang="0">
                <a:pos x="15" y="58"/>
              </a:cxn>
              <a:cxn ang="0">
                <a:pos x="11" y="54"/>
              </a:cxn>
              <a:cxn ang="0">
                <a:pos x="11" y="53"/>
              </a:cxn>
              <a:cxn ang="0">
                <a:pos x="9" y="49"/>
              </a:cxn>
              <a:cxn ang="0">
                <a:pos x="10" y="47"/>
              </a:cxn>
              <a:cxn ang="0">
                <a:pos x="9" y="44"/>
              </a:cxn>
              <a:cxn ang="0">
                <a:pos x="11" y="41"/>
              </a:cxn>
              <a:cxn ang="0">
                <a:pos x="5" y="29"/>
              </a:cxn>
              <a:cxn ang="0">
                <a:pos x="0" y="18"/>
              </a:cxn>
              <a:cxn ang="0">
                <a:pos x="21" y="0"/>
              </a:cxn>
              <a:cxn ang="0">
                <a:pos x="42" y="18"/>
              </a:cxn>
              <a:cxn ang="0">
                <a:pos x="37" y="29"/>
              </a:cxn>
              <a:cxn ang="0">
                <a:pos x="21" y="6"/>
              </a:cxn>
              <a:cxn ang="0">
                <a:pos x="6" y="18"/>
              </a:cxn>
              <a:cxn ang="0">
                <a:pos x="8" y="26"/>
              </a:cxn>
              <a:cxn ang="0">
                <a:pos x="11" y="28"/>
              </a:cxn>
              <a:cxn ang="0">
                <a:pos x="16" y="40"/>
              </a:cxn>
              <a:cxn ang="0">
                <a:pos x="26" y="40"/>
              </a:cxn>
              <a:cxn ang="0">
                <a:pos x="31" y="28"/>
              </a:cxn>
              <a:cxn ang="0">
                <a:pos x="34" y="26"/>
              </a:cxn>
              <a:cxn ang="0">
                <a:pos x="36" y="18"/>
              </a:cxn>
              <a:cxn ang="0">
                <a:pos x="21" y="6"/>
              </a:cxn>
              <a:cxn ang="0">
                <a:pos x="29" y="20"/>
              </a:cxn>
              <a:cxn ang="0">
                <a:pos x="27" y="18"/>
              </a:cxn>
              <a:cxn ang="0">
                <a:pos x="21" y="15"/>
              </a:cxn>
              <a:cxn ang="0">
                <a:pos x="20" y="13"/>
              </a:cxn>
              <a:cxn ang="0">
                <a:pos x="21" y="12"/>
              </a:cxn>
              <a:cxn ang="0">
                <a:pos x="30" y="18"/>
              </a:cxn>
              <a:cxn ang="0">
                <a:pos x="29" y="20"/>
              </a:cxn>
            </a:cxnLst>
            <a:rect l="0" t="0" r="r" b="b"/>
            <a:pathLst>
              <a:path w="42" h="62">
                <a:moveTo>
                  <a:pt x="37" y="29"/>
                </a:moveTo>
                <a:cubicBezTo>
                  <a:pt x="35" y="32"/>
                  <a:pt x="31" y="37"/>
                  <a:pt x="31" y="41"/>
                </a:cubicBezTo>
                <a:cubicBezTo>
                  <a:pt x="32" y="42"/>
                  <a:pt x="33" y="43"/>
                  <a:pt x="33" y="44"/>
                </a:cubicBezTo>
                <a:cubicBezTo>
                  <a:pt x="33" y="45"/>
                  <a:pt x="32" y="46"/>
                  <a:pt x="32" y="47"/>
                </a:cubicBezTo>
                <a:cubicBezTo>
                  <a:pt x="32" y="47"/>
                  <a:pt x="33" y="48"/>
                  <a:pt x="33" y="49"/>
                </a:cubicBezTo>
                <a:cubicBezTo>
                  <a:pt x="33" y="51"/>
                  <a:pt x="32" y="52"/>
                  <a:pt x="31" y="53"/>
                </a:cubicBezTo>
                <a:cubicBezTo>
                  <a:pt x="31" y="53"/>
                  <a:pt x="31" y="54"/>
                  <a:pt x="31" y="54"/>
                </a:cubicBezTo>
                <a:cubicBezTo>
                  <a:pt x="31" y="57"/>
                  <a:pt x="29" y="58"/>
                  <a:pt x="27" y="58"/>
                </a:cubicBezTo>
                <a:cubicBezTo>
                  <a:pt x="26" y="61"/>
                  <a:pt x="24" y="62"/>
                  <a:pt x="21" y="62"/>
                </a:cubicBezTo>
                <a:cubicBezTo>
                  <a:pt x="19" y="62"/>
                  <a:pt x="16" y="61"/>
                  <a:pt x="15" y="58"/>
                </a:cubicBezTo>
                <a:cubicBezTo>
                  <a:pt x="13" y="58"/>
                  <a:pt x="11" y="57"/>
                  <a:pt x="11" y="54"/>
                </a:cubicBezTo>
                <a:cubicBezTo>
                  <a:pt x="11" y="54"/>
                  <a:pt x="11" y="53"/>
                  <a:pt x="11" y="53"/>
                </a:cubicBezTo>
                <a:cubicBezTo>
                  <a:pt x="10" y="52"/>
                  <a:pt x="9" y="51"/>
                  <a:pt x="9" y="49"/>
                </a:cubicBezTo>
                <a:cubicBezTo>
                  <a:pt x="9" y="48"/>
                  <a:pt x="10" y="47"/>
                  <a:pt x="10" y="47"/>
                </a:cubicBezTo>
                <a:cubicBezTo>
                  <a:pt x="10" y="46"/>
                  <a:pt x="9" y="45"/>
                  <a:pt x="9" y="44"/>
                </a:cubicBezTo>
                <a:cubicBezTo>
                  <a:pt x="9" y="43"/>
                  <a:pt x="10" y="42"/>
                  <a:pt x="11" y="41"/>
                </a:cubicBezTo>
                <a:cubicBezTo>
                  <a:pt x="11" y="37"/>
                  <a:pt x="7" y="32"/>
                  <a:pt x="5" y="29"/>
                </a:cubicBezTo>
                <a:cubicBezTo>
                  <a:pt x="2" y="26"/>
                  <a:pt x="0" y="23"/>
                  <a:pt x="0" y="18"/>
                </a:cubicBezTo>
                <a:cubicBezTo>
                  <a:pt x="0" y="8"/>
                  <a:pt x="11" y="0"/>
                  <a:pt x="21" y="0"/>
                </a:cubicBezTo>
                <a:cubicBezTo>
                  <a:pt x="31" y="0"/>
                  <a:pt x="42" y="8"/>
                  <a:pt x="42" y="18"/>
                </a:cubicBezTo>
                <a:cubicBezTo>
                  <a:pt x="42" y="23"/>
                  <a:pt x="40" y="26"/>
                  <a:pt x="37" y="29"/>
                </a:cubicBezTo>
                <a:close/>
                <a:moveTo>
                  <a:pt x="21" y="6"/>
                </a:moveTo>
                <a:cubicBezTo>
                  <a:pt x="14" y="6"/>
                  <a:pt x="6" y="10"/>
                  <a:pt x="6" y="18"/>
                </a:cubicBezTo>
                <a:cubicBezTo>
                  <a:pt x="6" y="21"/>
                  <a:pt x="7" y="24"/>
                  <a:pt x="8" y="26"/>
                </a:cubicBezTo>
                <a:cubicBezTo>
                  <a:pt x="9" y="27"/>
                  <a:pt x="10" y="27"/>
                  <a:pt x="11" y="28"/>
                </a:cubicBezTo>
                <a:cubicBezTo>
                  <a:pt x="14" y="32"/>
                  <a:pt x="16" y="36"/>
                  <a:pt x="16" y="40"/>
                </a:cubicBezTo>
                <a:cubicBezTo>
                  <a:pt x="26" y="40"/>
                  <a:pt x="26" y="40"/>
                  <a:pt x="26" y="40"/>
                </a:cubicBezTo>
                <a:cubicBezTo>
                  <a:pt x="26" y="36"/>
                  <a:pt x="28" y="32"/>
                  <a:pt x="31" y="28"/>
                </a:cubicBezTo>
                <a:cubicBezTo>
                  <a:pt x="32" y="27"/>
                  <a:pt x="33" y="27"/>
                  <a:pt x="34" y="26"/>
                </a:cubicBezTo>
                <a:cubicBezTo>
                  <a:pt x="35" y="24"/>
                  <a:pt x="36" y="21"/>
                  <a:pt x="36" y="18"/>
                </a:cubicBezTo>
                <a:cubicBezTo>
                  <a:pt x="36" y="10"/>
                  <a:pt x="28" y="6"/>
                  <a:pt x="21" y="6"/>
                </a:cubicBezTo>
                <a:close/>
                <a:moveTo>
                  <a:pt x="29" y="20"/>
                </a:moveTo>
                <a:cubicBezTo>
                  <a:pt x="28" y="20"/>
                  <a:pt x="27" y="19"/>
                  <a:pt x="27" y="18"/>
                </a:cubicBezTo>
                <a:cubicBezTo>
                  <a:pt x="27" y="16"/>
                  <a:pt x="23" y="15"/>
                  <a:pt x="21" y="15"/>
                </a:cubicBezTo>
                <a:cubicBezTo>
                  <a:pt x="20" y="15"/>
                  <a:pt x="20" y="14"/>
                  <a:pt x="20" y="13"/>
                </a:cubicBezTo>
                <a:cubicBezTo>
                  <a:pt x="20" y="13"/>
                  <a:pt x="20" y="12"/>
                  <a:pt x="21" y="12"/>
                </a:cubicBezTo>
                <a:cubicBezTo>
                  <a:pt x="25" y="12"/>
                  <a:pt x="30" y="14"/>
                  <a:pt x="30" y="18"/>
                </a:cubicBezTo>
                <a:cubicBezTo>
                  <a:pt x="30" y="19"/>
                  <a:pt x="29" y="20"/>
                  <a:pt x="29" y="20"/>
                </a:cubicBez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2400">
              <a:latin typeface="Bogle" charset="0"/>
              <a:ea typeface="Bogle" charset="0"/>
              <a:cs typeface="Bogle" charset="0"/>
            </a:endParaRPr>
          </a:p>
        </p:txBody>
      </p:sp>
      <p:grpSp>
        <p:nvGrpSpPr>
          <p:cNvPr id="15" name="Group 14"/>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3"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2931824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animEffect transition="in" filter="fade">
                                      <p:cBhvr>
                                        <p:cTn id="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Section Header - Structure">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15" name="Freeform 56"/>
          <p:cNvSpPr>
            <a:spLocks noEditPoints="1"/>
          </p:cNvSpPr>
          <p:nvPr userDrawn="1"/>
        </p:nvSpPr>
        <p:spPr bwMode="auto">
          <a:xfrm>
            <a:off x="5470526" y="1498601"/>
            <a:ext cx="1250951" cy="1250951"/>
          </a:xfrm>
          <a:custGeom>
            <a:avLst/>
            <a:gdLst/>
            <a:ahLst/>
            <a:cxnLst>
              <a:cxn ang="0">
                <a:pos x="64" y="42"/>
              </a:cxn>
              <a:cxn ang="0">
                <a:pos x="63" y="44"/>
              </a:cxn>
              <a:cxn ang="0">
                <a:pos x="33" y="64"/>
              </a:cxn>
              <a:cxn ang="0">
                <a:pos x="32" y="64"/>
              </a:cxn>
              <a:cxn ang="0">
                <a:pos x="30" y="64"/>
              </a:cxn>
              <a:cxn ang="0">
                <a:pos x="1" y="44"/>
              </a:cxn>
              <a:cxn ang="0">
                <a:pos x="0" y="42"/>
              </a:cxn>
              <a:cxn ang="0">
                <a:pos x="0" y="23"/>
              </a:cxn>
              <a:cxn ang="0">
                <a:pos x="1" y="20"/>
              </a:cxn>
              <a:cxn ang="0">
                <a:pos x="30" y="1"/>
              </a:cxn>
              <a:cxn ang="0">
                <a:pos x="32" y="0"/>
              </a:cxn>
              <a:cxn ang="0">
                <a:pos x="33" y="1"/>
              </a:cxn>
              <a:cxn ang="0">
                <a:pos x="63" y="20"/>
              </a:cxn>
              <a:cxn ang="0">
                <a:pos x="64" y="23"/>
              </a:cxn>
              <a:cxn ang="0">
                <a:pos x="64" y="42"/>
              </a:cxn>
              <a:cxn ang="0">
                <a:pos x="12" y="32"/>
              </a:cxn>
              <a:cxn ang="0">
                <a:pos x="5" y="28"/>
              </a:cxn>
              <a:cxn ang="0">
                <a:pos x="5" y="37"/>
              </a:cxn>
              <a:cxn ang="0">
                <a:pos x="12" y="32"/>
              </a:cxn>
              <a:cxn ang="0">
                <a:pos x="29" y="21"/>
              </a:cxn>
              <a:cxn ang="0">
                <a:pos x="29" y="8"/>
              </a:cxn>
              <a:cxn ang="0">
                <a:pos x="7" y="23"/>
              </a:cxn>
              <a:cxn ang="0">
                <a:pos x="17" y="29"/>
              </a:cxn>
              <a:cxn ang="0">
                <a:pos x="29" y="21"/>
              </a:cxn>
              <a:cxn ang="0">
                <a:pos x="29" y="56"/>
              </a:cxn>
              <a:cxn ang="0">
                <a:pos x="29" y="44"/>
              </a:cxn>
              <a:cxn ang="0">
                <a:pos x="17" y="36"/>
              </a:cxn>
              <a:cxn ang="0">
                <a:pos x="7" y="42"/>
              </a:cxn>
              <a:cxn ang="0">
                <a:pos x="29" y="56"/>
              </a:cxn>
              <a:cxn ang="0">
                <a:pos x="41" y="32"/>
              </a:cxn>
              <a:cxn ang="0">
                <a:pos x="32" y="26"/>
              </a:cxn>
              <a:cxn ang="0">
                <a:pos x="22" y="32"/>
              </a:cxn>
              <a:cxn ang="0">
                <a:pos x="32" y="39"/>
              </a:cxn>
              <a:cxn ang="0">
                <a:pos x="41" y="32"/>
              </a:cxn>
              <a:cxn ang="0">
                <a:pos x="56" y="23"/>
              </a:cxn>
              <a:cxn ang="0">
                <a:pos x="35" y="8"/>
              </a:cxn>
              <a:cxn ang="0">
                <a:pos x="35" y="21"/>
              </a:cxn>
              <a:cxn ang="0">
                <a:pos x="46" y="29"/>
              </a:cxn>
              <a:cxn ang="0">
                <a:pos x="56" y="23"/>
              </a:cxn>
              <a:cxn ang="0">
                <a:pos x="56" y="42"/>
              </a:cxn>
              <a:cxn ang="0">
                <a:pos x="46" y="36"/>
              </a:cxn>
              <a:cxn ang="0">
                <a:pos x="35" y="44"/>
              </a:cxn>
              <a:cxn ang="0">
                <a:pos x="35" y="56"/>
              </a:cxn>
              <a:cxn ang="0">
                <a:pos x="56" y="42"/>
              </a:cxn>
              <a:cxn ang="0">
                <a:pos x="58" y="37"/>
              </a:cxn>
              <a:cxn ang="0">
                <a:pos x="58" y="28"/>
              </a:cxn>
              <a:cxn ang="0">
                <a:pos x="51" y="32"/>
              </a:cxn>
              <a:cxn ang="0">
                <a:pos x="58" y="37"/>
              </a:cxn>
            </a:cxnLst>
            <a:rect l="0" t="0" r="r" b="b"/>
            <a:pathLst>
              <a:path w="64" h="64">
                <a:moveTo>
                  <a:pt x="64" y="42"/>
                </a:moveTo>
                <a:cubicBezTo>
                  <a:pt x="64" y="43"/>
                  <a:pt x="63" y="44"/>
                  <a:pt x="63" y="44"/>
                </a:cubicBezTo>
                <a:cubicBezTo>
                  <a:pt x="33" y="64"/>
                  <a:pt x="33" y="64"/>
                  <a:pt x="33" y="64"/>
                </a:cubicBezTo>
                <a:cubicBezTo>
                  <a:pt x="33" y="64"/>
                  <a:pt x="32" y="64"/>
                  <a:pt x="32" y="64"/>
                </a:cubicBezTo>
                <a:cubicBezTo>
                  <a:pt x="31" y="64"/>
                  <a:pt x="31" y="64"/>
                  <a:pt x="30" y="64"/>
                </a:cubicBezTo>
                <a:cubicBezTo>
                  <a:pt x="1" y="44"/>
                  <a:pt x="1" y="44"/>
                  <a:pt x="1" y="44"/>
                </a:cubicBezTo>
                <a:cubicBezTo>
                  <a:pt x="0" y="44"/>
                  <a:pt x="0" y="43"/>
                  <a:pt x="0" y="42"/>
                </a:cubicBezTo>
                <a:cubicBezTo>
                  <a:pt x="0" y="23"/>
                  <a:pt x="0" y="23"/>
                  <a:pt x="0" y="23"/>
                </a:cubicBezTo>
                <a:cubicBezTo>
                  <a:pt x="0" y="22"/>
                  <a:pt x="0" y="21"/>
                  <a:pt x="1" y="20"/>
                </a:cubicBezTo>
                <a:cubicBezTo>
                  <a:pt x="30" y="1"/>
                  <a:pt x="30" y="1"/>
                  <a:pt x="30" y="1"/>
                </a:cubicBezTo>
                <a:cubicBezTo>
                  <a:pt x="31" y="1"/>
                  <a:pt x="31" y="0"/>
                  <a:pt x="32" y="0"/>
                </a:cubicBezTo>
                <a:cubicBezTo>
                  <a:pt x="32" y="0"/>
                  <a:pt x="33" y="1"/>
                  <a:pt x="33" y="1"/>
                </a:cubicBezTo>
                <a:cubicBezTo>
                  <a:pt x="63" y="20"/>
                  <a:pt x="63" y="20"/>
                  <a:pt x="63" y="20"/>
                </a:cubicBezTo>
                <a:cubicBezTo>
                  <a:pt x="63" y="21"/>
                  <a:pt x="64" y="22"/>
                  <a:pt x="64" y="23"/>
                </a:cubicBezTo>
                <a:lnTo>
                  <a:pt x="64" y="42"/>
                </a:lnTo>
                <a:close/>
                <a:moveTo>
                  <a:pt x="12" y="32"/>
                </a:moveTo>
                <a:cubicBezTo>
                  <a:pt x="5" y="28"/>
                  <a:pt x="5" y="28"/>
                  <a:pt x="5" y="28"/>
                </a:cubicBezTo>
                <a:cubicBezTo>
                  <a:pt x="5" y="37"/>
                  <a:pt x="5" y="37"/>
                  <a:pt x="5" y="37"/>
                </a:cubicBezTo>
                <a:lnTo>
                  <a:pt x="12" y="32"/>
                </a:lnTo>
                <a:close/>
                <a:moveTo>
                  <a:pt x="29" y="21"/>
                </a:moveTo>
                <a:cubicBezTo>
                  <a:pt x="29" y="8"/>
                  <a:pt x="29" y="8"/>
                  <a:pt x="29" y="8"/>
                </a:cubicBezTo>
                <a:cubicBezTo>
                  <a:pt x="7" y="23"/>
                  <a:pt x="7" y="23"/>
                  <a:pt x="7" y="23"/>
                </a:cubicBezTo>
                <a:cubicBezTo>
                  <a:pt x="17" y="29"/>
                  <a:pt x="17" y="29"/>
                  <a:pt x="17" y="29"/>
                </a:cubicBezTo>
                <a:lnTo>
                  <a:pt x="29" y="21"/>
                </a:lnTo>
                <a:close/>
                <a:moveTo>
                  <a:pt x="29" y="56"/>
                </a:moveTo>
                <a:cubicBezTo>
                  <a:pt x="29" y="44"/>
                  <a:pt x="29" y="44"/>
                  <a:pt x="29" y="44"/>
                </a:cubicBezTo>
                <a:cubicBezTo>
                  <a:pt x="17" y="36"/>
                  <a:pt x="17" y="36"/>
                  <a:pt x="17" y="36"/>
                </a:cubicBezTo>
                <a:cubicBezTo>
                  <a:pt x="7" y="42"/>
                  <a:pt x="7" y="42"/>
                  <a:pt x="7" y="42"/>
                </a:cubicBezTo>
                <a:lnTo>
                  <a:pt x="29" y="56"/>
                </a:lnTo>
                <a:close/>
                <a:moveTo>
                  <a:pt x="41" y="32"/>
                </a:moveTo>
                <a:cubicBezTo>
                  <a:pt x="32" y="26"/>
                  <a:pt x="32" y="26"/>
                  <a:pt x="32" y="26"/>
                </a:cubicBezTo>
                <a:cubicBezTo>
                  <a:pt x="22" y="32"/>
                  <a:pt x="22" y="32"/>
                  <a:pt x="22" y="32"/>
                </a:cubicBezTo>
                <a:cubicBezTo>
                  <a:pt x="32" y="39"/>
                  <a:pt x="32" y="39"/>
                  <a:pt x="32" y="39"/>
                </a:cubicBezTo>
                <a:lnTo>
                  <a:pt x="41" y="32"/>
                </a:lnTo>
                <a:close/>
                <a:moveTo>
                  <a:pt x="56" y="23"/>
                </a:moveTo>
                <a:cubicBezTo>
                  <a:pt x="35" y="8"/>
                  <a:pt x="35" y="8"/>
                  <a:pt x="35" y="8"/>
                </a:cubicBezTo>
                <a:cubicBezTo>
                  <a:pt x="35" y="21"/>
                  <a:pt x="35" y="21"/>
                  <a:pt x="35" y="21"/>
                </a:cubicBezTo>
                <a:cubicBezTo>
                  <a:pt x="46" y="29"/>
                  <a:pt x="46" y="29"/>
                  <a:pt x="46" y="29"/>
                </a:cubicBezTo>
                <a:lnTo>
                  <a:pt x="56" y="23"/>
                </a:lnTo>
                <a:close/>
                <a:moveTo>
                  <a:pt x="56" y="42"/>
                </a:moveTo>
                <a:cubicBezTo>
                  <a:pt x="46" y="36"/>
                  <a:pt x="46" y="36"/>
                  <a:pt x="46" y="36"/>
                </a:cubicBezTo>
                <a:cubicBezTo>
                  <a:pt x="35" y="44"/>
                  <a:pt x="35" y="44"/>
                  <a:pt x="35" y="44"/>
                </a:cubicBezTo>
                <a:cubicBezTo>
                  <a:pt x="35" y="56"/>
                  <a:pt x="35" y="56"/>
                  <a:pt x="35" y="56"/>
                </a:cubicBezTo>
                <a:lnTo>
                  <a:pt x="56" y="42"/>
                </a:lnTo>
                <a:close/>
                <a:moveTo>
                  <a:pt x="58" y="37"/>
                </a:moveTo>
                <a:cubicBezTo>
                  <a:pt x="58" y="28"/>
                  <a:pt x="58" y="28"/>
                  <a:pt x="58" y="28"/>
                </a:cubicBezTo>
                <a:cubicBezTo>
                  <a:pt x="51" y="32"/>
                  <a:pt x="51" y="32"/>
                  <a:pt x="51" y="32"/>
                </a:cubicBezTo>
                <a:lnTo>
                  <a:pt x="58" y="37"/>
                </a:ln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2400">
              <a:latin typeface="Bogle" charset="0"/>
              <a:ea typeface="Bogle" charset="0"/>
              <a:cs typeface="Bogle" charset="0"/>
            </a:endParaRPr>
          </a:p>
        </p:txBody>
      </p:sp>
      <p:grpSp>
        <p:nvGrpSpPr>
          <p:cNvPr id="14" name="Group 13"/>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3"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3288896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Section Header - Puzzle">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14" name="Freeform 77"/>
          <p:cNvSpPr>
            <a:spLocks/>
          </p:cNvSpPr>
          <p:nvPr userDrawn="1"/>
        </p:nvSpPr>
        <p:spPr bwMode="auto">
          <a:xfrm rot="20133226">
            <a:off x="5329055" y="1240368"/>
            <a:ext cx="1533892" cy="1532467"/>
          </a:xfrm>
          <a:custGeom>
            <a:avLst/>
            <a:gdLst/>
            <a:ahLst/>
            <a:cxnLst>
              <a:cxn ang="0">
                <a:pos x="183" y="216"/>
              </a:cxn>
              <a:cxn ang="0">
                <a:pos x="256" y="180"/>
              </a:cxn>
              <a:cxn ang="0">
                <a:pos x="217" y="88"/>
              </a:cxn>
              <a:cxn ang="0">
                <a:pos x="385" y="88"/>
              </a:cxn>
              <a:cxn ang="0">
                <a:pos x="347" y="180"/>
              </a:cxn>
              <a:cxn ang="0">
                <a:pos x="420" y="216"/>
              </a:cxn>
              <a:cxn ang="0">
                <a:pos x="603" y="216"/>
              </a:cxn>
              <a:cxn ang="0">
                <a:pos x="603" y="399"/>
              </a:cxn>
              <a:cxn ang="0">
                <a:pos x="638" y="472"/>
              </a:cxn>
              <a:cxn ang="0">
                <a:pos x="731" y="433"/>
              </a:cxn>
              <a:cxn ang="0">
                <a:pos x="731" y="601"/>
              </a:cxn>
              <a:cxn ang="0">
                <a:pos x="638" y="563"/>
              </a:cxn>
              <a:cxn ang="0">
                <a:pos x="603" y="636"/>
              </a:cxn>
              <a:cxn ang="0">
                <a:pos x="603" y="819"/>
              </a:cxn>
              <a:cxn ang="0">
                <a:pos x="420" y="819"/>
              </a:cxn>
              <a:cxn ang="0">
                <a:pos x="347" y="784"/>
              </a:cxn>
              <a:cxn ang="0">
                <a:pos x="385" y="691"/>
              </a:cxn>
              <a:cxn ang="0">
                <a:pos x="217" y="691"/>
              </a:cxn>
              <a:cxn ang="0">
                <a:pos x="256" y="784"/>
              </a:cxn>
              <a:cxn ang="0">
                <a:pos x="183" y="819"/>
              </a:cxn>
              <a:cxn ang="0">
                <a:pos x="0" y="819"/>
              </a:cxn>
              <a:cxn ang="0">
                <a:pos x="0" y="636"/>
              </a:cxn>
              <a:cxn ang="0">
                <a:pos x="35" y="563"/>
              </a:cxn>
              <a:cxn ang="0">
                <a:pos x="128" y="601"/>
              </a:cxn>
              <a:cxn ang="0">
                <a:pos x="128" y="433"/>
              </a:cxn>
              <a:cxn ang="0">
                <a:pos x="35" y="472"/>
              </a:cxn>
              <a:cxn ang="0">
                <a:pos x="0" y="399"/>
              </a:cxn>
              <a:cxn ang="0">
                <a:pos x="0" y="216"/>
              </a:cxn>
              <a:cxn ang="0">
                <a:pos x="183" y="216"/>
              </a:cxn>
            </a:cxnLst>
            <a:rect l="0" t="0" r="r" b="b"/>
            <a:pathLst>
              <a:path w="819" h="819">
                <a:moveTo>
                  <a:pt x="183" y="216"/>
                </a:moveTo>
                <a:cubicBezTo>
                  <a:pt x="249" y="216"/>
                  <a:pt x="264" y="200"/>
                  <a:pt x="256" y="180"/>
                </a:cubicBezTo>
                <a:cubicBezTo>
                  <a:pt x="239" y="144"/>
                  <a:pt x="209" y="139"/>
                  <a:pt x="217" y="88"/>
                </a:cubicBezTo>
                <a:cubicBezTo>
                  <a:pt x="231" y="0"/>
                  <a:pt x="372" y="0"/>
                  <a:pt x="385" y="88"/>
                </a:cubicBezTo>
                <a:cubicBezTo>
                  <a:pt x="393" y="139"/>
                  <a:pt x="364" y="144"/>
                  <a:pt x="347" y="180"/>
                </a:cubicBezTo>
                <a:cubicBezTo>
                  <a:pt x="338" y="200"/>
                  <a:pt x="354" y="216"/>
                  <a:pt x="420" y="216"/>
                </a:cubicBezTo>
                <a:cubicBezTo>
                  <a:pt x="603" y="216"/>
                  <a:pt x="603" y="216"/>
                  <a:pt x="603" y="216"/>
                </a:cubicBezTo>
                <a:cubicBezTo>
                  <a:pt x="603" y="399"/>
                  <a:pt x="603" y="399"/>
                  <a:pt x="603" y="399"/>
                </a:cubicBezTo>
                <a:cubicBezTo>
                  <a:pt x="603" y="465"/>
                  <a:pt x="619" y="480"/>
                  <a:pt x="638" y="472"/>
                </a:cubicBezTo>
                <a:cubicBezTo>
                  <a:pt x="675" y="455"/>
                  <a:pt x="680" y="425"/>
                  <a:pt x="731" y="433"/>
                </a:cubicBezTo>
                <a:cubicBezTo>
                  <a:pt x="819" y="447"/>
                  <a:pt x="819" y="588"/>
                  <a:pt x="731" y="601"/>
                </a:cubicBezTo>
                <a:cubicBezTo>
                  <a:pt x="680" y="609"/>
                  <a:pt x="675" y="580"/>
                  <a:pt x="638" y="563"/>
                </a:cubicBezTo>
                <a:cubicBezTo>
                  <a:pt x="619" y="554"/>
                  <a:pt x="603" y="570"/>
                  <a:pt x="603" y="636"/>
                </a:cubicBezTo>
                <a:cubicBezTo>
                  <a:pt x="603" y="819"/>
                  <a:pt x="603" y="819"/>
                  <a:pt x="603" y="819"/>
                </a:cubicBezTo>
                <a:cubicBezTo>
                  <a:pt x="420" y="819"/>
                  <a:pt x="420" y="819"/>
                  <a:pt x="420" y="819"/>
                </a:cubicBezTo>
                <a:cubicBezTo>
                  <a:pt x="354" y="819"/>
                  <a:pt x="338" y="803"/>
                  <a:pt x="347" y="784"/>
                </a:cubicBezTo>
                <a:cubicBezTo>
                  <a:pt x="364" y="747"/>
                  <a:pt x="393" y="742"/>
                  <a:pt x="385" y="691"/>
                </a:cubicBezTo>
                <a:cubicBezTo>
                  <a:pt x="372" y="603"/>
                  <a:pt x="231" y="603"/>
                  <a:pt x="217" y="691"/>
                </a:cubicBezTo>
                <a:cubicBezTo>
                  <a:pt x="209" y="742"/>
                  <a:pt x="239" y="747"/>
                  <a:pt x="256" y="784"/>
                </a:cubicBezTo>
                <a:cubicBezTo>
                  <a:pt x="264" y="803"/>
                  <a:pt x="249" y="819"/>
                  <a:pt x="183" y="819"/>
                </a:cubicBezTo>
                <a:cubicBezTo>
                  <a:pt x="0" y="819"/>
                  <a:pt x="0" y="819"/>
                  <a:pt x="0" y="819"/>
                </a:cubicBezTo>
                <a:cubicBezTo>
                  <a:pt x="0" y="636"/>
                  <a:pt x="0" y="636"/>
                  <a:pt x="0" y="636"/>
                </a:cubicBezTo>
                <a:cubicBezTo>
                  <a:pt x="0" y="570"/>
                  <a:pt x="16" y="554"/>
                  <a:pt x="35" y="563"/>
                </a:cubicBezTo>
                <a:cubicBezTo>
                  <a:pt x="72" y="580"/>
                  <a:pt x="76" y="609"/>
                  <a:pt x="128" y="601"/>
                </a:cubicBezTo>
                <a:cubicBezTo>
                  <a:pt x="216" y="588"/>
                  <a:pt x="216" y="447"/>
                  <a:pt x="128" y="433"/>
                </a:cubicBezTo>
                <a:cubicBezTo>
                  <a:pt x="76" y="425"/>
                  <a:pt x="72" y="455"/>
                  <a:pt x="35" y="472"/>
                </a:cubicBezTo>
                <a:cubicBezTo>
                  <a:pt x="16" y="480"/>
                  <a:pt x="0" y="465"/>
                  <a:pt x="0" y="399"/>
                </a:cubicBezTo>
                <a:cubicBezTo>
                  <a:pt x="0" y="216"/>
                  <a:pt x="0" y="216"/>
                  <a:pt x="0" y="216"/>
                </a:cubicBezTo>
                <a:lnTo>
                  <a:pt x="183" y="216"/>
                </a:lnTo>
                <a:close/>
              </a:path>
            </a:pathLst>
          </a:custGeom>
          <a:solidFill>
            <a:schemeClr val="bg1"/>
          </a:solidFill>
          <a:ln w="19050">
            <a:noFill/>
            <a:round/>
            <a:headEnd/>
            <a:tailEnd/>
          </a:ln>
        </p:spPr>
        <p:txBody>
          <a:bodyPr vert="horz" wrap="square" lIns="121920" tIns="60960" rIns="121920" bIns="60960" numCol="1" anchor="t" anchorCtr="0" compatLnSpc="1">
            <a:prstTxWarp prst="textNoShape">
              <a:avLst/>
            </a:prstTxWarp>
          </a:bodyPr>
          <a:lstStyle/>
          <a:p>
            <a:endParaRPr lang="en-US" sz="2400">
              <a:latin typeface="Bogle" charset="0"/>
              <a:ea typeface="Bogle" charset="0"/>
              <a:cs typeface="Bogle" charset="0"/>
            </a:endParaRPr>
          </a:p>
        </p:txBody>
      </p:sp>
      <p:grpSp>
        <p:nvGrpSpPr>
          <p:cNvPr id="15" name="Group 14"/>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3"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1012891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Section Header - Network">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15" name="Freeform 66"/>
          <p:cNvSpPr>
            <a:spLocks noEditPoints="1"/>
          </p:cNvSpPr>
          <p:nvPr userDrawn="1"/>
        </p:nvSpPr>
        <p:spPr bwMode="auto">
          <a:xfrm>
            <a:off x="5577490" y="1594470"/>
            <a:ext cx="1037021" cy="1211311"/>
          </a:xfrm>
          <a:custGeom>
            <a:avLst/>
            <a:gdLst/>
            <a:ahLst/>
            <a:cxnLst>
              <a:cxn ang="0">
                <a:pos x="55" y="9"/>
              </a:cxn>
              <a:cxn ang="0">
                <a:pos x="55" y="14"/>
              </a:cxn>
              <a:cxn ang="0">
                <a:pos x="27" y="23"/>
              </a:cxn>
              <a:cxn ang="0">
                <a:pos x="0" y="14"/>
              </a:cxn>
              <a:cxn ang="0">
                <a:pos x="0" y="9"/>
              </a:cxn>
              <a:cxn ang="0">
                <a:pos x="27" y="0"/>
              </a:cxn>
              <a:cxn ang="0">
                <a:pos x="55" y="9"/>
              </a:cxn>
              <a:cxn ang="0">
                <a:pos x="55" y="21"/>
              </a:cxn>
              <a:cxn ang="0">
                <a:pos x="55" y="27"/>
              </a:cxn>
              <a:cxn ang="0">
                <a:pos x="27" y="37"/>
              </a:cxn>
              <a:cxn ang="0">
                <a:pos x="0" y="27"/>
              </a:cxn>
              <a:cxn ang="0">
                <a:pos x="0" y="21"/>
              </a:cxn>
              <a:cxn ang="0">
                <a:pos x="27" y="27"/>
              </a:cxn>
              <a:cxn ang="0">
                <a:pos x="55" y="21"/>
              </a:cxn>
              <a:cxn ang="0">
                <a:pos x="55" y="35"/>
              </a:cxn>
              <a:cxn ang="0">
                <a:pos x="55" y="41"/>
              </a:cxn>
              <a:cxn ang="0">
                <a:pos x="27" y="50"/>
              </a:cxn>
              <a:cxn ang="0">
                <a:pos x="0" y="41"/>
              </a:cxn>
              <a:cxn ang="0">
                <a:pos x="0" y="35"/>
              </a:cxn>
              <a:cxn ang="0">
                <a:pos x="27" y="41"/>
              </a:cxn>
              <a:cxn ang="0">
                <a:pos x="55" y="35"/>
              </a:cxn>
              <a:cxn ang="0">
                <a:pos x="55" y="49"/>
              </a:cxn>
              <a:cxn ang="0">
                <a:pos x="55" y="55"/>
              </a:cxn>
              <a:cxn ang="0">
                <a:pos x="27" y="64"/>
              </a:cxn>
              <a:cxn ang="0">
                <a:pos x="0" y="55"/>
              </a:cxn>
              <a:cxn ang="0">
                <a:pos x="0" y="49"/>
              </a:cxn>
              <a:cxn ang="0">
                <a:pos x="27" y="55"/>
              </a:cxn>
              <a:cxn ang="0">
                <a:pos x="55" y="49"/>
              </a:cxn>
            </a:cxnLst>
            <a:rect l="0" t="0" r="r" b="b"/>
            <a:pathLst>
              <a:path w="55" h="64">
                <a:moveTo>
                  <a:pt x="55" y="9"/>
                </a:moveTo>
                <a:cubicBezTo>
                  <a:pt x="55" y="14"/>
                  <a:pt x="55" y="14"/>
                  <a:pt x="55" y="14"/>
                </a:cubicBezTo>
                <a:cubicBezTo>
                  <a:pt x="55" y="19"/>
                  <a:pt x="42" y="23"/>
                  <a:pt x="27" y="23"/>
                </a:cubicBezTo>
                <a:cubicBezTo>
                  <a:pt x="12" y="23"/>
                  <a:pt x="0" y="19"/>
                  <a:pt x="0" y="14"/>
                </a:cubicBezTo>
                <a:cubicBezTo>
                  <a:pt x="0" y="9"/>
                  <a:pt x="0" y="9"/>
                  <a:pt x="0" y="9"/>
                </a:cubicBezTo>
                <a:cubicBezTo>
                  <a:pt x="0" y="4"/>
                  <a:pt x="12" y="0"/>
                  <a:pt x="27" y="0"/>
                </a:cubicBezTo>
                <a:cubicBezTo>
                  <a:pt x="42" y="0"/>
                  <a:pt x="55" y="4"/>
                  <a:pt x="55" y="9"/>
                </a:cubicBezTo>
                <a:close/>
                <a:moveTo>
                  <a:pt x="55" y="21"/>
                </a:moveTo>
                <a:cubicBezTo>
                  <a:pt x="55" y="27"/>
                  <a:pt x="55" y="27"/>
                  <a:pt x="55" y="27"/>
                </a:cubicBezTo>
                <a:cubicBezTo>
                  <a:pt x="55" y="32"/>
                  <a:pt x="42" y="37"/>
                  <a:pt x="27" y="37"/>
                </a:cubicBezTo>
                <a:cubicBezTo>
                  <a:pt x="12" y="37"/>
                  <a:pt x="0" y="32"/>
                  <a:pt x="0" y="27"/>
                </a:cubicBezTo>
                <a:cubicBezTo>
                  <a:pt x="0" y="21"/>
                  <a:pt x="0" y="21"/>
                  <a:pt x="0" y="21"/>
                </a:cubicBezTo>
                <a:cubicBezTo>
                  <a:pt x="6" y="25"/>
                  <a:pt x="16" y="27"/>
                  <a:pt x="27" y="27"/>
                </a:cubicBezTo>
                <a:cubicBezTo>
                  <a:pt x="38" y="27"/>
                  <a:pt x="49" y="25"/>
                  <a:pt x="55" y="21"/>
                </a:cubicBezTo>
                <a:close/>
                <a:moveTo>
                  <a:pt x="55" y="35"/>
                </a:moveTo>
                <a:cubicBezTo>
                  <a:pt x="55" y="41"/>
                  <a:pt x="55" y="41"/>
                  <a:pt x="55" y="41"/>
                </a:cubicBezTo>
                <a:cubicBezTo>
                  <a:pt x="55" y="46"/>
                  <a:pt x="42" y="50"/>
                  <a:pt x="27" y="50"/>
                </a:cubicBezTo>
                <a:cubicBezTo>
                  <a:pt x="12" y="50"/>
                  <a:pt x="0" y="46"/>
                  <a:pt x="0" y="41"/>
                </a:cubicBezTo>
                <a:cubicBezTo>
                  <a:pt x="0" y="35"/>
                  <a:pt x="0" y="35"/>
                  <a:pt x="0" y="35"/>
                </a:cubicBezTo>
                <a:cubicBezTo>
                  <a:pt x="6" y="39"/>
                  <a:pt x="16" y="41"/>
                  <a:pt x="27" y="41"/>
                </a:cubicBezTo>
                <a:cubicBezTo>
                  <a:pt x="38" y="41"/>
                  <a:pt x="49" y="39"/>
                  <a:pt x="55" y="35"/>
                </a:cubicBezTo>
                <a:close/>
                <a:moveTo>
                  <a:pt x="55" y="49"/>
                </a:moveTo>
                <a:cubicBezTo>
                  <a:pt x="55" y="55"/>
                  <a:pt x="55" y="55"/>
                  <a:pt x="55" y="55"/>
                </a:cubicBezTo>
                <a:cubicBezTo>
                  <a:pt x="55" y="60"/>
                  <a:pt x="42" y="64"/>
                  <a:pt x="27" y="64"/>
                </a:cubicBezTo>
                <a:cubicBezTo>
                  <a:pt x="12" y="64"/>
                  <a:pt x="0" y="60"/>
                  <a:pt x="0" y="55"/>
                </a:cubicBezTo>
                <a:cubicBezTo>
                  <a:pt x="0" y="49"/>
                  <a:pt x="0" y="49"/>
                  <a:pt x="0" y="49"/>
                </a:cubicBezTo>
                <a:cubicBezTo>
                  <a:pt x="6" y="53"/>
                  <a:pt x="16" y="55"/>
                  <a:pt x="27" y="55"/>
                </a:cubicBezTo>
                <a:cubicBezTo>
                  <a:pt x="38" y="55"/>
                  <a:pt x="49" y="53"/>
                  <a:pt x="55" y="49"/>
                </a:cubicBez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2400">
              <a:latin typeface="Bogle" charset="0"/>
              <a:ea typeface="Bogle" charset="0"/>
              <a:cs typeface="Bogle" charset="0"/>
            </a:endParaRPr>
          </a:p>
        </p:txBody>
      </p:sp>
      <p:grpSp>
        <p:nvGrpSpPr>
          <p:cNvPr id="14" name="Group 13"/>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Tree>
    <p:extLst>
      <p:ext uri="{BB962C8B-B14F-4D97-AF65-F5344CB8AC3E}">
        <p14:creationId xmlns:p14="http://schemas.microsoft.com/office/powerpoint/2010/main" val="4190915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Section Header - IT">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14" name="Freeform 101"/>
          <p:cNvSpPr>
            <a:spLocks noEditPoints="1"/>
          </p:cNvSpPr>
          <p:nvPr userDrawn="1"/>
        </p:nvSpPr>
        <p:spPr bwMode="auto">
          <a:xfrm>
            <a:off x="5339411" y="1667934"/>
            <a:ext cx="1513180" cy="1002709"/>
          </a:xfrm>
          <a:custGeom>
            <a:avLst/>
            <a:gdLst/>
            <a:ahLst/>
            <a:cxnLst>
              <a:cxn ang="0">
                <a:pos x="77" y="43"/>
              </a:cxn>
              <a:cxn ang="0">
                <a:pos x="77" y="47"/>
              </a:cxn>
              <a:cxn ang="0">
                <a:pos x="70" y="51"/>
              </a:cxn>
              <a:cxn ang="0">
                <a:pos x="6" y="51"/>
              </a:cxn>
              <a:cxn ang="0">
                <a:pos x="0" y="47"/>
              </a:cxn>
              <a:cxn ang="0">
                <a:pos x="0" y="43"/>
              </a:cxn>
              <a:cxn ang="0">
                <a:pos x="6" y="43"/>
              </a:cxn>
              <a:cxn ang="0">
                <a:pos x="70" y="43"/>
              </a:cxn>
              <a:cxn ang="0">
                <a:pos x="77" y="43"/>
              </a:cxn>
              <a:cxn ang="0">
                <a:pos x="10" y="34"/>
              </a:cxn>
              <a:cxn ang="0">
                <a:pos x="10" y="6"/>
              </a:cxn>
              <a:cxn ang="0">
                <a:pos x="16" y="0"/>
              </a:cxn>
              <a:cxn ang="0">
                <a:pos x="60" y="0"/>
              </a:cxn>
              <a:cxn ang="0">
                <a:pos x="67" y="6"/>
              </a:cxn>
              <a:cxn ang="0">
                <a:pos x="67" y="34"/>
              </a:cxn>
              <a:cxn ang="0">
                <a:pos x="60" y="41"/>
              </a:cxn>
              <a:cxn ang="0">
                <a:pos x="16" y="41"/>
              </a:cxn>
              <a:cxn ang="0">
                <a:pos x="10" y="34"/>
              </a:cxn>
              <a:cxn ang="0">
                <a:pos x="15" y="34"/>
              </a:cxn>
              <a:cxn ang="0">
                <a:pos x="16" y="36"/>
              </a:cxn>
              <a:cxn ang="0">
                <a:pos x="60" y="36"/>
              </a:cxn>
              <a:cxn ang="0">
                <a:pos x="61" y="34"/>
              </a:cxn>
              <a:cxn ang="0">
                <a:pos x="61" y="6"/>
              </a:cxn>
              <a:cxn ang="0">
                <a:pos x="60" y="5"/>
              </a:cxn>
              <a:cxn ang="0">
                <a:pos x="16" y="5"/>
              </a:cxn>
              <a:cxn ang="0">
                <a:pos x="15" y="6"/>
              </a:cxn>
              <a:cxn ang="0">
                <a:pos x="15" y="34"/>
              </a:cxn>
              <a:cxn ang="0">
                <a:pos x="42" y="47"/>
              </a:cxn>
              <a:cxn ang="0">
                <a:pos x="42" y="46"/>
              </a:cxn>
              <a:cxn ang="0">
                <a:pos x="35" y="46"/>
              </a:cxn>
              <a:cxn ang="0">
                <a:pos x="34" y="47"/>
              </a:cxn>
              <a:cxn ang="0">
                <a:pos x="35" y="47"/>
              </a:cxn>
              <a:cxn ang="0">
                <a:pos x="42" y="47"/>
              </a:cxn>
              <a:cxn ang="0">
                <a:pos x="42" y="47"/>
              </a:cxn>
            </a:cxnLst>
            <a:rect l="0" t="0" r="r" b="b"/>
            <a:pathLst>
              <a:path w="77" h="51">
                <a:moveTo>
                  <a:pt x="77" y="43"/>
                </a:moveTo>
                <a:cubicBezTo>
                  <a:pt x="77" y="47"/>
                  <a:pt x="77" y="47"/>
                  <a:pt x="77" y="47"/>
                </a:cubicBezTo>
                <a:cubicBezTo>
                  <a:pt x="77" y="49"/>
                  <a:pt x="74" y="51"/>
                  <a:pt x="70" y="51"/>
                </a:cubicBezTo>
                <a:cubicBezTo>
                  <a:pt x="6" y="51"/>
                  <a:pt x="6" y="51"/>
                  <a:pt x="6" y="51"/>
                </a:cubicBezTo>
                <a:cubicBezTo>
                  <a:pt x="3" y="51"/>
                  <a:pt x="0" y="49"/>
                  <a:pt x="0" y="47"/>
                </a:cubicBezTo>
                <a:cubicBezTo>
                  <a:pt x="0" y="43"/>
                  <a:pt x="0" y="43"/>
                  <a:pt x="0" y="43"/>
                </a:cubicBezTo>
                <a:cubicBezTo>
                  <a:pt x="6" y="43"/>
                  <a:pt x="6" y="43"/>
                  <a:pt x="6" y="43"/>
                </a:cubicBezTo>
                <a:cubicBezTo>
                  <a:pt x="70" y="43"/>
                  <a:pt x="70" y="43"/>
                  <a:pt x="70" y="43"/>
                </a:cubicBezTo>
                <a:lnTo>
                  <a:pt x="77" y="43"/>
                </a:lnTo>
                <a:close/>
                <a:moveTo>
                  <a:pt x="10" y="34"/>
                </a:moveTo>
                <a:cubicBezTo>
                  <a:pt x="10" y="6"/>
                  <a:pt x="10" y="6"/>
                  <a:pt x="10" y="6"/>
                </a:cubicBezTo>
                <a:cubicBezTo>
                  <a:pt x="10" y="2"/>
                  <a:pt x="13" y="0"/>
                  <a:pt x="16" y="0"/>
                </a:cubicBezTo>
                <a:cubicBezTo>
                  <a:pt x="60" y="0"/>
                  <a:pt x="60" y="0"/>
                  <a:pt x="60" y="0"/>
                </a:cubicBezTo>
                <a:cubicBezTo>
                  <a:pt x="64" y="0"/>
                  <a:pt x="67" y="2"/>
                  <a:pt x="67" y="6"/>
                </a:cubicBezTo>
                <a:cubicBezTo>
                  <a:pt x="67" y="34"/>
                  <a:pt x="67" y="34"/>
                  <a:pt x="67" y="34"/>
                </a:cubicBezTo>
                <a:cubicBezTo>
                  <a:pt x="67" y="38"/>
                  <a:pt x="64" y="41"/>
                  <a:pt x="60" y="41"/>
                </a:cubicBezTo>
                <a:cubicBezTo>
                  <a:pt x="16" y="41"/>
                  <a:pt x="16" y="41"/>
                  <a:pt x="16" y="41"/>
                </a:cubicBezTo>
                <a:cubicBezTo>
                  <a:pt x="13" y="41"/>
                  <a:pt x="10" y="38"/>
                  <a:pt x="10" y="34"/>
                </a:cubicBezTo>
                <a:close/>
                <a:moveTo>
                  <a:pt x="15" y="34"/>
                </a:moveTo>
                <a:cubicBezTo>
                  <a:pt x="15" y="35"/>
                  <a:pt x="16" y="36"/>
                  <a:pt x="16" y="36"/>
                </a:cubicBezTo>
                <a:cubicBezTo>
                  <a:pt x="60" y="36"/>
                  <a:pt x="60" y="36"/>
                  <a:pt x="60" y="36"/>
                </a:cubicBezTo>
                <a:cubicBezTo>
                  <a:pt x="61" y="36"/>
                  <a:pt x="61" y="35"/>
                  <a:pt x="61" y="34"/>
                </a:cubicBezTo>
                <a:cubicBezTo>
                  <a:pt x="61" y="6"/>
                  <a:pt x="61" y="6"/>
                  <a:pt x="61" y="6"/>
                </a:cubicBezTo>
                <a:cubicBezTo>
                  <a:pt x="61" y="5"/>
                  <a:pt x="61" y="5"/>
                  <a:pt x="60" y="5"/>
                </a:cubicBezTo>
                <a:cubicBezTo>
                  <a:pt x="16" y="5"/>
                  <a:pt x="16" y="5"/>
                  <a:pt x="16" y="5"/>
                </a:cubicBezTo>
                <a:cubicBezTo>
                  <a:pt x="16" y="5"/>
                  <a:pt x="15" y="5"/>
                  <a:pt x="15" y="6"/>
                </a:cubicBezTo>
                <a:lnTo>
                  <a:pt x="15" y="34"/>
                </a:lnTo>
                <a:close/>
                <a:moveTo>
                  <a:pt x="42" y="47"/>
                </a:moveTo>
                <a:cubicBezTo>
                  <a:pt x="42" y="46"/>
                  <a:pt x="42" y="46"/>
                  <a:pt x="42" y="46"/>
                </a:cubicBezTo>
                <a:cubicBezTo>
                  <a:pt x="35" y="46"/>
                  <a:pt x="35" y="46"/>
                  <a:pt x="35" y="46"/>
                </a:cubicBezTo>
                <a:cubicBezTo>
                  <a:pt x="35" y="46"/>
                  <a:pt x="34" y="46"/>
                  <a:pt x="34" y="47"/>
                </a:cubicBezTo>
                <a:cubicBezTo>
                  <a:pt x="34" y="47"/>
                  <a:pt x="35" y="47"/>
                  <a:pt x="35" y="47"/>
                </a:cubicBezTo>
                <a:cubicBezTo>
                  <a:pt x="42" y="47"/>
                  <a:pt x="42" y="47"/>
                  <a:pt x="42" y="47"/>
                </a:cubicBezTo>
                <a:cubicBezTo>
                  <a:pt x="42" y="47"/>
                  <a:pt x="42" y="47"/>
                  <a:pt x="42" y="47"/>
                </a:cubicBez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2400">
              <a:latin typeface="Bogle" charset="0"/>
              <a:ea typeface="Bogle" charset="0"/>
              <a:cs typeface="Bogle" charset="0"/>
            </a:endParaRPr>
          </a:p>
        </p:txBody>
      </p:sp>
      <p:grpSp>
        <p:nvGrpSpPr>
          <p:cNvPr id="15" name="Group 14"/>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3"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682214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animEffect transition="in" filter="fade">
                                      <p:cBhvr>
                                        <p:cTn id="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Section Header - Data">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15" name="Freeform 7"/>
          <p:cNvSpPr>
            <a:spLocks noEditPoints="1"/>
          </p:cNvSpPr>
          <p:nvPr userDrawn="1"/>
        </p:nvSpPr>
        <p:spPr bwMode="auto">
          <a:xfrm rot="16200000">
            <a:off x="5457169" y="1600199"/>
            <a:ext cx="1277665" cy="992716"/>
          </a:xfrm>
          <a:custGeom>
            <a:avLst/>
            <a:gdLst/>
            <a:ahLst/>
            <a:cxnLst>
              <a:cxn ang="0">
                <a:pos x="45" y="7"/>
              </a:cxn>
              <a:cxn ang="0">
                <a:pos x="43" y="9"/>
              </a:cxn>
              <a:cxn ang="0">
                <a:pos x="2" y="9"/>
              </a:cxn>
              <a:cxn ang="0">
                <a:pos x="0" y="7"/>
              </a:cxn>
              <a:cxn ang="0">
                <a:pos x="0" y="2"/>
              </a:cxn>
              <a:cxn ang="0">
                <a:pos x="2" y="0"/>
              </a:cxn>
              <a:cxn ang="0">
                <a:pos x="43" y="0"/>
              </a:cxn>
              <a:cxn ang="0">
                <a:pos x="45" y="2"/>
              </a:cxn>
              <a:cxn ang="0">
                <a:pos x="45" y="7"/>
              </a:cxn>
              <a:cxn ang="0">
                <a:pos x="59" y="20"/>
              </a:cxn>
              <a:cxn ang="0">
                <a:pos x="57" y="23"/>
              </a:cxn>
              <a:cxn ang="0">
                <a:pos x="2" y="23"/>
              </a:cxn>
              <a:cxn ang="0">
                <a:pos x="0" y="20"/>
              </a:cxn>
              <a:cxn ang="0">
                <a:pos x="0" y="16"/>
              </a:cxn>
              <a:cxn ang="0">
                <a:pos x="2" y="13"/>
              </a:cxn>
              <a:cxn ang="0">
                <a:pos x="57" y="13"/>
              </a:cxn>
              <a:cxn ang="0">
                <a:pos x="59" y="16"/>
              </a:cxn>
              <a:cxn ang="0">
                <a:pos x="59" y="20"/>
              </a:cxn>
              <a:cxn ang="0">
                <a:pos x="50" y="34"/>
              </a:cxn>
              <a:cxn ang="0">
                <a:pos x="48" y="36"/>
              </a:cxn>
              <a:cxn ang="0">
                <a:pos x="2" y="36"/>
              </a:cxn>
              <a:cxn ang="0">
                <a:pos x="0" y="34"/>
              </a:cxn>
              <a:cxn ang="0">
                <a:pos x="0" y="29"/>
              </a:cxn>
              <a:cxn ang="0">
                <a:pos x="2" y="27"/>
              </a:cxn>
              <a:cxn ang="0">
                <a:pos x="48" y="27"/>
              </a:cxn>
              <a:cxn ang="0">
                <a:pos x="50" y="29"/>
              </a:cxn>
              <a:cxn ang="0">
                <a:pos x="50" y="34"/>
              </a:cxn>
              <a:cxn ang="0">
                <a:pos x="64" y="48"/>
              </a:cxn>
              <a:cxn ang="0">
                <a:pos x="61" y="50"/>
              </a:cxn>
              <a:cxn ang="0">
                <a:pos x="2" y="50"/>
              </a:cxn>
              <a:cxn ang="0">
                <a:pos x="0" y="48"/>
              </a:cxn>
              <a:cxn ang="0">
                <a:pos x="0" y="43"/>
              </a:cxn>
              <a:cxn ang="0">
                <a:pos x="2" y="41"/>
              </a:cxn>
              <a:cxn ang="0">
                <a:pos x="61" y="41"/>
              </a:cxn>
              <a:cxn ang="0">
                <a:pos x="64" y="43"/>
              </a:cxn>
              <a:cxn ang="0">
                <a:pos x="64" y="48"/>
              </a:cxn>
            </a:cxnLst>
            <a:rect l="0" t="0" r="r" b="b"/>
            <a:pathLst>
              <a:path w="64" h="50">
                <a:moveTo>
                  <a:pt x="45" y="7"/>
                </a:moveTo>
                <a:cubicBezTo>
                  <a:pt x="45" y="8"/>
                  <a:pt x="44" y="9"/>
                  <a:pt x="43" y="9"/>
                </a:cubicBezTo>
                <a:cubicBezTo>
                  <a:pt x="2" y="9"/>
                  <a:pt x="2" y="9"/>
                  <a:pt x="2" y="9"/>
                </a:cubicBezTo>
                <a:cubicBezTo>
                  <a:pt x="1" y="9"/>
                  <a:pt x="0" y="8"/>
                  <a:pt x="0" y="7"/>
                </a:cubicBezTo>
                <a:cubicBezTo>
                  <a:pt x="0" y="2"/>
                  <a:pt x="0" y="2"/>
                  <a:pt x="0" y="2"/>
                </a:cubicBezTo>
                <a:cubicBezTo>
                  <a:pt x="0" y="1"/>
                  <a:pt x="1" y="0"/>
                  <a:pt x="2" y="0"/>
                </a:cubicBezTo>
                <a:cubicBezTo>
                  <a:pt x="43" y="0"/>
                  <a:pt x="43" y="0"/>
                  <a:pt x="43" y="0"/>
                </a:cubicBezTo>
                <a:cubicBezTo>
                  <a:pt x="44" y="0"/>
                  <a:pt x="45" y="1"/>
                  <a:pt x="45" y="2"/>
                </a:cubicBezTo>
                <a:lnTo>
                  <a:pt x="45" y="7"/>
                </a:lnTo>
                <a:close/>
                <a:moveTo>
                  <a:pt x="59" y="20"/>
                </a:moveTo>
                <a:cubicBezTo>
                  <a:pt x="59" y="22"/>
                  <a:pt x="58" y="23"/>
                  <a:pt x="57" y="23"/>
                </a:cubicBezTo>
                <a:cubicBezTo>
                  <a:pt x="2" y="23"/>
                  <a:pt x="2" y="23"/>
                  <a:pt x="2" y="23"/>
                </a:cubicBezTo>
                <a:cubicBezTo>
                  <a:pt x="1" y="23"/>
                  <a:pt x="0" y="22"/>
                  <a:pt x="0" y="20"/>
                </a:cubicBezTo>
                <a:cubicBezTo>
                  <a:pt x="0" y="16"/>
                  <a:pt x="0" y="16"/>
                  <a:pt x="0" y="16"/>
                </a:cubicBezTo>
                <a:cubicBezTo>
                  <a:pt x="0" y="14"/>
                  <a:pt x="1" y="13"/>
                  <a:pt x="2" y="13"/>
                </a:cubicBezTo>
                <a:cubicBezTo>
                  <a:pt x="57" y="13"/>
                  <a:pt x="57" y="13"/>
                  <a:pt x="57" y="13"/>
                </a:cubicBezTo>
                <a:cubicBezTo>
                  <a:pt x="58" y="13"/>
                  <a:pt x="59" y="14"/>
                  <a:pt x="59" y="16"/>
                </a:cubicBezTo>
                <a:lnTo>
                  <a:pt x="59" y="20"/>
                </a:lnTo>
                <a:close/>
                <a:moveTo>
                  <a:pt x="50" y="34"/>
                </a:moveTo>
                <a:cubicBezTo>
                  <a:pt x="50" y="35"/>
                  <a:pt x="49" y="36"/>
                  <a:pt x="48" y="36"/>
                </a:cubicBezTo>
                <a:cubicBezTo>
                  <a:pt x="2" y="36"/>
                  <a:pt x="2" y="36"/>
                  <a:pt x="2" y="36"/>
                </a:cubicBezTo>
                <a:cubicBezTo>
                  <a:pt x="1" y="36"/>
                  <a:pt x="0" y="35"/>
                  <a:pt x="0" y="34"/>
                </a:cubicBezTo>
                <a:cubicBezTo>
                  <a:pt x="0" y="29"/>
                  <a:pt x="0" y="29"/>
                  <a:pt x="0" y="29"/>
                </a:cubicBezTo>
                <a:cubicBezTo>
                  <a:pt x="0" y="28"/>
                  <a:pt x="1" y="27"/>
                  <a:pt x="2" y="27"/>
                </a:cubicBezTo>
                <a:cubicBezTo>
                  <a:pt x="48" y="27"/>
                  <a:pt x="48" y="27"/>
                  <a:pt x="48" y="27"/>
                </a:cubicBezTo>
                <a:cubicBezTo>
                  <a:pt x="49" y="27"/>
                  <a:pt x="50" y="28"/>
                  <a:pt x="50" y="29"/>
                </a:cubicBezTo>
                <a:lnTo>
                  <a:pt x="50" y="34"/>
                </a:lnTo>
                <a:close/>
                <a:moveTo>
                  <a:pt x="64" y="48"/>
                </a:moveTo>
                <a:cubicBezTo>
                  <a:pt x="64" y="49"/>
                  <a:pt x="63" y="50"/>
                  <a:pt x="61" y="50"/>
                </a:cubicBezTo>
                <a:cubicBezTo>
                  <a:pt x="2" y="50"/>
                  <a:pt x="2" y="50"/>
                  <a:pt x="2" y="50"/>
                </a:cubicBezTo>
                <a:cubicBezTo>
                  <a:pt x="1" y="50"/>
                  <a:pt x="0" y="49"/>
                  <a:pt x="0" y="48"/>
                </a:cubicBezTo>
                <a:cubicBezTo>
                  <a:pt x="0" y="43"/>
                  <a:pt x="0" y="43"/>
                  <a:pt x="0" y="43"/>
                </a:cubicBezTo>
                <a:cubicBezTo>
                  <a:pt x="0" y="42"/>
                  <a:pt x="1" y="41"/>
                  <a:pt x="2" y="41"/>
                </a:cubicBezTo>
                <a:cubicBezTo>
                  <a:pt x="61" y="41"/>
                  <a:pt x="61" y="41"/>
                  <a:pt x="61" y="41"/>
                </a:cubicBezTo>
                <a:cubicBezTo>
                  <a:pt x="63" y="41"/>
                  <a:pt x="64" y="42"/>
                  <a:pt x="64" y="43"/>
                </a:cubicBezTo>
                <a:lnTo>
                  <a:pt x="64" y="48"/>
                </a:ln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2400">
              <a:latin typeface="Bogle" charset="0"/>
              <a:ea typeface="Bogle" charset="0"/>
              <a:cs typeface="Bogle" charset="0"/>
            </a:endParaRPr>
          </a:p>
        </p:txBody>
      </p:sp>
      <p:grpSp>
        <p:nvGrpSpPr>
          <p:cNvPr id="14" name="Group 13"/>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3"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3390062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Section Header - Map">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14" name="Freeform 83"/>
          <p:cNvSpPr>
            <a:spLocks noEditPoints="1"/>
          </p:cNvSpPr>
          <p:nvPr userDrawn="1"/>
        </p:nvSpPr>
        <p:spPr bwMode="auto">
          <a:xfrm>
            <a:off x="5569331" y="1498600"/>
            <a:ext cx="1053339" cy="1580008"/>
          </a:xfrm>
          <a:custGeom>
            <a:avLst/>
            <a:gdLst/>
            <a:ahLst/>
            <a:cxnLst>
              <a:cxn ang="0">
                <a:pos x="38" y="26"/>
              </a:cxn>
              <a:cxn ang="0">
                <a:pos x="24" y="55"/>
              </a:cxn>
              <a:cxn ang="0">
                <a:pos x="20" y="58"/>
              </a:cxn>
              <a:cxn ang="0">
                <a:pos x="16" y="55"/>
              </a:cxn>
              <a:cxn ang="0">
                <a:pos x="2" y="26"/>
              </a:cxn>
              <a:cxn ang="0">
                <a:pos x="0" y="19"/>
              </a:cxn>
              <a:cxn ang="0">
                <a:pos x="20" y="0"/>
              </a:cxn>
              <a:cxn ang="0">
                <a:pos x="39" y="19"/>
              </a:cxn>
              <a:cxn ang="0">
                <a:pos x="38" y="26"/>
              </a:cxn>
              <a:cxn ang="0">
                <a:pos x="20" y="9"/>
              </a:cxn>
              <a:cxn ang="0">
                <a:pos x="10" y="19"/>
              </a:cxn>
              <a:cxn ang="0">
                <a:pos x="20" y="29"/>
              </a:cxn>
              <a:cxn ang="0">
                <a:pos x="30" y="19"/>
              </a:cxn>
              <a:cxn ang="0">
                <a:pos x="20" y="9"/>
              </a:cxn>
            </a:cxnLst>
            <a:rect l="0" t="0" r="r" b="b"/>
            <a:pathLst>
              <a:path w="39" h="58">
                <a:moveTo>
                  <a:pt x="38" y="26"/>
                </a:moveTo>
                <a:cubicBezTo>
                  <a:pt x="24" y="55"/>
                  <a:pt x="24" y="55"/>
                  <a:pt x="24" y="55"/>
                </a:cubicBezTo>
                <a:cubicBezTo>
                  <a:pt x="23" y="57"/>
                  <a:pt x="22" y="58"/>
                  <a:pt x="20" y="58"/>
                </a:cubicBezTo>
                <a:cubicBezTo>
                  <a:pt x="18" y="58"/>
                  <a:pt x="16" y="57"/>
                  <a:pt x="16" y="55"/>
                </a:cubicBezTo>
                <a:cubicBezTo>
                  <a:pt x="2" y="26"/>
                  <a:pt x="2" y="26"/>
                  <a:pt x="2" y="26"/>
                </a:cubicBezTo>
                <a:cubicBezTo>
                  <a:pt x="1" y="24"/>
                  <a:pt x="0" y="21"/>
                  <a:pt x="0" y="19"/>
                </a:cubicBezTo>
                <a:cubicBezTo>
                  <a:pt x="0" y="8"/>
                  <a:pt x="9" y="0"/>
                  <a:pt x="20" y="0"/>
                </a:cubicBezTo>
                <a:cubicBezTo>
                  <a:pt x="31" y="0"/>
                  <a:pt x="39" y="8"/>
                  <a:pt x="39" y="19"/>
                </a:cubicBezTo>
                <a:cubicBezTo>
                  <a:pt x="39" y="21"/>
                  <a:pt x="39" y="24"/>
                  <a:pt x="38" y="26"/>
                </a:cubicBezTo>
                <a:close/>
                <a:moveTo>
                  <a:pt x="20" y="9"/>
                </a:moveTo>
                <a:cubicBezTo>
                  <a:pt x="15" y="9"/>
                  <a:pt x="10" y="14"/>
                  <a:pt x="10" y="19"/>
                </a:cubicBezTo>
                <a:cubicBezTo>
                  <a:pt x="10" y="24"/>
                  <a:pt x="15" y="29"/>
                  <a:pt x="20" y="29"/>
                </a:cubicBezTo>
                <a:cubicBezTo>
                  <a:pt x="25" y="29"/>
                  <a:pt x="30" y="24"/>
                  <a:pt x="30" y="19"/>
                </a:cubicBezTo>
                <a:cubicBezTo>
                  <a:pt x="30" y="14"/>
                  <a:pt x="25" y="9"/>
                  <a:pt x="20" y="9"/>
                </a:cubicBezTo>
                <a:close/>
              </a:path>
            </a:pathLst>
          </a:custGeom>
          <a:solidFill>
            <a:schemeClr val="bg1"/>
          </a:solidFill>
          <a:ln w="12700">
            <a:noFill/>
            <a:round/>
            <a:headEnd/>
            <a:tailEnd/>
          </a:ln>
        </p:spPr>
        <p:txBody>
          <a:bodyPr vert="horz" wrap="square" lIns="121920" tIns="60960" rIns="121920" bIns="60960" numCol="1" anchor="t" anchorCtr="0" compatLnSpc="1">
            <a:prstTxWarp prst="textNoShape">
              <a:avLst/>
            </a:prstTxWarp>
          </a:bodyPr>
          <a:lstStyle/>
          <a:p>
            <a:endParaRPr lang="en-US" sz="2400">
              <a:latin typeface="Bogle" charset="0"/>
              <a:ea typeface="Bogle" charset="0"/>
              <a:cs typeface="Bogle" charset="0"/>
            </a:endParaRPr>
          </a:p>
        </p:txBody>
      </p:sp>
      <p:grpSp>
        <p:nvGrpSpPr>
          <p:cNvPr id="15" name="Group 14"/>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3"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4143096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animEffect transition="in" filter="fade">
                                      <p:cBhvr>
                                        <p:cTn id="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Section Header - Contact">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14" name="Freeform 89"/>
          <p:cNvSpPr>
            <a:spLocks noEditPoints="1"/>
          </p:cNvSpPr>
          <p:nvPr userDrawn="1"/>
        </p:nvSpPr>
        <p:spPr bwMode="auto">
          <a:xfrm>
            <a:off x="5360224" y="1246248"/>
            <a:ext cx="1471555" cy="1471552"/>
          </a:xfrm>
          <a:custGeom>
            <a:avLst/>
            <a:gdLst/>
            <a:ahLst/>
            <a:cxnLst>
              <a:cxn ang="0">
                <a:pos x="68" y="3"/>
              </a:cxn>
              <a:cxn ang="0">
                <a:pos x="58" y="61"/>
              </a:cxn>
              <a:cxn ang="0">
                <a:pos x="57" y="63"/>
              </a:cxn>
              <a:cxn ang="0">
                <a:pos x="56" y="63"/>
              </a:cxn>
              <a:cxn ang="0">
                <a:pos x="55" y="63"/>
              </a:cxn>
              <a:cxn ang="0">
                <a:pos x="35" y="55"/>
              </a:cxn>
              <a:cxn ang="0">
                <a:pos x="23" y="67"/>
              </a:cxn>
              <a:cxn ang="0">
                <a:pos x="22" y="68"/>
              </a:cxn>
              <a:cxn ang="0">
                <a:pos x="21" y="68"/>
              </a:cxn>
              <a:cxn ang="0">
                <a:pos x="19" y="65"/>
              </a:cxn>
              <a:cxn ang="0">
                <a:pos x="19" y="48"/>
              </a:cxn>
              <a:cxn ang="0">
                <a:pos x="1" y="41"/>
              </a:cxn>
              <a:cxn ang="0">
                <a:pos x="0" y="39"/>
              </a:cxn>
              <a:cxn ang="0">
                <a:pos x="1" y="36"/>
              </a:cxn>
              <a:cxn ang="0">
                <a:pos x="64" y="0"/>
              </a:cxn>
              <a:cxn ang="0">
                <a:pos x="67" y="0"/>
              </a:cxn>
              <a:cxn ang="0">
                <a:pos x="68" y="3"/>
              </a:cxn>
              <a:cxn ang="0">
                <a:pos x="62" y="7"/>
              </a:cxn>
              <a:cxn ang="0">
                <a:pos x="8" y="38"/>
              </a:cxn>
              <a:cxn ang="0">
                <a:pos x="20" y="43"/>
              </a:cxn>
              <a:cxn ang="0">
                <a:pos x="53" y="19"/>
              </a:cxn>
              <a:cxn ang="0">
                <a:pos x="35" y="49"/>
              </a:cxn>
              <a:cxn ang="0">
                <a:pos x="54" y="57"/>
              </a:cxn>
              <a:cxn ang="0">
                <a:pos x="62" y="7"/>
              </a:cxn>
            </a:cxnLst>
            <a:rect l="0" t="0" r="r" b="b"/>
            <a:pathLst>
              <a:path w="68" h="68">
                <a:moveTo>
                  <a:pt x="68" y="3"/>
                </a:moveTo>
                <a:cubicBezTo>
                  <a:pt x="58" y="61"/>
                  <a:pt x="58" y="61"/>
                  <a:pt x="58" y="61"/>
                </a:cubicBezTo>
                <a:cubicBezTo>
                  <a:pt x="58" y="62"/>
                  <a:pt x="57" y="62"/>
                  <a:pt x="57" y="63"/>
                </a:cubicBezTo>
                <a:cubicBezTo>
                  <a:pt x="56" y="63"/>
                  <a:pt x="56" y="63"/>
                  <a:pt x="56" y="63"/>
                </a:cubicBezTo>
                <a:cubicBezTo>
                  <a:pt x="55" y="63"/>
                  <a:pt x="55" y="63"/>
                  <a:pt x="55" y="63"/>
                </a:cubicBezTo>
                <a:cubicBezTo>
                  <a:pt x="35" y="55"/>
                  <a:pt x="35" y="55"/>
                  <a:pt x="35" y="55"/>
                </a:cubicBezTo>
                <a:cubicBezTo>
                  <a:pt x="23" y="67"/>
                  <a:pt x="23" y="67"/>
                  <a:pt x="23" y="67"/>
                </a:cubicBezTo>
                <a:cubicBezTo>
                  <a:pt x="23" y="67"/>
                  <a:pt x="22" y="68"/>
                  <a:pt x="22" y="68"/>
                </a:cubicBezTo>
                <a:cubicBezTo>
                  <a:pt x="21" y="68"/>
                  <a:pt x="21" y="68"/>
                  <a:pt x="21" y="68"/>
                </a:cubicBezTo>
                <a:cubicBezTo>
                  <a:pt x="20" y="67"/>
                  <a:pt x="19" y="66"/>
                  <a:pt x="19" y="65"/>
                </a:cubicBezTo>
                <a:cubicBezTo>
                  <a:pt x="19" y="48"/>
                  <a:pt x="19" y="48"/>
                  <a:pt x="19" y="48"/>
                </a:cubicBezTo>
                <a:cubicBezTo>
                  <a:pt x="1" y="41"/>
                  <a:pt x="1" y="41"/>
                  <a:pt x="1" y="41"/>
                </a:cubicBezTo>
                <a:cubicBezTo>
                  <a:pt x="0" y="40"/>
                  <a:pt x="0" y="40"/>
                  <a:pt x="0" y="39"/>
                </a:cubicBezTo>
                <a:cubicBezTo>
                  <a:pt x="0" y="38"/>
                  <a:pt x="0" y="37"/>
                  <a:pt x="1" y="36"/>
                </a:cubicBezTo>
                <a:cubicBezTo>
                  <a:pt x="64" y="0"/>
                  <a:pt x="64" y="0"/>
                  <a:pt x="64" y="0"/>
                </a:cubicBezTo>
                <a:cubicBezTo>
                  <a:pt x="65" y="0"/>
                  <a:pt x="66" y="0"/>
                  <a:pt x="67" y="0"/>
                </a:cubicBezTo>
                <a:cubicBezTo>
                  <a:pt x="68" y="1"/>
                  <a:pt x="68" y="2"/>
                  <a:pt x="68" y="3"/>
                </a:cubicBezTo>
                <a:close/>
                <a:moveTo>
                  <a:pt x="62" y="7"/>
                </a:moveTo>
                <a:cubicBezTo>
                  <a:pt x="8" y="38"/>
                  <a:pt x="8" y="38"/>
                  <a:pt x="8" y="38"/>
                </a:cubicBezTo>
                <a:cubicBezTo>
                  <a:pt x="20" y="43"/>
                  <a:pt x="20" y="43"/>
                  <a:pt x="20" y="43"/>
                </a:cubicBezTo>
                <a:cubicBezTo>
                  <a:pt x="53" y="19"/>
                  <a:pt x="53" y="19"/>
                  <a:pt x="53" y="19"/>
                </a:cubicBezTo>
                <a:cubicBezTo>
                  <a:pt x="35" y="49"/>
                  <a:pt x="35" y="49"/>
                  <a:pt x="35" y="49"/>
                </a:cubicBezTo>
                <a:cubicBezTo>
                  <a:pt x="54" y="57"/>
                  <a:pt x="54" y="57"/>
                  <a:pt x="54" y="57"/>
                </a:cubicBezTo>
                <a:lnTo>
                  <a:pt x="62" y="7"/>
                </a:ln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2400">
              <a:latin typeface="Bogle" charset="0"/>
              <a:ea typeface="Bogle" charset="0"/>
              <a:cs typeface="Bogle" charset="0"/>
            </a:endParaRPr>
          </a:p>
        </p:txBody>
      </p:sp>
      <p:grpSp>
        <p:nvGrpSpPr>
          <p:cNvPr id="15" name="Group 14"/>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3"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3171482414"/>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Bogle" charset="0"/>
                <a:ea typeface="Bogle" charset="0"/>
                <a:cs typeface="Bogle" charset="0"/>
              </a:defRPr>
            </a:lvl1pPr>
          </a:lstStyle>
          <a:p>
            <a:r>
              <a:rPr lang="en-US"/>
              <a:t>Click to edit Master title style</a:t>
            </a:r>
          </a:p>
        </p:txBody>
      </p:sp>
      <p:sp>
        <p:nvSpPr>
          <p:cNvPr id="3" name="Content Placeholder 2"/>
          <p:cNvSpPr>
            <a:spLocks noGrp="1"/>
          </p:cNvSpPr>
          <p:nvPr>
            <p:ph sz="half" idx="1"/>
          </p:nvPr>
        </p:nvSpPr>
        <p:spPr>
          <a:xfrm>
            <a:off x="609600" y="1618827"/>
            <a:ext cx="5364480" cy="4511040"/>
          </a:xfrm>
        </p:spPr>
        <p:txBody>
          <a:bodyPr/>
          <a:lstStyle>
            <a:lvl1pPr>
              <a:defRPr sz="2400">
                <a:latin typeface="Bogle" charset="0"/>
                <a:ea typeface="Bogle" charset="0"/>
                <a:cs typeface="Bogle" charset="0"/>
              </a:defRPr>
            </a:lvl1pPr>
            <a:lvl2pPr>
              <a:defRPr sz="2400">
                <a:latin typeface="Bogle" charset="0"/>
                <a:ea typeface="Bogle" charset="0"/>
                <a:cs typeface="Bogle" charset="0"/>
              </a:defRPr>
            </a:lvl2pPr>
            <a:lvl3pPr>
              <a:defRPr sz="2133">
                <a:latin typeface="Bogle" charset="0"/>
                <a:ea typeface="Bogle" charset="0"/>
                <a:cs typeface="Bogle" charset="0"/>
              </a:defRPr>
            </a:lvl3pPr>
            <a:lvl4pPr>
              <a:defRPr sz="1867">
                <a:latin typeface="Bogle" charset="0"/>
                <a:ea typeface="Bogle" charset="0"/>
                <a:cs typeface="Bogle" charset="0"/>
              </a:defRPr>
            </a:lvl4pPr>
            <a:lvl5pPr>
              <a:defRPr sz="1867">
                <a:latin typeface="Bogle" charset="0"/>
                <a:ea typeface="Bogle" charset="0"/>
                <a:cs typeface="Bogle" charset="0"/>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18827"/>
            <a:ext cx="5364480" cy="4511040"/>
          </a:xfrm>
        </p:spPr>
        <p:txBody>
          <a:bodyPr/>
          <a:lstStyle>
            <a:lvl1pPr>
              <a:defRPr sz="2400">
                <a:latin typeface="Bogle" charset="0"/>
                <a:ea typeface="Bogle" charset="0"/>
                <a:cs typeface="Bogle" charset="0"/>
              </a:defRPr>
            </a:lvl1pPr>
            <a:lvl2pPr>
              <a:defRPr sz="2400">
                <a:latin typeface="Bogle" charset="0"/>
                <a:ea typeface="Bogle" charset="0"/>
                <a:cs typeface="Bogle" charset="0"/>
              </a:defRPr>
            </a:lvl2pPr>
            <a:lvl3pPr>
              <a:defRPr sz="2133">
                <a:latin typeface="Bogle" charset="0"/>
                <a:ea typeface="Bogle" charset="0"/>
                <a:cs typeface="Bogle" charset="0"/>
              </a:defRPr>
            </a:lvl3pPr>
            <a:lvl4pPr>
              <a:defRPr sz="1867">
                <a:latin typeface="Bogle" charset="0"/>
                <a:ea typeface="Bogle" charset="0"/>
                <a:cs typeface="Bogle" charset="0"/>
              </a:defRPr>
            </a:lvl4pPr>
            <a:lvl5pPr>
              <a:defRPr sz="1867">
                <a:latin typeface="Bogle" charset="0"/>
                <a:ea typeface="Bogle" charset="0"/>
                <a:cs typeface="Bogle" charset="0"/>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9" name="Text Placeholder 8"/>
          <p:cNvSpPr>
            <a:spLocks noGrp="1"/>
          </p:cNvSpPr>
          <p:nvPr>
            <p:ph type="body" sz="quarter" idx="12" hasCustomPrompt="1"/>
          </p:nvPr>
        </p:nvSpPr>
        <p:spPr>
          <a:xfrm>
            <a:off x="621453" y="1197864"/>
            <a:ext cx="5364480" cy="402336"/>
          </a:xfrm>
          <a:solidFill>
            <a:schemeClr val="accent1"/>
          </a:solidFill>
        </p:spPr>
        <p:txBody>
          <a:bodyPr anchor="ctr"/>
          <a:lstStyle>
            <a:lvl1pPr marL="0" indent="0" algn="ctr">
              <a:buNone/>
              <a:defRPr baseline="0">
                <a:solidFill>
                  <a:schemeClr val="bg1"/>
                </a:solidFill>
                <a:latin typeface="Bogle" charset="0"/>
                <a:ea typeface="Bogle" charset="0"/>
                <a:cs typeface="Bogle" charset="0"/>
              </a:defRPr>
            </a:lvl1pPr>
          </a:lstStyle>
          <a:p>
            <a:pPr lvl="0"/>
            <a:r>
              <a:rPr lang="en-US"/>
              <a:t>Keyword here</a:t>
            </a:r>
          </a:p>
        </p:txBody>
      </p:sp>
      <p:sp>
        <p:nvSpPr>
          <p:cNvPr id="11" name="Text Placeholder 8"/>
          <p:cNvSpPr>
            <a:spLocks noGrp="1"/>
          </p:cNvSpPr>
          <p:nvPr>
            <p:ph type="body" sz="quarter" idx="13" hasCustomPrompt="1"/>
          </p:nvPr>
        </p:nvSpPr>
        <p:spPr>
          <a:xfrm>
            <a:off x="6209453" y="1197864"/>
            <a:ext cx="5364480" cy="402336"/>
          </a:xfrm>
          <a:solidFill>
            <a:schemeClr val="accent3"/>
          </a:solidFill>
        </p:spPr>
        <p:txBody>
          <a:bodyPr anchor="ctr"/>
          <a:lstStyle>
            <a:lvl1pPr marL="0" indent="0" algn="ctr">
              <a:buNone/>
              <a:defRPr baseline="0">
                <a:solidFill>
                  <a:schemeClr val="tx1">
                    <a:lumMod val="75000"/>
                    <a:lumOff val="25000"/>
                  </a:schemeClr>
                </a:solidFill>
                <a:latin typeface="Bogle" charset="0"/>
                <a:ea typeface="Bogle" charset="0"/>
                <a:cs typeface="Bogle" charset="0"/>
              </a:defRPr>
            </a:lvl1pPr>
          </a:lstStyle>
          <a:p>
            <a:pPr lvl="0"/>
            <a:r>
              <a:rPr lang="en-US"/>
              <a:t>Keyword here</a:t>
            </a:r>
          </a:p>
        </p:txBody>
      </p:sp>
      <p:sp>
        <p:nvSpPr>
          <p:cNvPr id="10"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1519181712"/>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Bogle" charset="0"/>
                <a:ea typeface="Bogle" charset="0"/>
                <a:cs typeface="Bogle" charset="0"/>
              </a:defRPr>
            </a:lvl1pPr>
          </a:lstStyle>
          <a:p>
            <a:r>
              <a:rPr lang="en-US"/>
              <a:t>Click to edit Master title style</a:t>
            </a:r>
          </a:p>
        </p:txBody>
      </p:sp>
      <p:sp>
        <p:nvSpPr>
          <p:cNvPr id="4" name="Slide Number Placeholder 3"/>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5"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3594153496"/>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Slide Number Placeholder 2"/>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4"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2388129877"/>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491252"/>
            <a:ext cx="4011084" cy="943848"/>
          </a:xfrm>
        </p:spPr>
        <p:txBody>
          <a:bodyPr anchor="ctr"/>
          <a:lstStyle>
            <a:lvl1pPr algn="l">
              <a:defRPr sz="2667" b="1">
                <a:latin typeface="Bogle" charset="0"/>
                <a:ea typeface="Bogle" charset="0"/>
                <a:cs typeface="Bogle" charset="0"/>
              </a:defRPr>
            </a:lvl1pPr>
          </a:lstStyle>
          <a:p>
            <a:r>
              <a:rPr lang="en-US"/>
              <a:t>Click to edit Master title style</a:t>
            </a:r>
          </a:p>
        </p:txBody>
      </p:sp>
      <p:sp>
        <p:nvSpPr>
          <p:cNvPr id="3" name="Content Placeholder 2"/>
          <p:cNvSpPr>
            <a:spLocks noGrp="1"/>
          </p:cNvSpPr>
          <p:nvPr>
            <p:ph idx="1"/>
          </p:nvPr>
        </p:nvSpPr>
        <p:spPr>
          <a:xfrm>
            <a:off x="4766733" y="482601"/>
            <a:ext cx="6815667" cy="5643564"/>
          </a:xfrm>
        </p:spPr>
        <p:txBody>
          <a:bodyPr/>
          <a:lstStyle>
            <a:lvl1pPr marL="0" indent="0">
              <a:buNone/>
              <a:defRPr sz="4267">
                <a:latin typeface="Bogle" charset="0"/>
                <a:ea typeface="Bogle" charset="0"/>
                <a:cs typeface="Bogle" charset="0"/>
              </a:defRPr>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Click to edit Master text styles</a:t>
            </a:r>
          </a:p>
        </p:txBody>
      </p:sp>
      <p:sp>
        <p:nvSpPr>
          <p:cNvPr id="4" name="Text Placeholder 3"/>
          <p:cNvSpPr>
            <a:spLocks noGrp="1"/>
          </p:cNvSpPr>
          <p:nvPr>
            <p:ph type="body" sz="half" idx="2"/>
          </p:nvPr>
        </p:nvSpPr>
        <p:spPr>
          <a:xfrm>
            <a:off x="609602" y="1435102"/>
            <a:ext cx="4011084" cy="4691063"/>
          </a:xfrm>
        </p:spPr>
        <p:txBody>
          <a:bodyPr/>
          <a:lstStyle>
            <a:lvl1pPr marL="0" indent="0">
              <a:buNone/>
              <a:defRPr sz="1867">
                <a:latin typeface="Bogle" charset="0"/>
                <a:ea typeface="Bogle" charset="0"/>
                <a:cs typeface="Bogle" charset="0"/>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Click to edit Master text styles</a:t>
            </a:r>
          </a:p>
        </p:txBody>
      </p:sp>
      <p:sp>
        <p:nvSpPr>
          <p:cNvPr id="6" name="Slide Number Placeholder 5"/>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7"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3078512691"/>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64573"/>
            <a:ext cx="7315200" cy="502766"/>
          </a:xfrm>
        </p:spPr>
        <p:txBody>
          <a:bodyPr anchor="b"/>
          <a:lstStyle>
            <a:lvl1pPr algn="l">
              <a:defRPr sz="2667" b="1">
                <a:latin typeface="Bogle" charset="0"/>
                <a:ea typeface="Bogle" charset="0"/>
                <a:cs typeface="Bogle" charset="0"/>
              </a:defRPr>
            </a:lvl1pPr>
          </a:lstStyle>
          <a:p>
            <a:r>
              <a:rPr lang="en-US"/>
              <a:t>Click to edit Master title style</a:t>
            </a:r>
          </a:p>
        </p:txBody>
      </p:sp>
      <p:sp>
        <p:nvSpPr>
          <p:cNvPr id="3" name="Picture Placeholder 2"/>
          <p:cNvSpPr>
            <a:spLocks noGrp="1"/>
          </p:cNvSpPr>
          <p:nvPr>
            <p:ph type="pic" idx="1"/>
          </p:nvPr>
        </p:nvSpPr>
        <p:spPr>
          <a:xfrm>
            <a:off x="2389717" y="604520"/>
            <a:ext cx="7315200" cy="4145280"/>
          </a:xfrm>
        </p:spPr>
        <p:txBody>
          <a:bodyPr/>
          <a:lstStyle>
            <a:lvl1pPr marL="0" indent="0">
              <a:buNone/>
              <a:defRPr sz="4267">
                <a:latin typeface="Bogle" charset="0"/>
                <a:ea typeface="Bogle" charset="0"/>
                <a:cs typeface="Bogle"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t>Click icon to add picture</a:t>
            </a:r>
          </a:p>
        </p:txBody>
      </p:sp>
      <p:sp>
        <p:nvSpPr>
          <p:cNvPr id="4" name="Text Placeholder 3"/>
          <p:cNvSpPr>
            <a:spLocks noGrp="1"/>
          </p:cNvSpPr>
          <p:nvPr>
            <p:ph type="body" sz="half" idx="2"/>
          </p:nvPr>
        </p:nvSpPr>
        <p:spPr>
          <a:xfrm>
            <a:off x="2389717" y="5367338"/>
            <a:ext cx="7315200" cy="804863"/>
          </a:xfrm>
        </p:spPr>
        <p:txBody>
          <a:bodyPr/>
          <a:lstStyle>
            <a:lvl1pPr marL="0" indent="0">
              <a:buNone/>
              <a:defRPr sz="1867">
                <a:latin typeface="Bogle" charset="0"/>
                <a:ea typeface="Bogle" charset="0"/>
                <a:cs typeface="Bogle" charset="0"/>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Click to edit Master text styles</a:t>
            </a:r>
          </a:p>
        </p:txBody>
      </p:sp>
      <p:sp>
        <p:nvSpPr>
          <p:cNvPr id="6" name="Slide Number Placeholder 5"/>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7"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428896717"/>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171620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image" Target="../media/image2.png"/><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image" Target="../media/image1.emf"/><Relationship Id="rId5" Type="http://schemas.openxmlformats.org/officeDocument/2006/relationships/slideLayout" Target="../slideLayouts/slideLayout7.xml"/><Relationship Id="rId10" Type="http://schemas.openxmlformats.org/officeDocument/2006/relationships/theme" Target="../theme/theme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image" Target="../media/image4.png"/><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29" Type="http://schemas.openxmlformats.org/officeDocument/2006/relationships/slideLayout" Target="../slideLayouts/slideLayout40.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image" Target="../media/image3.png"/><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theme" Target="../theme/theme3.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8" Type="http://schemas.openxmlformats.org/officeDocument/2006/relationships/slideLayout" Target="../slideLayouts/slideLayout19.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9.xml"/><Relationship Id="rId3" Type="http://schemas.openxmlformats.org/officeDocument/2006/relationships/slideLayout" Target="../slideLayouts/slideLayout44.xml"/><Relationship Id="rId7" Type="http://schemas.openxmlformats.org/officeDocument/2006/relationships/slideLayout" Target="../slideLayouts/slideLayout48.xml"/><Relationship Id="rId2" Type="http://schemas.openxmlformats.org/officeDocument/2006/relationships/slideLayout" Target="../slideLayouts/slideLayout43.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image" Target="../media/image2.png"/><Relationship Id="rId5" Type="http://schemas.openxmlformats.org/officeDocument/2006/relationships/slideLayout" Target="../slideLayouts/slideLayout46.xml"/><Relationship Id="rId10" Type="http://schemas.openxmlformats.org/officeDocument/2006/relationships/image" Target="../media/image1.emf"/><Relationship Id="rId4" Type="http://schemas.openxmlformats.org/officeDocument/2006/relationships/slideLayout" Target="../slideLayouts/slideLayout45.xml"/><Relationship Id="rId9"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62.xml"/><Relationship Id="rId18" Type="http://schemas.openxmlformats.org/officeDocument/2006/relationships/slideLayout" Target="../slideLayouts/slideLayout67.xml"/><Relationship Id="rId26" Type="http://schemas.openxmlformats.org/officeDocument/2006/relationships/slideLayout" Target="../slideLayouts/slideLayout75.xml"/><Relationship Id="rId3" Type="http://schemas.openxmlformats.org/officeDocument/2006/relationships/slideLayout" Target="../slideLayouts/slideLayout52.xml"/><Relationship Id="rId21" Type="http://schemas.openxmlformats.org/officeDocument/2006/relationships/slideLayout" Target="../slideLayouts/slideLayout70.xml"/><Relationship Id="rId7" Type="http://schemas.openxmlformats.org/officeDocument/2006/relationships/slideLayout" Target="../slideLayouts/slideLayout56.xml"/><Relationship Id="rId12" Type="http://schemas.openxmlformats.org/officeDocument/2006/relationships/slideLayout" Target="../slideLayouts/slideLayout61.xml"/><Relationship Id="rId17" Type="http://schemas.openxmlformats.org/officeDocument/2006/relationships/slideLayout" Target="../slideLayouts/slideLayout66.xml"/><Relationship Id="rId25" Type="http://schemas.openxmlformats.org/officeDocument/2006/relationships/slideLayout" Target="../slideLayouts/slideLayout74.xml"/><Relationship Id="rId33" Type="http://schemas.openxmlformats.org/officeDocument/2006/relationships/image" Target="../media/image4.png"/><Relationship Id="rId2" Type="http://schemas.openxmlformats.org/officeDocument/2006/relationships/slideLayout" Target="../slideLayouts/slideLayout51.xml"/><Relationship Id="rId16" Type="http://schemas.openxmlformats.org/officeDocument/2006/relationships/slideLayout" Target="../slideLayouts/slideLayout65.xml"/><Relationship Id="rId20" Type="http://schemas.openxmlformats.org/officeDocument/2006/relationships/slideLayout" Target="../slideLayouts/slideLayout69.xml"/><Relationship Id="rId29" Type="http://schemas.openxmlformats.org/officeDocument/2006/relationships/slideLayout" Target="../slideLayouts/slideLayout78.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24" Type="http://schemas.openxmlformats.org/officeDocument/2006/relationships/slideLayout" Target="../slideLayouts/slideLayout73.xml"/><Relationship Id="rId32" Type="http://schemas.openxmlformats.org/officeDocument/2006/relationships/image" Target="../media/image3.png"/><Relationship Id="rId5" Type="http://schemas.openxmlformats.org/officeDocument/2006/relationships/slideLayout" Target="../slideLayouts/slideLayout54.xml"/><Relationship Id="rId15" Type="http://schemas.openxmlformats.org/officeDocument/2006/relationships/slideLayout" Target="../slideLayouts/slideLayout64.xml"/><Relationship Id="rId23" Type="http://schemas.openxmlformats.org/officeDocument/2006/relationships/slideLayout" Target="../slideLayouts/slideLayout72.xml"/><Relationship Id="rId28" Type="http://schemas.openxmlformats.org/officeDocument/2006/relationships/slideLayout" Target="../slideLayouts/slideLayout77.xml"/><Relationship Id="rId10" Type="http://schemas.openxmlformats.org/officeDocument/2006/relationships/slideLayout" Target="../slideLayouts/slideLayout59.xml"/><Relationship Id="rId19" Type="http://schemas.openxmlformats.org/officeDocument/2006/relationships/slideLayout" Target="../slideLayouts/slideLayout68.xml"/><Relationship Id="rId31" Type="http://schemas.openxmlformats.org/officeDocument/2006/relationships/theme" Target="../theme/theme5.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slideLayout" Target="../slideLayouts/slideLayout63.xml"/><Relationship Id="rId22" Type="http://schemas.openxmlformats.org/officeDocument/2006/relationships/slideLayout" Target="../slideLayouts/slideLayout71.xml"/><Relationship Id="rId27" Type="http://schemas.openxmlformats.org/officeDocument/2006/relationships/slideLayout" Target="../slideLayouts/slideLayout76.xml"/><Relationship Id="rId30" Type="http://schemas.openxmlformats.org/officeDocument/2006/relationships/slideLayout" Target="../slideLayouts/slideLayout79.xml"/><Relationship Id="rId8" Type="http://schemas.openxmlformats.org/officeDocument/2006/relationships/slideLayout" Target="../slideLayouts/slideLayout57.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8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B002287-43AE-984A-B16C-545A738AB33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259E9FD-CE43-9546-8B5B-18B379FEBCC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Holder 6">
            <a:extLst>
              <a:ext uri="{FF2B5EF4-FFF2-40B4-BE49-F238E27FC236}">
                <a16:creationId xmlns:a16="http://schemas.microsoft.com/office/drawing/2014/main" id="{D6C85FB1-F8FD-C741-A2DC-BBB4E52014C6}"/>
              </a:ext>
            </a:extLst>
          </p:cNvPr>
          <p:cNvSpPr txBox="1">
            <a:spLocks/>
          </p:cNvSpPr>
          <p:nvPr userDrawn="1"/>
        </p:nvSpPr>
        <p:spPr>
          <a:xfrm>
            <a:off x="11236050" y="6619391"/>
            <a:ext cx="277064" cy="153888"/>
          </a:xfrm>
          <a:prstGeom prst="rect">
            <a:avLst/>
          </a:prstGeom>
        </p:spPr>
        <p:txBody>
          <a:bodyPr wrap="square" lIns="0" tIns="0" rIns="0" bIns="0">
            <a:spAutoFit/>
          </a:bodyPr>
          <a:lstStyle>
            <a:defPPr>
              <a:defRPr lang="en-US"/>
            </a:defPPr>
            <a:lvl1pPr marL="0" algn="r" defTabSz="914400" rtl="0" eaLnBrk="1" latinLnBrk="0" hangingPunct="1">
              <a:defRPr sz="800" b="1" kern="1200">
                <a:solidFill>
                  <a:srgbClr val="78B9E7"/>
                </a:solidFill>
                <a:latin typeface="Bogle" panose="020B0503020203060203" pitchFamily="34"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1000">
                <a:solidFill>
                  <a:srgbClr val="0B1438"/>
                </a:solidFill>
              </a:rPr>
              <a:pPr/>
              <a:t>‹#›</a:t>
            </a:fld>
            <a:endParaRPr lang="en-US" sz="1000">
              <a:solidFill>
                <a:srgbClr val="0B1438"/>
              </a:solidFill>
            </a:endParaRPr>
          </a:p>
        </p:txBody>
      </p:sp>
      <p:sp>
        <p:nvSpPr>
          <p:cNvPr id="9" name="object 33">
            <a:extLst>
              <a:ext uri="{FF2B5EF4-FFF2-40B4-BE49-F238E27FC236}">
                <a16:creationId xmlns:a16="http://schemas.microsoft.com/office/drawing/2014/main" id="{64188B49-E268-6A49-BD04-4EA18EBAD2D0}"/>
              </a:ext>
            </a:extLst>
          </p:cNvPr>
          <p:cNvSpPr txBox="1">
            <a:spLocks/>
          </p:cNvSpPr>
          <p:nvPr userDrawn="1"/>
        </p:nvSpPr>
        <p:spPr>
          <a:xfrm>
            <a:off x="4160347" y="6645835"/>
            <a:ext cx="3871306" cy="123111"/>
          </a:xfrm>
          <a:prstGeom prst="rect">
            <a:avLst/>
          </a:prstGeom>
        </p:spPr>
        <p:txBody>
          <a:bodyPr vert="horz" wrap="square" lIns="0" tIns="0" rIns="0" bIns="0" rtlCol="0">
            <a:spAutoFit/>
          </a:bodyPr>
          <a:lstStyle>
            <a:defPPr>
              <a:defRPr lang="en-US"/>
            </a:defPPr>
            <a:lvl1pPr marL="0" algn="l" defTabSz="914400" rtl="0" eaLnBrk="1" latinLnBrk="0" hangingPunct="1">
              <a:defRPr sz="800" kern="1200">
                <a:solidFill>
                  <a:srgbClr val="78B9E7"/>
                </a:solidFill>
                <a:latin typeface="Bogle" panose="020B0503020203060203" pitchFamily="34"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7144" algn="ctr"/>
            <a:r>
              <a:rPr lang="en-US" sz="800" b="1"/>
              <a:t>© </a:t>
            </a:r>
            <a:r>
              <a:rPr lang="en-US" sz="800" b="1" spc="-23"/>
              <a:t>2</a:t>
            </a:r>
            <a:r>
              <a:rPr lang="en-US" sz="800" b="1" spc="-11"/>
              <a:t>0</a:t>
            </a:r>
            <a:r>
              <a:rPr lang="en-US" sz="800" b="1" spc="-23"/>
              <a:t>1</a:t>
            </a:r>
            <a:r>
              <a:rPr lang="en-US" sz="800" b="1"/>
              <a:t>8 </a:t>
            </a:r>
            <a:r>
              <a:rPr lang="en-US" sz="800" b="1" spc="-37"/>
              <a:t>W</a:t>
            </a:r>
            <a:r>
              <a:rPr lang="en-US" sz="800" b="1" spc="-23"/>
              <a:t>a</a:t>
            </a:r>
            <a:r>
              <a:rPr lang="en-US" sz="800" b="1" spc="-11"/>
              <a:t>lm</a:t>
            </a:r>
            <a:r>
              <a:rPr lang="en-US" sz="800" b="1" spc="-23"/>
              <a:t>a</a:t>
            </a:r>
            <a:r>
              <a:rPr lang="en-US" sz="800" b="1" spc="-11"/>
              <a:t>r</a:t>
            </a:r>
            <a:r>
              <a:rPr lang="en-US" sz="800" b="1" spc="-14"/>
              <a:t>t</a:t>
            </a:r>
            <a:r>
              <a:rPr lang="en-US" sz="800" b="1" spc="-6"/>
              <a:t>I</a:t>
            </a:r>
            <a:r>
              <a:rPr lang="en-US" sz="800" b="1" spc="-3"/>
              <a:t>n</a:t>
            </a:r>
            <a:r>
              <a:rPr lang="en-US" sz="800" b="1"/>
              <a:t>ternational  |  </a:t>
            </a:r>
            <a:r>
              <a:rPr lang="en-US" sz="800" b="1" spc="-6"/>
              <a:t>C</a:t>
            </a:r>
            <a:r>
              <a:rPr lang="en-US" sz="800" b="1"/>
              <a:t>o</a:t>
            </a:r>
            <a:r>
              <a:rPr lang="en-US" sz="800" b="1" spc="-6"/>
              <a:t>n</a:t>
            </a:r>
            <a:r>
              <a:rPr lang="en-US" sz="800" b="1"/>
              <a:t>fide</a:t>
            </a:r>
            <a:r>
              <a:rPr lang="en-US" sz="800" b="1" spc="-3"/>
              <a:t>n</a:t>
            </a:r>
            <a:r>
              <a:rPr lang="en-US" sz="800" b="1"/>
              <a:t>tial  |  </a:t>
            </a:r>
            <a:r>
              <a:rPr lang="en-US" sz="800" b="1" spc="-14"/>
              <a:t>F</a:t>
            </a:r>
            <a:r>
              <a:rPr lang="en-US" sz="800" b="1"/>
              <a:t>or</a:t>
            </a:r>
            <a:r>
              <a:rPr lang="en-US" sz="800" b="1" spc="-6"/>
              <a:t>I</a:t>
            </a:r>
            <a:r>
              <a:rPr lang="en-US" sz="800" b="1" spc="-3"/>
              <a:t>n</a:t>
            </a:r>
            <a:r>
              <a:rPr lang="en-US" sz="800" b="1"/>
              <a:t>ternal </a:t>
            </a:r>
            <a:r>
              <a:rPr lang="en-US" sz="800" b="1" spc="-11"/>
              <a:t>U</a:t>
            </a:r>
            <a:r>
              <a:rPr lang="en-US" sz="800" b="1"/>
              <a:t>se </a:t>
            </a:r>
            <a:r>
              <a:rPr lang="en-US" sz="800" b="1" spc="-6"/>
              <a:t>O</a:t>
            </a:r>
            <a:r>
              <a:rPr lang="en-US" sz="800" b="1"/>
              <a:t>nly</a:t>
            </a:r>
          </a:p>
        </p:txBody>
      </p:sp>
      <p:pic>
        <p:nvPicPr>
          <p:cNvPr id="20" name="Picture 19">
            <a:extLst>
              <a:ext uri="{FF2B5EF4-FFF2-40B4-BE49-F238E27FC236}">
                <a16:creationId xmlns:a16="http://schemas.microsoft.com/office/drawing/2014/main" id="{963B5214-62ED-F345-B6DE-317510A78A03}"/>
              </a:ext>
            </a:extLst>
          </p:cNvPr>
          <p:cNvPicPr>
            <a:picLocks noChangeAspect="1"/>
          </p:cNvPicPr>
          <p:nvPr userDrawn="1"/>
        </p:nvPicPr>
        <p:blipFill>
          <a:blip r:embed="rId4"/>
          <a:stretch>
            <a:fillRect/>
          </a:stretch>
        </p:blipFill>
        <p:spPr>
          <a:xfrm>
            <a:off x="11414125" y="9525"/>
            <a:ext cx="777875" cy="777875"/>
          </a:xfrm>
          <a:prstGeom prst="rect">
            <a:avLst/>
          </a:prstGeom>
        </p:spPr>
      </p:pic>
      <p:pic>
        <p:nvPicPr>
          <p:cNvPr id="11" name="Picture 10">
            <a:extLst>
              <a:ext uri="{FF2B5EF4-FFF2-40B4-BE49-F238E27FC236}">
                <a16:creationId xmlns:a16="http://schemas.microsoft.com/office/drawing/2014/main" id="{3E11680D-3CC3-2D4E-8062-3CF346BB92AB}"/>
              </a:ext>
            </a:extLst>
          </p:cNvPr>
          <p:cNvPicPr>
            <a:picLocks noChangeAspect="1"/>
          </p:cNvPicPr>
          <p:nvPr userDrawn="1"/>
        </p:nvPicPr>
        <p:blipFill>
          <a:blip r:embed="rId5"/>
          <a:stretch>
            <a:fillRect/>
          </a:stretch>
        </p:blipFill>
        <p:spPr>
          <a:xfrm>
            <a:off x="84991" y="6394083"/>
            <a:ext cx="3093547" cy="562463"/>
          </a:xfrm>
          <a:prstGeom prst="rect">
            <a:avLst/>
          </a:prstGeom>
        </p:spPr>
      </p:pic>
    </p:spTree>
    <p:extLst>
      <p:ext uri="{BB962C8B-B14F-4D97-AF65-F5344CB8AC3E}">
        <p14:creationId xmlns:p14="http://schemas.microsoft.com/office/powerpoint/2010/main" val="457467921"/>
      </p:ext>
    </p:extLst>
  </p:cSld>
  <p:clrMap bg1="lt1" tx1="dk1" bg2="lt2" tx2="dk2" accent1="accent1" accent2="accent2" accent3="accent3" accent4="accent4" accent5="accent5" accent6="accent6" hlink="hlink" folHlink="folHlink"/>
  <p:sldLayoutIdLst>
    <p:sldLayoutId id="2147483664" r:id="rId1"/>
    <p:sldLayoutId id="2147483671" r:id="rId2"/>
  </p:sldLayoutIdLst>
  <p:txStyles>
    <p:titleStyle>
      <a:lvl1pPr algn="l" defTabSz="914400" rtl="0" eaLnBrk="1" latinLnBrk="0" hangingPunct="1">
        <a:lnSpc>
          <a:spcPct val="90000"/>
        </a:lnSpc>
        <a:spcBef>
          <a:spcPct val="0"/>
        </a:spcBef>
        <a:buNone/>
        <a:defRPr sz="4400" b="1" kern="1200">
          <a:solidFill>
            <a:srgbClr val="404041"/>
          </a:solidFill>
          <a:latin typeface="Bogle" panose="020B0503020203060203" pitchFamily="34" charset="77"/>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1" kern="1200">
          <a:solidFill>
            <a:srgbClr val="404041"/>
          </a:solidFill>
          <a:latin typeface="Bogle" panose="020B0503020203060203" pitchFamily="34"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404041"/>
          </a:solidFill>
          <a:latin typeface="Bogle" panose="020B0503020203060203" pitchFamily="34"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404041"/>
          </a:solidFill>
          <a:latin typeface="Bogle" panose="020B0503020203060203" pitchFamily="34"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404041"/>
          </a:solidFill>
          <a:latin typeface="Bogle" panose="020B0503020203060203" pitchFamily="34"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404041"/>
          </a:solidFill>
          <a:latin typeface="Bogle" panose="020B05030202030602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B002287-43AE-984A-B16C-545A738AB330}"/>
              </a:ext>
            </a:extLst>
          </p:cNvPr>
          <p:cNvSpPr>
            <a:spLocks noGrp="1"/>
          </p:cNvSpPr>
          <p:nvPr>
            <p:ph type="title"/>
          </p:nvPr>
        </p:nvSpPr>
        <p:spPr>
          <a:xfrm>
            <a:off x="457200" y="274320"/>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259E9FD-CE43-9546-8B5B-18B379FEBCCA}"/>
              </a:ext>
            </a:extLst>
          </p:cNvPr>
          <p:cNvSpPr>
            <a:spLocks noGrp="1"/>
          </p:cNvSpPr>
          <p:nvPr>
            <p:ph type="body" idx="1"/>
          </p:nvPr>
        </p:nvSpPr>
        <p:spPr>
          <a:xfrm>
            <a:off x="457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Holder 6">
            <a:extLst>
              <a:ext uri="{FF2B5EF4-FFF2-40B4-BE49-F238E27FC236}">
                <a16:creationId xmlns:a16="http://schemas.microsoft.com/office/drawing/2014/main" id="{D6C85FB1-F8FD-C741-A2DC-BBB4E52014C6}"/>
              </a:ext>
            </a:extLst>
          </p:cNvPr>
          <p:cNvSpPr txBox="1">
            <a:spLocks/>
          </p:cNvSpPr>
          <p:nvPr/>
        </p:nvSpPr>
        <p:spPr>
          <a:xfrm>
            <a:off x="11236050" y="6619391"/>
            <a:ext cx="277064" cy="153888"/>
          </a:xfrm>
          <a:prstGeom prst="rect">
            <a:avLst/>
          </a:prstGeom>
        </p:spPr>
        <p:txBody>
          <a:bodyPr wrap="square" lIns="0" tIns="0" rIns="0" bIns="0">
            <a:spAutoFit/>
          </a:bodyPr>
          <a:lstStyle>
            <a:defPPr>
              <a:defRPr lang="en-US"/>
            </a:defPPr>
            <a:lvl1pPr marL="0" algn="r" defTabSz="914400" rtl="0" eaLnBrk="1" latinLnBrk="0" hangingPunct="1">
              <a:defRPr sz="800" b="1" kern="1200">
                <a:solidFill>
                  <a:srgbClr val="78B9E7"/>
                </a:solidFill>
                <a:latin typeface="Bogle" panose="020B0503020203060203" pitchFamily="34"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1000">
                <a:solidFill>
                  <a:srgbClr val="0B1438"/>
                </a:solidFill>
              </a:rPr>
              <a:pPr/>
              <a:t>‹#›</a:t>
            </a:fld>
            <a:endParaRPr lang="en-US" sz="1000">
              <a:solidFill>
                <a:srgbClr val="0B1438"/>
              </a:solidFill>
            </a:endParaRPr>
          </a:p>
        </p:txBody>
      </p:sp>
      <p:sp>
        <p:nvSpPr>
          <p:cNvPr id="9" name="object 33">
            <a:extLst>
              <a:ext uri="{FF2B5EF4-FFF2-40B4-BE49-F238E27FC236}">
                <a16:creationId xmlns:a16="http://schemas.microsoft.com/office/drawing/2014/main" id="{64188B49-E268-6A49-BD04-4EA18EBAD2D0}"/>
              </a:ext>
            </a:extLst>
          </p:cNvPr>
          <p:cNvSpPr txBox="1">
            <a:spLocks/>
          </p:cNvSpPr>
          <p:nvPr/>
        </p:nvSpPr>
        <p:spPr>
          <a:xfrm>
            <a:off x="4160347" y="6645835"/>
            <a:ext cx="3871306" cy="123111"/>
          </a:xfrm>
          <a:prstGeom prst="rect">
            <a:avLst/>
          </a:prstGeom>
        </p:spPr>
        <p:txBody>
          <a:bodyPr vert="horz" wrap="square" lIns="0" tIns="0" rIns="0" bIns="0" rtlCol="0">
            <a:spAutoFit/>
          </a:bodyPr>
          <a:lstStyle>
            <a:defPPr>
              <a:defRPr lang="en-US"/>
            </a:defPPr>
            <a:lvl1pPr marL="0" algn="l" defTabSz="914400" rtl="0" eaLnBrk="1" latinLnBrk="0" hangingPunct="1">
              <a:defRPr sz="800" kern="1200">
                <a:solidFill>
                  <a:srgbClr val="78B9E7"/>
                </a:solidFill>
                <a:latin typeface="Bogle" panose="020B0503020203060203" pitchFamily="34"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7144" algn="ctr"/>
            <a:r>
              <a:rPr lang="en-US" sz="800" b="1"/>
              <a:t>© </a:t>
            </a:r>
            <a:r>
              <a:rPr lang="en-US" sz="800" b="1" spc="-23"/>
              <a:t>2</a:t>
            </a:r>
            <a:r>
              <a:rPr lang="en-US" sz="800" b="1" spc="-11"/>
              <a:t>0</a:t>
            </a:r>
            <a:r>
              <a:rPr lang="en-US" sz="800" b="1" spc="-23"/>
              <a:t>1</a:t>
            </a:r>
            <a:r>
              <a:rPr lang="en-US" sz="800" b="1"/>
              <a:t>8 </a:t>
            </a:r>
            <a:r>
              <a:rPr lang="en-US" sz="800" b="1" spc="-37"/>
              <a:t>W</a:t>
            </a:r>
            <a:r>
              <a:rPr lang="en-US" sz="800" b="1" spc="-23"/>
              <a:t>a</a:t>
            </a:r>
            <a:r>
              <a:rPr lang="en-US" sz="800" b="1" spc="-11"/>
              <a:t>lm</a:t>
            </a:r>
            <a:r>
              <a:rPr lang="en-US" sz="800" b="1" spc="-23"/>
              <a:t>a</a:t>
            </a:r>
            <a:r>
              <a:rPr lang="en-US" sz="800" b="1" spc="-11"/>
              <a:t>r</a:t>
            </a:r>
            <a:r>
              <a:rPr lang="en-US" sz="800" b="1" spc="-14"/>
              <a:t>t</a:t>
            </a:r>
            <a:r>
              <a:rPr lang="en-US" sz="800" b="1"/>
              <a:t> </a:t>
            </a:r>
            <a:r>
              <a:rPr lang="en-US" sz="800" b="1" spc="-6"/>
              <a:t>I</a:t>
            </a:r>
            <a:r>
              <a:rPr lang="en-US" sz="800" b="1" spc="-3"/>
              <a:t>n</a:t>
            </a:r>
            <a:r>
              <a:rPr lang="en-US" sz="800" b="1"/>
              <a:t>ternational  |  </a:t>
            </a:r>
            <a:r>
              <a:rPr lang="en-US" sz="800" b="1" spc="-6"/>
              <a:t>C</a:t>
            </a:r>
            <a:r>
              <a:rPr lang="en-US" sz="800" b="1"/>
              <a:t>o</a:t>
            </a:r>
            <a:r>
              <a:rPr lang="en-US" sz="800" b="1" spc="-6"/>
              <a:t>n</a:t>
            </a:r>
            <a:r>
              <a:rPr lang="en-US" sz="800" b="1"/>
              <a:t>fide</a:t>
            </a:r>
            <a:r>
              <a:rPr lang="en-US" sz="800" b="1" spc="-3"/>
              <a:t>n</a:t>
            </a:r>
            <a:r>
              <a:rPr lang="en-US" sz="800" b="1"/>
              <a:t>tial  |  </a:t>
            </a:r>
            <a:r>
              <a:rPr lang="en-US" sz="800" b="1" spc="-14"/>
              <a:t>F</a:t>
            </a:r>
            <a:r>
              <a:rPr lang="en-US" sz="800" b="1"/>
              <a:t>or</a:t>
            </a:r>
            <a:r>
              <a:rPr lang="en-US" sz="800" b="1" spc="-11"/>
              <a:t> </a:t>
            </a:r>
            <a:r>
              <a:rPr lang="en-US" sz="800" b="1" spc="-6"/>
              <a:t>I</a:t>
            </a:r>
            <a:r>
              <a:rPr lang="en-US" sz="800" b="1" spc="-3"/>
              <a:t>n</a:t>
            </a:r>
            <a:r>
              <a:rPr lang="en-US" sz="800" b="1"/>
              <a:t>ternal </a:t>
            </a:r>
            <a:r>
              <a:rPr lang="en-US" sz="800" b="1" spc="-11"/>
              <a:t>U</a:t>
            </a:r>
            <a:r>
              <a:rPr lang="en-US" sz="800" b="1"/>
              <a:t>se </a:t>
            </a:r>
            <a:r>
              <a:rPr lang="en-US" sz="800" b="1" spc="-6"/>
              <a:t>O</a:t>
            </a:r>
            <a:r>
              <a:rPr lang="en-US" sz="800" b="1"/>
              <a:t>nly</a:t>
            </a:r>
          </a:p>
        </p:txBody>
      </p:sp>
      <p:pic>
        <p:nvPicPr>
          <p:cNvPr id="20" name="Picture 19">
            <a:extLst>
              <a:ext uri="{FF2B5EF4-FFF2-40B4-BE49-F238E27FC236}">
                <a16:creationId xmlns:a16="http://schemas.microsoft.com/office/drawing/2014/main" id="{963B5214-62ED-F345-B6DE-317510A78A03}"/>
              </a:ext>
            </a:extLst>
          </p:cNvPr>
          <p:cNvPicPr>
            <a:picLocks noChangeAspect="1"/>
          </p:cNvPicPr>
          <p:nvPr/>
        </p:nvPicPr>
        <p:blipFill>
          <a:blip r:embed="rId11"/>
          <a:stretch>
            <a:fillRect/>
          </a:stretch>
        </p:blipFill>
        <p:spPr>
          <a:xfrm>
            <a:off x="11414125" y="9525"/>
            <a:ext cx="777875" cy="777875"/>
          </a:xfrm>
          <a:prstGeom prst="rect">
            <a:avLst/>
          </a:prstGeom>
        </p:spPr>
      </p:pic>
      <p:pic>
        <p:nvPicPr>
          <p:cNvPr id="11" name="Picture 10">
            <a:extLst>
              <a:ext uri="{FF2B5EF4-FFF2-40B4-BE49-F238E27FC236}">
                <a16:creationId xmlns:a16="http://schemas.microsoft.com/office/drawing/2014/main" id="{3E11680D-3CC3-2D4E-8062-3CF346BB92AB}"/>
              </a:ext>
            </a:extLst>
          </p:cNvPr>
          <p:cNvPicPr>
            <a:picLocks noChangeAspect="1"/>
          </p:cNvPicPr>
          <p:nvPr/>
        </p:nvPicPr>
        <p:blipFill>
          <a:blip r:embed="rId12"/>
          <a:stretch>
            <a:fillRect/>
          </a:stretch>
        </p:blipFill>
        <p:spPr>
          <a:xfrm>
            <a:off x="84991" y="6394083"/>
            <a:ext cx="3093547" cy="562463"/>
          </a:xfrm>
          <a:prstGeom prst="rect">
            <a:avLst/>
          </a:prstGeom>
        </p:spPr>
      </p:pic>
      <p:grpSp>
        <p:nvGrpSpPr>
          <p:cNvPr id="10" name="Group 9">
            <a:extLst>
              <a:ext uri="{FF2B5EF4-FFF2-40B4-BE49-F238E27FC236}">
                <a16:creationId xmlns:a16="http://schemas.microsoft.com/office/drawing/2014/main" id="{EA47C7FB-56C9-452B-BA3E-212EF996FFFD}"/>
              </a:ext>
            </a:extLst>
          </p:cNvPr>
          <p:cNvGrpSpPr/>
          <p:nvPr/>
        </p:nvGrpSpPr>
        <p:grpSpPr>
          <a:xfrm>
            <a:off x="-2352501" y="449361"/>
            <a:ext cx="1971501" cy="3367772"/>
            <a:chOff x="-2352501" y="449361"/>
            <a:chExt cx="1971501" cy="3367772"/>
          </a:xfrm>
        </p:grpSpPr>
        <p:sp>
          <p:nvSpPr>
            <p:cNvPr id="12" name="Rectangle 11">
              <a:extLst>
                <a:ext uri="{FF2B5EF4-FFF2-40B4-BE49-F238E27FC236}">
                  <a16:creationId xmlns:a16="http://schemas.microsoft.com/office/drawing/2014/main" id="{C5C283B5-7826-4A51-9B89-A7C41DE0D688}"/>
                </a:ext>
              </a:extLst>
            </p:cNvPr>
            <p:cNvSpPr/>
            <p:nvPr/>
          </p:nvSpPr>
          <p:spPr>
            <a:xfrm>
              <a:off x="-609600" y="2189339"/>
              <a:ext cx="228600" cy="228600"/>
            </a:xfrm>
            <a:prstGeom prst="rect">
              <a:avLst/>
            </a:prstGeom>
            <a:solidFill>
              <a:srgbClr val="FFC2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9AB1459-2B19-4BF9-AB56-9E824460C74B}"/>
                </a:ext>
              </a:extLst>
            </p:cNvPr>
            <p:cNvSpPr/>
            <p:nvPr/>
          </p:nvSpPr>
          <p:spPr>
            <a:xfrm>
              <a:off x="-609600" y="3206399"/>
              <a:ext cx="228600" cy="228600"/>
            </a:xfrm>
            <a:prstGeom prst="rect">
              <a:avLst/>
            </a:prstGeom>
            <a:solidFill>
              <a:srgbClr val="EE3B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C2620583-C671-42D6-8299-267BF1BCD21E}"/>
                </a:ext>
              </a:extLst>
            </p:cNvPr>
            <p:cNvGrpSpPr/>
            <p:nvPr/>
          </p:nvGrpSpPr>
          <p:grpSpPr>
            <a:xfrm>
              <a:off x="-2338086" y="449361"/>
              <a:ext cx="1957086" cy="307777"/>
              <a:chOff x="-2338086" y="449361"/>
              <a:chExt cx="1957086" cy="307777"/>
            </a:xfrm>
          </p:grpSpPr>
          <p:sp>
            <p:nvSpPr>
              <p:cNvPr id="36" name="Rectangle 35">
                <a:extLst>
                  <a:ext uri="{FF2B5EF4-FFF2-40B4-BE49-F238E27FC236}">
                    <a16:creationId xmlns:a16="http://schemas.microsoft.com/office/drawing/2014/main" id="{591FC736-8583-45E2-AEA7-F2AB9823A4DD}"/>
                  </a:ext>
                </a:extLst>
              </p:cNvPr>
              <p:cNvSpPr/>
              <p:nvPr/>
            </p:nvSpPr>
            <p:spPr>
              <a:xfrm>
                <a:off x="-609600" y="488950"/>
                <a:ext cx="228600" cy="228600"/>
              </a:xfrm>
              <a:prstGeom prst="rect">
                <a:avLst/>
              </a:prstGeom>
              <a:solidFill>
                <a:srgbClr val="081F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81F2C"/>
                  </a:solidFill>
                </a:endParaRPr>
              </a:p>
            </p:txBody>
          </p:sp>
          <p:sp>
            <p:nvSpPr>
              <p:cNvPr id="37" name="TextBox 36">
                <a:extLst>
                  <a:ext uri="{FF2B5EF4-FFF2-40B4-BE49-F238E27FC236}">
                    <a16:creationId xmlns:a16="http://schemas.microsoft.com/office/drawing/2014/main" id="{3CEB40F3-763A-456D-A08A-D35948D5EAB3}"/>
                  </a:ext>
                </a:extLst>
              </p:cNvPr>
              <p:cNvSpPr txBox="1"/>
              <p:nvPr/>
            </p:nvSpPr>
            <p:spPr>
              <a:xfrm>
                <a:off x="-2338086" y="449361"/>
                <a:ext cx="1728486" cy="307777"/>
              </a:xfrm>
              <a:prstGeom prst="rect">
                <a:avLst/>
              </a:prstGeom>
              <a:noFill/>
            </p:spPr>
            <p:txBody>
              <a:bodyPr wrap="square" rtlCol="0">
                <a:spAutoFit/>
              </a:bodyPr>
              <a:lstStyle/>
              <a:p>
                <a:r>
                  <a:rPr lang="en-US" sz="1400">
                    <a:solidFill>
                      <a:srgbClr val="081F2C"/>
                    </a:solidFill>
                  </a:rPr>
                  <a:t>RGB: 8 / 31/ 44</a:t>
                </a:r>
              </a:p>
            </p:txBody>
          </p:sp>
        </p:grpSp>
        <p:grpSp>
          <p:nvGrpSpPr>
            <p:cNvPr id="15" name="Group 14">
              <a:extLst>
                <a:ext uri="{FF2B5EF4-FFF2-40B4-BE49-F238E27FC236}">
                  <a16:creationId xmlns:a16="http://schemas.microsoft.com/office/drawing/2014/main" id="{139092E9-DF4D-42EA-B27D-08B70BF3749B}"/>
                </a:ext>
              </a:extLst>
            </p:cNvPr>
            <p:cNvGrpSpPr/>
            <p:nvPr/>
          </p:nvGrpSpPr>
          <p:grpSpPr>
            <a:xfrm>
              <a:off x="-2352501" y="790144"/>
              <a:ext cx="1971501" cy="307777"/>
              <a:chOff x="-2352501" y="790144"/>
              <a:chExt cx="1971501" cy="307777"/>
            </a:xfrm>
          </p:grpSpPr>
          <p:sp>
            <p:nvSpPr>
              <p:cNvPr id="34" name="Rectangle 33">
                <a:extLst>
                  <a:ext uri="{FF2B5EF4-FFF2-40B4-BE49-F238E27FC236}">
                    <a16:creationId xmlns:a16="http://schemas.microsoft.com/office/drawing/2014/main" id="{EC0D4BBE-3348-41E9-B715-ADEFA3839BC2}"/>
                  </a:ext>
                </a:extLst>
              </p:cNvPr>
              <p:cNvSpPr/>
              <p:nvPr/>
            </p:nvSpPr>
            <p:spPr>
              <a:xfrm>
                <a:off x="-609600" y="829733"/>
                <a:ext cx="228600" cy="228600"/>
              </a:xfrm>
              <a:prstGeom prst="rect">
                <a:avLst/>
              </a:prstGeom>
              <a:solidFill>
                <a:srgbClr val="78B9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8B9E7"/>
                  </a:solidFill>
                </a:endParaRPr>
              </a:p>
            </p:txBody>
          </p:sp>
          <p:sp>
            <p:nvSpPr>
              <p:cNvPr id="35" name="TextBox 34">
                <a:extLst>
                  <a:ext uri="{FF2B5EF4-FFF2-40B4-BE49-F238E27FC236}">
                    <a16:creationId xmlns:a16="http://schemas.microsoft.com/office/drawing/2014/main" id="{06EB7307-A7A9-4299-BC58-BE30596658A1}"/>
                  </a:ext>
                </a:extLst>
              </p:cNvPr>
              <p:cNvSpPr txBox="1"/>
              <p:nvPr/>
            </p:nvSpPr>
            <p:spPr>
              <a:xfrm>
                <a:off x="-2352501" y="790144"/>
                <a:ext cx="1728486" cy="307777"/>
              </a:xfrm>
              <a:prstGeom prst="rect">
                <a:avLst/>
              </a:prstGeom>
              <a:noFill/>
            </p:spPr>
            <p:txBody>
              <a:bodyPr wrap="square" rtlCol="0">
                <a:spAutoFit/>
              </a:bodyPr>
              <a:lstStyle/>
              <a:p>
                <a:r>
                  <a:rPr lang="en-US" sz="1400">
                    <a:solidFill>
                      <a:srgbClr val="081F2C"/>
                    </a:solidFill>
                  </a:rPr>
                  <a:t>RGB: 120 / 185 / 231</a:t>
                </a:r>
              </a:p>
            </p:txBody>
          </p:sp>
        </p:grpSp>
        <p:grpSp>
          <p:nvGrpSpPr>
            <p:cNvPr id="16" name="Group 15">
              <a:extLst>
                <a:ext uri="{FF2B5EF4-FFF2-40B4-BE49-F238E27FC236}">
                  <a16:creationId xmlns:a16="http://schemas.microsoft.com/office/drawing/2014/main" id="{304766AC-AEF9-477A-AC81-00AE8FA76A96}"/>
                </a:ext>
              </a:extLst>
            </p:cNvPr>
            <p:cNvGrpSpPr/>
            <p:nvPr/>
          </p:nvGrpSpPr>
          <p:grpSpPr>
            <a:xfrm>
              <a:off x="-2352501" y="1471710"/>
              <a:ext cx="1971501" cy="307777"/>
              <a:chOff x="-2352501" y="1471710"/>
              <a:chExt cx="1971501" cy="307777"/>
            </a:xfrm>
          </p:grpSpPr>
          <p:sp>
            <p:nvSpPr>
              <p:cNvPr id="32" name="Rectangle 31">
                <a:extLst>
                  <a:ext uri="{FF2B5EF4-FFF2-40B4-BE49-F238E27FC236}">
                    <a16:creationId xmlns:a16="http://schemas.microsoft.com/office/drawing/2014/main" id="{EDF837DA-A7AA-4FA9-B784-79A2E096E625}"/>
                  </a:ext>
                </a:extLst>
              </p:cNvPr>
              <p:cNvSpPr/>
              <p:nvPr/>
            </p:nvSpPr>
            <p:spPr>
              <a:xfrm>
                <a:off x="-609600" y="1511299"/>
                <a:ext cx="228600" cy="228600"/>
              </a:xfrm>
              <a:prstGeom prst="rect">
                <a:avLst/>
              </a:prstGeom>
              <a:solidFill>
                <a:srgbClr val="0070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71CE"/>
                  </a:solidFill>
                </a:endParaRPr>
              </a:p>
            </p:txBody>
          </p:sp>
          <p:sp>
            <p:nvSpPr>
              <p:cNvPr id="33" name="TextBox 32">
                <a:extLst>
                  <a:ext uri="{FF2B5EF4-FFF2-40B4-BE49-F238E27FC236}">
                    <a16:creationId xmlns:a16="http://schemas.microsoft.com/office/drawing/2014/main" id="{A04D9A2D-16B6-4003-A138-147D2A75FA93}"/>
                  </a:ext>
                </a:extLst>
              </p:cNvPr>
              <p:cNvSpPr txBox="1"/>
              <p:nvPr/>
            </p:nvSpPr>
            <p:spPr>
              <a:xfrm>
                <a:off x="-2352501" y="1471710"/>
                <a:ext cx="1728486" cy="307777"/>
              </a:xfrm>
              <a:prstGeom prst="rect">
                <a:avLst/>
              </a:prstGeom>
              <a:noFill/>
            </p:spPr>
            <p:txBody>
              <a:bodyPr wrap="square" rtlCol="0">
                <a:spAutoFit/>
              </a:bodyPr>
              <a:lstStyle/>
              <a:p>
                <a:r>
                  <a:rPr lang="en-US" sz="1400">
                    <a:solidFill>
                      <a:srgbClr val="081F2C"/>
                    </a:solidFill>
                  </a:rPr>
                  <a:t>RGB: 0 / 112 / 206</a:t>
                </a:r>
              </a:p>
            </p:txBody>
          </p:sp>
        </p:grpSp>
        <p:grpSp>
          <p:nvGrpSpPr>
            <p:cNvPr id="17" name="Group 16">
              <a:extLst>
                <a:ext uri="{FF2B5EF4-FFF2-40B4-BE49-F238E27FC236}">
                  <a16:creationId xmlns:a16="http://schemas.microsoft.com/office/drawing/2014/main" id="{CFA03A35-7EA5-40A3-8A26-2F2ECABB54E3}"/>
                </a:ext>
              </a:extLst>
            </p:cNvPr>
            <p:cNvGrpSpPr/>
            <p:nvPr/>
          </p:nvGrpSpPr>
          <p:grpSpPr>
            <a:xfrm>
              <a:off x="-2352501" y="1810730"/>
              <a:ext cx="1971501" cy="307777"/>
              <a:chOff x="-2352501" y="1810730"/>
              <a:chExt cx="1971501" cy="307777"/>
            </a:xfrm>
          </p:grpSpPr>
          <p:sp>
            <p:nvSpPr>
              <p:cNvPr id="30" name="Rectangle 29">
                <a:extLst>
                  <a:ext uri="{FF2B5EF4-FFF2-40B4-BE49-F238E27FC236}">
                    <a16:creationId xmlns:a16="http://schemas.microsoft.com/office/drawing/2014/main" id="{9EF2FB6D-2CCC-4415-99A7-33AEB5A96599}"/>
                  </a:ext>
                </a:extLst>
              </p:cNvPr>
              <p:cNvSpPr/>
              <p:nvPr/>
            </p:nvSpPr>
            <p:spPr>
              <a:xfrm>
                <a:off x="-609600" y="1850319"/>
                <a:ext cx="228600" cy="228600"/>
              </a:xfrm>
              <a:prstGeom prst="rect">
                <a:avLst/>
              </a:prstGeom>
              <a:solidFill>
                <a:srgbClr val="EB1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1AE297AF-DCAC-4D8E-B0FE-1F3A8C42342B}"/>
                  </a:ext>
                </a:extLst>
              </p:cNvPr>
              <p:cNvSpPr txBox="1"/>
              <p:nvPr/>
            </p:nvSpPr>
            <p:spPr>
              <a:xfrm>
                <a:off x="-2352501" y="1810730"/>
                <a:ext cx="1728486" cy="307777"/>
              </a:xfrm>
              <a:prstGeom prst="rect">
                <a:avLst/>
              </a:prstGeom>
              <a:noFill/>
            </p:spPr>
            <p:txBody>
              <a:bodyPr wrap="square" rtlCol="0">
                <a:spAutoFit/>
              </a:bodyPr>
              <a:lstStyle/>
              <a:p>
                <a:r>
                  <a:rPr lang="en-US" sz="1400">
                    <a:solidFill>
                      <a:srgbClr val="081F2C"/>
                    </a:solidFill>
                  </a:rPr>
                  <a:t>RGB: 235 / 20 / 141</a:t>
                </a:r>
              </a:p>
            </p:txBody>
          </p:sp>
        </p:grpSp>
        <p:sp>
          <p:nvSpPr>
            <p:cNvPr id="18" name="TextBox 17">
              <a:extLst>
                <a:ext uri="{FF2B5EF4-FFF2-40B4-BE49-F238E27FC236}">
                  <a16:creationId xmlns:a16="http://schemas.microsoft.com/office/drawing/2014/main" id="{0CD8E2D3-8159-4572-A1AF-9DBF1D63FC58}"/>
                </a:ext>
              </a:extLst>
            </p:cNvPr>
            <p:cNvSpPr txBox="1"/>
            <p:nvPr/>
          </p:nvSpPr>
          <p:spPr>
            <a:xfrm>
              <a:off x="-2338086" y="2149750"/>
              <a:ext cx="1728486" cy="307777"/>
            </a:xfrm>
            <a:prstGeom prst="rect">
              <a:avLst/>
            </a:prstGeom>
            <a:noFill/>
          </p:spPr>
          <p:txBody>
            <a:bodyPr wrap="square" rtlCol="0">
              <a:spAutoFit/>
            </a:bodyPr>
            <a:lstStyle/>
            <a:p>
              <a:r>
                <a:rPr lang="en-US" sz="1400">
                  <a:solidFill>
                    <a:srgbClr val="081F2C"/>
                  </a:solidFill>
                </a:rPr>
                <a:t>RGB: 255 / 194 / 32</a:t>
              </a:r>
            </a:p>
          </p:txBody>
        </p:sp>
        <p:grpSp>
          <p:nvGrpSpPr>
            <p:cNvPr id="19" name="Group 18">
              <a:extLst>
                <a:ext uri="{FF2B5EF4-FFF2-40B4-BE49-F238E27FC236}">
                  <a16:creationId xmlns:a16="http://schemas.microsoft.com/office/drawing/2014/main" id="{610ED7E1-CE4F-4690-9F78-3ED0C88CB9D4}"/>
                </a:ext>
              </a:extLst>
            </p:cNvPr>
            <p:cNvGrpSpPr/>
            <p:nvPr/>
          </p:nvGrpSpPr>
          <p:grpSpPr>
            <a:xfrm>
              <a:off x="-2338086" y="2487726"/>
              <a:ext cx="1957086" cy="307777"/>
              <a:chOff x="-2338086" y="2487726"/>
              <a:chExt cx="1957086" cy="307777"/>
            </a:xfrm>
          </p:grpSpPr>
          <p:sp>
            <p:nvSpPr>
              <p:cNvPr id="28" name="Rectangle 27">
                <a:extLst>
                  <a:ext uri="{FF2B5EF4-FFF2-40B4-BE49-F238E27FC236}">
                    <a16:creationId xmlns:a16="http://schemas.microsoft.com/office/drawing/2014/main" id="{06B34E14-6436-4CC0-A4AE-12C013E12EF0}"/>
                  </a:ext>
                </a:extLst>
              </p:cNvPr>
              <p:cNvSpPr/>
              <p:nvPr/>
            </p:nvSpPr>
            <p:spPr>
              <a:xfrm>
                <a:off x="-609600" y="2528359"/>
                <a:ext cx="228600" cy="228600"/>
              </a:xfrm>
              <a:prstGeom prst="rect">
                <a:avLst/>
              </a:prstGeom>
              <a:solidFill>
                <a:srgbClr val="76C0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93BE7F54-6D3E-4E06-9552-E973C7BE142B}"/>
                  </a:ext>
                </a:extLst>
              </p:cNvPr>
              <p:cNvSpPr txBox="1"/>
              <p:nvPr/>
            </p:nvSpPr>
            <p:spPr>
              <a:xfrm>
                <a:off x="-2338086" y="2487726"/>
                <a:ext cx="1728486" cy="307777"/>
              </a:xfrm>
              <a:prstGeom prst="rect">
                <a:avLst/>
              </a:prstGeom>
              <a:noFill/>
            </p:spPr>
            <p:txBody>
              <a:bodyPr wrap="square" rtlCol="0">
                <a:spAutoFit/>
              </a:bodyPr>
              <a:lstStyle/>
              <a:p>
                <a:r>
                  <a:rPr lang="en-US" sz="1400">
                    <a:solidFill>
                      <a:srgbClr val="081F2C"/>
                    </a:solidFill>
                  </a:rPr>
                  <a:t>RGB: 118 / 192 / 67</a:t>
                </a:r>
              </a:p>
            </p:txBody>
          </p:sp>
        </p:grpSp>
        <p:grpSp>
          <p:nvGrpSpPr>
            <p:cNvPr id="21" name="Group 20">
              <a:extLst>
                <a:ext uri="{FF2B5EF4-FFF2-40B4-BE49-F238E27FC236}">
                  <a16:creationId xmlns:a16="http://schemas.microsoft.com/office/drawing/2014/main" id="{F9735A56-A3A2-400E-8D24-18857B99577B}"/>
                </a:ext>
              </a:extLst>
            </p:cNvPr>
            <p:cNvGrpSpPr/>
            <p:nvPr/>
          </p:nvGrpSpPr>
          <p:grpSpPr>
            <a:xfrm>
              <a:off x="-2338086" y="2825702"/>
              <a:ext cx="1957086" cy="307777"/>
              <a:chOff x="-2338086" y="2825702"/>
              <a:chExt cx="1957086" cy="307777"/>
            </a:xfrm>
          </p:grpSpPr>
          <p:sp>
            <p:nvSpPr>
              <p:cNvPr id="26" name="Rectangle 25">
                <a:extLst>
                  <a:ext uri="{FF2B5EF4-FFF2-40B4-BE49-F238E27FC236}">
                    <a16:creationId xmlns:a16="http://schemas.microsoft.com/office/drawing/2014/main" id="{F62C4DB5-52CD-4797-937E-38A31ED5D70D}"/>
                  </a:ext>
                </a:extLst>
              </p:cNvPr>
              <p:cNvSpPr/>
              <p:nvPr/>
            </p:nvSpPr>
            <p:spPr>
              <a:xfrm>
                <a:off x="-609600" y="2867379"/>
                <a:ext cx="228600" cy="228600"/>
              </a:xfrm>
              <a:prstGeom prst="rect">
                <a:avLst/>
              </a:prstGeom>
              <a:solidFill>
                <a:srgbClr val="F47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FE42E933-8E73-4BAE-8F79-36B257118F7C}"/>
                  </a:ext>
                </a:extLst>
              </p:cNvPr>
              <p:cNvSpPr txBox="1"/>
              <p:nvPr/>
            </p:nvSpPr>
            <p:spPr>
              <a:xfrm>
                <a:off x="-2338086" y="2825702"/>
                <a:ext cx="1728486" cy="307777"/>
              </a:xfrm>
              <a:prstGeom prst="rect">
                <a:avLst/>
              </a:prstGeom>
              <a:noFill/>
            </p:spPr>
            <p:txBody>
              <a:bodyPr wrap="square" rtlCol="0">
                <a:spAutoFit/>
              </a:bodyPr>
              <a:lstStyle/>
              <a:p>
                <a:r>
                  <a:rPr lang="en-US" sz="1400">
                    <a:solidFill>
                      <a:srgbClr val="081F2C"/>
                    </a:solidFill>
                  </a:rPr>
                  <a:t>RGB: 244 / 117 / 33</a:t>
                </a:r>
              </a:p>
            </p:txBody>
          </p:sp>
        </p:grpSp>
        <p:sp>
          <p:nvSpPr>
            <p:cNvPr id="22" name="TextBox 21">
              <a:extLst>
                <a:ext uri="{FF2B5EF4-FFF2-40B4-BE49-F238E27FC236}">
                  <a16:creationId xmlns:a16="http://schemas.microsoft.com/office/drawing/2014/main" id="{323DDFED-7FD0-4300-8BFA-A2EE13683C58}"/>
                </a:ext>
              </a:extLst>
            </p:cNvPr>
            <p:cNvSpPr txBox="1"/>
            <p:nvPr/>
          </p:nvSpPr>
          <p:spPr>
            <a:xfrm>
              <a:off x="-2338086" y="3161651"/>
              <a:ext cx="1728486" cy="307777"/>
            </a:xfrm>
            <a:prstGeom prst="rect">
              <a:avLst/>
            </a:prstGeom>
            <a:noFill/>
          </p:spPr>
          <p:txBody>
            <a:bodyPr wrap="square" rtlCol="0">
              <a:spAutoFit/>
            </a:bodyPr>
            <a:lstStyle/>
            <a:p>
              <a:r>
                <a:rPr lang="en-US" sz="1400">
                  <a:solidFill>
                    <a:srgbClr val="081F2C"/>
                  </a:solidFill>
                </a:rPr>
                <a:t>RGB: 238 / 59 / 42</a:t>
              </a:r>
            </a:p>
          </p:txBody>
        </p:sp>
        <p:grpSp>
          <p:nvGrpSpPr>
            <p:cNvPr id="23" name="Group 22">
              <a:extLst>
                <a:ext uri="{FF2B5EF4-FFF2-40B4-BE49-F238E27FC236}">
                  <a16:creationId xmlns:a16="http://schemas.microsoft.com/office/drawing/2014/main" id="{6EA0E503-2376-447E-97CE-AD6CCFB64935}"/>
                </a:ext>
              </a:extLst>
            </p:cNvPr>
            <p:cNvGrpSpPr/>
            <p:nvPr/>
          </p:nvGrpSpPr>
          <p:grpSpPr>
            <a:xfrm>
              <a:off x="-2338086" y="3509356"/>
              <a:ext cx="1957086" cy="307777"/>
              <a:chOff x="-2338086" y="3509356"/>
              <a:chExt cx="1957086" cy="307777"/>
            </a:xfrm>
          </p:grpSpPr>
          <p:sp>
            <p:nvSpPr>
              <p:cNvPr id="24" name="Rectangle 23">
                <a:extLst>
                  <a:ext uri="{FF2B5EF4-FFF2-40B4-BE49-F238E27FC236}">
                    <a16:creationId xmlns:a16="http://schemas.microsoft.com/office/drawing/2014/main" id="{20E6D90E-A361-4990-920A-3D3599798534}"/>
                  </a:ext>
                </a:extLst>
              </p:cNvPr>
              <p:cNvSpPr/>
              <p:nvPr/>
            </p:nvSpPr>
            <p:spPr>
              <a:xfrm>
                <a:off x="-609600" y="3545417"/>
                <a:ext cx="228600" cy="228600"/>
              </a:xfrm>
              <a:prstGeom prst="rect">
                <a:avLst/>
              </a:prstGeom>
              <a:solidFill>
                <a:srgbClr val="3F3F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CB349AB5-FC33-43FA-A03A-1E68C5107600}"/>
                  </a:ext>
                </a:extLst>
              </p:cNvPr>
              <p:cNvSpPr txBox="1"/>
              <p:nvPr/>
            </p:nvSpPr>
            <p:spPr>
              <a:xfrm>
                <a:off x="-2338086" y="3509356"/>
                <a:ext cx="1728486" cy="307777"/>
              </a:xfrm>
              <a:prstGeom prst="rect">
                <a:avLst/>
              </a:prstGeom>
              <a:noFill/>
            </p:spPr>
            <p:txBody>
              <a:bodyPr wrap="square" rtlCol="0">
                <a:spAutoFit/>
              </a:bodyPr>
              <a:lstStyle/>
              <a:p>
                <a:r>
                  <a:rPr lang="en-US" sz="1400">
                    <a:solidFill>
                      <a:srgbClr val="081F2C"/>
                    </a:solidFill>
                  </a:rPr>
                  <a:t>RGB: 63 / 63 / 64</a:t>
                </a:r>
              </a:p>
            </p:txBody>
          </p:sp>
        </p:grpSp>
      </p:grpSp>
      <p:sp>
        <p:nvSpPr>
          <p:cNvPr id="38" name="Holder 6">
            <a:extLst>
              <a:ext uri="{FF2B5EF4-FFF2-40B4-BE49-F238E27FC236}">
                <a16:creationId xmlns:a16="http://schemas.microsoft.com/office/drawing/2014/main" id="{7FD24771-4007-4261-9A8D-94578239244E}"/>
              </a:ext>
            </a:extLst>
          </p:cNvPr>
          <p:cNvSpPr txBox="1">
            <a:spLocks/>
          </p:cNvSpPr>
          <p:nvPr userDrawn="1"/>
        </p:nvSpPr>
        <p:spPr>
          <a:xfrm>
            <a:off x="11236050" y="6619391"/>
            <a:ext cx="277064" cy="153888"/>
          </a:xfrm>
          <a:prstGeom prst="rect">
            <a:avLst/>
          </a:prstGeom>
        </p:spPr>
        <p:txBody>
          <a:bodyPr wrap="square" lIns="0" tIns="0" rIns="0" bIns="0">
            <a:spAutoFit/>
          </a:bodyPr>
          <a:lstStyle>
            <a:defPPr>
              <a:defRPr lang="en-US"/>
            </a:defPPr>
            <a:lvl1pPr marL="0" algn="r" defTabSz="914400" rtl="0" eaLnBrk="1" latinLnBrk="0" hangingPunct="1">
              <a:defRPr sz="800" b="1" kern="1200">
                <a:solidFill>
                  <a:srgbClr val="78B9E7"/>
                </a:solidFill>
                <a:latin typeface="Bogle" panose="020B0503020203060203" pitchFamily="34"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1000">
                <a:solidFill>
                  <a:srgbClr val="0B1438"/>
                </a:solidFill>
              </a:rPr>
              <a:pPr/>
              <a:t>‹#›</a:t>
            </a:fld>
            <a:endParaRPr lang="en-US" sz="1000">
              <a:solidFill>
                <a:srgbClr val="0B1438"/>
              </a:solidFill>
            </a:endParaRPr>
          </a:p>
        </p:txBody>
      </p:sp>
      <p:sp>
        <p:nvSpPr>
          <p:cNvPr id="39" name="object 33">
            <a:extLst>
              <a:ext uri="{FF2B5EF4-FFF2-40B4-BE49-F238E27FC236}">
                <a16:creationId xmlns:a16="http://schemas.microsoft.com/office/drawing/2014/main" id="{B3F92064-7C4B-447E-8850-3FCCECB6DAEB}"/>
              </a:ext>
            </a:extLst>
          </p:cNvPr>
          <p:cNvSpPr txBox="1">
            <a:spLocks/>
          </p:cNvSpPr>
          <p:nvPr userDrawn="1"/>
        </p:nvSpPr>
        <p:spPr>
          <a:xfrm>
            <a:off x="4160347" y="6645835"/>
            <a:ext cx="3871306" cy="123111"/>
          </a:xfrm>
          <a:prstGeom prst="rect">
            <a:avLst/>
          </a:prstGeom>
        </p:spPr>
        <p:txBody>
          <a:bodyPr vert="horz" wrap="square" lIns="0" tIns="0" rIns="0" bIns="0" rtlCol="0">
            <a:spAutoFit/>
          </a:bodyPr>
          <a:lstStyle>
            <a:defPPr>
              <a:defRPr lang="en-US"/>
            </a:defPPr>
            <a:lvl1pPr marL="0" algn="l" defTabSz="914400" rtl="0" eaLnBrk="1" latinLnBrk="0" hangingPunct="1">
              <a:defRPr sz="800" kern="1200">
                <a:solidFill>
                  <a:srgbClr val="78B9E7"/>
                </a:solidFill>
                <a:latin typeface="Bogle" panose="020B0503020203060203" pitchFamily="34"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7144" algn="ctr"/>
            <a:r>
              <a:rPr lang="en-US" sz="800" b="1"/>
              <a:t>© </a:t>
            </a:r>
            <a:r>
              <a:rPr lang="en-US" sz="800" b="1" spc="-23"/>
              <a:t>2</a:t>
            </a:r>
            <a:r>
              <a:rPr lang="en-US" sz="800" b="1" spc="-11"/>
              <a:t>0</a:t>
            </a:r>
            <a:r>
              <a:rPr lang="en-US" sz="800" b="1" spc="-23"/>
              <a:t>1</a:t>
            </a:r>
            <a:r>
              <a:rPr lang="en-US" sz="800" b="1"/>
              <a:t>8 </a:t>
            </a:r>
            <a:r>
              <a:rPr lang="en-US" sz="800" b="1" spc="-37"/>
              <a:t>W</a:t>
            </a:r>
            <a:r>
              <a:rPr lang="en-US" sz="800" b="1" spc="-23"/>
              <a:t>a</a:t>
            </a:r>
            <a:r>
              <a:rPr lang="en-US" sz="800" b="1" spc="-11"/>
              <a:t>lm</a:t>
            </a:r>
            <a:r>
              <a:rPr lang="en-US" sz="800" b="1" spc="-23"/>
              <a:t>a</a:t>
            </a:r>
            <a:r>
              <a:rPr lang="en-US" sz="800" b="1" spc="-11"/>
              <a:t>r</a:t>
            </a:r>
            <a:r>
              <a:rPr lang="en-US" sz="800" b="1" spc="-14"/>
              <a:t>t</a:t>
            </a:r>
            <a:r>
              <a:rPr lang="en-US" sz="800" b="1" spc="-6"/>
              <a:t>I</a:t>
            </a:r>
            <a:r>
              <a:rPr lang="en-US" sz="800" b="1" spc="-3"/>
              <a:t>n</a:t>
            </a:r>
            <a:r>
              <a:rPr lang="en-US" sz="800" b="1"/>
              <a:t>ternational  |  </a:t>
            </a:r>
            <a:r>
              <a:rPr lang="en-US" sz="800" b="1" spc="-6"/>
              <a:t>C</a:t>
            </a:r>
            <a:r>
              <a:rPr lang="en-US" sz="800" b="1"/>
              <a:t>o</a:t>
            </a:r>
            <a:r>
              <a:rPr lang="en-US" sz="800" b="1" spc="-6"/>
              <a:t>n</a:t>
            </a:r>
            <a:r>
              <a:rPr lang="en-US" sz="800" b="1"/>
              <a:t>fide</a:t>
            </a:r>
            <a:r>
              <a:rPr lang="en-US" sz="800" b="1" spc="-3"/>
              <a:t>n</a:t>
            </a:r>
            <a:r>
              <a:rPr lang="en-US" sz="800" b="1"/>
              <a:t>tial  |  </a:t>
            </a:r>
            <a:r>
              <a:rPr lang="en-US" sz="800" b="1" spc="-14"/>
              <a:t>F</a:t>
            </a:r>
            <a:r>
              <a:rPr lang="en-US" sz="800" b="1"/>
              <a:t>or</a:t>
            </a:r>
            <a:r>
              <a:rPr lang="en-US" sz="800" b="1" spc="-6"/>
              <a:t>I</a:t>
            </a:r>
            <a:r>
              <a:rPr lang="en-US" sz="800" b="1" spc="-3"/>
              <a:t>n</a:t>
            </a:r>
            <a:r>
              <a:rPr lang="en-US" sz="800" b="1"/>
              <a:t>ternal </a:t>
            </a:r>
            <a:r>
              <a:rPr lang="en-US" sz="800" b="1" spc="-11"/>
              <a:t>U</a:t>
            </a:r>
            <a:r>
              <a:rPr lang="en-US" sz="800" b="1"/>
              <a:t>se </a:t>
            </a:r>
            <a:r>
              <a:rPr lang="en-US" sz="800" b="1" spc="-6"/>
              <a:t>O</a:t>
            </a:r>
            <a:r>
              <a:rPr lang="en-US" sz="800" b="1"/>
              <a:t>nly</a:t>
            </a:r>
          </a:p>
        </p:txBody>
      </p:sp>
      <p:pic>
        <p:nvPicPr>
          <p:cNvPr id="40" name="Picture 39">
            <a:extLst>
              <a:ext uri="{FF2B5EF4-FFF2-40B4-BE49-F238E27FC236}">
                <a16:creationId xmlns:a16="http://schemas.microsoft.com/office/drawing/2014/main" id="{3016DC48-62D2-49CB-8041-958F0F388E18}"/>
              </a:ext>
            </a:extLst>
          </p:cNvPr>
          <p:cNvPicPr>
            <a:picLocks noChangeAspect="1"/>
          </p:cNvPicPr>
          <p:nvPr userDrawn="1"/>
        </p:nvPicPr>
        <p:blipFill>
          <a:blip r:embed="rId11"/>
          <a:stretch>
            <a:fillRect/>
          </a:stretch>
        </p:blipFill>
        <p:spPr>
          <a:xfrm>
            <a:off x="11414125" y="9525"/>
            <a:ext cx="777875" cy="777875"/>
          </a:xfrm>
          <a:prstGeom prst="rect">
            <a:avLst/>
          </a:prstGeom>
        </p:spPr>
      </p:pic>
      <p:pic>
        <p:nvPicPr>
          <p:cNvPr id="41" name="Picture 40">
            <a:extLst>
              <a:ext uri="{FF2B5EF4-FFF2-40B4-BE49-F238E27FC236}">
                <a16:creationId xmlns:a16="http://schemas.microsoft.com/office/drawing/2014/main" id="{5A6A46C6-0B23-4F64-831C-17478B95C484}"/>
              </a:ext>
            </a:extLst>
          </p:cNvPr>
          <p:cNvPicPr>
            <a:picLocks noChangeAspect="1"/>
          </p:cNvPicPr>
          <p:nvPr userDrawn="1"/>
        </p:nvPicPr>
        <p:blipFill>
          <a:blip r:embed="rId12"/>
          <a:stretch>
            <a:fillRect/>
          </a:stretch>
        </p:blipFill>
        <p:spPr>
          <a:xfrm>
            <a:off x="84991" y="6394083"/>
            <a:ext cx="3093547" cy="562463"/>
          </a:xfrm>
          <a:prstGeom prst="rect">
            <a:avLst/>
          </a:prstGeom>
        </p:spPr>
      </p:pic>
    </p:spTree>
    <p:extLst>
      <p:ext uri="{BB962C8B-B14F-4D97-AF65-F5344CB8AC3E}">
        <p14:creationId xmlns:p14="http://schemas.microsoft.com/office/powerpoint/2010/main" val="353010979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Lst>
  <p:txStyles>
    <p:titleStyle>
      <a:lvl1pPr algn="l" defTabSz="914400" rtl="0" eaLnBrk="1" latinLnBrk="0" hangingPunct="1">
        <a:lnSpc>
          <a:spcPct val="90000"/>
        </a:lnSpc>
        <a:spcBef>
          <a:spcPct val="0"/>
        </a:spcBef>
        <a:buNone/>
        <a:defRPr sz="4400" b="1" kern="1200">
          <a:solidFill>
            <a:srgbClr val="404041"/>
          </a:solidFill>
          <a:latin typeface="Bogle" panose="020B0503020203060203" pitchFamily="34" charset="77"/>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1" kern="1200">
          <a:solidFill>
            <a:srgbClr val="404041"/>
          </a:solidFill>
          <a:latin typeface="Bogle" panose="020B0503020203060203" pitchFamily="34"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404041"/>
          </a:solidFill>
          <a:latin typeface="Bogle" panose="020B0503020203060203" pitchFamily="34"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404041"/>
          </a:solidFill>
          <a:latin typeface="Bogle" panose="020B0503020203060203" pitchFamily="34"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404041"/>
          </a:solidFill>
          <a:latin typeface="Bogle" panose="020B0503020203060203" pitchFamily="34"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404041"/>
          </a:solidFill>
          <a:latin typeface="Bogle" panose="020B05030202030602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148" name="Rectangle 4"/>
          <p:cNvSpPr>
            <a:spLocks noGrp="1" noChangeArrowheads="1"/>
          </p:cNvSpPr>
          <p:nvPr>
            <p:ph type="body" idx="1"/>
          </p:nvPr>
        </p:nvSpPr>
        <p:spPr bwMode="auto">
          <a:xfrm>
            <a:off x="609600" y="1193800"/>
            <a:ext cx="10972800" cy="4752973"/>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Rectangle 11"/>
          <p:cNvSpPr/>
          <p:nvPr/>
        </p:nvSpPr>
        <p:spPr>
          <a:xfrm>
            <a:off x="0" y="6431280"/>
            <a:ext cx="12192000" cy="426720"/>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bg1"/>
              </a:solidFill>
              <a:latin typeface="Lato Light" panose="020F0302020204030203" pitchFamily="34" charset="0"/>
            </a:endParaRPr>
          </a:p>
        </p:txBody>
      </p:sp>
      <p:sp>
        <p:nvSpPr>
          <p:cNvPr id="6147" name="Rectangle 3"/>
          <p:cNvSpPr>
            <a:spLocks noGrp="1" noChangeArrowheads="1"/>
          </p:cNvSpPr>
          <p:nvPr>
            <p:ph type="title"/>
          </p:nvPr>
        </p:nvSpPr>
        <p:spPr bwMode="auto">
          <a:xfrm>
            <a:off x="609600" y="308257"/>
            <a:ext cx="10972800" cy="666786"/>
          </a:xfrm>
          <a:prstGeom prst="rect">
            <a:avLst/>
          </a:prstGeom>
          <a:noFill/>
          <a:ln w="9525">
            <a:noFill/>
            <a:miter lim="800000"/>
            <a:headEnd/>
            <a:tailEnd/>
          </a:ln>
          <a:effectLst/>
        </p:spPr>
        <p:txBody>
          <a:bodyPr vert="horz" wrap="square" lIns="0" tIns="45720" rIns="0" bIns="45720" numCol="1" anchor="b" anchorCtr="0" compatLnSpc="1">
            <a:prstTxWarp prst="textNoShape">
              <a:avLst/>
            </a:prstTxWarp>
            <a:spAutoFit/>
          </a:bodyPr>
          <a:lstStyle/>
          <a:p>
            <a:pPr lvl="0"/>
            <a:r>
              <a:rPr lang="en-US"/>
              <a:t>Click to edit Master title style</a:t>
            </a:r>
          </a:p>
        </p:txBody>
      </p:sp>
      <p:sp>
        <p:nvSpPr>
          <p:cNvPr id="8"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
        <p:nvSpPr>
          <p:cNvPr id="9" name="Slide Number Placeholder 8"/>
          <p:cNvSpPr>
            <a:spLocks noGrp="1"/>
          </p:cNvSpPr>
          <p:nvPr>
            <p:ph type="sldNum" sz="quarter" idx="4"/>
          </p:nvPr>
        </p:nvSpPr>
        <p:spPr>
          <a:xfrm>
            <a:off x="711200" y="6431279"/>
            <a:ext cx="609600" cy="426720"/>
          </a:xfrm>
          <a:prstGeom prst="rect">
            <a:avLst/>
          </a:prstGeom>
          <a:solidFill>
            <a:schemeClr val="accent2"/>
          </a:solidFill>
        </p:spPr>
        <p:txBody>
          <a:bodyPr vert="horz" lIns="91440" tIns="45720" rIns="91440" bIns="45720" rtlCol="0" anchor="ctr"/>
          <a:lstStyle>
            <a:lvl1pPr algn="ctr">
              <a:defRPr sz="1333">
                <a:solidFill>
                  <a:schemeClr val="tx1">
                    <a:lumMod val="75000"/>
                    <a:lumOff val="25000"/>
                  </a:schemeClr>
                </a:solidFill>
                <a:latin typeface="+mn-lt"/>
              </a:defRPr>
            </a:lvl1pPr>
          </a:lstStyle>
          <a:p>
            <a:fld id="{65B3A5B5-D464-4D94-A6FF-B439700E06BB}" type="slidenum">
              <a:rPr lang="en-US" smtClean="0"/>
              <a:pPr/>
              <a:t>‹#›</a:t>
            </a:fld>
            <a:endParaRPr lang="en-US"/>
          </a:p>
        </p:txBody>
      </p:sp>
      <p:grpSp>
        <p:nvGrpSpPr>
          <p:cNvPr id="43" name="Group 42"/>
          <p:cNvGrpSpPr/>
          <p:nvPr/>
        </p:nvGrpSpPr>
        <p:grpSpPr>
          <a:xfrm>
            <a:off x="9956800" y="6495043"/>
            <a:ext cx="1625600" cy="332688"/>
            <a:chOff x="2826032" y="2866132"/>
            <a:chExt cx="6368767" cy="1303397"/>
          </a:xfrm>
        </p:grpSpPr>
        <p:pic>
          <p:nvPicPr>
            <p:cNvPr id="44" name="Picture 43"/>
            <p:cNvPicPr>
              <a:picLocks noChangeAspect="1"/>
            </p:cNvPicPr>
            <p:nvPr userDrawn="1"/>
          </p:nvPicPr>
          <p:blipFill rotWithShape="1">
            <a:blip r:embed="rId32" cstate="email">
              <a:extLst>
                <a:ext uri="{28A0092B-C50C-407E-A947-70E740481C1C}">
                  <a14:useLocalDpi xmlns:a14="http://schemas.microsoft.com/office/drawing/2010/main"/>
                </a:ext>
              </a:extLst>
            </a:blip>
            <a:srcRect r="47060"/>
            <a:stretch/>
          </p:blipFill>
          <p:spPr>
            <a:xfrm>
              <a:off x="3865565" y="2866132"/>
              <a:ext cx="3400259" cy="1303397"/>
            </a:xfrm>
            <a:prstGeom prst="rect">
              <a:avLst/>
            </a:prstGeom>
          </p:spPr>
        </p:pic>
        <p:pic>
          <p:nvPicPr>
            <p:cNvPr id="45" name="Picture 44"/>
            <p:cNvPicPr>
              <a:picLocks noChangeAspect="1"/>
            </p:cNvPicPr>
            <p:nvPr userDrawn="1"/>
          </p:nvPicPr>
          <p:blipFill rotWithShape="1">
            <a:blip r:embed="rId32" cstate="email">
              <a:extLst>
                <a:ext uri="{28A0092B-C50C-407E-A947-70E740481C1C}">
                  <a14:useLocalDpi xmlns:a14="http://schemas.microsoft.com/office/drawing/2010/main"/>
                </a:ext>
              </a:extLst>
            </a:blip>
            <a:srcRect l="71395"/>
            <a:stretch/>
          </p:blipFill>
          <p:spPr>
            <a:xfrm>
              <a:off x="7357533" y="2866132"/>
              <a:ext cx="1837266" cy="1303397"/>
            </a:xfrm>
            <a:prstGeom prst="rect">
              <a:avLst/>
            </a:prstGeom>
          </p:spPr>
        </p:pic>
        <p:pic>
          <p:nvPicPr>
            <p:cNvPr id="46" name="Picture 45"/>
            <p:cNvPicPr>
              <a:picLocks noChangeAspect="1"/>
            </p:cNvPicPr>
            <p:nvPr userDrawn="1"/>
          </p:nvPicPr>
          <p:blipFill rotWithShape="1">
            <a:blip r:embed="rId33" cstate="email">
              <a:extLst>
                <a:ext uri="{28A0092B-C50C-407E-A947-70E740481C1C}">
                  <a14:useLocalDpi xmlns:a14="http://schemas.microsoft.com/office/drawing/2010/main"/>
                </a:ext>
              </a:extLst>
            </a:blip>
            <a:srcRect l="53863" r="30319"/>
            <a:stretch/>
          </p:blipFill>
          <p:spPr>
            <a:xfrm>
              <a:off x="2826032" y="2991271"/>
              <a:ext cx="895374" cy="1148649"/>
            </a:xfrm>
            <a:prstGeom prst="rect">
              <a:avLst/>
            </a:prstGeom>
          </p:spPr>
        </p:pic>
      </p:grpSp>
    </p:spTree>
    <p:extLst>
      <p:ext uri="{BB962C8B-B14F-4D97-AF65-F5344CB8AC3E}">
        <p14:creationId xmlns:p14="http://schemas.microsoft.com/office/powerpoint/2010/main" val="963959872"/>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 id="2147483695" r:id="rId13"/>
    <p:sldLayoutId id="2147483696" r:id="rId14"/>
    <p:sldLayoutId id="2147483697" r:id="rId15"/>
    <p:sldLayoutId id="2147483698" r:id="rId16"/>
    <p:sldLayoutId id="2147483699" r:id="rId17"/>
    <p:sldLayoutId id="2147483700" r:id="rId18"/>
    <p:sldLayoutId id="2147483701" r:id="rId19"/>
    <p:sldLayoutId id="2147483702" r:id="rId20"/>
    <p:sldLayoutId id="2147483703" r:id="rId21"/>
    <p:sldLayoutId id="2147483704" r:id="rId22"/>
    <p:sldLayoutId id="2147483705" r:id="rId23"/>
    <p:sldLayoutId id="2147483706" r:id="rId24"/>
    <p:sldLayoutId id="2147483707" r:id="rId25"/>
    <p:sldLayoutId id="2147483708" r:id="rId26"/>
    <p:sldLayoutId id="2147483709" r:id="rId27"/>
    <p:sldLayoutId id="2147483710" r:id="rId28"/>
    <p:sldLayoutId id="2147483711" r:id="rId29"/>
    <p:sldLayoutId id="2147483712" r:id="rId30"/>
  </p:sldLayoutIdLst>
  <p:hf hdr="0" dt="0"/>
  <p:txStyles>
    <p:titleStyle>
      <a:lvl1pPr algn="ctr" rtl="0" eaLnBrk="1" fontAlgn="base" hangingPunct="1">
        <a:spcBef>
          <a:spcPct val="0"/>
        </a:spcBef>
        <a:spcAft>
          <a:spcPct val="0"/>
        </a:spcAft>
        <a:defRPr sz="3733" b="0">
          <a:solidFill>
            <a:schemeClr val="accent6"/>
          </a:solidFill>
          <a:latin typeface="Bogle" charset="0"/>
          <a:ea typeface="Bogle" charset="0"/>
          <a:cs typeface="Bogle" charset="0"/>
        </a:defRPr>
      </a:lvl1pPr>
      <a:lvl2pPr algn="l" rtl="0" eaLnBrk="1" fontAlgn="base" hangingPunct="1">
        <a:spcBef>
          <a:spcPct val="0"/>
        </a:spcBef>
        <a:spcAft>
          <a:spcPct val="0"/>
        </a:spcAft>
        <a:defRPr b="1">
          <a:solidFill>
            <a:schemeClr val="accent2"/>
          </a:solidFill>
          <a:latin typeface="Arial" charset="0"/>
          <a:ea typeface="ＭＳ Ｐゴシック" charset="-128"/>
        </a:defRPr>
      </a:lvl2pPr>
      <a:lvl3pPr algn="l" rtl="0" eaLnBrk="1" fontAlgn="base" hangingPunct="1">
        <a:spcBef>
          <a:spcPct val="0"/>
        </a:spcBef>
        <a:spcAft>
          <a:spcPct val="0"/>
        </a:spcAft>
        <a:defRPr b="1">
          <a:solidFill>
            <a:schemeClr val="accent2"/>
          </a:solidFill>
          <a:latin typeface="Arial" charset="0"/>
          <a:ea typeface="ＭＳ Ｐゴシック" charset="-128"/>
        </a:defRPr>
      </a:lvl3pPr>
      <a:lvl4pPr algn="l" rtl="0" eaLnBrk="1" fontAlgn="base" hangingPunct="1">
        <a:spcBef>
          <a:spcPct val="0"/>
        </a:spcBef>
        <a:spcAft>
          <a:spcPct val="0"/>
        </a:spcAft>
        <a:defRPr b="1">
          <a:solidFill>
            <a:schemeClr val="accent2"/>
          </a:solidFill>
          <a:latin typeface="Arial" charset="0"/>
          <a:ea typeface="ＭＳ Ｐゴシック" charset="-128"/>
        </a:defRPr>
      </a:lvl4pPr>
      <a:lvl5pPr algn="l" rtl="0" eaLnBrk="1" fontAlgn="base" hangingPunct="1">
        <a:spcBef>
          <a:spcPct val="0"/>
        </a:spcBef>
        <a:spcAft>
          <a:spcPct val="0"/>
        </a:spcAft>
        <a:defRPr b="1">
          <a:solidFill>
            <a:schemeClr val="accent2"/>
          </a:solidFill>
          <a:latin typeface="Arial" charset="0"/>
          <a:ea typeface="ＭＳ Ｐゴシック" charset="-128"/>
        </a:defRPr>
      </a:lvl5pPr>
      <a:lvl6pPr marL="609585" algn="l" rtl="0" eaLnBrk="1" fontAlgn="base" hangingPunct="1">
        <a:spcBef>
          <a:spcPct val="0"/>
        </a:spcBef>
        <a:spcAft>
          <a:spcPct val="0"/>
        </a:spcAft>
        <a:defRPr b="1">
          <a:solidFill>
            <a:schemeClr val="accent2"/>
          </a:solidFill>
          <a:latin typeface="Arial" charset="0"/>
          <a:ea typeface="ＭＳ Ｐゴシック" charset="-128"/>
        </a:defRPr>
      </a:lvl6pPr>
      <a:lvl7pPr marL="1219170" algn="l" rtl="0" eaLnBrk="1" fontAlgn="base" hangingPunct="1">
        <a:spcBef>
          <a:spcPct val="0"/>
        </a:spcBef>
        <a:spcAft>
          <a:spcPct val="0"/>
        </a:spcAft>
        <a:defRPr b="1">
          <a:solidFill>
            <a:schemeClr val="accent2"/>
          </a:solidFill>
          <a:latin typeface="Arial" charset="0"/>
          <a:ea typeface="ＭＳ Ｐゴシック" charset="-128"/>
        </a:defRPr>
      </a:lvl7pPr>
      <a:lvl8pPr marL="1828754" algn="l" rtl="0" eaLnBrk="1" fontAlgn="base" hangingPunct="1">
        <a:spcBef>
          <a:spcPct val="0"/>
        </a:spcBef>
        <a:spcAft>
          <a:spcPct val="0"/>
        </a:spcAft>
        <a:defRPr b="1">
          <a:solidFill>
            <a:schemeClr val="accent2"/>
          </a:solidFill>
          <a:latin typeface="Arial" charset="0"/>
          <a:ea typeface="ＭＳ Ｐゴシック" charset="-128"/>
        </a:defRPr>
      </a:lvl8pPr>
      <a:lvl9pPr marL="2438339" algn="l" rtl="0" eaLnBrk="1" fontAlgn="base" hangingPunct="1">
        <a:spcBef>
          <a:spcPct val="0"/>
        </a:spcBef>
        <a:spcAft>
          <a:spcPct val="0"/>
        </a:spcAft>
        <a:defRPr b="1">
          <a:solidFill>
            <a:schemeClr val="accent2"/>
          </a:solidFill>
          <a:latin typeface="Arial" charset="0"/>
          <a:ea typeface="ＭＳ Ｐゴシック" charset="-128"/>
        </a:defRPr>
      </a:lvl9pPr>
    </p:titleStyle>
    <p:bodyStyle>
      <a:lvl1pPr marL="365751" indent="-365751" algn="l" rtl="0" eaLnBrk="1" fontAlgn="base" hangingPunct="1">
        <a:spcBef>
          <a:spcPct val="0"/>
        </a:spcBef>
        <a:spcAft>
          <a:spcPct val="0"/>
        </a:spcAft>
        <a:buClr>
          <a:schemeClr val="accent1"/>
        </a:buClr>
        <a:buSzPct val="120000"/>
        <a:buFont typeface="Times" pitchFamily="18" charset="0"/>
        <a:buChar char="•"/>
        <a:defRPr sz="2400">
          <a:solidFill>
            <a:schemeClr val="tx1">
              <a:lumMod val="75000"/>
              <a:lumOff val="25000"/>
            </a:schemeClr>
          </a:solidFill>
          <a:latin typeface="Bogle" charset="0"/>
          <a:ea typeface="Bogle" charset="0"/>
          <a:cs typeface="Bogle" charset="0"/>
        </a:defRPr>
      </a:lvl1pPr>
      <a:lvl2pPr marL="609585" indent="-365751" algn="l" rtl="0" eaLnBrk="1" fontAlgn="base" hangingPunct="1">
        <a:spcBef>
          <a:spcPct val="0"/>
        </a:spcBef>
        <a:spcAft>
          <a:spcPct val="0"/>
        </a:spcAft>
        <a:buClr>
          <a:schemeClr val="accent1"/>
        </a:buClr>
        <a:buChar char="–"/>
        <a:defRPr sz="2400">
          <a:solidFill>
            <a:schemeClr val="tx1">
              <a:lumMod val="75000"/>
              <a:lumOff val="25000"/>
            </a:schemeClr>
          </a:solidFill>
          <a:latin typeface="Bogle" charset="0"/>
          <a:ea typeface="Bogle" charset="0"/>
          <a:cs typeface="Bogle" charset="0"/>
        </a:defRPr>
      </a:lvl2pPr>
      <a:lvl3pPr marL="975336" indent="-365751" algn="l" rtl="0" eaLnBrk="1" fontAlgn="base" hangingPunct="1">
        <a:spcBef>
          <a:spcPct val="0"/>
        </a:spcBef>
        <a:spcAft>
          <a:spcPct val="0"/>
        </a:spcAft>
        <a:buClr>
          <a:schemeClr val="accent1"/>
        </a:buClr>
        <a:buFont typeface="Times" pitchFamily="18" charset="0"/>
        <a:buChar char="•"/>
        <a:defRPr sz="2133">
          <a:solidFill>
            <a:schemeClr val="tx1">
              <a:lumMod val="75000"/>
              <a:lumOff val="25000"/>
            </a:schemeClr>
          </a:solidFill>
          <a:latin typeface="Bogle" charset="0"/>
          <a:ea typeface="Bogle" charset="0"/>
          <a:cs typeface="Bogle" charset="0"/>
        </a:defRPr>
      </a:lvl3pPr>
      <a:lvl4pPr marL="1341086" indent="-365751" algn="l" rtl="0" eaLnBrk="1" fontAlgn="base" hangingPunct="1">
        <a:spcBef>
          <a:spcPct val="0"/>
        </a:spcBef>
        <a:spcAft>
          <a:spcPct val="0"/>
        </a:spcAft>
        <a:buClr>
          <a:schemeClr val="accent1"/>
        </a:buClr>
        <a:buFont typeface="Estrangelo Edessa" panose="03080600000000000000" pitchFamily="66" charset="0"/>
        <a:buChar char="›"/>
        <a:defRPr sz="1867">
          <a:solidFill>
            <a:schemeClr val="tx1">
              <a:lumMod val="75000"/>
              <a:lumOff val="25000"/>
            </a:schemeClr>
          </a:solidFill>
          <a:latin typeface="Bogle" charset="0"/>
          <a:ea typeface="Bogle" charset="0"/>
          <a:cs typeface="Bogle" charset="0"/>
        </a:defRPr>
      </a:lvl4pPr>
      <a:lvl5pPr marL="1706837" indent="-365751" algn="l" rtl="0" eaLnBrk="1" fontAlgn="base" hangingPunct="1">
        <a:spcBef>
          <a:spcPct val="0"/>
        </a:spcBef>
        <a:spcAft>
          <a:spcPct val="0"/>
        </a:spcAft>
        <a:buClr>
          <a:schemeClr val="accent1"/>
        </a:buClr>
        <a:buChar char="»"/>
        <a:defRPr sz="1867">
          <a:solidFill>
            <a:schemeClr val="tx1">
              <a:lumMod val="75000"/>
              <a:lumOff val="25000"/>
            </a:schemeClr>
          </a:solidFill>
          <a:latin typeface="Bogle" charset="0"/>
          <a:ea typeface="Bogle" charset="0"/>
          <a:cs typeface="Bogle" charset="0"/>
        </a:defRPr>
      </a:lvl5pPr>
      <a:lvl6pPr marL="2743131" indent="-298443" algn="l" rtl="0" eaLnBrk="1" fontAlgn="base" hangingPunct="1">
        <a:spcBef>
          <a:spcPct val="0"/>
        </a:spcBef>
        <a:spcAft>
          <a:spcPct val="0"/>
        </a:spcAft>
        <a:buChar char="»"/>
        <a:defRPr sz="2667">
          <a:solidFill>
            <a:schemeClr val="tx1"/>
          </a:solidFill>
          <a:latin typeface="+mn-lt"/>
        </a:defRPr>
      </a:lvl6pPr>
      <a:lvl7pPr marL="3352716" indent="-298443" algn="l" rtl="0" eaLnBrk="1" fontAlgn="base" hangingPunct="1">
        <a:spcBef>
          <a:spcPct val="0"/>
        </a:spcBef>
        <a:spcAft>
          <a:spcPct val="0"/>
        </a:spcAft>
        <a:buChar char="»"/>
        <a:defRPr sz="2667">
          <a:solidFill>
            <a:schemeClr val="tx1"/>
          </a:solidFill>
          <a:latin typeface="+mn-lt"/>
        </a:defRPr>
      </a:lvl7pPr>
      <a:lvl8pPr marL="3962301" indent="-298443" algn="l" rtl="0" eaLnBrk="1" fontAlgn="base" hangingPunct="1">
        <a:spcBef>
          <a:spcPct val="0"/>
        </a:spcBef>
        <a:spcAft>
          <a:spcPct val="0"/>
        </a:spcAft>
        <a:buChar char="»"/>
        <a:defRPr sz="2667">
          <a:solidFill>
            <a:schemeClr val="tx1"/>
          </a:solidFill>
          <a:latin typeface="+mn-lt"/>
        </a:defRPr>
      </a:lvl8pPr>
      <a:lvl9pPr marL="4571886" indent="-298443" algn="l" rtl="0" eaLnBrk="1" fontAlgn="base" hangingPunct="1">
        <a:spcBef>
          <a:spcPct val="0"/>
        </a:spcBef>
        <a:spcAft>
          <a:spcPct val="0"/>
        </a:spcAft>
        <a:buChar char="»"/>
        <a:defRPr sz="2667">
          <a:solidFill>
            <a:schemeClr val="tx1"/>
          </a:solidFill>
          <a:latin typeface="+mn-lt"/>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B002287-43AE-984A-B16C-545A738AB330}"/>
              </a:ext>
            </a:extLst>
          </p:cNvPr>
          <p:cNvSpPr>
            <a:spLocks noGrp="1"/>
          </p:cNvSpPr>
          <p:nvPr>
            <p:ph type="title"/>
          </p:nvPr>
        </p:nvSpPr>
        <p:spPr>
          <a:xfrm>
            <a:off x="457200" y="274320"/>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259E9FD-CE43-9546-8B5B-18B379FEBCCA}"/>
              </a:ext>
            </a:extLst>
          </p:cNvPr>
          <p:cNvSpPr>
            <a:spLocks noGrp="1"/>
          </p:cNvSpPr>
          <p:nvPr>
            <p:ph type="body" idx="1"/>
          </p:nvPr>
        </p:nvSpPr>
        <p:spPr>
          <a:xfrm>
            <a:off x="457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Holder 6">
            <a:extLst>
              <a:ext uri="{FF2B5EF4-FFF2-40B4-BE49-F238E27FC236}">
                <a16:creationId xmlns:a16="http://schemas.microsoft.com/office/drawing/2014/main" id="{D6C85FB1-F8FD-C741-A2DC-BBB4E52014C6}"/>
              </a:ext>
            </a:extLst>
          </p:cNvPr>
          <p:cNvSpPr txBox="1">
            <a:spLocks/>
          </p:cNvSpPr>
          <p:nvPr/>
        </p:nvSpPr>
        <p:spPr>
          <a:xfrm>
            <a:off x="11236050" y="6619391"/>
            <a:ext cx="277064" cy="153888"/>
          </a:xfrm>
          <a:prstGeom prst="rect">
            <a:avLst/>
          </a:prstGeom>
        </p:spPr>
        <p:txBody>
          <a:bodyPr wrap="square" lIns="0" tIns="0" rIns="0" bIns="0">
            <a:spAutoFit/>
          </a:bodyPr>
          <a:lstStyle>
            <a:defPPr>
              <a:defRPr lang="en-US"/>
            </a:defPPr>
            <a:lvl1pPr marL="0" algn="r" defTabSz="914400" rtl="0" eaLnBrk="1" latinLnBrk="0" hangingPunct="1">
              <a:defRPr sz="800" b="1" kern="1200">
                <a:solidFill>
                  <a:srgbClr val="78B9E7"/>
                </a:solidFill>
                <a:latin typeface="Bogle" panose="020B0503020203060203" pitchFamily="34"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1000">
                <a:solidFill>
                  <a:srgbClr val="0B1438"/>
                </a:solidFill>
              </a:rPr>
              <a:pPr/>
              <a:t>‹#›</a:t>
            </a:fld>
            <a:endParaRPr lang="en-US" sz="1000">
              <a:solidFill>
                <a:srgbClr val="0B1438"/>
              </a:solidFill>
            </a:endParaRPr>
          </a:p>
        </p:txBody>
      </p:sp>
      <p:sp>
        <p:nvSpPr>
          <p:cNvPr id="9" name="object 33">
            <a:extLst>
              <a:ext uri="{FF2B5EF4-FFF2-40B4-BE49-F238E27FC236}">
                <a16:creationId xmlns:a16="http://schemas.microsoft.com/office/drawing/2014/main" id="{64188B49-E268-6A49-BD04-4EA18EBAD2D0}"/>
              </a:ext>
            </a:extLst>
          </p:cNvPr>
          <p:cNvSpPr txBox="1">
            <a:spLocks/>
          </p:cNvSpPr>
          <p:nvPr/>
        </p:nvSpPr>
        <p:spPr>
          <a:xfrm>
            <a:off x="4160347" y="6645835"/>
            <a:ext cx="3871306" cy="123111"/>
          </a:xfrm>
          <a:prstGeom prst="rect">
            <a:avLst/>
          </a:prstGeom>
        </p:spPr>
        <p:txBody>
          <a:bodyPr vert="horz" wrap="square" lIns="0" tIns="0" rIns="0" bIns="0" rtlCol="0">
            <a:spAutoFit/>
          </a:bodyPr>
          <a:lstStyle>
            <a:defPPr>
              <a:defRPr lang="en-US"/>
            </a:defPPr>
            <a:lvl1pPr marL="0" algn="l" defTabSz="914400" rtl="0" eaLnBrk="1" latinLnBrk="0" hangingPunct="1">
              <a:defRPr sz="800" kern="1200">
                <a:solidFill>
                  <a:srgbClr val="78B9E7"/>
                </a:solidFill>
                <a:latin typeface="Bogle" panose="020B0503020203060203" pitchFamily="34"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7144" algn="ctr"/>
            <a:r>
              <a:rPr lang="en-US" sz="800" b="1"/>
              <a:t>© </a:t>
            </a:r>
            <a:r>
              <a:rPr lang="en-US" sz="800" b="1" spc="-23"/>
              <a:t>2</a:t>
            </a:r>
            <a:r>
              <a:rPr lang="en-US" sz="800" b="1" spc="-11"/>
              <a:t>0</a:t>
            </a:r>
            <a:r>
              <a:rPr lang="en-US" sz="800" b="1" spc="-23"/>
              <a:t>1</a:t>
            </a:r>
            <a:r>
              <a:rPr lang="en-US" sz="800" b="1"/>
              <a:t>8 </a:t>
            </a:r>
            <a:r>
              <a:rPr lang="en-US" sz="800" b="1" spc="-37"/>
              <a:t>W</a:t>
            </a:r>
            <a:r>
              <a:rPr lang="en-US" sz="800" b="1" spc="-23"/>
              <a:t>a</a:t>
            </a:r>
            <a:r>
              <a:rPr lang="en-US" sz="800" b="1" spc="-11"/>
              <a:t>lm</a:t>
            </a:r>
            <a:r>
              <a:rPr lang="en-US" sz="800" b="1" spc="-23"/>
              <a:t>a</a:t>
            </a:r>
            <a:r>
              <a:rPr lang="en-US" sz="800" b="1" spc="-11"/>
              <a:t>r</a:t>
            </a:r>
            <a:r>
              <a:rPr lang="en-US" sz="800" b="1" spc="-14"/>
              <a:t>t</a:t>
            </a:r>
            <a:r>
              <a:rPr lang="en-US" sz="800" b="1"/>
              <a:t> </a:t>
            </a:r>
            <a:r>
              <a:rPr lang="en-US" sz="800" b="1" spc="-6"/>
              <a:t>I</a:t>
            </a:r>
            <a:r>
              <a:rPr lang="en-US" sz="800" b="1" spc="-3"/>
              <a:t>n</a:t>
            </a:r>
            <a:r>
              <a:rPr lang="en-US" sz="800" b="1"/>
              <a:t>ternational  |  </a:t>
            </a:r>
            <a:r>
              <a:rPr lang="en-US" sz="800" b="1" spc="-6"/>
              <a:t>C</a:t>
            </a:r>
            <a:r>
              <a:rPr lang="en-US" sz="800" b="1"/>
              <a:t>o</a:t>
            </a:r>
            <a:r>
              <a:rPr lang="en-US" sz="800" b="1" spc="-6"/>
              <a:t>n</a:t>
            </a:r>
            <a:r>
              <a:rPr lang="en-US" sz="800" b="1"/>
              <a:t>fide</a:t>
            </a:r>
            <a:r>
              <a:rPr lang="en-US" sz="800" b="1" spc="-3"/>
              <a:t>n</a:t>
            </a:r>
            <a:r>
              <a:rPr lang="en-US" sz="800" b="1"/>
              <a:t>tial  |  </a:t>
            </a:r>
            <a:r>
              <a:rPr lang="en-US" sz="800" b="1" spc="-14"/>
              <a:t>F</a:t>
            </a:r>
            <a:r>
              <a:rPr lang="en-US" sz="800" b="1"/>
              <a:t>or</a:t>
            </a:r>
            <a:r>
              <a:rPr lang="en-US" sz="800" b="1" spc="-11"/>
              <a:t> </a:t>
            </a:r>
            <a:r>
              <a:rPr lang="en-US" sz="800" b="1" spc="-6"/>
              <a:t>I</a:t>
            </a:r>
            <a:r>
              <a:rPr lang="en-US" sz="800" b="1" spc="-3"/>
              <a:t>n</a:t>
            </a:r>
            <a:r>
              <a:rPr lang="en-US" sz="800" b="1"/>
              <a:t>ternal </a:t>
            </a:r>
            <a:r>
              <a:rPr lang="en-US" sz="800" b="1" spc="-11"/>
              <a:t>U</a:t>
            </a:r>
            <a:r>
              <a:rPr lang="en-US" sz="800" b="1"/>
              <a:t>se </a:t>
            </a:r>
            <a:r>
              <a:rPr lang="en-US" sz="800" b="1" spc="-6"/>
              <a:t>O</a:t>
            </a:r>
            <a:r>
              <a:rPr lang="en-US" sz="800" b="1"/>
              <a:t>nly</a:t>
            </a:r>
          </a:p>
        </p:txBody>
      </p:sp>
      <p:pic>
        <p:nvPicPr>
          <p:cNvPr id="20" name="Picture 19">
            <a:extLst>
              <a:ext uri="{FF2B5EF4-FFF2-40B4-BE49-F238E27FC236}">
                <a16:creationId xmlns:a16="http://schemas.microsoft.com/office/drawing/2014/main" id="{963B5214-62ED-F345-B6DE-317510A78A03}"/>
              </a:ext>
            </a:extLst>
          </p:cNvPr>
          <p:cNvPicPr>
            <a:picLocks noChangeAspect="1"/>
          </p:cNvPicPr>
          <p:nvPr/>
        </p:nvPicPr>
        <p:blipFill>
          <a:blip r:embed="rId10"/>
          <a:stretch>
            <a:fillRect/>
          </a:stretch>
        </p:blipFill>
        <p:spPr>
          <a:xfrm>
            <a:off x="11414125" y="9525"/>
            <a:ext cx="777875" cy="777875"/>
          </a:xfrm>
          <a:prstGeom prst="rect">
            <a:avLst/>
          </a:prstGeom>
        </p:spPr>
      </p:pic>
      <p:pic>
        <p:nvPicPr>
          <p:cNvPr id="11" name="Picture 10">
            <a:extLst>
              <a:ext uri="{FF2B5EF4-FFF2-40B4-BE49-F238E27FC236}">
                <a16:creationId xmlns:a16="http://schemas.microsoft.com/office/drawing/2014/main" id="{3E11680D-3CC3-2D4E-8062-3CF346BB92AB}"/>
              </a:ext>
            </a:extLst>
          </p:cNvPr>
          <p:cNvPicPr>
            <a:picLocks noChangeAspect="1"/>
          </p:cNvPicPr>
          <p:nvPr/>
        </p:nvPicPr>
        <p:blipFill>
          <a:blip r:embed="rId11"/>
          <a:stretch>
            <a:fillRect/>
          </a:stretch>
        </p:blipFill>
        <p:spPr>
          <a:xfrm>
            <a:off x="84991" y="6394083"/>
            <a:ext cx="3093547" cy="562463"/>
          </a:xfrm>
          <a:prstGeom prst="rect">
            <a:avLst/>
          </a:prstGeom>
        </p:spPr>
      </p:pic>
      <p:grpSp>
        <p:nvGrpSpPr>
          <p:cNvPr id="10" name="Group 9">
            <a:extLst>
              <a:ext uri="{FF2B5EF4-FFF2-40B4-BE49-F238E27FC236}">
                <a16:creationId xmlns:a16="http://schemas.microsoft.com/office/drawing/2014/main" id="{EA47C7FB-56C9-452B-BA3E-212EF996FFFD}"/>
              </a:ext>
            </a:extLst>
          </p:cNvPr>
          <p:cNvGrpSpPr/>
          <p:nvPr/>
        </p:nvGrpSpPr>
        <p:grpSpPr>
          <a:xfrm>
            <a:off x="-2352501" y="449361"/>
            <a:ext cx="1971501" cy="3367772"/>
            <a:chOff x="-2352501" y="449361"/>
            <a:chExt cx="1971501" cy="3367772"/>
          </a:xfrm>
        </p:grpSpPr>
        <p:sp>
          <p:nvSpPr>
            <p:cNvPr id="12" name="Rectangle 11">
              <a:extLst>
                <a:ext uri="{FF2B5EF4-FFF2-40B4-BE49-F238E27FC236}">
                  <a16:creationId xmlns:a16="http://schemas.microsoft.com/office/drawing/2014/main" id="{C5C283B5-7826-4A51-9B89-A7C41DE0D688}"/>
                </a:ext>
              </a:extLst>
            </p:cNvPr>
            <p:cNvSpPr/>
            <p:nvPr/>
          </p:nvSpPr>
          <p:spPr>
            <a:xfrm>
              <a:off x="-609600" y="2189339"/>
              <a:ext cx="228600" cy="228600"/>
            </a:xfrm>
            <a:prstGeom prst="rect">
              <a:avLst/>
            </a:prstGeom>
            <a:solidFill>
              <a:srgbClr val="FFC2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9AB1459-2B19-4BF9-AB56-9E824460C74B}"/>
                </a:ext>
              </a:extLst>
            </p:cNvPr>
            <p:cNvSpPr/>
            <p:nvPr/>
          </p:nvSpPr>
          <p:spPr>
            <a:xfrm>
              <a:off x="-609600" y="3206399"/>
              <a:ext cx="228600" cy="228600"/>
            </a:xfrm>
            <a:prstGeom prst="rect">
              <a:avLst/>
            </a:prstGeom>
            <a:solidFill>
              <a:srgbClr val="EE3B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C2620583-C671-42D6-8299-267BF1BCD21E}"/>
                </a:ext>
              </a:extLst>
            </p:cNvPr>
            <p:cNvGrpSpPr/>
            <p:nvPr/>
          </p:nvGrpSpPr>
          <p:grpSpPr>
            <a:xfrm>
              <a:off x="-2338086" y="449361"/>
              <a:ext cx="1957086" cy="307777"/>
              <a:chOff x="-2338086" y="449361"/>
              <a:chExt cx="1957086" cy="307777"/>
            </a:xfrm>
          </p:grpSpPr>
          <p:sp>
            <p:nvSpPr>
              <p:cNvPr id="36" name="Rectangle 35">
                <a:extLst>
                  <a:ext uri="{FF2B5EF4-FFF2-40B4-BE49-F238E27FC236}">
                    <a16:creationId xmlns:a16="http://schemas.microsoft.com/office/drawing/2014/main" id="{591FC736-8583-45E2-AEA7-F2AB9823A4DD}"/>
                  </a:ext>
                </a:extLst>
              </p:cNvPr>
              <p:cNvSpPr/>
              <p:nvPr/>
            </p:nvSpPr>
            <p:spPr>
              <a:xfrm>
                <a:off x="-609600" y="488950"/>
                <a:ext cx="228600" cy="228600"/>
              </a:xfrm>
              <a:prstGeom prst="rect">
                <a:avLst/>
              </a:prstGeom>
              <a:solidFill>
                <a:srgbClr val="081F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81F2C"/>
                  </a:solidFill>
                </a:endParaRPr>
              </a:p>
            </p:txBody>
          </p:sp>
          <p:sp>
            <p:nvSpPr>
              <p:cNvPr id="37" name="TextBox 36">
                <a:extLst>
                  <a:ext uri="{FF2B5EF4-FFF2-40B4-BE49-F238E27FC236}">
                    <a16:creationId xmlns:a16="http://schemas.microsoft.com/office/drawing/2014/main" id="{3CEB40F3-763A-456D-A08A-D35948D5EAB3}"/>
                  </a:ext>
                </a:extLst>
              </p:cNvPr>
              <p:cNvSpPr txBox="1"/>
              <p:nvPr/>
            </p:nvSpPr>
            <p:spPr>
              <a:xfrm>
                <a:off x="-2338086" y="449361"/>
                <a:ext cx="1728486" cy="307777"/>
              </a:xfrm>
              <a:prstGeom prst="rect">
                <a:avLst/>
              </a:prstGeom>
              <a:noFill/>
            </p:spPr>
            <p:txBody>
              <a:bodyPr wrap="square" rtlCol="0">
                <a:spAutoFit/>
              </a:bodyPr>
              <a:lstStyle/>
              <a:p>
                <a:r>
                  <a:rPr lang="en-US" sz="1400">
                    <a:solidFill>
                      <a:srgbClr val="081F2C"/>
                    </a:solidFill>
                  </a:rPr>
                  <a:t>RGB: 8 / 31/ 44</a:t>
                </a:r>
              </a:p>
            </p:txBody>
          </p:sp>
        </p:grpSp>
        <p:grpSp>
          <p:nvGrpSpPr>
            <p:cNvPr id="15" name="Group 14">
              <a:extLst>
                <a:ext uri="{FF2B5EF4-FFF2-40B4-BE49-F238E27FC236}">
                  <a16:creationId xmlns:a16="http://schemas.microsoft.com/office/drawing/2014/main" id="{139092E9-DF4D-42EA-B27D-08B70BF3749B}"/>
                </a:ext>
              </a:extLst>
            </p:cNvPr>
            <p:cNvGrpSpPr/>
            <p:nvPr/>
          </p:nvGrpSpPr>
          <p:grpSpPr>
            <a:xfrm>
              <a:off x="-2352501" y="790144"/>
              <a:ext cx="1971501" cy="307777"/>
              <a:chOff x="-2352501" y="790144"/>
              <a:chExt cx="1971501" cy="307777"/>
            </a:xfrm>
          </p:grpSpPr>
          <p:sp>
            <p:nvSpPr>
              <p:cNvPr id="34" name="Rectangle 33">
                <a:extLst>
                  <a:ext uri="{FF2B5EF4-FFF2-40B4-BE49-F238E27FC236}">
                    <a16:creationId xmlns:a16="http://schemas.microsoft.com/office/drawing/2014/main" id="{EC0D4BBE-3348-41E9-B715-ADEFA3839BC2}"/>
                  </a:ext>
                </a:extLst>
              </p:cNvPr>
              <p:cNvSpPr/>
              <p:nvPr/>
            </p:nvSpPr>
            <p:spPr>
              <a:xfrm>
                <a:off x="-609600" y="829733"/>
                <a:ext cx="228600" cy="228600"/>
              </a:xfrm>
              <a:prstGeom prst="rect">
                <a:avLst/>
              </a:prstGeom>
              <a:solidFill>
                <a:srgbClr val="78B9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8B9E7"/>
                  </a:solidFill>
                </a:endParaRPr>
              </a:p>
            </p:txBody>
          </p:sp>
          <p:sp>
            <p:nvSpPr>
              <p:cNvPr id="35" name="TextBox 34">
                <a:extLst>
                  <a:ext uri="{FF2B5EF4-FFF2-40B4-BE49-F238E27FC236}">
                    <a16:creationId xmlns:a16="http://schemas.microsoft.com/office/drawing/2014/main" id="{06EB7307-A7A9-4299-BC58-BE30596658A1}"/>
                  </a:ext>
                </a:extLst>
              </p:cNvPr>
              <p:cNvSpPr txBox="1"/>
              <p:nvPr/>
            </p:nvSpPr>
            <p:spPr>
              <a:xfrm>
                <a:off x="-2352501" y="790144"/>
                <a:ext cx="1728486" cy="307777"/>
              </a:xfrm>
              <a:prstGeom prst="rect">
                <a:avLst/>
              </a:prstGeom>
              <a:noFill/>
            </p:spPr>
            <p:txBody>
              <a:bodyPr wrap="square" rtlCol="0">
                <a:spAutoFit/>
              </a:bodyPr>
              <a:lstStyle/>
              <a:p>
                <a:r>
                  <a:rPr lang="en-US" sz="1400">
                    <a:solidFill>
                      <a:srgbClr val="081F2C"/>
                    </a:solidFill>
                  </a:rPr>
                  <a:t>RGB: 120 / 185 / 231</a:t>
                </a:r>
              </a:p>
            </p:txBody>
          </p:sp>
        </p:grpSp>
        <p:grpSp>
          <p:nvGrpSpPr>
            <p:cNvPr id="16" name="Group 15">
              <a:extLst>
                <a:ext uri="{FF2B5EF4-FFF2-40B4-BE49-F238E27FC236}">
                  <a16:creationId xmlns:a16="http://schemas.microsoft.com/office/drawing/2014/main" id="{304766AC-AEF9-477A-AC81-00AE8FA76A96}"/>
                </a:ext>
              </a:extLst>
            </p:cNvPr>
            <p:cNvGrpSpPr/>
            <p:nvPr/>
          </p:nvGrpSpPr>
          <p:grpSpPr>
            <a:xfrm>
              <a:off x="-2352501" y="1471710"/>
              <a:ext cx="1971501" cy="307777"/>
              <a:chOff x="-2352501" y="1471710"/>
              <a:chExt cx="1971501" cy="307777"/>
            </a:xfrm>
          </p:grpSpPr>
          <p:sp>
            <p:nvSpPr>
              <p:cNvPr id="32" name="Rectangle 31">
                <a:extLst>
                  <a:ext uri="{FF2B5EF4-FFF2-40B4-BE49-F238E27FC236}">
                    <a16:creationId xmlns:a16="http://schemas.microsoft.com/office/drawing/2014/main" id="{EDF837DA-A7AA-4FA9-B784-79A2E096E625}"/>
                  </a:ext>
                </a:extLst>
              </p:cNvPr>
              <p:cNvSpPr/>
              <p:nvPr/>
            </p:nvSpPr>
            <p:spPr>
              <a:xfrm>
                <a:off x="-609600" y="1511299"/>
                <a:ext cx="228600" cy="228600"/>
              </a:xfrm>
              <a:prstGeom prst="rect">
                <a:avLst/>
              </a:prstGeom>
              <a:solidFill>
                <a:srgbClr val="0070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71CE"/>
                  </a:solidFill>
                </a:endParaRPr>
              </a:p>
            </p:txBody>
          </p:sp>
          <p:sp>
            <p:nvSpPr>
              <p:cNvPr id="33" name="TextBox 32">
                <a:extLst>
                  <a:ext uri="{FF2B5EF4-FFF2-40B4-BE49-F238E27FC236}">
                    <a16:creationId xmlns:a16="http://schemas.microsoft.com/office/drawing/2014/main" id="{A04D9A2D-16B6-4003-A138-147D2A75FA93}"/>
                  </a:ext>
                </a:extLst>
              </p:cNvPr>
              <p:cNvSpPr txBox="1"/>
              <p:nvPr/>
            </p:nvSpPr>
            <p:spPr>
              <a:xfrm>
                <a:off x="-2352501" y="1471710"/>
                <a:ext cx="1728486" cy="307777"/>
              </a:xfrm>
              <a:prstGeom prst="rect">
                <a:avLst/>
              </a:prstGeom>
              <a:noFill/>
            </p:spPr>
            <p:txBody>
              <a:bodyPr wrap="square" rtlCol="0">
                <a:spAutoFit/>
              </a:bodyPr>
              <a:lstStyle/>
              <a:p>
                <a:r>
                  <a:rPr lang="en-US" sz="1400">
                    <a:solidFill>
                      <a:srgbClr val="081F2C"/>
                    </a:solidFill>
                  </a:rPr>
                  <a:t>RGB: 0 / 112 / 206</a:t>
                </a:r>
              </a:p>
            </p:txBody>
          </p:sp>
        </p:grpSp>
        <p:grpSp>
          <p:nvGrpSpPr>
            <p:cNvPr id="17" name="Group 16">
              <a:extLst>
                <a:ext uri="{FF2B5EF4-FFF2-40B4-BE49-F238E27FC236}">
                  <a16:creationId xmlns:a16="http://schemas.microsoft.com/office/drawing/2014/main" id="{CFA03A35-7EA5-40A3-8A26-2F2ECABB54E3}"/>
                </a:ext>
              </a:extLst>
            </p:cNvPr>
            <p:cNvGrpSpPr/>
            <p:nvPr/>
          </p:nvGrpSpPr>
          <p:grpSpPr>
            <a:xfrm>
              <a:off x="-2352501" y="1810730"/>
              <a:ext cx="1971501" cy="307777"/>
              <a:chOff x="-2352501" y="1810730"/>
              <a:chExt cx="1971501" cy="307777"/>
            </a:xfrm>
          </p:grpSpPr>
          <p:sp>
            <p:nvSpPr>
              <p:cNvPr id="30" name="Rectangle 29">
                <a:extLst>
                  <a:ext uri="{FF2B5EF4-FFF2-40B4-BE49-F238E27FC236}">
                    <a16:creationId xmlns:a16="http://schemas.microsoft.com/office/drawing/2014/main" id="{9EF2FB6D-2CCC-4415-99A7-33AEB5A96599}"/>
                  </a:ext>
                </a:extLst>
              </p:cNvPr>
              <p:cNvSpPr/>
              <p:nvPr/>
            </p:nvSpPr>
            <p:spPr>
              <a:xfrm>
                <a:off x="-609600" y="1850319"/>
                <a:ext cx="228600" cy="228600"/>
              </a:xfrm>
              <a:prstGeom prst="rect">
                <a:avLst/>
              </a:prstGeom>
              <a:solidFill>
                <a:srgbClr val="EB1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1AE297AF-DCAC-4D8E-B0FE-1F3A8C42342B}"/>
                  </a:ext>
                </a:extLst>
              </p:cNvPr>
              <p:cNvSpPr txBox="1"/>
              <p:nvPr/>
            </p:nvSpPr>
            <p:spPr>
              <a:xfrm>
                <a:off x="-2352501" y="1810730"/>
                <a:ext cx="1728486" cy="307777"/>
              </a:xfrm>
              <a:prstGeom prst="rect">
                <a:avLst/>
              </a:prstGeom>
              <a:noFill/>
            </p:spPr>
            <p:txBody>
              <a:bodyPr wrap="square" rtlCol="0">
                <a:spAutoFit/>
              </a:bodyPr>
              <a:lstStyle/>
              <a:p>
                <a:r>
                  <a:rPr lang="en-US" sz="1400">
                    <a:solidFill>
                      <a:srgbClr val="081F2C"/>
                    </a:solidFill>
                  </a:rPr>
                  <a:t>RGB: 235 / 20 / 141</a:t>
                </a:r>
              </a:p>
            </p:txBody>
          </p:sp>
        </p:grpSp>
        <p:sp>
          <p:nvSpPr>
            <p:cNvPr id="18" name="TextBox 17">
              <a:extLst>
                <a:ext uri="{FF2B5EF4-FFF2-40B4-BE49-F238E27FC236}">
                  <a16:creationId xmlns:a16="http://schemas.microsoft.com/office/drawing/2014/main" id="{0CD8E2D3-8159-4572-A1AF-9DBF1D63FC58}"/>
                </a:ext>
              </a:extLst>
            </p:cNvPr>
            <p:cNvSpPr txBox="1"/>
            <p:nvPr/>
          </p:nvSpPr>
          <p:spPr>
            <a:xfrm>
              <a:off x="-2338086" y="2149750"/>
              <a:ext cx="1728486" cy="307777"/>
            </a:xfrm>
            <a:prstGeom prst="rect">
              <a:avLst/>
            </a:prstGeom>
            <a:noFill/>
          </p:spPr>
          <p:txBody>
            <a:bodyPr wrap="square" rtlCol="0">
              <a:spAutoFit/>
            </a:bodyPr>
            <a:lstStyle/>
            <a:p>
              <a:r>
                <a:rPr lang="en-US" sz="1400">
                  <a:solidFill>
                    <a:srgbClr val="081F2C"/>
                  </a:solidFill>
                </a:rPr>
                <a:t>RGB: 255 / 194 / 32</a:t>
              </a:r>
            </a:p>
          </p:txBody>
        </p:sp>
        <p:grpSp>
          <p:nvGrpSpPr>
            <p:cNvPr id="19" name="Group 18">
              <a:extLst>
                <a:ext uri="{FF2B5EF4-FFF2-40B4-BE49-F238E27FC236}">
                  <a16:creationId xmlns:a16="http://schemas.microsoft.com/office/drawing/2014/main" id="{610ED7E1-CE4F-4690-9F78-3ED0C88CB9D4}"/>
                </a:ext>
              </a:extLst>
            </p:cNvPr>
            <p:cNvGrpSpPr/>
            <p:nvPr/>
          </p:nvGrpSpPr>
          <p:grpSpPr>
            <a:xfrm>
              <a:off x="-2338086" y="2487726"/>
              <a:ext cx="1957086" cy="307777"/>
              <a:chOff x="-2338086" y="2487726"/>
              <a:chExt cx="1957086" cy="307777"/>
            </a:xfrm>
          </p:grpSpPr>
          <p:sp>
            <p:nvSpPr>
              <p:cNvPr id="28" name="Rectangle 27">
                <a:extLst>
                  <a:ext uri="{FF2B5EF4-FFF2-40B4-BE49-F238E27FC236}">
                    <a16:creationId xmlns:a16="http://schemas.microsoft.com/office/drawing/2014/main" id="{06B34E14-6436-4CC0-A4AE-12C013E12EF0}"/>
                  </a:ext>
                </a:extLst>
              </p:cNvPr>
              <p:cNvSpPr/>
              <p:nvPr/>
            </p:nvSpPr>
            <p:spPr>
              <a:xfrm>
                <a:off x="-609600" y="2528359"/>
                <a:ext cx="228600" cy="228600"/>
              </a:xfrm>
              <a:prstGeom prst="rect">
                <a:avLst/>
              </a:prstGeom>
              <a:solidFill>
                <a:srgbClr val="76C0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93BE7F54-6D3E-4E06-9552-E973C7BE142B}"/>
                  </a:ext>
                </a:extLst>
              </p:cNvPr>
              <p:cNvSpPr txBox="1"/>
              <p:nvPr/>
            </p:nvSpPr>
            <p:spPr>
              <a:xfrm>
                <a:off x="-2338086" y="2487726"/>
                <a:ext cx="1728486" cy="307777"/>
              </a:xfrm>
              <a:prstGeom prst="rect">
                <a:avLst/>
              </a:prstGeom>
              <a:noFill/>
            </p:spPr>
            <p:txBody>
              <a:bodyPr wrap="square" rtlCol="0">
                <a:spAutoFit/>
              </a:bodyPr>
              <a:lstStyle/>
              <a:p>
                <a:r>
                  <a:rPr lang="en-US" sz="1400">
                    <a:solidFill>
                      <a:srgbClr val="081F2C"/>
                    </a:solidFill>
                  </a:rPr>
                  <a:t>RGB: 118 / 192 / 67</a:t>
                </a:r>
              </a:p>
            </p:txBody>
          </p:sp>
        </p:grpSp>
        <p:grpSp>
          <p:nvGrpSpPr>
            <p:cNvPr id="21" name="Group 20">
              <a:extLst>
                <a:ext uri="{FF2B5EF4-FFF2-40B4-BE49-F238E27FC236}">
                  <a16:creationId xmlns:a16="http://schemas.microsoft.com/office/drawing/2014/main" id="{F9735A56-A3A2-400E-8D24-18857B99577B}"/>
                </a:ext>
              </a:extLst>
            </p:cNvPr>
            <p:cNvGrpSpPr/>
            <p:nvPr/>
          </p:nvGrpSpPr>
          <p:grpSpPr>
            <a:xfrm>
              <a:off x="-2338086" y="2825702"/>
              <a:ext cx="1957086" cy="307777"/>
              <a:chOff x="-2338086" y="2825702"/>
              <a:chExt cx="1957086" cy="307777"/>
            </a:xfrm>
          </p:grpSpPr>
          <p:sp>
            <p:nvSpPr>
              <p:cNvPr id="26" name="Rectangle 25">
                <a:extLst>
                  <a:ext uri="{FF2B5EF4-FFF2-40B4-BE49-F238E27FC236}">
                    <a16:creationId xmlns:a16="http://schemas.microsoft.com/office/drawing/2014/main" id="{F62C4DB5-52CD-4797-937E-38A31ED5D70D}"/>
                  </a:ext>
                </a:extLst>
              </p:cNvPr>
              <p:cNvSpPr/>
              <p:nvPr/>
            </p:nvSpPr>
            <p:spPr>
              <a:xfrm>
                <a:off x="-609600" y="2867379"/>
                <a:ext cx="228600" cy="228600"/>
              </a:xfrm>
              <a:prstGeom prst="rect">
                <a:avLst/>
              </a:prstGeom>
              <a:solidFill>
                <a:srgbClr val="F47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FE42E933-8E73-4BAE-8F79-36B257118F7C}"/>
                  </a:ext>
                </a:extLst>
              </p:cNvPr>
              <p:cNvSpPr txBox="1"/>
              <p:nvPr/>
            </p:nvSpPr>
            <p:spPr>
              <a:xfrm>
                <a:off x="-2338086" y="2825702"/>
                <a:ext cx="1728486" cy="307777"/>
              </a:xfrm>
              <a:prstGeom prst="rect">
                <a:avLst/>
              </a:prstGeom>
              <a:noFill/>
            </p:spPr>
            <p:txBody>
              <a:bodyPr wrap="square" rtlCol="0">
                <a:spAutoFit/>
              </a:bodyPr>
              <a:lstStyle/>
              <a:p>
                <a:r>
                  <a:rPr lang="en-US" sz="1400">
                    <a:solidFill>
                      <a:srgbClr val="081F2C"/>
                    </a:solidFill>
                  </a:rPr>
                  <a:t>RGB: 244 / 117 / 33</a:t>
                </a:r>
              </a:p>
            </p:txBody>
          </p:sp>
        </p:grpSp>
        <p:sp>
          <p:nvSpPr>
            <p:cNvPr id="22" name="TextBox 21">
              <a:extLst>
                <a:ext uri="{FF2B5EF4-FFF2-40B4-BE49-F238E27FC236}">
                  <a16:creationId xmlns:a16="http://schemas.microsoft.com/office/drawing/2014/main" id="{323DDFED-7FD0-4300-8BFA-A2EE13683C58}"/>
                </a:ext>
              </a:extLst>
            </p:cNvPr>
            <p:cNvSpPr txBox="1"/>
            <p:nvPr/>
          </p:nvSpPr>
          <p:spPr>
            <a:xfrm>
              <a:off x="-2338086" y="3161651"/>
              <a:ext cx="1728486" cy="307777"/>
            </a:xfrm>
            <a:prstGeom prst="rect">
              <a:avLst/>
            </a:prstGeom>
            <a:noFill/>
          </p:spPr>
          <p:txBody>
            <a:bodyPr wrap="square" rtlCol="0">
              <a:spAutoFit/>
            </a:bodyPr>
            <a:lstStyle/>
            <a:p>
              <a:r>
                <a:rPr lang="en-US" sz="1400">
                  <a:solidFill>
                    <a:srgbClr val="081F2C"/>
                  </a:solidFill>
                </a:rPr>
                <a:t>RGB: 238 / 59 / 42</a:t>
              </a:r>
            </a:p>
          </p:txBody>
        </p:sp>
        <p:grpSp>
          <p:nvGrpSpPr>
            <p:cNvPr id="23" name="Group 22">
              <a:extLst>
                <a:ext uri="{FF2B5EF4-FFF2-40B4-BE49-F238E27FC236}">
                  <a16:creationId xmlns:a16="http://schemas.microsoft.com/office/drawing/2014/main" id="{6EA0E503-2376-447E-97CE-AD6CCFB64935}"/>
                </a:ext>
              </a:extLst>
            </p:cNvPr>
            <p:cNvGrpSpPr/>
            <p:nvPr/>
          </p:nvGrpSpPr>
          <p:grpSpPr>
            <a:xfrm>
              <a:off x="-2338086" y="3509356"/>
              <a:ext cx="1957086" cy="307777"/>
              <a:chOff x="-2338086" y="3509356"/>
              <a:chExt cx="1957086" cy="307777"/>
            </a:xfrm>
          </p:grpSpPr>
          <p:sp>
            <p:nvSpPr>
              <p:cNvPr id="24" name="Rectangle 23">
                <a:extLst>
                  <a:ext uri="{FF2B5EF4-FFF2-40B4-BE49-F238E27FC236}">
                    <a16:creationId xmlns:a16="http://schemas.microsoft.com/office/drawing/2014/main" id="{20E6D90E-A361-4990-920A-3D3599798534}"/>
                  </a:ext>
                </a:extLst>
              </p:cNvPr>
              <p:cNvSpPr/>
              <p:nvPr/>
            </p:nvSpPr>
            <p:spPr>
              <a:xfrm>
                <a:off x="-609600" y="3545417"/>
                <a:ext cx="228600" cy="228600"/>
              </a:xfrm>
              <a:prstGeom prst="rect">
                <a:avLst/>
              </a:prstGeom>
              <a:solidFill>
                <a:srgbClr val="3F3F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CB349AB5-FC33-43FA-A03A-1E68C5107600}"/>
                  </a:ext>
                </a:extLst>
              </p:cNvPr>
              <p:cNvSpPr txBox="1"/>
              <p:nvPr/>
            </p:nvSpPr>
            <p:spPr>
              <a:xfrm>
                <a:off x="-2338086" y="3509356"/>
                <a:ext cx="1728486" cy="307777"/>
              </a:xfrm>
              <a:prstGeom prst="rect">
                <a:avLst/>
              </a:prstGeom>
              <a:noFill/>
            </p:spPr>
            <p:txBody>
              <a:bodyPr wrap="square" rtlCol="0">
                <a:spAutoFit/>
              </a:bodyPr>
              <a:lstStyle/>
              <a:p>
                <a:r>
                  <a:rPr lang="en-US" sz="1400">
                    <a:solidFill>
                      <a:srgbClr val="081F2C"/>
                    </a:solidFill>
                  </a:rPr>
                  <a:t>RGB: 63 / 63 / 64</a:t>
                </a:r>
              </a:p>
            </p:txBody>
          </p:sp>
        </p:grpSp>
      </p:grpSp>
    </p:spTree>
    <p:extLst>
      <p:ext uri="{BB962C8B-B14F-4D97-AF65-F5344CB8AC3E}">
        <p14:creationId xmlns:p14="http://schemas.microsoft.com/office/powerpoint/2010/main" val="2609778224"/>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Lst>
  <p:txStyles>
    <p:titleStyle>
      <a:lvl1pPr algn="l" defTabSz="914400" rtl="0" eaLnBrk="1" latinLnBrk="0" hangingPunct="1">
        <a:lnSpc>
          <a:spcPct val="90000"/>
        </a:lnSpc>
        <a:spcBef>
          <a:spcPct val="0"/>
        </a:spcBef>
        <a:buNone/>
        <a:defRPr sz="4400" b="1" kern="1200">
          <a:solidFill>
            <a:srgbClr val="404041"/>
          </a:solidFill>
          <a:latin typeface="Bogle" panose="020B0503020203060203" pitchFamily="34" charset="77"/>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1" kern="1200">
          <a:solidFill>
            <a:srgbClr val="404041"/>
          </a:solidFill>
          <a:latin typeface="Bogle" panose="020B0503020203060203" pitchFamily="34"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404041"/>
          </a:solidFill>
          <a:latin typeface="Bogle" panose="020B0503020203060203" pitchFamily="34"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404041"/>
          </a:solidFill>
          <a:latin typeface="Bogle" panose="020B0503020203060203" pitchFamily="34"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404041"/>
          </a:solidFill>
          <a:latin typeface="Bogle" panose="020B0503020203060203" pitchFamily="34"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404041"/>
          </a:solidFill>
          <a:latin typeface="Bogle" panose="020B05030202030602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148" name="Rectangle 4"/>
          <p:cNvSpPr>
            <a:spLocks noGrp="1" noChangeArrowheads="1"/>
          </p:cNvSpPr>
          <p:nvPr>
            <p:ph type="body" idx="1"/>
          </p:nvPr>
        </p:nvSpPr>
        <p:spPr bwMode="auto">
          <a:xfrm>
            <a:off x="609600" y="1193800"/>
            <a:ext cx="10972800" cy="4752973"/>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Rectangle 11"/>
          <p:cNvSpPr/>
          <p:nvPr/>
        </p:nvSpPr>
        <p:spPr>
          <a:xfrm>
            <a:off x="0" y="6431280"/>
            <a:ext cx="12192000" cy="426720"/>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bg1"/>
              </a:solidFill>
              <a:latin typeface="Lato Light" panose="020F0302020204030203" pitchFamily="34" charset="0"/>
            </a:endParaRPr>
          </a:p>
        </p:txBody>
      </p:sp>
      <p:sp>
        <p:nvSpPr>
          <p:cNvPr id="6147" name="Rectangle 3"/>
          <p:cNvSpPr>
            <a:spLocks noGrp="1" noChangeArrowheads="1"/>
          </p:cNvSpPr>
          <p:nvPr>
            <p:ph type="title"/>
          </p:nvPr>
        </p:nvSpPr>
        <p:spPr bwMode="auto">
          <a:xfrm>
            <a:off x="609600" y="308257"/>
            <a:ext cx="10972800" cy="666786"/>
          </a:xfrm>
          <a:prstGeom prst="rect">
            <a:avLst/>
          </a:prstGeom>
          <a:noFill/>
          <a:ln w="9525">
            <a:noFill/>
            <a:miter lim="800000"/>
            <a:headEnd/>
            <a:tailEnd/>
          </a:ln>
          <a:effectLst/>
        </p:spPr>
        <p:txBody>
          <a:bodyPr vert="horz" wrap="square" lIns="0" tIns="45720" rIns="0" bIns="45720" numCol="1" anchor="b" anchorCtr="0" compatLnSpc="1">
            <a:prstTxWarp prst="textNoShape">
              <a:avLst/>
            </a:prstTxWarp>
            <a:spAutoFit/>
          </a:bodyPr>
          <a:lstStyle/>
          <a:p>
            <a:pPr lvl="0"/>
            <a:r>
              <a:rPr lang="en-US"/>
              <a:t>Click to edit Master title style</a:t>
            </a:r>
          </a:p>
        </p:txBody>
      </p:sp>
      <p:sp>
        <p:nvSpPr>
          <p:cNvPr id="8"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
        <p:nvSpPr>
          <p:cNvPr id="9" name="Slide Number Placeholder 8"/>
          <p:cNvSpPr>
            <a:spLocks noGrp="1"/>
          </p:cNvSpPr>
          <p:nvPr>
            <p:ph type="sldNum" sz="quarter" idx="4"/>
          </p:nvPr>
        </p:nvSpPr>
        <p:spPr>
          <a:xfrm>
            <a:off x="711200" y="6431279"/>
            <a:ext cx="609600" cy="426720"/>
          </a:xfrm>
          <a:prstGeom prst="rect">
            <a:avLst/>
          </a:prstGeom>
          <a:solidFill>
            <a:schemeClr val="accent2"/>
          </a:solidFill>
        </p:spPr>
        <p:txBody>
          <a:bodyPr vert="horz" lIns="91440" tIns="45720" rIns="91440" bIns="45720" rtlCol="0" anchor="ctr"/>
          <a:lstStyle>
            <a:lvl1pPr algn="ctr">
              <a:defRPr sz="1333">
                <a:solidFill>
                  <a:schemeClr val="tx1">
                    <a:lumMod val="75000"/>
                    <a:lumOff val="25000"/>
                  </a:schemeClr>
                </a:solidFill>
                <a:latin typeface="+mn-lt"/>
              </a:defRPr>
            </a:lvl1pPr>
          </a:lstStyle>
          <a:p>
            <a:fld id="{65B3A5B5-D464-4D94-A6FF-B439700E06BB}" type="slidenum">
              <a:rPr lang="en-US" smtClean="0"/>
              <a:pPr/>
              <a:t>‹#›</a:t>
            </a:fld>
            <a:endParaRPr lang="en-US"/>
          </a:p>
        </p:txBody>
      </p:sp>
      <p:grpSp>
        <p:nvGrpSpPr>
          <p:cNvPr id="43" name="Group 42"/>
          <p:cNvGrpSpPr/>
          <p:nvPr/>
        </p:nvGrpSpPr>
        <p:grpSpPr>
          <a:xfrm>
            <a:off x="9956800" y="6495043"/>
            <a:ext cx="1625600" cy="332688"/>
            <a:chOff x="2826032" y="2866132"/>
            <a:chExt cx="6368767" cy="1303397"/>
          </a:xfrm>
        </p:grpSpPr>
        <p:pic>
          <p:nvPicPr>
            <p:cNvPr id="44" name="Picture 43"/>
            <p:cNvPicPr>
              <a:picLocks noChangeAspect="1"/>
            </p:cNvPicPr>
            <p:nvPr userDrawn="1"/>
          </p:nvPicPr>
          <p:blipFill rotWithShape="1">
            <a:blip r:embed="rId32" cstate="email">
              <a:extLst>
                <a:ext uri="{28A0092B-C50C-407E-A947-70E740481C1C}">
                  <a14:useLocalDpi xmlns:a14="http://schemas.microsoft.com/office/drawing/2010/main"/>
                </a:ext>
              </a:extLst>
            </a:blip>
            <a:srcRect r="47060"/>
            <a:stretch/>
          </p:blipFill>
          <p:spPr>
            <a:xfrm>
              <a:off x="3865565" y="2866132"/>
              <a:ext cx="3400259" cy="1303397"/>
            </a:xfrm>
            <a:prstGeom prst="rect">
              <a:avLst/>
            </a:prstGeom>
          </p:spPr>
        </p:pic>
        <p:pic>
          <p:nvPicPr>
            <p:cNvPr id="45" name="Picture 44"/>
            <p:cNvPicPr>
              <a:picLocks noChangeAspect="1"/>
            </p:cNvPicPr>
            <p:nvPr userDrawn="1"/>
          </p:nvPicPr>
          <p:blipFill rotWithShape="1">
            <a:blip r:embed="rId32" cstate="email">
              <a:extLst>
                <a:ext uri="{28A0092B-C50C-407E-A947-70E740481C1C}">
                  <a14:useLocalDpi xmlns:a14="http://schemas.microsoft.com/office/drawing/2010/main"/>
                </a:ext>
              </a:extLst>
            </a:blip>
            <a:srcRect l="71395"/>
            <a:stretch/>
          </p:blipFill>
          <p:spPr>
            <a:xfrm>
              <a:off x="7357533" y="2866132"/>
              <a:ext cx="1837266" cy="1303397"/>
            </a:xfrm>
            <a:prstGeom prst="rect">
              <a:avLst/>
            </a:prstGeom>
          </p:spPr>
        </p:pic>
        <p:pic>
          <p:nvPicPr>
            <p:cNvPr id="46" name="Picture 45"/>
            <p:cNvPicPr>
              <a:picLocks noChangeAspect="1"/>
            </p:cNvPicPr>
            <p:nvPr userDrawn="1"/>
          </p:nvPicPr>
          <p:blipFill rotWithShape="1">
            <a:blip r:embed="rId33" cstate="email">
              <a:extLst>
                <a:ext uri="{28A0092B-C50C-407E-A947-70E740481C1C}">
                  <a14:useLocalDpi xmlns:a14="http://schemas.microsoft.com/office/drawing/2010/main"/>
                </a:ext>
              </a:extLst>
            </a:blip>
            <a:srcRect l="53863" r="30319"/>
            <a:stretch/>
          </p:blipFill>
          <p:spPr>
            <a:xfrm>
              <a:off x="2826032" y="2991271"/>
              <a:ext cx="895374" cy="1148649"/>
            </a:xfrm>
            <a:prstGeom prst="rect">
              <a:avLst/>
            </a:prstGeom>
          </p:spPr>
        </p:pic>
      </p:grpSp>
    </p:spTree>
    <p:extLst>
      <p:ext uri="{BB962C8B-B14F-4D97-AF65-F5344CB8AC3E}">
        <p14:creationId xmlns:p14="http://schemas.microsoft.com/office/powerpoint/2010/main" val="4260187076"/>
      </p:ext>
    </p:extLst>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 id="2147483734" r:id="rId12"/>
    <p:sldLayoutId id="2147483735" r:id="rId13"/>
    <p:sldLayoutId id="2147483736" r:id="rId14"/>
    <p:sldLayoutId id="2147483737" r:id="rId15"/>
    <p:sldLayoutId id="2147483738" r:id="rId16"/>
    <p:sldLayoutId id="2147483739" r:id="rId17"/>
    <p:sldLayoutId id="2147483740" r:id="rId18"/>
    <p:sldLayoutId id="2147483741" r:id="rId19"/>
    <p:sldLayoutId id="2147483742" r:id="rId20"/>
    <p:sldLayoutId id="2147483743" r:id="rId21"/>
    <p:sldLayoutId id="2147483744" r:id="rId22"/>
    <p:sldLayoutId id="2147483745" r:id="rId23"/>
    <p:sldLayoutId id="2147483746" r:id="rId24"/>
    <p:sldLayoutId id="2147483747" r:id="rId25"/>
    <p:sldLayoutId id="2147483748" r:id="rId26"/>
    <p:sldLayoutId id="2147483749" r:id="rId27"/>
    <p:sldLayoutId id="2147483750" r:id="rId28"/>
    <p:sldLayoutId id="2147483751" r:id="rId29"/>
    <p:sldLayoutId id="2147483752" r:id="rId30"/>
  </p:sldLayoutIdLst>
  <p:hf hdr="0" dt="0"/>
  <p:txStyles>
    <p:titleStyle>
      <a:lvl1pPr algn="ctr" rtl="0" eaLnBrk="1" fontAlgn="base" hangingPunct="1">
        <a:spcBef>
          <a:spcPct val="0"/>
        </a:spcBef>
        <a:spcAft>
          <a:spcPct val="0"/>
        </a:spcAft>
        <a:defRPr sz="3733" b="0">
          <a:solidFill>
            <a:schemeClr val="accent6"/>
          </a:solidFill>
          <a:latin typeface="Bogle" charset="0"/>
          <a:ea typeface="Bogle" charset="0"/>
          <a:cs typeface="Bogle" charset="0"/>
        </a:defRPr>
      </a:lvl1pPr>
      <a:lvl2pPr algn="l" rtl="0" eaLnBrk="1" fontAlgn="base" hangingPunct="1">
        <a:spcBef>
          <a:spcPct val="0"/>
        </a:spcBef>
        <a:spcAft>
          <a:spcPct val="0"/>
        </a:spcAft>
        <a:defRPr b="1">
          <a:solidFill>
            <a:schemeClr val="accent2"/>
          </a:solidFill>
          <a:latin typeface="Arial" charset="0"/>
          <a:ea typeface="ＭＳ Ｐゴシック" charset="-128"/>
        </a:defRPr>
      </a:lvl2pPr>
      <a:lvl3pPr algn="l" rtl="0" eaLnBrk="1" fontAlgn="base" hangingPunct="1">
        <a:spcBef>
          <a:spcPct val="0"/>
        </a:spcBef>
        <a:spcAft>
          <a:spcPct val="0"/>
        </a:spcAft>
        <a:defRPr b="1">
          <a:solidFill>
            <a:schemeClr val="accent2"/>
          </a:solidFill>
          <a:latin typeface="Arial" charset="0"/>
          <a:ea typeface="ＭＳ Ｐゴシック" charset="-128"/>
        </a:defRPr>
      </a:lvl3pPr>
      <a:lvl4pPr algn="l" rtl="0" eaLnBrk="1" fontAlgn="base" hangingPunct="1">
        <a:spcBef>
          <a:spcPct val="0"/>
        </a:spcBef>
        <a:spcAft>
          <a:spcPct val="0"/>
        </a:spcAft>
        <a:defRPr b="1">
          <a:solidFill>
            <a:schemeClr val="accent2"/>
          </a:solidFill>
          <a:latin typeface="Arial" charset="0"/>
          <a:ea typeface="ＭＳ Ｐゴシック" charset="-128"/>
        </a:defRPr>
      </a:lvl4pPr>
      <a:lvl5pPr algn="l" rtl="0" eaLnBrk="1" fontAlgn="base" hangingPunct="1">
        <a:spcBef>
          <a:spcPct val="0"/>
        </a:spcBef>
        <a:spcAft>
          <a:spcPct val="0"/>
        </a:spcAft>
        <a:defRPr b="1">
          <a:solidFill>
            <a:schemeClr val="accent2"/>
          </a:solidFill>
          <a:latin typeface="Arial" charset="0"/>
          <a:ea typeface="ＭＳ Ｐゴシック" charset="-128"/>
        </a:defRPr>
      </a:lvl5pPr>
      <a:lvl6pPr marL="609585" algn="l" rtl="0" eaLnBrk="1" fontAlgn="base" hangingPunct="1">
        <a:spcBef>
          <a:spcPct val="0"/>
        </a:spcBef>
        <a:spcAft>
          <a:spcPct val="0"/>
        </a:spcAft>
        <a:defRPr b="1">
          <a:solidFill>
            <a:schemeClr val="accent2"/>
          </a:solidFill>
          <a:latin typeface="Arial" charset="0"/>
          <a:ea typeface="ＭＳ Ｐゴシック" charset="-128"/>
        </a:defRPr>
      </a:lvl6pPr>
      <a:lvl7pPr marL="1219170" algn="l" rtl="0" eaLnBrk="1" fontAlgn="base" hangingPunct="1">
        <a:spcBef>
          <a:spcPct val="0"/>
        </a:spcBef>
        <a:spcAft>
          <a:spcPct val="0"/>
        </a:spcAft>
        <a:defRPr b="1">
          <a:solidFill>
            <a:schemeClr val="accent2"/>
          </a:solidFill>
          <a:latin typeface="Arial" charset="0"/>
          <a:ea typeface="ＭＳ Ｐゴシック" charset="-128"/>
        </a:defRPr>
      </a:lvl7pPr>
      <a:lvl8pPr marL="1828754" algn="l" rtl="0" eaLnBrk="1" fontAlgn="base" hangingPunct="1">
        <a:spcBef>
          <a:spcPct val="0"/>
        </a:spcBef>
        <a:spcAft>
          <a:spcPct val="0"/>
        </a:spcAft>
        <a:defRPr b="1">
          <a:solidFill>
            <a:schemeClr val="accent2"/>
          </a:solidFill>
          <a:latin typeface="Arial" charset="0"/>
          <a:ea typeface="ＭＳ Ｐゴシック" charset="-128"/>
        </a:defRPr>
      </a:lvl8pPr>
      <a:lvl9pPr marL="2438339" algn="l" rtl="0" eaLnBrk="1" fontAlgn="base" hangingPunct="1">
        <a:spcBef>
          <a:spcPct val="0"/>
        </a:spcBef>
        <a:spcAft>
          <a:spcPct val="0"/>
        </a:spcAft>
        <a:defRPr b="1">
          <a:solidFill>
            <a:schemeClr val="accent2"/>
          </a:solidFill>
          <a:latin typeface="Arial" charset="0"/>
          <a:ea typeface="ＭＳ Ｐゴシック" charset="-128"/>
        </a:defRPr>
      </a:lvl9pPr>
    </p:titleStyle>
    <p:bodyStyle>
      <a:lvl1pPr marL="365751" indent="-365751" algn="l" rtl="0" eaLnBrk="1" fontAlgn="base" hangingPunct="1">
        <a:spcBef>
          <a:spcPct val="0"/>
        </a:spcBef>
        <a:spcAft>
          <a:spcPct val="0"/>
        </a:spcAft>
        <a:buClr>
          <a:schemeClr val="accent1"/>
        </a:buClr>
        <a:buSzPct val="120000"/>
        <a:buFont typeface="Times" pitchFamily="18" charset="0"/>
        <a:buChar char="•"/>
        <a:defRPr sz="2400">
          <a:solidFill>
            <a:schemeClr val="tx1">
              <a:lumMod val="75000"/>
              <a:lumOff val="25000"/>
            </a:schemeClr>
          </a:solidFill>
          <a:latin typeface="Bogle" charset="0"/>
          <a:ea typeface="Bogle" charset="0"/>
          <a:cs typeface="Bogle" charset="0"/>
        </a:defRPr>
      </a:lvl1pPr>
      <a:lvl2pPr marL="609585" indent="-365751" algn="l" rtl="0" eaLnBrk="1" fontAlgn="base" hangingPunct="1">
        <a:spcBef>
          <a:spcPct val="0"/>
        </a:spcBef>
        <a:spcAft>
          <a:spcPct val="0"/>
        </a:spcAft>
        <a:buClr>
          <a:schemeClr val="accent1"/>
        </a:buClr>
        <a:buChar char="–"/>
        <a:defRPr sz="2400">
          <a:solidFill>
            <a:schemeClr val="tx1">
              <a:lumMod val="75000"/>
              <a:lumOff val="25000"/>
            </a:schemeClr>
          </a:solidFill>
          <a:latin typeface="Bogle" charset="0"/>
          <a:ea typeface="Bogle" charset="0"/>
          <a:cs typeface="Bogle" charset="0"/>
        </a:defRPr>
      </a:lvl2pPr>
      <a:lvl3pPr marL="975336" indent="-365751" algn="l" rtl="0" eaLnBrk="1" fontAlgn="base" hangingPunct="1">
        <a:spcBef>
          <a:spcPct val="0"/>
        </a:spcBef>
        <a:spcAft>
          <a:spcPct val="0"/>
        </a:spcAft>
        <a:buClr>
          <a:schemeClr val="accent1"/>
        </a:buClr>
        <a:buFont typeface="Times" pitchFamily="18" charset="0"/>
        <a:buChar char="•"/>
        <a:defRPr sz="2133">
          <a:solidFill>
            <a:schemeClr val="tx1">
              <a:lumMod val="75000"/>
              <a:lumOff val="25000"/>
            </a:schemeClr>
          </a:solidFill>
          <a:latin typeface="Bogle" charset="0"/>
          <a:ea typeface="Bogle" charset="0"/>
          <a:cs typeface="Bogle" charset="0"/>
        </a:defRPr>
      </a:lvl3pPr>
      <a:lvl4pPr marL="1341086" indent="-365751" algn="l" rtl="0" eaLnBrk="1" fontAlgn="base" hangingPunct="1">
        <a:spcBef>
          <a:spcPct val="0"/>
        </a:spcBef>
        <a:spcAft>
          <a:spcPct val="0"/>
        </a:spcAft>
        <a:buClr>
          <a:schemeClr val="accent1"/>
        </a:buClr>
        <a:buFont typeface="Estrangelo Edessa" panose="03080600000000000000" pitchFamily="66" charset="0"/>
        <a:buChar char="›"/>
        <a:defRPr sz="1867">
          <a:solidFill>
            <a:schemeClr val="tx1">
              <a:lumMod val="75000"/>
              <a:lumOff val="25000"/>
            </a:schemeClr>
          </a:solidFill>
          <a:latin typeface="Bogle" charset="0"/>
          <a:ea typeface="Bogle" charset="0"/>
          <a:cs typeface="Bogle" charset="0"/>
        </a:defRPr>
      </a:lvl4pPr>
      <a:lvl5pPr marL="1706837" indent="-365751" algn="l" rtl="0" eaLnBrk="1" fontAlgn="base" hangingPunct="1">
        <a:spcBef>
          <a:spcPct val="0"/>
        </a:spcBef>
        <a:spcAft>
          <a:spcPct val="0"/>
        </a:spcAft>
        <a:buClr>
          <a:schemeClr val="accent1"/>
        </a:buClr>
        <a:buChar char="»"/>
        <a:defRPr sz="1867">
          <a:solidFill>
            <a:schemeClr val="tx1">
              <a:lumMod val="75000"/>
              <a:lumOff val="25000"/>
            </a:schemeClr>
          </a:solidFill>
          <a:latin typeface="Bogle" charset="0"/>
          <a:ea typeface="Bogle" charset="0"/>
          <a:cs typeface="Bogle" charset="0"/>
        </a:defRPr>
      </a:lvl5pPr>
      <a:lvl6pPr marL="2743131" indent="-298443" algn="l" rtl="0" eaLnBrk="1" fontAlgn="base" hangingPunct="1">
        <a:spcBef>
          <a:spcPct val="0"/>
        </a:spcBef>
        <a:spcAft>
          <a:spcPct val="0"/>
        </a:spcAft>
        <a:buChar char="»"/>
        <a:defRPr sz="2667">
          <a:solidFill>
            <a:schemeClr val="tx1"/>
          </a:solidFill>
          <a:latin typeface="+mn-lt"/>
        </a:defRPr>
      </a:lvl6pPr>
      <a:lvl7pPr marL="3352716" indent="-298443" algn="l" rtl="0" eaLnBrk="1" fontAlgn="base" hangingPunct="1">
        <a:spcBef>
          <a:spcPct val="0"/>
        </a:spcBef>
        <a:spcAft>
          <a:spcPct val="0"/>
        </a:spcAft>
        <a:buChar char="»"/>
        <a:defRPr sz="2667">
          <a:solidFill>
            <a:schemeClr val="tx1"/>
          </a:solidFill>
          <a:latin typeface="+mn-lt"/>
        </a:defRPr>
      </a:lvl7pPr>
      <a:lvl8pPr marL="3962301" indent="-298443" algn="l" rtl="0" eaLnBrk="1" fontAlgn="base" hangingPunct="1">
        <a:spcBef>
          <a:spcPct val="0"/>
        </a:spcBef>
        <a:spcAft>
          <a:spcPct val="0"/>
        </a:spcAft>
        <a:buChar char="»"/>
        <a:defRPr sz="2667">
          <a:solidFill>
            <a:schemeClr val="tx1"/>
          </a:solidFill>
          <a:latin typeface="+mn-lt"/>
        </a:defRPr>
      </a:lvl8pPr>
      <a:lvl9pPr marL="4571886" indent="-298443" algn="l" rtl="0" eaLnBrk="1" fontAlgn="base" hangingPunct="1">
        <a:spcBef>
          <a:spcPct val="0"/>
        </a:spcBef>
        <a:spcAft>
          <a:spcPct val="0"/>
        </a:spcAft>
        <a:buChar char="»"/>
        <a:defRPr sz="2667">
          <a:solidFill>
            <a:schemeClr val="tx1"/>
          </a:solidFill>
          <a:latin typeface="+mn-lt"/>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object 33">
            <a:extLst>
              <a:ext uri="{FF2B5EF4-FFF2-40B4-BE49-F238E27FC236}">
                <a16:creationId xmlns:a16="http://schemas.microsoft.com/office/drawing/2014/main" id="{EF288915-7E5B-9143-8B8C-0F0DC3D0980D}"/>
              </a:ext>
            </a:extLst>
          </p:cNvPr>
          <p:cNvSpPr txBox="1">
            <a:spLocks/>
          </p:cNvSpPr>
          <p:nvPr userDrawn="1"/>
        </p:nvSpPr>
        <p:spPr>
          <a:xfrm>
            <a:off x="4160347" y="6645835"/>
            <a:ext cx="3871306" cy="123111"/>
          </a:xfrm>
          <a:prstGeom prst="rect">
            <a:avLst/>
          </a:prstGeom>
        </p:spPr>
        <p:txBody>
          <a:bodyPr vert="horz" wrap="square" lIns="0" tIns="0" rIns="0" bIns="0" rtlCol="0">
            <a:spAutoFit/>
          </a:bodyPr>
          <a:lstStyle>
            <a:defPPr>
              <a:defRPr lang="en-US"/>
            </a:defPPr>
            <a:lvl1pPr marL="0" algn="l" defTabSz="914400" rtl="0" eaLnBrk="1" latinLnBrk="0" hangingPunct="1">
              <a:defRPr sz="800" kern="1200">
                <a:solidFill>
                  <a:srgbClr val="78B9E7"/>
                </a:solidFill>
                <a:latin typeface="Bogle" panose="020B0503020203060203" pitchFamily="34"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7144" algn="ctr"/>
            <a:r>
              <a:rPr lang="en-US" sz="800" b="1"/>
              <a:t>© </a:t>
            </a:r>
            <a:r>
              <a:rPr lang="en-US" sz="800" b="1" spc="-23"/>
              <a:t>2</a:t>
            </a:r>
            <a:r>
              <a:rPr lang="en-US" sz="800" b="1" spc="-11"/>
              <a:t>0</a:t>
            </a:r>
            <a:r>
              <a:rPr lang="en-US" sz="800" b="1" spc="-23"/>
              <a:t>1</a:t>
            </a:r>
            <a:r>
              <a:rPr lang="en-US" sz="800" b="1"/>
              <a:t>8 </a:t>
            </a:r>
            <a:r>
              <a:rPr lang="en-US" sz="800" b="1" spc="-37"/>
              <a:t>W</a:t>
            </a:r>
            <a:r>
              <a:rPr lang="en-US" sz="800" b="1" spc="-23"/>
              <a:t>a</a:t>
            </a:r>
            <a:r>
              <a:rPr lang="en-US" sz="800" b="1" spc="-11"/>
              <a:t>lm</a:t>
            </a:r>
            <a:r>
              <a:rPr lang="en-US" sz="800" b="1" spc="-23"/>
              <a:t>a</a:t>
            </a:r>
            <a:r>
              <a:rPr lang="en-US" sz="800" b="1" spc="-11"/>
              <a:t>r</a:t>
            </a:r>
            <a:r>
              <a:rPr lang="en-US" sz="800" b="1" spc="-14"/>
              <a:t>t</a:t>
            </a:r>
            <a:r>
              <a:rPr lang="en-US" sz="800" b="1" spc="-6"/>
              <a:t>I</a:t>
            </a:r>
            <a:r>
              <a:rPr lang="en-US" sz="800" b="1" spc="-3"/>
              <a:t>n</a:t>
            </a:r>
            <a:r>
              <a:rPr lang="en-US" sz="800" b="1"/>
              <a:t>ternational  |  </a:t>
            </a:r>
            <a:r>
              <a:rPr lang="en-US" sz="800" b="1" spc="-6"/>
              <a:t>C</a:t>
            </a:r>
            <a:r>
              <a:rPr lang="en-US" sz="800" b="1"/>
              <a:t>o</a:t>
            </a:r>
            <a:r>
              <a:rPr lang="en-US" sz="800" b="1" spc="-6"/>
              <a:t>n</a:t>
            </a:r>
            <a:r>
              <a:rPr lang="en-US" sz="800" b="1"/>
              <a:t>fide</a:t>
            </a:r>
            <a:r>
              <a:rPr lang="en-US" sz="800" b="1" spc="-3"/>
              <a:t>n</a:t>
            </a:r>
            <a:r>
              <a:rPr lang="en-US" sz="800" b="1"/>
              <a:t>tial  |  </a:t>
            </a:r>
            <a:r>
              <a:rPr lang="en-US" sz="800" b="1" spc="-14"/>
              <a:t>F</a:t>
            </a:r>
            <a:r>
              <a:rPr lang="en-US" sz="800" b="1"/>
              <a:t>or</a:t>
            </a:r>
            <a:r>
              <a:rPr lang="en-US" sz="800" b="1" spc="-6"/>
              <a:t>I</a:t>
            </a:r>
            <a:r>
              <a:rPr lang="en-US" sz="800" b="1" spc="-3"/>
              <a:t>n</a:t>
            </a:r>
            <a:r>
              <a:rPr lang="en-US" sz="800" b="1"/>
              <a:t>ternal </a:t>
            </a:r>
            <a:r>
              <a:rPr lang="en-US" sz="800" b="1" spc="-11"/>
              <a:t>U</a:t>
            </a:r>
            <a:r>
              <a:rPr lang="en-US" sz="800" b="1"/>
              <a:t>se </a:t>
            </a:r>
            <a:r>
              <a:rPr lang="en-US" sz="800" b="1" spc="-6"/>
              <a:t>O</a:t>
            </a:r>
            <a:r>
              <a:rPr lang="en-US" sz="800" b="1"/>
              <a:t>nly</a:t>
            </a:r>
          </a:p>
        </p:txBody>
      </p:sp>
    </p:spTree>
    <p:extLst>
      <p:ext uri="{BB962C8B-B14F-4D97-AF65-F5344CB8AC3E}">
        <p14:creationId xmlns:p14="http://schemas.microsoft.com/office/powerpoint/2010/main" val="4186338533"/>
      </p:ext>
    </p:extLst>
  </p:cSld>
  <p:clrMap bg1="lt1" tx1="dk1" bg2="lt2" tx2="dk2" accent1="accent1" accent2="accent2" accent3="accent3" accent4="accent4" accent5="accent5" accent6="accent6" hlink="hlink" folHlink="folHlink"/>
  <p:sldLayoutIdLst>
    <p:sldLayoutId id="2147483662"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4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4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0.xml.rels><?xml version="1.0" encoding="UTF-8" standalone="yes"?>
<Relationships xmlns="http://schemas.openxmlformats.org/package/2006/relationships"><Relationship Id="rId2" Type="http://schemas.openxmlformats.org/officeDocument/2006/relationships/hyperlink" Target="https://monkeylearn.com/text-classification-support-vector-machines-svm/" TargetMode="External"/><Relationship Id="rId1" Type="http://schemas.openxmlformats.org/officeDocument/2006/relationships/slideLayout" Target="../slideLayouts/slideLayout4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7.xml.rels><?xml version="1.0" encoding="UTF-8" standalone="yes"?>
<Relationships xmlns="http://schemas.openxmlformats.org/package/2006/relationships"><Relationship Id="rId3" Type="http://schemas.openxmlformats.org/officeDocument/2006/relationships/hyperlink" Target="https://towardsdatascience.com/overview-of-text-similarity-metrics-3397c4601f50" TargetMode="External"/><Relationship Id="rId2" Type="http://schemas.openxmlformats.org/officeDocument/2006/relationships/hyperlink" Target="https://medium.com/@adriensieg/text-similarities-da019229c894" TargetMode="External"/><Relationship Id="rId1" Type="http://schemas.openxmlformats.org/officeDocument/2006/relationships/slideLayout" Target="../slideLayouts/slideLayout4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43.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45.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43.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43.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8.xml"/><Relationship Id="rId7" Type="http://schemas.openxmlformats.org/officeDocument/2006/relationships/image" Target="../media/image14.png"/><Relationship Id="rId2" Type="http://schemas.openxmlformats.org/officeDocument/2006/relationships/diagramData" Target="../diagrams/data8.xml"/><Relationship Id="rId1" Type="http://schemas.openxmlformats.org/officeDocument/2006/relationships/slideLayout" Target="../slideLayouts/slideLayout43.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3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diagramLayout" Target="../diagrams/layout9.xml"/><Relationship Id="rId7" Type="http://schemas.openxmlformats.org/officeDocument/2006/relationships/image" Target="../media/image15.png"/><Relationship Id="rId2" Type="http://schemas.openxmlformats.org/officeDocument/2006/relationships/diagramData" Target="../diagrams/data9.xml"/><Relationship Id="rId1" Type="http://schemas.openxmlformats.org/officeDocument/2006/relationships/slideLayout" Target="../slideLayouts/slideLayout43.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43.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3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41.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43.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hyperlink" Target="https://docs.scipy.org/doc/scipy/reference/generated/scipy.special.kl_div.html" TargetMode="External"/><Relationship Id="rId1" Type="http://schemas.openxmlformats.org/officeDocument/2006/relationships/slideLayout" Target="../slideLayouts/slideLayout4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5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0.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61.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43.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6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3.xml"/></Relationships>
</file>

<file path=ppt/slides/_rels/slide66.xml.rels><?xml version="1.0" encoding="UTF-8" standalone="yes"?>
<Relationships xmlns="http://schemas.openxmlformats.org/package/2006/relationships"><Relationship Id="rId8" Type="http://schemas.openxmlformats.org/officeDocument/2006/relationships/diagramLayout" Target="../diagrams/layout14.xml"/><Relationship Id="rId3" Type="http://schemas.openxmlformats.org/officeDocument/2006/relationships/diagramLayout" Target="../diagrams/layout13.xml"/><Relationship Id="rId7" Type="http://schemas.openxmlformats.org/officeDocument/2006/relationships/diagramData" Target="../diagrams/data14.xml"/><Relationship Id="rId12" Type="http://schemas.openxmlformats.org/officeDocument/2006/relationships/image" Target="../media/image21.png"/><Relationship Id="rId2" Type="http://schemas.openxmlformats.org/officeDocument/2006/relationships/diagramData" Target="../diagrams/data13.xml"/><Relationship Id="rId1" Type="http://schemas.openxmlformats.org/officeDocument/2006/relationships/slideLayout" Target="../slideLayouts/slideLayout43.xml"/><Relationship Id="rId6" Type="http://schemas.microsoft.com/office/2007/relationships/diagramDrawing" Target="../diagrams/drawing13.xml"/><Relationship Id="rId11" Type="http://schemas.microsoft.com/office/2007/relationships/diagramDrawing" Target="../diagrams/drawing14.xml"/><Relationship Id="rId5" Type="http://schemas.openxmlformats.org/officeDocument/2006/relationships/diagramColors" Target="../diagrams/colors13.xml"/><Relationship Id="rId10" Type="http://schemas.openxmlformats.org/officeDocument/2006/relationships/diagramColors" Target="../diagrams/colors14.xml"/><Relationship Id="rId4" Type="http://schemas.openxmlformats.org/officeDocument/2006/relationships/diagramQuickStyle" Target="../diagrams/quickStyle13.xml"/><Relationship Id="rId9" Type="http://schemas.openxmlformats.org/officeDocument/2006/relationships/diagramQuickStyle" Target="../diagrams/quickStyle14.xml"/></Relationships>
</file>

<file path=ppt/slides/_rels/slide67.xml.rels><?xml version="1.0" encoding="UTF-8" standalone="yes"?>
<Relationships xmlns="http://schemas.openxmlformats.org/package/2006/relationships"><Relationship Id="rId8" Type="http://schemas.openxmlformats.org/officeDocument/2006/relationships/diagramLayout" Target="../diagrams/layout16.xml"/><Relationship Id="rId3" Type="http://schemas.openxmlformats.org/officeDocument/2006/relationships/diagramLayout" Target="../diagrams/layout15.xml"/><Relationship Id="rId7" Type="http://schemas.openxmlformats.org/officeDocument/2006/relationships/diagramData" Target="../diagrams/data16.xml"/><Relationship Id="rId12" Type="http://schemas.openxmlformats.org/officeDocument/2006/relationships/image" Target="../media/image22.png"/><Relationship Id="rId2" Type="http://schemas.openxmlformats.org/officeDocument/2006/relationships/diagramData" Target="../diagrams/data15.xml"/><Relationship Id="rId1" Type="http://schemas.openxmlformats.org/officeDocument/2006/relationships/slideLayout" Target="../slideLayouts/slideLayout43.xml"/><Relationship Id="rId6" Type="http://schemas.microsoft.com/office/2007/relationships/diagramDrawing" Target="../diagrams/drawing15.xml"/><Relationship Id="rId11" Type="http://schemas.microsoft.com/office/2007/relationships/diagramDrawing" Target="../diagrams/drawing16.xml"/><Relationship Id="rId5" Type="http://schemas.openxmlformats.org/officeDocument/2006/relationships/diagramColors" Target="../diagrams/colors15.xml"/><Relationship Id="rId10" Type="http://schemas.openxmlformats.org/officeDocument/2006/relationships/diagramColors" Target="../diagrams/colors16.xml"/><Relationship Id="rId4" Type="http://schemas.openxmlformats.org/officeDocument/2006/relationships/diagramQuickStyle" Target="../diagrams/quickStyle15.xml"/><Relationship Id="rId9" Type="http://schemas.openxmlformats.org/officeDocument/2006/relationships/diagramQuickStyle" Target="../diagrams/quickStyle16.xml"/></Relationships>
</file>

<file path=ppt/slides/_rels/slide68.xml.rels><?xml version="1.0" encoding="UTF-8" standalone="yes"?>
<Relationships xmlns="http://schemas.openxmlformats.org/package/2006/relationships"><Relationship Id="rId8" Type="http://schemas.openxmlformats.org/officeDocument/2006/relationships/diagramLayout" Target="../diagrams/layout18.xml"/><Relationship Id="rId3" Type="http://schemas.openxmlformats.org/officeDocument/2006/relationships/diagramLayout" Target="../diagrams/layout17.xml"/><Relationship Id="rId7" Type="http://schemas.openxmlformats.org/officeDocument/2006/relationships/diagramData" Target="../diagrams/data18.xml"/><Relationship Id="rId12" Type="http://schemas.openxmlformats.org/officeDocument/2006/relationships/image" Target="../media/image23.png"/><Relationship Id="rId2" Type="http://schemas.openxmlformats.org/officeDocument/2006/relationships/diagramData" Target="../diagrams/data17.xml"/><Relationship Id="rId1" Type="http://schemas.openxmlformats.org/officeDocument/2006/relationships/slideLayout" Target="../slideLayouts/slideLayout43.xml"/><Relationship Id="rId6" Type="http://schemas.microsoft.com/office/2007/relationships/diagramDrawing" Target="../diagrams/drawing17.xml"/><Relationship Id="rId11" Type="http://schemas.microsoft.com/office/2007/relationships/diagramDrawing" Target="../diagrams/drawing18.xml"/><Relationship Id="rId5" Type="http://schemas.openxmlformats.org/officeDocument/2006/relationships/diagramColors" Target="../diagrams/colors17.xml"/><Relationship Id="rId10" Type="http://schemas.openxmlformats.org/officeDocument/2006/relationships/diagramColors" Target="../diagrams/colors18.xml"/><Relationship Id="rId4" Type="http://schemas.openxmlformats.org/officeDocument/2006/relationships/diagramQuickStyle" Target="../diagrams/quickStyle17.xml"/><Relationship Id="rId9" Type="http://schemas.openxmlformats.org/officeDocument/2006/relationships/diagramQuickStyle" Target="../diagrams/quickStyle1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0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0.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20.xml.rels><?xml version="1.0" encoding="UTF-8" standalone="yes"?>
<Relationships xmlns="http://schemas.openxmlformats.org/package/2006/relationships"><Relationship Id="rId3" Type="http://schemas.openxmlformats.org/officeDocument/2006/relationships/diagramLayout" Target="../diagrams/layout19.xml"/><Relationship Id="rId2" Type="http://schemas.openxmlformats.org/officeDocument/2006/relationships/diagramData" Target="../diagrams/data19.xml"/><Relationship Id="rId1" Type="http://schemas.openxmlformats.org/officeDocument/2006/relationships/slideLayout" Target="../slideLayouts/slideLayout43.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121.xml.rels><?xml version="1.0" encoding="UTF-8" standalone="yes"?>
<Relationships xmlns="http://schemas.openxmlformats.org/package/2006/relationships"><Relationship Id="rId8" Type="http://schemas.openxmlformats.org/officeDocument/2006/relationships/diagramLayout" Target="../diagrams/layout21.xml"/><Relationship Id="rId13" Type="http://schemas.openxmlformats.org/officeDocument/2006/relationships/image" Target="../media/image25.png"/><Relationship Id="rId3" Type="http://schemas.openxmlformats.org/officeDocument/2006/relationships/diagramLayout" Target="../diagrams/layout20.xml"/><Relationship Id="rId7" Type="http://schemas.openxmlformats.org/officeDocument/2006/relationships/diagramData" Target="../diagrams/data21.xml"/><Relationship Id="rId12" Type="http://schemas.openxmlformats.org/officeDocument/2006/relationships/image" Target="../media/image24.png"/><Relationship Id="rId2" Type="http://schemas.openxmlformats.org/officeDocument/2006/relationships/diagramData" Target="../diagrams/data20.xml"/><Relationship Id="rId1" Type="http://schemas.openxmlformats.org/officeDocument/2006/relationships/slideLayout" Target="../slideLayouts/slideLayout43.xml"/><Relationship Id="rId6" Type="http://schemas.microsoft.com/office/2007/relationships/diagramDrawing" Target="../diagrams/drawing20.xml"/><Relationship Id="rId11" Type="http://schemas.microsoft.com/office/2007/relationships/diagramDrawing" Target="../diagrams/drawing21.xml"/><Relationship Id="rId5" Type="http://schemas.openxmlformats.org/officeDocument/2006/relationships/diagramColors" Target="../diagrams/colors20.xml"/><Relationship Id="rId10" Type="http://schemas.openxmlformats.org/officeDocument/2006/relationships/diagramColors" Target="../diagrams/colors21.xml"/><Relationship Id="rId4" Type="http://schemas.openxmlformats.org/officeDocument/2006/relationships/diagramQuickStyle" Target="../diagrams/quickStyle20.xml"/><Relationship Id="rId9" Type="http://schemas.openxmlformats.org/officeDocument/2006/relationships/diagramQuickStyle" Target="../diagrams/quickStyle21.xml"/></Relationships>
</file>

<file path=ppt/slides/_rels/slide122.xml.rels><?xml version="1.0" encoding="UTF-8" standalone="yes"?>
<Relationships xmlns="http://schemas.openxmlformats.org/package/2006/relationships"><Relationship Id="rId8" Type="http://schemas.openxmlformats.org/officeDocument/2006/relationships/diagramLayout" Target="../diagrams/layout23.xml"/><Relationship Id="rId13" Type="http://schemas.openxmlformats.org/officeDocument/2006/relationships/image" Target="../media/image27.png"/><Relationship Id="rId3" Type="http://schemas.openxmlformats.org/officeDocument/2006/relationships/diagramLayout" Target="../diagrams/layout22.xml"/><Relationship Id="rId7" Type="http://schemas.openxmlformats.org/officeDocument/2006/relationships/diagramData" Target="../diagrams/data23.xml"/><Relationship Id="rId12" Type="http://schemas.openxmlformats.org/officeDocument/2006/relationships/image" Target="../media/image26.png"/><Relationship Id="rId2" Type="http://schemas.openxmlformats.org/officeDocument/2006/relationships/diagramData" Target="../diagrams/data22.xml"/><Relationship Id="rId1" Type="http://schemas.openxmlformats.org/officeDocument/2006/relationships/slideLayout" Target="../slideLayouts/slideLayout43.xml"/><Relationship Id="rId6" Type="http://schemas.microsoft.com/office/2007/relationships/diagramDrawing" Target="../diagrams/drawing22.xml"/><Relationship Id="rId11" Type="http://schemas.microsoft.com/office/2007/relationships/diagramDrawing" Target="../diagrams/drawing23.xml"/><Relationship Id="rId5" Type="http://schemas.openxmlformats.org/officeDocument/2006/relationships/diagramColors" Target="../diagrams/colors22.xml"/><Relationship Id="rId10" Type="http://schemas.openxmlformats.org/officeDocument/2006/relationships/diagramColors" Target="../diagrams/colors23.xml"/><Relationship Id="rId4" Type="http://schemas.openxmlformats.org/officeDocument/2006/relationships/diagramQuickStyle" Target="../diagrams/quickStyle22.xml"/><Relationship Id="rId9" Type="http://schemas.openxmlformats.org/officeDocument/2006/relationships/diagramQuickStyle" Target="../diagrams/quickStyle23.xml"/></Relationships>
</file>

<file path=ppt/slides/_rels/slide123.xml.rels><?xml version="1.0" encoding="UTF-8" standalone="yes"?>
<Relationships xmlns="http://schemas.openxmlformats.org/package/2006/relationships"><Relationship Id="rId3" Type="http://schemas.openxmlformats.org/officeDocument/2006/relationships/diagramLayout" Target="../diagrams/layout24.xml"/><Relationship Id="rId2" Type="http://schemas.openxmlformats.org/officeDocument/2006/relationships/diagramData" Target="../diagrams/data24.xml"/><Relationship Id="rId1" Type="http://schemas.openxmlformats.org/officeDocument/2006/relationships/slideLayout" Target="../slideLayouts/slideLayout43.xml"/><Relationship Id="rId6" Type="http://schemas.microsoft.com/office/2007/relationships/diagramDrawing" Target="../diagrams/drawing24.xml"/><Relationship Id="rId5" Type="http://schemas.openxmlformats.org/officeDocument/2006/relationships/diagramColors" Target="../diagrams/colors24.xml"/><Relationship Id="rId4" Type="http://schemas.openxmlformats.org/officeDocument/2006/relationships/diagramQuickStyle" Target="../diagrams/quickStyle24.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3.xml"/></Relationships>
</file>

<file path=ppt/slides/_rels/slide125.xml.rels><?xml version="1.0" encoding="UTF-8" standalone="yes"?>
<Relationships xmlns="http://schemas.openxmlformats.org/package/2006/relationships"><Relationship Id="rId3" Type="http://schemas.openxmlformats.org/officeDocument/2006/relationships/diagramLayout" Target="../diagrams/layout25.xml"/><Relationship Id="rId2" Type="http://schemas.openxmlformats.org/officeDocument/2006/relationships/diagramData" Target="../diagrams/data25.xml"/><Relationship Id="rId1" Type="http://schemas.openxmlformats.org/officeDocument/2006/relationships/slideLayout" Target="../slideLayouts/slideLayout43.xml"/><Relationship Id="rId6" Type="http://schemas.microsoft.com/office/2007/relationships/diagramDrawing" Target="../diagrams/drawing25.xml"/><Relationship Id="rId5" Type="http://schemas.openxmlformats.org/officeDocument/2006/relationships/diagramColors" Target="../diagrams/colors25.xml"/><Relationship Id="rId4" Type="http://schemas.openxmlformats.org/officeDocument/2006/relationships/diagramQuickStyle" Target="../diagrams/quickStyle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3.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3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0.xml"/></Relationships>
</file>

<file path=ppt/slides/_rels/slide139.xml.rels><?xml version="1.0" encoding="UTF-8" standalone="yes"?>
<Relationships xmlns="http://schemas.openxmlformats.org/package/2006/relationships"><Relationship Id="rId3" Type="http://schemas.openxmlformats.org/officeDocument/2006/relationships/diagramLayout" Target="../diagrams/layout26.xml"/><Relationship Id="rId2" Type="http://schemas.openxmlformats.org/officeDocument/2006/relationships/diagramData" Target="../diagrams/data26.xml"/><Relationship Id="rId1" Type="http://schemas.openxmlformats.org/officeDocument/2006/relationships/slideLayout" Target="../slideLayouts/slideLayout43.xml"/><Relationship Id="rId6" Type="http://schemas.microsoft.com/office/2007/relationships/diagramDrawing" Target="../diagrams/drawing26.xml"/><Relationship Id="rId5" Type="http://schemas.openxmlformats.org/officeDocument/2006/relationships/diagramColors" Target="../diagrams/colors26.xml"/><Relationship Id="rId4" Type="http://schemas.openxmlformats.org/officeDocument/2006/relationships/diagramQuickStyle" Target="../diagrams/quickStyle26.xml"/></Relationships>
</file>

<file path=ppt/slides/_rels/slide140.xml.rels><?xml version="1.0" encoding="UTF-8" standalone="yes"?>
<Relationships xmlns="http://schemas.openxmlformats.org/package/2006/relationships"><Relationship Id="rId3" Type="http://schemas.openxmlformats.org/officeDocument/2006/relationships/diagramLayout" Target="../diagrams/layout27.xml"/><Relationship Id="rId2" Type="http://schemas.openxmlformats.org/officeDocument/2006/relationships/diagramData" Target="../diagrams/data27.xml"/><Relationship Id="rId1" Type="http://schemas.openxmlformats.org/officeDocument/2006/relationships/slideLayout" Target="../slideLayouts/slideLayout43.xml"/><Relationship Id="rId6" Type="http://schemas.microsoft.com/office/2007/relationships/diagramDrawing" Target="../diagrams/drawing27.xml"/><Relationship Id="rId5" Type="http://schemas.openxmlformats.org/officeDocument/2006/relationships/diagramColors" Target="../diagrams/colors27.xml"/><Relationship Id="rId4" Type="http://schemas.openxmlformats.org/officeDocument/2006/relationships/diagramQuickStyle" Target="../diagrams/quickStyle27.xml"/></Relationships>
</file>

<file path=ppt/slides/_rels/slide141.xml.rels><?xml version="1.0" encoding="UTF-8" standalone="yes"?>
<Relationships xmlns="http://schemas.openxmlformats.org/package/2006/relationships"><Relationship Id="rId8" Type="http://schemas.openxmlformats.org/officeDocument/2006/relationships/diagramLayout" Target="../diagrams/layout29.xml"/><Relationship Id="rId13" Type="http://schemas.openxmlformats.org/officeDocument/2006/relationships/image" Target="../media/image35.png"/><Relationship Id="rId3" Type="http://schemas.openxmlformats.org/officeDocument/2006/relationships/diagramLayout" Target="../diagrams/layout28.xml"/><Relationship Id="rId7" Type="http://schemas.openxmlformats.org/officeDocument/2006/relationships/diagramData" Target="../diagrams/data29.xml"/><Relationship Id="rId12" Type="http://schemas.openxmlformats.org/officeDocument/2006/relationships/image" Target="../media/image34.png"/><Relationship Id="rId2" Type="http://schemas.openxmlformats.org/officeDocument/2006/relationships/diagramData" Target="../diagrams/data28.xml"/><Relationship Id="rId1" Type="http://schemas.openxmlformats.org/officeDocument/2006/relationships/slideLayout" Target="../slideLayouts/slideLayout43.xml"/><Relationship Id="rId6" Type="http://schemas.microsoft.com/office/2007/relationships/diagramDrawing" Target="../diagrams/drawing28.xml"/><Relationship Id="rId11" Type="http://schemas.microsoft.com/office/2007/relationships/diagramDrawing" Target="../diagrams/drawing29.xml"/><Relationship Id="rId5" Type="http://schemas.openxmlformats.org/officeDocument/2006/relationships/diagramColors" Target="../diagrams/colors28.xml"/><Relationship Id="rId10" Type="http://schemas.openxmlformats.org/officeDocument/2006/relationships/diagramColors" Target="../diagrams/colors29.xml"/><Relationship Id="rId4" Type="http://schemas.openxmlformats.org/officeDocument/2006/relationships/diagramQuickStyle" Target="../diagrams/quickStyle28.xml"/><Relationship Id="rId9" Type="http://schemas.openxmlformats.org/officeDocument/2006/relationships/diagramQuickStyle" Target="../diagrams/quickStyle29.xml"/></Relationships>
</file>

<file path=ppt/slides/_rels/slide142.xml.rels><?xml version="1.0" encoding="UTF-8" standalone="yes"?>
<Relationships xmlns="http://schemas.openxmlformats.org/package/2006/relationships"><Relationship Id="rId8" Type="http://schemas.openxmlformats.org/officeDocument/2006/relationships/diagramLayout" Target="../diagrams/layout31.xml"/><Relationship Id="rId13" Type="http://schemas.openxmlformats.org/officeDocument/2006/relationships/image" Target="../media/image37.png"/><Relationship Id="rId3" Type="http://schemas.openxmlformats.org/officeDocument/2006/relationships/diagramLayout" Target="../diagrams/layout30.xml"/><Relationship Id="rId7" Type="http://schemas.openxmlformats.org/officeDocument/2006/relationships/diagramData" Target="../diagrams/data31.xml"/><Relationship Id="rId12" Type="http://schemas.openxmlformats.org/officeDocument/2006/relationships/image" Target="../media/image36.png"/><Relationship Id="rId2" Type="http://schemas.openxmlformats.org/officeDocument/2006/relationships/diagramData" Target="../diagrams/data30.xml"/><Relationship Id="rId1" Type="http://schemas.openxmlformats.org/officeDocument/2006/relationships/slideLayout" Target="../slideLayouts/slideLayout43.xml"/><Relationship Id="rId6" Type="http://schemas.microsoft.com/office/2007/relationships/diagramDrawing" Target="../diagrams/drawing30.xml"/><Relationship Id="rId11" Type="http://schemas.microsoft.com/office/2007/relationships/diagramDrawing" Target="../diagrams/drawing31.xml"/><Relationship Id="rId5" Type="http://schemas.openxmlformats.org/officeDocument/2006/relationships/diagramColors" Target="../diagrams/colors30.xml"/><Relationship Id="rId10" Type="http://schemas.openxmlformats.org/officeDocument/2006/relationships/diagramColors" Target="../diagrams/colors31.xml"/><Relationship Id="rId4" Type="http://schemas.openxmlformats.org/officeDocument/2006/relationships/diagramQuickStyle" Target="../diagrams/quickStyle30.xml"/><Relationship Id="rId9" Type="http://schemas.openxmlformats.org/officeDocument/2006/relationships/diagramQuickStyle" Target="../diagrams/quickStyle31.xml"/></Relationships>
</file>

<file path=ppt/slides/_rels/slide143.xml.rels><?xml version="1.0" encoding="UTF-8" standalone="yes"?>
<Relationships xmlns="http://schemas.openxmlformats.org/package/2006/relationships"><Relationship Id="rId8" Type="http://schemas.openxmlformats.org/officeDocument/2006/relationships/diagramLayout" Target="../diagrams/layout33.xml"/><Relationship Id="rId13" Type="http://schemas.openxmlformats.org/officeDocument/2006/relationships/image" Target="../media/image36.png"/><Relationship Id="rId3" Type="http://schemas.openxmlformats.org/officeDocument/2006/relationships/diagramLayout" Target="../diagrams/layout32.xml"/><Relationship Id="rId7" Type="http://schemas.openxmlformats.org/officeDocument/2006/relationships/diagramData" Target="../diagrams/data33.xml"/><Relationship Id="rId12" Type="http://schemas.openxmlformats.org/officeDocument/2006/relationships/image" Target="../media/image38.png"/><Relationship Id="rId2" Type="http://schemas.openxmlformats.org/officeDocument/2006/relationships/diagramData" Target="../diagrams/data32.xml"/><Relationship Id="rId1" Type="http://schemas.openxmlformats.org/officeDocument/2006/relationships/slideLayout" Target="../slideLayouts/slideLayout43.xml"/><Relationship Id="rId6" Type="http://schemas.microsoft.com/office/2007/relationships/diagramDrawing" Target="../diagrams/drawing32.xml"/><Relationship Id="rId11" Type="http://schemas.microsoft.com/office/2007/relationships/diagramDrawing" Target="../diagrams/drawing33.xml"/><Relationship Id="rId5" Type="http://schemas.openxmlformats.org/officeDocument/2006/relationships/diagramColors" Target="../diagrams/colors32.xml"/><Relationship Id="rId10" Type="http://schemas.openxmlformats.org/officeDocument/2006/relationships/diagramColors" Target="../diagrams/colors33.xml"/><Relationship Id="rId4" Type="http://schemas.openxmlformats.org/officeDocument/2006/relationships/diagramQuickStyle" Target="../diagrams/quickStyle32.xml"/><Relationship Id="rId9" Type="http://schemas.openxmlformats.org/officeDocument/2006/relationships/diagramQuickStyle" Target="../diagrams/quickStyle33.xml"/></Relationships>
</file>

<file path=ppt/slides/_rels/slide144.xml.rels><?xml version="1.0" encoding="UTF-8" standalone="yes"?>
<Relationships xmlns="http://schemas.openxmlformats.org/package/2006/relationships"><Relationship Id="rId3" Type="http://schemas.openxmlformats.org/officeDocument/2006/relationships/diagramLayout" Target="../diagrams/layout34.xml"/><Relationship Id="rId2" Type="http://schemas.openxmlformats.org/officeDocument/2006/relationships/diagramData" Target="../diagrams/data34.xml"/><Relationship Id="rId1" Type="http://schemas.openxmlformats.org/officeDocument/2006/relationships/slideLayout" Target="../slideLayouts/slideLayout43.xml"/><Relationship Id="rId6" Type="http://schemas.microsoft.com/office/2007/relationships/diagramDrawing" Target="../diagrams/drawing34.xml"/><Relationship Id="rId5" Type="http://schemas.openxmlformats.org/officeDocument/2006/relationships/diagramColors" Target="../diagrams/colors34.xml"/><Relationship Id="rId4" Type="http://schemas.openxmlformats.org/officeDocument/2006/relationships/diagramQuickStyle" Target="../diagrams/quickStyle34.xml"/></Relationships>
</file>

<file path=ppt/slides/_rels/slide145.xml.rels><?xml version="1.0" encoding="UTF-8" standalone="yes"?>
<Relationships xmlns="http://schemas.openxmlformats.org/package/2006/relationships"><Relationship Id="rId3" Type="http://schemas.openxmlformats.org/officeDocument/2006/relationships/diagramLayout" Target="../diagrams/layout35.xml"/><Relationship Id="rId2" Type="http://schemas.openxmlformats.org/officeDocument/2006/relationships/diagramData" Target="../diagrams/data35.xml"/><Relationship Id="rId1" Type="http://schemas.openxmlformats.org/officeDocument/2006/relationships/slideLayout" Target="../slideLayouts/slideLayout43.xml"/><Relationship Id="rId6" Type="http://schemas.microsoft.com/office/2007/relationships/diagramDrawing" Target="../diagrams/drawing35.xml"/><Relationship Id="rId5" Type="http://schemas.openxmlformats.org/officeDocument/2006/relationships/diagramColors" Target="../diagrams/colors35.xml"/><Relationship Id="rId4" Type="http://schemas.openxmlformats.org/officeDocument/2006/relationships/diagramQuickStyle" Target="../diagrams/quickStyle35.xml"/></Relationships>
</file>

<file path=ppt/slides/_rels/slide146.xml.rels><?xml version="1.0" encoding="UTF-8" standalone="yes"?>
<Relationships xmlns="http://schemas.openxmlformats.org/package/2006/relationships"><Relationship Id="rId3" Type="http://schemas.openxmlformats.org/officeDocument/2006/relationships/diagramData" Target="../diagrams/data36.xml"/><Relationship Id="rId7" Type="http://schemas.microsoft.com/office/2007/relationships/diagramDrawing" Target="../diagrams/drawing36.xml"/><Relationship Id="rId2" Type="http://schemas.openxmlformats.org/officeDocument/2006/relationships/notesSlide" Target="../notesSlides/notesSlide6.xml"/><Relationship Id="rId1" Type="http://schemas.openxmlformats.org/officeDocument/2006/relationships/slideLayout" Target="../slideLayouts/slideLayout43.xml"/><Relationship Id="rId6" Type="http://schemas.openxmlformats.org/officeDocument/2006/relationships/diagramColors" Target="../diagrams/colors36.xml"/><Relationship Id="rId5" Type="http://schemas.openxmlformats.org/officeDocument/2006/relationships/diagramQuickStyle" Target="../diagrams/quickStyle36.xml"/><Relationship Id="rId4" Type="http://schemas.openxmlformats.org/officeDocument/2006/relationships/diagramLayout" Target="../diagrams/layout3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49.xml.rels><?xml version="1.0" encoding="UTF-8" standalone="yes"?>
<Relationships xmlns="http://schemas.openxmlformats.org/package/2006/relationships"><Relationship Id="rId2" Type="http://schemas.openxmlformats.org/officeDocument/2006/relationships/hyperlink" Target="https://stackoverflow.com/questions/62828346/what-is-the-difference-between-args-wordngrams-minn-and-maxn-in-fassttext-super" TargetMode="External"/><Relationship Id="rId1" Type="http://schemas.openxmlformats.org/officeDocument/2006/relationships/slideLayout" Target="../slideLayouts/slideLayout43.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5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0.xml"/></Relationships>
</file>

<file path=ppt/slides/_rels/slide157.xml.rels><?xml version="1.0" encoding="UTF-8" standalone="yes"?>
<Relationships xmlns="http://schemas.openxmlformats.org/package/2006/relationships"><Relationship Id="rId3" Type="http://schemas.openxmlformats.org/officeDocument/2006/relationships/diagramLayout" Target="../diagrams/layout37.xml"/><Relationship Id="rId2" Type="http://schemas.openxmlformats.org/officeDocument/2006/relationships/diagramData" Target="../diagrams/data37.xml"/><Relationship Id="rId1" Type="http://schemas.openxmlformats.org/officeDocument/2006/relationships/slideLayout" Target="../slideLayouts/slideLayout43.xml"/><Relationship Id="rId6" Type="http://schemas.microsoft.com/office/2007/relationships/diagramDrawing" Target="../diagrams/drawing37.xml"/><Relationship Id="rId5" Type="http://schemas.openxmlformats.org/officeDocument/2006/relationships/diagramColors" Target="../diagrams/colors37.xml"/><Relationship Id="rId4" Type="http://schemas.openxmlformats.org/officeDocument/2006/relationships/diagramQuickStyle" Target="../diagrams/quickStyle37.xml"/></Relationships>
</file>

<file path=ppt/slides/_rels/slide158.xml.rels><?xml version="1.0" encoding="UTF-8" standalone="yes"?>
<Relationships xmlns="http://schemas.openxmlformats.org/package/2006/relationships"><Relationship Id="rId3" Type="http://schemas.openxmlformats.org/officeDocument/2006/relationships/diagramLayout" Target="../diagrams/layout38.xml"/><Relationship Id="rId2" Type="http://schemas.openxmlformats.org/officeDocument/2006/relationships/diagramData" Target="../diagrams/data38.xml"/><Relationship Id="rId1" Type="http://schemas.openxmlformats.org/officeDocument/2006/relationships/slideLayout" Target="../slideLayouts/slideLayout43.xml"/><Relationship Id="rId6" Type="http://schemas.microsoft.com/office/2007/relationships/diagramDrawing" Target="../diagrams/drawing38.xml"/><Relationship Id="rId5" Type="http://schemas.openxmlformats.org/officeDocument/2006/relationships/diagramColors" Target="../diagrams/colors38.xml"/><Relationship Id="rId4" Type="http://schemas.openxmlformats.org/officeDocument/2006/relationships/diagramQuickStyle" Target="../diagrams/quickStyle38.xml"/></Relationships>
</file>

<file path=ppt/slides/_rels/slide15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43.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3.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3.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7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0.xml"/></Relationships>
</file>

<file path=ppt/slides/_rels/slide174.xml.rels><?xml version="1.0" encoding="UTF-8" standalone="yes"?>
<Relationships xmlns="http://schemas.openxmlformats.org/package/2006/relationships"><Relationship Id="rId3" Type="http://schemas.openxmlformats.org/officeDocument/2006/relationships/diagramLayout" Target="../diagrams/layout39.xml"/><Relationship Id="rId2" Type="http://schemas.openxmlformats.org/officeDocument/2006/relationships/diagramData" Target="../diagrams/data39.xml"/><Relationship Id="rId1" Type="http://schemas.openxmlformats.org/officeDocument/2006/relationships/slideLayout" Target="../slideLayouts/slideLayout43.xml"/><Relationship Id="rId6" Type="http://schemas.microsoft.com/office/2007/relationships/diagramDrawing" Target="../diagrams/drawing39.xml"/><Relationship Id="rId5" Type="http://schemas.openxmlformats.org/officeDocument/2006/relationships/diagramColors" Target="../diagrams/colors39.xml"/><Relationship Id="rId4" Type="http://schemas.openxmlformats.org/officeDocument/2006/relationships/diagramQuickStyle" Target="../diagrams/quickStyle39.xml"/></Relationships>
</file>

<file path=ppt/slides/_rels/slide175.xml.rels><?xml version="1.0" encoding="UTF-8" standalone="yes"?>
<Relationships xmlns="http://schemas.openxmlformats.org/package/2006/relationships"><Relationship Id="rId3" Type="http://schemas.openxmlformats.org/officeDocument/2006/relationships/diagramLayout" Target="../diagrams/layout40.xml"/><Relationship Id="rId2" Type="http://schemas.openxmlformats.org/officeDocument/2006/relationships/diagramData" Target="../diagrams/data40.xml"/><Relationship Id="rId1" Type="http://schemas.openxmlformats.org/officeDocument/2006/relationships/slideLayout" Target="../slideLayouts/slideLayout43.xml"/><Relationship Id="rId6" Type="http://schemas.microsoft.com/office/2007/relationships/diagramDrawing" Target="../diagrams/drawing40.xml"/><Relationship Id="rId5" Type="http://schemas.openxmlformats.org/officeDocument/2006/relationships/diagramColors" Target="../diagrams/colors40.xml"/><Relationship Id="rId4" Type="http://schemas.openxmlformats.org/officeDocument/2006/relationships/diagramQuickStyle" Target="../diagrams/quickStyle40.xml"/></Relationships>
</file>

<file path=ppt/slides/_rels/slide176.xml.rels><?xml version="1.0" encoding="UTF-8" standalone="yes"?>
<Relationships xmlns="http://schemas.openxmlformats.org/package/2006/relationships"><Relationship Id="rId3" Type="http://schemas.openxmlformats.org/officeDocument/2006/relationships/diagramData" Target="../diagrams/data41.xml"/><Relationship Id="rId7" Type="http://schemas.microsoft.com/office/2007/relationships/diagramDrawing" Target="../diagrams/drawing41.xml"/><Relationship Id="rId2" Type="http://schemas.openxmlformats.org/officeDocument/2006/relationships/notesSlide" Target="../notesSlides/notesSlide10.xml"/><Relationship Id="rId1" Type="http://schemas.openxmlformats.org/officeDocument/2006/relationships/slideLayout" Target="../slideLayouts/slideLayout43.xml"/><Relationship Id="rId6" Type="http://schemas.openxmlformats.org/officeDocument/2006/relationships/diagramColors" Target="../diagrams/colors41.xml"/><Relationship Id="rId5" Type="http://schemas.openxmlformats.org/officeDocument/2006/relationships/diagramQuickStyle" Target="../diagrams/quickStyle41.xml"/><Relationship Id="rId4" Type="http://schemas.openxmlformats.org/officeDocument/2006/relationships/diagramLayout" Target="../diagrams/layout41.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3.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0.xml"/></Relationships>
</file>

<file path=ppt/slides/_rels/slide194.xml.rels><?xml version="1.0" encoding="UTF-8" standalone="yes"?>
<Relationships xmlns="http://schemas.openxmlformats.org/package/2006/relationships"><Relationship Id="rId3" Type="http://schemas.openxmlformats.org/officeDocument/2006/relationships/diagramLayout" Target="../diagrams/layout42.xml"/><Relationship Id="rId2" Type="http://schemas.openxmlformats.org/officeDocument/2006/relationships/diagramData" Target="../diagrams/data42.xml"/><Relationship Id="rId1" Type="http://schemas.openxmlformats.org/officeDocument/2006/relationships/slideLayout" Target="../slideLayouts/slideLayout43.xml"/><Relationship Id="rId6" Type="http://schemas.microsoft.com/office/2007/relationships/diagramDrawing" Target="../diagrams/drawing42.xml"/><Relationship Id="rId5" Type="http://schemas.openxmlformats.org/officeDocument/2006/relationships/diagramColors" Target="../diagrams/colors42.xml"/><Relationship Id="rId4" Type="http://schemas.openxmlformats.org/officeDocument/2006/relationships/diagramQuickStyle" Target="../diagrams/quickStyle42.xml"/></Relationships>
</file>

<file path=ppt/slides/_rels/slide195.xml.rels><?xml version="1.0" encoding="UTF-8" standalone="yes"?>
<Relationships xmlns="http://schemas.openxmlformats.org/package/2006/relationships"><Relationship Id="rId3" Type="http://schemas.openxmlformats.org/officeDocument/2006/relationships/diagramData" Target="../diagrams/data43.xml"/><Relationship Id="rId7" Type="http://schemas.microsoft.com/office/2007/relationships/diagramDrawing" Target="../diagrams/drawing43.xml"/><Relationship Id="rId2" Type="http://schemas.openxmlformats.org/officeDocument/2006/relationships/notesSlide" Target="../notesSlides/notesSlide13.xml"/><Relationship Id="rId1" Type="http://schemas.openxmlformats.org/officeDocument/2006/relationships/slideLayout" Target="../slideLayouts/slideLayout43.xml"/><Relationship Id="rId6" Type="http://schemas.openxmlformats.org/officeDocument/2006/relationships/diagramColors" Target="../diagrams/colors43.xml"/><Relationship Id="rId5" Type="http://schemas.openxmlformats.org/officeDocument/2006/relationships/diagramQuickStyle" Target="../diagrams/quickStyle43.xml"/><Relationship Id="rId4" Type="http://schemas.openxmlformats.org/officeDocument/2006/relationships/diagramLayout" Target="../diagrams/layout43.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9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3.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200.xml.rels><?xml version="1.0" encoding="UTF-8" standalone="yes"?>
<Relationships xmlns="http://schemas.openxmlformats.org/package/2006/relationships"><Relationship Id="rId3" Type="http://schemas.openxmlformats.org/officeDocument/2006/relationships/diagramLayout" Target="../diagrams/layout44.xml"/><Relationship Id="rId2" Type="http://schemas.openxmlformats.org/officeDocument/2006/relationships/diagramData" Target="../diagrams/data44.xml"/><Relationship Id="rId1" Type="http://schemas.openxmlformats.org/officeDocument/2006/relationships/slideLayout" Target="../slideLayouts/slideLayout43.xml"/><Relationship Id="rId6" Type="http://schemas.microsoft.com/office/2007/relationships/diagramDrawing" Target="../diagrams/drawing44.xml"/><Relationship Id="rId5" Type="http://schemas.openxmlformats.org/officeDocument/2006/relationships/diagramColors" Target="../diagrams/colors44.xml"/><Relationship Id="rId4" Type="http://schemas.openxmlformats.org/officeDocument/2006/relationships/diagramQuickStyle" Target="../diagrams/quickStyle44.xml"/></Relationships>
</file>

<file path=ppt/slides/_rels/slide20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3.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20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0.xml"/></Relationships>
</file>

<file path=ppt/slides/_rels/slide210.xml.rels><?xml version="1.0" encoding="UTF-8" standalone="yes"?>
<Relationships xmlns="http://schemas.openxmlformats.org/package/2006/relationships"><Relationship Id="rId3" Type="http://schemas.openxmlformats.org/officeDocument/2006/relationships/diagramLayout" Target="../diagrams/layout45.xml"/><Relationship Id="rId2" Type="http://schemas.openxmlformats.org/officeDocument/2006/relationships/diagramData" Target="../diagrams/data45.xml"/><Relationship Id="rId1" Type="http://schemas.openxmlformats.org/officeDocument/2006/relationships/slideLayout" Target="../slideLayouts/slideLayout43.xml"/><Relationship Id="rId6" Type="http://schemas.microsoft.com/office/2007/relationships/diagramDrawing" Target="../diagrams/drawing45.xml"/><Relationship Id="rId5" Type="http://schemas.openxmlformats.org/officeDocument/2006/relationships/diagramColors" Target="../diagrams/colors45.xml"/><Relationship Id="rId4" Type="http://schemas.openxmlformats.org/officeDocument/2006/relationships/diagramQuickStyle" Target="../diagrams/quickStyle45.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212.xml.rels><?xml version="1.0" encoding="UTF-8" standalone="yes"?>
<Relationships xmlns="http://schemas.openxmlformats.org/package/2006/relationships"><Relationship Id="rId3" Type="http://schemas.openxmlformats.org/officeDocument/2006/relationships/diagramData" Target="../diagrams/data46.xml"/><Relationship Id="rId7" Type="http://schemas.microsoft.com/office/2007/relationships/diagramDrawing" Target="../diagrams/drawing46.xml"/><Relationship Id="rId2" Type="http://schemas.openxmlformats.org/officeDocument/2006/relationships/notesSlide" Target="../notesSlides/notesSlide16.xml"/><Relationship Id="rId1" Type="http://schemas.openxmlformats.org/officeDocument/2006/relationships/slideLayout" Target="../slideLayouts/slideLayout43.xml"/><Relationship Id="rId6" Type="http://schemas.openxmlformats.org/officeDocument/2006/relationships/diagramColors" Target="../diagrams/colors46.xml"/><Relationship Id="rId5" Type="http://schemas.openxmlformats.org/officeDocument/2006/relationships/diagramQuickStyle" Target="../diagrams/quickStyle46.xml"/><Relationship Id="rId4" Type="http://schemas.openxmlformats.org/officeDocument/2006/relationships/diagramLayout" Target="../diagrams/layout46.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214.xml.rels><?xml version="1.0" encoding="UTF-8" standalone="yes"?>
<Relationships xmlns="http://schemas.openxmlformats.org/package/2006/relationships"><Relationship Id="rId3" Type="http://schemas.openxmlformats.org/officeDocument/2006/relationships/diagramLayout" Target="../diagrams/layout47.xml"/><Relationship Id="rId2" Type="http://schemas.openxmlformats.org/officeDocument/2006/relationships/diagramData" Target="../diagrams/data47.xml"/><Relationship Id="rId1" Type="http://schemas.openxmlformats.org/officeDocument/2006/relationships/slideLayout" Target="../slideLayouts/slideLayout43.xml"/><Relationship Id="rId6" Type="http://schemas.microsoft.com/office/2007/relationships/diagramDrawing" Target="../diagrams/drawing47.xml"/><Relationship Id="rId5" Type="http://schemas.openxmlformats.org/officeDocument/2006/relationships/diagramColors" Target="../diagrams/colors47.xml"/><Relationship Id="rId4" Type="http://schemas.openxmlformats.org/officeDocument/2006/relationships/diagramQuickStyle" Target="../diagrams/quickStyle47.xml"/></Relationships>
</file>

<file path=ppt/slides/_rels/slide215.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diagramLayout" Target="../diagrams/layout48.xml"/><Relationship Id="rId7" Type="http://schemas.microsoft.com/office/2017/06/relationships/model3d" Target="../media/model3d1.glb"/><Relationship Id="rId2" Type="http://schemas.openxmlformats.org/officeDocument/2006/relationships/diagramData" Target="../diagrams/data48.xml"/><Relationship Id="rId1" Type="http://schemas.openxmlformats.org/officeDocument/2006/relationships/slideLayout" Target="../slideLayouts/slideLayout43.xml"/><Relationship Id="rId6" Type="http://schemas.microsoft.com/office/2007/relationships/diagramDrawing" Target="../diagrams/drawing48.xml"/><Relationship Id="rId5" Type="http://schemas.openxmlformats.org/officeDocument/2006/relationships/diagramColors" Target="../diagrams/colors48.xml"/><Relationship Id="rId4" Type="http://schemas.openxmlformats.org/officeDocument/2006/relationships/diagramQuickStyle" Target="../diagrams/quickStyle48.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217.xml.rels><?xml version="1.0" encoding="UTF-8" standalone="yes"?>
<Relationships xmlns="http://schemas.openxmlformats.org/package/2006/relationships"><Relationship Id="rId3" Type="http://schemas.openxmlformats.org/officeDocument/2006/relationships/diagramLayout" Target="../diagrams/layout49.xml"/><Relationship Id="rId7" Type="http://schemas.openxmlformats.org/officeDocument/2006/relationships/image" Target="../media/image14.png"/><Relationship Id="rId2" Type="http://schemas.openxmlformats.org/officeDocument/2006/relationships/diagramData" Target="../diagrams/data49.xml"/><Relationship Id="rId1" Type="http://schemas.openxmlformats.org/officeDocument/2006/relationships/slideLayout" Target="../slideLayouts/slideLayout43.xml"/><Relationship Id="rId6" Type="http://schemas.microsoft.com/office/2007/relationships/diagramDrawing" Target="../diagrams/drawing49.xml"/><Relationship Id="rId5" Type="http://schemas.openxmlformats.org/officeDocument/2006/relationships/diagramColors" Target="../diagrams/colors49.xml"/><Relationship Id="rId4" Type="http://schemas.openxmlformats.org/officeDocument/2006/relationships/diagramQuickStyle" Target="../diagrams/quickStyle49.xml"/></Relationships>
</file>

<file path=ppt/slides/_rels/slide21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diagramLayout" Target="../diagrams/layout50.xml"/><Relationship Id="rId7" Type="http://schemas.openxmlformats.org/officeDocument/2006/relationships/image" Target="../media/image15.png"/><Relationship Id="rId2" Type="http://schemas.openxmlformats.org/officeDocument/2006/relationships/diagramData" Target="../diagrams/data50.xml"/><Relationship Id="rId1" Type="http://schemas.openxmlformats.org/officeDocument/2006/relationships/slideLayout" Target="../slideLayouts/slideLayout43.xml"/><Relationship Id="rId6" Type="http://schemas.microsoft.com/office/2007/relationships/diagramDrawing" Target="../diagrams/drawing50.xml"/><Relationship Id="rId5" Type="http://schemas.openxmlformats.org/officeDocument/2006/relationships/diagramColors" Target="../diagrams/colors50.xml"/><Relationship Id="rId4" Type="http://schemas.openxmlformats.org/officeDocument/2006/relationships/diagramQuickStyle" Target="../diagrams/quickStyle50.xml"/></Relationships>
</file>

<file path=ppt/slides/_rels/slide219.xml.rels><?xml version="1.0" encoding="UTF-8" standalone="yes"?>
<Relationships xmlns="http://schemas.openxmlformats.org/package/2006/relationships"><Relationship Id="rId3" Type="http://schemas.openxmlformats.org/officeDocument/2006/relationships/diagramLayout" Target="../diagrams/layout51.xml"/><Relationship Id="rId2" Type="http://schemas.openxmlformats.org/officeDocument/2006/relationships/diagramData" Target="../diagrams/data51.xml"/><Relationship Id="rId1" Type="http://schemas.openxmlformats.org/officeDocument/2006/relationships/slideLayout" Target="../slideLayouts/slideLayout43.xml"/><Relationship Id="rId6" Type="http://schemas.microsoft.com/office/2007/relationships/diagramDrawing" Target="../diagrams/drawing51.xml"/><Relationship Id="rId5" Type="http://schemas.openxmlformats.org/officeDocument/2006/relationships/diagramColors" Target="../diagrams/colors51.xml"/><Relationship Id="rId4" Type="http://schemas.openxmlformats.org/officeDocument/2006/relationships/diagramQuickStyle" Target="../diagrams/quickStyle51.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224.xml.rels><?xml version="1.0" encoding="UTF-8" standalone="yes"?>
<Relationships xmlns="http://schemas.openxmlformats.org/package/2006/relationships"><Relationship Id="rId3" Type="http://schemas.openxmlformats.org/officeDocument/2006/relationships/diagramLayout" Target="../diagrams/layout52.xml"/><Relationship Id="rId2" Type="http://schemas.openxmlformats.org/officeDocument/2006/relationships/diagramData" Target="../diagrams/data52.xml"/><Relationship Id="rId1" Type="http://schemas.openxmlformats.org/officeDocument/2006/relationships/slideLayout" Target="../slideLayouts/slideLayout43.xml"/><Relationship Id="rId6" Type="http://schemas.microsoft.com/office/2007/relationships/diagramDrawing" Target="../diagrams/drawing52.xml"/><Relationship Id="rId5" Type="http://schemas.openxmlformats.org/officeDocument/2006/relationships/diagramColors" Target="../diagrams/colors52.xml"/><Relationship Id="rId4" Type="http://schemas.openxmlformats.org/officeDocument/2006/relationships/diagramQuickStyle" Target="../diagrams/quickStyle52.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2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3.xml"/></Relationships>
</file>

<file path=ppt/slides/_rels/slide227.xml.rels><?xml version="1.0" encoding="UTF-8" standalone="yes"?>
<Relationships xmlns="http://schemas.openxmlformats.org/package/2006/relationships"><Relationship Id="rId3" Type="http://schemas.openxmlformats.org/officeDocument/2006/relationships/diagramLayout" Target="../diagrams/layout53.xml"/><Relationship Id="rId2" Type="http://schemas.openxmlformats.org/officeDocument/2006/relationships/diagramData" Target="../diagrams/data53.xml"/><Relationship Id="rId1" Type="http://schemas.openxmlformats.org/officeDocument/2006/relationships/slideLayout" Target="../slideLayouts/slideLayout43.xml"/><Relationship Id="rId6" Type="http://schemas.microsoft.com/office/2007/relationships/diagramDrawing" Target="../diagrams/drawing53.xml"/><Relationship Id="rId5" Type="http://schemas.openxmlformats.org/officeDocument/2006/relationships/diagramColors" Target="../diagrams/colors53.xml"/><Relationship Id="rId4" Type="http://schemas.openxmlformats.org/officeDocument/2006/relationships/diagramQuickStyle" Target="../diagrams/quickStyle53.xml"/></Relationships>
</file>

<file path=ppt/slides/_rels/slide228.xml.rels><?xml version="1.0" encoding="UTF-8" standalone="yes"?>
<Relationships xmlns="http://schemas.openxmlformats.org/package/2006/relationships"><Relationship Id="rId3" Type="http://schemas.openxmlformats.org/officeDocument/2006/relationships/diagramData" Target="../diagrams/data54.xml"/><Relationship Id="rId7" Type="http://schemas.microsoft.com/office/2007/relationships/diagramDrawing" Target="../diagrams/drawing54.xml"/><Relationship Id="rId2" Type="http://schemas.openxmlformats.org/officeDocument/2006/relationships/notesSlide" Target="../notesSlides/notesSlide18.xml"/><Relationship Id="rId1" Type="http://schemas.openxmlformats.org/officeDocument/2006/relationships/slideLayout" Target="../slideLayouts/slideLayout43.xml"/><Relationship Id="rId6" Type="http://schemas.openxmlformats.org/officeDocument/2006/relationships/diagramColors" Target="../diagrams/colors54.xml"/><Relationship Id="rId5" Type="http://schemas.openxmlformats.org/officeDocument/2006/relationships/diagramQuickStyle" Target="../diagrams/quickStyle54.xml"/><Relationship Id="rId4" Type="http://schemas.openxmlformats.org/officeDocument/2006/relationships/diagramLayout" Target="../diagrams/layout54.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23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3.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23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3.xml"/></Relationships>
</file>

<file path=ppt/slides/_rels/slide236.xml.rels><?xml version="1.0" encoding="UTF-8" standalone="yes"?>
<Relationships xmlns="http://schemas.openxmlformats.org/package/2006/relationships"><Relationship Id="rId3" Type="http://schemas.openxmlformats.org/officeDocument/2006/relationships/diagramData" Target="../diagrams/data55.xml"/><Relationship Id="rId7" Type="http://schemas.microsoft.com/office/2007/relationships/diagramDrawing" Target="../diagrams/drawing55.xml"/><Relationship Id="rId2" Type="http://schemas.openxmlformats.org/officeDocument/2006/relationships/notesSlide" Target="../notesSlides/notesSlide21.xml"/><Relationship Id="rId1" Type="http://schemas.openxmlformats.org/officeDocument/2006/relationships/slideLayout" Target="../slideLayouts/slideLayout43.xml"/><Relationship Id="rId6" Type="http://schemas.openxmlformats.org/officeDocument/2006/relationships/diagramColors" Target="../diagrams/colors55.xml"/><Relationship Id="rId5" Type="http://schemas.openxmlformats.org/officeDocument/2006/relationships/diagramQuickStyle" Target="../diagrams/quickStyle55.xml"/><Relationship Id="rId4" Type="http://schemas.openxmlformats.org/officeDocument/2006/relationships/diagramLayout" Target="../diagrams/layout55.xml"/></Relationships>
</file>

<file path=ppt/slides/_rels/slide23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43.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23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3.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24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B1C3887-0D50-471E-834B-BBA9CD5EBF78}"/>
              </a:ext>
            </a:extLst>
          </p:cNvPr>
          <p:cNvSpPr>
            <a:spLocks noGrp="1"/>
          </p:cNvSpPr>
          <p:nvPr>
            <p:ph type="subTitle" idx="1"/>
          </p:nvPr>
        </p:nvSpPr>
        <p:spPr>
          <a:xfrm>
            <a:off x="7338823" y="4820575"/>
            <a:ext cx="3554078" cy="1553884"/>
          </a:xfrm>
        </p:spPr>
        <p:txBody>
          <a:bodyPr anchor="t">
            <a:normAutofit fontScale="77500" lnSpcReduction="20000"/>
          </a:bodyPr>
          <a:lstStyle/>
          <a:p>
            <a:endParaRPr lang="en-US" sz="2000" dirty="0"/>
          </a:p>
          <a:p>
            <a:r>
              <a:rPr lang="en-US" sz="2000" dirty="0"/>
              <a:t>Student : Rishabh Thapliyal</a:t>
            </a:r>
          </a:p>
          <a:p>
            <a:r>
              <a:rPr lang="en-US" sz="2000" dirty="0"/>
              <a:t>  Mentor:  Mr. Syed Faraz Ali &amp; </a:t>
            </a:r>
            <a:br>
              <a:rPr lang="en-US" sz="2000" dirty="0"/>
            </a:br>
            <a:br>
              <a:rPr lang="en-US" sz="2000" dirty="0"/>
            </a:br>
            <a:r>
              <a:rPr lang="en-US" sz="2000" dirty="0"/>
              <a:t>	  Mr. Mallikharjuna MV</a:t>
            </a:r>
          </a:p>
          <a:p>
            <a:r>
              <a:rPr lang="en-US" sz="2000" dirty="0"/>
              <a:t>  Manager: Mr. Subhasish Misra</a:t>
            </a:r>
          </a:p>
        </p:txBody>
      </p:sp>
      <p:pic>
        <p:nvPicPr>
          <p:cNvPr id="2050" name="Picture 2">
            <a:extLst>
              <a:ext uri="{FF2B5EF4-FFF2-40B4-BE49-F238E27FC236}">
                <a16:creationId xmlns:a16="http://schemas.microsoft.com/office/drawing/2014/main" id="{1977C59E-53AC-49A9-8CD4-A1238258462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40470" y="2281268"/>
            <a:ext cx="4141760" cy="3209863"/>
          </a:xfrm>
          <a:custGeom>
            <a:avLst/>
            <a:gdLst/>
            <a:ahLst/>
            <a:cxnLst/>
            <a:rect l="l" t="t" r="r" b="b"/>
            <a:pathLst>
              <a:path w="4141760" h="4377846">
                <a:moveTo>
                  <a:pt x="0" y="0"/>
                </a:moveTo>
                <a:lnTo>
                  <a:pt x="4141760" y="0"/>
                </a:lnTo>
                <a:lnTo>
                  <a:pt x="4141760" y="4377846"/>
                </a:lnTo>
                <a:lnTo>
                  <a:pt x="0" y="4377846"/>
                </a:lnTo>
                <a:close/>
              </a:path>
            </a:pathLst>
          </a:cu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06BD46B6-A2BA-413E-9883-89E7FC0FC6B2}"/>
              </a:ext>
            </a:extLst>
          </p:cNvPr>
          <p:cNvSpPr txBox="1"/>
          <p:nvPr/>
        </p:nvSpPr>
        <p:spPr>
          <a:xfrm>
            <a:off x="5708341" y="851554"/>
            <a:ext cx="6165116" cy="1077218"/>
          </a:xfrm>
          <a:prstGeom prst="rect">
            <a:avLst/>
          </a:prstGeom>
          <a:noFill/>
        </p:spPr>
        <p:txBody>
          <a:bodyPr wrap="square" rtlCol="0">
            <a:spAutoFit/>
          </a:bodyPr>
          <a:lstStyle/>
          <a:p>
            <a:pPr algn="ctr"/>
            <a:r>
              <a:rPr lang="en-US" sz="3600" dirty="0"/>
              <a:t>Summer Internship Project</a:t>
            </a:r>
          </a:p>
          <a:p>
            <a:pPr algn="ctr"/>
            <a:r>
              <a:rPr lang="en-US" sz="2800" dirty="0"/>
              <a:t>MMIC problem statement</a:t>
            </a:r>
          </a:p>
        </p:txBody>
      </p:sp>
    </p:spTree>
    <p:extLst>
      <p:ext uri="{BB962C8B-B14F-4D97-AF65-F5344CB8AC3E}">
        <p14:creationId xmlns:p14="http://schemas.microsoft.com/office/powerpoint/2010/main" val="16761643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639A144-1544-4B5A-BD76-9C5D08829AF3}"/>
              </a:ext>
            </a:extLst>
          </p:cNvPr>
          <p:cNvSpPr>
            <a:spLocks noGrp="1"/>
          </p:cNvSpPr>
          <p:nvPr>
            <p:ph type="title"/>
          </p:nvPr>
        </p:nvSpPr>
        <p:spPr>
          <a:xfrm>
            <a:off x="247706" y="2117404"/>
            <a:ext cx="3543192" cy="3015913"/>
          </a:xfrm>
        </p:spPr>
        <p:txBody>
          <a:bodyPr vert="horz" lIns="91440" tIns="45720" rIns="91440" bIns="45720" rtlCol="0" anchor="ctr">
            <a:normAutofit/>
          </a:bodyPr>
          <a:lstStyle/>
          <a:p>
            <a:pPr algn="ctr"/>
            <a:r>
              <a:rPr lang="en-US" sz="3600" kern="1200" dirty="0">
                <a:solidFill>
                  <a:srgbClr val="FFFFFF"/>
                </a:solidFill>
                <a:latin typeface="+mj-lt"/>
                <a:ea typeface="+mj-ea"/>
                <a:cs typeface="+mj-cs"/>
              </a:rPr>
              <a:t>Review Meet – 1</a:t>
            </a:r>
            <a:br>
              <a:rPr lang="en-US" sz="3600" kern="1200" dirty="0">
                <a:solidFill>
                  <a:srgbClr val="FFFFFF"/>
                </a:solidFill>
                <a:latin typeface="+mj-lt"/>
                <a:ea typeface="+mj-ea"/>
                <a:cs typeface="+mj-cs"/>
              </a:rPr>
            </a:br>
            <a:r>
              <a:rPr lang="en-US" sz="3600" kern="1200" dirty="0">
                <a:solidFill>
                  <a:srgbClr val="FFFFFF"/>
                </a:solidFill>
                <a:latin typeface="+mj-lt"/>
                <a:ea typeface="+mj-ea"/>
                <a:cs typeface="+mj-cs"/>
              </a:rPr>
              <a:t>May 28</a:t>
            </a:r>
            <a:r>
              <a:rPr lang="en-US" sz="3600" kern="1200" baseline="30000" dirty="0">
                <a:solidFill>
                  <a:srgbClr val="FFFFFF"/>
                </a:solidFill>
                <a:latin typeface="+mj-lt"/>
                <a:ea typeface="+mj-ea"/>
                <a:cs typeface="+mj-cs"/>
              </a:rPr>
              <a:t>th</a:t>
            </a:r>
            <a:r>
              <a:rPr lang="en-US" sz="3600" kern="1200" dirty="0">
                <a:solidFill>
                  <a:srgbClr val="FFFFFF"/>
                </a:solidFill>
                <a:latin typeface="+mj-lt"/>
                <a:ea typeface="+mj-ea"/>
                <a:cs typeface="+mj-cs"/>
              </a:rPr>
              <a:t>,2021</a:t>
            </a:r>
          </a:p>
        </p:txBody>
      </p:sp>
      <p:sp>
        <p:nvSpPr>
          <p:cNvPr id="6" name="TextBox 5">
            <a:extLst>
              <a:ext uri="{FF2B5EF4-FFF2-40B4-BE49-F238E27FC236}">
                <a16:creationId xmlns:a16="http://schemas.microsoft.com/office/drawing/2014/main" id="{EC60DF84-C8CC-4BF1-86F0-FD284C7E6EC6}"/>
              </a:ext>
            </a:extLst>
          </p:cNvPr>
          <p:cNvSpPr txBox="1"/>
          <p:nvPr/>
        </p:nvSpPr>
        <p:spPr>
          <a:xfrm>
            <a:off x="4793942" y="701336"/>
            <a:ext cx="6569475" cy="923330"/>
          </a:xfrm>
          <a:prstGeom prst="rect">
            <a:avLst/>
          </a:prstGeom>
          <a:noFill/>
          <a:ln>
            <a:solidFill>
              <a:schemeClr val="tx1">
                <a:lumMod val="95000"/>
                <a:lumOff val="5000"/>
              </a:schemeClr>
            </a:solidFill>
          </a:ln>
        </p:spPr>
        <p:txBody>
          <a:bodyPr wrap="square" rtlCol="0">
            <a:spAutoFit/>
          </a:bodyPr>
          <a:lstStyle/>
          <a:p>
            <a:pPr algn="ctr"/>
            <a:r>
              <a:rPr lang="en-US" sz="5400" dirty="0"/>
              <a:t>Agenda</a:t>
            </a:r>
          </a:p>
        </p:txBody>
      </p:sp>
      <p:sp>
        <p:nvSpPr>
          <p:cNvPr id="8" name="TextBox 7">
            <a:extLst>
              <a:ext uri="{FF2B5EF4-FFF2-40B4-BE49-F238E27FC236}">
                <a16:creationId xmlns:a16="http://schemas.microsoft.com/office/drawing/2014/main" id="{77D84919-7EF1-48D5-9D8B-ECFAF6930FC2}"/>
              </a:ext>
            </a:extLst>
          </p:cNvPr>
          <p:cNvSpPr txBox="1"/>
          <p:nvPr/>
        </p:nvSpPr>
        <p:spPr>
          <a:xfrm>
            <a:off x="4793942" y="2501977"/>
            <a:ext cx="6169980" cy="1815882"/>
          </a:xfrm>
          <a:prstGeom prst="rect">
            <a:avLst/>
          </a:prstGeom>
          <a:noFill/>
        </p:spPr>
        <p:txBody>
          <a:bodyPr wrap="square" rtlCol="0">
            <a:spAutoFit/>
          </a:bodyPr>
          <a:lstStyle/>
          <a:p>
            <a:pPr marL="342900" indent="-342900">
              <a:buAutoNum type="arabicPeriod"/>
            </a:pPr>
            <a:r>
              <a:rPr lang="en-US" sz="2800" dirty="0"/>
              <a:t>Problem statement</a:t>
            </a:r>
          </a:p>
          <a:p>
            <a:pPr marL="342900" indent="-342900">
              <a:buAutoNum type="arabicPeriod"/>
            </a:pPr>
            <a:r>
              <a:rPr lang="en-US" sz="2800" dirty="0"/>
              <a:t>Approach</a:t>
            </a:r>
          </a:p>
          <a:p>
            <a:pPr marL="342900" indent="-342900">
              <a:buAutoNum type="arabicPeriod"/>
            </a:pPr>
            <a:r>
              <a:rPr lang="en-US" sz="2800" dirty="0"/>
              <a:t>Findings </a:t>
            </a:r>
          </a:p>
          <a:p>
            <a:pPr marL="342900" indent="-342900">
              <a:buAutoNum type="arabicPeriod"/>
            </a:pPr>
            <a:r>
              <a:rPr lang="en-US" sz="2800" dirty="0"/>
              <a:t>Way ahead</a:t>
            </a:r>
          </a:p>
        </p:txBody>
      </p:sp>
    </p:spTree>
    <p:extLst>
      <p:ext uri="{BB962C8B-B14F-4D97-AF65-F5344CB8AC3E}">
        <p14:creationId xmlns:p14="http://schemas.microsoft.com/office/powerpoint/2010/main" val="29841073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4A51F05-BFB5-4DD9-B54B-EB2DE5D4922D}"/>
              </a:ext>
            </a:extLst>
          </p:cNvPr>
          <p:cNvSpPr>
            <a:spLocks noGrp="1"/>
          </p:cNvSpPr>
          <p:nvPr>
            <p:ph type="title"/>
          </p:nvPr>
        </p:nvSpPr>
        <p:spPr>
          <a:xfrm>
            <a:off x="314417" y="125429"/>
            <a:ext cx="10515600" cy="851116"/>
          </a:xfrm>
        </p:spPr>
        <p:txBody>
          <a:bodyPr/>
          <a:lstStyle/>
          <a:p>
            <a:r>
              <a:rPr lang="en-US" dirty="0"/>
              <a:t>Problem Statement</a:t>
            </a:r>
          </a:p>
        </p:txBody>
      </p:sp>
      <p:graphicFrame>
        <p:nvGraphicFramePr>
          <p:cNvPr id="3" name="Diagram 2">
            <a:extLst>
              <a:ext uri="{FF2B5EF4-FFF2-40B4-BE49-F238E27FC236}">
                <a16:creationId xmlns:a16="http://schemas.microsoft.com/office/drawing/2014/main" id="{8786B432-DDE7-4B54-A310-636A30E45491}"/>
              </a:ext>
            </a:extLst>
          </p:cNvPr>
          <p:cNvGraphicFramePr/>
          <p:nvPr>
            <p:extLst>
              <p:ext uri="{D42A27DB-BD31-4B8C-83A1-F6EECF244321}">
                <p14:modId xmlns:p14="http://schemas.microsoft.com/office/powerpoint/2010/main" val="1199880187"/>
              </p:ext>
            </p:extLst>
          </p:nvPr>
        </p:nvGraphicFramePr>
        <p:xfrm>
          <a:off x="434020" y="1128039"/>
          <a:ext cx="10760722"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06745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022AD-6C8E-4286-BF85-D9E1AA50DF96}"/>
              </a:ext>
            </a:extLst>
          </p:cNvPr>
          <p:cNvSpPr>
            <a:spLocks noGrp="1"/>
          </p:cNvSpPr>
          <p:nvPr>
            <p:ph type="title"/>
          </p:nvPr>
        </p:nvSpPr>
        <p:spPr>
          <a:xfrm>
            <a:off x="412071" y="143184"/>
            <a:ext cx="10515600" cy="851116"/>
          </a:xfrm>
        </p:spPr>
        <p:txBody>
          <a:bodyPr/>
          <a:lstStyle/>
          <a:p>
            <a:r>
              <a:rPr lang="en-US" dirty="0"/>
              <a:t>Approach</a:t>
            </a:r>
          </a:p>
        </p:txBody>
      </p:sp>
      <p:graphicFrame>
        <p:nvGraphicFramePr>
          <p:cNvPr id="6" name="Diagram 5">
            <a:extLst>
              <a:ext uri="{FF2B5EF4-FFF2-40B4-BE49-F238E27FC236}">
                <a16:creationId xmlns:a16="http://schemas.microsoft.com/office/drawing/2014/main" id="{F08C3A8B-D2B6-477C-9B49-424F3D4BB69F}"/>
              </a:ext>
            </a:extLst>
          </p:cNvPr>
          <p:cNvGraphicFramePr/>
          <p:nvPr>
            <p:extLst>
              <p:ext uri="{D42A27DB-BD31-4B8C-83A1-F6EECF244321}">
                <p14:modId xmlns:p14="http://schemas.microsoft.com/office/powerpoint/2010/main" val="1921960463"/>
              </p:ext>
            </p:extLst>
          </p:nvPr>
        </p:nvGraphicFramePr>
        <p:xfrm>
          <a:off x="647083" y="1207938"/>
          <a:ext cx="10778478"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248403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21E39-9082-46BD-8B32-BA8E397A4F2C}"/>
              </a:ext>
            </a:extLst>
          </p:cNvPr>
          <p:cNvSpPr>
            <a:spLocks noGrp="1"/>
          </p:cNvSpPr>
          <p:nvPr>
            <p:ph type="title"/>
          </p:nvPr>
        </p:nvSpPr>
        <p:spPr>
          <a:xfrm>
            <a:off x="274715" y="119988"/>
            <a:ext cx="10515600" cy="833360"/>
          </a:xfrm>
        </p:spPr>
        <p:txBody>
          <a:bodyPr/>
          <a:lstStyle/>
          <a:p>
            <a:r>
              <a:rPr lang="en-US" dirty="0"/>
              <a:t>Findings</a:t>
            </a:r>
          </a:p>
        </p:txBody>
      </p:sp>
      <p:graphicFrame>
        <p:nvGraphicFramePr>
          <p:cNvPr id="4" name="Table 4">
            <a:extLst>
              <a:ext uri="{FF2B5EF4-FFF2-40B4-BE49-F238E27FC236}">
                <a16:creationId xmlns:a16="http://schemas.microsoft.com/office/drawing/2014/main" id="{C51B6A00-8710-48C4-A42D-05C56EB5A8AC}"/>
              </a:ext>
            </a:extLst>
          </p:cNvPr>
          <p:cNvGraphicFramePr>
            <a:graphicFrameLocks noGrp="1"/>
          </p:cNvGraphicFramePr>
          <p:nvPr>
            <p:ph idx="1"/>
            <p:extLst>
              <p:ext uri="{D42A27DB-BD31-4B8C-83A1-F6EECF244321}">
                <p14:modId xmlns:p14="http://schemas.microsoft.com/office/powerpoint/2010/main" val="1386451402"/>
              </p:ext>
            </p:extLst>
          </p:nvPr>
        </p:nvGraphicFramePr>
        <p:xfrm>
          <a:off x="1058907" y="953348"/>
          <a:ext cx="9731408" cy="2256166"/>
        </p:xfrm>
        <a:graphic>
          <a:graphicData uri="http://schemas.openxmlformats.org/drawingml/2006/table">
            <a:tbl>
              <a:tblPr firstRow="1" bandRow="1">
                <a:tableStyleId>{5C22544A-7EE6-4342-B048-85BDC9FD1C3A}</a:tableStyleId>
              </a:tblPr>
              <a:tblGrid>
                <a:gridCol w="1007135">
                  <a:extLst>
                    <a:ext uri="{9D8B030D-6E8A-4147-A177-3AD203B41FA5}">
                      <a16:colId xmlns:a16="http://schemas.microsoft.com/office/drawing/2014/main" val="1861050215"/>
                    </a:ext>
                  </a:extLst>
                </a:gridCol>
                <a:gridCol w="4691779">
                  <a:extLst>
                    <a:ext uri="{9D8B030D-6E8A-4147-A177-3AD203B41FA5}">
                      <a16:colId xmlns:a16="http://schemas.microsoft.com/office/drawing/2014/main" val="224080021"/>
                    </a:ext>
                  </a:extLst>
                </a:gridCol>
                <a:gridCol w="1606667">
                  <a:extLst>
                    <a:ext uri="{9D8B030D-6E8A-4147-A177-3AD203B41FA5}">
                      <a16:colId xmlns:a16="http://schemas.microsoft.com/office/drawing/2014/main" val="4161548528"/>
                    </a:ext>
                  </a:extLst>
                </a:gridCol>
                <a:gridCol w="2425827">
                  <a:extLst>
                    <a:ext uri="{9D8B030D-6E8A-4147-A177-3AD203B41FA5}">
                      <a16:colId xmlns:a16="http://schemas.microsoft.com/office/drawing/2014/main" val="3368387713"/>
                    </a:ext>
                  </a:extLst>
                </a:gridCol>
              </a:tblGrid>
              <a:tr h="427366">
                <a:tc>
                  <a:txBody>
                    <a:bodyPr/>
                    <a:lstStyle/>
                    <a:p>
                      <a:pPr algn="ctr"/>
                      <a:r>
                        <a:rPr lang="en-US" dirty="0"/>
                        <a:t>S. No.</a:t>
                      </a:r>
                    </a:p>
                  </a:txBody>
                  <a:tcPr/>
                </a:tc>
                <a:tc>
                  <a:txBody>
                    <a:bodyPr/>
                    <a:lstStyle/>
                    <a:p>
                      <a:pPr algn="ctr"/>
                      <a:r>
                        <a:rPr lang="en-US" dirty="0"/>
                        <a:t>Model</a:t>
                      </a:r>
                    </a:p>
                  </a:txBody>
                  <a:tcPr/>
                </a:tc>
                <a:tc>
                  <a:txBody>
                    <a:bodyPr/>
                    <a:lstStyle/>
                    <a:p>
                      <a:pPr algn="ctr"/>
                      <a:r>
                        <a:rPr lang="en-US" dirty="0"/>
                        <a:t>CV score</a:t>
                      </a:r>
                    </a:p>
                  </a:txBody>
                  <a:tcPr/>
                </a:tc>
                <a:tc>
                  <a:txBody>
                    <a:bodyPr/>
                    <a:lstStyle/>
                    <a:p>
                      <a:pPr algn="ctr"/>
                      <a:r>
                        <a:rPr lang="en-US" dirty="0"/>
                        <a:t>Standard deviation</a:t>
                      </a:r>
                    </a:p>
                  </a:txBody>
                  <a:tcPr/>
                </a:tc>
                <a:extLst>
                  <a:ext uri="{0D108BD9-81ED-4DB2-BD59-A6C34878D82A}">
                    <a16:rowId xmlns:a16="http://schemas.microsoft.com/office/drawing/2014/main" val="1905270740"/>
                  </a:ext>
                </a:extLst>
              </a:tr>
              <a:tr h="34164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1.</a:t>
                      </a:r>
                    </a:p>
                  </a:txBody>
                  <a:tcPr>
                    <a:solidFill>
                      <a:schemeClr val="accent6">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Random Forest</a:t>
                      </a:r>
                    </a:p>
                  </a:txBody>
                  <a:tcPr>
                    <a:solidFill>
                      <a:schemeClr val="accent6">
                        <a:lumMod val="60000"/>
                        <a:lumOff val="40000"/>
                      </a:schemeClr>
                    </a:solidFill>
                  </a:tcPr>
                </a:tc>
                <a:tc>
                  <a:txBody>
                    <a:bodyPr/>
                    <a:lstStyle/>
                    <a:p>
                      <a:pPr algn="ctr"/>
                      <a:r>
                        <a:rPr lang="en-US" dirty="0"/>
                        <a:t>0.98</a:t>
                      </a:r>
                    </a:p>
                  </a:txBody>
                  <a:tcPr>
                    <a:solidFill>
                      <a:schemeClr val="accent6">
                        <a:lumMod val="60000"/>
                        <a:lumOff val="40000"/>
                      </a:schemeClr>
                    </a:solidFill>
                  </a:tcPr>
                </a:tc>
                <a:tc>
                  <a:txBody>
                    <a:bodyPr/>
                    <a:lstStyle/>
                    <a:p>
                      <a:pPr algn="ctr"/>
                      <a:r>
                        <a:rPr lang="en-US" dirty="0"/>
                        <a:t>0.01</a:t>
                      </a:r>
                    </a:p>
                  </a:txBody>
                  <a:tcPr>
                    <a:solidFill>
                      <a:schemeClr val="accent6">
                        <a:lumMod val="60000"/>
                        <a:lumOff val="40000"/>
                      </a:schemeClr>
                    </a:solidFill>
                  </a:tcPr>
                </a:tc>
                <a:extLst>
                  <a:ext uri="{0D108BD9-81ED-4DB2-BD59-A6C34878D82A}">
                    <a16:rowId xmlns:a16="http://schemas.microsoft.com/office/drawing/2014/main" val="51845913"/>
                  </a:ext>
                </a:extLst>
              </a:tr>
              <a:tr h="341648">
                <a:tc>
                  <a:txBody>
                    <a:bodyPr/>
                    <a:lstStyle/>
                    <a:p>
                      <a:pPr algn="ctr"/>
                      <a:r>
                        <a:rPr lang="en-US" dirty="0"/>
                        <a:t>2.</a:t>
                      </a:r>
                    </a:p>
                  </a:txBody>
                  <a:tcPr>
                    <a:solidFill>
                      <a:schemeClr val="accent6">
                        <a:lumMod val="60000"/>
                        <a:lumOff val="40000"/>
                      </a:schemeClr>
                    </a:solidFill>
                  </a:tcPr>
                </a:tc>
                <a:tc>
                  <a:txBody>
                    <a:bodyPr/>
                    <a:lstStyle/>
                    <a:p>
                      <a:pPr algn="ctr"/>
                      <a:r>
                        <a:rPr lang="en-US" dirty="0"/>
                        <a:t>SVM</a:t>
                      </a:r>
                    </a:p>
                  </a:txBody>
                  <a:tcPr>
                    <a:solidFill>
                      <a:schemeClr val="accent6">
                        <a:lumMod val="60000"/>
                        <a:lumOff val="40000"/>
                      </a:schemeClr>
                    </a:solidFill>
                  </a:tcPr>
                </a:tc>
                <a:tc>
                  <a:txBody>
                    <a:bodyPr/>
                    <a:lstStyle/>
                    <a:p>
                      <a:pPr algn="ctr"/>
                      <a:r>
                        <a:rPr lang="en-US" dirty="0"/>
                        <a:t>0.98</a:t>
                      </a:r>
                    </a:p>
                  </a:txBody>
                  <a:tcPr>
                    <a:solidFill>
                      <a:schemeClr val="accent6">
                        <a:lumMod val="60000"/>
                        <a:lumOff val="40000"/>
                      </a:schemeClr>
                    </a:solidFill>
                  </a:tcPr>
                </a:tc>
                <a:tc>
                  <a:txBody>
                    <a:bodyPr/>
                    <a:lstStyle/>
                    <a:p>
                      <a:pPr algn="ctr"/>
                      <a:r>
                        <a:rPr lang="en-US" dirty="0"/>
                        <a:t>0.01</a:t>
                      </a:r>
                    </a:p>
                  </a:txBody>
                  <a:tcPr>
                    <a:solidFill>
                      <a:schemeClr val="accent6">
                        <a:lumMod val="60000"/>
                        <a:lumOff val="40000"/>
                      </a:schemeClr>
                    </a:solidFill>
                  </a:tcPr>
                </a:tc>
                <a:extLst>
                  <a:ext uri="{0D108BD9-81ED-4DB2-BD59-A6C34878D82A}">
                    <a16:rowId xmlns:a16="http://schemas.microsoft.com/office/drawing/2014/main" val="2695297205"/>
                  </a:ext>
                </a:extLst>
              </a:tr>
              <a:tr h="341648">
                <a:tc>
                  <a:txBody>
                    <a:bodyPr/>
                    <a:lstStyle/>
                    <a:p>
                      <a:pPr algn="ctr"/>
                      <a:r>
                        <a:rPr lang="en-US" dirty="0"/>
                        <a:t>3.</a:t>
                      </a:r>
                    </a:p>
                  </a:txBody>
                  <a:tcPr/>
                </a:tc>
                <a:tc>
                  <a:txBody>
                    <a:bodyPr/>
                    <a:lstStyle/>
                    <a:p>
                      <a:pPr algn="ctr"/>
                      <a:r>
                        <a:rPr lang="en-US" dirty="0"/>
                        <a:t>Logistic Regression</a:t>
                      </a:r>
                    </a:p>
                  </a:txBody>
                  <a:tcPr/>
                </a:tc>
                <a:tc>
                  <a:txBody>
                    <a:bodyPr/>
                    <a:lstStyle/>
                    <a:p>
                      <a:pPr algn="ctr"/>
                      <a:r>
                        <a:rPr lang="en-US" dirty="0"/>
                        <a:t>0.96</a:t>
                      </a:r>
                    </a:p>
                  </a:txBody>
                  <a:tcPr/>
                </a:tc>
                <a:tc>
                  <a:txBody>
                    <a:bodyPr/>
                    <a:lstStyle/>
                    <a:p>
                      <a:pPr algn="ctr"/>
                      <a:r>
                        <a:rPr lang="en-US" dirty="0"/>
                        <a:t>0.01</a:t>
                      </a:r>
                    </a:p>
                  </a:txBody>
                  <a:tcPr/>
                </a:tc>
                <a:extLst>
                  <a:ext uri="{0D108BD9-81ED-4DB2-BD59-A6C34878D82A}">
                    <a16:rowId xmlns:a16="http://schemas.microsoft.com/office/drawing/2014/main" val="4072075361"/>
                  </a:ext>
                </a:extLst>
              </a:tr>
              <a:tr h="341648">
                <a:tc>
                  <a:txBody>
                    <a:bodyPr/>
                    <a:lstStyle/>
                    <a:p>
                      <a:pPr algn="ctr"/>
                      <a:r>
                        <a:rPr lang="en-US" dirty="0"/>
                        <a:t>4.</a:t>
                      </a:r>
                    </a:p>
                  </a:txBody>
                  <a:tcPr/>
                </a:tc>
                <a:tc>
                  <a:txBody>
                    <a:bodyPr/>
                    <a:lstStyle/>
                    <a:p>
                      <a:pPr algn="ctr"/>
                      <a:r>
                        <a:rPr lang="en-US" dirty="0"/>
                        <a:t>KNN</a:t>
                      </a:r>
                    </a:p>
                  </a:txBody>
                  <a:tcPr/>
                </a:tc>
                <a:tc>
                  <a:txBody>
                    <a:bodyPr/>
                    <a:lstStyle/>
                    <a:p>
                      <a:pPr algn="ctr"/>
                      <a:r>
                        <a:rPr lang="en-US" dirty="0"/>
                        <a:t>0.96</a:t>
                      </a:r>
                    </a:p>
                  </a:txBody>
                  <a:tcPr/>
                </a:tc>
                <a:tc>
                  <a:txBody>
                    <a:bodyPr/>
                    <a:lstStyle/>
                    <a:p>
                      <a:pPr algn="ctr"/>
                      <a:r>
                        <a:rPr lang="en-US" dirty="0"/>
                        <a:t>0.02</a:t>
                      </a:r>
                    </a:p>
                  </a:txBody>
                  <a:tcPr/>
                </a:tc>
                <a:extLst>
                  <a:ext uri="{0D108BD9-81ED-4DB2-BD59-A6C34878D82A}">
                    <a16:rowId xmlns:a16="http://schemas.microsoft.com/office/drawing/2014/main" val="3181068509"/>
                  </a:ext>
                </a:extLst>
              </a:tr>
              <a:tr h="341648">
                <a:tc>
                  <a:txBody>
                    <a:bodyPr/>
                    <a:lstStyle/>
                    <a:p>
                      <a:pPr algn="ctr"/>
                      <a:r>
                        <a:rPr lang="en-US" dirty="0"/>
                        <a:t>5.</a:t>
                      </a:r>
                    </a:p>
                  </a:txBody>
                  <a:tcPr/>
                </a:tc>
                <a:tc>
                  <a:txBody>
                    <a:bodyPr/>
                    <a:lstStyle/>
                    <a:p>
                      <a:pPr algn="ctr"/>
                      <a:r>
                        <a:rPr lang="en-US" dirty="0"/>
                        <a:t>Multinomial Naïve Bayes</a:t>
                      </a:r>
                    </a:p>
                  </a:txBody>
                  <a:tcPr/>
                </a:tc>
                <a:tc>
                  <a:txBody>
                    <a:bodyPr/>
                    <a:lstStyle/>
                    <a:p>
                      <a:pPr algn="ctr"/>
                      <a:r>
                        <a:rPr lang="en-US" dirty="0"/>
                        <a:t>0.80</a:t>
                      </a:r>
                    </a:p>
                  </a:txBody>
                  <a:tcPr/>
                </a:tc>
                <a:tc>
                  <a:txBody>
                    <a:bodyPr/>
                    <a:lstStyle/>
                    <a:p>
                      <a:pPr algn="ctr"/>
                      <a:r>
                        <a:rPr lang="en-US" dirty="0"/>
                        <a:t>0.01</a:t>
                      </a:r>
                    </a:p>
                  </a:txBody>
                  <a:tcPr/>
                </a:tc>
                <a:extLst>
                  <a:ext uri="{0D108BD9-81ED-4DB2-BD59-A6C34878D82A}">
                    <a16:rowId xmlns:a16="http://schemas.microsoft.com/office/drawing/2014/main" val="2364396249"/>
                  </a:ext>
                </a:extLst>
              </a:tr>
            </a:tbl>
          </a:graphicData>
        </a:graphic>
      </p:graphicFrame>
      <p:graphicFrame>
        <p:nvGraphicFramePr>
          <p:cNvPr id="6" name="Diagram 5">
            <a:extLst>
              <a:ext uri="{FF2B5EF4-FFF2-40B4-BE49-F238E27FC236}">
                <a16:creationId xmlns:a16="http://schemas.microsoft.com/office/drawing/2014/main" id="{1C8A917B-AEC7-4E14-A1B1-DCDB5C39C2BB}"/>
              </a:ext>
            </a:extLst>
          </p:cNvPr>
          <p:cNvGraphicFramePr/>
          <p:nvPr>
            <p:extLst>
              <p:ext uri="{D42A27DB-BD31-4B8C-83A1-F6EECF244321}">
                <p14:modId xmlns:p14="http://schemas.microsoft.com/office/powerpoint/2010/main" val="3456660726"/>
              </p:ext>
            </p:extLst>
          </p:nvPr>
        </p:nvGraphicFramePr>
        <p:xfrm>
          <a:off x="698090" y="3429000"/>
          <a:ext cx="10746658" cy="29226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164847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31985-3800-4A12-AF3D-9C1C3F5DAD3D}"/>
              </a:ext>
            </a:extLst>
          </p:cNvPr>
          <p:cNvSpPr>
            <a:spLocks noGrp="1"/>
          </p:cNvSpPr>
          <p:nvPr>
            <p:ph type="title"/>
          </p:nvPr>
        </p:nvSpPr>
        <p:spPr>
          <a:xfrm>
            <a:off x="258096" y="109486"/>
            <a:ext cx="10515600" cy="942565"/>
          </a:xfrm>
        </p:spPr>
        <p:txBody>
          <a:bodyPr/>
          <a:lstStyle/>
          <a:p>
            <a:r>
              <a:rPr lang="en-US" dirty="0"/>
              <a:t>Next step</a:t>
            </a:r>
          </a:p>
        </p:txBody>
      </p:sp>
      <p:sp>
        <p:nvSpPr>
          <p:cNvPr id="3" name="Content Placeholder 2">
            <a:extLst>
              <a:ext uri="{FF2B5EF4-FFF2-40B4-BE49-F238E27FC236}">
                <a16:creationId xmlns:a16="http://schemas.microsoft.com/office/drawing/2014/main" id="{7F62A453-4D85-44A4-ABBB-C7DFDFCD30AB}"/>
              </a:ext>
            </a:extLst>
          </p:cNvPr>
          <p:cNvSpPr>
            <a:spLocks noGrp="1"/>
          </p:cNvSpPr>
          <p:nvPr>
            <p:ph idx="1"/>
          </p:nvPr>
        </p:nvSpPr>
        <p:spPr>
          <a:xfrm>
            <a:off x="415413" y="1147200"/>
            <a:ext cx="10515600" cy="4351338"/>
          </a:xfrm>
        </p:spPr>
        <p:txBody>
          <a:bodyPr>
            <a:normAutofit/>
          </a:bodyPr>
          <a:lstStyle/>
          <a:p>
            <a:r>
              <a:rPr lang="en-US" sz="2000" dirty="0"/>
              <a:t>I feel there is some more need for data cleaning. Removing abbreviations and doing lemmatization.</a:t>
            </a:r>
          </a:p>
          <a:p>
            <a:r>
              <a:rPr lang="en-US" sz="2000" dirty="0"/>
              <a:t>I will avoid removing the classes with count &lt; 5 and will incorporate the imbalance in the data set by using class weights.</a:t>
            </a:r>
          </a:p>
          <a:p>
            <a:r>
              <a:rPr lang="en-US" sz="2000" dirty="0"/>
              <a:t>Perform hyperparameter tuning for SVM using grid search.</a:t>
            </a:r>
          </a:p>
          <a:p>
            <a:r>
              <a:rPr lang="en-US" sz="2000" dirty="0"/>
              <a:t>Write the function to calculate the trust factor so that we can evaluate the performance of the model on training data set.</a:t>
            </a:r>
          </a:p>
        </p:txBody>
      </p:sp>
    </p:spTree>
    <p:extLst>
      <p:ext uri="{BB962C8B-B14F-4D97-AF65-F5344CB8AC3E}">
        <p14:creationId xmlns:p14="http://schemas.microsoft.com/office/powerpoint/2010/main" val="30064413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BB08616-FB17-45DB-B54C-AA08ABAE03DC}"/>
              </a:ext>
            </a:extLst>
          </p:cNvPr>
          <p:cNvSpPr/>
          <p:nvPr/>
        </p:nvSpPr>
        <p:spPr>
          <a:xfrm>
            <a:off x="5309456" y="2505670"/>
            <a:ext cx="1415773" cy="923330"/>
          </a:xfrm>
          <a:prstGeom prst="rect">
            <a:avLst/>
          </a:prstGeom>
          <a:noFill/>
        </p:spPr>
        <p:txBody>
          <a:bodyPr wrap="none" lIns="91440" tIns="45720" rIns="91440" bIns="45720">
            <a:spAutoFit/>
          </a:bodyPr>
          <a:lstStyle/>
          <a:p>
            <a:pPr algn="ctr"/>
            <a:r>
              <a:rPr lang="en-US" sz="54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END</a:t>
            </a:r>
          </a:p>
        </p:txBody>
      </p:sp>
    </p:spTree>
    <p:extLst>
      <p:ext uri="{BB962C8B-B14F-4D97-AF65-F5344CB8AC3E}">
        <p14:creationId xmlns:p14="http://schemas.microsoft.com/office/powerpoint/2010/main" val="17313661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86941E-AB71-40C5-93CF-227090504CB3}"/>
              </a:ext>
            </a:extLst>
          </p:cNvPr>
          <p:cNvSpPr>
            <a:spLocks noGrp="1"/>
          </p:cNvSpPr>
          <p:nvPr>
            <p:ph type="title"/>
          </p:nvPr>
        </p:nvSpPr>
        <p:spPr>
          <a:xfrm>
            <a:off x="1115568" y="548640"/>
            <a:ext cx="10168128" cy="1179576"/>
          </a:xfrm>
        </p:spPr>
        <p:txBody>
          <a:bodyPr>
            <a:normAutofit/>
          </a:bodyPr>
          <a:lstStyle/>
          <a:p>
            <a:r>
              <a:rPr lang="en-US" sz="4000" dirty="0"/>
              <a:t>Doubts</a:t>
            </a:r>
          </a:p>
        </p:txBody>
      </p:sp>
      <p:sp>
        <p:nvSpPr>
          <p:cNvPr id="3" name="Content Placeholder 2">
            <a:extLst>
              <a:ext uri="{FF2B5EF4-FFF2-40B4-BE49-F238E27FC236}">
                <a16:creationId xmlns:a16="http://schemas.microsoft.com/office/drawing/2014/main" id="{A4BF160B-BCF9-4560-9F0A-893F2FB3FBCC}"/>
              </a:ext>
            </a:extLst>
          </p:cNvPr>
          <p:cNvSpPr>
            <a:spLocks noGrp="1"/>
          </p:cNvSpPr>
          <p:nvPr>
            <p:ph idx="1"/>
          </p:nvPr>
        </p:nvSpPr>
        <p:spPr>
          <a:xfrm>
            <a:off x="1115568" y="2481943"/>
            <a:ext cx="10168128" cy="3695020"/>
          </a:xfrm>
        </p:spPr>
        <p:txBody>
          <a:bodyPr>
            <a:normAutofit/>
          </a:bodyPr>
          <a:lstStyle/>
          <a:p>
            <a:r>
              <a:rPr lang="en-US" sz="2200" dirty="0"/>
              <a:t>Use word2vec/BERT/</a:t>
            </a:r>
            <a:r>
              <a:rPr lang="en-US" sz="2200" dirty="0" err="1"/>
              <a:t>GloVe</a:t>
            </a:r>
            <a:r>
              <a:rPr lang="en-US" sz="2200" dirty="0"/>
              <a:t> to convert into vector representation – deep learning algorithms</a:t>
            </a:r>
          </a:p>
          <a:p>
            <a:r>
              <a:rPr lang="en-US" sz="2200" dirty="0"/>
              <a:t>Then train neural network for classification</a:t>
            </a:r>
          </a:p>
        </p:txBody>
      </p:sp>
    </p:spTree>
    <p:extLst>
      <p:ext uri="{BB962C8B-B14F-4D97-AF65-F5344CB8AC3E}">
        <p14:creationId xmlns:p14="http://schemas.microsoft.com/office/powerpoint/2010/main" val="34913579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21AE3-C647-43B4-83A0-45F1F4FAE1FE}"/>
              </a:ext>
            </a:extLst>
          </p:cNvPr>
          <p:cNvSpPr>
            <a:spLocks noGrp="1"/>
          </p:cNvSpPr>
          <p:nvPr>
            <p:ph type="title"/>
          </p:nvPr>
        </p:nvSpPr>
        <p:spPr/>
        <p:txBody>
          <a:bodyPr/>
          <a:lstStyle/>
          <a:p>
            <a:r>
              <a:rPr lang="en-US" dirty="0"/>
              <a:t>Multinomial NB</a:t>
            </a:r>
          </a:p>
        </p:txBody>
      </p:sp>
      <p:sp>
        <p:nvSpPr>
          <p:cNvPr id="3" name="Content Placeholder 2">
            <a:extLst>
              <a:ext uri="{FF2B5EF4-FFF2-40B4-BE49-F238E27FC236}">
                <a16:creationId xmlns:a16="http://schemas.microsoft.com/office/drawing/2014/main" id="{A75817CD-72AE-4001-823D-2D6AA871664F}"/>
              </a:ext>
            </a:extLst>
          </p:cNvPr>
          <p:cNvSpPr>
            <a:spLocks noGrp="1"/>
          </p:cNvSpPr>
          <p:nvPr>
            <p:ph idx="1"/>
          </p:nvPr>
        </p:nvSpPr>
        <p:spPr>
          <a:xfrm>
            <a:off x="639192" y="1397725"/>
            <a:ext cx="10515600" cy="4351338"/>
          </a:xfrm>
        </p:spPr>
        <p:txBody>
          <a:bodyPr/>
          <a:lstStyle/>
          <a:p>
            <a:r>
              <a:rPr lang="en-US" dirty="0"/>
              <a:t>Naive Bayes is based on </a:t>
            </a:r>
            <a:r>
              <a:rPr lang="en-US" dirty="0" err="1"/>
              <a:t>Bayes’s</a:t>
            </a:r>
            <a:r>
              <a:rPr lang="en-US" dirty="0"/>
              <a:t> Theorem, which helps us compute the conditional probabilities of the occurrence of two events, based on the probabilities of the occurrence of each individual event. So we’re calculating the probability of each tag for a given text, and then outputting the tag with the highest probability.</a:t>
            </a:r>
          </a:p>
          <a:p>
            <a:endParaRPr lang="en-US" dirty="0"/>
          </a:p>
          <a:p>
            <a:endParaRPr lang="en-US" dirty="0"/>
          </a:p>
          <a:p>
            <a:endParaRPr lang="en-US" dirty="0"/>
          </a:p>
        </p:txBody>
      </p:sp>
    </p:spTree>
    <p:extLst>
      <p:ext uri="{BB962C8B-B14F-4D97-AF65-F5344CB8AC3E}">
        <p14:creationId xmlns:p14="http://schemas.microsoft.com/office/powerpoint/2010/main" val="6682135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AB4C8-5D07-4788-A074-4C4E7EDE5749}"/>
              </a:ext>
            </a:extLst>
          </p:cNvPr>
          <p:cNvSpPr>
            <a:spLocks noGrp="1"/>
          </p:cNvSpPr>
          <p:nvPr>
            <p:ph type="title"/>
          </p:nvPr>
        </p:nvSpPr>
        <p:spPr/>
        <p:txBody>
          <a:bodyPr/>
          <a:lstStyle/>
          <a:p>
            <a:r>
              <a:rPr lang="en-US" dirty="0"/>
              <a:t>Support vector machines (SVM)</a:t>
            </a:r>
          </a:p>
        </p:txBody>
      </p:sp>
      <p:sp>
        <p:nvSpPr>
          <p:cNvPr id="3" name="Content Placeholder 2">
            <a:extLst>
              <a:ext uri="{FF2B5EF4-FFF2-40B4-BE49-F238E27FC236}">
                <a16:creationId xmlns:a16="http://schemas.microsoft.com/office/drawing/2014/main" id="{33654701-BA50-4602-9315-D7B18FA88E02}"/>
              </a:ext>
            </a:extLst>
          </p:cNvPr>
          <p:cNvSpPr>
            <a:spLocks noGrp="1"/>
          </p:cNvSpPr>
          <p:nvPr>
            <p:ph idx="1"/>
          </p:nvPr>
        </p:nvSpPr>
        <p:spPr/>
        <p:txBody>
          <a:bodyPr/>
          <a:lstStyle/>
          <a:p>
            <a:pPr algn="l"/>
            <a:r>
              <a:rPr lang="en-US" b="0" i="0" u="none" strike="noStrike" dirty="0">
                <a:solidFill>
                  <a:srgbClr val="008BFF"/>
                </a:solidFill>
                <a:effectLst/>
                <a:latin typeface="Open Sans" panose="020B0606030504020204" pitchFamily="34" charset="0"/>
                <a:hlinkClick r:id="rId2"/>
              </a:rPr>
              <a:t>Support Vector Machines</a:t>
            </a:r>
            <a:r>
              <a:rPr lang="en-US" b="0" i="0" dirty="0">
                <a:solidFill>
                  <a:srgbClr val="2B3E51"/>
                </a:solidFill>
                <a:effectLst/>
                <a:latin typeface="Open Sans" panose="020B0606030504020204" pitchFamily="34" charset="0"/>
              </a:rPr>
              <a:t> (SVM) is another powerful text classification machine learning algorithm, </a:t>
            </a:r>
            <a:r>
              <a:rPr lang="en-US" b="0" i="0" dirty="0" err="1">
                <a:solidFill>
                  <a:srgbClr val="2B3E51"/>
                </a:solidFill>
                <a:effectLst/>
                <a:latin typeface="Open Sans" panose="020B0606030504020204" pitchFamily="34" charset="0"/>
              </a:rPr>
              <a:t>becauseike</a:t>
            </a:r>
            <a:r>
              <a:rPr lang="en-US" b="0" i="0" dirty="0">
                <a:solidFill>
                  <a:srgbClr val="2B3E51"/>
                </a:solidFill>
                <a:effectLst/>
                <a:latin typeface="Open Sans" panose="020B0606030504020204" pitchFamily="34" charset="0"/>
              </a:rPr>
              <a:t> Naive Bayes, SVM doesn’t need much training data to start providing accurate results. SVM does, however, require more computational resources than Naive Bayes, but the results are even faster and more accurate.</a:t>
            </a:r>
          </a:p>
          <a:p>
            <a:pPr algn="l"/>
            <a:r>
              <a:rPr lang="en-US" b="0" i="0" dirty="0">
                <a:solidFill>
                  <a:srgbClr val="2B3E51"/>
                </a:solidFill>
                <a:effectLst/>
                <a:latin typeface="Open Sans" panose="020B0606030504020204" pitchFamily="34" charset="0"/>
              </a:rPr>
              <a:t>In short, SVM draws a line or “hyperplane” that divides a space into two subspaces. One subspace contains vectors (tags) that belong to a group, and another subspace contains vectors that do not belong to that group.</a:t>
            </a:r>
          </a:p>
          <a:p>
            <a:endParaRPr lang="en-US" dirty="0"/>
          </a:p>
        </p:txBody>
      </p:sp>
    </p:spTree>
    <p:extLst>
      <p:ext uri="{BB962C8B-B14F-4D97-AF65-F5344CB8AC3E}">
        <p14:creationId xmlns:p14="http://schemas.microsoft.com/office/powerpoint/2010/main" val="18681900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DC522-1F9F-4AB7-97D2-F6E7A67B369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24D0B82-472A-4D39-B81C-CF9F067BDE2F}"/>
              </a:ext>
            </a:extLst>
          </p:cNvPr>
          <p:cNvSpPr>
            <a:spLocks noGrp="1"/>
          </p:cNvSpPr>
          <p:nvPr>
            <p:ph idx="1"/>
          </p:nvPr>
        </p:nvSpPr>
        <p:spPr/>
        <p:txBody>
          <a:bodyPr/>
          <a:lstStyle/>
          <a:p>
            <a:r>
              <a:rPr lang="en-US" dirty="0" err="1"/>
              <a:t>Hoperform</a:t>
            </a:r>
            <a:r>
              <a:rPr lang="en-US" dirty="0"/>
              <a:t> CV with classes count &lt; </a:t>
            </a:r>
            <a:r>
              <a:rPr lang="en-US" dirty="0" err="1"/>
              <a:t>n_split</a:t>
            </a:r>
            <a:endParaRPr lang="en-US" dirty="0"/>
          </a:p>
          <a:p>
            <a:r>
              <a:rPr lang="en-US" dirty="0">
                <a:solidFill>
                  <a:srgbClr val="FF0000"/>
                </a:solidFill>
              </a:rPr>
              <a:t>How to speed up SVM</a:t>
            </a:r>
          </a:p>
          <a:p>
            <a:r>
              <a:rPr lang="en-US" dirty="0"/>
              <a:t>w to RF(</a:t>
            </a:r>
            <a:r>
              <a:rPr lang="en-US" dirty="0" err="1"/>
              <a:t>min_sample_leaf</a:t>
            </a:r>
            <a:r>
              <a:rPr lang="en-US" dirty="0"/>
              <a:t>,</a:t>
            </a:r>
          </a:p>
          <a:p>
            <a:r>
              <a:rPr lang="en-US" dirty="0" err="1"/>
              <a:t>Lemmatisation</a:t>
            </a:r>
            <a:endParaRPr lang="en-US" dirty="0"/>
          </a:p>
          <a:p>
            <a:r>
              <a:rPr lang="en-US" dirty="0" err="1"/>
              <a:t>Finalise</a:t>
            </a:r>
            <a:r>
              <a:rPr lang="en-US" dirty="0"/>
              <a:t> the model</a:t>
            </a:r>
          </a:p>
          <a:p>
            <a:r>
              <a:rPr lang="en-US" dirty="0" err="1"/>
              <a:t>Hyperparam</a:t>
            </a:r>
            <a:r>
              <a:rPr lang="en-US" dirty="0"/>
              <a:t> tuning using gridsearch</a:t>
            </a:r>
          </a:p>
        </p:txBody>
      </p:sp>
    </p:spTree>
    <p:extLst>
      <p:ext uri="{BB962C8B-B14F-4D97-AF65-F5344CB8AC3E}">
        <p14:creationId xmlns:p14="http://schemas.microsoft.com/office/powerpoint/2010/main" val="25786391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7B189-13DC-477F-90EB-E571071F14D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8395879-B3F8-4E0F-BCBA-66ABFEE7B601}"/>
              </a:ext>
            </a:extLst>
          </p:cNvPr>
          <p:cNvSpPr>
            <a:spLocks noGrp="1"/>
          </p:cNvSpPr>
          <p:nvPr>
            <p:ph idx="1"/>
          </p:nvPr>
        </p:nvSpPr>
        <p:spPr/>
        <p:txBody>
          <a:bodyPr/>
          <a:lstStyle/>
          <a:p>
            <a:r>
              <a:rPr lang="en-US" dirty="0"/>
              <a:t>For Multinomial NB CV score is 0.80 with standard deviation of 0.01</a:t>
            </a:r>
          </a:p>
          <a:p>
            <a:r>
              <a:rPr lang="en-US" dirty="0"/>
              <a:t>For Random Forest CV score is 0.98 with standard deviation of 0.01</a:t>
            </a:r>
          </a:p>
          <a:p>
            <a:r>
              <a:rPr lang="en-US" dirty="0"/>
              <a:t>For Logistic Regression CV score is 0.96 with standard deviation of 0.01</a:t>
            </a:r>
          </a:p>
          <a:p>
            <a:r>
              <a:rPr lang="en-US" dirty="0"/>
              <a:t>For KNN CV score is 0.96 with standard deviation of 0.02</a:t>
            </a:r>
          </a:p>
          <a:p>
            <a:r>
              <a:rPr lang="en-US" dirty="0"/>
              <a:t>For SVM CV score is 0.98 with standard deviation of 0.01 (very slow ~10 mins)</a:t>
            </a:r>
          </a:p>
        </p:txBody>
      </p:sp>
    </p:spTree>
    <p:extLst>
      <p:ext uri="{BB962C8B-B14F-4D97-AF65-F5344CB8AC3E}">
        <p14:creationId xmlns:p14="http://schemas.microsoft.com/office/powerpoint/2010/main" val="10890945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645E7-D054-4243-AA81-38DB6793530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C80ADA4-D147-4AF3-B8B7-7BCCB4BE74E4}"/>
              </a:ext>
            </a:extLst>
          </p:cNvPr>
          <p:cNvSpPr>
            <a:spLocks noGrp="1"/>
          </p:cNvSpPr>
          <p:nvPr>
            <p:ph idx="1"/>
          </p:nvPr>
        </p:nvSpPr>
        <p:spPr/>
        <p:txBody>
          <a:bodyPr/>
          <a:lstStyle/>
          <a:p>
            <a:r>
              <a:rPr lang="en-US" dirty="0" err="1"/>
              <a:t>class_weight</a:t>
            </a:r>
            <a:r>
              <a:rPr lang="en-US" dirty="0"/>
              <a:t> : </a:t>
            </a:r>
            <a:r>
              <a:rPr lang="en-US" dirty="0" err="1"/>
              <a:t>dict</a:t>
            </a:r>
            <a:r>
              <a:rPr lang="en-US" dirty="0"/>
              <a:t> or ‘balanced’, default=None</a:t>
            </a:r>
          </a:p>
          <a:p>
            <a:r>
              <a:rPr lang="en-US" dirty="0"/>
              <a:t>Set the parameter C of class </a:t>
            </a:r>
            <a:r>
              <a:rPr lang="en-US" dirty="0" err="1"/>
              <a:t>i</a:t>
            </a:r>
            <a:r>
              <a:rPr lang="en-US" dirty="0"/>
              <a:t> to </a:t>
            </a:r>
            <a:r>
              <a:rPr lang="en-US" dirty="0" err="1"/>
              <a:t>class_weight</a:t>
            </a:r>
            <a:r>
              <a:rPr lang="en-US" dirty="0"/>
              <a:t>[</a:t>
            </a:r>
            <a:r>
              <a:rPr lang="en-US" dirty="0" err="1"/>
              <a:t>i</a:t>
            </a:r>
            <a:r>
              <a:rPr lang="en-US" dirty="0"/>
              <a:t>]*C for SVC. If not given, all classes are supposed to have weight one. The “balanced” mode uses the values of y to automatically adjust weights inversely proportional to class frequencies in the input data as </a:t>
            </a:r>
            <a:r>
              <a:rPr lang="en-US" dirty="0" err="1"/>
              <a:t>n_samples</a:t>
            </a:r>
            <a:r>
              <a:rPr lang="en-US" dirty="0"/>
              <a:t> / (</a:t>
            </a:r>
            <a:r>
              <a:rPr lang="en-US" dirty="0" err="1"/>
              <a:t>n_classes</a:t>
            </a:r>
            <a:r>
              <a:rPr lang="en-US" dirty="0"/>
              <a:t> * </a:t>
            </a:r>
            <a:r>
              <a:rPr lang="en-US" dirty="0" err="1"/>
              <a:t>np.bincount</a:t>
            </a:r>
            <a:r>
              <a:rPr lang="en-US" dirty="0"/>
              <a:t>(y))</a:t>
            </a:r>
          </a:p>
        </p:txBody>
      </p:sp>
    </p:spTree>
    <p:extLst>
      <p:ext uri="{BB962C8B-B14F-4D97-AF65-F5344CB8AC3E}">
        <p14:creationId xmlns:p14="http://schemas.microsoft.com/office/powerpoint/2010/main" val="10132343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0CE00-76DA-4924-A624-DCF9D787A461}"/>
              </a:ext>
            </a:extLst>
          </p:cNvPr>
          <p:cNvSpPr>
            <a:spLocks noGrp="1"/>
          </p:cNvSpPr>
          <p:nvPr>
            <p:ph type="title"/>
          </p:nvPr>
        </p:nvSpPr>
        <p:spPr/>
        <p:txBody>
          <a:bodyPr/>
          <a:lstStyle/>
          <a:p>
            <a:r>
              <a:rPr lang="en-US"/>
              <a:t>After meet - 1</a:t>
            </a:r>
            <a:endParaRPr lang="en-US" dirty="0"/>
          </a:p>
        </p:txBody>
      </p:sp>
      <p:sp>
        <p:nvSpPr>
          <p:cNvPr id="3" name="Content Placeholder 2">
            <a:extLst>
              <a:ext uri="{FF2B5EF4-FFF2-40B4-BE49-F238E27FC236}">
                <a16:creationId xmlns:a16="http://schemas.microsoft.com/office/drawing/2014/main" id="{998B460B-8220-4092-AA8A-C399DBCBF3DC}"/>
              </a:ext>
            </a:extLst>
          </p:cNvPr>
          <p:cNvSpPr>
            <a:spLocks noGrp="1"/>
          </p:cNvSpPr>
          <p:nvPr>
            <p:ph idx="1"/>
          </p:nvPr>
        </p:nvSpPr>
        <p:spPr/>
        <p:txBody>
          <a:bodyPr>
            <a:normAutofit fontScale="62500" lnSpcReduction="20000"/>
          </a:bodyPr>
          <a:lstStyle/>
          <a:p>
            <a:r>
              <a:rPr lang="en-US" strike="sngStrike" dirty="0">
                <a:solidFill>
                  <a:srgbClr val="FF0000"/>
                </a:solidFill>
              </a:rPr>
              <a:t>How much are training and test data similar? – cosine, </a:t>
            </a:r>
            <a:r>
              <a:rPr lang="en-US" strike="sngStrike" dirty="0" err="1">
                <a:solidFill>
                  <a:srgbClr val="FF0000"/>
                </a:solidFill>
              </a:rPr>
              <a:t>jaccard</a:t>
            </a:r>
            <a:r>
              <a:rPr lang="en-US" strike="sngStrike" dirty="0">
                <a:solidFill>
                  <a:srgbClr val="FF0000"/>
                </a:solidFill>
              </a:rPr>
              <a:t>,</a:t>
            </a:r>
          </a:p>
          <a:p>
            <a:r>
              <a:rPr lang="en-US" strike="sngStrike" dirty="0"/>
              <a:t>Random forest word importance?</a:t>
            </a:r>
          </a:p>
          <a:p>
            <a:r>
              <a:rPr lang="en-US" strike="sngStrike" dirty="0">
                <a:solidFill>
                  <a:srgbClr val="FF0000"/>
                </a:solidFill>
              </a:rPr>
              <a:t>Feature importance</a:t>
            </a:r>
          </a:p>
          <a:p>
            <a:r>
              <a:rPr lang="en-US" strike="sngStrike" dirty="0">
                <a:solidFill>
                  <a:srgbClr val="FF0000"/>
                </a:solidFill>
              </a:rPr>
              <a:t>EDA of the data – 70%, </a:t>
            </a:r>
          </a:p>
          <a:p>
            <a:r>
              <a:rPr lang="en-US" strike="sngStrike" dirty="0"/>
              <a:t>Logistic regression(l1,l2 </a:t>
            </a:r>
            <a:r>
              <a:rPr lang="en-US" strike="sngStrike" dirty="0" err="1"/>
              <a:t>regularizer</a:t>
            </a:r>
            <a:r>
              <a:rPr lang="en-US" strike="sngStrike" dirty="0"/>
              <a:t>, C = 10^7 something, using course grid)</a:t>
            </a:r>
          </a:p>
          <a:p>
            <a:r>
              <a:rPr lang="en-US" strike="sngStrike" dirty="0">
                <a:solidFill>
                  <a:srgbClr val="FF0000"/>
                </a:solidFill>
              </a:rPr>
              <a:t>Combination of metrics</a:t>
            </a:r>
          </a:p>
          <a:p>
            <a:r>
              <a:rPr lang="en-US" strike="sngStrike" dirty="0"/>
              <a:t>Regularization?</a:t>
            </a:r>
          </a:p>
          <a:p>
            <a:r>
              <a:rPr lang="en-US" dirty="0"/>
              <a:t>N-grams</a:t>
            </a:r>
          </a:p>
          <a:p>
            <a:r>
              <a:rPr lang="en-US" strike="sngStrike" dirty="0"/>
              <a:t>Known problem- Test and train word distribution are different, hence test performance is low</a:t>
            </a:r>
          </a:p>
          <a:p>
            <a:r>
              <a:rPr lang="en-US" strike="sngStrike" dirty="0"/>
              <a:t>Only for  US we have labels, and not for other countries.</a:t>
            </a:r>
          </a:p>
          <a:p>
            <a:r>
              <a:rPr lang="en-US" dirty="0"/>
              <a:t>How to build workflow on element? </a:t>
            </a:r>
            <a:r>
              <a:rPr lang="en-US" dirty="0">
                <a:sym typeface="Wingdings" panose="05000000000000000000" pitchFamily="2" charset="2"/>
              </a:rPr>
              <a:t> Faraz</a:t>
            </a:r>
          </a:p>
          <a:p>
            <a:r>
              <a:rPr lang="en-US" strike="sngStrike" dirty="0" err="1">
                <a:sym typeface="Wingdings" panose="05000000000000000000" pitchFamily="2" charset="2"/>
              </a:rPr>
              <a:t>Nltk</a:t>
            </a:r>
            <a:r>
              <a:rPr lang="en-US" strike="sngStrike" dirty="0">
                <a:sym typeface="Wingdings" panose="05000000000000000000" pitchFamily="2" charset="2"/>
              </a:rPr>
              <a:t> download  Mallikharjuna</a:t>
            </a:r>
          </a:p>
          <a:p>
            <a:r>
              <a:rPr lang="en-US" dirty="0">
                <a:sym typeface="Wingdings" panose="05000000000000000000" pitchFamily="2" charset="2"/>
              </a:rPr>
              <a:t>Trust factor</a:t>
            </a:r>
          </a:p>
        </p:txBody>
      </p:sp>
    </p:spTree>
    <p:extLst>
      <p:ext uri="{BB962C8B-B14F-4D97-AF65-F5344CB8AC3E}">
        <p14:creationId xmlns:p14="http://schemas.microsoft.com/office/powerpoint/2010/main" val="13895077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35F27-EB02-4282-8200-D6BA1DD16AE2}"/>
              </a:ext>
            </a:extLst>
          </p:cNvPr>
          <p:cNvSpPr>
            <a:spLocks noGrp="1"/>
          </p:cNvSpPr>
          <p:nvPr>
            <p:ph type="title"/>
          </p:nvPr>
        </p:nvSpPr>
        <p:spPr/>
        <p:txBody>
          <a:bodyPr/>
          <a:lstStyle/>
          <a:p>
            <a:r>
              <a:rPr lang="en-US" dirty="0"/>
              <a:t>Analysis of the data</a:t>
            </a:r>
          </a:p>
        </p:txBody>
      </p:sp>
      <p:sp>
        <p:nvSpPr>
          <p:cNvPr id="3" name="Content Placeholder 2">
            <a:extLst>
              <a:ext uri="{FF2B5EF4-FFF2-40B4-BE49-F238E27FC236}">
                <a16:creationId xmlns:a16="http://schemas.microsoft.com/office/drawing/2014/main" id="{4CB44F2C-1E39-4232-AA2D-71D4B7803D58}"/>
              </a:ext>
            </a:extLst>
          </p:cNvPr>
          <p:cNvSpPr>
            <a:spLocks noGrp="1"/>
          </p:cNvSpPr>
          <p:nvPr>
            <p:ph idx="1"/>
          </p:nvPr>
        </p:nvSpPr>
        <p:spPr/>
        <p:txBody>
          <a:bodyPr>
            <a:normAutofit fontScale="77500" lnSpcReduction="20000"/>
          </a:bodyPr>
          <a:lstStyle/>
          <a:p>
            <a:r>
              <a:rPr lang="en-US" strike="sngStrike" dirty="0"/>
              <a:t>APPLE SLICED 1# -data cleaning</a:t>
            </a:r>
          </a:p>
          <a:p>
            <a:r>
              <a:rPr lang="en-US" dirty="0"/>
              <a:t>Test data is approx. 5 times the training data</a:t>
            </a:r>
          </a:p>
          <a:p>
            <a:r>
              <a:rPr lang="en-US" dirty="0"/>
              <a:t>For train data</a:t>
            </a:r>
          </a:p>
          <a:p>
            <a:pPr lvl="1"/>
            <a:r>
              <a:rPr lang="en-US" dirty="0"/>
              <a:t>Mean word count is 16.7</a:t>
            </a:r>
          </a:p>
          <a:p>
            <a:pPr lvl="1"/>
            <a:r>
              <a:rPr lang="en-US" dirty="0"/>
              <a:t>Mean character count is 80.6</a:t>
            </a:r>
          </a:p>
          <a:p>
            <a:pPr lvl="1"/>
            <a:r>
              <a:rPr lang="en-US" dirty="0"/>
              <a:t>Mean word density is 0.21</a:t>
            </a:r>
          </a:p>
          <a:p>
            <a:r>
              <a:rPr lang="en-US" dirty="0"/>
              <a:t>For test data</a:t>
            </a:r>
          </a:p>
          <a:p>
            <a:pPr lvl="1"/>
            <a:r>
              <a:rPr lang="en-US" dirty="0"/>
              <a:t>Mean word count is 17.3</a:t>
            </a:r>
          </a:p>
          <a:p>
            <a:pPr lvl="1"/>
            <a:r>
              <a:rPr lang="en-US" dirty="0"/>
              <a:t>Mean character count is 90.8</a:t>
            </a:r>
          </a:p>
          <a:p>
            <a:pPr lvl="1"/>
            <a:r>
              <a:rPr lang="en-US" dirty="0"/>
              <a:t>Mean word density is 0.19</a:t>
            </a:r>
          </a:p>
          <a:p>
            <a:r>
              <a:rPr lang="en-US" dirty="0"/>
              <a:t>99.8% of the training data is from US. Remaining is from CA and SM.</a:t>
            </a:r>
          </a:p>
          <a:p>
            <a:r>
              <a:rPr lang="en-US" dirty="0"/>
              <a:t>65% of the test data is from CN, 10% from CA, 6% from JP and the others are in small percentage.</a:t>
            </a:r>
          </a:p>
          <a:p>
            <a:r>
              <a:rPr lang="en-US" dirty="0"/>
              <a:t>Cosine similarity between FEAT1 of train and test is 33.4%</a:t>
            </a:r>
          </a:p>
          <a:p>
            <a:endParaRPr lang="en-US" dirty="0"/>
          </a:p>
          <a:p>
            <a:endParaRPr lang="en-US" dirty="0"/>
          </a:p>
        </p:txBody>
      </p:sp>
    </p:spTree>
    <p:extLst>
      <p:ext uri="{BB962C8B-B14F-4D97-AF65-F5344CB8AC3E}">
        <p14:creationId xmlns:p14="http://schemas.microsoft.com/office/powerpoint/2010/main" val="26507751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33534-7887-4D8F-8AF9-859827AE21E2}"/>
              </a:ext>
            </a:extLst>
          </p:cNvPr>
          <p:cNvSpPr>
            <a:spLocks noGrp="1"/>
          </p:cNvSpPr>
          <p:nvPr>
            <p:ph type="title"/>
          </p:nvPr>
        </p:nvSpPr>
        <p:spPr/>
        <p:txBody>
          <a:bodyPr/>
          <a:lstStyle/>
          <a:p>
            <a:r>
              <a:rPr lang="en-US" dirty="0"/>
              <a:t>Doubts</a:t>
            </a:r>
          </a:p>
        </p:txBody>
      </p:sp>
      <p:sp>
        <p:nvSpPr>
          <p:cNvPr id="3" name="Content Placeholder 2">
            <a:extLst>
              <a:ext uri="{FF2B5EF4-FFF2-40B4-BE49-F238E27FC236}">
                <a16:creationId xmlns:a16="http://schemas.microsoft.com/office/drawing/2014/main" id="{0A9E090A-79AD-4274-B5C2-54CACD751404}"/>
              </a:ext>
            </a:extLst>
          </p:cNvPr>
          <p:cNvSpPr>
            <a:spLocks noGrp="1"/>
          </p:cNvSpPr>
          <p:nvPr>
            <p:ph idx="1"/>
          </p:nvPr>
        </p:nvSpPr>
        <p:spPr/>
        <p:txBody>
          <a:bodyPr>
            <a:normAutofit fontScale="92500" lnSpcReduction="10000"/>
          </a:bodyPr>
          <a:lstStyle/>
          <a:p>
            <a:r>
              <a:rPr lang="en-US" strike="sngStrike" dirty="0"/>
              <a:t>Should we remove duplicate worlds from FEAT1?</a:t>
            </a:r>
          </a:p>
          <a:p>
            <a:pPr lvl="1"/>
            <a:r>
              <a:rPr lang="en-US" strike="sngStrike" dirty="0"/>
              <a:t>No- duplicate words will have more significance in determining Target?</a:t>
            </a:r>
          </a:p>
          <a:p>
            <a:pPr lvl="1"/>
            <a:r>
              <a:rPr lang="en-US" strike="sngStrike" dirty="0"/>
              <a:t>Yes- they are just increase the word count</a:t>
            </a:r>
          </a:p>
          <a:p>
            <a:pPr lvl="1"/>
            <a:r>
              <a:rPr lang="en-US" strike="sngStrike" dirty="0"/>
              <a:t>https://stackoverflow.com/questions/66233085/why-does-not-it-get-rid-of-duplicates-when-merging-columns-values-in-dataframe</a:t>
            </a:r>
          </a:p>
          <a:p>
            <a:r>
              <a:rPr lang="en-US" strike="sngStrike" dirty="0"/>
              <a:t>Stopwords removed, any advantage?</a:t>
            </a:r>
          </a:p>
          <a:p>
            <a:r>
              <a:rPr lang="en-US" strike="sngStrike" dirty="0"/>
              <a:t>Lemmatization issue</a:t>
            </a:r>
          </a:p>
          <a:p>
            <a:r>
              <a:rPr lang="en-US" strike="sngStrike" dirty="0"/>
              <a:t>Abbreviation to be done,</a:t>
            </a:r>
          </a:p>
          <a:p>
            <a:r>
              <a:rPr lang="en-US" strike="sngStrike" dirty="0"/>
              <a:t>When &lt;5 not removed, will </a:t>
            </a:r>
            <a:r>
              <a:rPr lang="en-US" strike="sngStrike" dirty="0" err="1"/>
              <a:t>gridsearch</a:t>
            </a:r>
            <a:r>
              <a:rPr lang="en-US" strike="sngStrike" dirty="0"/>
              <a:t> show warning if </a:t>
            </a:r>
            <a:r>
              <a:rPr lang="en-US" strike="sngStrike" dirty="0" err="1"/>
              <a:t>class_weight</a:t>
            </a:r>
            <a:r>
              <a:rPr lang="en-US" strike="sngStrike" dirty="0"/>
              <a:t> is balanced?</a:t>
            </a:r>
          </a:p>
          <a:p>
            <a:r>
              <a:rPr lang="en-US" strike="sngStrike" dirty="0" err="1"/>
              <a:t>X_train</a:t>
            </a:r>
            <a:r>
              <a:rPr lang="en-US" strike="sngStrike" dirty="0"/>
              <a:t> pe fit </a:t>
            </a:r>
            <a:r>
              <a:rPr lang="en-US" strike="sngStrike" dirty="0" err="1"/>
              <a:t>krke</a:t>
            </a:r>
            <a:r>
              <a:rPr lang="en-US" strike="sngStrike" dirty="0"/>
              <a:t> and then performance on full data </a:t>
            </a:r>
            <a:r>
              <a:rPr lang="en-US" strike="sngStrike" dirty="0">
                <a:sym typeface="Wingdings" panose="05000000000000000000" pitchFamily="2" charset="2"/>
              </a:rPr>
              <a:t> performs well</a:t>
            </a:r>
            <a:endParaRPr lang="en-US" strike="sngStrike" dirty="0"/>
          </a:p>
        </p:txBody>
      </p:sp>
    </p:spTree>
    <p:extLst>
      <p:ext uri="{BB962C8B-B14F-4D97-AF65-F5344CB8AC3E}">
        <p14:creationId xmlns:p14="http://schemas.microsoft.com/office/powerpoint/2010/main" val="12488691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7E6AE-D357-4249-AB52-92FA6210804E}"/>
              </a:ext>
            </a:extLst>
          </p:cNvPr>
          <p:cNvSpPr>
            <a:spLocks noGrp="1"/>
          </p:cNvSpPr>
          <p:nvPr>
            <p:ph type="title"/>
          </p:nvPr>
        </p:nvSpPr>
        <p:spPr/>
        <p:txBody>
          <a:bodyPr/>
          <a:lstStyle/>
          <a:p>
            <a:r>
              <a:rPr lang="en-US" dirty="0"/>
              <a:t>Everything about Embeddings</a:t>
            </a:r>
          </a:p>
        </p:txBody>
      </p:sp>
      <p:sp>
        <p:nvSpPr>
          <p:cNvPr id="3" name="Content Placeholder 2">
            <a:extLst>
              <a:ext uri="{FF2B5EF4-FFF2-40B4-BE49-F238E27FC236}">
                <a16:creationId xmlns:a16="http://schemas.microsoft.com/office/drawing/2014/main" id="{31849CA7-14EF-48F3-BB64-5C5B4DE9E812}"/>
              </a:ext>
            </a:extLst>
          </p:cNvPr>
          <p:cNvSpPr>
            <a:spLocks noGrp="1"/>
          </p:cNvSpPr>
          <p:nvPr>
            <p:ph idx="1"/>
          </p:nvPr>
        </p:nvSpPr>
        <p:spPr/>
        <p:txBody>
          <a:bodyPr/>
          <a:lstStyle/>
          <a:p>
            <a:r>
              <a:rPr lang="en-US" dirty="0">
                <a:hlinkClick r:id="rId2"/>
              </a:rPr>
              <a:t>https://medium.com/@adriensieg/text-similarities-da019229c894</a:t>
            </a:r>
            <a:endParaRPr lang="en-US" dirty="0"/>
          </a:p>
          <a:p>
            <a:r>
              <a:rPr lang="en-US" dirty="0">
                <a:hlinkClick r:id="rId3"/>
              </a:rPr>
              <a:t>https://towardsdatascience.com/overview-of-text-similarity-metrics-3397c4601f50</a:t>
            </a:r>
            <a:endParaRPr lang="en-US" dirty="0"/>
          </a:p>
          <a:p>
            <a:endParaRPr lang="en-US" dirty="0"/>
          </a:p>
        </p:txBody>
      </p:sp>
    </p:spTree>
    <p:extLst>
      <p:ext uri="{BB962C8B-B14F-4D97-AF65-F5344CB8AC3E}">
        <p14:creationId xmlns:p14="http://schemas.microsoft.com/office/powerpoint/2010/main" val="15178567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5AE08-8C91-4D1F-AFCE-FD2CCDF046C4}"/>
              </a:ext>
            </a:extLst>
          </p:cNvPr>
          <p:cNvSpPr>
            <a:spLocks noGrp="1"/>
          </p:cNvSpPr>
          <p:nvPr>
            <p:ph type="title"/>
          </p:nvPr>
        </p:nvSpPr>
        <p:spPr/>
        <p:txBody>
          <a:bodyPr/>
          <a:lstStyle/>
          <a:p>
            <a:r>
              <a:rPr lang="en-US" dirty="0"/>
              <a:t>Theory</a:t>
            </a:r>
          </a:p>
        </p:txBody>
      </p:sp>
      <p:sp>
        <p:nvSpPr>
          <p:cNvPr id="3" name="Content Placeholder 2">
            <a:extLst>
              <a:ext uri="{FF2B5EF4-FFF2-40B4-BE49-F238E27FC236}">
                <a16:creationId xmlns:a16="http://schemas.microsoft.com/office/drawing/2014/main" id="{C7EB3849-13E8-4B21-8A89-69A92BCF3C5E}"/>
              </a:ext>
            </a:extLst>
          </p:cNvPr>
          <p:cNvSpPr>
            <a:spLocks noGrp="1"/>
          </p:cNvSpPr>
          <p:nvPr>
            <p:ph idx="1"/>
          </p:nvPr>
        </p:nvSpPr>
        <p:spPr/>
        <p:txBody>
          <a:bodyPr>
            <a:normAutofit/>
          </a:bodyPr>
          <a:lstStyle/>
          <a:p>
            <a:pPr algn="l"/>
            <a:r>
              <a:rPr lang="en-US" b="1" i="0" dirty="0">
                <a:solidFill>
                  <a:srgbClr val="292929"/>
                </a:solidFill>
                <a:effectLst/>
                <a:latin typeface="sohne"/>
              </a:rPr>
              <a:t>Differences between Jaccard Similarity and Cosine Similarity:</a:t>
            </a:r>
            <a:endParaRPr lang="en-US" b="0" i="0" dirty="0">
              <a:solidFill>
                <a:srgbClr val="292929"/>
              </a:solidFill>
              <a:effectLst/>
              <a:latin typeface="sohne"/>
            </a:endParaRPr>
          </a:p>
          <a:p>
            <a:pPr algn="l">
              <a:buFont typeface="+mj-lt"/>
              <a:buAutoNum type="arabicPeriod"/>
            </a:pPr>
            <a:r>
              <a:rPr lang="en-US" b="0" i="0" dirty="0">
                <a:solidFill>
                  <a:srgbClr val="292929"/>
                </a:solidFill>
                <a:effectLst/>
                <a:latin typeface="charter"/>
              </a:rPr>
              <a:t>Jaccard similarity takes only </a:t>
            </a:r>
            <a:r>
              <a:rPr lang="en-US" b="1" i="0" dirty="0">
                <a:solidFill>
                  <a:srgbClr val="292929"/>
                </a:solidFill>
                <a:effectLst/>
                <a:latin typeface="charter"/>
              </a:rPr>
              <a:t>unique set of words</a:t>
            </a:r>
            <a:r>
              <a:rPr lang="en-US" b="0" i="0" dirty="0">
                <a:solidFill>
                  <a:srgbClr val="292929"/>
                </a:solidFill>
                <a:effectLst/>
                <a:latin typeface="charter"/>
              </a:rPr>
              <a:t> for each sentence / document while cosine similarity takes </a:t>
            </a:r>
            <a:r>
              <a:rPr lang="en-US" b="1" i="0" dirty="0">
                <a:solidFill>
                  <a:srgbClr val="292929"/>
                </a:solidFill>
                <a:effectLst/>
                <a:latin typeface="charter"/>
              </a:rPr>
              <a:t>total length of the vectors</a:t>
            </a:r>
            <a:r>
              <a:rPr lang="en-US" b="0" i="0" dirty="0">
                <a:solidFill>
                  <a:srgbClr val="292929"/>
                </a:solidFill>
                <a:effectLst/>
                <a:latin typeface="charter"/>
              </a:rPr>
              <a:t>. (these vectors could be made from bag of words term frequency or </a:t>
            </a:r>
            <a:r>
              <a:rPr lang="en-US" b="0" i="0" dirty="0" err="1">
                <a:solidFill>
                  <a:srgbClr val="292929"/>
                </a:solidFill>
                <a:effectLst/>
                <a:latin typeface="charter"/>
              </a:rPr>
              <a:t>tf-idf</a:t>
            </a:r>
            <a:r>
              <a:rPr lang="en-US" b="0" i="0" dirty="0">
                <a:solidFill>
                  <a:srgbClr val="292929"/>
                </a:solidFill>
                <a:effectLst/>
                <a:latin typeface="charter"/>
              </a:rPr>
              <a:t>)</a:t>
            </a:r>
          </a:p>
          <a:p>
            <a:pPr algn="l">
              <a:buFont typeface="+mj-lt"/>
              <a:buAutoNum type="arabicPeriod"/>
            </a:pPr>
            <a:r>
              <a:rPr lang="en-US" b="0" i="0" dirty="0">
                <a:solidFill>
                  <a:srgbClr val="292929"/>
                </a:solidFill>
                <a:effectLst/>
                <a:latin typeface="charter"/>
              </a:rPr>
              <a:t>Jaccard similarity is good for cases where duplication does not matter, cosine similarity is good for cases where duplication matters while analyzing text similarity. For two product descriptions, it will be better to use Jaccard similarity as repetition of a word does not reduce their similarity.</a:t>
            </a:r>
          </a:p>
          <a:p>
            <a:endParaRPr lang="en-US" dirty="0"/>
          </a:p>
        </p:txBody>
      </p:sp>
    </p:spTree>
    <p:extLst>
      <p:ext uri="{BB962C8B-B14F-4D97-AF65-F5344CB8AC3E}">
        <p14:creationId xmlns:p14="http://schemas.microsoft.com/office/powerpoint/2010/main" val="23447409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6FE12-F3AF-4D75-B842-913994AD817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F703201-D30E-4043-BC8F-87A6BBBCBA67}"/>
              </a:ext>
            </a:extLst>
          </p:cNvPr>
          <p:cNvSpPr>
            <a:spLocks noGrp="1"/>
          </p:cNvSpPr>
          <p:nvPr>
            <p:ph idx="1"/>
          </p:nvPr>
        </p:nvSpPr>
        <p:spPr/>
        <p:txBody>
          <a:bodyPr/>
          <a:lstStyle/>
          <a:p>
            <a:r>
              <a:rPr lang="en-US" dirty="0"/>
              <a:t>Love being at the intersection of data science, code, business and product.</a:t>
            </a:r>
          </a:p>
        </p:txBody>
      </p:sp>
    </p:spTree>
    <p:extLst>
      <p:ext uri="{BB962C8B-B14F-4D97-AF65-F5344CB8AC3E}">
        <p14:creationId xmlns:p14="http://schemas.microsoft.com/office/powerpoint/2010/main" val="12213577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39A9ADF-DC0B-4A44-A4D6-E5AB01542B4D}"/>
              </a:ext>
            </a:extLst>
          </p:cNvPr>
          <p:cNvSpPr>
            <a:spLocks noGrp="1"/>
          </p:cNvSpPr>
          <p:nvPr>
            <p:ph type="title"/>
          </p:nvPr>
        </p:nvSpPr>
        <p:spPr>
          <a:xfrm>
            <a:off x="841248" y="548640"/>
            <a:ext cx="3600860" cy="5431536"/>
          </a:xfrm>
        </p:spPr>
        <p:txBody>
          <a:bodyPr>
            <a:normAutofit/>
          </a:bodyPr>
          <a:lstStyle/>
          <a:p>
            <a:r>
              <a:rPr lang="en-US" sz="5400"/>
              <a:t>Meet with Pravesh Garg</a:t>
            </a:r>
          </a:p>
        </p:txBody>
      </p:sp>
      <p:sp>
        <p:nvSpPr>
          <p:cNvPr id="5" name="Content Placeholder 4">
            <a:extLst>
              <a:ext uri="{FF2B5EF4-FFF2-40B4-BE49-F238E27FC236}">
                <a16:creationId xmlns:a16="http://schemas.microsoft.com/office/drawing/2014/main" id="{9E99C954-C708-486C-8063-FED4132D408D}"/>
              </a:ext>
            </a:extLst>
          </p:cNvPr>
          <p:cNvSpPr>
            <a:spLocks noGrp="1"/>
          </p:cNvSpPr>
          <p:nvPr>
            <p:ph idx="1"/>
          </p:nvPr>
        </p:nvSpPr>
        <p:spPr>
          <a:xfrm>
            <a:off x="5126418" y="552091"/>
            <a:ext cx="6224335" cy="5431536"/>
          </a:xfrm>
        </p:spPr>
        <p:txBody>
          <a:bodyPr anchor="ctr">
            <a:normAutofit/>
          </a:bodyPr>
          <a:lstStyle/>
          <a:p>
            <a:r>
              <a:rPr lang="en-US" sz="2200"/>
              <a:t>He’s working on ELTP- fraudulent customers ko detect krna.</a:t>
            </a:r>
          </a:p>
          <a:p>
            <a:r>
              <a:rPr lang="en-US" sz="2200"/>
              <a:t>Talk with people around you.</a:t>
            </a:r>
          </a:p>
          <a:p>
            <a:r>
              <a:rPr lang="en-US" sz="2200"/>
              <a:t>Subhasish se you can ask-</a:t>
            </a:r>
          </a:p>
          <a:p>
            <a:pPr lvl="1"/>
            <a:r>
              <a:rPr lang="en-US" sz="2200"/>
              <a:t> what is my final deliverable, am I on track, what else can I do? </a:t>
            </a:r>
          </a:p>
          <a:p>
            <a:pPr lvl="1"/>
            <a:r>
              <a:rPr lang="en-US" sz="2200"/>
              <a:t>PPO process?</a:t>
            </a:r>
          </a:p>
          <a:p>
            <a:r>
              <a:rPr lang="en-US" sz="2200"/>
              <a:t>Talk to people and know about their work.</a:t>
            </a:r>
          </a:p>
          <a:p>
            <a:endParaRPr lang="en-US" sz="2200"/>
          </a:p>
        </p:txBody>
      </p:sp>
    </p:spTree>
    <p:extLst>
      <p:ext uri="{BB962C8B-B14F-4D97-AF65-F5344CB8AC3E}">
        <p14:creationId xmlns:p14="http://schemas.microsoft.com/office/powerpoint/2010/main" val="24081553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B8DABBC-A370-4584-92D8-3DBD810FE510}"/>
              </a:ext>
            </a:extLst>
          </p:cNvPr>
          <p:cNvSpPr>
            <a:spLocks noGrp="1"/>
          </p:cNvSpPr>
          <p:nvPr>
            <p:ph type="title"/>
          </p:nvPr>
        </p:nvSpPr>
        <p:spPr>
          <a:xfrm>
            <a:off x="635000" y="640823"/>
            <a:ext cx="3418659" cy="5583148"/>
          </a:xfrm>
        </p:spPr>
        <p:txBody>
          <a:bodyPr anchor="ctr">
            <a:normAutofit/>
          </a:bodyPr>
          <a:lstStyle/>
          <a:p>
            <a:r>
              <a:rPr lang="en-US" sz="5400"/>
              <a:t>Update</a:t>
            </a:r>
          </a:p>
        </p:txBody>
      </p:sp>
      <p:graphicFrame>
        <p:nvGraphicFramePr>
          <p:cNvPr id="16" name="Content Placeholder 4">
            <a:extLst>
              <a:ext uri="{FF2B5EF4-FFF2-40B4-BE49-F238E27FC236}">
                <a16:creationId xmlns:a16="http://schemas.microsoft.com/office/drawing/2014/main" id="{B801731C-9581-4125-A74D-DA3DE45AE472}"/>
              </a:ext>
            </a:extLst>
          </p:cNvPr>
          <p:cNvGraphicFramePr>
            <a:graphicFrameLocks noGrp="1"/>
          </p:cNvGraphicFramePr>
          <p:nvPr>
            <p:ph idx="1"/>
            <p:extLst>
              <p:ext uri="{D42A27DB-BD31-4B8C-83A1-F6EECF244321}">
                <p14:modId xmlns:p14="http://schemas.microsoft.com/office/powerpoint/2010/main" val="4198145998"/>
              </p:ext>
            </p:extLst>
          </p:nvPr>
        </p:nvGraphicFramePr>
        <p:xfrm>
          <a:off x="4542503" y="640822"/>
          <a:ext cx="7006027"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295737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1BEF0-BF91-41FC-BF14-279DB786477A}"/>
              </a:ext>
            </a:extLst>
          </p:cNvPr>
          <p:cNvSpPr>
            <a:spLocks noGrp="1"/>
          </p:cNvSpPr>
          <p:nvPr>
            <p:ph type="title"/>
          </p:nvPr>
        </p:nvSpPr>
        <p:spPr>
          <a:xfrm>
            <a:off x="841248" y="548640"/>
            <a:ext cx="3600860" cy="5431536"/>
          </a:xfrm>
        </p:spPr>
        <p:txBody>
          <a:bodyPr>
            <a:normAutofit/>
          </a:bodyPr>
          <a:lstStyle/>
          <a:p>
            <a:r>
              <a:rPr lang="en-US" sz="5400" dirty="0"/>
              <a:t>Meet with Faraz</a:t>
            </a:r>
            <a:br>
              <a:rPr lang="en-US" sz="5400" dirty="0"/>
            </a:br>
            <a:r>
              <a:rPr lang="en-US" sz="5400" dirty="0"/>
              <a:t>June 1</a:t>
            </a:r>
            <a:r>
              <a:rPr lang="en-US" sz="5400" baseline="30000" dirty="0"/>
              <a:t>st</a:t>
            </a:r>
            <a:r>
              <a:rPr lang="en-US" sz="5400" dirty="0"/>
              <a:t>,2021</a:t>
            </a:r>
          </a:p>
        </p:txBody>
      </p:sp>
      <p:sp>
        <p:nvSpPr>
          <p:cNvPr id="3" name="Content Placeholder 2">
            <a:extLst>
              <a:ext uri="{FF2B5EF4-FFF2-40B4-BE49-F238E27FC236}">
                <a16:creationId xmlns:a16="http://schemas.microsoft.com/office/drawing/2014/main" id="{F7AB247E-6D88-416F-AB68-E34ACE9DA679}"/>
              </a:ext>
            </a:extLst>
          </p:cNvPr>
          <p:cNvSpPr>
            <a:spLocks noGrp="1"/>
          </p:cNvSpPr>
          <p:nvPr>
            <p:ph idx="1"/>
          </p:nvPr>
        </p:nvSpPr>
        <p:spPr>
          <a:xfrm>
            <a:off x="5126418" y="552091"/>
            <a:ext cx="6224335" cy="5431536"/>
          </a:xfrm>
        </p:spPr>
        <p:txBody>
          <a:bodyPr anchor="ctr">
            <a:normAutofit fontScale="92500" lnSpcReduction="20000"/>
          </a:bodyPr>
          <a:lstStyle/>
          <a:p>
            <a:r>
              <a:rPr lang="en-US" sz="2200" strike="sngStrike" dirty="0"/>
              <a:t>Good PPT</a:t>
            </a:r>
          </a:p>
          <a:p>
            <a:r>
              <a:rPr lang="en-US" sz="2200" strike="sngStrike" dirty="0" err="1"/>
              <a:t>Sams</a:t>
            </a:r>
            <a:r>
              <a:rPr lang="en-US" sz="2200" strike="sngStrike" dirty="0"/>
              <a:t>- wholesale business of Walmart</a:t>
            </a:r>
          </a:p>
          <a:p>
            <a:r>
              <a:rPr lang="en-US" sz="2200" dirty="0"/>
              <a:t>EDA findings, top entries in PPT</a:t>
            </a:r>
          </a:p>
          <a:p>
            <a:r>
              <a:rPr lang="en-US" sz="2200" dirty="0"/>
              <a:t>Present EDA in a story format</a:t>
            </a:r>
          </a:p>
          <a:p>
            <a:r>
              <a:rPr lang="en-US" sz="2200" strike="sngStrike" dirty="0"/>
              <a:t>Jaccard- redo</a:t>
            </a:r>
          </a:p>
          <a:p>
            <a:r>
              <a:rPr lang="en-US" sz="2200" strike="sngStrike" dirty="0"/>
              <a:t>Cosine similarity- theory strengthen</a:t>
            </a:r>
          </a:p>
          <a:p>
            <a:r>
              <a:rPr lang="en-US" sz="2200" strike="sngStrike" dirty="0"/>
              <a:t>No of common words and no of different words</a:t>
            </a:r>
          </a:p>
          <a:p>
            <a:r>
              <a:rPr lang="en-US" sz="2200" strike="sngStrike" dirty="0"/>
              <a:t>Single letter words remove </a:t>
            </a:r>
            <a:r>
              <a:rPr lang="en-US" sz="2200" strike="sngStrike" dirty="0">
                <a:sym typeface="Wingdings" panose="05000000000000000000" pitchFamily="2" charset="2"/>
              </a:rPr>
              <a:t> then single digit numbers are also removed  used reg and overcame that</a:t>
            </a:r>
            <a:endParaRPr lang="en-US" sz="2200" strike="sngStrike" dirty="0"/>
          </a:p>
          <a:p>
            <a:r>
              <a:rPr lang="en-US" sz="2200" dirty="0"/>
              <a:t>Feat importance, top entries in PPT</a:t>
            </a:r>
          </a:p>
          <a:p>
            <a:r>
              <a:rPr lang="en-US" sz="2200" dirty="0"/>
              <a:t>Prove that target is from </a:t>
            </a:r>
            <a:r>
              <a:rPr lang="en-US" sz="2200" dirty="0" err="1"/>
              <a:t>cat_desc</a:t>
            </a:r>
            <a:r>
              <a:rPr lang="en-US" sz="2200" dirty="0"/>
              <a:t>, </a:t>
            </a:r>
            <a:r>
              <a:rPr lang="en-US" sz="2200" dirty="0" err="1"/>
              <a:t>sub_cat_desc</a:t>
            </a:r>
            <a:r>
              <a:rPr lang="en-US" sz="2200" dirty="0"/>
              <a:t> and </a:t>
            </a:r>
            <a:r>
              <a:rPr lang="en-US" sz="2200" dirty="0" err="1"/>
              <a:t>fineline_desc</a:t>
            </a:r>
            <a:endParaRPr lang="en-US" sz="2200" dirty="0"/>
          </a:p>
          <a:p>
            <a:r>
              <a:rPr lang="en-US" sz="2200" dirty="0"/>
              <a:t>Hyperparameter tuning (RF, SVM, LR)</a:t>
            </a:r>
          </a:p>
          <a:p>
            <a:r>
              <a:rPr lang="en-US" sz="2200" dirty="0"/>
              <a:t>Trust factor- try to code</a:t>
            </a:r>
          </a:p>
          <a:p>
            <a:r>
              <a:rPr lang="en-US" sz="2200" dirty="0"/>
              <a:t>Fuzzy </a:t>
            </a:r>
            <a:r>
              <a:rPr lang="en-US" sz="2200" dirty="0" err="1"/>
              <a:t>fuzzy</a:t>
            </a:r>
            <a:r>
              <a:rPr lang="en-US" sz="2200" dirty="0"/>
              <a:t> package, and some notebooks (</a:t>
            </a:r>
            <a:r>
              <a:rPr lang="en-US" sz="2200" dirty="0" err="1"/>
              <a:t>levingstone</a:t>
            </a:r>
            <a:r>
              <a:rPr lang="en-US" sz="2200" dirty="0"/>
              <a:t> distance,…)- maybe in 3</a:t>
            </a:r>
            <a:r>
              <a:rPr lang="en-US" sz="2200" baseline="30000" dirty="0"/>
              <a:t>rd</a:t>
            </a:r>
            <a:r>
              <a:rPr lang="en-US" sz="2200" dirty="0"/>
              <a:t> week</a:t>
            </a:r>
          </a:p>
        </p:txBody>
      </p:sp>
    </p:spTree>
    <p:extLst>
      <p:ext uri="{BB962C8B-B14F-4D97-AF65-F5344CB8AC3E}">
        <p14:creationId xmlns:p14="http://schemas.microsoft.com/office/powerpoint/2010/main" val="37209999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1BEF0-BF91-41FC-BF14-279DB786477A}"/>
              </a:ext>
            </a:extLst>
          </p:cNvPr>
          <p:cNvSpPr>
            <a:spLocks noGrp="1"/>
          </p:cNvSpPr>
          <p:nvPr>
            <p:ph type="title"/>
          </p:nvPr>
        </p:nvSpPr>
        <p:spPr>
          <a:xfrm>
            <a:off x="841248" y="548640"/>
            <a:ext cx="3600860" cy="5431536"/>
          </a:xfrm>
        </p:spPr>
        <p:txBody>
          <a:bodyPr>
            <a:normAutofit/>
          </a:bodyPr>
          <a:lstStyle/>
          <a:p>
            <a:r>
              <a:rPr lang="en-US" sz="5400" dirty="0"/>
              <a:t>To do</a:t>
            </a:r>
          </a:p>
        </p:txBody>
      </p:sp>
      <p:sp>
        <p:nvSpPr>
          <p:cNvPr id="3" name="Content Placeholder 2">
            <a:extLst>
              <a:ext uri="{FF2B5EF4-FFF2-40B4-BE49-F238E27FC236}">
                <a16:creationId xmlns:a16="http://schemas.microsoft.com/office/drawing/2014/main" id="{F7AB247E-6D88-416F-AB68-E34ACE9DA679}"/>
              </a:ext>
            </a:extLst>
          </p:cNvPr>
          <p:cNvSpPr>
            <a:spLocks noGrp="1"/>
          </p:cNvSpPr>
          <p:nvPr>
            <p:ph idx="1"/>
          </p:nvPr>
        </p:nvSpPr>
        <p:spPr>
          <a:xfrm>
            <a:off x="5126418" y="552091"/>
            <a:ext cx="6224335" cy="5431536"/>
          </a:xfrm>
        </p:spPr>
        <p:txBody>
          <a:bodyPr anchor="ctr">
            <a:normAutofit/>
          </a:bodyPr>
          <a:lstStyle/>
          <a:p>
            <a:r>
              <a:rPr lang="en-US" sz="2200" dirty="0"/>
              <a:t>Initial </a:t>
            </a:r>
            <a:r>
              <a:rPr lang="en-US" sz="2200" dirty="0" err="1"/>
              <a:t>EDA</a:t>
            </a:r>
            <a:r>
              <a:rPr lang="en-US" sz="2200" dirty="0" err="1">
                <a:sym typeface="Wingdings" panose="05000000000000000000" pitchFamily="2" charset="2"/>
              </a:rPr>
              <a:t></a:t>
            </a:r>
            <a:r>
              <a:rPr lang="en-US" sz="2200" dirty="0" err="1"/>
              <a:t>Data</a:t>
            </a:r>
            <a:r>
              <a:rPr lang="en-US" sz="2200" dirty="0"/>
              <a:t> cleaning for both test &amp; train</a:t>
            </a:r>
            <a:r>
              <a:rPr lang="en-US" sz="2200" dirty="0">
                <a:sym typeface="Wingdings" panose="05000000000000000000" pitchFamily="2" charset="2"/>
              </a:rPr>
              <a:t> </a:t>
            </a:r>
            <a:r>
              <a:rPr lang="en-US" sz="2200" dirty="0" err="1">
                <a:sym typeface="Wingdings" panose="05000000000000000000" pitchFamily="2" charset="2"/>
              </a:rPr>
              <a:t>EDAmodelling</a:t>
            </a:r>
            <a:r>
              <a:rPr lang="en-US" sz="2200" dirty="0">
                <a:sym typeface="Wingdings" panose="05000000000000000000" pitchFamily="2" charset="2"/>
              </a:rPr>
              <a:t>  Hyperparameter  Trust Factor</a:t>
            </a:r>
            <a:endParaRPr lang="en-US" sz="2200" dirty="0"/>
          </a:p>
        </p:txBody>
      </p:sp>
    </p:spTree>
    <p:extLst>
      <p:ext uri="{BB962C8B-B14F-4D97-AF65-F5344CB8AC3E}">
        <p14:creationId xmlns:p14="http://schemas.microsoft.com/office/powerpoint/2010/main" val="4898645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1BEF0-BF91-41FC-BF14-279DB786477A}"/>
              </a:ext>
            </a:extLst>
          </p:cNvPr>
          <p:cNvSpPr>
            <a:spLocks noGrp="1"/>
          </p:cNvSpPr>
          <p:nvPr>
            <p:ph type="title"/>
          </p:nvPr>
        </p:nvSpPr>
        <p:spPr>
          <a:xfrm>
            <a:off x="841248" y="548640"/>
            <a:ext cx="3600860" cy="5431536"/>
          </a:xfrm>
        </p:spPr>
        <p:txBody>
          <a:bodyPr>
            <a:normAutofit/>
          </a:bodyPr>
          <a:lstStyle/>
          <a:p>
            <a:r>
              <a:rPr lang="en-US" sz="5400" dirty="0"/>
              <a:t>Update</a:t>
            </a:r>
          </a:p>
        </p:txBody>
      </p:sp>
      <p:sp>
        <p:nvSpPr>
          <p:cNvPr id="3" name="Content Placeholder 2">
            <a:extLst>
              <a:ext uri="{FF2B5EF4-FFF2-40B4-BE49-F238E27FC236}">
                <a16:creationId xmlns:a16="http://schemas.microsoft.com/office/drawing/2014/main" id="{F7AB247E-6D88-416F-AB68-E34ACE9DA679}"/>
              </a:ext>
            </a:extLst>
          </p:cNvPr>
          <p:cNvSpPr>
            <a:spLocks noGrp="1"/>
          </p:cNvSpPr>
          <p:nvPr>
            <p:ph idx="1"/>
          </p:nvPr>
        </p:nvSpPr>
        <p:spPr>
          <a:xfrm>
            <a:off x="5126418" y="552091"/>
            <a:ext cx="6224335" cy="5431536"/>
          </a:xfrm>
        </p:spPr>
        <p:txBody>
          <a:bodyPr anchor="ctr">
            <a:normAutofit/>
          </a:bodyPr>
          <a:lstStyle/>
          <a:p>
            <a:r>
              <a:rPr lang="en-US" sz="2200" dirty="0"/>
              <a:t>Ordering of the </a:t>
            </a:r>
            <a:r>
              <a:rPr lang="en-US" sz="2200" dirty="0" err="1"/>
              <a:t>Jupyter</a:t>
            </a:r>
            <a:r>
              <a:rPr lang="en-US" sz="2200" dirty="0"/>
              <a:t> Notebook</a:t>
            </a:r>
          </a:p>
          <a:p>
            <a:r>
              <a:rPr lang="en-US" sz="2200" dirty="0"/>
              <a:t>Train and Test similarity and differences</a:t>
            </a:r>
          </a:p>
          <a:p>
            <a:r>
              <a:rPr lang="en-US" sz="2200" dirty="0"/>
              <a:t>Doubt: Do we need to clean text data as well?</a:t>
            </a:r>
          </a:p>
          <a:p>
            <a:endParaRPr lang="en-US" sz="2200" dirty="0"/>
          </a:p>
        </p:txBody>
      </p:sp>
    </p:spTree>
    <p:extLst>
      <p:ext uri="{BB962C8B-B14F-4D97-AF65-F5344CB8AC3E}">
        <p14:creationId xmlns:p14="http://schemas.microsoft.com/office/powerpoint/2010/main" val="27326826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D84E3AF-0B29-41ED-8938-50866F0F566C}"/>
              </a:ext>
            </a:extLst>
          </p:cNvPr>
          <p:cNvSpPr>
            <a:spLocks noGrp="1"/>
          </p:cNvSpPr>
          <p:nvPr>
            <p:ph type="title"/>
          </p:nvPr>
        </p:nvSpPr>
        <p:spPr>
          <a:xfrm>
            <a:off x="2399234" y="340921"/>
            <a:ext cx="6935759" cy="1316992"/>
          </a:xfrm>
        </p:spPr>
        <p:txBody>
          <a:bodyPr vert="horz" lIns="91440" tIns="45720" rIns="91440" bIns="45720" rtlCol="0" anchor="ctr">
            <a:normAutofit/>
          </a:bodyPr>
          <a:lstStyle/>
          <a:p>
            <a:pPr algn="ctr"/>
            <a:r>
              <a:rPr lang="en-US" sz="8800" kern="1200" dirty="0">
                <a:solidFill>
                  <a:schemeClr val="tx1"/>
                </a:solidFill>
                <a:latin typeface="+mj-lt"/>
                <a:ea typeface="+mj-ea"/>
                <a:cs typeface="+mj-cs"/>
              </a:rPr>
              <a:t>Week </a:t>
            </a:r>
            <a:r>
              <a:rPr lang="en-US" sz="8800" dirty="0">
                <a:solidFill>
                  <a:schemeClr val="tx1"/>
                </a:solidFill>
              </a:rPr>
              <a:t>2</a:t>
            </a:r>
            <a:endParaRPr lang="en-US" sz="8800" kern="1200" dirty="0">
              <a:solidFill>
                <a:schemeClr val="tx1"/>
              </a:solidFill>
              <a:latin typeface="+mj-lt"/>
              <a:ea typeface="+mj-ea"/>
              <a:cs typeface="+mj-cs"/>
            </a:endParaRPr>
          </a:p>
        </p:txBody>
      </p:sp>
      <p:sp>
        <p:nvSpPr>
          <p:cNvPr id="5" name="Text Placeholder 4">
            <a:extLst>
              <a:ext uri="{FF2B5EF4-FFF2-40B4-BE49-F238E27FC236}">
                <a16:creationId xmlns:a16="http://schemas.microsoft.com/office/drawing/2014/main" id="{7FFAB415-6852-4541-95A1-03E278B75240}"/>
              </a:ext>
            </a:extLst>
          </p:cNvPr>
          <p:cNvSpPr>
            <a:spLocks noGrp="1"/>
          </p:cNvSpPr>
          <p:nvPr>
            <p:ph type="body" idx="1"/>
          </p:nvPr>
        </p:nvSpPr>
        <p:spPr>
          <a:xfrm>
            <a:off x="2163259" y="2290128"/>
            <a:ext cx="6935759" cy="2201159"/>
          </a:xfrm>
        </p:spPr>
        <p:txBody>
          <a:bodyPr vert="horz" lIns="91440" tIns="45720" rIns="91440" bIns="45720" rtlCol="0">
            <a:normAutofit/>
          </a:bodyPr>
          <a:lstStyle/>
          <a:p>
            <a:pPr algn="ctr"/>
            <a:r>
              <a:rPr lang="en-US" sz="6000" dirty="0">
                <a:solidFill>
                  <a:schemeClr val="tx1"/>
                </a:solidFill>
              </a:rPr>
              <a:t>Thursday</a:t>
            </a:r>
            <a:endParaRPr lang="en-US" sz="6000" kern="1200" dirty="0">
              <a:solidFill>
                <a:schemeClr val="tx1"/>
              </a:solidFill>
              <a:latin typeface="+mn-lt"/>
              <a:ea typeface="+mn-ea"/>
              <a:cs typeface="+mn-cs"/>
            </a:endParaRPr>
          </a:p>
          <a:p>
            <a:pPr algn="ctr"/>
            <a:r>
              <a:rPr lang="en-US" sz="6000" dirty="0">
                <a:solidFill>
                  <a:schemeClr val="tx1"/>
                </a:solidFill>
              </a:rPr>
              <a:t>June</a:t>
            </a:r>
            <a:r>
              <a:rPr lang="en-US" sz="6000" kern="1200" dirty="0">
                <a:solidFill>
                  <a:schemeClr val="tx1"/>
                </a:solidFill>
                <a:latin typeface="+mn-lt"/>
                <a:ea typeface="+mn-ea"/>
                <a:cs typeface="+mn-cs"/>
              </a:rPr>
              <a:t> </a:t>
            </a:r>
            <a:r>
              <a:rPr lang="en-US" sz="6000" dirty="0">
                <a:solidFill>
                  <a:schemeClr val="tx1"/>
                </a:solidFill>
              </a:rPr>
              <a:t>3</a:t>
            </a:r>
            <a:r>
              <a:rPr lang="en-US" sz="6000" baseline="30000" dirty="0">
                <a:solidFill>
                  <a:schemeClr val="tx1"/>
                </a:solidFill>
              </a:rPr>
              <a:t>rd</a:t>
            </a:r>
            <a:r>
              <a:rPr lang="en-US" sz="6000" kern="1200" dirty="0">
                <a:solidFill>
                  <a:schemeClr val="tx1"/>
                </a:solidFill>
                <a:latin typeface="+mn-lt"/>
                <a:ea typeface="+mn-ea"/>
                <a:cs typeface="+mn-cs"/>
              </a:rPr>
              <a:t>, 2021</a:t>
            </a:r>
          </a:p>
        </p:txBody>
      </p:sp>
    </p:spTree>
    <p:extLst>
      <p:ext uri="{BB962C8B-B14F-4D97-AF65-F5344CB8AC3E}">
        <p14:creationId xmlns:p14="http://schemas.microsoft.com/office/powerpoint/2010/main" val="31713514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BD6DEA-493C-40D6-B508-51B9776AED0F}"/>
              </a:ext>
            </a:extLst>
          </p:cNvPr>
          <p:cNvSpPr>
            <a:spLocks noGrp="1"/>
          </p:cNvSpPr>
          <p:nvPr>
            <p:ph type="title"/>
          </p:nvPr>
        </p:nvSpPr>
        <p:spPr/>
        <p:txBody>
          <a:bodyPr/>
          <a:lstStyle/>
          <a:p>
            <a:r>
              <a:rPr lang="en-US" dirty="0"/>
              <a:t>Update</a:t>
            </a:r>
          </a:p>
        </p:txBody>
      </p:sp>
      <p:sp>
        <p:nvSpPr>
          <p:cNvPr id="3" name="Content Placeholder 2">
            <a:extLst>
              <a:ext uri="{FF2B5EF4-FFF2-40B4-BE49-F238E27FC236}">
                <a16:creationId xmlns:a16="http://schemas.microsoft.com/office/drawing/2014/main" id="{E8E67D18-4C25-495C-AF2F-B590A3F029B5}"/>
              </a:ext>
            </a:extLst>
          </p:cNvPr>
          <p:cNvSpPr>
            <a:spLocks noGrp="1"/>
          </p:cNvSpPr>
          <p:nvPr>
            <p:ph idx="1"/>
          </p:nvPr>
        </p:nvSpPr>
        <p:spPr/>
        <p:txBody>
          <a:bodyPr>
            <a:normAutofit fontScale="47500" lnSpcReduction="20000"/>
          </a:bodyPr>
          <a:lstStyle/>
          <a:p>
            <a:r>
              <a:rPr lang="en-US" dirty="0"/>
              <a:t>Accuracy : 0.79816</a:t>
            </a:r>
          </a:p>
          <a:p>
            <a:r>
              <a:rPr lang="en-US" dirty="0" err="1"/>
              <a:t>Precision_micro</a:t>
            </a:r>
            <a:r>
              <a:rPr lang="en-US" dirty="0"/>
              <a:t> : 0.79816</a:t>
            </a:r>
          </a:p>
          <a:p>
            <a:r>
              <a:rPr lang="en-US" dirty="0" err="1"/>
              <a:t>Recall_micro</a:t>
            </a:r>
            <a:r>
              <a:rPr lang="en-US" dirty="0"/>
              <a:t> : 0.79816</a:t>
            </a:r>
          </a:p>
          <a:p>
            <a:r>
              <a:rPr lang="en-US" dirty="0"/>
              <a:t>time 9.652660369873047 </a:t>
            </a:r>
          </a:p>
          <a:p>
            <a:r>
              <a:rPr lang="en-US" dirty="0"/>
              <a:t>Accuracy : 0.98900</a:t>
            </a:r>
          </a:p>
          <a:p>
            <a:r>
              <a:rPr lang="en-US" dirty="0" err="1"/>
              <a:t>Precision_micro</a:t>
            </a:r>
            <a:r>
              <a:rPr lang="en-US" dirty="0"/>
              <a:t> : 0.98900</a:t>
            </a:r>
          </a:p>
          <a:p>
            <a:r>
              <a:rPr lang="en-US" dirty="0" err="1"/>
              <a:t>Recall_micro</a:t>
            </a:r>
            <a:r>
              <a:rPr lang="en-US" dirty="0"/>
              <a:t> : 0.98900</a:t>
            </a:r>
          </a:p>
          <a:p>
            <a:r>
              <a:rPr lang="en-US" dirty="0"/>
              <a:t>time 275.8739638328552 </a:t>
            </a:r>
          </a:p>
          <a:p>
            <a:r>
              <a:rPr lang="en-US" dirty="0"/>
              <a:t>Accuracy : 0.97743</a:t>
            </a:r>
          </a:p>
          <a:p>
            <a:r>
              <a:rPr lang="en-US" dirty="0" err="1"/>
              <a:t>Precision_micro</a:t>
            </a:r>
            <a:r>
              <a:rPr lang="en-US" dirty="0"/>
              <a:t> : 0.97743</a:t>
            </a:r>
          </a:p>
          <a:p>
            <a:r>
              <a:rPr lang="en-US" dirty="0" err="1"/>
              <a:t>Recall_micro</a:t>
            </a:r>
            <a:r>
              <a:rPr lang="en-US" dirty="0"/>
              <a:t> : 0.97743</a:t>
            </a:r>
          </a:p>
          <a:p>
            <a:r>
              <a:rPr lang="en-US" dirty="0"/>
              <a:t>time 629.6084506511688</a:t>
            </a:r>
          </a:p>
          <a:p>
            <a:r>
              <a:rPr lang="en-US" dirty="0"/>
              <a:t>Accuracy : 0.96050</a:t>
            </a:r>
          </a:p>
          <a:p>
            <a:r>
              <a:rPr lang="en-US" dirty="0" err="1"/>
              <a:t>Precision_micro</a:t>
            </a:r>
            <a:r>
              <a:rPr lang="en-US" dirty="0"/>
              <a:t> : 0.96050</a:t>
            </a:r>
          </a:p>
          <a:p>
            <a:r>
              <a:rPr lang="en-US" dirty="0" err="1"/>
              <a:t>Recall_micro</a:t>
            </a:r>
            <a:r>
              <a:rPr lang="en-US" dirty="0"/>
              <a:t> : 0.96050</a:t>
            </a:r>
          </a:p>
          <a:p>
            <a:r>
              <a:rPr lang="en-US" dirty="0"/>
              <a:t>time 41.69346904754639</a:t>
            </a:r>
          </a:p>
        </p:txBody>
      </p:sp>
    </p:spTree>
    <p:extLst>
      <p:ext uri="{BB962C8B-B14F-4D97-AF65-F5344CB8AC3E}">
        <p14:creationId xmlns:p14="http://schemas.microsoft.com/office/powerpoint/2010/main" val="15023370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FBC69A0-8D76-4ED1-9A88-DF3D442B2747}"/>
              </a:ext>
            </a:extLst>
          </p:cNvPr>
          <p:cNvSpPr>
            <a:spLocks noGrp="1"/>
          </p:cNvSpPr>
          <p:nvPr>
            <p:ph type="title"/>
          </p:nvPr>
        </p:nvSpPr>
        <p:spPr/>
        <p:txBody>
          <a:bodyPr/>
          <a:lstStyle/>
          <a:p>
            <a:endParaRPr lang="en-US"/>
          </a:p>
        </p:txBody>
      </p:sp>
      <p:sp>
        <p:nvSpPr>
          <p:cNvPr id="5" name="Content Placeholder 4">
            <a:extLst>
              <a:ext uri="{FF2B5EF4-FFF2-40B4-BE49-F238E27FC236}">
                <a16:creationId xmlns:a16="http://schemas.microsoft.com/office/drawing/2014/main" id="{0C726B23-D67C-4838-A539-CCC01570BA5D}"/>
              </a:ext>
            </a:extLst>
          </p:cNvPr>
          <p:cNvSpPr>
            <a:spLocks noGrp="1"/>
          </p:cNvSpPr>
          <p:nvPr>
            <p:ph idx="1"/>
          </p:nvPr>
        </p:nvSpPr>
        <p:spPr/>
        <p:txBody>
          <a:bodyPr/>
          <a:lstStyle/>
          <a:p>
            <a:r>
              <a:rPr lang="en-US" dirty="0"/>
              <a:t>Pipeline(steps=[('</a:t>
            </a:r>
            <a:r>
              <a:rPr lang="en-US" dirty="0" err="1"/>
              <a:t>vect</a:t>
            </a:r>
            <a:r>
              <a:rPr lang="en-US" dirty="0"/>
              <a:t>', </a:t>
            </a:r>
            <a:r>
              <a:rPr lang="en-US" dirty="0" err="1"/>
              <a:t>TfidfVectorizer</a:t>
            </a:r>
            <a:r>
              <a:rPr lang="en-US" dirty="0"/>
              <a:t>(</a:t>
            </a:r>
            <a:r>
              <a:rPr lang="en-US" dirty="0" err="1"/>
              <a:t>min_df</a:t>
            </a:r>
            <a:r>
              <a:rPr lang="en-US" dirty="0"/>
              <a:t>=10)),</a:t>
            </a:r>
          </a:p>
          <a:p>
            <a:r>
              <a:rPr lang="en-US" dirty="0"/>
              <a:t>                ('</a:t>
            </a:r>
            <a:r>
              <a:rPr lang="en-US" dirty="0" err="1"/>
              <a:t>clf</a:t>
            </a:r>
            <a:r>
              <a:rPr lang="en-US" dirty="0"/>
              <a:t>',</a:t>
            </a:r>
          </a:p>
          <a:p>
            <a:r>
              <a:rPr lang="en-US" dirty="0"/>
              <a:t>                 </a:t>
            </a:r>
            <a:r>
              <a:rPr lang="en-US" dirty="0" err="1"/>
              <a:t>RandomForestClassifier</a:t>
            </a:r>
            <a:r>
              <a:rPr lang="en-US" dirty="0"/>
              <a:t>(</a:t>
            </a:r>
            <a:r>
              <a:rPr lang="en-US" dirty="0" err="1"/>
              <a:t>class_weight</a:t>
            </a:r>
            <a:r>
              <a:rPr lang="en-US" dirty="0"/>
              <a:t>='balanced',</a:t>
            </a:r>
          </a:p>
          <a:p>
            <a:r>
              <a:rPr lang="en-US" dirty="0"/>
              <a:t>                                        </a:t>
            </a:r>
            <a:r>
              <a:rPr lang="en-US" dirty="0" err="1"/>
              <a:t>n_estimators</a:t>
            </a:r>
            <a:r>
              <a:rPr lang="en-US" dirty="0"/>
              <a:t>=120))])</a:t>
            </a:r>
          </a:p>
          <a:p>
            <a:endParaRPr lang="en-US" dirty="0"/>
          </a:p>
          <a:p>
            <a:r>
              <a:rPr lang="en-US" dirty="0"/>
              <a:t>0.98917</a:t>
            </a:r>
          </a:p>
        </p:txBody>
      </p:sp>
    </p:spTree>
    <p:extLst>
      <p:ext uri="{BB962C8B-B14F-4D97-AF65-F5344CB8AC3E}">
        <p14:creationId xmlns:p14="http://schemas.microsoft.com/office/powerpoint/2010/main" val="11264620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ECB35-CCF8-45F8-A3BD-783D2BAB0C4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E81A907-490F-4CA1-81A3-4D25A4F20787}"/>
              </a:ext>
            </a:extLst>
          </p:cNvPr>
          <p:cNvSpPr>
            <a:spLocks noGrp="1"/>
          </p:cNvSpPr>
          <p:nvPr>
            <p:ph idx="1"/>
          </p:nvPr>
        </p:nvSpPr>
        <p:spPr/>
        <p:txBody>
          <a:bodyPr/>
          <a:lstStyle/>
          <a:p>
            <a:r>
              <a:rPr lang="en-US" dirty="0"/>
              <a:t>Pipeline(steps=[('</a:t>
            </a:r>
            <a:r>
              <a:rPr lang="en-US" dirty="0" err="1"/>
              <a:t>vect</a:t>
            </a:r>
            <a:r>
              <a:rPr lang="en-US" dirty="0"/>
              <a:t>', </a:t>
            </a:r>
            <a:r>
              <a:rPr lang="en-US" dirty="0" err="1"/>
              <a:t>TfidfVectorizer</a:t>
            </a:r>
            <a:r>
              <a:rPr lang="en-US" dirty="0"/>
              <a:t>(</a:t>
            </a:r>
            <a:r>
              <a:rPr lang="en-US" dirty="0" err="1"/>
              <a:t>min_df</a:t>
            </a:r>
            <a:r>
              <a:rPr lang="en-US" dirty="0"/>
              <a:t>=10)),</a:t>
            </a:r>
          </a:p>
          <a:p>
            <a:r>
              <a:rPr lang="en-US" dirty="0"/>
              <a:t>                ('</a:t>
            </a:r>
            <a:r>
              <a:rPr lang="en-US" dirty="0" err="1"/>
              <a:t>clf</a:t>
            </a:r>
            <a:r>
              <a:rPr lang="en-US" dirty="0"/>
              <a:t>',</a:t>
            </a:r>
          </a:p>
          <a:p>
            <a:r>
              <a:rPr lang="en-US" dirty="0"/>
              <a:t>                 </a:t>
            </a:r>
            <a:r>
              <a:rPr lang="en-US" dirty="0" err="1"/>
              <a:t>LogisticRegression</a:t>
            </a:r>
            <a:r>
              <a:rPr lang="en-US" dirty="0"/>
              <a:t>(C=46415.88833612782,</a:t>
            </a:r>
          </a:p>
          <a:p>
            <a:r>
              <a:rPr lang="en-US" dirty="0"/>
              <a:t>                                    </a:t>
            </a:r>
            <a:r>
              <a:rPr lang="en-US" dirty="0" err="1"/>
              <a:t>class_weight</a:t>
            </a:r>
            <a:r>
              <a:rPr lang="en-US" dirty="0"/>
              <a:t>='balanced',</a:t>
            </a:r>
          </a:p>
          <a:p>
            <a:r>
              <a:rPr lang="en-US" dirty="0"/>
              <a:t>                                    solver='newton-cg'))])</a:t>
            </a:r>
          </a:p>
          <a:p>
            <a:endParaRPr lang="en-US" dirty="0"/>
          </a:p>
          <a:p>
            <a:r>
              <a:rPr lang="en-US" dirty="0"/>
              <a:t>0.9872191636759207</a:t>
            </a:r>
          </a:p>
        </p:txBody>
      </p:sp>
    </p:spTree>
    <p:extLst>
      <p:ext uri="{BB962C8B-B14F-4D97-AF65-F5344CB8AC3E}">
        <p14:creationId xmlns:p14="http://schemas.microsoft.com/office/powerpoint/2010/main" val="4715581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9D194-7CA6-46FA-B20B-66636199108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6F13F41-B9FC-4A09-974A-5FD62C92650A}"/>
              </a:ext>
            </a:extLst>
          </p:cNvPr>
          <p:cNvSpPr>
            <a:spLocks noGrp="1"/>
          </p:cNvSpPr>
          <p:nvPr>
            <p:ph idx="1"/>
          </p:nvPr>
        </p:nvSpPr>
        <p:spPr/>
        <p:txBody>
          <a:bodyPr/>
          <a:lstStyle/>
          <a:p>
            <a:r>
              <a:rPr lang="en-US" dirty="0"/>
              <a:t>Pipeline(steps=[('</a:t>
            </a:r>
            <a:r>
              <a:rPr lang="en-US" dirty="0" err="1"/>
              <a:t>vect</a:t>
            </a:r>
            <a:r>
              <a:rPr lang="en-US" dirty="0"/>
              <a:t>', </a:t>
            </a:r>
            <a:r>
              <a:rPr lang="en-US" dirty="0" err="1"/>
              <a:t>CountVectorizer</a:t>
            </a:r>
            <a:r>
              <a:rPr lang="en-US" dirty="0"/>
              <a:t>(</a:t>
            </a:r>
            <a:r>
              <a:rPr lang="en-US" dirty="0" err="1"/>
              <a:t>min_df</a:t>
            </a:r>
            <a:r>
              <a:rPr lang="en-US" dirty="0"/>
              <a:t>=10)),</a:t>
            </a:r>
          </a:p>
          <a:p>
            <a:r>
              <a:rPr lang="en-US" dirty="0"/>
              <a:t>                ('</a:t>
            </a:r>
            <a:r>
              <a:rPr lang="en-US" dirty="0" err="1"/>
              <a:t>clf</a:t>
            </a:r>
            <a:r>
              <a:rPr lang="en-US" dirty="0"/>
              <a:t>', SVC(</a:t>
            </a:r>
            <a:r>
              <a:rPr lang="en-US" dirty="0" err="1"/>
              <a:t>class_weight</a:t>
            </a:r>
            <a:r>
              <a:rPr lang="en-US" dirty="0"/>
              <a:t>='balanced', kernel='linear'))])</a:t>
            </a:r>
          </a:p>
          <a:p>
            <a:endParaRPr lang="en-US" dirty="0"/>
          </a:p>
          <a:p>
            <a:r>
              <a:rPr lang="en-US" dirty="0"/>
              <a:t>0.9848954132136949</a:t>
            </a:r>
          </a:p>
        </p:txBody>
      </p:sp>
    </p:spTree>
    <p:extLst>
      <p:ext uri="{BB962C8B-B14F-4D97-AF65-F5344CB8AC3E}">
        <p14:creationId xmlns:p14="http://schemas.microsoft.com/office/powerpoint/2010/main" val="41718367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DF351-7A42-4245-9D26-A7E56151BF6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0931B6A-3989-4456-8C2C-B6DD292F3C5A}"/>
              </a:ext>
            </a:extLst>
          </p:cNvPr>
          <p:cNvSpPr>
            <a:spLocks noGrp="1"/>
          </p:cNvSpPr>
          <p:nvPr>
            <p:ph idx="1"/>
          </p:nvPr>
        </p:nvSpPr>
        <p:spPr/>
        <p:txBody>
          <a:bodyPr/>
          <a:lstStyle/>
          <a:p>
            <a:r>
              <a:rPr lang="en-US" dirty="0"/>
              <a:t>Test data cleaning and then comparison with train data</a:t>
            </a:r>
          </a:p>
        </p:txBody>
      </p:sp>
    </p:spTree>
    <p:extLst>
      <p:ext uri="{BB962C8B-B14F-4D97-AF65-F5344CB8AC3E}">
        <p14:creationId xmlns:p14="http://schemas.microsoft.com/office/powerpoint/2010/main" val="14352422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639A144-1544-4B5A-BD76-9C5D08829AF3}"/>
              </a:ext>
            </a:extLst>
          </p:cNvPr>
          <p:cNvSpPr>
            <a:spLocks noGrp="1"/>
          </p:cNvSpPr>
          <p:nvPr>
            <p:ph type="title"/>
          </p:nvPr>
        </p:nvSpPr>
        <p:spPr>
          <a:xfrm>
            <a:off x="457200" y="352978"/>
            <a:ext cx="4486589" cy="5902643"/>
          </a:xfrm>
        </p:spPr>
        <p:style>
          <a:lnRef idx="0">
            <a:schemeClr val="accent3"/>
          </a:lnRef>
          <a:fillRef idx="3">
            <a:schemeClr val="accent3"/>
          </a:fillRef>
          <a:effectRef idx="3">
            <a:schemeClr val="accent3"/>
          </a:effectRef>
          <a:fontRef idx="minor">
            <a:schemeClr val="lt1"/>
          </a:fontRef>
        </p:style>
        <p:txBody>
          <a:bodyPr vert="horz" lIns="91440" tIns="45720" rIns="91440" bIns="45720" rtlCol="0" anchor="ctr">
            <a:normAutofit/>
          </a:bodyPr>
          <a:lstStyle/>
          <a:p>
            <a:pPr algn="ctr"/>
            <a:r>
              <a:rPr lang="en-US" b="1" kern="1200" dirty="0">
                <a:latin typeface="Bogle" panose="020B0503020203060203" pitchFamily="34" charset="77"/>
                <a:ea typeface="+mj-ea"/>
                <a:cs typeface="+mj-cs"/>
              </a:rPr>
              <a:t>Review Meet – 2</a:t>
            </a:r>
            <a:br>
              <a:rPr lang="en-US" b="1" kern="1200" dirty="0">
                <a:latin typeface="Bogle" panose="020B0503020203060203" pitchFamily="34" charset="77"/>
                <a:ea typeface="+mj-ea"/>
                <a:cs typeface="+mj-cs"/>
              </a:rPr>
            </a:br>
            <a:r>
              <a:rPr lang="en-US" b="1" kern="1200" dirty="0">
                <a:latin typeface="Bogle" panose="020B0503020203060203" pitchFamily="34" charset="77"/>
                <a:ea typeface="+mj-ea"/>
                <a:cs typeface="+mj-cs"/>
              </a:rPr>
              <a:t>June 4</a:t>
            </a:r>
            <a:r>
              <a:rPr lang="en-US" b="1" kern="1200" baseline="30000" dirty="0">
                <a:latin typeface="Bogle" panose="020B0503020203060203" pitchFamily="34" charset="77"/>
                <a:ea typeface="+mj-ea"/>
                <a:cs typeface="+mj-cs"/>
              </a:rPr>
              <a:t>th</a:t>
            </a:r>
            <a:r>
              <a:rPr lang="en-US" b="1" kern="1200" dirty="0">
                <a:latin typeface="Bogle" panose="020B0503020203060203" pitchFamily="34" charset="77"/>
                <a:ea typeface="+mj-ea"/>
                <a:cs typeface="+mj-cs"/>
              </a:rPr>
              <a:t>,2021</a:t>
            </a:r>
          </a:p>
        </p:txBody>
      </p:sp>
      <p:sp>
        <p:nvSpPr>
          <p:cNvPr id="6" name="TextBox 5">
            <a:extLst>
              <a:ext uri="{FF2B5EF4-FFF2-40B4-BE49-F238E27FC236}">
                <a16:creationId xmlns:a16="http://schemas.microsoft.com/office/drawing/2014/main" id="{EC60DF84-C8CC-4BF1-86F0-FD284C7E6EC6}"/>
              </a:ext>
            </a:extLst>
          </p:cNvPr>
          <p:cNvSpPr txBox="1"/>
          <p:nvPr/>
        </p:nvSpPr>
        <p:spPr>
          <a:xfrm>
            <a:off x="5982956" y="937101"/>
            <a:ext cx="5181600" cy="746753"/>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2800" dirty="0">
                <a:solidFill>
                  <a:srgbClr val="404041"/>
                </a:solidFill>
                <a:latin typeface="Bogle" panose="020B0503020203060203" pitchFamily="34" charset="77"/>
              </a:rPr>
              <a:t>Agenda</a:t>
            </a:r>
          </a:p>
        </p:txBody>
      </p:sp>
      <p:graphicFrame>
        <p:nvGraphicFramePr>
          <p:cNvPr id="10" name="TextBox 7">
            <a:extLst>
              <a:ext uri="{FF2B5EF4-FFF2-40B4-BE49-F238E27FC236}">
                <a16:creationId xmlns:a16="http://schemas.microsoft.com/office/drawing/2014/main" id="{3C210A7D-5734-4FF0-A50E-3436B040628A}"/>
              </a:ext>
            </a:extLst>
          </p:cNvPr>
          <p:cNvGraphicFramePr/>
          <p:nvPr>
            <p:extLst>
              <p:ext uri="{D42A27DB-BD31-4B8C-83A1-F6EECF244321}">
                <p14:modId xmlns:p14="http://schemas.microsoft.com/office/powerpoint/2010/main" val="919002432"/>
              </p:ext>
            </p:extLst>
          </p:nvPr>
        </p:nvGraphicFramePr>
        <p:xfrm>
          <a:off x="6172200" y="1825625"/>
          <a:ext cx="5181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674983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E044D9F-0169-4FD0-A920-23509CDA7C58}"/>
              </a:ext>
            </a:extLst>
          </p:cNvPr>
          <p:cNvSpPr>
            <a:spLocks noGrp="1"/>
          </p:cNvSpPr>
          <p:nvPr>
            <p:ph type="title"/>
          </p:nvPr>
        </p:nvSpPr>
        <p:spPr>
          <a:xfrm>
            <a:off x="149942" y="51798"/>
            <a:ext cx="10515600" cy="745920"/>
          </a:xfrm>
        </p:spPr>
        <p:txBody>
          <a:bodyPr/>
          <a:lstStyle/>
          <a:p>
            <a:r>
              <a:rPr lang="en-US" dirty="0"/>
              <a:t>Recap</a:t>
            </a:r>
          </a:p>
        </p:txBody>
      </p:sp>
      <p:graphicFrame>
        <p:nvGraphicFramePr>
          <p:cNvPr id="9" name="Content Placeholder 4">
            <a:extLst>
              <a:ext uri="{FF2B5EF4-FFF2-40B4-BE49-F238E27FC236}">
                <a16:creationId xmlns:a16="http://schemas.microsoft.com/office/drawing/2014/main" id="{7F418629-2D4B-46A5-A53A-CBC3847099D1}"/>
              </a:ext>
            </a:extLst>
          </p:cNvPr>
          <p:cNvGraphicFramePr>
            <a:graphicFrameLocks noGrp="1"/>
          </p:cNvGraphicFramePr>
          <p:nvPr>
            <p:ph idx="1"/>
            <p:extLst>
              <p:ext uri="{D42A27DB-BD31-4B8C-83A1-F6EECF244321}">
                <p14:modId xmlns:p14="http://schemas.microsoft.com/office/powerpoint/2010/main" val="3704793115"/>
              </p:ext>
            </p:extLst>
          </p:nvPr>
        </p:nvGraphicFramePr>
        <p:xfrm>
          <a:off x="403122" y="896041"/>
          <a:ext cx="11385755" cy="575056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294246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2AC9F-9763-4C7C-A99E-5088D83D12FE}"/>
              </a:ext>
            </a:extLst>
          </p:cNvPr>
          <p:cNvSpPr>
            <a:spLocks noGrp="1"/>
          </p:cNvSpPr>
          <p:nvPr>
            <p:ph type="title"/>
          </p:nvPr>
        </p:nvSpPr>
        <p:spPr>
          <a:xfrm>
            <a:off x="635000" y="640823"/>
            <a:ext cx="3418659" cy="5583148"/>
          </a:xfrm>
        </p:spPr>
        <p:txBody>
          <a:bodyPr anchor="ctr">
            <a:normAutofit/>
          </a:bodyPr>
          <a:lstStyle/>
          <a:p>
            <a:r>
              <a:rPr lang="en-US" sz="5400" dirty="0"/>
              <a:t>This week’s progress</a:t>
            </a:r>
          </a:p>
        </p:txBody>
      </p:sp>
      <p:graphicFrame>
        <p:nvGraphicFramePr>
          <p:cNvPr id="5" name="Content Placeholder 2">
            <a:extLst>
              <a:ext uri="{FF2B5EF4-FFF2-40B4-BE49-F238E27FC236}">
                <a16:creationId xmlns:a16="http://schemas.microsoft.com/office/drawing/2014/main" id="{C9993AEC-77D4-4FBC-88A1-1E46C0BEEA80}"/>
              </a:ext>
            </a:extLst>
          </p:cNvPr>
          <p:cNvGraphicFramePr>
            <a:graphicFrameLocks noGrp="1"/>
          </p:cNvGraphicFramePr>
          <p:nvPr>
            <p:ph idx="1"/>
            <p:extLst>
              <p:ext uri="{D42A27DB-BD31-4B8C-83A1-F6EECF244321}">
                <p14:modId xmlns:p14="http://schemas.microsoft.com/office/powerpoint/2010/main" val="1625893502"/>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128770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BDD04-11DC-4D98-A410-67FBE777EE5F}"/>
              </a:ext>
            </a:extLst>
          </p:cNvPr>
          <p:cNvSpPr>
            <a:spLocks noGrp="1"/>
          </p:cNvSpPr>
          <p:nvPr>
            <p:ph type="title"/>
          </p:nvPr>
        </p:nvSpPr>
        <p:spPr>
          <a:xfrm>
            <a:off x="199103" y="165524"/>
            <a:ext cx="10515600" cy="622683"/>
          </a:xfrm>
        </p:spPr>
        <p:txBody>
          <a:bodyPr>
            <a:noAutofit/>
          </a:bodyPr>
          <a:lstStyle/>
          <a:p>
            <a:r>
              <a:rPr lang="en-US" sz="4000" dirty="0"/>
              <a:t>EDA results</a:t>
            </a:r>
          </a:p>
        </p:txBody>
      </p:sp>
      <p:graphicFrame>
        <p:nvGraphicFramePr>
          <p:cNvPr id="5" name="Content Placeholder 2">
            <a:extLst>
              <a:ext uri="{FF2B5EF4-FFF2-40B4-BE49-F238E27FC236}">
                <a16:creationId xmlns:a16="http://schemas.microsoft.com/office/drawing/2014/main" id="{5C89F204-36F5-4418-9927-B1A235702896}"/>
              </a:ext>
            </a:extLst>
          </p:cNvPr>
          <p:cNvGraphicFramePr>
            <a:graphicFrameLocks noGrp="1"/>
          </p:cNvGraphicFramePr>
          <p:nvPr>
            <p:ph idx="1"/>
            <p:extLst>
              <p:ext uri="{D42A27DB-BD31-4B8C-83A1-F6EECF244321}">
                <p14:modId xmlns:p14="http://schemas.microsoft.com/office/powerpoint/2010/main" val="4008715484"/>
              </p:ext>
            </p:extLst>
          </p:nvPr>
        </p:nvGraphicFramePr>
        <p:xfrm>
          <a:off x="199104" y="1828800"/>
          <a:ext cx="7145593" cy="463099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Wave 5">
            <a:extLst>
              <a:ext uri="{FF2B5EF4-FFF2-40B4-BE49-F238E27FC236}">
                <a16:creationId xmlns:a16="http://schemas.microsoft.com/office/drawing/2014/main" id="{9F66DB5E-BDC7-4C42-9A28-0FE3B9B28FF7}"/>
              </a:ext>
            </a:extLst>
          </p:cNvPr>
          <p:cNvSpPr/>
          <p:nvPr/>
        </p:nvSpPr>
        <p:spPr>
          <a:xfrm>
            <a:off x="383458" y="1163457"/>
            <a:ext cx="2861187" cy="766915"/>
          </a:xfrm>
          <a:prstGeom prst="wave">
            <a:avLst/>
          </a:prstGeom>
          <a:effectLst>
            <a:outerShdw blurRad="50800" dist="38100" dir="16200000"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sz="3200" dirty="0">
                <a:effectLst>
                  <a:outerShdw blurRad="50800" dist="38100" algn="l" rotWithShape="0">
                    <a:prstClr val="black">
                      <a:alpha val="40000"/>
                    </a:prstClr>
                  </a:outerShdw>
                </a:effectLst>
              </a:rPr>
              <a:t>Country</a:t>
            </a:r>
          </a:p>
        </p:txBody>
      </p:sp>
      <p:sp>
        <p:nvSpPr>
          <p:cNvPr id="13" name="Wave 12">
            <a:extLst>
              <a:ext uri="{FF2B5EF4-FFF2-40B4-BE49-F238E27FC236}">
                <a16:creationId xmlns:a16="http://schemas.microsoft.com/office/drawing/2014/main" id="{4310AA9E-FB09-4FA5-82E8-A6ABDAD1BDB9}"/>
              </a:ext>
            </a:extLst>
          </p:cNvPr>
          <p:cNvSpPr/>
          <p:nvPr/>
        </p:nvSpPr>
        <p:spPr>
          <a:xfrm>
            <a:off x="4076700" y="1167560"/>
            <a:ext cx="2760406" cy="758708"/>
          </a:xfrm>
          <a:prstGeom prst="wave">
            <a:avLst/>
          </a:prstGeom>
          <a:effectLst>
            <a:outerShdw blurRad="50800" dist="38100" dir="16200000"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sz="3200" dirty="0">
                <a:effectLst>
                  <a:outerShdw blurRad="50800" dist="38100" algn="l" rotWithShape="0">
                    <a:prstClr val="black">
                      <a:alpha val="40000"/>
                    </a:prstClr>
                  </a:outerShdw>
                </a:effectLst>
              </a:rPr>
              <a:t>FEAT1</a:t>
            </a:r>
          </a:p>
        </p:txBody>
      </p:sp>
      <p:sp>
        <p:nvSpPr>
          <p:cNvPr id="14" name="Wave 13">
            <a:extLst>
              <a:ext uri="{FF2B5EF4-FFF2-40B4-BE49-F238E27FC236}">
                <a16:creationId xmlns:a16="http://schemas.microsoft.com/office/drawing/2014/main" id="{8923636E-C9FF-492A-A0CA-25309FFE7D5D}"/>
              </a:ext>
            </a:extLst>
          </p:cNvPr>
          <p:cNvSpPr/>
          <p:nvPr/>
        </p:nvSpPr>
        <p:spPr>
          <a:xfrm>
            <a:off x="8302138" y="1175768"/>
            <a:ext cx="2760406" cy="758708"/>
          </a:xfrm>
          <a:prstGeom prst="wave">
            <a:avLst/>
          </a:prstGeom>
          <a:effectLst>
            <a:outerShdw blurRad="50800" dist="38100" dir="16200000"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sz="3200" dirty="0">
                <a:effectLst>
                  <a:outerShdw blurRad="50800" dist="38100" algn="l" rotWithShape="0">
                    <a:prstClr val="black">
                      <a:alpha val="40000"/>
                    </a:prstClr>
                  </a:outerShdw>
                </a:effectLst>
              </a:rPr>
              <a:t>Target</a:t>
            </a:r>
          </a:p>
        </p:txBody>
      </p:sp>
      <p:pic>
        <p:nvPicPr>
          <p:cNvPr id="15" name="Content Placeholder 5" descr="Text&#10;&#10;Description automatically generated">
            <a:extLst>
              <a:ext uri="{FF2B5EF4-FFF2-40B4-BE49-F238E27FC236}">
                <a16:creationId xmlns:a16="http://schemas.microsoft.com/office/drawing/2014/main" id="{2DF628ED-FA22-4625-8AFA-4DEA2C34932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543802" y="2214538"/>
            <a:ext cx="4382727" cy="3134210"/>
          </a:xfrm>
          <a:prstGeom prst="rect">
            <a:avLst/>
          </a:prstGeom>
          <a:ln>
            <a:solidFill>
              <a:schemeClr val="tx1"/>
            </a:solidFill>
          </a:ln>
        </p:spPr>
      </p:pic>
    </p:spTree>
    <p:extLst>
      <p:ext uri="{BB962C8B-B14F-4D97-AF65-F5344CB8AC3E}">
        <p14:creationId xmlns:p14="http://schemas.microsoft.com/office/powerpoint/2010/main" val="34624548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93A9A-D031-4EC9-BD15-6F6B82C950BE}"/>
              </a:ext>
            </a:extLst>
          </p:cNvPr>
          <p:cNvSpPr>
            <a:spLocks noGrp="1"/>
          </p:cNvSpPr>
          <p:nvPr>
            <p:ph type="title"/>
          </p:nvPr>
        </p:nvSpPr>
        <p:spPr>
          <a:xfrm>
            <a:off x="138921" y="93384"/>
            <a:ext cx="9918290" cy="526048"/>
          </a:xfrm>
        </p:spPr>
        <p:txBody>
          <a:bodyPr>
            <a:noAutofit/>
          </a:bodyPr>
          <a:lstStyle/>
          <a:p>
            <a:r>
              <a:rPr lang="en-US" sz="4000" dirty="0"/>
              <a:t>Comparison of </a:t>
            </a:r>
            <a:r>
              <a:rPr lang="en-US" sz="3600" dirty="0"/>
              <a:t>test</a:t>
            </a:r>
            <a:r>
              <a:rPr lang="en-US" sz="4000" dirty="0"/>
              <a:t> and train data </a:t>
            </a:r>
          </a:p>
        </p:txBody>
      </p:sp>
      <p:graphicFrame>
        <p:nvGraphicFramePr>
          <p:cNvPr id="10" name="Content Placeholder 7">
            <a:extLst>
              <a:ext uri="{FF2B5EF4-FFF2-40B4-BE49-F238E27FC236}">
                <a16:creationId xmlns:a16="http://schemas.microsoft.com/office/drawing/2014/main" id="{BF2E8E7F-6E46-40B9-8810-CF61B6AF659C}"/>
              </a:ext>
            </a:extLst>
          </p:cNvPr>
          <p:cNvGraphicFramePr>
            <a:graphicFrameLocks noGrp="1"/>
          </p:cNvGraphicFramePr>
          <p:nvPr>
            <p:ph idx="1"/>
            <p:extLst>
              <p:ext uri="{D42A27DB-BD31-4B8C-83A1-F6EECF244321}">
                <p14:modId xmlns:p14="http://schemas.microsoft.com/office/powerpoint/2010/main" val="2073242885"/>
              </p:ext>
            </p:extLst>
          </p:nvPr>
        </p:nvGraphicFramePr>
        <p:xfrm>
          <a:off x="152521" y="1064186"/>
          <a:ext cx="6263640" cy="5504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1" name="Picture 10" descr="Text&#10;&#10;Description automatically generated">
            <a:extLst>
              <a:ext uri="{FF2B5EF4-FFF2-40B4-BE49-F238E27FC236}">
                <a16:creationId xmlns:a16="http://schemas.microsoft.com/office/drawing/2014/main" id="{2EA5BD47-0A52-4627-B634-BC1C9B59F39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609524" y="2605921"/>
            <a:ext cx="2086266" cy="3962953"/>
          </a:xfrm>
          <a:prstGeom prst="rect">
            <a:avLst/>
          </a:prstGeom>
          <a:ln>
            <a:solidFill>
              <a:schemeClr val="tx1"/>
            </a:solidFill>
          </a:ln>
        </p:spPr>
      </p:pic>
      <p:pic>
        <p:nvPicPr>
          <p:cNvPr id="13" name="Picture 12" descr="Text, letter&#10;&#10;Description automatically generated">
            <a:extLst>
              <a:ext uri="{FF2B5EF4-FFF2-40B4-BE49-F238E27FC236}">
                <a16:creationId xmlns:a16="http://schemas.microsoft.com/office/drawing/2014/main" id="{3CF98B26-5DE4-4E9E-BB7C-C8ED85772C9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893202" y="2605921"/>
            <a:ext cx="1886213" cy="3953427"/>
          </a:xfrm>
          <a:prstGeom prst="rect">
            <a:avLst/>
          </a:prstGeom>
          <a:ln>
            <a:solidFill>
              <a:schemeClr val="tx1"/>
            </a:solidFill>
          </a:ln>
        </p:spPr>
      </p:pic>
      <p:sp>
        <p:nvSpPr>
          <p:cNvPr id="17" name="TextBox 16">
            <a:extLst>
              <a:ext uri="{FF2B5EF4-FFF2-40B4-BE49-F238E27FC236}">
                <a16:creationId xmlns:a16="http://schemas.microsoft.com/office/drawing/2014/main" id="{E62722B1-DBBB-4B98-882E-94D15E5FD828}"/>
              </a:ext>
            </a:extLst>
          </p:cNvPr>
          <p:cNvSpPr txBox="1"/>
          <p:nvPr/>
        </p:nvSpPr>
        <p:spPr>
          <a:xfrm>
            <a:off x="6893202" y="1514167"/>
            <a:ext cx="1690359" cy="923330"/>
          </a:xfrm>
          <a:prstGeom prst="rect">
            <a:avLst/>
          </a:prstGeom>
          <a:ln/>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en-US" dirty="0"/>
              <a:t>Frequency of top 20 words in TRAIN set</a:t>
            </a:r>
          </a:p>
        </p:txBody>
      </p:sp>
      <p:sp>
        <p:nvSpPr>
          <p:cNvPr id="19" name="TextBox 18">
            <a:extLst>
              <a:ext uri="{FF2B5EF4-FFF2-40B4-BE49-F238E27FC236}">
                <a16:creationId xmlns:a16="http://schemas.microsoft.com/office/drawing/2014/main" id="{0099ADDC-9221-440E-9057-265F602FF355}"/>
              </a:ext>
            </a:extLst>
          </p:cNvPr>
          <p:cNvSpPr txBox="1"/>
          <p:nvPr/>
        </p:nvSpPr>
        <p:spPr>
          <a:xfrm>
            <a:off x="9700312" y="1514167"/>
            <a:ext cx="1690359" cy="923330"/>
          </a:xfrm>
          <a:prstGeom prst="rect">
            <a:avLst/>
          </a:prstGeom>
          <a:ln/>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en-US" dirty="0"/>
              <a:t>Frequency of top 20 words in TEST set</a:t>
            </a:r>
          </a:p>
        </p:txBody>
      </p:sp>
      <p:cxnSp>
        <p:nvCxnSpPr>
          <p:cNvPr id="30" name="Connector: Elbow 29">
            <a:extLst>
              <a:ext uri="{FF2B5EF4-FFF2-40B4-BE49-F238E27FC236}">
                <a16:creationId xmlns:a16="http://schemas.microsoft.com/office/drawing/2014/main" id="{A4C20A72-73E7-4B12-9E8F-713A04BC63A8}"/>
              </a:ext>
            </a:extLst>
          </p:cNvPr>
          <p:cNvCxnSpPr>
            <a:cxnSpLocks/>
          </p:cNvCxnSpPr>
          <p:nvPr/>
        </p:nvCxnSpPr>
        <p:spPr>
          <a:xfrm>
            <a:off x="8445121" y="2958420"/>
            <a:ext cx="1337976" cy="815716"/>
          </a:xfrm>
          <a:prstGeom prst="bentConnector3">
            <a:avLst>
              <a:gd name="adj1" fmla="val 50000"/>
            </a:avLst>
          </a:prstGeom>
          <a:ln w="9525" cap="flat" cmpd="sng" algn="ctr">
            <a:solidFill>
              <a:srgbClr val="FF0000"/>
            </a:solidFill>
            <a:prstDash val="solid"/>
            <a:round/>
            <a:headEnd type="oval" w="med" len="med"/>
            <a:tailEnd type="oval" w="med" len="med"/>
          </a:ln>
        </p:spPr>
        <p:style>
          <a:lnRef idx="0">
            <a:scrgbClr r="0" g="0" b="0"/>
          </a:lnRef>
          <a:fillRef idx="0">
            <a:scrgbClr r="0" g="0" b="0"/>
          </a:fillRef>
          <a:effectRef idx="0">
            <a:scrgbClr r="0" g="0" b="0"/>
          </a:effectRef>
          <a:fontRef idx="minor">
            <a:schemeClr val="tx1"/>
          </a:fontRef>
        </p:style>
      </p:cxnSp>
      <p:cxnSp>
        <p:nvCxnSpPr>
          <p:cNvPr id="34" name="Connector: Elbow 33">
            <a:extLst>
              <a:ext uri="{FF2B5EF4-FFF2-40B4-BE49-F238E27FC236}">
                <a16:creationId xmlns:a16="http://schemas.microsoft.com/office/drawing/2014/main" id="{BB5DDEDF-1D71-497E-B6B4-18D589A28D4C}"/>
              </a:ext>
            </a:extLst>
          </p:cNvPr>
          <p:cNvCxnSpPr>
            <a:cxnSpLocks/>
          </p:cNvCxnSpPr>
          <p:nvPr/>
        </p:nvCxnSpPr>
        <p:spPr>
          <a:xfrm>
            <a:off x="8371774" y="3960769"/>
            <a:ext cx="1411323" cy="1201166"/>
          </a:xfrm>
          <a:prstGeom prst="bentConnector3">
            <a:avLst>
              <a:gd name="adj1" fmla="val 50000"/>
            </a:avLst>
          </a:prstGeom>
          <a:ln w="9525" cap="flat" cmpd="sng" algn="ctr">
            <a:solidFill>
              <a:srgbClr val="FF0000"/>
            </a:solidFill>
            <a:prstDash val="solid"/>
            <a:round/>
            <a:headEnd type="oval" w="med" len="med"/>
            <a:tailEnd type="oval" w="med" len="med"/>
          </a:ln>
        </p:spPr>
        <p:style>
          <a:lnRef idx="0">
            <a:scrgbClr r="0" g="0" b="0"/>
          </a:lnRef>
          <a:fillRef idx="0">
            <a:scrgbClr r="0" g="0" b="0"/>
          </a:fillRef>
          <a:effectRef idx="0">
            <a:scrgbClr r="0" g="0" b="0"/>
          </a:effectRef>
          <a:fontRef idx="minor">
            <a:schemeClr val="tx1"/>
          </a:fontRef>
        </p:style>
      </p:cxnSp>
      <p:cxnSp>
        <p:nvCxnSpPr>
          <p:cNvPr id="44" name="Connector: Elbow 43">
            <a:extLst>
              <a:ext uri="{FF2B5EF4-FFF2-40B4-BE49-F238E27FC236}">
                <a16:creationId xmlns:a16="http://schemas.microsoft.com/office/drawing/2014/main" id="{106306CE-5C72-4247-99A1-6CCDF1F67CDA}"/>
              </a:ext>
            </a:extLst>
          </p:cNvPr>
          <p:cNvCxnSpPr>
            <a:cxnSpLocks/>
          </p:cNvCxnSpPr>
          <p:nvPr/>
        </p:nvCxnSpPr>
        <p:spPr>
          <a:xfrm rot="16200000" flipH="1">
            <a:off x="8133872" y="4873675"/>
            <a:ext cx="2029074" cy="1129696"/>
          </a:xfrm>
          <a:prstGeom prst="bentConnector3">
            <a:avLst>
              <a:gd name="adj1" fmla="val 83435"/>
            </a:avLst>
          </a:prstGeom>
          <a:ln w="9525" cap="flat" cmpd="sng" algn="ctr">
            <a:solidFill>
              <a:srgbClr val="FF0000"/>
            </a:solidFill>
            <a:prstDash val="solid"/>
            <a:round/>
            <a:headEnd type="oval" w="med" len="med"/>
            <a:tailEnd type="oval" w="med" len="med"/>
          </a:ln>
        </p:spPr>
        <p:style>
          <a:lnRef idx="0">
            <a:scrgbClr r="0" g="0" b="0"/>
          </a:lnRef>
          <a:fillRef idx="0">
            <a:scrgbClr r="0" g="0" b="0"/>
          </a:fillRef>
          <a:effectRef idx="0">
            <a:scrgbClr r="0" g="0" b="0"/>
          </a:effectRef>
          <a:fontRef idx="minor">
            <a:schemeClr val="tx1"/>
          </a:fontRef>
        </p:style>
      </p:cxnSp>
      <p:cxnSp>
        <p:nvCxnSpPr>
          <p:cNvPr id="55" name="Connector: Elbow 54">
            <a:extLst>
              <a:ext uri="{FF2B5EF4-FFF2-40B4-BE49-F238E27FC236}">
                <a16:creationId xmlns:a16="http://schemas.microsoft.com/office/drawing/2014/main" id="{06BF1C8F-90C3-4330-929C-173CC0A2C553}"/>
              </a:ext>
            </a:extLst>
          </p:cNvPr>
          <p:cNvCxnSpPr>
            <a:cxnSpLocks/>
          </p:cNvCxnSpPr>
          <p:nvPr/>
        </p:nvCxnSpPr>
        <p:spPr>
          <a:xfrm>
            <a:off x="8461147" y="4955458"/>
            <a:ext cx="1321950" cy="599771"/>
          </a:xfrm>
          <a:prstGeom prst="bentConnector3">
            <a:avLst>
              <a:gd name="adj1" fmla="val 34381"/>
            </a:avLst>
          </a:prstGeom>
          <a:ln w="9525" cap="flat" cmpd="sng" algn="ctr">
            <a:solidFill>
              <a:srgbClr val="FF0000"/>
            </a:solidFill>
            <a:prstDash val="solid"/>
            <a:round/>
            <a:headEnd type="oval" w="med" len="med"/>
            <a:tailEnd type="oval"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3276129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224C6-30FE-4E86-BC7D-8282A0D6C55F}"/>
              </a:ext>
            </a:extLst>
          </p:cNvPr>
          <p:cNvSpPr>
            <a:spLocks noGrp="1"/>
          </p:cNvSpPr>
          <p:nvPr>
            <p:ph type="title"/>
          </p:nvPr>
        </p:nvSpPr>
        <p:spPr>
          <a:xfrm>
            <a:off x="159774" y="138983"/>
            <a:ext cx="10515600" cy="549275"/>
          </a:xfrm>
        </p:spPr>
        <p:txBody>
          <a:bodyPr>
            <a:normAutofit fontScale="90000"/>
          </a:bodyPr>
          <a:lstStyle/>
          <a:p>
            <a:r>
              <a:rPr lang="en-US" dirty="0"/>
              <a:t>Data cleaning</a:t>
            </a:r>
          </a:p>
        </p:txBody>
      </p:sp>
      <p:graphicFrame>
        <p:nvGraphicFramePr>
          <p:cNvPr id="4" name="Diagram 3">
            <a:extLst>
              <a:ext uri="{FF2B5EF4-FFF2-40B4-BE49-F238E27FC236}">
                <a16:creationId xmlns:a16="http://schemas.microsoft.com/office/drawing/2014/main" id="{857B45B4-8F5E-4A85-9DC3-F56D22A4A2EB}"/>
              </a:ext>
            </a:extLst>
          </p:cNvPr>
          <p:cNvGraphicFramePr/>
          <p:nvPr>
            <p:extLst>
              <p:ext uri="{D42A27DB-BD31-4B8C-83A1-F6EECF244321}">
                <p14:modId xmlns:p14="http://schemas.microsoft.com/office/powerpoint/2010/main" val="672935422"/>
              </p:ext>
            </p:extLst>
          </p:nvPr>
        </p:nvGraphicFramePr>
        <p:xfrm>
          <a:off x="252361" y="924232"/>
          <a:ext cx="11192387"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579061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E228F-F3F0-4315-BFE3-EAB054F82355}"/>
              </a:ext>
            </a:extLst>
          </p:cNvPr>
          <p:cNvSpPr>
            <a:spLocks noGrp="1"/>
          </p:cNvSpPr>
          <p:nvPr>
            <p:ph type="title"/>
          </p:nvPr>
        </p:nvSpPr>
        <p:spPr>
          <a:xfrm>
            <a:off x="140110" y="178313"/>
            <a:ext cx="10515600" cy="576983"/>
          </a:xfrm>
        </p:spPr>
        <p:txBody>
          <a:bodyPr>
            <a:normAutofit fontScale="90000"/>
          </a:bodyPr>
          <a:lstStyle/>
          <a:p>
            <a:r>
              <a:rPr lang="en-US" dirty="0"/>
              <a:t>Modelling using multiple metrics</a:t>
            </a:r>
          </a:p>
        </p:txBody>
      </p:sp>
      <p:graphicFrame>
        <p:nvGraphicFramePr>
          <p:cNvPr id="4" name="Table 4">
            <a:extLst>
              <a:ext uri="{FF2B5EF4-FFF2-40B4-BE49-F238E27FC236}">
                <a16:creationId xmlns:a16="http://schemas.microsoft.com/office/drawing/2014/main" id="{B96B9C71-9E9A-4A8D-B0CB-B9FEE1AF092D}"/>
              </a:ext>
            </a:extLst>
          </p:cNvPr>
          <p:cNvGraphicFramePr>
            <a:graphicFrameLocks noGrp="1"/>
          </p:cNvGraphicFramePr>
          <p:nvPr>
            <p:ph idx="1"/>
            <p:extLst>
              <p:ext uri="{D42A27DB-BD31-4B8C-83A1-F6EECF244321}">
                <p14:modId xmlns:p14="http://schemas.microsoft.com/office/powerpoint/2010/main" val="3287801282"/>
              </p:ext>
            </p:extLst>
          </p:nvPr>
        </p:nvGraphicFramePr>
        <p:xfrm>
          <a:off x="368709" y="962622"/>
          <a:ext cx="11454582" cy="2466377"/>
        </p:xfrm>
        <a:graphic>
          <a:graphicData uri="http://schemas.openxmlformats.org/drawingml/2006/table">
            <a:tbl>
              <a:tblPr firstRow="1" bandRow="1">
                <a:effectLst>
                  <a:innerShdw blurRad="63500" dist="50800" dir="2700000">
                    <a:prstClr val="black">
                      <a:alpha val="50000"/>
                    </a:prstClr>
                  </a:innerShdw>
                </a:effectLst>
                <a:tableStyleId>{5C22544A-7EE6-4342-B048-85BDC9FD1C3A}</a:tableStyleId>
              </a:tblPr>
              <a:tblGrid>
                <a:gridCol w="797350">
                  <a:extLst>
                    <a:ext uri="{9D8B030D-6E8A-4147-A177-3AD203B41FA5}">
                      <a16:colId xmlns:a16="http://schemas.microsoft.com/office/drawing/2014/main" val="3002165624"/>
                    </a:ext>
                  </a:extLst>
                </a:gridCol>
                <a:gridCol w="2919212">
                  <a:extLst>
                    <a:ext uri="{9D8B030D-6E8A-4147-A177-3AD203B41FA5}">
                      <a16:colId xmlns:a16="http://schemas.microsoft.com/office/drawing/2014/main" val="156477634"/>
                    </a:ext>
                  </a:extLst>
                </a:gridCol>
                <a:gridCol w="1483148">
                  <a:extLst>
                    <a:ext uri="{9D8B030D-6E8A-4147-A177-3AD203B41FA5}">
                      <a16:colId xmlns:a16="http://schemas.microsoft.com/office/drawing/2014/main" val="1468779556"/>
                    </a:ext>
                  </a:extLst>
                </a:gridCol>
                <a:gridCol w="2352180">
                  <a:extLst>
                    <a:ext uri="{9D8B030D-6E8A-4147-A177-3AD203B41FA5}">
                      <a16:colId xmlns:a16="http://schemas.microsoft.com/office/drawing/2014/main" val="3918074769"/>
                    </a:ext>
                  </a:extLst>
                </a:gridCol>
                <a:gridCol w="1837292">
                  <a:extLst>
                    <a:ext uri="{9D8B030D-6E8A-4147-A177-3AD203B41FA5}">
                      <a16:colId xmlns:a16="http://schemas.microsoft.com/office/drawing/2014/main" val="1945801089"/>
                    </a:ext>
                  </a:extLst>
                </a:gridCol>
                <a:gridCol w="2065400">
                  <a:extLst>
                    <a:ext uri="{9D8B030D-6E8A-4147-A177-3AD203B41FA5}">
                      <a16:colId xmlns:a16="http://schemas.microsoft.com/office/drawing/2014/main" val="2785649501"/>
                    </a:ext>
                  </a:extLst>
                </a:gridCol>
              </a:tblGrid>
              <a:tr h="375347">
                <a:tc>
                  <a:txBody>
                    <a:bodyPr/>
                    <a:lstStyle/>
                    <a:p>
                      <a:pPr algn="ctr"/>
                      <a:r>
                        <a:rPr lang="en-US" dirty="0" err="1"/>
                        <a:t>S.No</a:t>
                      </a:r>
                      <a:endParaRPr lang="en-US" dirty="0"/>
                    </a:p>
                  </a:txBody>
                  <a:tcPr/>
                </a:tc>
                <a:tc>
                  <a:txBody>
                    <a:bodyPr/>
                    <a:lstStyle/>
                    <a:p>
                      <a:pPr algn="ctr"/>
                      <a:r>
                        <a:rPr lang="en-US" dirty="0"/>
                        <a:t>Model</a:t>
                      </a:r>
                    </a:p>
                  </a:txBody>
                  <a:tcPr/>
                </a:tc>
                <a:tc>
                  <a:txBody>
                    <a:bodyPr/>
                    <a:lstStyle/>
                    <a:p>
                      <a:pPr algn="ctr"/>
                      <a:r>
                        <a:rPr lang="en-US" dirty="0"/>
                        <a:t>Accuracy</a:t>
                      </a:r>
                    </a:p>
                  </a:txBody>
                  <a:tcPr/>
                </a:tc>
                <a:tc>
                  <a:txBody>
                    <a:bodyPr/>
                    <a:lstStyle/>
                    <a:p>
                      <a:pPr algn="ctr"/>
                      <a:r>
                        <a:rPr lang="en-US" dirty="0"/>
                        <a:t>Precision (Micro)</a:t>
                      </a:r>
                    </a:p>
                  </a:txBody>
                  <a:tcPr/>
                </a:tc>
                <a:tc>
                  <a:txBody>
                    <a:bodyPr/>
                    <a:lstStyle/>
                    <a:p>
                      <a:pPr algn="ctr"/>
                      <a:r>
                        <a:rPr lang="en-US" dirty="0"/>
                        <a:t>Recall (Micro)</a:t>
                      </a:r>
                    </a:p>
                  </a:txBody>
                  <a:tcPr/>
                </a:tc>
                <a:tc>
                  <a:txBody>
                    <a:bodyPr/>
                    <a:lstStyle/>
                    <a:p>
                      <a:pPr algn="ctr"/>
                      <a:r>
                        <a:rPr lang="en-US" dirty="0"/>
                        <a:t>Time taken (secs)</a:t>
                      </a:r>
                    </a:p>
                  </a:txBody>
                  <a:tcPr/>
                </a:tc>
                <a:extLst>
                  <a:ext uri="{0D108BD9-81ED-4DB2-BD59-A6C34878D82A}">
                    <a16:rowId xmlns:a16="http://schemas.microsoft.com/office/drawing/2014/main" val="4264442226"/>
                  </a:ext>
                </a:extLst>
              </a:tr>
              <a:tr h="37626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Random Forest</a:t>
                      </a:r>
                    </a:p>
                  </a:txBody>
                  <a:tcPr/>
                </a:tc>
                <a:tc>
                  <a:txBody>
                    <a:bodyPr/>
                    <a:lstStyle/>
                    <a:p>
                      <a:pPr algn="ctr"/>
                      <a:r>
                        <a:rPr lang="en-US" dirty="0"/>
                        <a:t>0.98900</a:t>
                      </a:r>
                    </a:p>
                  </a:txBody>
                  <a:tcPr/>
                </a:tc>
                <a:tc>
                  <a:txBody>
                    <a:bodyPr/>
                    <a:lstStyle/>
                    <a:p>
                      <a:pPr algn="ctr"/>
                      <a:r>
                        <a:rPr lang="en-US" dirty="0"/>
                        <a:t>0.98900</a:t>
                      </a:r>
                    </a:p>
                  </a:txBody>
                  <a:tcPr/>
                </a:tc>
                <a:tc>
                  <a:txBody>
                    <a:bodyPr/>
                    <a:lstStyle/>
                    <a:p>
                      <a:pPr algn="ctr"/>
                      <a:r>
                        <a:rPr lang="en-US" dirty="0"/>
                        <a:t>0.98900</a:t>
                      </a:r>
                    </a:p>
                  </a:txBody>
                  <a:tcPr/>
                </a:tc>
                <a:tc>
                  <a:txBody>
                    <a:bodyPr/>
                    <a:lstStyle/>
                    <a:p>
                      <a:pPr algn="ctr"/>
                      <a:r>
                        <a:rPr lang="en-US" dirty="0"/>
                        <a:t>275.87</a:t>
                      </a:r>
                    </a:p>
                  </a:txBody>
                  <a:tcPr/>
                </a:tc>
                <a:extLst>
                  <a:ext uri="{0D108BD9-81ED-4DB2-BD59-A6C34878D82A}">
                    <a16:rowId xmlns:a16="http://schemas.microsoft.com/office/drawing/2014/main" val="324554656"/>
                  </a:ext>
                </a:extLst>
              </a:tr>
              <a:tr h="375347">
                <a:tc>
                  <a:txBody>
                    <a:bodyPr/>
                    <a:lstStyle/>
                    <a:p>
                      <a:pPr algn="ctr"/>
                      <a:r>
                        <a:rPr lang="en-US" dirty="0"/>
                        <a:t>2.</a:t>
                      </a:r>
                    </a:p>
                  </a:txBody>
                  <a:tcPr/>
                </a:tc>
                <a:tc>
                  <a:txBody>
                    <a:bodyPr/>
                    <a:lstStyle/>
                    <a:p>
                      <a:pPr algn="ctr"/>
                      <a:r>
                        <a:rPr lang="en-US" dirty="0"/>
                        <a:t>SVM</a:t>
                      </a:r>
                    </a:p>
                  </a:txBody>
                  <a:tcPr/>
                </a:tc>
                <a:tc>
                  <a:txBody>
                    <a:bodyPr/>
                    <a:lstStyle/>
                    <a:p>
                      <a:pPr algn="ctr"/>
                      <a:r>
                        <a:rPr lang="en-US" dirty="0"/>
                        <a:t>0.98</a:t>
                      </a:r>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extLst>
                  <a:ext uri="{0D108BD9-81ED-4DB2-BD59-A6C34878D82A}">
                    <a16:rowId xmlns:a16="http://schemas.microsoft.com/office/drawing/2014/main" val="2909922850"/>
                  </a:ext>
                </a:extLst>
              </a:tr>
              <a:tr h="375347">
                <a:tc>
                  <a:txBody>
                    <a:bodyPr/>
                    <a:lstStyle/>
                    <a:p>
                      <a:pPr algn="ctr"/>
                      <a:r>
                        <a:rPr lang="en-US" dirty="0"/>
                        <a:t>3.</a:t>
                      </a:r>
                    </a:p>
                  </a:txBody>
                  <a:tcPr/>
                </a:tc>
                <a:tc>
                  <a:txBody>
                    <a:bodyPr/>
                    <a:lstStyle/>
                    <a:p>
                      <a:pPr algn="ctr"/>
                      <a:r>
                        <a:rPr lang="en-US" dirty="0"/>
                        <a:t>Logistic Regression</a:t>
                      </a:r>
                    </a:p>
                  </a:txBody>
                  <a:tcPr/>
                </a:tc>
                <a:tc>
                  <a:txBody>
                    <a:bodyPr/>
                    <a:lstStyle/>
                    <a:p>
                      <a:pPr algn="ctr"/>
                      <a:r>
                        <a:rPr lang="en-US" dirty="0"/>
                        <a:t>0.97743</a:t>
                      </a:r>
                    </a:p>
                  </a:txBody>
                  <a:tcPr/>
                </a:tc>
                <a:tc>
                  <a:txBody>
                    <a:bodyPr/>
                    <a:lstStyle/>
                    <a:p>
                      <a:pPr algn="ctr"/>
                      <a:r>
                        <a:rPr lang="en-US" dirty="0"/>
                        <a:t>0.97743</a:t>
                      </a:r>
                    </a:p>
                  </a:txBody>
                  <a:tcPr/>
                </a:tc>
                <a:tc>
                  <a:txBody>
                    <a:bodyPr/>
                    <a:lstStyle/>
                    <a:p>
                      <a:pPr algn="ctr"/>
                      <a:r>
                        <a:rPr lang="en-US" dirty="0"/>
                        <a:t>0.97743</a:t>
                      </a:r>
                    </a:p>
                  </a:txBody>
                  <a:tcPr/>
                </a:tc>
                <a:tc>
                  <a:txBody>
                    <a:bodyPr/>
                    <a:lstStyle/>
                    <a:p>
                      <a:pPr algn="ctr"/>
                      <a:r>
                        <a:rPr lang="en-US" dirty="0"/>
                        <a:t>629.61</a:t>
                      </a:r>
                    </a:p>
                  </a:txBody>
                  <a:tcPr/>
                </a:tc>
                <a:extLst>
                  <a:ext uri="{0D108BD9-81ED-4DB2-BD59-A6C34878D82A}">
                    <a16:rowId xmlns:a16="http://schemas.microsoft.com/office/drawing/2014/main" val="997623852"/>
                  </a:ext>
                </a:extLst>
              </a:tr>
              <a:tr h="375347">
                <a:tc>
                  <a:txBody>
                    <a:bodyPr/>
                    <a:lstStyle/>
                    <a:p>
                      <a:pPr algn="ctr"/>
                      <a:r>
                        <a:rPr lang="en-US" dirty="0"/>
                        <a:t>4.</a:t>
                      </a:r>
                    </a:p>
                  </a:txBody>
                  <a:tcPr/>
                </a:tc>
                <a:tc>
                  <a:txBody>
                    <a:bodyPr/>
                    <a:lstStyle/>
                    <a:p>
                      <a:pPr algn="ctr"/>
                      <a:r>
                        <a:rPr lang="en-US" dirty="0"/>
                        <a:t>KNN</a:t>
                      </a:r>
                    </a:p>
                  </a:txBody>
                  <a:tcPr/>
                </a:tc>
                <a:tc>
                  <a:txBody>
                    <a:bodyPr/>
                    <a:lstStyle/>
                    <a:p>
                      <a:pPr algn="ctr"/>
                      <a:r>
                        <a:rPr lang="en-US" dirty="0"/>
                        <a:t>0.96050</a:t>
                      </a:r>
                    </a:p>
                  </a:txBody>
                  <a:tcPr/>
                </a:tc>
                <a:tc>
                  <a:txBody>
                    <a:bodyPr/>
                    <a:lstStyle/>
                    <a:p>
                      <a:pPr algn="ctr"/>
                      <a:r>
                        <a:rPr lang="en-US" dirty="0"/>
                        <a:t>0.96050</a:t>
                      </a:r>
                    </a:p>
                  </a:txBody>
                  <a:tcPr/>
                </a:tc>
                <a:tc>
                  <a:txBody>
                    <a:bodyPr/>
                    <a:lstStyle/>
                    <a:p>
                      <a:pPr algn="ctr"/>
                      <a:r>
                        <a:rPr lang="en-US" dirty="0"/>
                        <a:t>0.96050</a:t>
                      </a:r>
                    </a:p>
                  </a:txBody>
                  <a:tcPr/>
                </a:tc>
                <a:tc>
                  <a:txBody>
                    <a:bodyPr/>
                    <a:lstStyle/>
                    <a:p>
                      <a:pPr algn="ctr"/>
                      <a:r>
                        <a:rPr lang="en-US" dirty="0"/>
                        <a:t>41.69</a:t>
                      </a:r>
                    </a:p>
                  </a:txBody>
                  <a:tcPr/>
                </a:tc>
                <a:extLst>
                  <a:ext uri="{0D108BD9-81ED-4DB2-BD59-A6C34878D82A}">
                    <a16:rowId xmlns:a16="http://schemas.microsoft.com/office/drawing/2014/main" val="3303264038"/>
                  </a:ext>
                </a:extLst>
              </a:tr>
              <a:tr h="588726">
                <a:tc>
                  <a:txBody>
                    <a:bodyPr/>
                    <a:lstStyle/>
                    <a:p>
                      <a:pPr algn="ctr"/>
                      <a:r>
                        <a:rPr lang="en-US" dirty="0"/>
                        <a:t>5.</a:t>
                      </a:r>
                    </a:p>
                  </a:txBody>
                  <a:tcPr/>
                </a:tc>
                <a:tc>
                  <a:txBody>
                    <a:bodyPr/>
                    <a:lstStyle/>
                    <a:p>
                      <a:pPr algn="ctr"/>
                      <a:r>
                        <a:rPr lang="en-US" dirty="0"/>
                        <a:t>Multinomial Naïve Bayes</a:t>
                      </a:r>
                    </a:p>
                  </a:txBody>
                  <a:tcPr/>
                </a:tc>
                <a:tc>
                  <a:txBody>
                    <a:bodyPr/>
                    <a:lstStyle/>
                    <a:p>
                      <a:pPr algn="ctr"/>
                      <a:r>
                        <a:rPr lang="en-US" dirty="0"/>
                        <a:t>0.79816</a:t>
                      </a:r>
                    </a:p>
                  </a:txBody>
                  <a:tcPr/>
                </a:tc>
                <a:tc>
                  <a:txBody>
                    <a:bodyPr/>
                    <a:lstStyle/>
                    <a:p>
                      <a:pPr algn="ctr"/>
                      <a:r>
                        <a:rPr lang="en-US" dirty="0"/>
                        <a:t>0.79816</a:t>
                      </a:r>
                    </a:p>
                  </a:txBody>
                  <a:tcPr/>
                </a:tc>
                <a:tc>
                  <a:txBody>
                    <a:bodyPr/>
                    <a:lstStyle/>
                    <a:p>
                      <a:pPr algn="ctr"/>
                      <a:r>
                        <a:rPr lang="en-US" dirty="0"/>
                        <a:t>0.79816</a:t>
                      </a:r>
                    </a:p>
                  </a:txBody>
                  <a:tcPr/>
                </a:tc>
                <a:tc>
                  <a:txBody>
                    <a:bodyPr/>
                    <a:lstStyle/>
                    <a:p>
                      <a:pPr algn="ctr"/>
                      <a:r>
                        <a:rPr lang="en-US" dirty="0"/>
                        <a:t>9.65</a:t>
                      </a:r>
                    </a:p>
                  </a:txBody>
                  <a:tcPr/>
                </a:tc>
                <a:extLst>
                  <a:ext uri="{0D108BD9-81ED-4DB2-BD59-A6C34878D82A}">
                    <a16:rowId xmlns:a16="http://schemas.microsoft.com/office/drawing/2014/main" val="3893127814"/>
                  </a:ext>
                </a:extLst>
              </a:tr>
            </a:tbl>
          </a:graphicData>
        </a:graphic>
      </p:graphicFrame>
      <p:sp>
        <p:nvSpPr>
          <p:cNvPr id="10" name="TextBox 9">
            <a:extLst>
              <a:ext uri="{FF2B5EF4-FFF2-40B4-BE49-F238E27FC236}">
                <a16:creationId xmlns:a16="http://schemas.microsoft.com/office/drawing/2014/main" id="{A960B182-9E75-40B7-8F60-992E2CC2A1D6}"/>
              </a:ext>
            </a:extLst>
          </p:cNvPr>
          <p:cNvSpPr txBox="1"/>
          <p:nvPr/>
        </p:nvSpPr>
        <p:spPr>
          <a:xfrm>
            <a:off x="457199" y="4647180"/>
            <a:ext cx="5653549" cy="1200329"/>
          </a:xfrm>
          <a:prstGeom prst="rect">
            <a:avLst/>
          </a:prstGeom>
          <a:effectLst>
            <a:outerShdw blurRad="50800" dist="38100" dir="5400000" algn="t"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wrap="square" rtlCol="0">
            <a:spAutoFit/>
          </a:bodyPr>
          <a:lstStyle/>
          <a:p>
            <a:pPr marL="285750" indent="-285750">
              <a:buFont typeface="Arial" panose="020B0604020202020204" pitchFamily="34" charset="0"/>
              <a:buChar char="•"/>
            </a:pPr>
            <a:r>
              <a:rPr lang="en-US" dirty="0"/>
              <a:t>Total classes = 533</a:t>
            </a:r>
          </a:p>
          <a:p>
            <a:pPr marL="285750" indent="-285750">
              <a:buFont typeface="Arial" panose="020B0604020202020204" pitchFamily="34" charset="0"/>
              <a:buChar char="•"/>
            </a:pPr>
            <a:r>
              <a:rPr lang="en-US" dirty="0"/>
              <a:t>5-fold cross validation performed</a:t>
            </a:r>
          </a:p>
          <a:p>
            <a:pPr marL="285750" indent="-285750">
              <a:buFont typeface="Arial" panose="020B0604020202020204" pitchFamily="34" charset="0"/>
              <a:buChar char="•"/>
            </a:pPr>
            <a:r>
              <a:rPr lang="en-US" dirty="0"/>
              <a:t>Class_weight = balanced used for RF and LR</a:t>
            </a:r>
          </a:p>
          <a:p>
            <a:pPr marL="285750" indent="-285750">
              <a:buFont typeface="Arial" panose="020B0604020202020204" pitchFamily="34" charset="0"/>
              <a:buChar char="•"/>
            </a:pPr>
            <a:r>
              <a:rPr lang="en-US" dirty="0"/>
              <a:t>Tfidf vectorizer used for all with min_df = 1 (default)</a:t>
            </a:r>
          </a:p>
        </p:txBody>
      </p:sp>
      <p:sp>
        <p:nvSpPr>
          <p:cNvPr id="11" name="TextBox 10">
            <a:extLst>
              <a:ext uri="{FF2B5EF4-FFF2-40B4-BE49-F238E27FC236}">
                <a16:creationId xmlns:a16="http://schemas.microsoft.com/office/drawing/2014/main" id="{9AA06E35-D3E0-42B0-BBA5-9EFC5A71BD27}"/>
              </a:ext>
            </a:extLst>
          </p:cNvPr>
          <p:cNvSpPr txBox="1"/>
          <p:nvPr/>
        </p:nvSpPr>
        <p:spPr>
          <a:xfrm>
            <a:off x="6779342" y="4730164"/>
            <a:ext cx="5132439" cy="646331"/>
          </a:xfrm>
          <a:prstGeom prst="rect">
            <a:avLst/>
          </a:prstGeom>
          <a:effectLst>
            <a:outerShdw blurRad="50800" dist="38100" dir="5400000" algn="t"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rtlCol="0">
            <a:spAutoFit/>
          </a:bodyPr>
          <a:lstStyle/>
          <a:p>
            <a:pPr marL="285750" indent="-285750">
              <a:buFont typeface="Arial" panose="020B0604020202020204" pitchFamily="34" charset="0"/>
              <a:buChar char="•"/>
            </a:pPr>
            <a:r>
              <a:rPr lang="en-US" dirty="0"/>
              <a:t>Same accuracy, precision and recall score</a:t>
            </a:r>
          </a:p>
          <a:p>
            <a:pPr marL="285750" indent="-285750">
              <a:buFont typeface="Arial" panose="020B0604020202020204" pitchFamily="34" charset="0"/>
              <a:buChar char="•"/>
            </a:pPr>
            <a:r>
              <a:rPr lang="en-US" dirty="0"/>
              <a:t>RF score increased from 0.98 to 0.99</a:t>
            </a:r>
          </a:p>
        </p:txBody>
      </p:sp>
      <p:sp>
        <p:nvSpPr>
          <p:cNvPr id="12" name="TextBox 11">
            <a:extLst>
              <a:ext uri="{FF2B5EF4-FFF2-40B4-BE49-F238E27FC236}">
                <a16:creationId xmlns:a16="http://schemas.microsoft.com/office/drawing/2014/main" id="{60462991-2551-48FA-8CBF-602F68B8E71E}"/>
              </a:ext>
            </a:extLst>
          </p:cNvPr>
          <p:cNvSpPr txBox="1"/>
          <p:nvPr/>
        </p:nvSpPr>
        <p:spPr>
          <a:xfrm>
            <a:off x="1170039" y="4153506"/>
            <a:ext cx="4227871" cy="369332"/>
          </a:xfrm>
          <a:prstGeom prst="rect">
            <a:avLst/>
          </a:prstGeom>
          <a:solidFill>
            <a:srgbClr val="78B9E7"/>
          </a:solidFill>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b="1" dirty="0"/>
              <a:t>CONDITIONS</a:t>
            </a:r>
          </a:p>
        </p:txBody>
      </p:sp>
      <p:sp>
        <p:nvSpPr>
          <p:cNvPr id="14" name="TextBox 13">
            <a:extLst>
              <a:ext uri="{FF2B5EF4-FFF2-40B4-BE49-F238E27FC236}">
                <a16:creationId xmlns:a16="http://schemas.microsoft.com/office/drawing/2014/main" id="{0C21A1E8-C9BC-4416-96FD-B7C9904BB8ED}"/>
              </a:ext>
            </a:extLst>
          </p:cNvPr>
          <p:cNvSpPr txBox="1"/>
          <p:nvPr/>
        </p:nvSpPr>
        <p:spPr>
          <a:xfrm>
            <a:off x="6985818" y="4153506"/>
            <a:ext cx="4227871" cy="369332"/>
          </a:xfrm>
          <a:prstGeom prst="rect">
            <a:avLst/>
          </a:prstGeom>
          <a:solidFill>
            <a:srgbClr val="F47521"/>
          </a:solidFill>
        </p:spPr>
        <p:style>
          <a:lnRef idx="0">
            <a:schemeClr val="accent6"/>
          </a:lnRef>
          <a:fillRef idx="3">
            <a:schemeClr val="accent6"/>
          </a:fillRef>
          <a:effectRef idx="3">
            <a:schemeClr val="accent6"/>
          </a:effectRef>
          <a:fontRef idx="minor">
            <a:schemeClr val="lt1"/>
          </a:fontRef>
        </p:style>
        <p:txBody>
          <a:bodyPr wrap="square" rtlCol="0">
            <a:spAutoFit/>
          </a:bodyPr>
          <a:lstStyle/>
          <a:p>
            <a:pPr algn="ctr"/>
            <a:r>
              <a:rPr lang="en-US" b="1" dirty="0"/>
              <a:t>RESULTS</a:t>
            </a:r>
          </a:p>
        </p:txBody>
      </p:sp>
    </p:spTree>
    <p:extLst>
      <p:ext uri="{BB962C8B-B14F-4D97-AF65-F5344CB8AC3E}">
        <p14:creationId xmlns:p14="http://schemas.microsoft.com/office/powerpoint/2010/main" val="38176836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38DC4-3E5E-47AD-853D-2AC9A2A37C90}"/>
              </a:ext>
            </a:extLst>
          </p:cNvPr>
          <p:cNvSpPr>
            <a:spLocks noGrp="1"/>
          </p:cNvSpPr>
          <p:nvPr>
            <p:ph type="title"/>
          </p:nvPr>
        </p:nvSpPr>
        <p:spPr>
          <a:xfrm>
            <a:off x="159774" y="168479"/>
            <a:ext cx="10515600" cy="608269"/>
          </a:xfrm>
        </p:spPr>
        <p:txBody>
          <a:bodyPr>
            <a:normAutofit fontScale="90000"/>
          </a:bodyPr>
          <a:lstStyle/>
          <a:p>
            <a:r>
              <a:rPr lang="en-US" dirty="0"/>
              <a:t>Random forest</a:t>
            </a:r>
          </a:p>
        </p:txBody>
      </p:sp>
      <p:sp>
        <p:nvSpPr>
          <p:cNvPr id="3" name="Content Placeholder 2">
            <a:extLst>
              <a:ext uri="{FF2B5EF4-FFF2-40B4-BE49-F238E27FC236}">
                <a16:creationId xmlns:a16="http://schemas.microsoft.com/office/drawing/2014/main" id="{DBD69DD8-4E2A-4245-A835-2D4189A16F63}"/>
              </a:ext>
            </a:extLst>
          </p:cNvPr>
          <p:cNvSpPr>
            <a:spLocks noGrp="1"/>
          </p:cNvSpPr>
          <p:nvPr>
            <p:ph idx="1"/>
          </p:nvPr>
        </p:nvSpPr>
        <p:spPr>
          <a:xfrm>
            <a:off x="212622" y="1575279"/>
            <a:ext cx="7675317" cy="1005058"/>
          </a:xfrm>
        </p:spPr>
        <p:style>
          <a:lnRef idx="2">
            <a:schemeClr val="accent1">
              <a:shade val="50000"/>
            </a:schemeClr>
          </a:lnRef>
          <a:fillRef idx="1">
            <a:schemeClr val="accent1"/>
          </a:fillRef>
          <a:effectRef idx="0">
            <a:schemeClr val="accent1"/>
          </a:effectRef>
          <a:fontRef idx="minor">
            <a:schemeClr val="lt1"/>
          </a:fontRef>
        </p:style>
        <p:txBody>
          <a:bodyPr>
            <a:normAutofit/>
          </a:bodyPr>
          <a:lstStyle/>
          <a:p>
            <a:r>
              <a:rPr lang="en-US" dirty="0"/>
              <a:t>Tfidf vectorizer (min_df= 1)</a:t>
            </a:r>
          </a:p>
          <a:p>
            <a:r>
              <a:rPr lang="en-US" dirty="0"/>
              <a:t>Random forest with class weight as balanced</a:t>
            </a:r>
          </a:p>
        </p:txBody>
      </p:sp>
      <p:sp>
        <p:nvSpPr>
          <p:cNvPr id="4" name="TextBox 3">
            <a:extLst>
              <a:ext uri="{FF2B5EF4-FFF2-40B4-BE49-F238E27FC236}">
                <a16:creationId xmlns:a16="http://schemas.microsoft.com/office/drawing/2014/main" id="{4B66FAE0-56B1-4B45-AE44-39A4B26280A8}"/>
              </a:ext>
            </a:extLst>
          </p:cNvPr>
          <p:cNvSpPr txBox="1"/>
          <p:nvPr/>
        </p:nvSpPr>
        <p:spPr>
          <a:xfrm>
            <a:off x="212622" y="3844704"/>
            <a:ext cx="7675317" cy="1815882"/>
          </a:xfrm>
          <a:prstGeom prst="rect">
            <a:avLst/>
          </a:prstGeom>
          <a:solidFill>
            <a:schemeClr val="accent6">
              <a:lumMod val="60000"/>
              <a:lumOff val="4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pPr marL="285750" indent="-285750">
              <a:buFont typeface="Arial" panose="020B0604020202020204" pitchFamily="34" charset="0"/>
              <a:buChar char="•"/>
            </a:pPr>
            <a:r>
              <a:rPr lang="en-US" sz="2800" dirty="0">
                <a:solidFill>
                  <a:schemeClr val="tx1"/>
                </a:solidFill>
              </a:rPr>
              <a:t>N_estimators = 120</a:t>
            </a:r>
          </a:p>
          <a:p>
            <a:pPr marL="285750" indent="-285750">
              <a:buFont typeface="Arial" panose="020B0604020202020204" pitchFamily="34" charset="0"/>
              <a:buChar char="•"/>
            </a:pPr>
            <a:r>
              <a:rPr lang="en-US" sz="2800" dirty="0">
                <a:solidFill>
                  <a:schemeClr val="tx1"/>
                </a:solidFill>
              </a:rPr>
              <a:t>Class_weight = balanced</a:t>
            </a:r>
          </a:p>
          <a:p>
            <a:pPr marL="285750" indent="-285750">
              <a:buFont typeface="Arial" panose="020B0604020202020204" pitchFamily="34" charset="0"/>
              <a:buChar char="•"/>
            </a:pPr>
            <a:r>
              <a:rPr lang="en-US" sz="2800" dirty="0">
                <a:solidFill>
                  <a:schemeClr val="tx1"/>
                </a:solidFill>
              </a:rPr>
              <a:t>Tfidf vectorizer (mind_df = 10)</a:t>
            </a:r>
          </a:p>
          <a:p>
            <a:pPr marL="285750" indent="-285750">
              <a:buFont typeface="Arial" panose="020B0604020202020204" pitchFamily="34" charset="0"/>
              <a:buChar char="•"/>
            </a:pPr>
            <a:r>
              <a:rPr lang="en-US" sz="2800" dirty="0">
                <a:solidFill>
                  <a:schemeClr val="tx1"/>
                </a:solidFill>
              </a:rPr>
              <a:t>Accuracy = </a:t>
            </a:r>
            <a:r>
              <a:rPr lang="en-US" sz="2800" dirty="0">
                <a:solidFill>
                  <a:schemeClr val="tx1"/>
                </a:solidFill>
                <a:highlight>
                  <a:srgbClr val="FFFF00"/>
                </a:highlight>
              </a:rPr>
              <a:t>0.98917</a:t>
            </a:r>
          </a:p>
        </p:txBody>
      </p:sp>
      <p:pic>
        <p:nvPicPr>
          <p:cNvPr id="6" name="Picture 5" descr="Table&#10;&#10;Description automatically generated">
            <a:extLst>
              <a:ext uri="{FF2B5EF4-FFF2-40B4-BE49-F238E27FC236}">
                <a16:creationId xmlns:a16="http://schemas.microsoft.com/office/drawing/2014/main" id="{5223B984-6300-4846-9528-A0A6EA959B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21212" y="968768"/>
            <a:ext cx="2295845" cy="4420217"/>
          </a:xfrm>
          <a:prstGeom prst="rect">
            <a:avLst/>
          </a:prstGeom>
          <a:ln>
            <a:solidFill>
              <a:schemeClr val="tx1"/>
            </a:solidFill>
          </a:ln>
        </p:spPr>
      </p:pic>
      <p:sp>
        <p:nvSpPr>
          <p:cNvPr id="7" name="TextBox 6">
            <a:extLst>
              <a:ext uri="{FF2B5EF4-FFF2-40B4-BE49-F238E27FC236}">
                <a16:creationId xmlns:a16="http://schemas.microsoft.com/office/drawing/2014/main" id="{DB8429EC-5C87-4CC6-AD90-EE5523B610B8}"/>
              </a:ext>
            </a:extLst>
          </p:cNvPr>
          <p:cNvSpPr txBox="1"/>
          <p:nvPr/>
        </p:nvSpPr>
        <p:spPr>
          <a:xfrm>
            <a:off x="212622" y="1087358"/>
            <a:ext cx="4227871" cy="369332"/>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b="1" dirty="0"/>
              <a:t>FEATURE IMPORTANCE</a:t>
            </a:r>
          </a:p>
        </p:txBody>
      </p:sp>
      <p:sp>
        <p:nvSpPr>
          <p:cNvPr id="8" name="TextBox 7">
            <a:extLst>
              <a:ext uri="{FF2B5EF4-FFF2-40B4-BE49-F238E27FC236}">
                <a16:creationId xmlns:a16="http://schemas.microsoft.com/office/drawing/2014/main" id="{FDDCF9BF-0B2F-4813-BBDE-5B8D42929C15}"/>
              </a:ext>
            </a:extLst>
          </p:cNvPr>
          <p:cNvSpPr txBox="1"/>
          <p:nvPr/>
        </p:nvSpPr>
        <p:spPr>
          <a:xfrm>
            <a:off x="239046" y="3278042"/>
            <a:ext cx="4227871" cy="369332"/>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b="1" dirty="0"/>
              <a:t>HYPERPARAMETER TUNING</a:t>
            </a:r>
          </a:p>
        </p:txBody>
      </p:sp>
      <p:sp>
        <p:nvSpPr>
          <p:cNvPr id="9" name="TextBox 8">
            <a:extLst>
              <a:ext uri="{FF2B5EF4-FFF2-40B4-BE49-F238E27FC236}">
                <a16:creationId xmlns:a16="http://schemas.microsoft.com/office/drawing/2014/main" id="{FFDBD7C6-3EC4-4E21-9B15-39974B3FADB7}"/>
              </a:ext>
            </a:extLst>
          </p:cNvPr>
          <p:cNvSpPr txBox="1"/>
          <p:nvPr/>
        </p:nvSpPr>
        <p:spPr>
          <a:xfrm>
            <a:off x="353960" y="6206302"/>
            <a:ext cx="6390968" cy="369332"/>
          </a:xfrm>
          <a:prstGeom prst="rect">
            <a:avLst/>
          </a:prstGeom>
          <a:solidFill>
            <a:schemeClr val="bg2"/>
          </a:solidFill>
        </p:spPr>
        <p:txBody>
          <a:bodyPr wrap="square" rtlCol="0">
            <a:spAutoFit/>
          </a:bodyPr>
          <a:lstStyle/>
          <a:p>
            <a:r>
              <a:rPr lang="en-US" i="1" dirty="0"/>
              <a:t>With n_estimators = 150, memory out of space error</a:t>
            </a:r>
          </a:p>
        </p:txBody>
      </p:sp>
      <p:cxnSp>
        <p:nvCxnSpPr>
          <p:cNvPr id="12" name="Straight Connector 11">
            <a:extLst>
              <a:ext uri="{FF2B5EF4-FFF2-40B4-BE49-F238E27FC236}">
                <a16:creationId xmlns:a16="http://schemas.microsoft.com/office/drawing/2014/main" id="{23CF63DC-8C37-4DDC-BA08-5588F0DFE84D}"/>
              </a:ext>
            </a:extLst>
          </p:cNvPr>
          <p:cNvCxnSpPr/>
          <p:nvPr/>
        </p:nvCxnSpPr>
        <p:spPr>
          <a:xfrm>
            <a:off x="8554063" y="1575279"/>
            <a:ext cx="32446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4E76AA46-B84C-43FF-A925-0F63A2C1671A}"/>
              </a:ext>
            </a:extLst>
          </p:cNvPr>
          <p:cNvCxnSpPr/>
          <p:nvPr/>
        </p:nvCxnSpPr>
        <p:spPr>
          <a:xfrm>
            <a:off x="8554063" y="2086556"/>
            <a:ext cx="32446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23777C74-C8B0-41E5-A5F3-20062F6BA184}"/>
              </a:ext>
            </a:extLst>
          </p:cNvPr>
          <p:cNvCxnSpPr/>
          <p:nvPr/>
        </p:nvCxnSpPr>
        <p:spPr>
          <a:xfrm>
            <a:off x="8593392" y="2302866"/>
            <a:ext cx="32446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C75D6EF-5CFD-4295-A12E-FC8A53510990}"/>
              </a:ext>
            </a:extLst>
          </p:cNvPr>
          <p:cNvCxnSpPr/>
          <p:nvPr/>
        </p:nvCxnSpPr>
        <p:spPr>
          <a:xfrm>
            <a:off x="8554063" y="1929241"/>
            <a:ext cx="32446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A6BECA3-A79D-48E9-A06B-AD1C98A408A8}"/>
              </a:ext>
            </a:extLst>
          </p:cNvPr>
          <p:cNvCxnSpPr/>
          <p:nvPr/>
        </p:nvCxnSpPr>
        <p:spPr>
          <a:xfrm>
            <a:off x="8554063" y="3758040"/>
            <a:ext cx="32446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7A9A7A9-A454-4D8B-8DDE-EEBA77677C4E}"/>
              </a:ext>
            </a:extLst>
          </p:cNvPr>
          <p:cNvCxnSpPr/>
          <p:nvPr/>
        </p:nvCxnSpPr>
        <p:spPr>
          <a:xfrm>
            <a:off x="8554063" y="1712930"/>
            <a:ext cx="32446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5CF21A46-3093-4082-B0CE-0D964C22278E}"/>
              </a:ext>
            </a:extLst>
          </p:cNvPr>
          <p:cNvCxnSpPr/>
          <p:nvPr/>
        </p:nvCxnSpPr>
        <p:spPr>
          <a:xfrm>
            <a:off x="8554063" y="2580337"/>
            <a:ext cx="32446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89A0BD6-F7B4-4BAE-BD20-ADD4ACE104DF}"/>
              </a:ext>
            </a:extLst>
          </p:cNvPr>
          <p:cNvCxnSpPr/>
          <p:nvPr/>
        </p:nvCxnSpPr>
        <p:spPr>
          <a:xfrm>
            <a:off x="8544231" y="3541730"/>
            <a:ext cx="324465"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28873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67639-39DE-4EBD-9DEF-114350338643}"/>
              </a:ext>
            </a:extLst>
          </p:cNvPr>
          <p:cNvSpPr>
            <a:spLocks noGrp="1"/>
          </p:cNvSpPr>
          <p:nvPr>
            <p:ph type="title"/>
          </p:nvPr>
        </p:nvSpPr>
        <p:spPr>
          <a:xfrm>
            <a:off x="208936" y="148815"/>
            <a:ext cx="10515600" cy="716423"/>
          </a:xfrm>
        </p:spPr>
        <p:txBody>
          <a:bodyPr/>
          <a:lstStyle/>
          <a:p>
            <a:r>
              <a:rPr lang="en-US" dirty="0"/>
              <a:t>Logistic </a:t>
            </a:r>
            <a:r>
              <a:rPr lang="en-US" sz="4000" dirty="0"/>
              <a:t>regression</a:t>
            </a:r>
            <a:endParaRPr lang="en-US" dirty="0"/>
          </a:p>
        </p:txBody>
      </p:sp>
      <p:sp>
        <p:nvSpPr>
          <p:cNvPr id="3" name="Content Placeholder 2">
            <a:extLst>
              <a:ext uri="{FF2B5EF4-FFF2-40B4-BE49-F238E27FC236}">
                <a16:creationId xmlns:a16="http://schemas.microsoft.com/office/drawing/2014/main" id="{3AA6E8A1-B00E-4635-9B95-32513363C27D}"/>
              </a:ext>
            </a:extLst>
          </p:cNvPr>
          <p:cNvSpPr>
            <a:spLocks noGrp="1"/>
          </p:cNvSpPr>
          <p:nvPr>
            <p:ph idx="1"/>
          </p:nvPr>
        </p:nvSpPr>
        <p:spPr>
          <a:xfrm>
            <a:off x="417871" y="1139602"/>
            <a:ext cx="4707194" cy="464662"/>
          </a:xfrm>
          <a:solidFill>
            <a:srgbClr val="FFC000"/>
          </a:solidFill>
        </p:spPr>
        <p:style>
          <a:lnRef idx="0">
            <a:schemeClr val="accent5"/>
          </a:lnRef>
          <a:fillRef idx="3">
            <a:schemeClr val="accent5"/>
          </a:fillRef>
          <a:effectRef idx="3">
            <a:schemeClr val="accent5"/>
          </a:effectRef>
          <a:fontRef idx="minor">
            <a:schemeClr val="lt1"/>
          </a:fontRef>
        </p:style>
        <p:txBody>
          <a:bodyPr anchor="ctr">
            <a:normAutofit fontScale="92500" lnSpcReduction="20000"/>
          </a:bodyPr>
          <a:lstStyle/>
          <a:p>
            <a:pPr marL="0" indent="0">
              <a:buNone/>
            </a:pPr>
            <a:r>
              <a:rPr lang="en-US" sz="3200" dirty="0"/>
              <a:t>Top 5 features</a:t>
            </a:r>
          </a:p>
        </p:txBody>
      </p:sp>
      <p:sp>
        <p:nvSpPr>
          <p:cNvPr id="4" name="Content Placeholder 2">
            <a:extLst>
              <a:ext uri="{FF2B5EF4-FFF2-40B4-BE49-F238E27FC236}">
                <a16:creationId xmlns:a16="http://schemas.microsoft.com/office/drawing/2014/main" id="{B4F3B329-E0C5-4A2F-BC09-C703D5C57036}"/>
              </a:ext>
            </a:extLst>
          </p:cNvPr>
          <p:cNvSpPr txBox="1">
            <a:spLocks/>
          </p:cNvSpPr>
          <p:nvPr/>
        </p:nvSpPr>
        <p:spPr>
          <a:xfrm>
            <a:off x="6866604" y="2135568"/>
            <a:ext cx="4301612" cy="2698157"/>
          </a:xfrm>
          <a:prstGeom prst="rect">
            <a:avLst/>
          </a:prstGeom>
          <a:solidFill>
            <a:schemeClr val="accent2">
              <a:lumMod val="20000"/>
              <a:lumOff val="80000"/>
            </a:schemeClr>
          </a:solidFill>
          <a:effectLst>
            <a:outerShdw blurRad="63500" sx="102000" sy="102000" algn="ctr" rotWithShape="0">
              <a:prstClr val="black">
                <a:alpha val="40000"/>
              </a:prstClr>
            </a:outerShdw>
          </a:effectLst>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C= 215.4464</a:t>
            </a:r>
          </a:p>
          <a:p>
            <a:r>
              <a:rPr lang="en-US" sz="2000" dirty="0"/>
              <a:t>Penalty = l1</a:t>
            </a:r>
          </a:p>
          <a:p>
            <a:r>
              <a:rPr lang="en-US" sz="2000" dirty="0" err="1"/>
              <a:t>class_weight</a:t>
            </a:r>
            <a:r>
              <a:rPr lang="en-US" sz="2000" dirty="0"/>
              <a:t>= 'balanced'</a:t>
            </a:r>
          </a:p>
          <a:p>
            <a:r>
              <a:rPr lang="en-US" sz="2000" dirty="0"/>
              <a:t>solver= ‘saga’</a:t>
            </a:r>
          </a:p>
          <a:p>
            <a:r>
              <a:rPr lang="en-US" sz="2000" dirty="0"/>
              <a:t>Tfidf vectorizer (min_df= 10)</a:t>
            </a:r>
          </a:p>
          <a:p>
            <a:r>
              <a:rPr lang="en-US" sz="2000" dirty="0"/>
              <a:t>Accuracy = 0.98908</a:t>
            </a:r>
          </a:p>
        </p:txBody>
      </p:sp>
      <p:graphicFrame>
        <p:nvGraphicFramePr>
          <p:cNvPr id="7" name="Table 7">
            <a:extLst>
              <a:ext uri="{FF2B5EF4-FFF2-40B4-BE49-F238E27FC236}">
                <a16:creationId xmlns:a16="http://schemas.microsoft.com/office/drawing/2014/main" id="{CCDF637D-67C6-433F-A997-EBD6E6583066}"/>
              </a:ext>
            </a:extLst>
          </p:cNvPr>
          <p:cNvGraphicFramePr>
            <a:graphicFrameLocks noGrp="1"/>
          </p:cNvGraphicFramePr>
          <p:nvPr>
            <p:extLst>
              <p:ext uri="{D42A27DB-BD31-4B8C-83A1-F6EECF244321}">
                <p14:modId xmlns:p14="http://schemas.microsoft.com/office/powerpoint/2010/main" val="2899918475"/>
              </p:ext>
            </p:extLst>
          </p:nvPr>
        </p:nvGraphicFramePr>
        <p:xfrm>
          <a:off x="417871" y="2090339"/>
          <a:ext cx="4793226" cy="2973276"/>
        </p:xfrm>
        <a:graphic>
          <a:graphicData uri="http://schemas.openxmlformats.org/drawingml/2006/table">
            <a:tbl>
              <a:tblPr firstRow="1" bandRow="1">
                <a:tableStyleId>{5C22544A-7EE6-4342-B048-85BDC9FD1C3A}</a:tableStyleId>
              </a:tblPr>
              <a:tblGrid>
                <a:gridCol w="1597742">
                  <a:extLst>
                    <a:ext uri="{9D8B030D-6E8A-4147-A177-3AD203B41FA5}">
                      <a16:colId xmlns:a16="http://schemas.microsoft.com/office/drawing/2014/main" val="3894367124"/>
                    </a:ext>
                  </a:extLst>
                </a:gridCol>
                <a:gridCol w="1597742">
                  <a:extLst>
                    <a:ext uri="{9D8B030D-6E8A-4147-A177-3AD203B41FA5}">
                      <a16:colId xmlns:a16="http://schemas.microsoft.com/office/drawing/2014/main" val="3332077388"/>
                    </a:ext>
                  </a:extLst>
                </a:gridCol>
                <a:gridCol w="1597742">
                  <a:extLst>
                    <a:ext uri="{9D8B030D-6E8A-4147-A177-3AD203B41FA5}">
                      <a16:colId xmlns:a16="http://schemas.microsoft.com/office/drawing/2014/main" val="1619476647"/>
                    </a:ext>
                  </a:extLst>
                </a:gridCol>
              </a:tblGrid>
              <a:tr h="495546">
                <a:tc>
                  <a:txBody>
                    <a:bodyPr/>
                    <a:lstStyle/>
                    <a:p>
                      <a:pPr algn="ctr" fontAlgn="ctr"/>
                      <a:r>
                        <a:rPr lang="en-US" b="1" dirty="0">
                          <a:effectLst/>
                        </a:rPr>
                        <a:t>Feature</a:t>
                      </a:r>
                    </a:p>
                  </a:txBody>
                  <a:tcPr anchor="ctr"/>
                </a:tc>
                <a:tc>
                  <a:txBody>
                    <a:bodyPr/>
                    <a:lstStyle/>
                    <a:p>
                      <a:pPr algn="ctr" fontAlgn="ctr"/>
                      <a:r>
                        <a:rPr lang="en-US" b="1" dirty="0">
                          <a:effectLst/>
                        </a:rPr>
                        <a:t>Coeff Value</a:t>
                      </a:r>
                    </a:p>
                  </a:txBody>
                  <a:tcPr anchor="ctr"/>
                </a:tc>
                <a:tc>
                  <a:txBody>
                    <a:bodyPr/>
                    <a:lstStyle/>
                    <a:p>
                      <a:pPr algn="ctr" fontAlgn="ctr"/>
                      <a:r>
                        <a:rPr lang="en-US" b="1" dirty="0">
                          <a:effectLst/>
                        </a:rPr>
                        <a:t>Absolute value</a:t>
                      </a:r>
                    </a:p>
                  </a:txBody>
                  <a:tcPr anchor="ctr"/>
                </a:tc>
                <a:extLst>
                  <a:ext uri="{0D108BD9-81ED-4DB2-BD59-A6C34878D82A}">
                    <a16:rowId xmlns:a16="http://schemas.microsoft.com/office/drawing/2014/main" val="344507615"/>
                  </a:ext>
                </a:extLst>
              </a:tr>
              <a:tr h="495546">
                <a:tc>
                  <a:txBody>
                    <a:bodyPr/>
                    <a:lstStyle/>
                    <a:p>
                      <a:pPr algn="ctr" fontAlgn="ctr"/>
                      <a:r>
                        <a:rPr lang="en-US">
                          <a:effectLst/>
                        </a:rPr>
                        <a:t>aloe</a:t>
                      </a:r>
                    </a:p>
                  </a:txBody>
                  <a:tcPr anchor="ctr"/>
                </a:tc>
                <a:tc>
                  <a:txBody>
                    <a:bodyPr/>
                    <a:lstStyle/>
                    <a:p>
                      <a:pPr algn="ctr" fontAlgn="ctr"/>
                      <a:r>
                        <a:rPr lang="en-US" dirty="0">
                          <a:effectLst/>
                        </a:rPr>
                        <a:t>6.024688</a:t>
                      </a:r>
                    </a:p>
                  </a:txBody>
                  <a:tcPr anchor="ctr"/>
                </a:tc>
                <a:tc>
                  <a:txBody>
                    <a:bodyPr/>
                    <a:lstStyle/>
                    <a:p>
                      <a:pPr algn="ctr" fontAlgn="ctr"/>
                      <a:r>
                        <a:rPr lang="en-US">
                          <a:effectLst/>
                        </a:rPr>
                        <a:t>6.024688</a:t>
                      </a:r>
                    </a:p>
                  </a:txBody>
                  <a:tcPr anchor="ctr"/>
                </a:tc>
                <a:extLst>
                  <a:ext uri="{0D108BD9-81ED-4DB2-BD59-A6C34878D82A}">
                    <a16:rowId xmlns:a16="http://schemas.microsoft.com/office/drawing/2014/main" val="1591200450"/>
                  </a:ext>
                </a:extLst>
              </a:tr>
              <a:tr h="495546">
                <a:tc>
                  <a:txBody>
                    <a:bodyPr/>
                    <a:lstStyle/>
                    <a:p>
                      <a:pPr algn="ctr" fontAlgn="ctr"/>
                      <a:r>
                        <a:rPr lang="en-US">
                          <a:effectLst/>
                        </a:rPr>
                        <a:t>vera</a:t>
                      </a:r>
                    </a:p>
                  </a:txBody>
                  <a:tcPr anchor="ctr"/>
                </a:tc>
                <a:tc>
                  <a:txBody>
                    <a:bodyPr/>
                    <a:lstStyle/>
                    <a:p>
                      <a:pPr algn="ctr" fontAlgn="ctr"/>
                      <a:r>
                        <a:rPr lang="en-US">
                          <a:effectLst/>
                        </a:rPr>
                        <a:t>5.687455</a:t>
                      </a:r>
                    </a:p>
                  </a:txBody>
                  <a:tcPr anchor="ctr"/>
                </a:tc>
                <a:tc>
                  <a:txBody>
                    <a:bodyPr/>
                    <a:lstStyle/>
                    <a:p>
                      <a:pPr algn="ctr" fontAlgn="ctr"/>
                      <a:r>
                        <a:rPr lang="en-US">
                          <a:effectLst/>
                        </a:rPr>
                        <a:t>5.687455</a:t>
                      </a:r>
                    </a:p>
                  </a:txBody>
                  <a:tcPr anchor="ctr"/>
                </a:tc>
                <a:extLst>
                  <a:ext uri="{0D108BD9-81ED-4DB2-BD59-A6C34878D82A}">
                    <a16:rowId xmlns:a16="http://schemas.microsoft.com/office/drawing/2014/main" val="3160424564"/>
                  </a:ext>
                </a:extLst>
              </a:tr>
              <a:tr h="495546">
                <a:tc>
                  <a:txBody>
                    <a:bodyPr/>
                    <a:lstStyle/>
                    <a:p>
                      <a:pPr algn="ctr" fontAlgn="ctr"/>
                      <a:r>
                        <a:rPr lang="en-US">
                          <a:effectLst/>
                        </a:rPr>
                        <a:t>tropicals</a:t>
                      </a:r>
                    </a:p>
                  </a:txBody>
                  <a:tcPr anchor="ctr"/>
                </a:tc>
                <a:tc>
                  <a:txBody>
                    <a:bodyPr/>
                    <a:lstStyle/>
                    <a:p>
                      <a:pPr algn="ctr" fontAlgn="ctr"/>
                      <a:r>
                        <a:rPr lang="en-US">
                          <a:effectLst/>
                        </a:rPr>
                        <a:t>1.569965</a:t>
                      </a:r>
                    </a:p>
                  </a:txBody>
                  <a:tcPr anchor="ctr"/>
                </a:tc>
                <a:tc>
                  <a:txBody>
                    <a:bodyPr/>
                    <a:lstStyle/>
                    <a:p>
                      <a:pPr algn="ctr" fontAlgn="ctr"/>
                      <a:r>
                        <a:rPr lang="en-US">
                          <a:effectLst/>
                        </a:rPr>
                        <a:t>1.569965</a:t>
                      </a:r>
                    </a:p>
                  </a:txBody>
                  <a:tcPr anchor="ctr"/>
                </a:tc>
                <a:extLst>
                  <a:ext uri="{0D108BD9-81ED-4DB2-BD59-A6C34878D82A}">
                    <a16:rowId xmlns:a16="http://schemas.microsoft.com/office/drawing/2014/main" val="1246915016"/>
                  </a:ext>
                </a:extLst>
              </a:tr>
              <a:tr h="495546">
                <a:tc>
                  <a:txBody>
                    <a:bodyPr/>
                    <a:lstStyle/>
                    <a:p>
                      <a:pPr algn="ctr" fontAlgn="ctr"/>
                      <a:r>
                        <a:rPr lang="en-US">
                          <a:effectLst/>
                        </a:rPr>
                        <a:t>juice</a:t>
                      </a:r>
                    </a:p>
                  </a:txBody>
                  <a:tcPr anchor="ctr"/>
                </a:tc>
                <a:tc>
                  <a:txBody>
                    <a:bodyPr/>
                    <a:lstStyle/>
                    <a:p>
                      <a:pPr algn="ctr" fontAlgn="ctr"/>
                      <a:r>
                        <a:rPr lang="en-US">
                          <a:effectLst/>
                        </a:rPr>
                        <a:t>-1.503277</a:t>
                      </a:r>
                    </a:p>
                  </a:txBody>
                  <a:tcPr anchor="ctr"/>
                </a:tc>
                <a:tc>
                  <a:txBody>
                    <a:bodyPr/>
                    <a:lstStyle/>
                    <a:p>
                      <a:pPr algn="ctr" fontAlgn="ctr"/>
                      <a:r>
                        <a:rPr lang="en-US" dirty="0">
                          <a:effectLst/>
                        </a:rPr>
                        <a:t>1.503277</a:t>
                      </a:r>
                    </a:p>
                  </a:txBody>
                  <a:tcPr anchor="ctr"/>
                </a:tc>
                <a:extLst>
                  <a:ext uri="{0D108BD9-81ED-4DB2-BD59-A6C34878D82A}">
                    <a16:rowId xmlns:a16="http://schemas.microsoft.com/office/drawing/2014/main" val="3864516525"/>
                  </a:ext>
                </a:extLst>
              </a:tr>
              <a:tr h="495546">
                <a:tc>
                  <a:txBody>
                    <a:bodyPr/>
                    <a:lstStyle/>
                    <a:p>
                      <a:pPr algn="ctr" fontAlgn="ctr"/>
                      <a:r>
                        <a:rPr lang="en-US" dirty="0">
                          <a:effectLst/>
                        </a:rPr>
                        <a:t>12ct</a:t>
                      </a:r>
                    </a:p>
                  </a:txBody>
                  <a:tcPr anchor="ctr"/>
                </a:tc>
                <a:tc>
                  <a:txBody>
                    <a:bodyPr/>
                    <a:lstStyle/>
                    <a:p>
                      <a:pPr algn="ctr" fontAlgn="ctr"/>
                      <a:r>
                        <a:rPr lang="en-US">
                          <a:effectLst/>
                        </a:rPr>
                        <a:t>1.154497</a:t>
                      </a:r>
                    </a:p>
                  </a:txBody>
                  <a:tcPr anchor="ctr"/>
                </a:tc>
                <a:tc>
                  <a:txBody>
                    <a:bodyPr/>
                    <a:lstStyle/>
                    <a:p>
                      <a:pPr algn="ctr" fontAlgn="ctr"/>
                      <a:r>
                        <a:rPr lang="en-US" dirty="0">
                          <a:effectLst/>
                        </a:rPr>
                        <a:t>1.154497</a:t>
                      </a:r>
                    </a:p>
                  </a:txBody>
                  <a:tcPr anchor="ctr"/>
                </a:tc>
                <a:extLst>
                  <a:ext uri="{0D108BD9-81ED-4DB2-BD59-A6C34878D82A}">
                    <a16:rowId xmlns:a16="http://schemas.microsoft.com/office/drawing/2014/main" val="2583826893"/>
                  </a:ext>
                </a:extLst>
              </a:tr>
            </a:tbl>
          </a:graphicData>
        </a:graphic>
      </p:graphicFrame>
      <p:sp>
        <p:nvSpPr>
          <p:cNvPr id="8" name="Content Placeholder 2">
            <a:extLst>
              <a:ext uri="{FF2B5EF4-FFF2-40B4-BE49-F238E27FC236}">
                <a16:creationId xmlns:a16="http://schemas.microsoft.com/office/drawing/2014/main" id="{ADF2F008-47AD-41A2-A42E-3961832DBB31}"/>
              </a:ext>
            </a:extLst>
          </p:cNvPr>
          <p:cNvSpPr txBox="1">
            <a:spLocks/>
          </p:cNvSpPr>
          <p:nvPr/>
        </p:nvSpPr>
        <p:spPr>
          <a:xfrm>
            <a:off x="6575322" y="1095827"/>
            <a:ext cx="4707194" cy="464662"/>
          </a:xfrm>
          <a:prstGeom prst="rect">
            <a:avLst/>
          </a:prstGeom>
          <a:solidFill>
            <a:srgbClr val="00B050"/>
          </a:solidFill>
        </p:spPr>
        <p:style>
          <a:lnRef idx="0">
            <a:schemeClr val="accent5"/>
          </a:lnRef>
          <a:fillRef idx="3">
            <a:schemeClr val="accent5"/>
          </a:fillRef>
          <a:effectRef idx="3">
            <a:schemeClr val="accent5"/>
          </a:effectRef>
          <a:fontRef idx="minor">
            <a:schemeClr val="lt1"/>
          </a:fontRef>
        </p:style>
        <p:txBody>
          <a:bodyPr vert="horz" lIns="91440" tIns="45720" rIns="91440" bIns="45720" rtlCol="0" anchor="ctr">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buFont typeface="Arial" panose="020B0604020202020204" pitchFamily="34" charset="0"/>
              <a:buNone/>
            </a:pPr>
            <a:r>
              <a:rPr lang="en-US" sz="3200" dirty="0"/>
              <a:t>Hyperparameter tuning</a:t>
            </a:r>
          </a:p>
        </p:txBody>
      </p:sp>
      <p:sp>
        <p:nvSpPr>
          <p:cNvPr id="9" name="TextBox 8">
            <a:extLst>
              <a:ext uri="{FF2B5EF4-FFF2-40B4-BE49-F238E27FC236}">
                <a16:creationId xmlns:a16="http://schemas.microsoft.com/office/drawing/2014/main" id="{5A05B940-90F0-4717-A25F-BBD8B3DF0B61}"/>
              </a:ext>
            </a:extLst>
          </p:cNvPr>
          <p:cNvSpPr txBox="1"/>
          <p:nvPr/>
        </p:nvSpPr>
        <p:spPr>
          <a:xfrm>
            <a:off x="417871" y="5389347"/>
            <a:ext cx="4793226" cy="923330"/>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pPr marL="285750" indent="-285750">
              <a:buFont typeface="Arial" panose="020B0604020202020204" pitchFamily="34" charset="0"/>
              <a:buChar char="•"/>
            </a:pPr>
            <a:r>
              <a:rPr lang="en-US" dirty="0"/>
              <a:t>Default LR parameters with balanced class weights.</a:t>
            </a:r>
          </a:p>
          <a:p>
            <a:pPr marL="285750" indent="-285750">
              <a:buFont typeface="Arial" panose="020B0604020202020204" pitchFamily="34" charset="0"/>
              <a:buChar char="•"/>
            </a:pPr>
            <a:r>
              <a:rPr lang="en-US" dirty="0"/>
              <a:t>Default Tfidf vectorizer.</a:t>
            </a:r>
          </a:p>
        </p:txBody>
      </p:sp>
      <p:sp>
        <p:nvSpPr>
          <p:cNvPr id="12" name="TextBox 11">
            <a:extLst>
              <a:ext uri="{FF2B5EF4-FFF2-40B4-BE49-F238E27FC236}">
                <a16:creationId xmlns:a16="http://schemas.microsoft.com/office/drawing/2014/main" id="{4B55785F-E60C-4789-ADA5-1C4383772C76}"/>
              </a:ext>
            </a:extLst>
          </p:cNvPr>
          <p:cNvSpPr txBox="1"/>
          <p:nvPr/>
        </p:nvSpPr>
        <p:spPr>
          <a:xfrm>
            <a:off x="6866604" y="5466735"/>
            <a:ext cx="3857932" cy="923330"/>
          </a:xfrm>
          <a:prstGeom prst="rect">
            <a:avLst/>
          </a:prstGeom>
          <a:solidFill>
            <a:schemeClr val="bg2"/>
          </a:solidFill>
        </p:spPr>
        <p:txBody>
          <a:bodyPr wrap="square" rtlCol="0">
            <a:spAutoFit/>
          </a:bodyPr>
          <a:lstStyle/>
          <a:p>
            <a:r>
              <a:rPr lang="en-US" i="1" dirty="0"/>
              <a:t>Where as L2 performed best with ‘newton-cg’ solver and C=46415.888.</a:t>
            </a:r>
          </a:p>
          <a:p>
            <a:r>
              <a:rPr lang="en-US" i="1" dirty="0"/>
              <a:t>Accuracy was 0.98722</a:t>
            </a:r>
          </a:p>
        </p:txBody>
      </p:sp>
    </p:spTree>
    <p:extLst>
      <p:ext uri="{BB962C8B-B14F-4D97-AF65-F5344CB8AC3E}">
        <p14:creationId xmlns:p14="http://schemas.microsoft.com/office/powerpoint/2010/main" val="40385950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8A462-A6E2-4D0E-88F3-E18E6D0A2FBD}"/>
              </a:ext>
            </a:extLst>
          </p:cNvPr>
          <p:cNvSpPr>
            <a:spLocks noGrp="1"/>
          </p:cNvSpPr>
          <p:nvPr>
            <p:ph type="title"/>
          </p:nvPr>
        </p:nvSpPr>
        <p:spPr>
          <a:xfrm>
            <a:off x="199103" y="178313"/>
            <a:ext cx="10515600" cy="598436"/>
          </a:xfrm>
        </p:spPr>
        <p:txBody>
          <a:bodyPr>
            <a:normAutofit fontScale="90000"/>
          </a:bodyPr>
          <a:lstStyle/>
          <a:p>
            <a:r>
              <a:rPr lang="en-US" dirty="0"/>
              <a:t>SVM</a:t>
            </a:r>
          </a:p>
        </p:txBody>
      </p:sp>
      <p:sp>
        <p:nvSpPr>
          <p:cNvPr id="3" name="Content Placeholder 2">
            <a:extLst>
              <a:ext uri="{FF2B5EF4-FFF2-40B4-BE49-F238E27FC236}">
                <a16:creationId xmlns:a16="http://schemas.microsoft.com/office/drawing/2014/main" id="{C6CBAE55-C4C7-4008-AFE1-2442A4E2BF55}"/>
              </a:ext>
            </a:extLst>
          </p:cNvPr>
          <p:cNvSpPr>
            <a:spLocks noGrp="1"/>
          </p:cNvSpPr>
          <p:nvPr>
            <p:ph idx="1"/>
          </p:nvPr>
        </p:nvSpPr>
        <p:spPr>
          <a:xfrm>
            <a:off x="267928" y="1874787"/>
            <a:ext cx="11186653" cy="2323587"/>
          </a:xfrm>
          <a:solidFill>
            <a:schemeClr val="accent6">
              <a:lumMod val="20000"/>
              <a:lumOff val="80000"/>
            </a:schemeClr>
          </a:solidFill>
        </p:spPr>
        <p:txBody>
          <a:bodyPr/>
          <a:lstStyle/>
          <a:p>
            <a:r>
              <a:rPr lang="en-US" b="0" dirty="0"/>
              <a:t>Class_weight = balanced</a:t>
            </a:r>
          </a:p>
          <a:p>
            <a:r>
              <a:rPr lang="en-US" b="0" dirty="0"/>
              <a:t>Kernel = linear</a:t>
            </a:r>
          </a:p>
          <a:p>
            <a:r>
              <a:rPr lang="en-US" b="0" dirty="0"/>
              <a:t>Count vectorizer (</a:t>
            </a:r>
            <a:r>
              <a:rPr lang="en-US" b="0" dirty="0" err="1"/>
              <a:t>min_df</a:t>
            </a:r>
            <a:r>
              <a:rPr lang="en-US" b="0" dirty="0"/>
              <a:t> = 10)</a:t>
            </a:r>
          </a:p>
          <a:p>
            <a:r>
              <a:rPr lang="en-US" b="0" dirty="0"/>
              <a:t>Accuracy = 0.98489</a:t>
            </a:r>
          </a:p>
        </p:txBody>
      </p:sp>
      <p:sp>
        <p:nvSpPr>
          <p:cNvPr id="4" name="Content Placeholder 2">
            <a:extLst>
              <a:ext uri="{FF2B5EF4-FFF2-40B4-BE49-F238E27FC236}">
                <a16:creationId xmlns:a16="http://schemas.microsoft.com/office/drawing/2014/main" id="{5F745FC7-EFC0-4D70-A692-66F6704B7074}"/>
              </a:ext>
            </a:extLst>
          </p:cNvPr>
          <p:cNvSpPr txBox="1">
            <a:spLocks/>
          </p:cNvSpPr>
          <p:nvPr/>
        </p:nvSpPr>
        <p:spPr>
          <a:xfrm>
            <a:off x="2745658" y="1194149"/>
            <a:ext cx="4707194" cy="464662"/>
          </a:xfrm>
          <a:prstGeom prst="rect">
            <a:avLst/>
          </a:prstGeom>
          <a:solidFill>
            <a:schemeClr val="accent2">
              <a:lumMod val="75000"/>
            </a:schemeClr>
          </a:solidFill>
        </p:spPr>
        <p:style>
          <a:lnRef idx="0">
            <a:schemeClr val="accent5"/>
          </a:lnRef>
          <a:fillRef idx="3">
            <a:schemeClr val="accent5"/>
          </a:fillRef>
          <a:effectRef idx="3">
            <a:schemeClr val="accent5"/>
          </a:effectRef>
          <a:fontRef idx="minor">
            <a:schemeClr val="lt1"/>
          </a:fontRef>
        </p:style>
        <p:txBody>
          <a:bodyPr vert="horz" lIns="91440" tIns="45720" rIns="91440" bIns="45720" rtlCol="0" anchor="ctr">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buFont typeface="Arial" panose="020B0604020202020204" pitchFamily="34" charset="0"/>
              <a:buNone/>
            </a:pPr>
            <a:r>
              <a:rPr lang="en-US" sz="3200" dirty="0"/>
              <a:t>Hyperparameter tuning</a:t>
            </a:r>
          </a:p>
        </p:txBody>
      </p:sp>
    </p:spTree>
    <p:extLst>
      <p:ext uri="{BB962C8B-B14F-4D97-AF65-F5344CB8AC3E}">
        <p14:creationId xmlns:p14="http://schemas.microsoft.com/office/powerpoint/2010/main" val="41601287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498C9-8CD0-4375-AA63-28334CF37798}"/>
              </a:ext>
            </a:extLst>
          </p:cNvPr>
          <p:cNvSpPr>
            <a:spLocks noGrp="1"/>
          </p:cNvSpPr>
          <p:nvPr>
            <p:ph type="title"/>
          </p:nvPr>
        </p:nvSpPr>
        <p:spPr>
          <a:xfrm>
            <a:off x="189271" y="217642"/>
            <a:ext cx="10515600" cy="598436"/>
          </a:xfrm>
        </p:spPr>
        <p:txBody>
          <a:bodyPr>
            <a:normAutofit fontScale="90000"/>
          </a:bodyPr>
          <a:lstStyle/>
          <a:p>
            <a:r>
              <a:rPr lang="en-US" dirty="0"/>
              <a:t>Tasks for next week</a:t>
            </a:r>
          </a:p>
        </p:txBody>
      </p:sp>
      <p:graphicFrame>
        <p:nvGraphicFramePr>
          <p:cNvPr id="4" name="Content Placeholder 3">
            <a:extLst>
              <a:ext uri="{FF2B5EF4-FFF2-40B4-BE49-F238E27FC236}">
                <a16:creationId xmlns:a16="http://schemas.microsoft.com/office/drawing/2014/main" id="{453CACD3-53BD-4077-8EBC-3E36165687E9}"/>
              </a:ext>
            </a:extLst>
          </p:cNvPr>
          <p:cNvGraphicFramePr>
            <a:graphicFrameLocks noGrp="1"/>
          </p:cNvGraphicFramePr>
          <p:nvPr>
            <p:ph idx="1"/>
            <p:extLst>
              <p:ext uri="{D42A27DB-BD31-4B8C-83A1-F6EECF244321}">
                <p14:modId xmlns:p14="http://schemas.microsoft.com/office/powerpoint/2010/main" val="1338014285"/>
              </p:ext>
            </p:extLst>
          </p:nvPr>
        </p:nvGraphicFramePr>
        <p:xfrm>
          <a:off x="326922" y="1068541"/>
          <a:ext cx="11491452"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410551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88622-416A-44F8-A41A-D796783CC5D4}"/>
              </a:ext>
            </a:extLst>
          </p:cNvPr>
          <p:cNvSpPr>
            <a:spLocks noGrp="1"/>
          </p:cNvSpPr>
          <p:nvPr>
            <p:ph type="title"/>
          </p:nvPr>
        </p:nvSpPr>
        <p:spPr>
          <a:xfrm>
            <a:off x="267929" y="200589"/>
            <a:ext cx="10515600" cy="480448"/>
          </a:xfrm>
        </p:spPr>
        <p:txBody>
          <a:bodyPr>
            <a:normAutofit fontScale="90000"/>
          </a:bodyPr>
          <a:lstStyle/>
          <a:p>
            <a:r>
              <a:rPr lang="en-US" dirty="0"/>
              <a:t>To do</a:t>
            </a:r>
          </a:p>
        </p:txBody>
      </p:sp>
      <p:sp>
        <p:nvSpPr>
          <p:cNvPr id="3" name="Content Placeholder 2">
            <a:extLst>
              <a:ext uri="{FF2B5EF4-FFF2-40B4-BE49-F238E27FC236}">
                <a16:creationId xmlns:a16="http://schemas.microsoft.com/office/drawing/2014/main" id="{1DE640A1-1B4B-4B4A-B0BF-09710104140F}"/>
              </a:ext>
            </a:extLst>
          </p:cNvPr>
          <p:cNvSpPr>
            <a:spLocks noGrp="1"/>
          </p:cNvSpPr>
          <p:nvPr>
            <p:ph idx="1"/>
          </p:nvPr>
        </p:nvSpPr>
        <p:spPr>
          <a:xfrm>
            <a:off x="425245" y="1253330"/>
            <a:ext cx="10515600" cy="5108141"/>
          </a:xfrm>
        </p:spPr>
        <p:txBody>
          <a:bodyPr>
            <a:normAutofit fontScale="70000" lnSpcReduction="20000"/>
          </a:bodyPr>
          <a:lstStyle/>
          <a:p>
            <a:r>
              <a:rPr lang="en-US" b="0" strike="sngStrike" dirty="0"/>
              <a:t>Modularize the notebook</a:t>
            </a:r>
          </a:p>
          <a:p>
            <a:r>
              <a:rPr lang="en-US" b="0" dirty="0"/>
              <a:t>Clean test data </a:t>
            </a:r>
            <a:r>
              <a:rPr lang="en-US" b="0" dirty="0">
                <a:sym typeface="Wingdings" panose="05000000000000000000" pitchFamily="2" charset="2"/>
              </a:rPr>
              <a:t> </a:t>
            </a:r>
            <a:r>
              <a:rPr lang="en-US" b="0" dirty="0" err="1">
                <a:sym typeface="Wingdings" panose="05000000000000000000" pitchFamily="2" charset="2"/>
              </a:rPr>
              <a:t>stopwords</a:t>
            </a:r>
            <a:r>
              <a:rPr lang="en-US" b="0" dirty="0">
                <a:sym typeface="Wingdings" panose="05000000000000000000" pitchFamily="2" charset="2"/>
              </a:rPr>
              <a:t> and lemmatized words?</a:t>
            </a:r>
            <a:endParaRPr lang="en-US" b="0" dirty="0"/>
          </a:p>
          <a:p>
            <a:r>
              <a:rPr lang="en-US" b="0" strike="sngStrike" dirty="0"/>
              <a:t>Words which are </a:t>
            </a:r>
            <a:r>
              <a:rPr lang="en-US" b="0" strike="sngStrike" dirty="0" err="1"/>
              <a:t>lemmatiz</a:t>
            </a:r>
            <a:fld id="{CBAB2B1B-0DA1-4E03-B4A4-97F155A84041}" type="slidenum">
              <a:rPr lang="en-US" b="0" strike="sngStrike" smtClean="0"/>
              <a:t>42</a:t>
            </a:fld>
            <a:r>
              <a:rPr lang="en-US" b="0" strike="sngStrike" dirty="0"/>
              <a:t>ed</a:t>
            </a:r>
          </a:p>
          <a:p>
            <a:r>
              <a:rPr lang="en-US" b="0" strike="sngStrike" dirty="0"/>
              <a:t>Which </a:t>
            </a:r>
            <a:r>
              <a:rPr lang="en-US" b="0" strike="sngStrike" dirty="0" err="1"/>
              <a:t>stopwords</a:t>
            </a:r>
            <a:r>
              <a:rPr lang="en-US" b="0" strike="sngStrike" dirty="0"/>
              <a:t> are removed? </a:t>
            </a:r>
          </a:p>
          <a:p>
            <a:r>
              <a:rPr lang="en-US" b="0" dirty="0"/>
              <a:t>2 letter words? Remove or not?  </a:t>
            </a:r>
            <a:r>
              <a:rPr lang="en-US" b="0" dirty="0">
                <a:sym typeface="Wingdings" panose="05000000000000000000" pitchFamily="2" charset="2"/>
              </a:rPr>
              <a:t> with remove and w/o remove compare distribution</a:t>
            </a:r>
            <a:endParaRPr lang="en-US" b="0" dirty="0"/>
          </a:p>
          <a:p>
            <a:r>
              <a:rPr lang="en-US" b="0" strike="sngStrike" dirty="0"/>
              <a:t>Digits</a:t>
            </a:r>
            <a:r>
              <a:rPr lang="en-US" b="0" strike="sngStrike" dirty="0">
                <a:sym typeface="Wingdings" panose="05000000000000000000" pitchFamily="2" charset="2"/>
              </a:rPr>
              <a:t> see the effect on the </a:t>
            </a:r>
            <a:r>
              <a:rPr lang="en-US" b="0" strike="sngStrike" dirty="0" err="1">
                <a:sym typeface="Wingdings" panose="05000000000000000000" pitchFamily="2" charset="2"/>
              </a:rPr>
              <a:t>classtest</a:t>
            </a:r>
            <a:r>
              <a:rPr lang="en-US" b="0" strike="sngStrike" dirty="0">
                <a:sym typeface="Wingdings" panose="05000000000000000000" pitchFamily="2" charset="2"/>
              </a:rPr>
              <a:t> statistics, univariate analysis  see notebook</a:t>
            </a:r>
          </a:p>
          <a:p>
            <a:r>
              <a:rPr lang="en-US" b="0" strike="sngStrike" dirty="0">
                <a:sym typeface="Wingdings" panose="05000000000000000000" pitchFamily="2" charset="2"/>
              </a:rPr>
              <a:t>MNB drop</a:t>
            </a:r>
          </a:p>
          <a:p>
            <a:r>
              <a:rPr lang="en-US" b="0" strike="sngStrike" dirty="0">
                <a:sym typeface="Wingdings" panose="05000000000000000000" pitchFamily="2" charset="2"/>
              </a:rPr>
              <a:t>Plot out of bag error for RF  find optimal number of trees</a:t>
            </a:r>
          </a:p>
          <a:p>
            <a:r>
              <a:rPr lang="en-US" b="0" strike="sngStrike" dirty="0">
                <a:sym typeface="Wingdings" panose="05000000000000000000" pitchFamily="2" charset="2"/>
              </a:rPr>
              <a:t>Coefficient matrix for LR</a:t>
            </a:r>
          </a:p>
          <a:p>
            <a:r>
              <a:rPr lang="en-US" b="0" dirty="0" err="1">
                <a:solidFill>
                  <a:srgbClr val="FF0000"/>
                </a:solidFill>
                <a:sym typeface="Wingdings" panose="05000000000000000000" pitchFamily="2" charset="2"/>
              </a:rPr>
              <a:t>Shap</a:t>
            </a:r>
            <a:endParaRPr lang="en-US" b="0" dirty="0">
              <a:solidFill>
                <a:srgbClr val="FF0000"/>
              </a:solidFill>
              <a:sym typeface="Wingdings" panose="05000000000000000000" pitchFamily="2" charset="2"/>
            </a:endParaRPr>
          </a:p>
          <a:p>
            <a:r>
              <a:rPr lang="en-US" b="0" dirty="0">
                <a:sym typeface="Wingdings" panose="05000000000000000000" pitchFamily="2" charset="2"/>
              </a:rPr>
              <a:t>Trust factor fuzzy </a:t>
            </a:r>
            <a:r>
              <a:rPr lang="en-US" b="0" dirty="0" err="1">
                <a:sym typeface="Wingdings" panose="05000000000000000000" pitchFamily="2" charset="2"/>
              </a:rPr>
              <a:t>fuzzy</a:t>
            </a:r>
            <a:r>
              <a:rPr lang="en-US" b="0" dirty="0">
                <a:sym typeface="Wingdings" panose="05000000000000000000" pitchFamily="2" charset="2"/>
              </a:rPr>
              <a:t> score </a:t>
            </a:r>
            <a:r>
              <a:rPr lang="en-US" dirty="0">
                <a:sym typeface="Wingdings" panose="05000000000000000000" pitchFamily="2" charset="2"/>
              </a:rPr>
              <a:t>high prob but low trust factor, </a:t>
            </a:r>
            <a:r>
              <a:rPr lang="en-US" dirty="0" err="1">
                <a:sym typeface="Wingdings" panose="05000000000000000000" pitchFamily="2" charset="2"/>
              </a:rPr>
              <a:t>whats</a:t>
            </a:r>
            <a:r>
              <a:rPr lang="en-US" dirty="0">
                <a:sym typeface="Wingdings" panose="05000000000000000000" pitchFamily="2" charset="2"/>
              </a:rPr>
              <a:t> the reason?</a:t>
            </a:r>
            <a:r>
              <a:rPr lang="en-US" b="0" dirty="0">
                <a:sym typeface="Wingdings" panose="05000000000000000000" pitchFamily="2" charset="2"/>
              </a:rPr>
              <a:t>  use </a:t>
            </a:r>
            <a:r>
              <a:rPr lang="en-US" b="0" dirty="0" err="1">
                <a:sym typeface="Wingdings" panose="05000000000000000000" pitchFamily="2" charset="2"/>
              </a:rPr>
              <a:t>shap</a:t>
            </a:r>
            <a:r>
              <a:rPr lang="en-US" b="0" dirty="0">
                <a:sym typeface="Wingdings" panose="05000000000000000000" pitchFamily="2" charset="2"/>
              </a:rPr>
              <a:t> </a:t>
            </a:r>
          </a:p>
          <a:p>
            <a:r>
              <a:rPr lang="en-US" b="0" strike="sngStrike" dirty="0">
                <a:sym typeface="Wingdings" panose="05000000000000000000" pitchFamily="2" charset="2"/>
              </a:rPr>
              <a:t>Word's comparison test and train</a:t>
            </a:r>
          </a:p>
          <a:p>
            <a:r>
              <a:rPr lang="en-US" b="0" dirty="0">
                <a:sym typeface="Wingdings" panose="05000000000000000000" pitchFamily="2" charset="2"/>
              </a:rPr>
              <a:t>We are moving into Post model predictions  keep the pipeline clean</a:t>
            </a:r>
          </a:p>
          <a:p>
            <a:r>
              <a:rPr lang="en-US" b="0" dirty="0">
                <a:sym typeface="Wingdings" panose="05000000000000000000" pitchFamily="2" charset="2"/>
              </a:rPr>
              <a:t>Data augmentation</a:t>
            </a:r>
          </a:p>
          <a:p>
            <a:endParaRPr lang="en-US" b="0" dirty="0"/>
          </a:p>
        </p:txBody>
      </p:sp>
    </p:spTree>
    <p:extLst>
      <p:ext uri="{BB962C8B-B14F-4D97-AF65-F5344CB8AC3E}">
        <p14:creationId xmlns:p14="http://schemas.microsoft.com/office/powerpoint/2010/main" val="39871572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gradFill>
          <a:gsLst>
            <a:gs pos="0">
              <a:schemeClr val="accent3"/>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C5085E2-8747-4696-BDC9-AEC46262E690}"/>
              </a:ext>
            </a:extLst>
          </p:cNvPr>
          <p:cNvSpPr>
            <a:spLocks noGrp="1"/>
          </p:cNvSpPr>
          <p:nvPr>
            <p:ph type="ctrTitle"/>
          </p:nvPr>
        </p:nvSpPr>
        <p:spPr>
          <a:xfrm>
            <a:off x="1524000" y="2113935"/>
            <a:ext cx="9144000" cy="1396028"/>
          </a:xfrm>
        </p:spPr>
        <p:txBody>
          <a:bodyPr/>
          <a:lstStyle/>
          <a:p>
            <a:r>
              <a:rPr lang="en-US" dirty="0"/>
              <a:t>Week 3</a:t>
            </a:r>
          </a:p>
        </p:txBody>
      </p:sp>
      <p:sp>
        <p:nvSpPr>
          <p:cNvPr id="10" name="Subtitle 2">
            <a:extLst>
              <a:ext uri="{FF2B5EF4-FFF2-40B4-BE49-F238E27FC236}">
                <a16:creationId xmlns:a16="http://schemas.microsoft.com/office/drawing/2014/main" id="{D6DD0548-56E0-440A-A1BD-59E19D56A27B}"/>
              </a:ext>
            </a:extLst>
          </p:cNvPr>
          <p:cNvSpPr>
            <a:spLocks noGrp="1"/>
          </p:cNvSpPr>
          <p:nvPr>
            <p:ph type="subTitle" idx="1"/>
          </p:nvPr>
        </p:nvSpPr>
        <p:spPr>
          <a:xfrm>
            <a:off x="1524000" y="3602038"/>
            <a:ext cx="9144000" cy="1655762"/>
          </a:xfrm>
        </p:spPr>
        <p:txBody>
          <a:bodyPr/>
          <a:lstStyle/>
          <a:p>
            <a:r>
              <a:rPr lang="en-US" dirty="0"/>
              <a:t>Monday</a:t>
            </a:r>
          </a:p>
          <a:p>
            <a:r>
              <a:rPr lang="en-US" dirty="0"/>
              <a:t>07 June 2021</a:t>
            </a:r>
          </a:p>
        </p:txBody>
      </p:sp>
    </p:spTree>
    <p:extLst>
      <p:ext uri="{BB962C8B-B14F-4D97-AF65-F5344CB8AC3E}">
        <p14:creationId xmlns:p14="http://schemas.microsoft.com/office/powerpoint/2010/main" val="28257038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03D3334-29FD-42F8-A1D7-8B6DC67B9159}"/>
              </a:ext>
            </a:extLst>
          </p:cNvPr>
          <p:cNvSpPr txBox="1"/>
          <p:nvPr/>
        </p:nvSpPr>
        <p:spPr>
          <a:xfrm>
            <a:off x="457200" y="274320"/>
            <a:ext cx="10515600" cy="132556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400" b="1" kern="1200">
                <a:solidFill>
                  <a:srgbClr val="404041"/>
                </a:solidFill>
                <a:latin typeface="Bogle" panose="020B0503020203060203" pitchFamily="34" charset="77"/>
                <a:ea typeface="+mj-ea"/>
                <a:cs typeface="+mj-cs"/>
              </a:rPr>
              <a:t>Doubts</a:t>
            </a:r>
          </a:p>
        </p:txBody>
      </p:sp>
      <p:sp>
        <p:nvSpPr>
          <p:cNvPr id="5" name="TextBox 4">
            <a:extLst>
              <a:ext uri="{FF2B5EF4-FFF2-40B4-BE49-F238E27FC236}">
                <a16:creationId xmlns:a16="http://schemas.microsoft.com/office/drawing/2014/main" id="{0728C2A9-83DC-46AA-A4AF-7125659F8D4C}"/>
              </a:ext>
            </a:extLst>
          </p:cNvPr>
          <p:cNvSpPr txBox="1"/>
          <p:nvPr/>
        </p:nvSpPr>
        <p:spPr>
          <a:xfrm>
            <a:off x="457200" y="1825625"/>
            <a:ext cx="10515600" cy="4351338"/>
          </a:xfrm>
          <a:prstGeom prst="rect">
            <a:avLst/>
          </a:prstGeom>
        </p:spPr>
        <p:txBody>
          <a:bodyPr vert="horz" lIns="91440" tIns="45720" rIns="91440" bIns="45720" rtlCol="0">
            <a:normAutofit/>
          </a:bodyPr>
          <a:lstStyle/>
          <a:p>
            <a:pPr marL="285750" indent="-228600">
              <a:lnSpc>
                <a:spcPct val="90000"/>
              </a:lnSpc>
              <a:spcAft>
                <a:spcPts val="600"/>
              </a:spcAft>
              <a:buFont typeface="Arial" panose="020B0604020202020204" pitchFamily="34" charset="0"/>
              <a:buChar char="•"/>
            </a:pPr>
            <a:r>
              <a:rPr lang="en-US" sz="2800" strike="sngStrike" dirty="0" err="1">
                <a:solidFill>
                  <a:srgbClr val="404041"/>
                </a:solidFill>
                <a:latin typeface="Bogle" panose="020B0503020203060203" pitchFamily="34" charset="77"/>
              </a:rPr>
              <a:t>Partial_token_set_ratio</a:t>
            </a:r>
            <a:endParaRPr lang="en-US" sz="2800" strike="sngStrike" dirty="0">
              <a:solidFill>
                <a:srgbClr val="404041"/>
              </a:solidFill>
              <a:latin typeface="Bogle" panose="020B0503020203060203" pitchFamily="34" charset="77"/>
            </a:endParaRPr>
          </a:p>
          <a:p>
            <a:pPr marL="285750" indent="-228600">
              <a:lnSpc>
                <a:spcPct val="90000"/>
              </a:lnSpc>
              <a:spcAft>
                <a:spcPts val="600"/>
              </a:spcAft>
              <a:buFont typeface="Arial" panose="020B0604020202020204" pitchFamily="34" charset="0"/>
              <a:buChar char="•"/>
            </a:pPr>
            <a:r>
              <a:rPr lang="en-US" sz="2800" strike="sngStrike" dirty="0">
                <a:solidFill>
                  <a:srgbClr val="404041"/>
                </a:solidFill>
                <a:latin typeface="Bogle" panose="020B0503020203060203" pitchFamily="34" charset="77"/>
              </a:rPr>
              <a:t>How to find probability</a:t>
            </a:r>
          </a:p>
          <a:p>
            <a:pPr marL="285750" indent="-228600">
              <a:lnSpc>
                <a:spcPct val="90000"/>
              </a:lnSpc>
              <a:spcAft>
                <a:spcPts val="600"/>
              </a:spcAft>
              <a:buFont typeface="Arial" panose="020B0604020202020204" pitchFamily="34" charset="0"/>
              <a:buChar char="•"/>
            </a:pPr>
            <a:r>
              <a:rPr lang="en-US" sz="2800" strike="sngStrike" dirty="0">
                <a:solidFill>
                  <a:srgbClr val="404041"/>
                </a:solidFill>
                <a:latin typeface="Bogle" panose="020B0503020203060203" pitchFamily="34" charset="77"/>
              </a:rPr>
              <a:t>Link for </a:t>
            </a:r>
            <a:r>
              <a:rPr lang="en-US" sz="2800" strike="sngStrike" dirty="0" err="1">
                <a:solidFill>
                  <a:srgbClr val="404041"/>
                </a:solidFill>
                <a:latin typeface="Bogle" panose="020B0503020203060203" pitchFamily="34" charset="77"/>
              </a:rPr>
              <a:t>shap</a:t>
            </a:r>
            <a:r>
              <a:rPr lang="en-US" sz="2800" strike="sngStrike" dirty="0">
                <a:solidFill>
                  <a:srgbClr val="404041"/>
                </a:solidFill>
                <a:latin typeface="Bogle" panose="020B0503020203060203" pitchFamily="34" charset="77"/>
              </a:rPr>
              <a:t>?</a:t>
            </a:r>
          </a:p>
          <a:p>
            <a:pPr marL="285750" indent="-228600">
              <a:lnSpc>
                <a:spcPct val="90000"/>
              </a:lnSpc>
              <a:spcAft>
                <a:spcPts val="600"/>
              </a:spcAft>
              <a:buFont typeface="Arial" panose="020B0604020202020204" pitchFamily="34" charset="0"/>
              <a:buChar char="•"/>
            </a:pPr>
            <a:r>
              <a:rPr lang="en-US" sz="2800" strike="sngStrike" dirty="0">
                <a:solidFill>
                  <a:srgbClr val="404041"/>
                </a:solidFill>
                <a:latin typeface="Bogle" panose="020B0503020203060203" pitchFamily="34" charset="77"/>
              </a:rPr>
              <a:t>Vectorizer ( </a:t>
            </a:r>
            <a:r>
              <a:rPr lang="en-US" sz="2800" strike="sngStrike" dirty="0" err="1">
                <a:solidFill>
                  <a:srgbClr val="404041"/>
                </a:solidFill>
                <a:latin typeface="Bogle" panose="020B0503020203060203" pitchFamily="34" charset="77"/>
              </a:rPr>
              <a:t>stop_words</a:t>
            </a:r>
            <a:r>
              <a:rPr lang="en-US" sz="2800" strike="sngStrike" dirty="0">
                <a:solidFill>
                  <a:srgbClr val="404041"/>
                </a:solidFill>
                <a:latin typeface="Bogle" panose="020B0503020203060203" pitchFamily="34" charset="77"/>
              </a:rPr>
              <a:t>, by default 1 char words ignored)</a:t>
            </a:r>
          </a:p>
          <a:p>
            <a:pPr marL="285750" indent="-228600">
              <a:lnSpc>
                <a:spcPct val="90000"/>
              </a:lnSpc>
              <a:spcAft>
                <a:spcPts val="600"/>
              </a:spcAft>
              <a:buFont typeface="Arial" panose="020B0604020202020204" pitchFamily="34" charset="0"/>
              <a:buChar char="•"/>
            </a:pPr>
            <a:r>
              <a:rPr lang="en-US" sz="2800" strike="sngStrike" dirty="0" err="1">
                <a:solidFill>
                  <a:srgbClr val="404041"/>
                </a:solidFill>
                <a:latin typeface="Bogle" panose="020B0503020203060203" pitchFamily="34" charset="77"/>
              </a:rPr>
              <a:t>Shap</a:t>
            </a:r>
            <a:endParaRPr lang="en-US" sz="2800" strike="sngStrike" dirty="0">
              <a:solidFill>
                <a:srgbClr val="404041"/>
              </a:solidFill>
              <a:latin typeface="Bogle" panose="020B0503020203060203" pitchFamily="34" charset="77"/>
            </a:endParaRPr>
          </a:p>
          <a:p>
            <a:pPr marL="285750" indent="-228600">
              <a:lnSpc>
                <a:spcPct val="90000"/>
              </a:lnSpc>
              <a:spcAft>
                <a:spcPts val="600"/>
              </a:spcAft>
              <a:buFont typeface="Arial" panose="020B0604020202020204" pitchFamily="34" charset="0"/>
              <a:buChar char="•"/>
            </a:pPr>
            <a:r>
              <a:rPr lang="en-US" sz="2800" dirty="0">
                <a:solidFill>
                  <a:srgbClr val="404041"/>
                </a:solidFill>
                <a:latin typeface="Bogle" panose="020B0503020203060203" pitchFamily="34" charset="77"/>
              </a:rPr>
              <a:t>Distribution comparison</a:t>
            </a:r>
          </a:p>
        </p:txBody>
      </p:sp>
    </p:spTree>
    <p:extLst>
      <p:ext uri="{BB962C8B-B14F-4D97-AF65-F5344CB8AC3E}">
        <p14:creationId xmlns:p14="http://schemas.microsoft.com/office/powerpoint/2010/main" val="269458200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F132D4DB-9846-4616-B269-FC4B716B3EAD}"/>
              </a:ext>
            </a:extLst>
          </p:cNvPr>
          <p:cNvSpPr>
            <a:spLocks noGrp="1"/>
          </p:cNvSpPr>
          <p:nvPr>
            <p:ph idx="1"/>
          </p:nvPr>
        </p:nvSpPr>
        <p:spPr/>
        <p:txBody>
          <a:bodyPr/>
          <a:lstStyle/>
          <a:p>
            <a:r>
              <a:rPr lang="en-US" b="0" dirty="0"/>
              <a:t>After lemmatizing the category and variety of test set, the final mean Trust factor is 0.889</a:t>
            </a:r>
          </a:p>
          <a:p>
            <a:pPr lvl="1"/>
            <a:r>
              <a:rPr lang="en-US" dirty="0"/>
              <a:t>Before that it was 0.806</a:t>
            </a:r>
          </a:p>
          <a:p>
            <a:r>
              <a:rPr lang="en-US" b="0" dirty="0"/>
              <a:t>Table</a:t>
            </a:r>
          </a:p>
          <a:p>
            <a:endParaRPr lang="en-US" dirty="0"/>
          </a:p>
          <a:p>
            <a:endParaRPr lang="en-US" dirty="0"/>
          </a:p>
          <a:p>
            <a:endParaRPr lang="en-US" b="0" dirty="0"/>
          </a:p>
        </p:txBody>
      </p:sp>
      <p:sp>
        <p:nvSpPr>
          <p:cNvPr id="3" name="Title 2">
            <a:extLst>
              <a:ext uri="{FF2B5EF4-FFF2-40B4-BE49-F238E27FC236}">
                <a16:creationId xmlns:a16="http://schemas.microsoft.com/office/drawing/2014/main" id="{9DC34B2B-D0BB-4252-8EBF-FA9758D69DBA}"/>
              </a:ext>
            </a:extLst>
          </p:cNvPr>
          <p:cNvSpPr>
            <a:spLocks noGrp="1"/>
          </p:cNvSpPr>
          <p:nvPr>
            <p:ph type="title"/>
          </p:nvPr>
        </p:nvSpPr>
        <p:spPr>
          <a:xfrm>
            <a:off x="218768" y="213643"/>
            <a:ext cx="10515600" cy="533117"/>
          </a:xfrm>
        </p:spPr>
        <p:txBody>
          <a:bodyPr>
            <a:normAutofit fontScale="90000"/>
          </a:bodyPr>
          <a:lstStyle/>
          <a:p>
            <a:r>
              <a:rPr lang="en-US" dirty="0"/>
              <a:t>Findings</a:t>
            </a:r>
          </a:p>
        </p:txBody>
      </p:sp>
      <p:sp>
        <p:nvSpPr>
          <p:cNvPr id="5" name="Text Placeholder 4">
            <a:extLst>
              <a:ext uri="{FF2B5EF4-FFF2-40B4-BE49-F238E27FC236}">
                <a16:creationId xmlns:a16="http://schemas.microsoft.com/office/drawing/2014/main" id="{90DCC42B-E619-4F1D-AC42-FC6EB613AD68}"/>
              </a:ext>
            </a:extLst>
          </p:cNvPr>
          <p:cNvSpPr>
            <a:spLocks noGrp="1"/>
          </p:cNvSpPr>
          <p:nvPr>
            <p:ph type="body" sz="quarter" idx="12"/>
          </p:nvPr>
        </p:nvSpPr>
        <p:spPr/>
        <p:txBody>
          <a:bodyPr>
            <a:normAutofit fontScale="77500" lnSpcReduction="20000"/>
          </a:bodyPr>
          <a:lstStyle/>
          <a:p>
            <a:endParaRPr lang="en-US" dirty="0"/>
          </a:p>
        </p:txBody>
      </p:sp>
      <p:graphicFrame>
        <p:nvGraphicFramePr>
          <p:cNvPr id="6" name="Table 6">
            <a:extLst>
              <a:ext uri="{FF2B5EF4-FFF2-40B4-BE49-F238E27FC236}">
                <a16:creationId xmlns:a16="http://schemas.microsoft.com/office/drawing/2014/main" id="{386BA9CE-C284-445D-BE69-494A465FAB7F}"/>
              </a:ext>
            </a:extLst>
          </p:cNvPr>
          <p:cNvGraphicFramePr>
            <a:graphicFrameLocks noGrp="1"/>
          </p:cNvGraphicFramePr>
          <p:nvPr>
            <p:extLst>
              <p:ext uri="{D42A27DB-BD31-4B8C-83A1-F6EECF244321}">
                <p14:modId xmlns:p14="http://schemas.microsoft.com/office/powerpoint/2010/main" val="1125840808"/>
              </p:ext>
            </p:extLst>
          </p:nvPr>
        </p:nvGraphicFramePr>
        <p:xfrm>
          <a:off x="1569883" y="3403600"/>
          <a:ext cx="8128000" cy="259588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3735380284"/>
                    </a:ext>
                  </a:extLst>
                </a:gridCol>
                <a:gridCol w="4064000">
                  <a:extLst>
                    <a:ext uri="{9D8B030D-6E8A-4147-A177-3AD203B41FA5}">
                      <a16:colId xmlns:a16="http://schemas.microsoft.com/office/drawing/2014/main" val="569202546"/>
                    </a:ext>
                  </a:extLst>
                </a:gridCol>
              </a:tblGrid>
              <a:tr h="370840">
                <a:tc>
                  <a:txBody>
                    <a:bodyPr/>
                    <a:lstStyle/>
                    <a:p>
                      <a:pPr algn="ctr"/>
                      <a:r>
                        <a:rPr lang="en-US" dirty="0"/>
                        <a:t>Fuzzy score type</a:t>
                      </a:r>
                    </a:p>
                  </a:txBody>
                  <a:tcPr/>
                </a:tc>
                <a:tc>
                  <a:txBody>
                    <a:bodyPr/>
                    <a:lstStyle/>
                    <a:p>
                      <a:pPr algn="ctr"/>
                      <a:r>
                        <a:rPr lang="en-US" dirty="0"/>
                        <a:t>Mean Trust factor</a:t>
                      </a:r>
                    </a:p>
                  </a:txBody>
                  <a:tcPr/>
                </a:tc>
                <a:extLst>
                  <a:ext uri="{0D108BD9-81ED-4DB2-BD59-A6C34878D82A}">
                    <a16:rowId xmlns:a16="http://schemas.microsoft.com/office/drawing/2014/main" val="569040692"/>
                  </a:ext>
                </a:extLst>
              </a:tr>
              <a:tr h="370840">
                <a:tc>
                  <a:txBody>
                    <a:bodyPr/>
                    <a:lstStyle/>
                    <a:p>
                      <a:pPr algn="ctr"/>
                      <a:r>
                        <a:rPr lang="en-US" dirty="0" err="1"/>
                        <a:t>Partial_token_set_ratio</a:t>
                      </a:r>
                      <a:endParaRPr lang="en-US" dirty="0"/>
                    </a:p>
                  </a:txBody>
                  <a:tcPr/>
                </a:tc>
                <a:tc>
                  <a:txBody>
                    <a:bodyPr/>
                    <a:lstStyle/>
                    <a:p>
                      <a:pPr algn="ctr"/>
                      <a:r>
                        <a:rPr lang="en-US" dirty="0">
                          <a:sym typeface="Wingdings" panose="05000000000000000000" pitchFamily="2" charset="2"/>
                        </a:rPr>
                        <a:t>0.890</a:t>
                      </a:r>
                      <a:endParaRPr lang="en-US" dirty="0"/>
                    </a:p>
                  </a:txBody>
                  <a:tcPr/>
                </a:tc>
                <a:extLst>
                  <a:ext uri="{0D108BD9-81ED-4DB2-BD59-A6C34878D82A}">
                    <a16:rowId xmlns:a16="http://schemas.microsoft.com/office/drawing/2014/main" val="2776438610"/>
                  </a:ext>
                </a:extLst>
              </a:tr>
              <a:tr h="370840">
                <a:tc>
                  <a:txBody>
                    <a:bodyPr/>
                    <a:lstStyle/>
                    <a:p>
                      <a:pPr algn="ctr"/>
                      <a:r>
                        <a:rPr lang="en-US" dirty="0" err="1"/>
                        <a:t>Partial_ratio</a:t>
                      </a:r>
                      <a:endParaRPr lang="en-US" dirty="0"/>
                    </a:p>
                  </a:txBody>
                  <a:tcPr/>
                </a:tc>
                <a:tc>
                  <a:txBody>
                    <a:bodyPr/>
                    <a:lstStyle/>
                    <a:p>
                      <a:pPr algn="ctr"/>
                      <a:r>
                        <a:rPr lang="en-US" dirty="0"/>
                        <a:t>0.540</a:t>
                      </a:r>
                    </a:p>
                  </a:txBody>
                  <a:tcPr/>
                </a:tc>
                <a:extLst>
                  <a:ext uri="{0D108BD9-81ED-4DB2-BD59-A6C34878D82A}">
                    <a16:rowId xmlns:a16="http://schemas.microsoft.com/office/drawing/2014/main" val="1753762131"/>
                  </a:ext>
                </a:extLst>
              </a:tr>
              <a:tr h="370840">
                <a:tc>
                  <a:txBody>
                    <a:bodyPr/>
                    <a:lstStyle/>
                    <a:p>
                      <a:pPr algn="ctr"/>
                      <a:r>
                        <a:rPr lang="en-US" dirty="0"/>
                        <a:t>Ratio</a:t>
                      </a:r>
                    </a:p>
                  </a:txBody>
                  <a:tcPr/>
                </a:tc>
                <a:tc>
                  <a:txBody>
                    <a:bodyPr/>
                    <a:lstStyle/>
                    <a:p>
                      <a:pPr algn="ctr"/>
                      <a:r>
                        <a:rPr lang="en-US" dirty="0"/>
                        <a:t>0</a:t>
                      </a:r>
                    </a:p>
                  </a:txBody>
                  <a:tcPr/>
                </a:tc>
                <a:extLst>
                  <a:ext uri="{0D108BD9-81ED-4DB2-BD59-A6C34878D82A}">
                    <a16:rowId xmlns:a16="http://schemas.microsoft.com/office/drawing/2014/main" val="854872886"/>
                  </a:ext>
                </a:extLst>
              </a:tr>
              <a:tr h="370840">
                <a:tc>
                  <a:txBody>
                    <a:bodyPr/>
                    <a:lstStyle/>
                    <a:p>
                      <a:pPr algn="ctr"/>
                      <a:r>
                        <a:rPr lang="en-US" dirty="0" err="1"/>
                        <a:t>Token_set_ratio</a:t>
                      </a:r>
                      <a:endParaRPr lang="en-US" dirty="0"/>
                    </a:p>
                  </a:txBody>
                  <a:tcPr/>
                </a:tc>
                <a:tc>
                  <a:txBody>
                    <a:bodyPr/>
                    <a:lstStyle/>
                    <a:p>
                      <a:pPr algn="ctr"/>
                      <a:r>
                        <a:rPr lang="en-US" dirty="0"/>
                        <a:t>0.571</a:t>
                      </a:r>
                    </a:p>
                  </a:txBody>
                  <a:tcPr/>
                </a:tc>
                <a:extLst>
                  <a:ext uri="{0D108BD9-81ED-4DB2-BD59-A6C34878D82A}">
                    <a16:rowId xmlns:a16="http://schemas.microsoft.com/office/drawing/2014/main" val="3863558300"/>
                  </a:ext>
                </a:extLst>
              </a:tr>
              <a:tr h="370840">
                <a:tc>
                  <a:txBody>
                    <a:bodyPr/>
                    <a:lstStyle/>
                    <a:p>
                      <a:pPr algn="ctr"/>
                      <a:r>
                        <a:rPr lang="en-US" dirty="0" err="1"/>
                        <a:t>Token_sort_ratio</a:t>
                      </a:r>
                      <a:endParaRPr lang="en-US" dirty="0"/>
                    </a:p>
                  </a:txBody>
                  <a:tcPr/>
                </a:tc>
                <a:tc>
                  <a:txBody>
                    <a:bodyPr/>
                    <a:lstStyle/>
                    <a:p>
                      <a:pPr algn="ctr"/>
                      <a:r>
                        <a:rPr lang="en-US" dirty="0"/>
                        <a:t>0</a:t>
                      </a:r>
                    </a:p>
                  </a:txBody>
                  <a:tcPr/>
                </a:tc>
                <a:extLst>
                  <a:ext uri="{0D108BD9-81ED-4DB2-BD59-A6C34878D82A}">
                    <a16:rowId xmlns:a16="http://schemas.microsoft.com/office/drawing/2014/main" val="3831267586"/>
                  </a:ext>
                </a:extLst>
              </a:tr>
              <a:tr h="370840">
                <a:tc>
                  <a:txBody>
                    <a:bodyPr/>
                    <a:lstStyle/>
                    <a:p>
                      <a:pPr algn="ctr"/>
                      <a:r>
                        <a:rPr lang="en-US" dirty="0" err="1"/>
                        <a:t>Partial_token_sort_ratio</a:t>
                      </a:r>
                      <a:endParaRPr lang="en-US" dirty="0"/>
                    </a:p>
                  </a:txBody>
                  <a:tcPr/>
                </a:tc>
                <a:tc>
                  <a:txBody>
                    <a:bodyPr/>
                    <a:lstStyle/>
                    <a:p>
                      <a:pPr algn="ctr"/>
                      <a:r>
                        <a:rPr lang="en-US" dirty="0"/>
                        <a:t>0.528</a:t>
                      </a:r>
                    </a:p>
                  </a:txBody>
                  <a:tcPr/>
                </a:tc>
                <a:extLst>
                  <a:ext uri="{0D108BD9-81ED-4DB2-BD59-A6C34878D82A}">
                    <a16:rowId xmlns:a16="http://schemas.microsoft.com/office/drawing/2014/main" val="3421242859"/>
                  </a:ext>
                </a:extLst>
              </a:tr>
            </a:tbl>
          </a:graphicData>
        </a:graphic>
      </p:graphicFrame>
    </p:spTree>
    <p:extLst>
      <p:ext uri="{BB962C8B-B14F-4D97-AF65-F5344CB8AC3E}">
        <p14:creationId xmlns:p14="http://schemas.microsoft.com/office/powerpoint/2010/main" val="222584752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732065C-A8D4-4FAC-B330-7CA85CB66A65}"/>
              </a:ext>
            </a:extLst>
          </p:cNvPr>
          <p:cNvSpPr>
            <a:spLocks noGrp="1"/>
          </p:cNvSpPr>
          <p:nvPr>
            <p:ph idx="1"/>
          </p:nvPr>
        </p:nvSpPr>
        <p:spPr>
          <a:xfrm>
            <a:off x="609600" y="1130710"/>
            <a:ext cx="10972800" cy="4980530"/>
          </a:xfrm>
        </p:spPr>
        <p:txBody>
          <a:bodyPr>
            <a:normAutofit fontScale="55000" lnSpcReduction="20000"/>
          </a:bodyPr>
          <a:lstStyle/>
          <a:p>
            <a:r>
              <a:rPr lang="en-US" dirty="0"/>
              <a:t>Stop words- </a:t>
            </a:r>
            <a:br>
              <a:rPr lang="en-US" dirty="0"/>
            </a:br>
            <a:r>
              <a:rPr lang="en-US" dirty="0"/>
              <a:t>{'CAN',</a:t>
            </a:r>
          </a:p>
          <a:p>
            <a:r>
              <a:rPr lang="en-US" dirty="0"/>
              <a:t> 'D',</a:t>
            </a:r>
          </a:p>
          <a:p>
            <a:r>
              <a:rPr lang="en-US" dirty="0"/>
              <a:t> 'DON',</a:t>
            </a:r>
          </a:p>
          <a:p>
            <a:r>
              <a:rPr lang="en-US" dirty="0"/>
              <a:t> 'JUST',</a:t>
            </a:r>
          </a:p>
          <a:p>
            <a:r>
              <a:rPr lang="en-US" dirty="0"/>
              <a:t> 'LL',</a:t>
            </a:r>
          </a:p>
          <a:p>
            <a:r>
              <a:rPr lang="en-US" dirty="0"/>
              <a:t> 'M',</a:t>
            </a:r>
          </a:p>
          <a:p>
            <a:r>
              <a:rPr lang="en-US" dirty="0"/>
              <a:t> 'MA',</a:t>
            </a:r>
          </a:p>
          <a:p>
            <a:r>
              <a:rPr lang="en-US" dirty="0"/>
              <a:t> 'NO',</a:t>
            </a:r>
          </a:p>
          <a:p>
            <a:r>
              <a:rPr lang="en-US" dirty="0"/>
              <a:t> 'O',</a:t>
            </a:r>
          </a:p>
          <a:p>
            <a:r>
              <a:rPr lang="en-US" dirty="0"/>
              <a:t> 'RE',</a:t>
            </a:r>
          </a:p>
          <a:p>
            <a:r>
              <a:rPr lang="en-US" dirty="0"/>
              <a:t> 'S',</a:t>
            </a:r>
          </a:p>
          <a:p>
            <a:r>
              <a:rPr lang="en-US" dirty="0"/>
              <a:t> 'T',</a:t>
            </a:r>
          </a:p>
          <a:p>
            <a:r>
              <a:rPr lang="en-US" dirty="0"/>
              <a:t> 'VE',</a:t>
            </a:r>
          </a:p>
          <a:p>
            <a:r>
              <a:rPr lang="en-US" dirty="0"/>
              <a:t> 'WITH',</a:t>
            </a:r>
          </a:p>
          <a:p>
            <a:r>
              <a:rPr lang="en-US" dirty="0"/>
              <a:t> 'WON',</a:t>
            </a:r>
          </a:p>
          <a:p>
            <a:r>
              <a:rPr lang="en-US" dirty="0"/>
              <a:t> 'Y'}</a:t>
            </a:r>
          </a:p>
        </p:txBody>
      </p:sp>
      <p:sp>
        <p:nvSpPr>
          <p:cNvPr id="3" name="Title 2">
            <a:extLst>
              <a:ext uri="{FF2B5EF4-FFF2-40B4-BE49-F238E27FC236}">
                <a16:creationId xmlns:a16="http://schemas.microsoft.com/office/drawing/2014/main" id="{502E6E96-4FD5-43C5-82F6-197134A46D50}"/>
              </a:ext>
            </a:extLst>
          </p:cNvPr>
          <p:cNvSpPr>
            <a:spLocks noGrp="1"/>
          </p:cNvSpPr>
          <p:nvPr>
            <p:ph type="title"/>
          </p:nvPr>
        </p:nvSpPr>
        <p:spPr>
          <a:xfrm>
            <a:off x="199103" y="148816"/>
            <a:ext cx="10515600" cy="500114"/>
          </a:xfrm>
        </p:spPr>
        <p:txBody>
          <a:bodyPr>
            <a:normAutofit fontScale="90000"/>
          </a:bodyPr>
          <a:lstStyle/>
          <a:p>
            <a:r>
              <a:rPr lang="en-US" dirty="0"/>
              <a:t>Findings</a:t>
            </a:r>
          </a:p>
        </p:txBody>
      </p:sp>
    </p:spTree>
    <p:extLst>
      <p:ext uri="{BB962C8B-B14F-4D97-AF65-F5344CB8AC3E}">
        <p14:creationId xmlns:p14="http://schemas.microsoft.com/office/powerpoint/2010/main" val="35446746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DC6313B-0C37-4345-8BC8-99F3EF69B950}"/>
              </a:ext>
            </a:extLst>
          </p:cNvPr>
          <p:cNvSpPr>
            <a:spLocks noGrp="1"/>
          </p:cNvSpPr>
          <p:nvPr>
            <p:ph idx="1"/>
          </p:nvPr>
        </p:nvSpPr>
        <p:spPr>
          <a:xfrm>
            <a:off x="609600" y="1600200"/>
            <a:ext cx="4650658" cy="4511040"/>
          </a:xfrm>
        </p:spPr>
        <p:txBody>
          <a:bodyPr>
            <a:normAutofit fontScale="25000" lnSpcReduction="20000"/>
          </a:bodyPr>
          <a:lstStyle/>
          <a:p>
            <a:r>
              <a:rPr lang="en-US" dirty="0"/>
              <a:t>Words which are lemmatized- </a:t>
            </a:r>
            <a:br>
              <a:rPr lang="en-US" dirty="0"/>
            </a:br>
            <a:r>
              <a:rPr lang="en-US" dirty="0"/>
              <a:t>{'AM',</a:t>
            </a:r>
          </a:p>
          <a:p>
            <a:r>
              <a:rPr lang="en-US" dirty="0"/>
              <a:t> 'BA',</a:t>
            </a:r>
          </a:p>
          <a:p>
            <a:r>
              <a:rPr lang="en-US" dirty="0"/>
              <a:t> 'BH',</a:t>
            </a:r>
          </a:p>
          <a:p>
            <a:r>
              <a:rPr lang="en-US" dirty="0"/>
              <a:t> 'BOX',</a:t>
            </a:r>
          </a:p>
          <a:p>
            <a:r>
              <a:rPr lang="en-US" dirty="0"/>
              <a:t> 'BUSHMAN',</a:t>
            </a:r>
          </a:p>
          <a:p>
            <a:r>
              <a:rPr lang="en-US" dirty="0"/>
              <a:t> 'CA',</a:t>
            </a:r>
          </a:p>
          <a:p>
            <a:r>
              <a:rPr lang="en-US" dirty="0"/>
              <a:t> 'CF',</a:t>
            </a:r>
          </a:p>
          <a:p>
            <a:r>
              <a:rPr lang="en-US" dirty="0"/>
              <a:t> 'CHICKPEA',</a:t>
            </a:r>
          </a:p>
          <a:p>
            <a:r>
              <a:rPr lang="en-US" dirty="0"/>
              <a:t> 'CL',</a:t>
            </a:r>
          </a:p>
          <a:p>
            <a:r>
              <a:rPr lang="en-US" dirty="0"/>
              <a:t> 'CLAMSHELL',</a:t>
            </a:r>
          </a:p>
          <a:p>
            <a:r>
              <a:rPr lang="en-US" dirty="0"/>
              <a:t> 'COLOUR',</a:t>
            </a:r>
          </a:p>
          <a:p>
            <a:r>
              <a:rPr lang="en-US" dirty="0"/>
              <a:t> 'CR',</a:t>
            </a:r>
          </a:p>
          <a:p>
            <a:r>
              <a:rPr lang="en-US" dirty="0"/>
              <a:t> 'CT',</a:t>
            </a:r>
          </a:p>
          <a:p>
            <a:r>
              <a:rPr lang="en-US" dirty="0"/>
              <a:t> 'CUKE',</a:t>
            </a:r>
          </a:p>
          <a:p>
            <a:r>
              <a:rPr lang="en-US" dirty="0"/>
              <a:t> 'DA',</a:t>
            </a:r>
          </a:p>
          <a:p>
            <a:r>
              <a:rPr lang="en-US" dirty="0"/>
              <a:t> 'DC',</a:t>
            </a:r>
          </a:p>
          <a:p>
            <a:r>
              <a:rPr lang="en-US" dirty="0"/>
              <a:t> 'EA',</a:t>
            </a:r>
          </a:p>
          <a:p>
            <a:r>
              <a:rPr lang="en-US" dirty="0"/>
              <a:t> 'ES',</a:t>
            </a:r>
          </a:p>
          <a:p>
            <a:r>
              <a:rPr lang="en-US" dirty="0"/>
              <a:t> 'EX',</a:t>
            </a:r>
          </a:p>
          <a:p>
            <a:r>
              <a:rPr lang="en-US" dirty="0"/>
              <a:t> 'FRY',</a:t>
            </a:r>
          </a:p>
          <a:p>
            <a:r>
              <a:rPr lang="en-US" dirty="0"/>
              <a:t> 'GD',</a:t>
            </a:r>
          </a:p>
          <a:p>
            <a:r>
              <a:rPr lang="en-US" dirty="0"/>
              <a:t> 'GUPPY',</a:t>
            </a:r>
          </a:p>
          <a:p>
            <a:endParaRPr lang="en-US" dirty="0"/>
          </a:p>
        </p:txBody>
      </p:sp>
      <p:sp>
        <p:nvSpPr>
          <p:cNvPr id="3" name="Title 2">
            <a:extLst>
              <a:ext uri="{FF2B5EF4-FFF2-40B4-BE49-F238E27FC236}">
                <a16:creationId xmlns:a16="http://schemas.microsoft.com/office/drawing/2014/main" id="{CD389EBD-AED5-4CB4-850D-BF13148C2BBC}"/>
              </a:ext>
            </a:extLst>
          </p:cNvPr>
          <p:cNvSpPr>
            <a:spLocks noGrp="1"/>
          </p:cNvSpPr>
          <p:nvPr>
            <p:ph type="title"/>
          </p:nvPr>
        </p:nvSpPr>
        <p:spPr/>
        <p:txBody>
          <a:bodyPr/>
          <a:lstStyle/>
          <a:p>
            <a:endParaRPr lang="en-US"/>
          </a:p>
        </p:txBody>
      </p:sp>
      <p:sp>
        <p:nvSpPr>
          <p:cNvPr id="4" name="Text Placeholder 3">
            <a:extLst>
              <a:ext uri="{FF2B5EF4-FFF2-40B4-BE49-F238E27FC236}">
                <a16:creationId xmlns:a16="http://schemas.microsoft.com/office/drawing/2014/main" id="{FBC6D631-C9E6-477D-B192-64CDF1BAD3A6}"/>
              </a:ext>
            </a:extLst>
          </p:cNvPr>
          <p:cNvSpPr>
            <a:spLocks noGrp="1"/>
          </p:cNvSpPr>
          <p:nvPr>
            <p:ph type="body" sz="quarter" idx="12"/>
          </p:nvPr>
        </p:nvSpPr>
        <p:spPr/>
        <p:txBody>
          <a:bodyPr>
            <a:normAutofit fontScale="77500" lnSpcReduction="20000"/>
          </a:bodyPr>
          <a:lstStyle/>
          <a:p>
            <a:endParaRPr lang="en-US"/>
          </a:p>
        </p:txBody>
      </p:sp>
      <p:sp>
        <p:nvSpPr>
          <p:cNvPr id="6" name="TextBox 5">
            <a:extLst>
              <a:ext uri="{FF2B5EF4-FFF2-40B4-BE49-F238E27FC236}">
                <a16:creationId xmlns:a16="http://schemas.microsoft.com/office/drawing/2014/main" id="{DBA8F430-EF0D-48AD-A39D-D5BED1B7AA96}"/>
              </a:ext>
            </a:extLst>
          </p:cNvPr>
          <p:cNvSpPr txBox="1"/>
          <p:nvPr/>
        </p:nvSpPr>
        <p:spPr>
          <a:xfrm>
            <a:off x="5820697" y="1868129"/>
            <a:ext cx="5171768" cy="4385816"/>
          </a:xfrm>
          <a:prstGeom prst="rect">
            <a:avLst/>
          </a:prstGeom>
          <a:noFill/>
        </p:spPr>
        <p:txBody>
          <a:bodyPr wrap="square" rtlCol="0">
            <a:spAutoFit/>
          </a:bodyPr>
          <a:lstStyle/>
          <a:p>
            <a:r>
              <a:rPr lang="en-US" sz="900" dirty="0"/>
              <a:t> 'HA',</a:t>
            </a:r>
          </a:p>
          <a:p>
            <a:r>
              <a:rPr lang="en-US" sz="900" dirty="0"/>
              <a:t> 'HFC',</a:t>
            </a:r>
          </a:p>
          <a:p>
            <a:r>
              <a:rPr lang="en-US" sz="900" dirty="0"/>
              <a:t> 'HM',</a:t>
            </a:r>
          </a:p>
          <a:p>
            <a:r>
              <a:rPr lang="en-US" sz="900" dirty="0"/>
              <a:t> 'IN',</a:t>
            </a:r>
          </a:p>
          <a:p>
            <a:r>
              <a:rPr lang="en-US" sz="900" dirty="0"/>
              <a:t> 'JIMMY',</a:t>
            </a:r>
          </a:p>
          <a:p>
            <a:r>
              <a:rPr lang="en-US" sz="900" dirty="0"/>
              <a:t> 'KABOB',</a:t>
            </a:r>
          </a:p>
          <a:p>
            <a:r>
              <a:rPr lang="en-US" sz="900" dirty="0"/>
              <a:t> 'KANSA',</a:t>
            </a:r>
          </a:p>
          <a:p>
            <a:r>
              <a:rPr lang="en-US" sz="900" dirty="0"/>
              <a:t> 'KID',</a:t>
            </a:r>
          </a:p>
          <a:p>
            <a:r>
              <a:rPr lang="en-US" sz="900" dirty="0"/>
              <a:t> 'LA',</a:t>
            </a:r>
          </a:p>
          <a:p>
            <a:r>
              <a:rPr lang="en-US" sz="900" dirty="0"/>
              <a:t> 'LB',</a:t>
            </a:r>
          </a:p>
          <a:p>
            <a:r>
              <a:rPr lang="en-US" sz="900" dirty="0"/>
              <a:t> 'MARY',</a:t>
            </a:r>
          </a:p>
          <a:p>
            <a:r>
              <a:rPr lang="en-US" sz="900" dirty="0"/>
              <a:t> 'MEATBALL',</a:t>
            </a:r>
          </a:p>
          <a:p>
            <a:r>
              <a:rPr lang="en-US" sz="900" dirty="0"/>
              <a:t> 'MELISSA',</a:t>
            </a:r>
          </a:p>
          <a:p>
            <a:r>
              <a:rPr lang="en-US" sz="900" dirty="0"/>
              <a:t> 'MIX',</a:t>
            </a:r>
          </a:p>
          <a:p>
            <a:r>
              <a:rPr lang="en-US" sz="900" dirty="0"/>
              <a:t> 'MOTT',</a:t>
            </a:r>
          </a:p>
          <a:p>
            <a:r>
              <a:rPr lang="en-US" sz="900" dirty="0"/>
              <a:t> 'MU',</a:t>
            </a:r>
          </a:p>
          <a:p>
            <a:r>
              <a:rPr lang="en-US" sz="900" dirty="0"/>
              <a:t> 'NA',</a:t>
            </a:r>
          </a:p>
          <a:p>
            <a:r>
              <a:rPr lang="en-US" sz="900" dirty="0"/>
              <a:t> 'NJ',</a:t>
            </a:r>
          </a:p>
          <a:p>
            <a:r>
              <a:rPr lang="en-US" sz="900" dirty="0"/>
              <a:t> 'ORNAMENTAL',</a:t>
            </a:r>
          </a:p>
          <a:p>
            <a:r>
              <a:rPr lang="en-US" sz="900" dirty="0"/>
              <a:t> 'PA',</a:t>
            </a:r>
          </a:p>
          <a:p>
            <a:r>
              <a:rPr lang="en-US" sz="900" dirty="0"/>
              <a:t> 'PB',</a:t>
            </a:r>
          </a:p>
          <a:p>
            <a:r>
              <a:rPr lang="en-US" sz="900" dirty="0"/>
              <a:t> 'PC',</a:t>
            </a:r>
          </a:p>
          <a:p>
            <a:r>
              <a:rPr lang="en-US" sz="900" dirty="0"/>
              <a:t> 'PO',</a:t>
            </a:r>
          </a:p>
          <a:p>
            <a:r>
              <a:rPr lang="en-US" sz="900" dirty="0"/>
              <a:t> 'POMP',</a:t>
            </a:r>
          </a:p>
          <a:p>
            <a:r>
              <a:rPr lang="en-US" sz="900" dirty="0"/>
              <a:t> 'POUCH',</a:t>
            </a:r>
          </a:p>
          <a:p>
            <a:r>
              <a:rPr lang="en-US" sz="900" dirty="0"/>
              <a:t> 'PUMPKINSEED',</a:t>
            </a:r>
          </a:p>
          <a:p>
            <a:r>
              <a:rPr lang="en-US" sz="900" dirty="0"/>
              <a:t> 'RA',</a:t>
            </a:r>
          </a:p>
          <a:p>
            <a:r>
              <a:rPr lang="en-US" sz="900" dirty="0"/>
              <a:t> 'ROM',</a:t>
            </a:r>
          </a:p>
          <a:p>
            <a:r>
              <a:rPr lang="en-US" sz="900" dirty="0"/>
              <a:t> 'SAT',</a:t>
            </a:r>
          </a:p>
          <a:p>
            <a:r>
              <a:rPr lang="en-US" sz="900" dirty="0"/>
              <a:t> 'SG',</a:t>
            </a:r>
          </a:p>
          <a:p>
            <a:r>
              <a:rPr lang="en-US" sz="900" dirty="0"/>
              <a:t> 'SL'}</a:t>
            </a:r>
          </a:p>
        </p:txBody>
      </p:sp>
    </p:spTree>
    <p:extLst>
      <p:ext uri="{BB962C8B-B14F-4D97-AF65-F5344CB8AC3E}">
        <p14:creationId xmlns:p14="http://schemas.microsoft.com/office/powerpoint/2010/main" val="336114004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B8B28AF-1254-4648-9DC2-5CED28D07691}"/>
              </a:ext>
            </a:extLst>
          </p:cNvPr>
          <p:cNvSpPr>
            <a:spLocks noGrp="1"/>
          </p:cNvSpPr>
          <p:nvPr>
            <p:ph idx="1"/>
          </p:nvPr>
        </p:nvSpPr>
        <p:spPr/>
        <p:txBody>
          <a:bodyPr/>
          <a:lstStyle/>
          <a:p>
            <a:r>
              <a:rPr lang="en-US" b="0" dirty="0"/>
              <a:t>Brainstorm on the previous results</a:t>
            </a:r>
          </a:p>
          <a:p>
            <a:r>
              <a:rPr lang="en-US" b="0" dirty="0"/>
              <a:t>What of we predict category and variety separately and then calculate Trust Factor?</a:t>
            </a:r>
          </a:p>
          <a:p>
            <a:r>
              <a:rPr lang="en-US" b="0" strike="sngStrike" dirty="0"/>
              <a:t>Sparse matrix or dense matrix, any difference in </a:t>
            </a:r>
            <a:r>
              <a:rPr lang="en-US" b="0" strike="sngStrike" dirty="0" err="1"/>
              <a:t>prediction?No</a:t>
            </a:r>
            <a:r>
              <a:rPr lang="en-US" b="0" strike="sngStrike" dirty="0"/>
              <a:t>, only difference in the memory and the computation time.</a:t>
            </a:r>
          </a:p>
          <a:p>
            <a:endParaRPr lang="en-US" b="0" dirty="0"/>
          </a:p>
          <a:p>
            <a:endParaRPr lang="en-US" b="0" dirty="0"/>
          </a:p>
          <a:p>
            <a:endParaRPr lang="en-US" b="0" dirty="0"/>
          </a:p>
        </p:txBody>
      </p:sp>
      <p:sp>
        <p:nvSpPr>
          <p:cNvPr id="3" name="Title 2">
            <a:extLst>
              <a:ext uri="{FF2B5EF4-FFF2-40B4-BE49-F238E27FC236}">
                <a16:creationId xmlns:a16="http://schemas.microsoft.com/office/drawing/2014/main" id="{40659B1F-E0CC-4AD0-A40F-3269ACC7D371}"/>
              </a:ext>
            </a:extLst>
          </p:cNvPr>
          <p:cNvSpPr>
            <a:spLocks noGrp="1"/>
          </p:cNvSpPr>
          <p:nvPr>
            <p:ph type="title"/>
          </p:nvPr>
        </p:nvSpPr>
        <p:spPr>
          <a:xfrm>
            <a:off x="346587" y="309429"/>
            <a:ext cx="10515600" cy="559107"/>
          </a:xfrm>
        </p:spPr>
        <p:txBody>
          <a:bodyPr>
            <a:normAutofit fontScale="90000"/>
          </a:bodyPr>
          <a:lstStyle/>
          <a:p>
            <a:r>
              <a:rPr lang="en-US" dirty="0"/>
              <a:t>To do</a:t>
            </a:r>
          </a:p>
        </p:txBody>
      </p:sp>
      <p:sp>
        <p:nvSpPr>
          <p:cNvPr id="4" name="Text Placeholder 3">
            <a:extLst>
              <a:ext uri="{FF2B5EF4-FFF2-40B4-BE49-F238E27FC236}">
                <a16:creationId xmlns:a16="http://schemas.microsoft.com/office/drawing/2014/main" id="{28A9258C-224D-4EBB-A065-2C20F7F5332B}"/>
              </a:ext>
            </a:extLst>
          </p:cNvPr>
          <p:cNvSpPr>
            <a:spLocks noGrp="1"/>
          </p:cNvSpPr>
          <p:nvPr>
            <p:ph type="body" sz="quarter" idx="12"/>
          </p:nvPr>
        </p:nvSpPr>
        <p:spPr/>
        <p:txBody>
          <a:bodyPr>
            <a:normAutofit fontScale="77500" lnSpcReduction="20000"/>
          </a:bodyPr>
          <a:lstStyle/>
          <a:p>
            <a:endParaRPr lang="en-US" dirty="0"/>
          </a:p>
        </p:txBody>
      </p:sp>
    </p:spTree>
    <p:extLst>
      <p:ext uri="{BB962C8B-B14F-4D97-AF65-F5344CB8AC3E}">
        <p14:creationId xmlns:p14="http://schemas.microsoft.com/office/powerpoint/2010/main" val="374847445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B25B693-488D-45F7-AC86-996CB9539AFC}"/>
              </a:ext>
            </a:extLst>
          </p:cNvPr>
          <p:cNvSpPr>
            <a:spLocks noGrp="1"/>
          </p:cNvSpPr>
          <p:nvPr>
            <p:ph idx="1"/>
          </p:nvPr>
        </p:nvSpPr>
        <p:spPr/>
        <p:txBody>
          <a:bodyPr/>
          <a:lstStyle/>
          <a:p>
            <a:r>
              <a:rPr lang="en-US" b="0" dirty="0"/>
              <a:t>Product grouping-unsupervised</a:t>
            </a:r>
          </a:p>
          <a:p>
            <a:r>
              <a:rPr lang="en-US" b="0" dirty="0"/>
              <a:t>Aries team</a:t>
            </a:r>
          </a:p>
          <a:p>
            <a:r>
              <a:rPr lang="en-US" b="0" dirty="0"/>
              <a:t>Genetic algorithm, operation research,</a:t>
            </a:r>
          </a:p>
          <a:p>
            <a:r>
              <a:rPr lang="en-US" b="0" dirty="0"/>
              <a:t>Heuristic operation, om Prakash, </a:t>
            </a:r>
            <a:r>
              <a:rPr lang="en-US" b="0" dirty="0" err="1"/>
              <a:t>varun</a:t>
            </a:r>
            <a:r>
              <a:rPr lang="en-US" b="0" dirty="0"/>
              <a:t> </a:t>
            </a:r>
            <a:r>
              <a:rPr lang="en-US" b="0" dirty="0" err="1"/>
              <a:t>punatham</a:t>
            </a:r>
            <a:r>
              <a:rPr lang="en-US" b="0" dirty="0"/>
              <a:t>,</a:t>
            </a:r>
          </a:p>
          <a:p>
            <a:r>
              <a:rPr lang="en-US" b="0" dirty="0"/>
              <a:t>BTP- Yogendra </a:t>
            </a:r>
            <a:r>
              <a:rPr lang="en-US" b="0" dirty="0" err="1"/>
              <a:t>sashtri</a:t>
            </a:r>
            <a:endParaRPr lang="en-US" b="0" dirty="0"/>
          </a:p>
          <a:p>
            <a:endParaRPr lang="en-US" dirty="0"/>
          </a:p>
        </p:txBody>
      </p:sp>
      <p:sp>
        <p:nvSpPr>
          <p:cNvPr id="3" name="Title 2">
            <a:extLst>
              <a:ext uri="{FF2B5EF4-FFF2-40B4-BE49-F238E27FC236}">
                <a16:creationId xmlns:a16="http://schemas.microsoft.com/office/drawing/2014/main" id="{4066E7B5-F6FA-440A-93A9-9F5CA1254863}"/>
              </a:ext>
            </a:extLst>
          </p:cNvPr>
          <p:cNvSpPr>
            <a:spLocks noGrp="1"/>
          </p:cNvSpPr>
          <p:nvPr>
            <p:ph type="title"/>
          </p:nvPr>
        </p:nvSpPr>
        <p:spPr>
          <a:xfrm>
            <a:off x="169607" y="348760"/>
            <a:ext cx="10515600" cy="519777"/>
          </a:xfrm>
        </p:spPr>
        <p:txBody>
          <a:bodyPr>
            <a:normAutofit fontScale="90000"/>
          </a:bodyPr>
          <a:lstStyle/>
          <a:p>
            <a:r>
              <a:rPr lang="en-US" dirty="0"/>
              <a:t>Talk with Anant Kumar</a:t>
            </a:r>
          </a:p>
        </p:txBody>
      </p:sp>
      <p:sp>
        <p:nvSpPr>
          <p:cNvPr id="4" name="Text Placeholder 3">
            <a:extLst>
              <a:ext uri="{FF2B5EF4-FFF2-40B4-BE49-F238E27FC236}">
                <a16:creationId xmlns:a16="http://schemas.microsoft.com/office/drawing/2014/main" id="{114B9305-DB7A-4D0F-B747-9EABAEDEE355}"/>
              </a:ext>
            </a:extLst>
          </p:cNvPr>
          <p:cNvSpPr>
            <a:spLocks noGrp="1"/>
          </p:cNvSpPr>
          <p:nvPr>
            <p:ph type="body" sz="quarter" idx="12"/>
          </p:nvPr>
        </p:nvSpPr>
        <p:spPr/>
        <p:txBody>
          <a:bodyPr>
            <a:normAutofit fontScale="77500" lnSpcReduction="20000"/>
          </a:bodyPr>
          <a:lstStyle/>
          <a:p>
            <a:endParaRPr lang="en-US" dirty="0"/>
          </a:p>
        </p:txBody>
      </p:sp>
    </p:spTree>
    <p:extLst>
      <p:ext uri="{BB962C8B-B14F-4D97-AF65-F5344CB8AC3E}">
        <p14:creationId xmlns:p14="http://schemas.microsoft.com/office/powerpoint/2010/main" val="27776498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1797809-0330-48A7-B5F1-9733403C7DF8}"/>
              </a:ext>
            </a:extLst>
          </p:cNvPr>
          <p:cNvSpPr>
            <a:spLocks noGrp="1"/>
          </p:cNvSpPr>
          <p:nvPr>
            <p:ph idx="1"/>
          </p:nvPr>
        </p:nvSpPr>
        <p:spPr/>
        <p:txBody>
          <a:bodyPr>
            <a:normAutofit fontScale="70000" lnSpcReduction="20000"/>
          </a:bodyPr>
          <a:lstStyle/>
          <a:p>
            <a:r>
              <a:rPr lang="en-US" b="0" dirty="0"/>
              <a:t>KL divergence is a way of measuring the matching between two distributions.</a:t>
            </a:r>
          </a:p>
          <a:p>
            <a:endParaRPr lang="en-US" b="0" dirty="0"/>
          </a:p>
          <a:p>
            <a:endParaRPr lang="en-US" b="0" dirty="0"/>
          </a:p>
          <a:p>
            <a:endParaRPr lang="en-US" b="0" dirty="0"/>
          </a:p>
          <a:p>
            <a:r>
              <a:rPr lang="en-US" b="0" dirty="0"/>
              <a:t>Here q(x) is the approximation and p(x) is the true distribution we’re interested in matching q(x) to. Intuitively this measures the how much a given arbitrary distribution is away from the true distribution. If two distributions perfectly match, D_{KL} (p||q) = 0 otherwise it can take values between 0 and ∞. Lower the KL divergence value, the better we have matched the true distribution with our approximation.</a:t>
            </a:r>
          </a:p>
          <a:p>
            <a:r>
              <a:rPr lang="en-US" b="0" dirty="0"/>
              <a:t>The logarithms in these formulae are taken to base 2 if information is measured in units of bits, or to base {\</a:t>
            </a:r>
            <a:r>
              <a:rPr lang="en-US" b="0" dirty="0" err="1"/>
              <a:t>displaystyle</a:t>
            </a:r>
            <a:r>
              <a:rPr lang="en-US" b="0" dirty="0"/>
              <a:t> e}e if information is measured in </a:t>
            </a:r>
            <a:r>
              <a:rPr lang="en-US" b="0" dirty="0" err="1"/>
              <a:t>nats</a:t>
            </a:r>
            <a:r>
              <a:rPr lang="en-US" b="0" dirty="0"/>
              <a:t>. Most formulas involving relative entropy hold regardless of the base of the logarithm.</a:t>
            </a:r>
          </a:p>
          <a:p>
            <a:r>
              <a:rPr lang="en-US" b="0" i="0" dirty="0">
                <a:solidFill>
                  <a:srgbClr val="1A1A1B"/>
                </a:solidFill>
                <a:effectLst/>
                <a:latin typeface="Bogle" panose="020B0503020203060203" pitchFamily="34" charset="0"/>
              </a:rPr>
              <a:t>The KL divergence tells you the number of bits of information that are lost in using a distribution p to describe the information encoded in distribution q. The number of bits of information lost encoding pdf q as pdf p is not necessarily the same as the amount of information lost encoding pdf p as pdf q. </a:t>
            </a:r>
            <a:endParaRPr lang="en-US" b="0" dirty="0">
              <a:latin typeface="Bogle" panose="020B0503020203060203" pitchFamily="34" charset="0"/>
            </a:endParaRPr>
          </a:p>
          <a:p>
            <a:endParaRPr lang="en-US" b="0" dirty="0">
              <a:latin typeface="Bogle" panose="020B0503020203060203" pitchFamily="34" charset="0"/>
            </a:endParaRPr>
          </a:p>
          <a:p>
            <a:endParaRPr lang="en-US" b="0" dirty="0"/>
          </a:p>
        </p:txBody>
      </p:sp>
      <p:sp>
        <p:nvSpPr>
          <p:cNvPr id="3" name="Title 2">
            <a:extLst>
              <a:ext uri="{FF2B5EF4-FFF2-40B4-BE49-F238E27FC236}">
                <a16:creationId xmlns:a16="http://schemas.microsoft.com/office/drawing/2014/main" id="{9A05C439-F0FD-4A7C-9D21-54D702CB9AFE}"/>
              </a:ext>
            </a:extLst>
          </p:cNvPr>
          <p:cNvSpPr>
            <a:spLocks noGrp="1"/>
          </p:cNvSpPr>
          <p:nvPr>
            <p:ph type="title"/>
          </p:nvPr>
        </p:nvSpPr>
        <p:spPr>
          <a:xfrm>
            <a:off x="838200" y="365125"/>
            <a:ext cx="10515600" cy="637765"/>
          </a:xfrm>
        </p:spPr>
        <p:txBody>
          <a:bodyPr>
            <a:normAutofit fontScale="90000"/>
          </a:bodyPr>
          <a:lstStyle/>
          <a:p>
            <a:r>
              <a:rPr lang="en-US" dirty="0"/>
              <a:t>KL Divergence</a:t>
            </a:r>
          </a:p>
        </p:txBody>
      </p:sp>
      <p:pic>
        <p:nvPicPr>
          <p:cNvPr id="3074" name="Picture 2">
            <a:extLst>
              <a:ext uri="{FF2B5EF4-FFF2-40B4-BE49-F238E27FC236}">
                <a16:creationId xmlns:a16="http://schemas.microsoft.com/office/drawing/2014/main" id="{397038DB-DFBB-4328-9D83-C2744C704D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80858" y="2126533"/>
            <a:ext cx="3686175" cy="771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361588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0676C40-6AFA-4B95-8204-F8FF53484D0F}"/>
              </a:ext>
            </a:extLst>
          </p:cNvPr>
          <p:cNvSpPr>
            <a:spLocks noGrp="1"/>
          </p:cNvSpPr>
          <p:nvPr>
            <p:ph type="title"/>
          </p:nvPr>
        </p:nvSpPr>
        <p:spPr/>
        <p:txBody>
          <a:bodyPr/>
          <a:lstStyle/>
          <a:p>
            <a:r>
              <a:rPr lang="en-US" dirty="0" err="1"/>
              <a:t>Kl_div</a:t>
            </a:r>
            <a:r>
              <a:rPr lang="en-US" dirty="0"/>
              <a:t> of </a:t>
            </a:r>
            <a:r>
              <a:rPr lang="en-US" dirty="0" err="1"/>
              <a:t>scipy</a:t>
            </a:r>
            <a:endParaRPr lang="en-US" dirty="0"/>
          </a:p>
        </p:txBody>
      </p:sp>
      <p:sp>
        <p:nvSpPr>
          <p:cNvPr id="6" name="Content Placeholder 5">
            <a:extLst>
              <a:ext uri="{FF2B5EF4-FFF2-40B4-BE49-F238E27FC236}">
                <a16:creationId xmlns:a16="http://schemas.microsoft.com/office/drawing/2014/main" id="{4021B2D3-173E-4643-AB7B-9428BCDCB428}"/>
              </a:ext>
            </a:extLst>
          </p:cNvPr>
          <p:cNvSpPr>
            <a:spLocks noGrp="1"/>
          </p:cNvSpPr>
          <p:nvPr>
            <p:ph idx="1"/>
          </p:nvPr>
        </p:nvSpPr>
        <p:spPr/>
        <p:txBody>
          <a:bodyPr>
            <a:normAutofit lnSpcReduction="10000"/>
          </a:bodyPr>
          <a:lstStyle/>
          <a:p>
            <a:r>
              <a:rPr lang="en-US" b="0" dirty="0"/>
              <a:t>Elementwise function for computing </a:t>
            </a:r>
            <a:r>
              <a:rPr lang="en-US" b="0" dirty="0" err="1"/>
              <a:t>Kullback-Leibler</a:t>
            </a:r>
            <a:r>
              <a:rPr lang="en-US" b="0" dirty="0"/>
              <a:t> divergence.</a:t>
            </a:r>
          </a:p>
          <a:p>
            <a:r>
              <a:rPr lang="en-US" b="0" dirty="0">
                <a:hlinkClick r:id="rId2"/>
              </a:rPr>
              <a:t>https://docs.scipy.org/doc/scipy/reference/generated/scipy.special.kl_div.html</a:t>
            </a:r>
            <a:endParaRPr lang="en-US" b="0" dirty="0"/>
          </a:p>
          <a:p>
            <a:r>
              <a:rPr lang="en-US" b="0" dirty="0"/>
              <a:t>New in version 0.15.0.</a:t>
            </a:r>
          </a:p>
          <a:p>
            <a:r>
              <a:rPr lang="en-US" b="0" dirty="0"/>
              <a:t>This function is non-negative and is jointly convex in x and y.</a:t>
            </a:r>
          </a:p>
          <a:p>
            <a:r>
              <a:rPr lang="en-US" b="0" dirty="0"/>
              <a:t>The origin of this function is in </a:t>
            </a:r>
            <a:r>
              <a:rPr lang="en-US" dirty="0"/>
              <a:t>convex programming</a:t>
            </a:r>
            <a:r>
              <a:rPr lang="en-US" b="0" dirty="0"/>
              <a:t>; see [1] for details. This is why the </a:t>
            </a:r>
            <a:r>
              <a:rPr lang="en-US" b="0" dirty="0" err="1"/>
              <a:t>the</a:t>
            </a:r>
            <a:r>
              <a:rPr lang="en-US" b="0" dirty="0"/>
              <a:t> function contains the extra  terms over what might be expected from the </a:t>
            </a:r>
            <a:r>
              <a:rPr lang="en-US" b="0" dirty="0" err="1"/>
              <a:t>Kullback-Leibler</a:t>
            </a:r>
            <a:r>
              <a:rPr lang="en-US" b="0" dirty="0"/>
              <a:t> divergence. </a:t>
            </a:r>
            <a:r>
              <a:rPr lang="en-US" dirty="0"/>
              <a:t>For a version of the function without the extra terms, see </a:t>
            </a:r>
            <a:r>
              <a:rPr lang="en-US" dirty="0" err="1"/>
              <a:t>rel_entr</a:t>
            </a:r>
            <a:r>
              <a:rPr lang="en-US" dirty="0"/>
              <a:t>.</a:t>
            </a:r>
          </a:p>
        </p:txBody>
      </p:sp>
    </p:spTree>
    <p:extLst>
      <p:ext uri="{BB962C8B-B14F-4D97-AF65-F5344CB8AC3E}">
        <p14:creationId xmlns:p14="http://schemas.microsoft.com/office/powerpoint/2010/main" val="284867726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F2A63-A1B5-40D1-B0A3-8E0637F451D4}"/>
              </a:ext>
            </a:extLst>
          </p:cNvPr>
          <p:cNvSpPr>
            <a:spLocks noGrp="1"/>
          </p:cNvSpPr>
          <p:nvPr>
            <p:ph type="title"/>
          </p:nvPr>
        </p:nvSpPr>
        <p:spPr/>
        <p:txBody>
          <a:bodyPr/>
          <a:lstStyle/>
          <a:p>
            <a:r>
              <a:rPr lang="en-US" dirty="0"/>
              <a:t>Relative entropy of </a:t>
            </a:r>
            <a:r>
              <a:rPr lang="en-US" dirty="0" err="1"/>
              <a:t>scipy</a:t>
            </a:r>
            <a:endParaRPr lang="en-US" dirty="0"/>
          </a:p>
        </p:txBody>
      </p:sp>
      <p:sp>
        <p:nvSpPr>
          <p:cNvPr id="3" name="Content Placeholder 2">
            <a:extLst>
              <a:ext uri="{FF2B5EF4-FFF2-40B4-BE49-F238E27FC236}">
                <a16:creationId xmlns:a16="http://schemas.microsoft.com/office/drawing/2014/main" id="{A3888D2E-687B-4164-8297-DB93106A91DF}"/>
              </a:ext>
            </a:extLst>
          </p:cNvPr>
          <p:cNvSpPr>
            <a:spLocks noGrp="1"/>
          </p:cNvSpPr>
          <p:nvPr>
            <p:ph idx="1"/>
          </p:nvPr>
        </p:nvSpPr>
        <p:spPr/>
        <p:txBody>
          <a:bodyPr/>
          <a:lstStyle/>
          <a:p>
            <a:r>
              <a:rPr lang="en-US" b="0" dirty="0"/>
              <a:t>Elementwise function for computing relative entropy.</a:t>
            </a:r>
          </a:p>
          <a:p>
            <a:r>
              <a:rPr lang="en-US" b="0" dirty="0"/>
              <a:t>New in version 0.15.0.</a:t>
            </a:r>
          </a:p>
          <a:p>
            <a:r>
              <a:rPr lang="en-US" b="0" dirty="0"/>
              <a:t>This function is jointly convex in x and y.</a:t>
            </a:r>
          </a:p>
          <a:p>
            <a:r>
              <a:rPr lang="en-US" b="0" dirty="0"/>
              <a:t>The origin of this function is in convex programming; see [1]. Given two discrete probability distributions  and , to get the relative entropy of statistics compute the sum</a:t>
            </a:r>
          </a:p>
          <a:p>
            <a:r>
              <a:rPr lang="en-US" b="0" dirty="0"/>
              <a:t>https://docs.scipy.org/doc/scipy/reference/generated/scipy.special.rel_entr.html#scipy.special.rel_entr</a:t>
            </a:r>
          </a:p>
          <a:p>
            <a:endParaRPr lang="en-US" b="0" dirty="0"/>
          </a:p>
        </p:txBody>
      </p:sp>
    </p:spTree>
    <p:extLst>
      <p:ext uri="{BB962C8B-B14F-4D97-AF65-F5344CB8AC3E}">
        <p14:creationId xmlns:p14="http://schemas.microsoft.com/office/powerpoint/2010/main" val="320897636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F415ACB-6F07-44BF-A08E-2158B1E72B76}"/>
              </a:ext>
            </a:extLst>
          </p:cNvPr>
          <p:cNvSpPr>
            <a:spLocks noGrp="1"/>
          </p:cNvSpPr>
          <p:nvPr>
            <p:ph idx="1"/>
          </p:nvPr>
        </p:nvSpPr>
        <p:spPr/>
        <p:txBody>
          <a:bodyPr/>
          <a:lstStyle/>
          <a:p>
            <a:r>
              <a:rPr lang="en-US" dirty="0"/>
              <a:t>Smaller the statistics, and higher the </a:t>
            </a:r>
            <a:r>
              <a:rPr lang="en-US" dirty="0" err="1"/>
              <a:t>pvalue</a:t>
            </a:r>
            <a:r>
              <a:rPr lang="en-US" dirty="0"/>
              <a:t>, the more similar the 2 distributions are.</a:t>
            </a:r>
          </a:p>
          <a:p>
            <a:r>
              <a:rPr lang="en-US" b="0" dirty="0"/>
              <a:t>The KS test is trying to describe the difference between a reference cumulative distribution function and the empirical cumulative distribution function.</a:t>
            </a:r>
          </a:p>
          <a:p>
            <a:endParaRPr lang="en-US" dirty="0"/>
          </a:p>
        </p:txBody>
      </p:sp>
      <p:sp>
        <p:nvSpPr>
          <p:cNvPr id="3" name="Title 2">
            <a:extLst>
              <a:ext uri="{FF2B5EF4-FFF2-40B4-BE49-F238E27FC236}">
                <a16:creationId xmlns:a16="http://schemas.microsoft.com/office/drawing/2014/main" id="{4B30DDD7-A4F6-4C3D-8716-C62B852B3999}"/>
              </a:ext>
            </a:extLst>
          </p:cNvPr>
          <p:cNvSpPr>
            <a:spLocks noGrp="1"/>
          </p:cNvSpPr>
          <p:nvPr>
            <p:ph type="title"/>
          </p:nvPr>
        </p:nvSpPr>
        <p:spPr>
          <a:xfrm>
            <a:off x="258097" y="288752"/>
            <a:ext cx="10515600" cy="578772"/>
          </a:xfrm>
        </p:spPr>
        <p:txBody>
          <a:bodyPr>
            <a:normAutofit fontScale="90000"/>
          </a:bodyPr>
          <a:lstStyle/>
          <a:p>
            <a:r>
              <a:rPr lang="en-US" dirty="0"/>
              <a:t>KS Divergence</a:t>
            </a:r>
          </a:p>
        </p:txBody>
      </p:sp>
      <p:sp>
        <p:nvSpPr>
          <p:cNvPr id="4" name="Text Placeholder 3">
            <a:extLst>
              <a:ext uri="{FF2B5EF4-FFF2-40B4-BE49-F238E27FC236}">
                <a16:creationId xmlns:a16="http://schemas.microsoft.com/office/drawing/2014/main" id="{61555602-E787-48E5-86A4-3F6E76C0AB37}"/>
              </a:ext>
            </a:extLst>
          </p:cNvPr>
          <p:cNvSpPr>
            <a:spLocks noGrp="1"/>
          </p:cNvSpPr>
          <p:nvPr>
            <p:ph type="body" sz="quarter" idx="12"/>
          </p:nvPr>
        </p:nvSpPr>
        <p:spPr/>
        <p:txBody>
          <a:bodyPr>
            <a:normAutofit fontScale="77500" lnSpcReduction="20000"/>
          </a:bodyPr>
          <a:lstStyle/>
          <a:p>
            <a:endParaRPr lang="en-US"/>
          </a:p>
        </p:txBody>
      </p:sp>
    </p:spTree>
    <p:extLst>
      <p:ext uri="{BB962C8B-B14F-4D97-AF65-F5344CB8AC3E}">
        <p14:creationId xmlns:p14="http://schemas.microsoft.com/office/powerpoint/2010/main" val="222438636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91ACB25-F435-4295-821F-FD746207402B}"/>
              </a:ext>
            </a:extLst>
          </p:cNvPr>
          <p:cNvSpPr>
            <a:spLocks noGrp="1"/>
          </p:cNvSpPr>
          <p:nvPr>
            <p:ph idx="1"/>
          </p:nvPr>
        </p:nvSpPr>
        <p:spPr/>
        <p:txBody>
          <a:bodyPr/>
          <a:lstStyle/>
          <a:p>
            <a:r>
              <a:rPr lang="en-US" b="0" dirty="0"/>
              <a:t>The </a:t>
            </a:r>
            <a:r>
              <a:rPr lang="en-US" b="0" dirty="0" err="1"/>
              <a:t>max_iter</a:t>
            </a:r>
            <a:r>
              <a:rPr lang="en-US" b="0" dirty="0"/>
              <a:t> was reached which means the </a:t>
            </a:r>
            <a:r>
              <a:rPr lang="en-US" b="0" dirty="0" err="1"/>
              <a:t>coef</a:t>
            </a:r>
            <a:r>
              <a:rPr lang="en-US" b="0" dirty="0"/>
              <a:t>_ did not converge</a:t>
            </a:r>
          </a:p>
          <a:p>
            <a:r>
              <a:rPr lang="en-US" b="0" dirty="0"/>
              <a:t>  "the </a:t>
            </a:r>
            <a:r>
              <a:rPr lang="en-US" b="0" dirty="0" err="1"/>
              <a:t>coef</a:t>
            </a:r>
            <a:r>
              <a:rPr lang="en-US" b="0" dirty="0"/>
              <a:t>_ did not converge", </a:t>
            </a:r>
            <a:r>
              <a:rPr lang="en-US" b="0" dirty="0" err="1"/>
              <a:t>ConvergenceWarning</a:t>
            </a:r>
            <a:r>
              <a:rPr lang="en-US" b="0" dirty="0"/>
              <a:t>)</a:t>
            </a:r>
          </a:p>
          <a:p>
            <a:r>
              <a:rPr lang="en-US" b="0" dirty="0"/>
              <a:t>0.896337 </a:t>
            </a:r>
            <a:r>
              <a:rPr lang="en-US" b="0" dirty="0">
                <a:sym typeface="Wingdings" panose="05000000000000000000" pitchFamily="2" charset="2"/>
              </a:rPr>
              <a:t> LR_HP  10 mins</a:t>
            </a:r>
          </a:p>
          <a:p>
            <a:r>
              <a:rPr lang="en-US" b="0" dirty="0">
                <a:sym typeface="Wingdings" panose="05000000000000000000" pitchFamily="2" charset="2"/>
              </a:rPr>
              <a:t>0.853325  RF_HP </a:t>
            </a:r>
          </a:p>
          <a:p>
            <a:r>
              <a:rPr lang="en-US" b="0" dirty="0">
                <a:sym typeface="Wingdings" panose="05000000000000000000" pitchFamily="2" charset="2"/>
              </a:rPr>
              <a:t>0.895575  LR_HP (</a:t>
            </a:r>
            <a:r>
              <a:rPr lang="en-US" b="0" dirty="0" err="1">
                <a:sym typeface="Wingdings" panose="05000000000000000000" pitchFamily="2" charset="2"/>
              </a:rPr>
              <a:t>class_weight</a:t>
            </a:r>
            <a:r>
              <a:rPr lang="en-US" b="0" dirty="0">
                <a:sym typeface="Wingdings" panose="05000000000000000000" pitchFamily="2" charset="2"/>
              </a:rPr>
              <a:t> = balanced)</a:t>
            </a:r>
            <a:endParaRPr lang="en-US" b="0" dirty="0"/>
          </a:p>
        </p:txBody>
      </p:sp>
      <p:sp>
        <p:nvSpPr>
          <p:cNvPr id="3" name="Title 2">
            <a:extLst>
              <a:ext uri="{FF2B5EF4-FFF2-40B4-BE49-F238E27FC236}">
                <a16:creationId xmlns:a16="http://schemas.microsoft.com/office/drawing/2014/main" id="{D004C26E-0725-4556-AB91-A236663C39FB}"/>
              </a:ext>
            </a:extLst>
          </p:cNvPr>
          <p:cNvSpPr>
            <a:spLocks noGrp="1"/>
          </p:cNvSpPr>
          <p:nvPr>
            <p:ph type="title"/>
          </p:nvPr>
        </p:nvSpPr>
        <p:spPr/>
        <p:txBody>
          <a:bodyPr/>
          <a:lstStyle/>
          <a:p>
            <a:endParaRPr lang="en-US"/>
          </a:p>
        </p:txBody>
      </p:sp>
      <p:sp>
        <p:nvSpPr>
          <p:cNvPr id="4" name="Text Placeholder 3">
            <a:extLst>
              <a:ext uri="{FF2B5EF4-FFF2-40B4-BE49-F238E27FC236}">
                <a16:creationId xmlns:a16="http://schemas.microsoft.com/office/drawing/2014/main" id="{6A01B7F5-77F9-4B78-8112-249B797C5725}"/>
              </a:ext>
            </a:extLst>
          </p:cNvPr>
          <p:cNvSpPr>
            <a:spLocks noGrp="1"/>
          </p:cNvSpPr>
          <p:nvPr>
            <p:ph type="body" sz="quarter" idx="12"/>
          </p:nvPr>
        </p:nvSpPr>
        <p:spPr/>
        <p:txBody>
          <a:bodyPr>
            <a:normAutofit fontScale="77500" lnSpcReduction="20000"/>
          </a:bodyPr>
          <a:lstStyle/>
          <a:p>
            <a:endParaRPr lang="en-US"/>
          </a:p>
        </p:txBody>
      </p:sp>
    </p:spTree>
    <p:extLst>
      <p:ext uri="{BB962C8B-B14F-4D97-AF65-F5344CB8AC3E}">
        <p14:creationId xmlns:p14="http://schemas.microsoft.com/office/powerpoint/2010/main" val="173142746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97B5A2D-5271-4C68-9C9F-F6C892E2FCD0}"/>
              </a:ext>
            </a:extLst>
          </p:cNvPr>
          <p:cNvSpPr>
            <a:spLocks noGrp="1"/>
          </p:cNvSpPr>
          <p:nvPr>
            <p:ph type="title"/>
          </p:nvPr>
        </p:nvSpPr>
        <p:spPr/>
        <p:txBody>
          <a:bodyPr/>
          <a:lstStyle/>
          <a:p>
            <a:r>
              <a:rPr lang="en-US" dirty="0"/>
              <a:t>Removing numbers, give examples</a:t>
            </a:r>
          </a:p>
        </p:txBody>
      </p:sp>
      <p:sp>
        <p:nvSpPr>
          <p:cNvPr id="6" name="Content Placeholder 5">
            <a:extLst>
              <a:ext uri="{FF2B5EF4-FFF2-40B4-BE49-F238E27FC236}">
                <a16:creationId xmlns:a16="http://schemas.microsoft.com/office/drawing/2014/main" id="{398427FD-0AC6-4587-B9AA-C96573E2CE3A}"/>
              </a:ext>
            </a:extLst>
          </p:cNvPr>
          <p:cNvSpPr>
            <a:spLocks noGrp="1"/>
          </p:cNvSpPr>
          <p:nvPr>
            <p:ph idx="1"/>
          </p:nvPr>
        </p:nvSpPr>
        <p:spPr/>
        <p:txBody>
          <a:bodyPr/>
          <a:lstStyle/>
          <a:p>
            <a:r>
              <a:rPr lang="en-US" dirty="0"/>
              <a:t>KL divergence</a:t>
            </a:r>
          </a:p>
          <a:p>
            <a:pPr lvl="1"/>
            <a:r>
              <a:rPr lang="en-US" dirty="0"/>
              <a:t>Less than 5, 70%</a:t>
            </a:r>
          </a:p>
          <a:p>
            <a:pPr lvl="1"/>
            <a:r>
              <a:rPr lang="en-US" dirty="0"/>
              <a:t>Less than 10, 85%</a:t>
            </a:r>
          </a:p>
          <a:p>
            <a:pPr lvl="1"/>
            <a:r>
              <a:rPr lang="en-US" dirty="0"/>
              <a:t>Less than 20, 98%</a:t>
            </a:r>
          </a:p>
          <a:p>
            <a:r>
              <a:rPr lang="en-US" dirty="0"/>
              <a:t>KS test (</a:t>
            </a:r>
            <a:r>
              <a:rPr lang="en-US" dirty="0" err="1"/>
              <a:t>Pvalue</a:t>
            </a:r>
            <a:r>
              <a:rPr lang="en-US" dirty="0"/>
              <a:t>)</a:t>
            </a:r>
          </a:p>
          <a:p>
            <a:pPr lvl="1"/>
            <a:r>
              <a:rPr lang="en-US" dirty="0"/>
              <a:t>Less than 0.0001, 99%</a:t>
            </a:r>
          </a:p>
          <a:p>
            <a:pPr lvl="1"/>
            <a:endParaRPr lang="en-US" dirty="0"/>
          </a:p>
          <a:p>
            <a:r>
              <a:rPr lang="en-US" dirty="0"/>
              <a:t>During this numbers were removed from test data as well. Ex- train data- 2L, and test data- 4L, therefore model won’t see 4L if 2 removed from train</a:t>
            </a:r>
          </a:p>
        </p:txBody>
      </p:sp>
    </p:spTree>
    <p:extLst>
      <p:ext uri="{BB962C8B-B14F-4D97-AF65-F5344CB8AC3E}">
        <p14:creationId xmlns:p14="http://schemas.microsoft.com/office/powerpoint/2010/main" val="136275106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9CF3E-284E-429B-BCC9-FF8E972CF5F7}"/>
              </a:ext>
            </a:extLst>
          </p:cNvPr>
          <p:cNvSpPr>
            <a:spLocks noGrp="1"/>
          </p:cNvSpPr>
          <p:nvPr>
            <p:ph type="title"/>
          </p:nvPr>
        </p:nvSpPr>
        <p:spPr/>
        <p:txBody>
          <a:bodyPr/>
          <a:lstStyle/>
          <a:p>
            <a:r>
              <a:rPr lang="en-US" dirty="0"/>
              <a:t>Removing 2 char words, give examples- 3z, MB,</a:t>
            </a:r>
          </a:p>
        </p:txBody>
      </p:sp>
      <p:sp>
        <p:nvSpPr>
          <p:cNvPr id="3" name="Content Placeholder 2">
            <a:extLst>
              <a:ext uri="{FF2B5EF4-FFF2-40B4-BE49-F238E27FC236}">
                <a16:creationId xmlns:a16="http://schemas.microsoft.com/office/drawing/2014/main" id="{8735ABFB-94FF-4091-9B60-7365D8FBCBBB}"/>
              </a:ext>
            </a:extLst>
          </p:cNvPr>
          <p:cNvSpPr>
            <a:spLocks noGrp="1"/>
          </p:cNvSpPr>
          <p:nvPr>
            <p:ph idx="1"/>
          </p:nvPr>
        </p:nvSpPr>
        <p:spPr/>
        <p:txBody>
          <a:bodyPr/>
          <a:lstStyle/>
          <a:p>
            <a:r>
              <a:rPr lang="en-US" dirty="0"/>
              <a:t>KL divergence</a:t>
            </a:r>
          </a:p>
          <a:p>
            <a:pPr lvl="1"/>
            <a:r>
              <a:rPr lang="en-US" dirty="0"/>
              <a:t>Less than 5, 78%</a:t>
            </a:r>
          </a:p>
          <a:p>
            <a:pPr lvl="1"/>
            <a:r>
              <a:rPr lang="en-US" dirty="0"/>
              <a:t>Less than 10, 87%</a:t>
            </a:r>
          </a:p>
          <a:p>
            <a:pPr lvl="1"/>
            <a:r>
              <a:rPr lang="en-US" dirty="0"/>
              <a:t>Less than 20, 93%</a:t>
            </a:r>
          </a:p>
          <a:p>
            <a:pPr lvl="1"/>
            <a:r>
              <a:rPr lang="en-US" dirty="0"/>
              <a:t>Less than 60, 99.7%</a:t>
            </a:r>
          </a:p>
          <a:p>
            <a:pPr lvl="1"/>
            <a:r>
              <a:rPr lang="en-US" dirty="0"/>
              <a:t>Less than 80, 99.97%</a:t>
            </a:r>
          </a:p>
          <a:p>
            <a:r>
              <a:rPr lang="en-US" dirty="0"/>
              <a:t>KS test (</a:t>
            </a:r>
            <a:r>
              <a:rPr lang="en-US" dirty="0" err="1"/>
              <a:t>Pvalue</a:t>
            </a:r>
            <a:r>
              <a:rPr lang="en-US" dirty="0"/>
              <a:t>)</a:t>
            </a:r>
          </a:p>
          <a:p>
            <a:pPr lvl="1"/>
            <a:endParaRPr lang="en-US" dirty="0"/>
          </a:p>
        </p:txBody>
      </p:sp>
    </p:spTree>
    <p:extLst>
      <p:ext uri="{BB962C8B-B14F-4D97-AF65-F5344CB8AC3E}">
        <p14:creationId xmlns:p14="http://schemas.microsoft.com/office/powerpoint/2010/main" val="253415710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489DE-737D-411D-A0B8-CE73D98D8CCF}"/>
              </a:ext>
            </a:extLst>
          </p:cNvPr>
          <p:cNvSpPr>
            <a:spLocks noGrp="1"/>
          </p:cNvSpPr>
          <p:nvPr>
            <p:ph type="title"/>
          </p:nvPr>
        </p:nvSpPr>
        <p:spPr/>
        <p:txBody>
          <a:bodyPr/>
          <a:lstStyle/>
          <a:p>
            <a:r>
              <a:rPr lang="en-US" dirty="0"/>
              <a:t>Remove numbers plus 2 char words</a:t>
            </a:r>
          </a:p>
        </p:txBody>
      </p:sp>
      <p:sp>
        <p:nvSpPr>
          <p:cNvPr id="3" name="Content Placeholder 2">
            <a:extLst>
              <a:ext uri="{FF2B5EF4-FFF2-40B4-BE49-F238E27FC236}">
                <a16:creationId xmlns:a16="http://schemas.microsoft.com/office/drawing/2014/main" id="{0C68800F-D361-43DB-8D08-27456889CF3E}"/>
              </a:ext>
            </a:extLst>
          </p:cNvPr>
          <p:cNvSpPr>
            <a:spLocks noGrp="1"/>
          </p:cNvSpPr>
          <p:nvPr>
            <p:ph idx="1"/>
          </p:nvPr>
        </p:nvSpPr>
        <p:spPr/>
        <p:txBody>
          <a:bodyPr/>
          <a:lstStyle/>
          <a:p>
            <a:r>
              <a:rPr lang="en-US" dirty="0"/>
              <a:t>KL divergence</a:t>
            </a:r>
          </a:p>
          <a:p>
            <a:pPr lvl="1"/>
            <a:r>
              <a:rPr lang="en-US" dirty="0"/>
              <a:t>Less than 5, 66%</a:t>
            </a:r>
          </a:p>
          <a:p>
            <a:pPr lvl="1"/>
            <a:r>
              <a:rPr lang="en-US" dirty="0"/>
              <a:t>Less than 10, 80%</a:t>
            </a:r>
          </a:p>
          <a:p>
            <a:pPr lvl="1"/>
            <a:r>
              <a:rPr lang="en-US" dirty="0"/>
              <a:t>Less than 20, 93%</a:t>
            </a:r>
          </a:p>
          <a:p>
            <a:pPr lvl="1"/>
            <a:r>
              <a:rPr lang="en-US" dirty="0"/>
              <a:t>Less than 60, 99.1%</a:t>
            </a:r>
          </a:p>
          <a:p>
            <a:pPr lvl="1"/>
            <a:r>
              <a:rPr lang="en-US" dirty="0"/>
              <a:t>Less than 80, 99.5%</a:t>
            </a:r>
          </a:p>
          <a:p>
            <a:r>
              <a:rPr lang="en-US" dirty="0"/>
              <a:t>KS test (</a:t>
            </a:r>
            <a:r>
              <a:rPr lang="en-US" dirty="0" err="1"/>
              <a:t>Pvalue</a:t>
            </a:r>
            <a:r>
              <a:rPr lang="en-US" dirty="0"/>
              <a:t>)</a:t>
            </a:r>
          </a:p>
          <a:p>
            <a:pPr lvl="1"/>
            <a:endParaRPr lang="en-US" dirty="0"/>
          </a:p>
          <a:p>
            <a:endParaRPr lang="en-US" dirty="0"/>
          </a:p>
        </p:txBody>
      </p:sp>
    </p:spTree>
    <p:extLst>
      <p:ext uri="{BB962C8B-B14F-4D97-AF65-F5344CB8AC3E}">
        <p14:creationId xmlns:p14="http://schemas.microsoft.com/office/powerpoint/2010/main" val="249556763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5B66B-E3EC-4CC0-A09A-49FD82DAD3DD}"/>
              </a:ext>
            </a:extLst>
          </p:cNvPr>
          <p:cNvSpPr>
            <a:spLocks noGrp="1"/>
          </p:cNvSpPr>
          <p:nvPr>
            <p:ph type="title"/>
          </p:nvPr>
        </p:nvSpPr>
        <p:spPr/>
        <p:txBody>
          <a:bodyPr/>
          <a:lstStyle/>
          <a:p>
            <a:r>
              <a:rPr lang="en-US" dirty="0"/>
              <a:t>To do</a:t>
            </a:r>
          </a:p>
        </p:txBody>
      </p:sp>
      <p:sp>
        <p:nvSpPr>
          <p:cNvPr id="3" name="Content Placeholder 2">
            <a:extLst>
              <a:ext uri="{FF2B5EF4-FFF2-40B4-BE49-F238E27FC236}">
                <a16:creationId xmlns:a16="http://schemas.microsoft.com/office/drawing/2014/main" id="{F9D22B05-1C46-4DA0-91BD-D489804A8FA2}"/>
              </a:ext>
            </a:extLst>
          </p:cNvPr>
          <p:cNvSpPr>
            <a:spLocks noGrp="1"/>
          </p:cNvSpPr>
          <p:nvPr>
            <p:ph idx="1"/>
          </p:nvPr>
        </p:nvSpPr>
        <p:spPr/>
        <p:txBody>
          <a:bodyPr/>
          <a:lstStyle/>
          <a:p>
            <a:r>
              <a:rPr lang="en-US" dirty="0"/>
              <a:t>Manual finding words</a:t>
            </a:r>
          </a:p>
          <a:p>
            <a:r>
              <a:rPr lang="en-US" dirty="0"/>
              <a:t>After removing noise list</a:t>
            </a:r>
          </a:p>
          <a:p>
            <a:r>
              <a:rPr lang="en-US" dirty="0" err="1">
                <a:solidFill>
                  <a:srgbClr val="FF0000"/>
                </a:solidFill>
              </a:rPr>
              <a:t>Shap</a:t>
            </a:r>
            <a:endParaRPr lang="en-US" dirty="0">
              <a:solidFill>
                <a:srgbClr val="FF0000"/>
              </a:solidFill>
            </a:endParaRPr>
          </a:p>
          <a:p>
            <a:r>
              <a:rPr lang="en-US" dirty="0">
                <a:solidFill>
                  <a:srgbClr val="FF0000"/>
                </a:solidFill>
              </a:rPr>
              <a:t>Abbreviation code</a:t>
            </a:r>
          </a:p>
          <a:p>
            <a:r>
              <a:rPr lang="en-US" dirty="0">
                <a:solidFill>
                  <a:srgbClr val="FF0000"/>
                </a:solidFill>
              </a:rPr>
              <a:t>Data augmentation- snorkel</a:t>
            </a:r>
          </a:p>
          <a:p>
            <a:r>
              <a:rPr lang="en-US" dirty="0">
                <a:solidFill>
                  <a:srgbClr val="FF0000"/>
                </a:solidFill>
              </a:rPr>
              <a:t>Use </a:t>
            </a:r>
            <a:r>
              <a:rPr lang="en-US" dirty="0" err="1">
                <a:solidFill>
                  <a:srgbClr val="FF0000"/>
                </a:solidFill>
              </a:rPr>
              <a:t>tfidf</a:t>
            </a:r>
            <a:r>
              <a:rPr lang="en-US" dirty="0">
                <a:solidFill>
                  <a:srgbClr val="FF0000"/>
                </a:solidFill>
              </a:rPr>
              <a:t> parameters</a:t>
            </a:r>
          </a:p>
        </p:txBody>
      </p:sp>
    </p:spTree>
    <p:extLst>
      <p:ext uri="{BB962C8B-B14F-4D97-AF65-F5344CB8AC3E}">
        <p14:creationId xmlns:p14="http://schemas.microsoft.com/office/powerpoint/2010/main" val="4270199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8539304F-5588-4142-A91C-75DA24DEEA99}"/>
              </a:ext>
            </a:extLst>
          </p:cNvPr>
          <p:cNvPicPr>
            <a:picLocks noChangeAspect="1"/>
          </p:cNvPicPr>
          <p:nvPr/>
        </p:nvPicPr>
        <p:blipFill rotWithShape="1">
          <a:blip r:embed="rId2"/>
          <a:srcRect l="18251" t="14812" r="18640" b="22032"/>
          <a:stretch/>
        </p:blipFill>
        <p:spPr>
          <a:xfrm>
            <a:off x="3985437" y="744906"/>
            <a:ext cx="4221125" cy="3264197"/>
          </a:xfrm>
          <a:prstGeom prst="rect">
            <a:avLst/>
          </a:prstGeom>
        </p:spPr>
      </p:pic>
      <p:sp>
        <p:nvSpPr>
          <p:cNvPr id="13" name="object 10">
            <a:extLst>
              <a:ext uri="{FF2B5EF4-FFF2-40B4-BE49-F238E27FC236}">
                <a16:creationId xmlns:a16="http://schemas.microsoft.com/office/drawing/2014/main" id="{EA4DAB1C-F0D2-1F45-80F4-E09A620A6446}"/>
              </a:ext>
            </a:extLst>
          </p:cNvPr>
          <p:cNvSpPr txBox="1"/>
          <p:nvPr/>
        </p:nvSpPr>
        <p:spPr>
          <a:xfrm>
            <a:off x="159489" y="4327383"/>
            <a:ext cx="11786705" cy="1938992"/>
          </a:xfrm>
          <a:prstGeom prst="rect">
            <a:avLst/>
          </a:prstGeom>
        </p:spPr>
        <p:txBody>
          <a:bodyPr vert="horz" wrap="square" lIns="0" tIns="0" rIns="0" bIns="0" rtlCol="0">
            <a:spAutoFit/>
          </a:bodyPr>
          <a:lstStyle/>
          <a:p>
            <a:pPr marL="7144" algn="ctr">
              <a:lnSpc>
                <a:spcPct val="100000"/>
              </a:lnSpc>
              <a:tabLst>
                <a:tab pos="3071455" algn="l"/>
              </a:tabLst>
            </a:pPr>
            <a:r>
              <a:rPr lang="en-US" sz="3200" dirty="0">
                <a:solidFill>
                  <a:srgbClr val="0D1D2B"/>
                </a:solidFill>
                <a:latin typeface="Bogle"/>
                <a:cs typeface="Bogle"/>
              </a:rPr>
              <a:t>Review Meet: Week 3</a:t>
            </a:r>
          </a:p>
          <a:p>
            <a:pPr marL="7144" algn="ctr">
              <a:lnSpc>
                <a:spcPct val="100000"/>
              </a:lnSpc>
              <a:tabLst>
                <a:tab pos="3071455" algn="l"/>
              </a:tabLst>
            </a:pPr>
            <a:r>
              <a:rPr lang="en-US" sz="3200" dirty="0">
                <a:solidFill>
                  <a:srgbClr val="0D1D2B"/>
                </a:solidFill>
                <a:latin typeface="Bogle"/>
                <a:cs typeface="Bogle"/>
              </a:rPr>
              <a:t>June 11</a:t>
            </a:r>
            <a:r>
              <a:rPr lang="en-US" sz="3200" baseline="30000" dirty="0">
                <a:solidFill>
                  <a:srgbClr val="0D1D2B"/>
                </a:solidFill>
                <a:latin typeface="Bogle"/>
                <a:cs typeface="Bogle"/>
              </a:rPr>
              <a:t>th</a:t>
            </a:r>
            <a:r>
              <a:rPr lang="en-US" sz="3200" dirty="0">
                <a:solidFill>
                  <a:srgbClr val="0D1D2B"/>
                </a:solidFill>
                <a:latin typeface="Bogle"/>
                <a:cs typeface="Bogle"/>
              </a:rPr>
              <a:t>, 2021</a:t>
            </a:r>
            <a:endParaRPr lang="en-US" sz="2800" dirty="0">
              <a:solidFill>
                <a:srgbClr val="0D1D2B"/>
              </a:solidFill>
              <a:latin typeface="Bogle"/>
              <a:cs typeface="Bogle"/>
            </a:endParaRPr>
          </a:p>
          <a:p>
            <a:pPr marL="7144" algn="ctr">
              <a:lnSpc>
                <a:spcPct val="100000"/>
              </a:lnSpc>
              <a:tabLst>
                <a:tab pos="3071455" algn="l"/>
              </a:tabLst>
            </a:pPr>
            <a:endParaRPr lang="en-US" sz="2000" dirty="0">
              <a:solidFill>
                <a:srgbClr val="0D1D2B"/>
              </a:solidFill>
              <a:latin typeface="Bogle"/>
              <a:cs typeface="Bogle"/>
            </a:endParaRPr>
          </a:p>
          <a:p>
            <a:pPr marL="7144" algn="ctr">
              <a:lnSpc>
                <a:spcPct val="100000"/>
              </a:lnSpc>
              <a:tabLst>
                <a:tab pos="3071455" algn="l"/>
              </a:tabLst>
            </a:pPr>
            <a:r>
              <a:rPr lang="en-US" sz="1400" dirty="0">
                <a:solidFill>
                  <a:srgbClr val="0D1D2B"/>
                </a:solidFill>
                <a:latin typeface="Bogle"/>
                <a:cs typeface="Bogle"/>
              </a:rPr>
              <a:t>Name: Rishabh Thapliyal</a:t>
            </a:r>
          </a:p>
          <a:p>
            <a:pPr marL="7144" algn="ctr">
              <a:lnSpc>
                <a:spcPct val="100000"/>
              </a:lnSpc>
              <a:tabLst>
                <a:tab pos="3071455" algn="l"/>
              </a:tabLst>
            </a:pPr>
            <a:r>
              <a:rPr lang="en-US" sz="1400" dirty="0">
                <a:solidFill>
                  <a:srgbClr val="0D1D2B"/>
                </a:solidFill>
                <a:latin typeface="Bogle"/>
                <a:cs typeface="Bogle"/>
              </a:rPr>
              <a:t>Mentor: Syed Faraz Ali &amp; Mallikharjuna MV</a:t>
            </a:r>
          </a:p>
          <a:p>
            <a:pPr marL="7144" algn="ctr">
              <a:lnSpc>
                <a:spcPct val="100000"/>
              </a:lnSpc>
              <a:tabLst>
                <a:tab pos="3071455" algn="l"/>
              </a:tabLst>
            </a:pPr>
            <a:r>
              <a:rPr lang="en-US" sz="1400" dirty="0">
                <a:solidFill>
                  <a:srgbClr val="0D1D2B"/>
                </a:solidFill>
                <a:latin typeface="Bogle"/>
                <a:cs typeface="Bogle"/>
              </a:rPr>
              <a:t>Manager: Subhasish Misra</a:t>
            </a:r>
          </a:p>
        </p:txBody>
      </p:sp>
    </p:spTree>
    <p:extLst>
      <p:ext uri="{BB962C8B-B14F-4D97-AF65-F5344CB8AC3E}">
        <p14:creationId xmlns:p14="http://schemas.microsoft.com/office/powerpoint/2010/main" val="13620990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5A9036-A25F-4082-9EF7-97B8772FAEB9}"/>
              </a:ext>
            </a:extLst>
          </p:cNvPr>
          <p:cNvSpPr>
            <a:spLocks noGrp="1"/>
          </p:cNvSpPr>
          <p:nvPr>
            <p:ph idx="1"/>
          </p:nvPr>
        </p:nvSpPr>
        <p:spPr>
          <a:xfrm>
            <a:off x="457200" y="1599883"/>
            <a:ext cx="11076039" cy="4516181"/>
          </a:xfrm>
          <a:ln>
            <a:solidFill>
              <a:schemeClr val="accent1"/>
            </a:solidFill>
          </a:ln>
          <a:effectLst/>
          <a:scene3d>
            <a:camera prst="orthographicFront">
              <a:rot lat="0" lon="0" rev="0"/>
            </a:camera>
            <a:lightRig rig="chilly" dir="t">
              <a:rot lat="0" lon="0" rev="18480000"/>
            </a:lightRig>
          </a:scene3d>
          <a:sp3d prstMaterial="clear">
            <a:bevelT h="63500"/>
          </a:sp3d>
        </p:spPr>
        <p:style>
          <a:lnRef idx="2">
            <a:schemeClr val="accent1"/>
          </a:lnRef>
          <a:fillRef idx="1">
            <a:schemeClr val="lt1"/>
          </a:fillRef>
          <a:effectRef idx="0">
            <a:schemeClr val="accent1"/>
          </a:effectRef>
          <a:fontRef idx="minor">
            <a:schemeClr val="dk1"/>
          </a:fontRef>
        </p:style>
        <p:txBody>
          <a:bodyPr>
            <a:normAutofit lnSpcReduction="10000"/>
          </a:bodyPr>
          <a:lstStyle/>
          <a:p>
            <a:r>
              <a:rPr lang="en-US" b="0" dirty="0"/>
              <a:t>Brief overview of the previous meet</a:t>
            </a:r>
          </a:p>
          <a:p>
            <a:r>
              <a:rPr lang="en-US" b="0" dirty="0"/>
              <a:t>List of stop words which are removed</a:t>
            </a:r>
          </a:p>
          <a:p>
            <a:r>
              <a:rPr lang="en-US" b="0" dirty="0"/>
              <a:t>List of lemmatized words</a:t>
            </a:r>
          </a:p>
          <a:p>
            <a:r>
              <a:rPr lang="en-US" b="0" dirty="0"/>
              <a:t>Out of bag error analysis: RF</a:t>
            </a:r>
          </a:p>
          <a:p>
            <a:r>
              <a:rPr lang="en-US" b="0" dirty="0"/>
              <a:t>Fuzzy score and trust factor</a:t>
            </a:r>
          </a:p>
          <a:p>
            <a:r>
              <a:rPr lang="en-US" b="0" dirty="0"/>
              <a:t>Difference in distributions</a:t>
            </a:r>
          </a:p>
          <a:p>
            <a:pPr lvl="1"/>
            <a:r>
              <a:rPr lang="en-US" dirty="0"/>
              <a:t>Removing all the numbers </a:t>
            </a:r>
          </a:p>
          <a:p>
            <a:pPr lvl="1"/>
            <a:r>
              <a:rPr lang="en-US" dirty="0"/>
              <a:t>Removing 2 characters words</a:t>
            </a:r>
          </a:p>
          <a:p>
            <a:pPr lvl="1"/>
            <a:r>
              <a:rPr lang="en-US" dirty="0"/>
              <a:t>Removing all numbers and 2 characters words</a:t>
            </a:r>
          </a:p>
          <a:p>
            <a:r>
              <a:rPr lang="en-US" b="0" dirty="0"/>
              <a:t>Next steps</a:t>
            </a:r>
          </a:p>
          <a:p>
            <a:endParaRPr lang="en-US" dirty="0"/>
          </a:p>
          <a:p>
            <a:pPr lvl="1"/>
            <a:endParaRPr lang="en-US" b="0" dirty="0"/>
          </a:p>
          <a:p>
            <a:endParaRPr lang="en-US" b="0" dirty="0"/>
          </a:p>
        </p:txBody>
      </p:sp>
      <p:sp>
        <p:nvSpPr>
          <p:cNvPr id="5" name="Rectangle: Rounded Corners 4">
            <a:extLst>
              <a:ext uri="{FF2B5EF4-FFF2-40B4-BE49-F238E27FC236}">
                <a16:creationId xmlns:a16="http://schemas.microsoft.com/office/drawing/2014/main" id="{4082E2F8-8B20-4FF5-9A06-A29486511F8A}"/>
              </a:ext>
            </a:extLst>
          </p:cNvPr>
          <p:cNvSpPr/>
          <p:nvPr/>
        </p:nvSpPr>
        <p:spPr>
          <a:xfrm>
            <a:off x="457200" y="405698"/>
            <a:ext cx="5014452" cy="914400"/>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Bogle" panose="020B0503020203060203" pitchFamily="34" charset="0"/>
              </a:rPr>
              <a:t>Agenda</a:t>
            </a:r>
          </a:p>
        </p:txBody>
      </p:sp>
    </p:spTree>
    <p:extLst>
      <p:ext uri="{BB962C8B-B14F-4D97-AF65-F5344CB8AC3E}">
        <p14:creationId xmlns:p14="http://schemas.microsoft.com/office/powerpoint/2010/main" val="2221677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DBC69-736F-4963-8C46-0F10038D42CC}"/>
              </a:ext>
            </a:extLst>
          </p:cNvPr>
          <p:cNvSpPr>
            <a:spLocks noGrp="1"/>
          </p:cNvSpPr>
          <p:nvPr>
            <p:ph type="title"/>
          </p:nvPr>
        </p:nvSpPr>
        <p:spPr>
          <a:xfrm>
            <a:off x="457200" y="274320"/>
            <a:ext cx="10515600" cy="767899"/>
          </a:xfrm>
        </p:spPr>
        <p:txBody>
          <a:bodyPr/>
          <a:lstStyle/>
          <a:p>
            <a:r>
              <a:rPr lang="en-US" dirty="0"/>
              <a:t>Recap</a:t>
            </a:r>
          </a:p>
        </p:txBody>
      </p:sp>
      <p:graphicFrame>
        <p:nvGraphicFramePr>
          <p:cNvPr id="5" name="Content Placeholder 4">
            <a:extLst>
              <a:ext uri="{FF2B5EF4-FFF2-40B4-BE49-F238E27FC236}">
                <a16:creationId xmlns:a16="http://schemas.microsoft.com/office/drawing/2014/main" id="{99DEFFD4-4EB4-4340-9070-6F1DC88BE95D}"/>
              </a:ext>
            </a:extLst>
          </p:cNvPr>
          <p:cNvGraphicFramePr>
            <a:graphicFrameLocks noGrp="1"/>
          </p:cNvGraphicFramePr>
          <p:nvPr>
            <p:ph idx="1"/>
            <p:extLst>
              <p:ext uri="{D42A27DB-BD31-4B8C-83A1-F6EECF244321}">
                <p14:modId xmlns:p14="http://schemas.microsoft.com/office/powerpoint/2010/main" val="1523661539"/>
              </p:ext>
            </p:extLst>
          </p:nvPr>
        </p:nvGraphicFramePr>
        <p:xfrm>
          <a:off x="860322" y="1288026"/>
          <a:ext cx="10023987" cy="489646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7767729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F12DC-5D26-4B59-8E25-EED0A3075620}"/>
              </a:ext>
            </a:extLst>
          </p:cNvPr>
          <p:cNvSpPr>
            <a:spLocks noGrp="1"/>
          </p:cNvSpPr>
          <p:nvPr>
            <p:ph type="title"/>
          </p:nvPr>
        </p:nvSpPr>
        <p:spPr>
          <a:xfrm>
            <a:off x="457200" y="274321"/>
            <a:ext cx="10515600" cy="699074"/>
          </a:xfrm>
        </p:spPr>
        <p:txBody>
          <a:bodyPr>
            <a:normAutofit fontScale="90000"/>
          </a:bodyPr>
          <a:lstStyle/>
          <a:p>
            <a:r>
              <a:rPr lang="en-US" dirty="0"/>
              <a:t>Stop words which are removed</a:t>
            </a:r>
          </a:p>
        </p:txBody>
      </p:sp>
      <p:graphicFrame>
        <p:nvGraphicFramePr>
          <p:cNvPr id="4" name="Table 4">
            <a:extLst>
              <a:ext uri="{FF2B5EF4-FFF2-40B4-BE49-F238E27FC236}">
                <a16:creationId xmlns:a16="http://schemas.microsoft.com/office/drawing/2014/main" id="{C02A4B5F-81AE-4BC1-A501-D35C74D331B9}"/>
              </a:ext>
            </a:extLst>
          </p:cNvPr>
          <p:cNvGraphicFramePr>
            <a:graphicFrameLocks noGrp="1"/>
          </p:cNvGraphicFramePr>
          <p:nvPr>
            <p:ph idx="1"/>
            <p:extLst>
              <p:ext uri="{D42A27DB-BD31-4B8C-83A1-F6EECF244321}">
                <p14:modId xmlns:p14="http://schemas.microsoft.com/office/powerpoint/2010/main" val="1396525384"/>
              </p:ext>
            </p:extLst>
          </p:nvPr>
        </p:nvGraphicFramePr>
        <p:xfrm>
          <a:off x="2638977" y="1362424"/>
          <a:ext cx="6697736" cy="1483360"/>
        </p:xfrm>
        <a:graphic>
          <a:graphicData uri="http://schemas.openxmlformats.org/drawingml/2006/table">
            <a:tbl>
              <a:tblPr firstRow="1" bandRow="1">
                <a:effectLst>
                  <a:outerShdw blurRad="50800" dist="38100" dir="16200000" rotWithShape="0">
                    <a:prstClr val="black">
                      <a:alpha val="40000"/>
                    </a:prstClr>
                  </a:outerShdw>
                </a:effectLst>
                <a:tableStyleId>{5C22544A-7EE6-4342-B048-85BDC9FD1C3A}</a:tableStyleId>
              </a:tblPr>
              <a:tblGrid>
                <a:gridCol w="1674434">
                  <a:extLst>
                    <a:ext uri="{9D8B030D-6E8A-4147-A177-3AD203B41FA5}">
                      <a16:colId xmlns:a16="http://schemas.microsoft.com/office/drawing/2014/main" val="3024726951"/>
                    </a:ext>
                  </a:extLst>
                </a:gridCol>
                <a:gridCol w="1674434">
                  <a:extLst>
                    <a:ext uri="{9D8B030D-6E8A-4147-A177-3AD203B41FA5}">
                      <a16:colId xmlns:a16="http://schemas.microsoft.com/office/drawing/2014/main" val="1357230214"/>
                    </a:ext>
                  </a:extLst>
                </a:gridCol>
                <a:gridCol w="1674434">
                  <a:extLst>
                    <a:ext uri="{9D8B030D-6E8A-4147-A177-3AD203B41FA5}">
                      <a16:colId xmlns:a16="http://schemas.microsoft.com/office/drawing/2014/main" val="2760023444"/>
                    </a:ext>
                  </a:extLst>
                </a:gridCol>
                <a:gridCol w="1674434">
                  <a:extLst>
                    <a:ext uri="{9D8B030D-6E8A-4147-A177-3AD203B41FA5}">
                      <a16:colId xmlns:a16="http://schemas.microsoft.com/office/drawing/2014/main" val="1214264165"/>
                    </a:ext>
                  </a:extLst>
                </a:gridCol>
              </a:tblGrid>
              <a:tr h="370840">
                <a:tc>
                  <a:txBody>
                    <a:bodyPr/>
                    <a:lstStyle/>
                    <a:p>
                      <a:r>
                        <a:rPr lang="en-US" dirty="0"/>
                        <a:t>CAN</a:t>
                      </a:r>
                    </a:p>
                  </a:txBody>
                  <a:tcPr>
                    <a:solidFill>
                      <a:schemeClr val="accent2"/>
                    </a:solidFill>
                  </a:tcPr>
                </a:tc>
                <a:tc>
                  <a:txBody>
                    <a:bodyPr/>
                    <a:lstStyle/>
                    <a:p>
                      <a:r>
                        <a:rPr lang="en-US" dirty="0"/>
                        <a:t>D</a:t>
                      </a:r>
                    </a:p>
                  </a:txBody>
                  <a:tcPr>
                    <a:solidFill>
                      <a:schemeClr val="accent2"/>
                    </a:solidFill>
                  </a:tcPr>
                </a:tc>
                <a:tc>
                  <a:txBody>
                    <a:bodyPr/>
                    <a:lstStyle/>
                    <a:p>
                      <a:r>
                        <a:rPr lang="en-US" dirty="0"/>
                        <a:t>DON</a:t>
                      </a:r>
                    </a:p>
                  </a:txBody>
                  <a:tcPr>
                    <a:solidFill>
                      <a:schemeClr val="accent2"/>
                    </a:solidFill>
                  </a:tcPr>
                </a:tc>
                <a:tc>
                  <a:txBody>
                    <a:bodyPr/>
                    <a:lstStyle/>
                    <a:p>
                      <a:r>
                        <a:rPr lang="en-US" dirty="0"/>
                        <a:t>JUST</a:t>
                      </a:r>
                    </a:p>
                  </a:txBody>
                  <a:tcPr>
                    <a:solidFill>
                      <a:schemeClr val="accent2"/>
                    </a:solidFill>
                  </a:tcPr>
                </a:tc>
                <a:extLst>
                  <a:ext uri="{0D108BD9-81ED-4DB2-BD59-A6C34878D82A}">
                    <a16:rowId xmlns:a16="http://schemas.microsoft.com/office/drawing/2014/main" val="22210380"/>
                  </a:ext>
                </a:extLst>
              </a:tr>
              <a:tr h="370840">
                <a:tc>
                  <a:txBody>
                    <a:bodyPr/>
                    <a:lstStyle/>
                    <a:p>
                      <a:r>
                        <a:rPr lang="en-US" dirty="0"/>
                        <a:t>LL</a:t>
                      </a:r>
                    </a:p>
                  </a:txBody>
                  <a:tcPr/>
                </a:tc>
                <a:tc>
                  <a:txBody>
                    <a:bodyPr/>
                    <a:lstStyle/>
                    <a:p>
                      <a:r>
                        <a:rPr lang="en-US" dirty="0"/>
                        <a:t>M</a:t>
                      </a:r>
                    </a:p>
                  </a:txBody>
                  <a:tcPr/>
                </a:tc>
                <a:tc>
                  <a:txBody>
                    <a:bodyPr/>
                    <a:lstStyle/>
                    <a:p>
                      <a:r>
                        <a:rPr lang="en-US" dirty="0"/>
                        <a:t>MA</a:t>
                      </a:r>
                    </a:p>
                  </a:txBody>
                  <a:tcPr/>
                </a:tc>
                <a:tc>
                  <a:txBody>
                    <a:bodyPr/>
                    <a:lstStyle/>
                    <a:p>
                      <a:r>
                        <a:rPr lang="en-US" dirty="0"/>
                        <a:t>NO</a:t>
                      </a:r>
                    </a:p>
                  </a:txBody>
                  <a:tcPr/>
                </a:tc>
                <a:extLst>
                  <a:ext uri="{0D108BD9-81ED-4DB2-BD59-A6C34878D82A}">
                    <a16:rowId xmlns:a16="http://schemas.microsoft.com/office/drawing/2014/main" val="3487214788"/>
                  </a:ext>
                </a:extLst>
              </a:tr>
              <a:tr h="370840">
                <a:tc>
                  <a:txBody>
                    <a:bodyPr/>
                    <a:lstStyle/>
                    <a:p>
                      <a:r>
                        <a:rPr lang="en-US" dirty="0"/>
                        <a:t>O</a:t>
                      </a:r>
                    </a:p>
                  </a:txBody>
                  <a:tcPr>
                    <a:solidFill>
                      <a:schemeClr val="accent2"/>
                    </a:solidFill>
                  </a:tcPr>
                </a:tc>
                <a:tc>
                  <a:txBody>
                    <a:bodyPr/>
                    <a:lstStyle/>
                    <a:p>
                      <a:r>
                        <a:rPr lang="en-US" dirty="0"/>
                        <a:t>RE</a:t>
                      </a:r>
                    </a:p>
                  </a:txBody>
                  <a:tcPr>
                    <a:solidFill>
                      <a:schemeClr val="accent2"/>
                    </a:solidFill>
                  </a:tcPr>
                </a:tc>
                <a:tc>
                  <a:txBody>
                    <a:bodyPr/>
                    <a:lstStyle/>
                    <a:p>
                      <a:r>
                        <a:rPr lang="en-US" dirty="0"/>
                        <a:t>S</a:t>
                      </a:r>
                    </a:p>
                  </a:txBody>
                  <a:tcPr>
                    <a:solidFill>
                      <a:schemeClr val="accent2"/>
                    </a:solidFill>
                  </a:tcPr>
                </a:tc>
                <a:tc>
                  <a:txBody>
                    <a:bodyPr/>
                    <a:lstStyle/>
                    <a:p>
                      <a:r>
                        <a:rPr lang="en-US" dirty="0"/>
                        <a:t>T</a:t>
                      </a:r>
                    </a:p>
                  </a:txBody>
                  <a:tcPr>
                    <a:solidFill>
                      <a:schemeClr val="accent2"/>
                    </a:solidFill>
                  </a:tcPr>
                </a:tc>
                <a:extLst>
                  <a:ext uri="{0D108BD9-81ED-4DB2-BD59-A6C34878D82A}">
                    <a16:rowId xmlns:a16="http://schemas.microsoft.com/office/drawing/2014/main" val="3725246674"/>
                  </a:ext>
                </a:extLst>
              </a:tr>
              <a:tr h="370840">
                <a:tc>
                  <a:txBody>
                    <a:bodyPr/>
                    <a:lstStyle/>
                    <a:p>
                      <a:r>
                        <a:rPr lang="en-US" dirty="0"/>
                        <a:t>VE</a:t>
                      </a:r>
                    </a:p>
                  </a:txBody>
                  <a:tcPr/>
                </a:tc>
                <a:tc>
                  <a:txBody>
                    <a:bodyPr/>
                    <a:lstStyle/>
                    <a:p>
                      <a:r>
                        <a:rPr lang="en-US" dirty="0"/>
                        <a:t>WITH</a:t>
                      </a:r>
                    </a:p>
                  </a:txBody>
                  <a:tcPr/>
                </a:tc>
                <a:tc>
                  <a:txBody>
                    <a:bodyPr/>
                    <a:lstStyle/>
                    <a:p>
                      <a:r>
                        <a:rPr lang="en-US" dirty="0"/>
                        <a:t>WON</a:t>
                      </a:r>
                    </a:p>
                  </a:txBody>
                  <a:tcPr/>
                </a:tc>
                <a:tc>
                  <a:txBody>
                    <a:bodyPr/>
                    <a:lstStyle/>
                    <a:p>
                      <a:r>
                        <a:rPr lang="en-US" dirty="0"/>
                        <a:t>Y</a:t>
                      </a:r>
                    </a:p>
                  </a:txBody>
                  <a:tcPr/>
                </a:tc>
                <a:extLst>
                  <a:ext uri="{0D108BD9-81ED-4DB2-BD59-A6C34878D82A}">
                    <a16:rowId xmlns:a16="http://schemas.microsoft.com/office/drawing/2014/main" val="2714911087"/>
                  </a:ext>
                </a:extLst>
              </a:tr>
            </a:tbl>
          </a:graphicData>
        </a:graphic>
      </p:graphicFrame>
      <p:sp>
        <p:nvSpPr>
          <p:cNvPr id="5" name="TextBox 4">
            <a:extLst>
              <a:ext uri="{FF2B5EF4-FFF2-40B4-BE49-F238E27FC236}">
                <a16:creationId xmlns:a16="http://schemas.microsoft.com/office/drawing/2014/main" id="{A3A8FE2F-F1A9-4DBC-917D-0053B5FBD801}"/>
              </a:ext>
            </a:extLst>
          </p:cNvPr>
          <p:cNvSpPr txBox="1"/>
          <p:nvPr/>
        </p:nvSpPr>
        <p:spPr>
          <a:xfrm>
            <a:off x="1002890" y="3234813"/>
            <a:ext cx="9969910" cy="267765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5"/>
          </a:lnRef>
          <a:fillRef idx="1">
            <a:schemeClr val="lt1"/>
          </a:fillRef>
          <a:effectRef idx="0">
            <a:schemeClr val="accent5"/>
          </a:effectRef>
          <a:fontRef idx="minor">
            <a:schemeClr val="dk1"/>
          </a:fontRef>
        </p:style>
        <p:txBody>
          <a:bodyPr wrap="square" rtlCol="0">
            <a:spAutoFit/>
          </a:bodyPr>
          <a:lstStyle/>
          <a:p>
            <a:pPr marL="285750" indent="-285750">
              <a:buFont typeface="Arial" panose="020B0604020202020204" pitchFamily="34" charset="0"/>
              <a:buChar char="•"/>
            </a:pPr>
            <a:r>
              <a:rPr lang="en-US" sz="2400" dirty="0">
                <a:latin typeface="Bogle" panose="020B0503020203060203" pitchFamily="34" charset="0"/>
              </a:rPr>
              <a:t>Unique stop words are 16</a:t>
            </a:r>
          </a:p>
          <a:p>
            <a:pPr marL="285750" indent="-285750">
              <a:buFont typeface="Arial" panose="020B0604020202020204" pitchFamily="34" charset="0"/>
              <a:buChar char="•"/>
            </a:pPr>
            <a:r>
              <a:rPr lang="en-US" sz="2400" dirty="0">
                <a:latin typeface="Bogle" panose="020B0503020203060203" pitchFamily="34" charset="0"/>
              </a:rPr>
              <a:t>Total occurrence of these stop words in the train data is 2237</a:t>
            </a:r>
          </a:p>
          <a:p>
            <a:pPr marL="285750" indent="-285750">
              <a:buFont typeface="Arial" panose="020B0604020202020204" pitchFamily="34" charset="0"/>
              <a:buChar char="•"/>
            </a:pPr>
            <a:endParaRPr lang="en-US" sz="2400" dirty="0">
              <a:latin typeface="Bogle" panose="020B0503020203060203" pitchFamily="34" charset="0"/>
            </a:endParaRPr>
          </a:p>
          <a:p>
            <a:pPr marL="285750" indent="-285750">
              <a:buFont typeface="Arial" panose="020B0604020202020204" pitchFamily="34" charset="0"/>
              <a:buChar char="•"/>
            </a:pPr>
            <a:r>
              <a:rPr lang="en-US" sz="2400" dirty="0">
                <a:latin typeface="Bogle" panose="020B0503020203060203" pitchFamily="34" charset="0"/>
              </a:rPr>
              <a:t>English stop words vocabulary from the </a:t>
            </a:r>
            <a:r>
              <a:rPr lang="en-US" sz="2400" dirty="0" err="1">
                <a:latin typeface="Bogle" panose="020B0503020203060203" pitchFamily="34" charset="0"/>
              </a:rPr>
              <a:t>nltk</a:t>
            </a:r>
            <a:r>
              <a:rPr lang="en-US" sz="2400" dirty="0">
                <a:latin typeface="Bogle" panose="020B0503020203060203" pitchFamily="34" charset="0"/>
              </a:rPr>
              <a:t> corpus. It has total 179 different stop words in it.</a:t>
            </a:r>
          </a:p>
          <a:p>
            <a:pPr marL="285750" indent="-285750">
              <a:buFont typeface="Arial" panose="020B0604020202020204" pitchFamily="34" charset="0"/>
              <a:buChar char="•"/>
            </a:pPr>
            <a:r>
              <a:rPr lang="en-US" sz="2400" dirty="0">
                <a:latin typeface="Bogle" panose="020B0503020203060203" pitchFamily="34" charset="0"/>
              </a:rPr>
              <a:t>from nltk.corpus import </a:t>
            </a:r>
            <a:r>
              <a:rPr lang="en-US" sz="2400" dirty="0" err="1">
                <a:latin typeface="Bogle" panose="020B0503020203060203" pitchFamily="34" charset="0"/>
              </a:rPr>
              <a:t>stopwords</a:t>
            </a:r>
            <a:endParaRPr lang="en-US" sz="2400" dirty="0">
              <a:latin typeface="Bogle" panose="020B0503020203060203" pitchFamily="34" charset="0"/>
            </a:endParaRPr>
          </a:p>
          <a:p>
            <a:pPr marL="285750" indent="-285750">
              <a:buFont typeface="Arial" panose="020B0604020202020204" pitchFamily="34" charset="0"/>
              <a:buChar char="•"/>
            </a:pPr>
            <a:r>
              <a:rPr lang="en-US" sz="2400" dirty="0">
                <a:latin typeface="Bogle" panose="020B0503020203060203" pitchFamily="34" charset="0"/>
              </a:rPr>
              <a:t>stop_words = </a:t>
            </a:r>
            <a:r>
              <a:rPr lang="en-US" sz="2400" dirty="0" err="1">
                <a:latin typeface="Bogle" panose="020B0503020203060203" pitchFamily="34" charset="0"/>
              </a:rPr>
              <a:t>stopwords.words</a:t>
            </a:r>
            <a:r>
              <a:rPr lang="en-US" sz="2400" dirty="0">
                <a:latin typeface="Bogle" panose="020B0503020203060203" pitchFamily="34" charset="0"/>
              </a:rPr>
              <a:t>('</a:t>
            </a:r>
            <a:r>
              <a:rPr lang="en-US" sz="2400" dirty="0" err="1">
                <a:latin typeface="Bogle" panose="020B0503020203060203" pitchFamily="34" charset="0"/>
              </a:rPr>
              <a:t>english</a:t>
            </a:r>
            <a:r>
              <a:rPr lang="en-US" sz="2400" dirty="0">
                <a:latin typeface="Bogle" panose="020B0503020203060203" pitchFamily="34" charset="0"/>
              </a:rPr>
              <a:t>')</a:t>
            </a:r>
          </a:p>
        </p:txBody>
      </p:sp>
    </p:spTree>
    <p:extLst>
      <p:ext uri="{BB962C8B-B14F-4D97-AF65-F5344CB8AC3E}">
        <p14:creationId xmlns:p14="http://schemas.microsoft.com/office/powerpoint/2010/main" val="404834435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637B5-12ED-4ECD-950C-298362B2F81F}"/>
              </a:ext>
            </a:extLst>
          </p:cNvPr>
          <p:cNvSpPr>
            <a:spLocks noGrp="1"/>
          </p:cNvSpPr>
          <p:nvPr>
            <p:ph type="title"/>
          </p:nvPr>
        </p:nvSpPr>
        <p:spPr>
          <a:xfrm>
            <a:off x="457200" y="274321"/>
            <a:ext cx="10515600" cy="640079"/>
          </a:xfrm>
        </p:spPr>
        <p:txBody>
          <a:bodyPr>
            <a:normAutofit fontScale="90000"/>
          </a:bodyPr>
          <a:lstStyle/>
          <a:p>
            <a:r>
              <a:rPr lang="en-US" dirty="0"/>
              <a:t>Lemmatized words</a:t>
            </a:r>
          </a:p>
        </p:txBody>
      </p:sp>
      <p:sp>
        <p:nvSpPr>
          <p:cNvPr id="3" name="Content Placeholder 2">
            <a:extLst>
              <a:ext uri="{FF2B5EF4-FFF2-40B4-BE49-F238E27FC236}">
                <a16:creationId xmlns:a16="http://schemas.microsoft.com/office/drawing/2014/main" id="{0D9ECB9E-FA09-4222-A94D-B4C517A495F6}"/>
              </a:ext>
            </a:extLst>
          </p:cNvPr>
          <p:cNvSpPr>
            <a:spLocks noGrp="1"/>
          </p:cNvSpPr>
          <p:nvPr>
            <p:ph idx="1"/>
          </p:nvPr>
        </p:nvSpPr>
        <p:spPr>
          <a:xfrm>
            <a:off x="238432" y="1336845"/>
            <a:ext cx="11715136" cy="2663987"/>
          </a:xfrm>
          <a:ln>
            <a:solidFill>
              <a:schemeClr val="accent4"/>
            </a:solidFill>
          </a:ln>
          <a:effectLst>
            <a:outerShdw blurRad="50800" dist="38100" dir="18900000" algn="b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numCol="6">
            <a:normAutofit/>
          </a:bodyPr>
          <a:lstStyle/>
          <a:p>
            <a:r>
              <a:rPr lang="en-US" sz="1200" b="0" dirty="0"/>
              <a:t>AM - AMS</a:t>
            </a:r>
          </a:p>
          <a:p>
            <a:r>
              <a:rPr lang="en-US" sz="1200" b="0" dirty="0"/>
              <a:t>BA - BAS</a:t>
            </a:r>
          </a:p>
          <a:p>
            <a:r>
              <a:rPr lang="en-US" sz="1200" b="0" dirty="0"/>
              <a:t>BH - BHS</a:t>
            </a:r>
          </a:p>
          <a:p>
            <a:r>
              <a:rPr lang="en-US" sz="1200" b="0" dirty="0"/>
              <a:t>BOX - BOXES</a:t>
            </a:r>
          </a:p>
          <a:p>
            <a:r>
              <a:rPr lang="en-US" sz="1200" b="0" dirty="0"/>
              <a:t>BUSHMAN - BUSHMANS</a:t>
            </a:r>
          </a:p>
          <a:p>
            <a:r>
              <a:rPr lang="en-US" sz="1200" b="0" dirty="0"/>
              <a:t>CA - CASS</a:t>
            </a:r>
          </a:p>
          <a:p>
            <a:r>
              <a:rPr lang="en-US" sz="1200" b="0" dirty="0"/>
              <a:t>CF - CFS</a:t>
            </a:r>
          </a:p>
          <a:p>
            <a:r>
              <a:rPr lang="en-US" sz="1200" b="0" dirty="0"/>
              <a:t>CHICKPEA - CHICKPEAS</a:t>
            </a:r>
          </a:p>
          <a:p>
            <a:r>
              <a:rPr lang="en-US" sz="1200" b="0" dirty="0"/>
              <a:t>CL - CLS</a:t>
            </a:r>
          </a:p>
          <a:p>
            <a:r>
              <a:rPr lang="en-US" sz="1200" b="0" dirty="0"/>
              <a:t>CLAMSHELL - CLAMSHELLS</a:t>
            </a:r>
          </a:p>
          <a:p>
            <a:r>
              <a:rPr lang="en-US" sz="1200" b="0" dirty="0"/>
              <a:t>COLOUR - COLOURS</a:t>
            </a:r>
          </a:p>
          <a:p>
            <a:r>
              <a:rPr lang="en-US" sz="1200" b="0" dirty="0"/>
              <a:t>CR - CRSS</a:t>
            </a:r>
          </a:p>
          <a:p>
            <a:r>
              <a:rPr lang="en-US" sz="1200" b="0" dirty="0"/>
              <a:t>CT - CTS</a:t>
            </a:r>
          </a:p>
          <a:p>
            <a:r>
              <a:rPr lang="en-US" sz="1200" b="0" dirty="0"/>
              <a:t>CUKE - CUKES</a:t>
            </a:r>
          </a:p>
          <a:p>
            <a:r>
              <a:rPr lang="en-US" sz="1200" b="0" dirty="0"/>
              <a:t>DA - DAS</a:t>
            </a:r>
          </a:p>
          <a:p>
            <a:r>
              <a:rPr lang="en-US" sz="1200" b="0" dirty="0"/>
              <a:t>DC - DCS</a:t>
            </a:r>
          </a:p>
          <a:p>
            <a:r>
              <a:rPr lang="en-US" sz="1200" b="0" dirty="0"/>
              <a:t>EA - EAS</a:t>
            </a:r>
          </a:p>
          <a:p>
            <a:r>
              <a:rPr lang="en-US" sz="1200" b="0" dirty="0"/>
              <a:t>ES - ESS</a:t>
            </a:r>
          </a:p>
          <a:p>
            <a:r>
              <a:rPr lang="en-US" sz="1200" b="0" dirty="0"/>
              <a:t>EX - EXS</a:t>
            </a:r>
          </a:p>
          <a:p>
            <a:r>
              <a:rPr lang="en-US" sz="1200" b="0" dirty="0"/>
              <a:t>FRY - FRIES</a:t>
            </a:r>
          </a:p>
          <a:p>
            <a:r>
              <a:rPr lang="en-US" sz="1200" b="0" dirty="0"/>
              <a:t>GD - GDS</a:t>
            </a:r>
          </a:p>
          <a:p>
            <a:r>
              <a:rPr lang="en-US" sz="1200" b="0" dirty="0"/>
              <a:t>GUPY - GUPPIES</a:t>
            </a:r>
          </a:p>
          <a:p>
            <a:r>
              <a:rPr lang="en-US" sz="1200" b="0" dirty="0"/>
              <a:t>HA - HASS</a:t>
            </a:r>
          </a:p>
          <a:p>
            <a:r>
              <a:rPr lang="en-US" sz="1200" b="0" dirty="0"/>
              <a:t>HFC - HFCS</a:t>
            </a:r>
          </a:p>
          <a:p>
            <a:r>
              <a:rPr lang="en-US" sz="1200" b="0" dirty="0"/>
              <a:t>HM - HMS</a:t>
            </a:r>
          </a:p>
          <a:p>
            <a:r>
              <a:rPr lang="en-US" sz="1200" b="0" dirty="0"/>
              <a:t>IN - INS</a:t>
            </a:r>
          </a:p>
          <a:p>
            <a:r>
              <a:rPr lang="en-US" sz="1200" b="0" dirty="0"/>
              <a:t>JIMMY - JIMMYS</a:t>
            </a:r>
          </a:p>
          <a:p>
            <a:r>
              <a:rPr lang="en-US" sz="1200" b="0" dirty="0"/>
              <a:t>KABOB - KABOBS</a:t>
            </a:r>
          </a:p>
          <a:p>
            <a:r>
              <a:rPr lang="en-US" sz="1200" b="0" dirty="0"/>
              <a:t>KANSA - KANSAS</a:t>
            </a:r>
          </a:p>
          <a:p>
            <a:r>
              <a:rPr lang="en-US" sz="1200" b="0" dirty="0"/>
              <a:t>KID - KIDS</a:t>
            </a:r>
          </a:p>
          <a:p>
            <a:r>
              <a:rPr lang="en-US" sz="1200" b="0" dirty="0"/>
              <a:t>LA - LAS</a:t>
            </a:r>
          </a:p>
          <a:p>
            <a:r>
              <a:rPr lang="en-US" sz="1200" b="0" dirty="0"/>
              <a:t>LB - LBS</a:t>
            </a:r>
          </a:p>
          <a:p>
            <a:r>
              <a:rPr lang="en-US" sz="1200" b="0" dirty="0"/>
              <a:t>MARY - MARIES</a:t>
            </a:r>
          </a:p>
          <a:p>
            <a:r>
              <a:rPr lang="en-US" sz="1200" b="0" dirty="0"/>
              <a:t>MEATBALLMELISSA</a:t>
            </a:r>
          </a:p>
          <a:p>
            <a:r>
              <a:rPr lang="en-US" sz="1200" b="0" dirty="0"/>
              <a:t>MIX - MIXES</a:t>
            </a:r>
          </a:p>
          <a:p>
            <a:r>
              <a:rPr lang="en-US" sz="1200" b="0" dirty="0"/>
              <a:t>MOTT - MOTTS</a:t>
            </a:r>
          </a:p>
          <a:p>
            <a:r>
              <a:rPr lang="en-US" sz="1200" b="0" dirty="0"/>
              <a:t>MU - MUS</a:t>
            </a:r>
          </a:p>
          <a:p>
            <a:r>
              <a:rPr lang="en-US" sz="1200" b="0" dirty="0"/>
              <a:t>NA - NAS</a:t>
            </a:r>
          </a:p>
          <a:p>
            <a:r>
              <a:rPr lang="en-US" sz="1200" b="0" dirty="0"/>
              <a:t>NJ - NJS</a:t>
            </a:r>
          </a:p>
          <a:p>
            <a:r>
              <a:rPr lang="en-US" sz="1200" b="0" dirty="0"/>
              <a:t>ORNAMENTAL</a:t>
            </a:r>
          </a:p>
          <a:p>
            <a:r>
              <a:rPr lang="en-US" sz="1200" b="0" dirty="0"/>
              <a:t>PA - PAS</a:t>
            </a:r>
          </a:p>
          <a:p>
            <a:r>
              <a:rPr lang="en-US" sz="1200" b="0" dirty="0"/>
              <a:t>PB - PBS</a:t>
            </a:r>
          </a:p>
          <a:p>
            <a:r>
              <a:rPr lang="en-US" sz="1200" b="0" dirty="0"/>
              <a:t>PC - PCS</a:t>
            </a:r>
          </a:p>
          <a:p>
            <a:r>
              <a:rPr lang="en-US" sz="1200" b="0" dirty="0"/>
              <a:t>PO - POS</a:t>
            </a:r>
          </a:p>
          <a:p>
            <a:r>
              <a:rPr lang="en-US" sz="1200" b="0" dirty="0"/>
              <a:t>POMP</a:t>
            </a:r>
          </a:p>
          <a:p>
            <a:r>
              <a:rPr lang="en-US" sz="1200" b="0" dirty="0"/>
              <a:t>POUCH - POUCHES</a:t>
            </a:r>
          </a:p>
          <a:p>
            <a:r>
              <a:rPr lang="en-US" sz="1200" b="0" dirty="0"/>
              <a:t>PUMPKINSEED</a:t>
            </a:r>
          </a:p>
          <a:p>
            <a:r>
              <a:rPr lang="en-US" sz="1200" b="0" dirty="0"/>
              <a:t>RA</a:t>
            </a:r>
          </a:p>
          <a:p>
            <a:r>
              <a:rPr lang="en-US" sz="1200" b="0" dirty="0"/>
              <a:t>ROM</a:t>
            </a:r>
          </a:p>
          <a:p>
            <a:r>
              <a:rPr lang="en-US" sz="1200" b="0" dirty="0"/>
              <a:t>SAT - SATS</a:t>
            </a:r>
          </a:p>
          <a:p>
            <a:r>
              <a:rPr lang="en-US" sz="1200" b="0" dirty="0"/>
              <a:t>SG - SGS</a:t>
            </a:r>
          </a:p>
          <a:p>
            <a:r>
              <a:rPr lang="en-US" sz="1200" b="0" dirty="0"/>
              <a:t>SL - SLS</a:t>
            </a:r>
          </a:p>
        </p:txBody>
      </p:sp>
      <p:sp>
        <p:nvSpPr>
          <p:cNvPr id="6" name="TextBox 5">
            <a:extLst>
              <a:ext uri="{FF2B5EF4-FFF2-40B4-BE49-F238E27FC236}">
                <a16:creationId xmlns:a16="http://schemas.microsoft.com/office/drawing/2014/main" id="{0B7E96D5-46E0-4CB5-9688-F130CEE6388E}"/>
              </a:ext>
            </a:extLst>
          </p:cNvPr>
          <p:cNvSpPr txBox="1"/>
          <p:nvPr/>
        </p:nvSpPr>
        <p:spPr>
          <a:xfrm>
            <a:off x="1002890" y="4452773"/>
            <a:ext cx="9969910" cy="830997"/>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5"/>
          </a:lnRef>
          <a:fillRef idx="1">
            <a:schemeClr val="lt1"/>
          </a:fillRef>
          <a:effectRef idx="0">
            <a:schemeClr val="accent5"/>
          </a:effectRef>
          <a:fontRef idx="minor">
            <a:schemeClr val="dk1"/>
          </a:fontRef>
        </p:style>
        <p:txBody>
          <a:bodyPr wrap="square" rtlCol="0">
            <a:spAutoFit/>
          </a:bodyPr>
          <a:lstStyle/>
          <a:p>
            <a:pPr marL="285750" indent="-285750">
              <a:buFont typeface="Arial" panose="020B0604020202020204" pitchFamily="34" charset="0"/>
              <a:buChar char="•"/>
            </a:pPr>
            <a:r>
              <a:rPr lang="en-US" sz="2400" dirty="0">
                <a:latin typeface="Bogle" panose="020B0503020203060203" pitchFamily="34" charset="0"/>
              </a:rPr>
              <a:t>Count of the unique words is 53</a:t>
            </a:r>
          </a:p>
          <a:p>
            <a:pPr marL="285750" indent="-285750">
              <a:buFont typeface="Arial" panose="020B0604020202020204" pitchFamily="34" charset="0"/>
              <a:buChar char="•"/>
            </a:pPr>
            <a:r>
              <a:rPr lang="en-US" sz="2400" dirty="0">
                <a:latin typeface="Bogle" panose="020B0503020203060203" pitchFamily="34" charset="0"/>
              </a:rPr>
              <a:t>Total occurrence of these words in the train data is 1530</a:t>
            </a:r>
          </a:p>
        </p:txBody>
      </p:sp>
      <p:sp>
        <p:nvSpPr>
          <p:cNvPr id="7" name="TextBox 6">
            <a:extLst>
              <a:ext uri="{FF2B5EF4-FFF2-40B4-BE49-F238E27FC236}">
                <a16:creationId xmlns:a16="http://schemas.microsoft.com/office/drawing/2014/main" id="{DFCED9C1-A24E-4735-ADCC-D27D69FAF842}"/>
              </a:ext>
            </a:extLst>
          </p:cNvPr>
          <p:cNvSpPr txBox="1"/>
          <p:nvPr/>
        </p:nvSpPr>
        <p:spPr>
          <a:xfrm>
            <a:off x="457200" y="5732206"/>
            <a:ext cx="11321845" cy="338554"/>
          </a:xfrm>
          <a:prstGeom prst="rect">
            <a:avLst/>
          </a:prstGeom>
          <a:noFill/>
        </p:spPr>
        <p:txBody>
          <a:bodyPr wrap="square" rtlCol="0">
            <a:spAutoFit/>
          </a:bodyPr>
          <a:lstStyle/>
          <a:p>
            <a:r>
              <a:rPr lang="en-US" sz="1600" i="1" dirty="0"/>
              <a:t>Note: Words like RS, CS, </a:t>
            </a:r>
            <a:r>
              <a:rPr lang="en-US" sz="1600" i="1" dirty="0" err="1"/>
              <a:t>etc</a:t>
            </a:r>
            <a:r>
              <a:rPr lang="en-US" sz="1600" i="1" dirty="0"/>
              <a:t> were also lemmatized to R, C respectively. The above analysis is after removing single char words.</a:t>
            </a:r>
          </a:p>
        </p:txBody>
      </p:sp>
    </p:spTree>
    <p:extLst>
      <p:ext uri="{BB962C8B-B14F-4D97-AF65-F5344CB8AC3E}">
        <p14:creationId xmlns:p14="http://schemas.microsoft.com/office/powerpoint/2010/main" val="140729253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F8DF0-5DBE-4222-9D9C-3BF317E5765D}"/>
              </a:ext>
            </a:extLst>
          </p:cNvPr>
          <p:cNvSpPr>
            <a:spLocks noGrp="1"/>
          </p:cNvSpPr>
          <p:nvPr>
            <p:ph type="title"/>
          </p:nvPr>
        </p:nvSpPr>
        <p:spPr>
          <a:xfrm>
            <a:off x="457200" y="274321"/>
            <a:ext cx="10515600" cy="797396"/>
          </a:xfrm>
        </p:spPr>
        <p:txBody>
          <a:bodyPr/>
          <a:lstStyle/>
          <a:p>
            <a:r>
              <a:rPr lang="en-US" dirty="0"/>
              <a:t>OOB analysis: Random Forest</a:t>
            </a:r>
          </a:p>
        </p:txBody>
      </p:sp>
      <p:pic>
        <p:nvPicPr>
          <p:cNvPr id="5" name="Content Placeholder 4" descr="Chart, line chart&#10;&#10;Description automatically generated">
            <a:extLst>
              <a:ext uri="{FF2B5EF4-FFF2-40B4-BE49-F238E27FC236}">
                <a16:creationId xmlns:a16="http://schemas.microsoft.com/office/drawing/2014/main" id="{D168AF8E-F88B-4889-B538-A3DA218C827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13605" y="1210842"/>
            <a:ext cx="4858428" cy="3096057"/>
          </a:xfrm>
          <a:ln>
            <a:solidFill>
              <a:schemeClr val="tx1"/>
            </a:solidFill>
          </a:ln>
        </p:spPr>
      </p:pic>
      <p:sp>
        <p:nvSpPr>
          <p:cNvPr id="6" name="TextBox 5">
            <a:extLst>
              <a:ext uri="{FF2B5EF4-FFF2-40B4-BE49-F238E27FC236}">
                <a16:creationId xmlns:a16="http://schemas.microsoft.com/office/drawing/2014/main" id="{CEEF16BB-8074-4785-88A0-BE62B6FED01D}"/>
              </a:ext>
            </a:extLst>
          </p:cNvPr>
          <p:cNvSpPr txBox="1"/>
          <p:nvPr/>
        </p:nvSpPr>
        <p:spPr>
          <a:xfrm>
            <a:off x="457200" y="4446024"/>
            <a:ext cx="11488994" cy="193899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5"/>
          </a:lnRef>
          <a:fillRef idx="1">
            <a:schemeClr val="lt1"/>
          </a:fillRef>
          <a:effectRef idx="0">
            <a:schemeClr val="accent5"/>
          </a:effectRef>
          <a:fontRef idx="minor">
            <a:schemeClr val="dk1"/>
          </a:fontRef>
        </p:style>
        <p:txBody>
          <a:bodyPr wrap="square" numCol="2" rtlCol="0">
            <a:spAutoFit/>
          </a:bodyPr>
          <a:lstStyle/>
          <a:p>
            <a:pPr marL="285750" indent="-285750">
              <a:buFont typeface="Arial" panose="020B0604020202020204" pitchFamily="34" charset="0"/>
              <a:buChar char="•"/>
            </a:pPr>
            <a:r>
              <a:rPr lang="en-US" sz="2400" dirty="0">
                <a:latin typeface="Bogle" panose="020B0503020203060203" pitchFamily="34" charset="0"/>
              </a:rPr>
              <a:t>Min estimators = 100</a:t>
            </a:r>
          </a:p>
          <a:p>
            <a:pPr marL="285750" indent="-285750">
              <a:buFont typeface="Arial" panose="020B0604020202020204" pitchFamily="34" charset="0"/>
              <a:buChar char="•"/>
            </a:pPr>
            <a:r>
              <a:rPr lang="en-US" sz="2400" dirty="0">
                <a:latin typeface="Bogle" panose="020B0503020203060203" pitchFamily="34" charset="0"/>
              </a:rPr>
              <a:t>Max estimators = 200</a:t>
            </a:r>
          </a:p>
          <a:p>
            <a:pPr marL="285750" indent="-285750">
              <a:buFont typeface="Arial" panose="020B0604020202020204" pitchFamily="34" charset="0"/>
              <a:buChar char="•"/>
            </a:pPr>
            <a:r>
              <a:rPr lang="en-US" sz="2400" dirty="0">
                <a:latin typeface="Bogle" panose="020B0503020203060203" pitchFamily="34" charset="0"/>
              </a:rPr>
              <a:t>Increment of 5 on each iteration</a:t>
            </a:r>
          </a:p>
          <a:p>
            <a:pPr marL="285750" indent="-285750">
              <a:buFont typeface="Arial" panose="020B0604020202020204" pitchFamily="34" charset="0"/>
              <a:buChar char="•"/>
            </a:pPr>
            <a:r>
              <a:rPr lang="en-US" sz="2400" dirty="0">
                <a:latin typeface="Bogle" panose="020B0503020203060203" pitchFamily="34" charset="0"/>
              </a:rPr>
              <a:t>OOB error rate =  1 - OOB score</a:t>
            </a:r>
          </a:p>
          <a:p>
            <a:endParaRPr lang="en-US" sz="2400" dirty="0">
              <a:latin typeface="Bogle" panose="020B0503020203060203" pitchFamily="34" charset="0"/>
            </a:endParaRPr>
          </a:p>
          <a:p>
            <a:pPr marL="285750" indent="-285750">
              <a:buFont typeface="Arial" panose="020B0604020202020204" pitchFamily="34" charset="0"/>
              <a:buChar char="•"/>
            </a:pPr>
            <a:r>
              <a:rPr lang="en-US" sz="2400" dirty="0">
                <a:latin typeface="Bogle" panose="020B0503020203060203" pitchFamily="34" charset="0"/>
              </a:rPr>
              <a:t>OOB score provides the coefficient of determination using OOB method, i.e. on 'unseen' out-of-bag data.	</a:t>
            </a:r>
          </a:p>
          <a:p>
            <a:pPr marL="285750" indent="-285750">
              <a:buFont typeface="Arial" panose="020B0604020202020204" pitchFamily="34" charset="0"/>
              <a:buChar char="•"/>
            </a:pPr>
            <a:endParaRPr lang="en-US" sz="2400" dirty="0">
              <a:latin typeface="Bogle" panose="020B0503020203060203" pitchFamily="34" charset="0"/>
            </a:endParaRPr>
          </a:p>
        </p:txBody>
      </p:sp>
      <p:sp>
        <p:nvSpPr>
          <p:cNvPr id="7" name="TextBox 6">
            <a:extLst>
              <a:ext uri="{FF2B5EF4-FFF2-40B4-BE49-F238E27FC236}">
                <a16:creationId xmlns:a16="http://schemas.microsoft.com/office/drawing/2014/main" id="{1EE8D51B-6F0E-4B2F-88CF-B88D1BA4414D}"/>
              </a:ext>
            </a:extLst>
          </p:cNvPr>
          <p:cNvSpPr txBox="1"/>
          <p:nvPr/>
        </p:nvSpPr>
        <p:spPr>
          <a:xfrm>
            <a:off x="8849032" y="1818968"/>
            <a:ext cx="2585884" cy="2031325"/>
          </a:xfrm>
          <a:prstGeom prst="rect">
            <a:avLst/>
          </a:prstGeom>
          <a:noFill/>
          <a:ln>
            <a:solidFill>
              <a:schemeClr val="tx1"/>
            </a:solidFill>
          </a:ln>
        </p:spPr>
        <p:txBody>
          <a:bodyPr wrap="square" rtlCol="0">
            <a:spAutoFit/>
          </a:bodyPr>
          <a:lstStyle/>
          <a:p>
            <a:pPr algn="ctr"/>
            <a:r>
              <a:rPr lang="en-US" dirty="0"/>
              <a:t>Conclusion</a:t>
            </a:r>
          </a:p>
          <a:p>
            <a:r>
              <a:rPr lang="en-US" dirty="0"/>
              <a:t>At 150 we were going out of memory (with count vectorizer) and the change is in 10^(-4) so 120 seems to be a descent choice.</a:t>
            </a:r>
          </a:p>
        </p:txBody>
      </p:sp>
    </p:spTree>
    <p:extLst>
      <p:ext uri="{BB962C8B-B14F-4D97-AF65-F5344CB8AC3E}">
        <p14:creationId xmlns:p14="http://schemas.microsoft.com/office/powerpoint/2010/main" val="33468568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578A7-1F25-416C-A03A-4009D267EF73}"/>
              </a:ext>
            </a:extLst>
          </p:cNvPr>
          <p:cNvSpPr>
            <a:spLocks noGrp="1"/>
          </p:cNvSpPr>
          <p:nvPr>
            <p:ph type="title"/>
          </p:nvPr>
        </p:nvSpPr>
        <p:spPr>
          <a:xfrm>
            <a:off x="231059" y="323703"/>
            <a:ext cx="10515600" cy="485608"/>
          </a:xfrm>
        </p:spPr>
        <p:txBody>
          <a:bodyPr>
            <a:noAutofit/>
          </a:bodyPr>
          <a:lstStyle/>
          <a:p>
            <a:r>
              <a:rPr lang="en-US" dirty="0"/>
              <a:t>Fuzzy score &amp; Trust factor</a:t>
            </a:r>
          </a:p>
        </p:txBody>
      </p:sp>
      <p:sp>
        <p:nvSpPr>
          <p:cNvPr id="4" name="Rectangle: Rounded Corners 3">
            <a:extLst>
              <a:ext uri="{FF2B5EF4-FFF2-40B4-BE49-F238E27FC236}">
                <a16:creationId xmlns:a16="http://schemas.microsoft.com/office/drawing/2014/main" id="{80540770-814B-47E8-91D1-EA51C8C0EC30}"/>
              </a:ext>
            </a:extLst>
          </p:cNvPr>
          <p:cNvSpPr/>
          <p:nvPr/>
        </p:nvSpPr>
        <p:spPr>
          <a:xfrm>
            <a:off x="4689988" y="1206594"/>
            <a:ext cx="2497394" cy="532746"/>
          </a:xfrm>
          <a:prstGeom prst="roundRect">
            <a:avLst/>
          </a:prstGeom>
          <a:effectLst>
            <a:outerShdw blurRad="76200" dist="12700" dir="2700000" sy="-23000" kx="-800400" algn="bl" rotWithShape="0">
              <a:prstClr val="black">
                <a:alpha val="20000"/>
              </a:prstClr>
            </a:outerShdw>
          </a:effectLst>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a:t>Target Column</a:t>
            </a:r>
          </a:p>
        </p:txBody>
      </p:sp>
      <p:sp>
        <p:nvSpPr>
          <p:cNvPr id="5" name="Rectangle: Rounded Corners 4">
            <a:extLst>
              <a:ext uri="{FF2B5EF4-FFF2-40B4-BE49-F238E27FC236}">
                <a16:creationId xmlns:a16="http://schemas.microsoft.com/office/drawing/2014/main" id="{DAA96190-2D68-4C14-B32B-A19DE7C48F16}"/>
              </a:ext>
            </a:extLst>
          </p:cNvPr>
          <p:cNvSpPr/>
          <p:nvPr/>
        </p:nvSpPr>
        <p:spPr>
          <a:xfrm>
            <a:off x="2781610" y="2206857"/>
            <a:ext cx="2212258" cy="532745"/>
          </a:xfrm>
          <a:prstGeom prst="roundRect">
            <a:avLst/>
          </a:prstGeom>
          <a:effectLst>
            <a:outerShdw blurRad="76200" dist="12700" dir="2700000" sy="-23000" kx="-800400" algn="bl" rotWithShape="0">
              <a:prstClr val="black">
                <a:alpha val="20000"/>
              </a:prstClr>
            </a:outerShdw>
          </a:effectLst>
        </p:spPr>
        <p:style>
          <a:lnRef idx="0">
            <a:schemeClr val="accent3"/>
          </a:lnRef>
          <a:fillRef idx="3">
            <a:schemeClr val="accent3"/>
          </a:fillRef>
          <a:effectRef idx="3">
            <a:schemeClr val="accent3"/>
          </a:effectRef>
          <a:fontRef idx="minor">
            <a:schemeClr val="lt1"/>
          </a:fontRef>
        </p:style>
        <p:txBody>
          <a:bodyPr rtlCol="0" anchor="ctr"/>
          <a:lstStyle/>
          <a:p>
            <a:pPr algn="ctr"/>
            <a:r>
              <a:rPr lang="en-US" dirty="0"/>
              <a:t>Category</a:t>
            </a:r>
          </a:p>
        </p:txBody>
      </p:sp>
      <p:sp>
        <p:nvSpPr>
          <p:cNvPr id="6" name="Rectangle: Rounded Corners 5">
            <a:extLst>
              <a:ext uri="{FF2B5EF4-FFF2-40B4-BE49-F238E27FC236}">
                <a16:creationId xmlns:a16="http://schemas.microsoft.com/office/drawing/2014/main" id="{23B00CF3-603D-41EB-97C5-D77C69C15893}"/>
              </a:ext>
            </a:extLst>
          </p:cNvPr>
          <p:cNvSpPr/>
          <p:nvPr/>
        </p:nvSpPr>
        <p:spPr>
          <a:xfrm>
            <a:off x="6806381" y="2206858"/>
            <a:ext cx="2138516" cy="532743"/>
          </a:xfrm>
          <a:prstGeom prst="roundRect">
            <a:avLst/>
          </a:prstGeom>
          <a:effectLst>
            <a:outerShdw blurRad="76200" dist="12700" dir="2700000" sy="-23000" kx="-800400" algn="bl" rotWithShape="0">
              <a:prstClr val="black">
                <a:alpha val="20000"/>
              </a:prstClr>
            </a:outerShdw>
          </a:effectLst>
        </p:spPr>
        <p:style>
          <a:lnRef idx="0">
            <a:schemeClr val="accent3"/>
          </a:lnRef>
          <a:fillRef idx="3">
            <a:schemeClr val="accent3"/>
          </a:fillRef>
          <a:effectRef idx="3">
            <a:schemeClr val="accent3"/>
          </a:effectRef>
          <a:fontRef idx="minor">
            <a:schemeClr val="lt1"/>
          </a:fontRef>
        </p:style>
        <p:txBody>
          <a:bodyPr rtlCol="0" anchor="ctr"/>
          <a:lstStyle/>
          <a:p>
            <a:pPr algn="ctr"/>
            <a:r>
              <a:rPr lang="en-US" dirty="0"/>
              <a:t>Variety</a:t>
            </a:r>
          </a:p>
        </p:txBody>
      </p:sp>
      <p:cxnSp>
        <p:nvCxnSpPr>
          <p:cNvPr id="8" name="Connector: Elbow 7">
            <a:extLst>
              <a:ext uri="{FF2B5EF4-FFF2-40B4-BE49-F238E27FC236}">
                <a16:creationId xmlns:a16="http://schemas.microsoft.com/office/drawing/2014/main" id="{97E2A1D7-2C2A-4674-A1B5-4006F6C708F9}"/>
              </a:ext>
            </a:extLst>
          </p:cNvPr>
          <p:cNvCxnSpPr>
            <a:cxnSpLocks/>
            <a:stCxn id="4" idx="2"/>
            <a:endCxn id="5" idx="0"/>
          </p:cNvCxnSpPr>
          <p:nvPr/>
        </p:nvCxnSpPr>
        <p:spPr>
          <a:xfrm rot="5400000">
            <a:off x="4679454" y="947625"/>
            <a:ext cx="467517" cy="2050946"/>
          </a:xfrm>
          <a:prstGeom prst="bentConnector3">
            <a:avLst/>
          </a:prstGeom>
          <a:ln>
            <a:tailEnd type="triangle"/>
          </a:ln>
          <a:effectLst>
            <a:outerShdw blurRad="76200" dist="12700" dir="2700000" sy="-23000" kx="-800400" algn="bl" rotWithShape="0">
              <a:prstClr val="black">
                <a:alpha val="20000"/>
              </a:prstClr>
            </a:outerShdw>
          </a:effectLst>
        </p:spPr>
        <p:style>
          <a:lnRef idx="1">
            <a:schemeClr val="accent1"/>
          </a:lnRef>
          <a:fillRef idx="0">
            <a:schemeClr val="accent1"/>
          </a:fillRef>
          <a:effectRef idx="0">
            <a:schemeClr val="accent1"/>
          </a:effectRef>
          <a:fontRef idx="minor">
            <a:schemeClr val="tx1"/>
          </a:fontRef>
        </p:style>
      </p:cxnSp>
      <p:cxnSp>
        <p:nvCxnSpPr>
          <p:cNvPr id="9" name="Connector: Elbow 8">
            <a:extLst>
              <a:ext uri="{FF2B5EF4-FFF2-40B4-BE49-F238E27FC236}">
                <a16:creationId xmlns:a16="http://schemas.microsoft.com/office/drawing/2014/main" id="{34827B40-5B14-4FFC-B0A6-96BA12A9970C}"/>
              </a:ext>
            </a:extLst>
          </p:cNvPr>
          <p:cNvCxnSpPr>
            <a:cxnSpLocks/>
            <a:stCxn id="4" idx="2"/>
            <a:endCxn id="6" idx="0"/>
          </p:cNvCxnSpPr>
          <p:nvPr/>
        </p:nvCxnSpPr>
        <p:spPr>
          <a:xfrm rot="16200000" flipH="1">
            <a:off x="6673403" y="1004622"/>
            <a:ext cx="467518" cy="1936954"/>
          </a:xfrm>
          <a:prstGeom prst="bentConnector3">
            <a:avLst>
              <a:gd name="adj1" fmla="val 50000"/>
            </a:avLst>
          </a:prstGeom>
          <a:ln>
            <a:tailEnd type="triangle"/>
          </a:ln>
          <a:effectLst>
            <a:outerShdw blurRad="76200" dist="12700" dir="2700000" sy="-23000" kx="-800400" algn="bl" rotWithShape="0">
              <a:prstClr val="black">
                <a:alpha val="20000"/>
              </a:prstClr>
            </a:outerShdw>
          </a:effectLst>
        </p:spPr>
        <p:style>
          <a:lnRef idx="1">
            <a:schemeClr val="accent1"/>
          </a:lnRef>
          <a:fillRef idx="0">
            <a:schemeClr val="accent1"/>
          </a:fillRef>
          <a:effectRef idx="0">
            <a:schemeClr val="accent1"/>
          </a:effectRef>
          <a:fontRef idx="minor">
            <a:schemeClr val="tx1"/>
          </a:fontRef>
        </p:style>
      </p:cxnSp>
      <p:sp>
        <p:nvSpPr>
          <p:cNvPr id="24" name="Rectangle: Rounded Corners 23">
            <a:extLst>
              <a:ext uri="{FF2B5EF4-FFF2-40B4-BE49-F238E27FC236}">
                <a16:creationId xmlns:a16="http://schemas.microsoft.com/office/drawing/2014/main" id="{0515F79E-6577-4459-8BED-54238A8383A5}"/>
              </a:ext>
            </a:extLst>
          </p:cNvPr>
          <p:cNvSpPr/>
          <p:nvPr/>
        </p:nvSpPr>
        <p:spPr>
          <a:xfrm>
            <a:off x="688260" y="3030474"/>
            <a:ext cx="2059857" cy="485608"/>
          </a:xfrm>
          <a:prstGeom prst="roundRect">
            <a:avLst/>
          </a:prstGeom>
          <a:effectLst>
            <a:outerShdw blurRad="76200" dist="12700" dir="2700000" sy="-23000" kx="-800400" algn="bl" rotWithShape="0">
              <a:prstClr val="black">
                <a:alpha val="20000"/>
              </a:prstClr>
            </a:outerShdw>
          </a:effectLst>
        </p:spPr>
        <p:style>
          <a:lnRef idx="0">
            <a:schemeClr val="accent4"/>
          </a:lnRef>
          <a:fillRef idx="3">
            <a:schemeClr val="accent4"/>
          </a:fillRef>
          <a:effectRef idx="3">
            <a:schemeClr val="accent4"/>
          </a:effectRef>
          <a:fontRef idx="minor">
            <a:schemeClr val="lt1"/>
          </a:fontRef>
        </p:style>
        <p:txBody>
          <a:bodyPr rtlCol="0" anchor="ctr"/>
          <a:lstStyle/>
          <a:p>
            <a:pPr algn="ctr"/>
            <a:r>
              <a:rPr lang="en-US" dirty="0"/>
              <a:t>If Fuzzy score &gt; 80</a:t>
            </a:r>
          </a:p>
        </p:txBody>
      </p:sp>
      <p:sp>
        <p:nvSpPr>
          <p:cNvPr id="25" name="Rectangle: Rounded Corners 24">
            <a:extLst>
              <a:ext uri="{FF2B5EF4-FFF2-40B4-BE49-F238E27FC236}">
                <a16:creationId xmlns:a16="http://schemas.microsoft.com/office/drawing/2014/main" id="{61F34687-63C3-4F23-B226-C9C7C8AC7906}"/>
              </a:ext>
            </a:extLst>
          </p:cNvPr>
          <p:cNvSpPr/>
          <p:nvPr/>
        </p:nvSpPr>
        <p:spPr>
          <a:xfrm>
            <a:off x="3738718" y="3030473"/>
            <a:ext cx="1932652" cy="467517"/>
          </a:xfrm>
          <a:prstGeom prst="roundRect">
            <a:avLst/>
          </a:prstGeom>
          <a:effectLst>
            <a:outerShdw blurRad="76200" dist="12700" dir="2700000" sy="-23000" kx="-800400" algn="bl" rotWithShape="0">
              <a:prstClr val="black">
                <a:alpha val="20000"/>
              </a:prstClr>
            </a:outerShdw>
          </a:effectLst>
        </p:spPr>
        <p:style>
          <a:lnRef idx="0">
            <a:schemeClr val="accent6"/>
          </a:lnRef>
          <a:fillRef idx="3">
            <a:schemeClr val="accent6"/>
          </a:fillRef>
          <a:effectRef idx="3">
            <a:schemeClr val="accent6"/>
          </a:effectRef>
          <a:fontRef idx="minor">
            <a:schemeClr val="lt1"/>
          </a:fontRef>
        </p:style>
        <p:txBody>
          <a:bodyPr rtlCol="0" anchor="ctr"/>
          <a:lstStyle/>
          <a:p>
            <a:pPr algn="ctr"/>
            <a:r>
              <a:rPr lang="en-US" dirty="0"/>
              <a:t>Else</a:t>
            </a:r>
          </a:p>
        </p:txBody>
      </p:sp>
      <p:cxnSp>
        <p:nvCxnSpPr>
          <p:cNvPr id="26" name="Connector: Elbow 25">
            <a:extLst>
              <a:ext uri="{FF2B5EF4-FFF2-40B4-BE49-F238E27FC236}">
                <a16:creationId xmlns:a16="http://schemas.microsoft.com/office/drawing/2014/main" id="{DF85B2DA-562C-41AC-8C45-7A531CD3A323}"/>
              </a:ext>
            </a:extLst>
          </p:cNvPr>
          <p:cNvCxnSpPr>
            <a:cxnSpLocks/>
            <a:stCxn id="5" idx="2"/>
            <a:endCxn id="24" idx="0"/>
          </p:cNvCxnSpPr>
          <p:nvPr/>
        </p:nvCxnSpPr>
        <p:spPr>
          <a:xfrm rot="5400000">
            <a:off x="2657528" y="1800263"/>
            <a:ext cx="290872" cy="2169550"/>
          </a:xfrm>
          <a:prstGeom prst="bentConnector3">
            <a:avLst/>
          </a:prstGeom>
          <a:ln>
            <a:tailEnd type="triangle"/>
          </a:ln>
          <a:effectLst>
            <a:outerShdw blurRad="76200" dist="12700" dir="2700000" sy="-23000" kx="-800400" algn="bl" rotWithShape="0">
              <a:prstClr val="black">
                <a:alpha val="20000"/>
              </a:prstClr>
            </a:outerShdw>
          </a:effectLst>
        </p:spPr>
        <p:style>
          <a:lnRef idx="1">
            <a:schemeClr val="accent1"/>
          </a:lnRef>
          <a:fillRef idx="0">
            <a:schemeClr val="accent1"/>
          </a:fillRef>
          <a:effectRef idx="0">
            <a:schemeClr val="accent1"/>
          </a:effectRef>
          <a:fontRef idx="minor">
            <a:schemeClr val="tx1"/>
          </a:fontRef>
        </p:style>
      </p:cxnSp>
      <p:cxnSp>
        <p:nvCxnSpPr>
          <p:cNvPr id="27" name="Connector: Elbow 26">
            <a:extLst>
              <a:ext uri="{FF2B5EF4-FFF2-40B4-BE49-F238E27FC236}">
                <a16:creationId xmlns:a16="http://schemas.microsoft.com/office/drawing/2014/main" id="{DB285636-FB63-400E-A24F-0DF7C1F04539}"/>
              </a:ext>
            </a:extLst>
          </p:cNvPr>
          <p:cNvCxnSpPr>
            <a:cxnSpLocks/>
            <a:stCxn id="5" idx="2"/>
            <a:endCxn id="25" idx="0"/>
          </p:cNvCxnSpPr>
          <p:nvPr/>
        </p:nvCxnSpPr>
        <p:spPr>
          <a:xfrm rot="16200000" flipH="1">
            <a:off x="4150956" y="2476384"/>
            <a:ext cx="290871" cy="817305"/>
          </a:xfrm>
          <a:prstGeom prst="bentConnector3">
            <a:avLst>
              <a:gd name="adj1" fmla="val 50000"/>
            </a:avLst>
          </a:prstGeom>
          <a:ln>
            <a:tailEnd type="triangle"/>
          </a:ln>
          <a:effectLst>
            <a:outerShdw blurRad="76200" dist="12700" dir="2700000" sy="-23000" kx="-800400" algn="bl" rotWithShape="0">
              <a:prstClr val="black">
                <a:alpha val="20000"/>
              </a:prstClr>
            </a:outerShdw>
          </a:effectLst>
        </p:spPr>
        <p:style>
          <a:lnRef idx="1">
            <a:schemeClr val="accent1"/>
          </a:lnRef>
          <a:fillRef idx="0">
            <a:schemeClr val="accent1"/>
          </a:fillRef>
          <a:effectRef idx="0">
            <a:schemeClr val="accent1"/>
          </a:effectRef>
          <a:fontRef idx="minor">
            <a:schemeClr val="tx1"/>
          </a:fontRef>
        </p:style>
      </p:cxnSp>
      <p:sp>
        <p:nvSpPr>
          <p:cNvPr id="36" name="Rectangle: Rounded Corners 35">
            <a:extLst>
              <a:ext uri="{FF2B5EF4-FFF2-40B4-BE49-F238E27FC236}">
                <a16:creationId xmlns:a16="http://schemas.microsoft.com/office/drawing/2014/main" id="{9D2BEF63-D322-4BBF-A9CF-2240647981D5}"/>
              </a:ext>
            </a:extLst>
          </p:cNvPr>
          <p:cNvSpPr/>
          <p:nvPr/>
        </p:nvSpPr>
        <p:spPr>
          <a:xfrm>
            <a:off x="6331974" y="3030473"/>
            <a:ext cx="2078294" cy="467520"/>
          </a:xfrm>
          <a:prstGeom prst="roundRect">
            <a:avLst/>
          </a:prstGeom>
          <a:effectLst>
            <a:outerShdw blurRad="76200" dist="12700" dir="2700000" sy="-23000" kx="-800400" algn="bl" rotWithShape="0">
              <a:prstClr val="black">
                <a:alpha val="20000"/>
              </a:prstClr>
            </a:outerShdw>
          </a:effectLst>
        </p:spPr>
        <p:style>
          <a:lnRef idx="0">
            <a:schemeClr val="accent4"/>
          </a:lnRef>
          <a:fillRef idx="3">
            <a:schemeClr val="accent4"/>
          </a:fillRef>
          <a:effectRef idx="3">
            <a:schemeClr val="accent4"/>
          </a:effectRef>
          <a:fontRef idx="minor">
            <a:schemeClr val="lt1"/>
          </a:fontRef>
        </p:style>
        <p:txBody>
          <a:bodyPr rtlCol="0" anchor="ctr"/>
          <a:lstStyle/>
          <a:p>
            <a:pPr algn="ctr"/>
            <a:r>
              <a:rPr lang="en-US" dirty="0"/>
              <a:t>If Fuzzy score &gt; 80</a:t>
            </a:r>
          </a:p>
        </p:txBody>
      </p:sp>
      <p:sp>
        <p:nvSpPr>
          <p:cNvPr id="37" name="Rectangle: Rounded Corners 36">
            <a:extLst>
              <a:ext uri="{FF2B5EF4-FFF2-40B4-BE49-F238E27FC236}">
                <a16:creationId xmlns:a16="http://schemas.microsoft.com/office/drawing/2014/main" id="{68FB6468-6C30-4D72-9182-26BC56F6747E}"/>
              </a:ext>
            </a:extLst>
          </p:cNvPr>
          <p:cNvSpPr/>
          <p:nvPr/>
        </p:nvSpPr>
        <p:spPr>
          <a:xfrm>
            <a:off x="9449414" y="3030471"/>
            <a:ext cx="1874890" cy="467519"/>
          </a:xfrm>
          <a:prstGeom prst="roundRect">
            <a:avLst/>
          </a:prstGeom>
          <a:effectLst>
            <a:outerShdw blurRad="76200" dist="12700" dir="2700000" sy="-23000" kx="-800400" algn="bl" rotWithShape="0">
              <a:prstClr val="black">
                <a:alpha val="20000"/>
              </a:prstClr>
            </a:outerShdw>
          </a:effectLst>
        </p:spPr>
        <p:style>
          <a:lnRef idx="0">
            <a:schemeClr val="accent6"/>
          </a:lnRef>
          <a:fillRef idx="3">
            <a:schemeClr val="accent6"/>
          </a:fillRef>
          <a:effectRef idx="3">
            <a:schemeClr val="accent6"/>
          </a:effectRef>
          <a:fontRef idx="minor">
            <a:schemeClr val="lt1"/>
          </a:fontRef>
        </p:style>
        <p:txBody>
          <a:bodyPr rtlCol="0" anchor="ctr"/>
          <a:lstStyle/>
          <a:p>
            <a:pPr algn="ctr"/>
            <a:r>
              <a:rPr lang="en-US" dirty="0"/>
              <a:t>Else</a:t>
            </a:r>
          </a:p>
        </p:txBody>
      </p:sp>
      <p:cxnSp>
        <p:nvCxnSpPr>
          <p:cNvPr id="38" name="Connector: Elbow 37">
            <a:extLst>
              <a:ext uri="{FF2B5EF4-FFF2-40B4-BE49-F238E27FC236}">
                <a16:creationId xmlns:a16="http://schemas.microsoft.com/office/drawing/2014/main" id="{6C49B8B8-EBA3-49A8-8D6A-E35C966A7BAC}"/>
              </a:ext>
            </a:extLst>
          </p:cNvPr>
          <p:cNvCxnSpPr>
            <a:cxnSpLocks/>
            <a:stCxn id="6" idx="2"/>
            <a:endCxn id="37" idx="0"/>
          </p:cNvCxnSpPr>
          <p:nvPr/>
        </p:nvCxnSpPr>
        <p:spPr>
          <a:xfrm rot="16200000" flipH="1">
            <a:off x="8985814" y="1629426"/>
            <a:ext cx="290870" cy="2511220"/>
          </a:xfrm>
          <a:prstGeom prst="bentConnector3">
            <a:avLst>
              <a:gd name="adj1" fmla="val 50000"/>
            </a:avLst>
          </a:prstGeom>
          <a:ln>
            <a:tailEnd type="triangle"/>
          </a:ln>
          <a:effectLst>
            <a:outerShdw blurRad="76200" dist="12700" dir="2700000" sy="-23000" kx="-800400" algn="bl" rotWithShape="0">
              <a:prstClr val="black">
                <a:alpha val="20000"/>
              </a:prstClr>
            </a:outerShdw>
          </a:effectLst>
        </p:spPr>
        <p:style>
          <a:lnRef idx="1">
            <a:schemeClr val="accent1"/>
          </a:lnRef>
          <a:fillRef idx="0">
            <a:schemeClr val="accent1"/>
          </a:fillRef>
          <a:effectRef idx="0">
            <a:schemeClr val="accent1"/>
          </a:effectRef>
          <a:fontRef idx="minor">
            <a:schemeClr val="tx1"/>
          </a:fontRef>
        </p:style>
      </p:cxnSp>
      <p:cxnSp>
        <p:nvCxnSpPr>
          <p:cNvPr id="43" name="Connector: Elbow 42">
            <a:extLst>
              <a:ext uri="{FF2B5EF4-FFF2-40B4-BE49-F238E27FC236}">
                <a16:creationId xmlns:a16="http://schemas.microsoft.com/office/drawing/2014/main" id="{807B9B4C-98F5-4797-B889-73DE7DCCF65B}"/>
              </a:ext>
            </a:extLst>
          </p:cNvPr>
          <p:cNvCxnSpPr>
            <a:cxnSpLocks/>
            <a:stCxn id="6" idx="2"/>
            <a:endCxn id="36" idx="0"/>
          </p:cNvCxnSpPr>
          <p:nvPr/>
        </p:nvCxnSpPr>
        <p:spPr>
          <a:xfrm rot="5400000">
            <a:off x="7477944" y="2632778"/>
            <a:ext cx="290872" cy="504518"/>
          </a:xfrm>
          <a:prstGeom prst="bentConnector3">
            <a:avLst>
              <a:gd name="adj1" fmla="val 50000"/>
            </a:avLst>
          </a:prstGeom>
          <a:ln>
            <a:tailEnd type="triangle"/>
          </a:ln>
          <a:effectLst>
            <a:outerShdw blurRad="76200" dist="12700" dir="2700000" sy="-23000" kx="-800400" algn="bl" rotWithShape="0">
              <a:prstClr val="black">
                <a:alpha val="20000"/>
              </a:prstClr>
            </a:outerShdw>
          </a:effectLst>
        </p:spPr>
        <p:style>
          <a:lnRef idx="1">
            <a:schemeClr val="accent1"/>
          </a:lnRef>
          <a:fillRef idx="0">
            <a:schemeClr val="accent1"/>
          </a:fillRef>
          <a:effectRef idx="0">
            <a:schemeClr val="accent1"/>
          </a:effectRef>
          <a:fontRef idx="minor">
            <a:schemeClr val="tx1"/>
          </a:fontRef>
        </p:style>
      </p:cxnSp>
      <p:sp>
        <p:nvSpPr>
          <p:cNvPr id="47" name="Rectangle: Rounded Corners 46">
            <a:extLst>
              <a:ext uri="{FF2B5EF4-FFF2-40B4-BE49-F238E27FC236}">
                <a16:creationId xmlns:a16="http://schemas.microsoft.com/office/drawing/2014/main" id="{6DCDC866-3FEC-4568-9452-045002653196}"/>
              </a:ext>
            </a:extLst>
          </p:cNvPr>
          <p:cNvSpPr/>
          <p:nvPr/>
        </p:nvSpPr>
        <p:spPr>
          <a:xfrm>
            <a:off x="599770" y="3863757"/>
            <a:ext cx="1981200" cy="532745"/>
          </a:xfrm>
          <a:prstGeom prst="roundRect">
            <a:avLst/>
          </a:prstGeom>
          <a:effectLst>
            <a:outerShdw blurRad="76200" dist="12700" dir="2700000" sy="-23000" kx="-800400" algn="bl" rotWithShape="0">
              <a:prstClr val="black">
                <a:alpha val="20000"/>
              </a:prstClr>
            </a:outerShdw>
          </a:effectLst>
        </p:spPr>
        <p:style>
          <a:lnRef idx="0">
            <a:schemeClr val="accent5"/>
          </a:lnRef>
          <a:fillRef idx="3">
            <a:schemeClr val="accent5"/>
          </a:fillRef>
          <a:effectRef idx="3">
            <a:schemeClr val="accent5"/>
          </a:effectRef>
          <a:fontRef idx="minor">
            <a:schemeClr val="lt1"/>
          </a:fontRef>
        </p:style>
        <p:txBody>
          <a:bodyPr rtlCol="0" anchor="ctr"/>
          <a:lstStyle/>
          <a:p>
            <a:pPr algn="ctr"/>
            <a:r>
              <a:rPr lang="en-US" dirty="0"/>
              <a:t>Trust factor = 1</a:t>
            </a:r>
          </a:p>
        </p:txBody>
      </p:sp>
      <p:sp>
        <p:nvSpPr>
          <p:cNvPr id="79" name="Rectangle: Rounded Corners 78">
            <a:extLst>
              <a:ext uri="{FF2B5EF4-FFF2-40B4-BE49-F238E27FC236}">
                <a16:creationId xmlns:a16="http://schemas.microsoft.com/office/drawing/2014/main" id="{40036675-76F2-4DEA-9229-27DCBA7E9E93}"/>
              </a:ext>
            </a:extLst>
          </p:cNvPr>
          <p:cNvSpPr/>
          <p:nvPr/>
        </p:nvSpPr>
        <p:spPr>
          <a:xfrm>
            <a:off x="6429068" y="3854085"/>
            <a:ext cx="1981200" cy="532745"/>
          </a:xfrm>
          <a:prstGeom prst="roundRect">
            <a:avLst/>
          </a:prstGeom>
          <a:effectLst>
            <a:outerShdw blurRad="76200" dist="12700" dir="2700000" sy="-23000" kx="-800400" algn="bl" rotWithShape="0">
              <a:prstClr val="black">
                <a:alpha val="20000"/>
              </a:prstClr>
            </a:outerShdw>
          </a:effectLst>
        </p:spPr>
        <p:style>
          <a:lnRef idx="0">
            <a:schemeClr val="accent5"/>
          </a:lnRef>
          <a:fillRef idx="3">
            <a:schemeClr val="accent5"/>
          </a:fillRef>
          <a:effectRef idx="3">
            <a:schemeClr val="accent5"/>
          </a:effectRef>
          <a:fontRef idx="minor">
            <a:schemeClr val="lt1"/>
          </a:fontRef>
        </p:style>
        <p:txBody>
          <a:bodyPr rtlCol="0" anchor="ctr"/>
          <a:lstStyle/>
          <a:p>
            <a:pPr algn="ctr"/>
            <a:r>
              <a:rPr lang="en-US" dirty="0"/>
              <a:t>Trust factor = 1</a:t>
            </a:r>
          </a:p>
        </p:txBody>
      </p:sp>
      <p:sp>
        <p:nvSpPr>
          <p:cNvPr id="80" name="Rectangle: Rounded Corners 79">
            <a:extLst>
              <a:ext uri="{FF2B5EF4-FFF2-40B4-BE49-F238E27FC236}">
                <a16:creationId xmlns:a16="http://schemas.microsoft.com/office/drawing/2014/main" id="{183D220E-3E31-4B6B-AB40-D503A1DA29D9}"/>
              </a:ext>
            </a:extLst>
          </p:cNvPr>
          <p:cNvSpPr/>
          <p:nvPr/>
        </p:nvSpPr>
        <p:spPr>
          <a:xfrm>
            <a:off x="3759612" y="3818808"/>
            <a:ext cx="1981200" cy="532745"/>
          </a:xfrm>
          <a:prstGeom prst="roundRect">
            <a:avLst/>
          </a:prstGeom>
          <a:effectLst>
            <a:outerShdw blurRad="76200" dist="12700" dir="2700000" sy="-23000" kx="-800400" algn="bl" rotWithShape="0">
              <a:prstClr val="black">
                <a:alpha val="20000"/>
              </a:prstClr>
            </a:outerShdw>
          </a:effectLst>
        </p:spPr>
        <p:style>
          <a:lnRef idx="0">
            <a:schemeClr val="dk1"/>
          </a:lnRef>
          <a:fillRef idx="3">
            <a:schemeClr val="dk1"/>
          </a:fillRef>
          <a:effectRef idx="3">
            <a:schemeClr val="dk1"/>
          </a:effectRef>
          <a:fontRef idx="minor">
            <a:schemeClr val="lt1"/>
          </a:fontRef>
        </p:style>
        <p:txBody>
          <a:bodyPr rtlCol="0" anchor="ctr"/>
          <a:lstStyle/>
          <a:p>
            <a:pPr algn="ctr"/>
            <a:r>
              <a:rPr lang="en-US" dirty="0"/>
              <a:t>Trust factor = 0</a:t>
            </a:r>
          </a:p>
        </p:txBody>
      </p:sp>
      <p:sp>
        <p:nvSpPr>
          <p:cNvPr id="81" name="Rectangle: Rounded Corners 80">
            <a:extLst>
              <a:ext uri="{FF2B5EF4-FFF2-40B4-BE49-F238E27FC236}">
                <a16:creationId xmlns:a16="http://schemas.microsoft.com/office/drawing/2014/main" id="{53984191-F6C9-47A7-8C7B-0EC6A0C2C10E}"/>
              </a:ext>
            </a:extLst>
          </p:cNvPr>
          <p:cNvSpPr/>
          <p:nvPr/>
        </p:nvSpPr>
        <p:spPr>
          <a:xfrm>
            <a:off x="9479526" y="3818808"/>
            <a:ext cx="1981200" cy="532745"/>
          </a:xfrm>
          <a:prstGeom prst="roundRect">
            <a:avLst/>
          </a:prstGeom>
          <a:effectLst>
            <a:outerShdw blurRad="76200" dist="12700" dir="2700000" sy="-23000" kx="-800400" algn="bl" rotWithShape="0">
              <a:prstClr val="black">
                <a:alpha val="20000"/>
              </a:prstClr>
            </a:outerShdw>
          </a:effectLst>
        </p:spPr>
        <p:style>
          <a:lnRef idx="0">
            <a:schemeClr val="dk1"/>
          </a:lnRef>
          <a:fillRef idx="3">
            <a:schemeClr val="dk1"/>
          </a:fillRef>
          <a:effectRef idx="3">
            <a:schemeClr val="dk1"/>
          </a:effectRef>
          <a:fontRef idx="minor">
            <a:schemeClr val="lt1"/>
          </a:fontRef>
        </p:style>
        <p:txBody>
          <a:bodyPr rtlCol="0" anchor="ctr"/>
          <a:lstStyle/>
          <a:p>
            <a:pPr algn="ctr"/>
            <a:r>
              <a:rPr lang="en-US" dirty="0"/>
              <a:t>Trust factor = 0</a:t>
            </a:r>
          </a:p>
        </p:txBody>
      </p:sp>
      <p:cxnSp>
        <p:nvCxnSpPr>
          <p:cNvPr id="83" name="Connector: Elbow 82">
            <a:extLst>
              <a:ext uri="{FF2B5EF4-FFF2-40B4-BE49-F238E27FC236}">
                <a16:creationId xmlns:a16="http://schemas.microsoft.com/office/drawing/2014/main" id="{2BEC170E-EC91-4599-A7C5-3B9527B01572}"/>
              </a:ext>
            </a:extLst>
          </p:cNvPr>
          <p:cNvCxnSpPr>
            <a:cxnSpLocks/>
          </p:cNvCxnSpPr>
          <p:nvPr/>
        </p:nvCxnSpPr>
        <p:spPr>
          <a:xfrm rot="16200000" flipH="1">
            <a:off x="4592306" y="3660902"/>
            <a:ext cx="255590" cy="60223"/>
          </a:xfrm>
          <a:prstGeom prst="bentConnector3">
            <a:avLst>
              <a:gd name="adj1" fmla="val 50000"/>
            </a:avLst>
          </a:prstGeom>
          <a:ln>
            <a:tailEnd type="triangle"/>
          </a:ln>
          <a:effectLst>
            <a:outerShdw blurRad="76200" dist="12700" dir="2700000" sy="-23000" kx="-800400" algn="bl" rotWithShape="0">
              <a:prstClr val="black">
                <a:alpha val="20000"/>
              </a:prstClr>
            </a:outerShdw>
          </a:effectLst>
        </p:spPr>
        <p:style>
          <a:lnRef idx="1">
            <a:schemeClr val="accent1"/>
          </a:lnRef>
          <a:fillRef idx="0">
            <a:schemeClr val="accent1"/>
          </a:fillRef>
          <a:effectRef idx="0">
            <a:schemeClr val="accent1"/>
          </a:effectRef>
          <a:fontRef idx="minor">
            <a:schemeClr val="tx1"/>
          </a:fontRef>
        </p:style>
      </p:cxnSp>
      <p:cxnSp>
        <p:nvCxnSpPr>
          <p:cNvPr id="88" name="Connector: Elbow 87">
            <a:extLst>
              <a:ext uri="{FF2B5EF4-FFF2-40B4-BE49-F238E27FC236}">
                <a16:creationId xmlns:a16="http://schemas.microsoft.com/office/drawing/2014/main" id="{9A5FEF8C-14CC-4EC7-A6FC-9CF0A8DBAE5F}"/>
              </a:ext>
            </a:extLst>
          </p:cNvPr>
          <p:cNvCxnSpPr>
            <a:cxnSpLocks/>
            <a:stCxn id="24" idx="2"/>
            <a:endCxn id="47" idx="0"/>
          </p:cNvCxnSpPr>
          <p:nvPr/>
        </p:nvCxnSpPr>
        <p:spPr>
          <a:xfrm rot="5400000">
            <a:off x="1480443" y="3626010"/>
            <a:ext cx="347675" cy="127819"/>
          </a:xfrm>
          <a:prstGeom prst="bentConnector3">
            <a:avLst>
              <a:gd name="adj1" fmla="val 50000"/>
            </a:avLst>
          </a:prstGeom>
          <a:ln>
            <a:tailEnd type="triangle"/>
          </a:ln>
          <a:effectLst>
            <a:outerShdw blurRad="76200" dist="12700" dir="2700000" sy="-23000" kx="-800400" algn="bl" rotWithShape="0">
              <a:prstClr val="black">
                <a:alpha val="20000"/>
              </a:prstClr>
            </a:outerShdw>
          </a:effectLst>
        </p:spPr>
        <p:style>
          <a:lnRef idx="1">
            <a:schemeClr val="accent1"/>
          </a:lnRef>
          <a:fillRef idx="0">
            <a:schemeClr val="accent1"/>
          </a:fillRef>
          <a:effectRef idx="0">
            <a:schemeClr val="accent1"/>
          </a:effectRef>
          <a:fontRef idx="minor">
            <a:schemeClr val="tx1"/>
          </a:fontRef>
        </p:style>
      </p:cxnSp>
      <p:cxnSp>
        <p:nvCxnSpPr>
          <p:cNvPr id="94" name="Connector: Elbow 93">
            <a:extLst>
              <a:ext uri="{FF2B5EF4-FFF2-40B4-BE49-F238E27FC236}">
                <a16:creationId xmlns:a16="http://schemas.microsoft.com/office/drawing/2014/main" id="{A905285F-FA8C-4D94-B45F-5F3EEC0A8F4D}"/>
              </a:ext>
            </a:extLst>
          </p:cNvPr>
          <p:cNvCxnSpPr>
            <a:cxnSpLocks/>
            <a:stCxn id="36" idx="2"/>
            <a:endCxn id="79" idx="0"/>
          </p:cNvCxnSpPr>
          <p:nvPr/>
        </p:nvCxnSpPr>
        <p:spPr>
          <a:xfrm rot="16200000" flipH="1">
            <a:off x="7217348" y="3651765"/>
            <a:ext cx="356092" cy="48547"/>
          </a:xfrm>
          <a:prstGeom prst="bentConnector3">
            <a:avLst>
              <a:gd name="adj1" fmla="val 50000"/>
            </a:avLst>
          </a:prstGeom>
          <a:ln>
            <a:tailEnd type="triangle"/>
          </a:ln>
          <a:effectLst>
            <a:outerShdw blurRad="76200" dist="12700" dir="2700000" sy="-23000" kx="-800400" algn="bl" rotWithShape="0">
              <a:prstClr val="black">
                <a:alpha val="20000"/>
              </a:prstClr>
            </a:outerShdw>
          </a:effectLst>
        </p:spPr>
        <p:style>
          <a:lnRef idx="1">
            <a:schemeClr val="accent1"/>
          </a:lnRef>
          <a:fillRef idx="0">
            <a:schemeClr val="accent1"/>
          </a:fillRef>
          <a:effectRef idx="0">
            <a:schemeClr val="accent1"/>
          </a:effectRef>
          <a:fontRef idx="minor">
            <a:schemeClr val="tx1"/>
          </a:fontRef>
        </p:style>
      </p:cxnSp>
      <p:cxnSp>
        <p:nvCxnSpPr>
          <p:cNvPr id="98" name="Connector: Elbow 97">
            <a:extLst>
              <a:ext uri="{FF2B5EF4-FFF2-40B4-BE49-F238E27FC236}">
                <a16:creationId xmlns:a16="http://schemas.microsoft.com/office/drawing/2014/main" id="{B1EAA62C-886A-4504-AD6E-FD751B868C10}"/>
              </a:ext>
            </a:extLst>
          </p:cNvPr>
          <p:cNvCxnSpPr>
            <a:cxnSpLocks/>
            <a:stCxn id="37" idx="2"/>
            <a:endCxn id="81" idx="0"/>
          </p:cNvCxnSpPr>
          <p:nvPr/>
        </p:nvCxnSpPr>
        <p:spPr>
          <a:xfrm rot="16200000" flipH="1">
            <a:off x="10268083" y="3616765"/>
            <a:ext cx="320818" cy="83267"/>
          </a:xfrm>
          <a:prstGeom prst="bentConnector3">
            <a:avLst>
              <a:gd name="adj1" fmla="val 50000"/>
            </a:avLst>
          </a:prstGeom>
          <a:ln>
            <a:tailEnd type="triangle"/>
          </a:ln>
          <a:effectLst>
            <a:outerShdw blurRad="76200" dist="12700" dir="2700000" sy="-23000" kx="-800400" algn="bl" rotWithShape="0">
              <a:prstClr val="black">
                <a:alpha val="20000"/>
              </a:prstClr>
            </a:outerShdw>
          </a:effectLst>
        </p:spPr>
        <p:style>
          <a:lnRef idx="1">
            <a:schemeClr val="accent1"/>
          </a:lnRef>
          <a:fillRef idx="0">
            <a:schemeClr val="accent1"/>
          </a:fillRef>
          <a:effectRef idx="0">
            <a:schemeClr val="accent1"/>
          </a:effectRef>
          <a:fontRef idx="minor">
            <a:schemeClr val="tx1"/>
          </a:fontRef>
        </p:style>
      </p:cxnSp>
      <p:sp>
        <p:nvSpPr>
          <p:cNvPr id="115" name="TextBox 114">
            <a:extLst>
              <a:ext uri="{FF2B5EF4-FFF2-40B4-BE49-F238E27FC236}">
                <a16:creationId xmlns:a16="http://schemas.microsoft.com/office/drawing/2014/main" id="{01732A98-2940-4B04-AFB4-7BA32B68D538}"/>
              </a:ext>
            </a:extLst>
          </p:cNvPr>
          <p:cNvSpPr txBox="1"/>
          <p:nvPr/>
        </p:nvSpPr>
        <p:spPr>
          <a:xfrm>
            <a:off x="688260" y="4888156"/>
            <a:ext cx="5036116" cy="830997"/>
          </a:xfrm>
          <a:prstGeom prst="rect">
            <a:avLst/>
          </a:prstGeom>
          <a:ln>
            <a:noFill/>
          </a:ln>
          <a:effectLst>
            <a:outerShdw blurRad="63500" sx="102000" sy="102000" algn="ctr" rotWithShape="0">
              <a:prstClr val="black">
                <a:alpha val="40000"/>
              </a:prstClr>
            </a:outerShdw>
          </a:effectLst>
        </p:spPr>
        <p:style>
          <a:lnRef idx="2">
            <a:schemeClr val="accent5"/>
          </a:lnRef>
          <a:fillRef idx="1">
            <a:schemeClr val="lt1"/>
          </a:fillRef>
          <a:effectRef idx="0">
            <a:schemeClr val="accent5"/>
          </a:effectRef>
          <a:fontRef idx="minor">
            <a:schemeClr val="dk1"/>
          </a:fontRef>
        </p:style>
        <p:txBody>
          <a:bodyPr wrap="square" numCol="1" rtlCol="0">
            <a:spAutoFit/>
          </a:bodyPr>
          <a:lstStyle/>
          <a:p>
            <a:pPr marL="285750" indent="-285750">
              <a:buFont typeface="Arial" panose="020B0604020202020204" pitchFamily="34" charset="0"/>
              <a:buChar char="•"/>
            </a:pPr>
            <a:r>
              <a:rPr lang="en-US" sz="2400" dirty="0">
                <a:latin typeface="Bogle" panose="020B0503020203060203" pitchFamily="34" charset="0"/>
              </a:rPr>
              <a:t>Model: Best of Logistic Regression</a:t>
            </a:r>
          </a:p>
          <a:p>
            <a:pPr marL="285750" indent="-285750">
              <a:buFont typeface="Arial" panose="020B0604020202020204" pitchFamily="34" charset="0"/>
              <a:buChar char="•"/>
            </a:pPr>
            <a:r>
              <a:rPr lang="en-US" sz="2400" dirty="0">
                <a:latin typeface="Bogle" panose="020B0503020203060203" pitchFamily="34" charset="0"/>
              </a:rPr>
              <a:t>Mean Trust factor = 89%</a:t>
            </a:r>
          </a:p>
        </p:txBody>
      </p:sp>
      <p:sp>
        <p:nvSpPr>
          <p:cNvPr id="116" name="TextBox 115">
            <a:extLst>
              <a:ext uri="{FF2B5EF4-FFF2-40B4-BE49-F238E27FC236}">
                <a16:creationId xmlns:a16="http://schemas.microsoft.com/office/drawing/2014/main" id="{0AB5A5AC-7011-4D8C-BBED-88F7F1FF24F9}"/>
              </a:ext>
            </a:extLst>
          </p:cNvPr>
          <p:cNvSpPr txBox="1"/>
          <p:nvPr/>
        </p:nvSpPr>
        <p:spPr>
          <a:xfrm>
            <a:off x="6580239" y="4893456"/>
            <a:ext cx="4561707" cy="830997"/>
          </a:xfrm>
          <a:prstGeom prst="rect">
            <a:avLst/>
          </a:prstGeom>
          <a:ln>
            <a:noFill/>
          </a:ln>
          <a:effectLst>
            <a:outerShdw blurRad="63500" sx="102000" sy="102000" algn="ctr" rotWithShape="0">
              <a:prstClr val="black">
                <a:alpha val="40000"/>
              </a:prstClr>
            </a:outerShdw>
          </a:effectLst>
        </p:spPr>
        <p:style>
          <a:lnRef idx="2">
            <a:schemeClr val="accent5"/>
          </a:lnRef>
          <a:fillRef idx="1">
            <a:schemeClr val="lt1"/>
          </a:fillRef>
          <a:effectRef idx="0">
            <a:schemeClr val="accent5"/>
          </a:effectRef>
          <a:fontRef idx="minor">
            <a:schemeClr val="dk1"/>
          </a:fontRef>
        </p:style>
        <p:txBody>
          <a:bodyPr wrap="square" numCol="1" rtlCol="0">
            <a:spAutoFit/>
          </a:bodyPr>
          <a:lstStyle/>
          <a:p>
            <a:pPr marL="285750" indent="-285750">
              <a:buFont typeface="Arial" panose="020B0604020202020204" pitchFamily="34" charset="0"/>
              <a:buChar char="•"/>
            </a:pPr>
            <a:r>
              <a:rPr lang="en-US" sz="2400" dirty="0">
                <a:latin typeface="Bogle" panose="020B0503020203060203" pitchFamily="34" charset="0"/>
              </a:rPr>
              <a:t>Model: Best of Random Forest</a:t>
            </a:r>
          </a:p>
          <a:p>
            <a:pPr marL="285750" indent="-285750">
              <a:buFont typeface="Arial" panose="020B0604020202020204" pitchFamily="34" charset="0"/>
              <a:buChar char="•"/>
            </a:pPr>
            <a:r>
              <a:rPr lang="en-US" sz="2400" dirty="0">
                <a:latin typeface="Bogle" panose="020B0503020203060203" pitchFamily="34" charset="0"/>
              </a:rPr>
              <a:t>Mean trust factor = 85%</a:t>
            </a:r>
          </a:p>
        </p:txBody>
      </p:sp>
      <p:sp>
        <p:nvSpPr>
          <p:cNvPr id="120" name="TextBox 119">
            <a:extLst>
              <a:ext uri="{FF2B5EF4-FFF2-40B4-BE49-F238E27FC236}">
                <a16:creationId xmlns:a16="http://schemas.microsoft.com/office/drawing/2014/main" id="{33673EFF-841E-4A74-804F-67B5B937A03F}"/>
              </a:ext>
            </a:extLst>
          </p:cNvPr>
          <p:cNvSpPr txBox="1"/>
          <p:nvPr/>
        </p:nvSpPr>
        <p:spPr>
          <a:xfrm>
            <a:off x="505135" y="6178351"/>
            <a:ext cx="6548808" cy="369332"/>
          </a:xfrm>
          <a:prstGeom prst="rect">
            <a:avLst/>
          </a:prstGeom>
          <a:noFill/>
        </p:spPr>
        <p:txBody>
          <a:bodyPr wrap="square" rtlCol="0">
            <a:spAutoFit/>
          </a:bodyPr>
          <a:lstStyle/>
          <a:p>
            <a:r>
              <a:rPr lang="en-US" i="1" dirty="0"/>
              <a:t>Note: Partial token set ratio is used to calculate the fuzzy score.</a:t>
            </a:r>
          </a:p>
        </p:txBody>
      </p:sp>
      <p:sp>
        <p:nvSpPr>
          <p:cNvPr id="121" name="TextBox 120">
            <a:extLst>
              <a:ext uri="{FF2B5EF4-FFF2-40B4-BE49-F238E27FC236}">
                <a16:creationId xmlns:a16="http://schemas.microsoft.com/office/drawing/2014/main" id="{07FE0E59-B34D-44DB-93A7-29BB7AD90FA3}"/>
              </a:ext>
            </a:extLst>
          </p:cNvPr>
          <p:cNvSpPr txBox="1"/>
          <p:nvPr/>
        </p:nvSpPr>
        <p:spPr>
          <a:xfrm>
            <a:off x="7623380" y="5880483"/>
            <a:ext cx="4798669" cy="738664"/>
          </a:xfrm>
          <a:prstGeom prst="rect">
            <a:avLst/>
          </a:prstGeom>
          <a:noFill/>
        </p:spPr>
        <p:txBody>
          <a:bodyPr wrap="square" rtlCol="0">
            <a:spAutoFit/>
          </a:bodyPr>
          <a:lstStyle/>
          <a:p>
            <a:r>
              <a:rPr lang="en-US" sz="1400" dirty="0"/>
              <a:t>str1 = "CHOCOLATE </a:t>
            </a:r>
            <a:r>
              <a:rPr lang="en-US" sz="1400" dirty="0" err="1"/>
              <a:t>CHOCOLATE</a:t>
            </a:r>
            <a:r>
              <a:rPr lang="en-US" sz="1400" dirty="0"/>
              <a:t> BRANDS MID TIER" </a:t>
            </a:r>
          </a:p>
          <a:p>
            <a:r>
              <a:rPr lang="en-US" sz="1400" dirty="0"/>
              <a:t>str2 = "brands; chocolate" </a:t>
            </a:r>
          </a:p>
          <a:p>
            <a:r>
              <a:rPr lang="en-US" sz="1400" dirty="0" err="1"/>
              <a:t>Fuzz.partial_token_set_ratio</a:t>
            </a:r>
            <a:r>
              <a:rPr lang="en-US" sz="1400" dirty="0"/>
              <a:t>  = 100</a:t>
            </a:r>
          </a:p>
        </p:txBody>
      </p:sp>
    </p:spTree>
    <p:extLst>
      <p:ext uri="{BB962C8B-B14F-4D97-AF65-F5344CB8AC3E}">
        <p14:creationId xmlns:p14="http://schemas.microsoft.com/office/powerpoint/2010/main" val="63187898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0DDF3-0B60-4ECB-934F-910301D127C9}"/>
              </a:ext>
            </a:extLst>
          </p:cNvPr>
          <p:cNvSpPr>
            <a:spLocks noGrp="1"/>
          </p:cNvSpPr>
          <p:nvPr>
            <p:ph type="title"/>
          </p:nvPr>
        </p:nvSpPr>
        <p:spPr>
          <a:xfrm>
            <a:off x="275302" y="173804"/>
            <a:ext cx="10515600" cy="630248"/>
          </a:xfrm>
        </p:spPr>
        <p:txBody>
          <a:bodyPr>
            <a:noAutofit/>
          </a:bodyPr>
          <a:lstStyle/>
          <a:p>
            <a:r>
              <a:rPr lang="en-US" sz="3600" dirty="0"/>
              <a:t>Difference in distributions: Remove the numbers</a:t>
            </a:r>
          </a:p>
        </p:txBody>
      </p:sp>
      <p:graphicFrame>
        <p:nvGraphicFramePr>
          <p:cNvPr id="4" name="Content Placeholder 3">
            <a:extLst>
              <a:ext uri="{FF2B5EF4-FFF2-40B4-BE49-F238E27FC236}">
                <a16:creationId xmlns:a16="http://schemas.microsoft.com/office/drawing/2014/main" id="{C1CF9D58-B111-449E-B372-1CFF0310D0BF}"/>
              </a:ext>
            </a:extLst>
          </p:cNvPr>
          <p:cNvGraphicFramePr>
            <a:graphicFrameLocks noGrp="1"/>
          </p:cNvGraphicFramePr>
          <p:nvPr>
            <p:ph idx="1"/>
            <p:extLst>
              <p:ext uri="{D42A27DB-BD31-4B8C-83A1-F6EECF244321}">
                <p14:modId xmlns:p14="http://schemas.microsoft.com/office/powerpoint/2010/main" val="168498685"/>
              </p:ext>
            </p:extLst>
          </p:nvPr>
        </p:nvGraphicFramePr>
        <p:xfrm>
          <a:off x="275302" y="734244"/>
          <a:ext cx="11248103" cy="16033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Content Placeholder 3">
            <a:extLst>
              <a:ext uri="{FF2B5EF4-FFF2-40B4-BE49-F238E27FC236}">
                <a16:creationId xmlns:a16="http://schemas.microsoft.com/office/drawing/2014/main" id="{43FCEC72-5ECC-4D57-B852-D2B737323C25}"/>
              </a:ext>
            </a:extLst>
          </p:cNvPr>
          <p:cNvGraphicFramePr>
            <a:graphicFrameLocks/>
          </p:cNvGraphicFramePr>
          <p:nvPr>
            <p:extLst>
              <p:ext uri="{D42A27DB-BD31-4B8C-83A1-F6EECF244321}">
                <p14:modId xmlns:p14="http://schemas.microsoft.com/office/powerpoint/2010/main" val="838372763"/>
              </p:ext>
            </p:extLst>
          </p:nvPr>
        </p:nvGraphicFramePr>
        <p:xfrm>
          <a:off x="275302" y="1928862"/>
          <a:ext cx="11248102" cy="160337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6" name="TextBox 5">
            <a:extLst>
              <a:ext uri="{FF2B5EF4-FFF2-40B4-BE49-F238E27FC236}">
                <a16:creationId xmlns:a16="http://schemas.microsoft.com/office/drawing/2014/main" id="{099F6DFD-17E5-42B8-B266-3273996C5CFF}"/>
              </a:ext>
            </a:extLst>
          </p:cNvPr>
          <p:cNvSpPr txBox="1"/>
          <p:nvPr/>
        </p:nvSpPr>
        <p:spPr>
          <a:xfrm>
            <a:off x="423015" y="3532237"/>
            <a:ext cx="10952675" cy="267765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3"/>
          </a:lnRef>
          <a:fillRef idx="1">
            <a:schemeClr val="lt1"/>
          </a:fillRef>
          <a:effectRef idx="0">
            <a:schemeClr val="accent3"/>
          </a:effectRef>
          <a:fontRef idx="minor">
            <a:schemeClr val="dk1"/>
          </a:fontRef>
        </p:style>
        <p:txBody>
          <a:bodyPr wrap="square" numCol="1" rtlCol="0">
            <a:spAutoFit/>
          </a:bodyPr>
          <a:lstStyle/>
          <a:p>
            <a:pPr marL="285750" indent="-285750">
              <a:buFont typeface="Arial" panose="020B0604020202020204" pitchFamily="34" charset="0"/>
              <a:buChar char="•"/>
            </a:pPr>
            <a:r>
              <a:rPr lang="en-US" sz="2400" dirty="0">
                <a:latin typeface="Bogle" panose="020B0503020203060203" pitchFamily="34" charset="0"/>
              </a:rPr>
              <a:t>Removing the numbers. Example- 11oz </a:t>
            </a:r>
            <a:r>
              <a:rPr lang="en-US" sz="2400" dirty="0">
                <a:latin typeface="Bogle" panose="020B0503020203060203" pitchFamily="34" charset="0"/>
                <a:sym typeface="Wingdings" panose="05000000000000000000" pitchFamily="2" charset="2"/>
              </a:rPr>
              <a:t> oz, 32’’, 2LitresLitres</a:t>
            </a:r>
          </a:p>
          <a:p>
            <a:pPr marL="285750" indent="-285750">
              <a:buFont typeface="Arial" panose="020B0604020202020204" pitchFamily="34" charset="0"/>
              <a:buChar char="•"/>
            </a:pPr>
            <a:r>
              <a:rPr lang="en-US" sz="2400" dirty="0">
                <a:latin typeface="Bogle" panose="020B0503020203060203" pitchFamily="34" charset="0"/>
                <a:sym typeface="Wingdings" panose="05000000000000000000" pitchFamily="2" charset="2"/>
              </a:rPr>
              <a:t>KL divergence:</a:t>
            </a:r>
          </a:p>
          <a:p>
            <a:pPr marL="742950" lvl="1" indent="-285750">
              <a:buFont typeface="Arial" panose="020B0604020202020204" pitchFamily="34" charset="0"/>
              <a:buChar char="•"/>
            </a:pPr>
            <a:r>
              <a:rPr lang="en-US" sz="2400" dirty="0">
                <a:latin typeface="Bogle" panose="020B0503020203060203" pitchFamily="34" charset="0"/>
                <a:sym typeface="Wingdings" panose="05000000000000000000" pitchFamily="2" charset="2"/>
              </a:rPr>
              <a:t>Less than 5, 70%</a:t>
            </a:r>
          </a:p>
          <a:p>
            <a:pPr marL="742950" lvl="1" indent="-285750">
              <a:buFont typeface="Arial" panose="020B0604020202020204" pitchFamily="34" charset="0"/>
              <a:buChar char="•"/>
            </a:pPr>
            <a:r>
              <a:rPr lang="en-US" sz="2400" dirty="0">
                <a:latin typeface="Bogle" panose="020B0503020203060203" pitchFamily="34" charset="0"/>
                <a:sym typeface="Wingdings" panose="05000000000000000000" pitchFamily="2" charset="2"/>
              </a:rPr>
              <a:t>Less than 10, 85%</a:t>
            </a:r>
          </a:p>
          <a:p>
            <a:pPr marL="742950" lvl="1" indent="-285750">
              <a:buFont typeface="Arial" panose="020B0604020202020204" pitchFamily="34" charset="0"/>
              <a:buChar char="•"/>
            </a:pPr>
            <a:r>
              <a:rPr lang="en-US" sz="2400" dirty="0">
                <a:latin typeface="Bogle" panose="020B0503020203060203" pitchFamily="34" charset="0"/>
                <a:sym typeface="Wingdings" panose="05000000000000000000" pitchFamily="2" charset="2"/>
              </a:rPr>
              <a:t>Less than 20, 98%</a:t>
            </a:r>
          </a:p>
          <a:p>
            <a:pPr marL="285750" indent="-285750">
              <a:buFont typeface="Arial" panose="020B0604020202020204" pitchFamily="34" charset="0"/>
              <a:buChar char="•"/>
            </a:pPr>
            <a:r>
              <a:rPr lang="en-US" sz="2400" dirty="0">
                <a:latin typeface="Bogle" panose="020B0503020203060203" pitchFamily="34" charset="0"/>
                <a:sym typeface="Wingdings" panose="05000000000000000000" pitchFamily="2" charset="2"/>
              </a:rPr>
              <a:t>KS test (</a:t>
            </a:r>
            <a:r>
              <a:rPr lang="en-US" sz="2400" dirty="0" err="1">
                <a:latin typeface="Bogle" panose="020B0503020203060203" pitchFamily="34" charset="0"/>
                <a:sym typeface="Wingdings" panose="05000000000000000000" pitchFamily="2" charset="2"/>
              </a:rPr>
              <a:t>Pvalue</a:t>
            </a:r>
            <a:r>
              <a:rPr lang="en-US" sz="2400" dirty="0">
                <a:latin typeface="Bogle" panose="020B0503020203060203" pitchFamily="34" charset="0"/>
                <a:sym typeface="Wingdings" panose="05000000000000000000" pitchFamily="2" charset="2"/>
              </a:rPr>
              <a:t>)</a:t>
            </a:r>
          </a:p>
          <a:p>
            <a:pPr marL="742950" lvl="1" indent="-285750">
              <a:buFont typeface="Arial" panose="020B0604020202020204" pitchFamily="34" charset="0"/>
              <a:buChar char="•"/>
            </a:pPr>
            <a:r>
              <a:rPr lang="en-US" sz="2400" dirty="0">
                <a:latin typeface="Bogle" panose="020B0503020203060203" pitchFamily="34" charset="0"/>
                <a:sym typeface="Wingdings" panose="05000000000000000000" pitchFamily="2" charset="2"/>
              </a:rPr>
              <a:t>Less than 0.0001, 99%</a:t>
            </a:r>
          </a:p>
        </p:txBody>
      </p:sp>
      <p:pic>
        <p:nvPicPr>
          <p:cNvPr id="8" name="Picture 7" descr="Chart, histogram&#10;&#10;Description automatically generated">
            <a:extLst>
              <a:ext uri="{FF2B5EF4-FFF2-40B4-BE49-F238E27FC236}">
                <a16:creationId xmlns:a16="http://schemas.microsoft.com/office/drawing/2014/main" id="{37EC2F1B-8A8A-44A2-9DEA-D1D31CB17010}"/>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7993398" y="4092677"/>
            <a:ext cx="3775587" cy="2382578"/>
          </a:xfrm>
          <a:prstGeom prst="rect">
            <a:avLst/>
          </a:prstGeom>
          <a:effectLst>
            <a:glow rad="101600">
              <a:schemeClr val="accent5">
                <a:satMod val="175000"/>
                <a:alpha val="40000"/>
              </a:schemeClr>
            </a:glow>
          </a:effectLst>
        </p:spPr>
      </p:pic>
    </p:spTree>
    <p:extLst>
      <p:ext uri="{BB962C8B-B14F-4D97-AF65-F5344CB8AC3E}">
        <p14:creationId xmlns:p14="http://schemas.microsoft.com/office/powerpoint/2010/main" val="297228535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0DDF3-0B60-4ECB-934F-910301D127C9}"/>
              </a:ext>
            </a:extLst>
          </p:cNvPr>
          <p:cNvSpPr>
            <a:spLocks noGrp="1"/>
          </p:cNvSpPr>
          <p:nvPr>
            <p:ph type="title"/>
          </p:nvPr>
        </p:nvSpPr>
        <p:spPr>
          <a:xfrm>
            <a:off x="275302" y="153758"/>
            <a:ext cx="10515600" cy="630248"/>
          </a:xfrm>
        </p:spPr>
        <p:txBody>
          <a:bodyPr>
            <a:noAutofit/>
          </a:bodyPr>
          <a:lstStyle/>
          <a:p>
            <a:r>
              <a:rPr lang="en-US" sz="3600" dirty="0"/>
              <a:t>Difference in distributions: Remove 2 char words</a:t>
            </a:r>
          </a:p>
        </p:txBody>
      </p:sp>
      <p:graphicFrame>
        <p:nvGraphicFramePr>
          <p:cNvPr id="4" name="Content Placeholder 3">
            <a:extLst>
              <a:ext uri="{FF2B5EF4-FFF2-40B4-BE49-F238E27FC236}">
                <a16:creationId xmlns:a16="http://schemas.microsoft.com/office/drawing/2014/main" id="{C1CF9D58-B111-449E-B372-1CFF0310D0BF}"/>
              </a:ext>
            </a:extLst>
          </p:cNvPr>
          <p:cNvGraphicFramePr>
            <a:graphicFrameLocks noGrp="1"/>
          </p:cNvGraphicFramePr>
          <p:nvPr>
            <p:ph idx="1"/>
            <p:extLst>
              <p:ext uri="{D42A27DB-BD31-4B8C-83A1-F6EECF244321}">
                <p14:modId xmlns:p14="http://schemas.microsoft.com/office/powerpoint/2010/main" val="2713110218"/>
              </p:ext>
            </p:extLst>
          </p:nvPr>
        </p:nvGraphicFramePr>
        <p:xfrm>
          <a:off x="275302" y="734244"/>
          <a:ext cx="11248103" cy="16033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Content Placeholder 3">
            <a:extLst>
              <a:ext uri="{FF2B5EF4-FFF2-40B4-BE49-F238E27FC236}">
                <a16:creationId xmlns:a16="http://schemas.microsoft.com/office/drawing/2014/main" id="{43FCEC72-5ECC-4D57-B852-D2B737323C25}"/>
              </a:ext>
            </a:extLst>
          </p:cNvPr>
          <p:cNvGraphicFramePr>
            <a:graphicFrameLocks/>
          </p:cNvGraphicFramePr>
          <p:nvPr>
            <p:extLst>
              <p:ext uri="{D42A27DB-BD31-4B8C-83A1-F6EECF244321}">
                <p14:modId xmlns:p14="http://schemas.microsoft.com/office/powerpoint/2010/main" val="1499641071"/>
              </p:ext>
            </p:extLst>
          </p:nvPr>
        </p:nvGraphicFramePr>
        <p:xfrm>
          <a:off x="275302" y="1928862"/>
          <a:ext cx="11248102" cy="160337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6" name="TextBox 5">
            <a:extLst>
              <a:ext uri="{FF2B5EF4-FFF2-40B4-BE49-F238E27FC236}">
                <a16:creationId xmlns:a16="http://schemas.microsoft.com/office/drawing/2014/main" id="{099F6DFD-17E5-42B8-B266-3273996C5CFF}"/>
              </a:ext>
            </a:extLst>
          </p:cNvPr>
          <p:cNvSpPr txBox="1"/>
          <p:nvPr/>
        </p:nvSpPr>
        <p:spPr>
          <a:xfrm>
            <a:off x="423015" y="3532237"/>
            <a:ext cx="10952675" cy="267765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3"/>
          </a:lnRef>
          <a:fillRef idx="1">
            <a:schemeClr val="lt1"/>
          </a:fillRef>
          <a:effectRef idx="0">
            <a:schemeClr val="accent3"/>
          </a:effectRef>
          <a:fontRef idx="minor">
            <a:schemeClr val="dk1"/>
          </a:fontRef>
        </p:style>
        <p:txBody>
          <a:bodyPr wrap="square" numCol="1" rtlCol="0">
            <a:spAutoFit/>
          </a:bodyPr>
          <a:lstStyle/>
          <a:p>
            <a:pPr marL="285750" indent="-285750">
              <a:buFont typeface="Arial" panose="020B0604020202020204" pitchFamily="34" charset="0"/>
              <a:buChar char="•"/>
            </a:pPr>
            <a:r>
              <a:rPr lang="en-US" sz="2400" dirty="0">
                <a:latin typeface="Bogle" panose="020B0503020203060203" pitchFamily="34" charset="0"/>
              </a:rPr>
              <a:t>Removing the 2 char words. Example- CS, PB, </a:t>
            </a:r>
            <a:r>
              <a:rPr lang="en-US" sz="2400" dirty="0" err="1">
                <a:latin typeface="Bogle" panose="020B0503020203060203" pitchFamily="34" charset="0"/>
              </a:rPr>
              <a:t>etc</a:t>
            </a:r>
            <a:endParaRPr lang="en-US" sz="2400" dirty="0">
              <a:latin typeface="Bogle" panose="020B0503020203060203" pitchFamily="34" charset="0"/>
              <a:sym typeface="Wingdings" panose="05000000000000000000" pitchFamily="2" charset="2"/>
            </a:endParaRPr>
          </a:p>
          <a:p>
            <a:pPr marL="285750" indent="-285750">
              <a:buFont typeface="Arial" panose="020B0604020202020204" pitchFamily="34" charset="0"/>
              <a:buChar char="•"/>
            </a:pPr>
            <a:r>
              <a:rPr lang="en-US" sz="2400" dirty="0">
                <a:latin typeface="Bogle" panose="020B0503020203060203" pitchFamily="34" charset="0"/>
                <a:sym typeface="Wingdings" panose="05000000000000000000" pitchFamily="2" charset="2"/>
              </a:rPr>
              <a:t>KL divergence</a:t>
            </a:r>
          </a:p>
          <a:p>
            <a:pPr marL="742950" lvl="1" indent="-285750">
              <a:buFont typeface="Arial" panose="020B0604020202020204" pitchFamily="34" charset="0"/>
              <a:buChar char="•"/>
            </a:pPr>
            <a:r>
              <a:rPr lang="en-US" sz="2400" dirty="0">
                <a:latin typeface="Bogle" panose="020B0503020203060203" pitchFamily="34" charset="0"/>
                <a:sym typeface="Wingdings" panose="05000000000000000000" pitchFamily="2" charset="2"/>
              </a:rPr>
              <a:t>Less than 5, 66%</a:t>
            </a:r>
          </a:p>
          <a:p>
            <a:pPr marL="742950" lvl="1" indent="-285750">
              <a:buFont typeface="Arial" panose="020B0604020202020204" pitchFamily="34" charset="0"/>
              <a:buChar char="•"/>
            </a:pPr>
            <a:r>
              <a:rPr lang="en-US" sz="2400" dirty="0">
                <a:latin typeface="Bogle" panose="020B0503020203060203" pitchFamily="34" charset="0"/>
                <a:sym typeface="Wingdings" panose="05000000000000000000" pitchFamily="2" charset="2"/>
              </a:rPr>
              <a:t>Less than 10, 80%</a:t>
            </a:r>
          </a:p>
          <a:p>
            <a:pPr marL="742950" lvl="1" indent="-285750">
              <a:buFont typeface="Arial" panose="020B0604020202020204" pitchFamily="34" charset="0"/>
              <a:buChar char="•"/>
            </a:pPr>
            <a:r>
              <a:rPr lang="en-US" sz="2400" dirty="0">
                <a:latin typeface="Bogle" panose="020B0503020203060203" pitchFamily="34" charset="0"/>
                <a:sym typeface="Wingdings" panose="05000000000000000000" pitchFamily="2" charset="2"/>
              </a:rPr>
              <a:t>Less than 20, 93%</a:t>
            </a:r>
          </a:p>
          <a:p>
            <a:pPr marL="742950" lvl="1" indent="-285750">
              <a:buFont typeface="Arial" panose="020B0604020202020204" pitchFamily="34" charset="0"/>
              <a:buChar char="•"/>
            </a:pPr>
            <a:r>
              <a:rPr lang="en-US" sz="2400" dirty="0">
                <a:latin typeface="Bogle" panose="020B0503020203060203" pitchFamily="34" charset="0"/>
                <a:sym typeface="Wingdings" panose="05000000000000000000" pitchFamily="2" charset="2"/>
              </a:rPr>
              <a:t>Less than 60, 99.1%</a:t>
            </a:r>
          </a:p>
          <a:p>
            <a:pPr marL="742950" lvl="1" indent="-285750">
              <a:buFont typeface="Arial" panose="020B0604020202020204" pitchFamily="34" charset="0"/>
              <a:buChar char="•"/>
            </a:pPr>
            <a:r>
              <a:rPr lang="en-US" sz="2400" dirty="0">
                <a:latin typeface="Bogle" panose="020B0503020203060203" pitchFamily="34" charset="0"/>
                <a:sym typeface="Wingdings" panose="05000000000000000000" pitchFamily="2" charset="2"/>
              </a:rPr>
              <a:t>Less than 80, 99.5%</a:t>
            </a:r>
          </a:p>
        </p:txBody>
      </p:sp>
      <p:pic>
        <p:nvPicPr>
          <p:cNvPr id="7" name="Picture 6" descr="Chart, histogram&#10;&#10;Description automatically generated">
            <a:extLst>
              <a:ext uri="{FF2B5EF4-FFF2-40B4-BE49-F238E27FC236}">
                <a16:creationId xmlns:a16="http://schemas.microsoft.com/office/drawing/2014/main" id="{374E68EC-6AE3-4DF6-9292-57D841D440A2}"/>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7747819" y="3807883"/>
            <a:ext cx="3873911" cy="2419218"/>
          </a:xfrm>
          <a:prstGeom prst="rect">
            <a:avLst/>
          </a:prstGeom>
          <a:effectLst>
            <a:glow rad="63500">
              <a:schemeClr val="accent3">
                <a:satMod val="175000"/>
                <a:alpha val="40000"/>
              </a:schemeClr>
            </a:glow>
          </a:effectLst>
        </p:spPr>
      </p:pic>
    </p:spTree>
    <p:extLst>
      <p:ext uri="{BB962C8B-B14F-4D97-AF65-F5344CB8AC3E}">
        <p14:creationId xmlns:p14="http://schemas.microsoft.com/office/powerpoint/2010/main" val="224011653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0DDF3-0B60-4ECB-934F-910301D127C9}"/>
              </a:ext>
            </a:extLst>
          </p:cNvPr>
          <p:cNvSpPr>
            <a:spLocks noGrp="1"/>
          </p:cNvSpPr>
          <p:nvPr>
            <p:ph type="title"/>
          </p:nvPr>
        </p:nvSpPr>
        <p:spPr>
          <a:xfrm>
            <a:off x="275302" y="315775"/>
            <a:ext cx="10515600" cy="630248"/>
          </a:xfrm>
        </p:spPr>
        <p:txBody>
          <a:bodyPr>
            <a:noAutofit/>
          </a:bodyPr>
          <a:lstStyle/>
          <a:p>
            <a:r>
              <a:rPr lang="en-US" sz="3200" dirty="0"/>
              <a:t>Difference in distributions: Remove numbers &amp; 2 char words</a:t>
            </a:r>
          </a:p>
        </p:txBody>
      </p:sp>
      <p:graphicFrame>
        <p:nvGraphicFramePr>
          <p:cNvPr id="4" name="Content Placeholder 3">
            <a:extLst>
              <a:ext uri="{FF2B5EF4-FFF2-40B4-BE49-F238E27FC236}">
                <a16:creationId xmlns:a16="http://schemas.microsoft.com/office/drawing/2014/main" id="{C1CF9D58-B111-449E-B372-1CFF0310D0BF}"/>
              </a:ext>
            </a:extLst>
          </p:cNvPr>
          <p:cNvGraphicFramePr>
            <a:graphicFrameLocks noGrp="1"/>
          </p:cNvGraphicFramePr>
          <p:nvPr>
            <p:ph idx="1"/>
            <p:extLst>
              <p:ext uri="{D42A27DB-BD31-4B8C-83A1-F6EECF244321}">
                <p14:modId xmlns:p14="http://schemas.microsoft.com/office/powerpoint/2010/main" val="730953525"/>
              </p:ext>
            </p:extLst>
          </p:nvPr>
        </p:nvGraphicFramePr>
        <p:xfrm>
          <a:off x="275302" y="734244"/>
          <a:ext cx="11248103" cy="16033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Content Placeholder 3">
            <a:extLst>
              <a:ext uri="{FF2B5EF4-FFF2-40B4-BE49-F238E27FC236}">
                <a16:creationId xmlns:a16="http://schemas.microsoft.com/office/drawing/2014/main" id="{43FCEC72-5ECC-4D57-B852-D2B737323C25}"/>
              </a:ext>
            </a:extLst>
          </p:cNvPr>
          <p:cNvGraphicFramePr>
            <a:graphicFrameLocks/>
          </p:cNvGraphicFramePr>
          <p:nvPr>
            <p:extLst>
              <p:ext uri="{D42A27DB-BD31-4B8C-83A1-F6EECF244321}">
                <p14:modId xmlns:p14="http://schemas.microsoft.com/office/powerpoint/2010/main" val="2280103874"/>
              </p:ext>
            </p:extLst>
          </p:nvPr>
        </p:nvGraphicFramePr>
        <p:xfrm>
          <a:off x="275302" y="1928862"/>
          <a:ext cx="11248102" cy="160337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6" name="TextBox 5">
            <a:extLst>
              <a:ext uri="{FF2B5EF4-FFF2-40B4-BE49-F238E27FC236}">
                <a16:creationId xmlns:a16="http://schemas.microsoft.com/office/drawing/2014/main" id="{099F6DFD-17E5-42B8-B266-3273996C5CFF}"/>
              </a:ext>
            </a:extLst>
          </p:cNvPr>
          <p:cNvSpPr txBox="1"/>
          <p:nvPr/>
        </p:nvSpPr>
        <p:spPr>
          <a:xfrm>
            <a:off x="423015" y="3532237"/>
            <a:ext cx="10952675" cy="267765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3"/>
          </a:lnRef>
          <a:fillRef idx="1">
            <a:schemeClr val="lt1"/>
          </a:fillRef>
          <a:effectRef idx="0">
            <a:schemeClr val="accent3"/>
          </a:effectRef>
          <a:fontRef idx="minor">
            <a:schemeClr val="dk1"/>
          </a:fontRef>
        </p:style>
        <p:txBody>
          <a:bodyPr wrap="square" numCol="1" rtlCol="0">
            <a:spAutoFit/>
          </a:bodyPr>
          <a:lstStyle/>
          <a:p>
            <a:pPr marL="285750" indent="-285750">
              <a:buFont typeface="Arial" panose="020B0604020202020204" pitchFamily="34" charset="0"/>
              <a:buChar char="•"/>
            </a:pPr>
            <a:r>
              <a:rPr lang="en-US" sz="2400" dirty="0">
                <a:latin typeface="Bogle" panose="020B0503020203060203" pitchFamily="34" charset="0"/>
              </a:rPr>
              <a:t>Removing the numbers and 2 char words. Example- 11oz</a:t>
            </a:r>
            <a:r>
              <a:rPr lang="en-US" sz="2400" dirty="0">
                <a:latin typeface="Bogle" panose="020B0503020203060203" pitchFamily="34" charset="0"/>
                <a:sym typeface="Wingdings" panose="05000000000000000000" pitchFamily="2" charset="2"/>
              </a:rPr>
              <a:t>oz’’</a:t>
            </a:r>
          </a:p>
          <a:p>
            <a:pPr marL="285750" indent="-285750">
              <a:buFont typeface="Arial" panose="020B0604020202020204" pitchFamily="34" charset="0"/>
              <a:buChar char="•"/>
            </a:pPr>
            <a:r>
              <a:rPr lang="en-US" sz="2400" dirty="0">
                <a:latin typeface="Bogle" panose="020B0503020203060203" pitchFamily="34" charset="0"/>
                <a:sym typeface="Wingdings" panose="05000000000000000000" pitchFamily="2" charset="2"/>
              </a:rPr>
              <a:t>KL divergence</a:t>
            </a:r>
          </a:p>
          <a:p>
            <a:pPr marL="742950" lvl="1" indent="-285750">
              <a:buFont typeface="Arial" panose="020B0604020202020204" pitchFamily="34" charset="0"/>
              <a:buChar char="•"/>
            </a:pPr>
            <a:r>
              <a:rPr lang="en-US" sz="2400" dirty="0">
                <a:latin typeface="Bogle" panose="020B0503020203060203" pitchFamily="34" charset="0"/>
                <a:sym typeface="Wingdings" panose="05000000000000000000" pitchFamily="2" charset="2"/>
              </a:rPr>
              <a:t>Less than 5, 66%</a:t>
            </a:r>
          </a:p>
          <a:p>
            <a:pPr marL="742950" lvl="1" indent="-285750">
              <a:buFont typeface="Arial" panose="020B0604020202020204" pitchFamily="34" charset="0"/>
              <a:buChar char="•"/>
            </a:pPr>
            <a:r>
              <a:rPr lang="en-US" sz="2400" dirty="0">
                <a:latin typeface="Bogle" panose="020B0503020203060203" pitchFamily="34" charset="0"/>
                <a:sym typeface="Wingdings" panose="05000000000000000000" pitchFamily="2" charset="2"/>
              </a:rPr>
              <a:t>Less than 10, 80%</a:t>
            </a:r>
          </a:p>
          <a:p>
            <a:pPr marL="742950" lvl="1" indent="-285750">
              <a:buFont typeface="Arial" panose="020B0604020202020204" pitchFamily="34" charset="0"/>
              <a:buChar char="•"/>
            </a:pPr>
            <a:r>
              <a:rPr lang="en-US" sz="2400" dirty="0">
                <a:latin typeface="Bogle" panose="020B0503020203060203" pitchFamily="34" charset="0"/>
                <a:sym typeface="Wingdings" panose="05000000000000000000" pitchFamily="2" charset="2"/>
              </a:rPr>
              <a:t>Less than 20, 93%</a:t>
            </a:r>
          </a:p>
          <a:p>
            <a:pPr marL="742950" lvl="1" indent="-285750">
              <a:buFont typeface="Arial" panose="020B0604020202020204" pitchFamily="34" charset="0"/>
              <a:buChar char="•"/>
            </a:pPr>
            <a:r>
              <a:rPr lang="en-US" sz="2400" dirty="0">
                <a:latin typeface="Bogle" panose="020B0503020203060203" pitchFamily="34" charset="0"/>
                <a:sym typeface="Wingdings" panose="05000000000000000000" pitchFamily="2" charset="2"/>
              </a:rPr>
              <a:t>Less than 60, 99.1%</a:t>
            </a:r>
          </a:p>
          <a:p>
            <a:pPr marL="742950" lvl="1" indent="-285750">
              <a:buFont typeface="Arial" panose="020B0604020202020204" pitchFamily="34" charset="0"/>
              <a:buChar char="•"/>
            </a:pPr>
            <a:r>
              <a:rPr lang="en-US" sz="2400" dirty="0">
                <a:latin typeface="Bogle" panose="020B0503020203060203" pitchFamily="34" charset="0"/>
                <a:sym typeface="Wingdings" panose="05000000000000000000" pitchFamily="2" charset="2"/>
              </a:rPr>
              <a:t>Less than 80, 99.5%</a:t>
            </a:r>
          </a:p>
        </p:txBody>
      </p:sp>
      <p:pic>
        <p:nvPicPr>
          <p:cNvPr id="8" name="Picture 7" descr="Chart, histogram&#10;&#10;Description automatically generated">
            <a:extLst>
              <a:ext uri="{FF2B5EF4-FFF2-40B4-BE49-F238E27FC236}">
                <a16:creationId xmlns:a16="http://schemas.microsoft.com/office/drawing/2014/main" id="{E4CC8F39-69A4-46BD-8D92-DE337E9FC47A}"/>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7961783" y="4100003"/>
            <a:ext cx="3688079" cy="2290965"/>
          </a:xfrm>
          <a:prstGeom prst="rect">
            <a:avLst/>
          </a:prstGeom>
          <a:effectLst>
            <a:glow rad="63500">
              <a:schemeClr val="accent6">
                <a:satMod val="175000"/>
                <a:alpha val="40000"/>
              </a:schemeClr>
            </a:glow>
          </a:effectLst>
        </p:spPr>
      </p:pic>
    </p:spTree>
    <p:extLst>
      <p:ext uri="{BB962C8B-B14F-4D97-AF65-F5344CB8AC3E}">
        <p14:creationId xmlns:p14="http://schemas.microsoft.com/office/powerpoint/2010/main" val="408661396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B624A-E926-437D-8A26-BD1820F0A2A8}"/>
              </a:ext>
            </a:extLst>
          </p:cNvPr>
          <p:cNvSpPr>
            <a:spLocks noGrp="1"/>
          </p:cNvSpPr>
          <p:nvPr>
            <p:ph type="title"/>
          </p:nvPr>
        </p:nvSpPr>
        <p:spPr/>
        <p:txBody>
          <a:bodyPr/>
          <a:lstStyle/>
          <a:p>
            <a:r>
              <a:rPr lang="en-US" dirty="0"/>
              <a:t>Tasks for next week</a:t>
            </a:r>
          </a:p>
        </p:txBody>
      </p:sp>
      <p:sp>
        <p:nvSpPr>
          <p:cNvPr id="3" name="Content Placeholder 2">
            <a:extLst>
              <a:ext uri="{FF2B5EF4-FFF2-40B4-BE49-F238E27FC236}">
                <a16:creationId xmlns:a16="http://schemas.microsoft.com/office/drawing/2014/main" id="{4B62A623-5B44-412F-95A1-8DB7517580A1}"/>
              </a:ext>
            </a:extLst>
          </p:cNvPr>
          <p:cNvSpPr>
            <a:spLocks noGrp="1"/>
          </p:cNvSpPr>
          <p:nvPr>
            <p:ph idx="1"/>
          </p:nvPr>
        </p:nvSpPr>
        <p:spPr/>
        <p:txBody>
          <a:bodyPr/>
          <a:lstStyle/>
          <a:p>
            <a:r>
              <a:rPr lang="en-US" b="0" dirty="0"/>
              <a:t>Perform </a:t>
            </a:r>
            <a:r>
              <a:rPr lang="en-US" b="0" dirty="0" err="1"/>
              <a:t>Shap</a:t>
            </a:r>
            <a:r>
              <a:rPr lang="en-US" b="0" dirty="0"/>
              <a:t> analysis - </a:t>
            </a:r>
          </a:p>
          <a:p>
            <a:r>
              <a:rPr lang="en-US" b="0" dirty="0"/>
              <a:t>Explore more on KL and KS test - </a:t>
            </a:r>
          </a:p>
          <a:p>
            <a:r>
              <a:rPr lang="en-US" b="0" dirty="0"/>
              <a:t>Final cleaning of X train</a:t>
            </a:r>
          </a:p>
          <a:p>
            <a:pPr lvl="1"/>
            <a:r>
              <a:rPr lang="en-US" dirty="0"/>
              <a:t>Numbers</a:t>
            </a:r>
          </a:p>
          <a:p>
            <a:pPr lvl="1"/>
            <a:r>
              <a:rPr lang="en-US" dirty="0"/>
              <a:t>2,3,4,.. Character words</a:t>
            </a:r>
          </a:p>
          <a:p>
            <a:pPr lvl="1"/>
            <a:r>
              <a:rPr lang="en-US" b="0" dirty="0"/>
              <a:t>Noisy words</a:t>
            </a:r>
          </a:p>
          <a:p>
            <a:r>
              <a:rPr lang="en-US" b="0" dirty="0"/>
              <a:t>Data augmentation –</a:t>
            </a:r>
          </a:p>
          <a:p>
            <a:endParaRPr lang="en-US" b="0" dirty="0"/>
          </a:p>
          <a:p>
            <a:endParaRPr lang="en-US" b="0" dirty="0"/>
          </a:p>
        </p:txBody>
      </p:sp>
    </p:spTree>
    <p:extLst>
      <p:ext uri="{BB962C8B-B14F-4D97-AF65-F5344CB8AC3E}">
        <p14:creationId xmlns:p14="http://schemas.microsoft.com/office/powerpoint/2010/main" val="295931568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78218-9250-4DA4-AEFD-AC63975ED65D}"/>
              </a:ext>
            </a:extLst>
          </p:cNvPr>
          <p:cNvSpPr>
            <a:spLocks noGrp="1"/>
          </p:cNvSpPr>
          <p:nvPr>
            <p:ph type="title"/>
          </p:nvPr>
        </p:nvSpPr>
        <p:spPr/>
        <p:txBody>
          <a:bodyPr/>
          <a:lstStyle/>
          <a:p>
            <a:r>
              <a:rPr lang="en-US" dirty="0"/>
              <a:t>To do</a:t>
            </a:r>
          </a:p>
        </p:txBody>
      </p:sp>
      <p:sp>
        <p:nvSpPr>
          <p:cNvPr id="3" name="Content Placeholder 2">
            <a:extLst>
              <a:ext uri="{FF2B5EF4-FFF2-40B4-BE49-F238E27FC236}">
                <a16:creationId xmlns:a16="http://schemas.microsoft.com/office/drawing/2014/main" id="{BBDBC751-BDB2-48CD-8A5B-E9E840546571}"/>
              </a:ext>
            </a:extLst>
          </p:cNvPr>
          <p:cNvSpPr>
            <a:spLocks noGrp="1"/>
          </p:cNvSpPr>
          <p:nvPr>
            <p:ph idx="1"/>
          </p:nvPr>
        </p:nvSpPr>
        <p:spPr/>
        <p:txBody>
          <a:bodyPr>
            <a:normAutofit fontScale="77500" lnSpcReduction="20000"/>
          </a:bodyPr>
          <a:lstStyle/>
          <a:p>
            <a:r>
              <a:rPr lang="en-US" b="0" dirty="0"/>
              <a:t>Walmart’s own lemmatization library</a:t>
            </a:r>
          </a:p>
          <a:p>
            <a:r>
              <a:rPr lang="en-US" b="0" dirty="0"/>
              <a:t>Abbreviation removal code</a:t>
            </a:r>
          </a:p>
          <a:p>
            <a:r>
              <a:rPr lang="en-US" b="0" dirty="0"/>
              <a:t>Don’t lemmatize words with letters &lt; 3</a:t>
            </a:r>
          </a:p>
          <a:p>
            <a:r>
              <a:rPr lang="en-US" b="0" dirty="0"/>
              <a:t>RF, why at 150 going out of memory?</a:t>
            </a:r>
          </a:p>
          <a:p>
            <a:r>
              <a:rPr lang="en-US" b="0" dirty="0" err="1"/>
              <a:t>TF_category.mean</a:t>
            </a:r>
            <a:r>
              <a:rPr lang="en-US" b="0" dirty="0"/>
              <a:t>() and </a:t>
            </a:r>
            <a:r>
              <a:rPr lang="en-US" b="0" dirty="0" err="1"/>
              <a:t>TF_variety.mean</a:t>
            </a:r>
            <a:r>
              <a:rPr lang="en-US" b="0" dirty="0"/>
              <a:t>(), TF overall mean </a:t>
            </a:r>
            <a:r>
              <a:rPr lang="en-US" b="0" dirty="0">
                <a:sym typeface="Wingdings" panose="05000000000000000000" pitchFamily="2" charset="2"/>
              </a:rPr>
              <a:t> these three are important, how to find the best TF mean?</a:t>
            </a:r>
          </a:p>
          <a:p>
            <a:r>
              <a:rPr lang="en-US" b="0" dirty="0">
                <a:sym typeface="Wingdings" panose="05000000000000000000" pitchFamily="2" charset="2"/>
              </a:rPr>
              <a:t>KL div for top predictions only</a:t>
            </a:r>
          </a:p>
          <a:p>
            <a:r>
              <a:rPr lang="en-US" b="0" dirty="0">
                <a:sym typeface="Wingdings" panose="05000000000000000000" pitchFamily="2" charset="2"/>
              </a:rPr>
              <a:t>KL and KS on your own sample and see the results</a:t>
            </a:r>
          </a:p>
          <a:p>
            <a:r>
              <a:rPr lang="en-US" b="0" strike="sngStrike" dirty="0">
                <a:sym typeface="Wingdings" panose="05000000000000000000" pitchFamily="2" charset="2"/>
              </a:rPr>
              <a:t>0/0 in KL div</a:t>
            </a:r>
          </a:p>
          <a:p>
            <a:r>
              <a:rPr lang="en-US" b="0" dirty="0" err="1">
                <a:sym typeface="Wingdings" panose="05000000000000000000" pitchFamily="2" charset="2"/>
              </a:rPr>
              <a:t>Shap</a:t>
            </a:r>
            <a:r>
              <a:rPr lang="en-US" b="0" dirty="0">
                <a:sym typeface="Wingdings" panose="05000000000000000000" pitchFamily="2" charset="2"/>
              </a:rPr>
              <a:t> (</a:t>
            </a:r>
            <a:r>
              <a:rPr lang="en-US" b="0" dirty="0" err="1">
                <a:sym typeface="Wingdings" panose="05000000000000000000" pitchFamily="2" charset="2"/>
              </a:rPr>
              <a:t>vv</a:t>
            </a:r>
            <a:r>
              <a:rPr lang="en-US" b="0" dirty="0">
                <a:sym typeface="Wingdings" panose="05000000000000000000" pitchFamily="2" charset="2"/>
              </a:rPr>
              <a:t> imp)  LR coefficients</a:t>
            </a:r>
          </a:p>
          <a:p>
            <a:r>
              <a:rPr lang="en-US" b="0" dirty="0">
                <a:sym typeface="Wingdings" panose="05000000000000000000" pitchFamily="2" charset="2"/>
              </a:rPr>
              <a:t>Manual removal of noisy words  confirm from Faraz</a:t>
            </a:r>
          </a:p>
          <a:p>
            <a:r>
              <a:rPr lang="en-US" b="0" dirty="0">
                <a:sym typeface="Wingdings" panose="05000000000000000000" pitchFamily="2" charset="2"/>
              </a:rPr>
              <a:t>Modularize the code</a:t>
            </a:r>
          </a:p>
          <a:p>
            <a:pPr marL="0" indent="0">
              <a:buNone/>
            </a:pPr>
            <a:endParaRPr lang="en-US" b="0" dirty="0">
              <a:sym typeface="Wingdings" panose="05000000000000000000" pitchFamily="2" charset="2"/>
            </a:endParaRPr>
          </a:p>
          <a:p>
            <a:endParaRPr lang="en-US" b="0" dirty="0">
              <a:sym typeface="Wingdings" panose="05000000000000000000" pitchFamily="2" charset="2"/>
            </a:endParaRPr>
          </a:p>
          <a:p>
            <a:endParaRPr lang="en-US" b="0" dirty="0"/>
          </a:p>
          <a:p>
            <a:endParaRPr lang="en-US" b="0" dirty="0"/>
          </a:p>
        </p:txBody>
      </p:sp>
    </p:spTree>
    <p:extLst>
      <p:ext uri="{BB962C8B-B14F-4D97-AF65-F5344CB8AC3E}">
        <p14:creationId xmlns:p14="http://schemas.microsoft.com/office/powerpoint/2010/main" val="119231309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4821E5-DAC9-479F-951A-C57B9A09DE9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2CED3AA-13CE-4D79-A79A-F71EDC831F43}"/>
              </a:ext>
            </a:extLst>
          </p:cNvPr>
          <p:cNvSpPr>
            <a:spLocks noGrp="1"/>
          </p:cNvSpPr>
          <p:nvPr>
            <p:ph idx="1"/>
          </p:nvPr>
        </p:nvSpPr>
        <p:spPr/>
        <p:txBody>
          <a:bodyPr/>
          <a:lstStyle/>
          <a:p>
            <a:r>
              <a:rPr lang="en-US" dirty="0"/>
              <a:t>Do the change and then calculate the respective fuzzy score</a:t>
            </a:r>
          </a:p>
          <a:p>
            <a:r>
              <a:rPr lang="en-US" dirty="0"/>
              <a:t>Do the change, see only those data for which predictions are different</a:t>
            </a:r>
          </a:p>
        </p:txBody>
      </p:sp>
    </p:spTree>
    <p:extLst>
      <p:ext uri="{BB962C8B-B14F-4D97-AF65-F5344CB8AC3E}">
        <p14:creationId xmlns:p14="http://schemas.microsoft.com/office/powerpoint/2010/main" val="54515779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5C9D5-B7B9-4AC9-8469-468320911FF4}"/>
              </a:ext>
            </a:extLst>
          </p:cNvPr>
          <p:cNvSpPr>
            <a:spLocks noGrp="1"/>
          </p:cNvSpPr>
          <p:nvPr>
            <p:ph type="title"/>
          </p:nvPr>
        </p:nvSpPr>
        <p:spPr/>
        <p:txBody>
          <a:bodyPr/>
          <a:lstStyle/>
          <a:p>
            <a:r>
              <a:rPr lang="en-US" dirty="0"/>
              <a:t>Features- 100</a:t>
            </a:r>
          </a:p>
        </p:txBody>
      </p:sp>
      <p:sp>
        <p:nvSpPr>
          <p:cNvPr id="3" name="Content Placeholder 2">
            <a:extLst>
              <a:ext uri="{FF2B5EF4-FFF2-40B4-BE49-F238E27FC236}">
                <a16:creationId xmlns:a16="http://schemas.microsoft.com/office/drawing/2014/main" id="{48A7C4F7-4220-43B8-BCF1-EADFD2CE9648}"/>
              </a:ext>
            </a:extLst>
          </p:cNvPr>
          <p:cNvSpPr>
            <a:spLocks noGrp="1"/>
          </p:cNvSpPr>
          <p:nvPr>
            <p:ph idx="1"/>
          </p:nvPr>
        </p:nvSpPr>
        <p:spPr/>
        <p:txBody>
          <a:bodyPr numCol="8">
            <a:normAutofit fontScale="62500" lnSpcReduction="20000"/>
          </a:bodyPr>
          <a:lstStyle/>
          <a:p>
            <a:r>
              <a:rPr lang="en-US" dirty="0"/>
              <a:t>'0oz',</a:t>
            </a:r>
          </a:p>
          <a:p>
            <a:r>
              <a:rPr lang="en-US" dirty="0"/>
              <a:t> '10',</a:t>
            </a:r>
          </a:p>
          <a:p>
            <a:r>
              <a:rPr lang="en-US" dirty="0"/>
              <a:t> '100',</a:t>
            </a:r>
          </a:p>
          <a:p>
            <a:r>
              <a:rPr lang="en-US" dirty="0"/>
              <a:t> '100ct',</a:t>
            </a:r>
          </a:p>
          <a:p>
            <a:r>
              <a:rPr lang="en-US" dirty="0"/>
              <a:t> '100pc',</a:t>
            </a:r>
          </a:p>
          <a:p>
            <a:r>
              <a:rPr lang="en-US" dirty="0"/>
              <a:t> '1015',</a:t>
            </a:r>
          </a:p>
          <a:p>
            <a:r>
              <a:rPr lang="en-US" dirty="0"/>
              <a:t> '105',</a:t>
            </a:r>
          </a:p>
          <a:p>
            <a:r>
              <a:rPr lang="en-US" dirty="0"/>
              <a:t> '10ct',</a:t>
            </a:r>
          </a:p>
          <a:p>
            <a:r>
              <a:rPr lang="en-US" dirty="0"/>
              <a:t> '10lb',</a:t>
            </a:r>
          </a:p>
          <a:p>
            <a:r>
              <a:rPr lang="en-US" dirty="0"/>
              <a:t> '10oz',</a:t>
            </a:r>
          </a:p>
          <a:p>
            <a:r>
              <a:rPr lang="en-US" dirty="0"/>
              <a:t> '10z',</a:t>
            </a:r>
          </a:p>
          <a:p>
            <a:r>
              <a:rPr lang="en-US" dirty="0"/>
              <a:t> '11',</a:t>
            </a:r>
          </a:p>
          <a:p>
            <a:r>
              <a:rPr lang="en-US" dirty="0"/>
              <a:t> '113',</a:t>
            </a:r>
          </a:p>
          <a:p>
            <a:r>
              <a:rPr lang="en-US" dirty="0"/>
              <a:t> '115',</a:t>
            </a:r>
          </a:p>
          <a:p>
            <a:r>
              <a:rPr lang="en-US" dirty="0"/>
              <a:t> '11oz',</a:t>
            </a:r>
          </a:p>
          <a:p>
            <a:r>
              <a:rPr lang="en-US" dirty="0"/>
              <a:t> '11z',</a:t>
            </a:r>
          </a:p>
          <a:p>
            <a:r>
              <a:rPr lang="en-US" dirty="0"/>
              <a:t> '12',</a:t>
            </a:r>
          </a:p>
          <a:p>
            <a:r>
              <a:rPr lang="en-US" dirty="0"/>
              <a:t> '120',</a:t>
            </a:r>
          </a:p>
          <a:p>
            <a:r>
              <a:rPr lang="en-US" dirty="0"/>
              <a:t> '120pc',</a:t>
            </a:r>
          </a:p>
          <a:p>
            <a:r>
              <a:rPr lang="en-US" dirty="0"/>
              <a:t> '120z',</a:t>
            </a:r>
          </a:p>
          <a:p>
            <a:r>
              <a:rPr lang="en-US" dirty="0"/>
              <a:t> '125',</a:t>
            </a:r>
          </a:p>
          <a:p>
            <a:r>
              <a:rPr lang="en-US" dirty="0"/>
              <a:t> '125pc',</a:t>
            </a:r>
          </a:p>
          <a:p>
            <a:r>
              <a:rPr lang="en-US" dirty="0"/>
              <a:t> '128',</a:t>
            </a:r>
          </a:p>
          <a:p>
            <a:r>
              <a:rPr lang="en-US" dirty="0"/>
              <a:t> '128fo',</a:t>
            </a:r>
          </a:p>
          <a:p>
            <a:r>
              <a:rPr lang="en-US" dirty="0"/>
              <a:t> '12ct',</a:t>
            </a:r>
          </a:p>
          <a:p>
            <a:r>
              <a:rPr lang="en-US" dirty="0"/>
              <a:t> '12fo',</a:t>
            </a:r>
          </a:p>
          <a:p>
            <a:r>
              <a:rPr lang="en-US" dirty="0"/>
              <a:t> '12oz',</a:t>
            </a:r>
          </a:p>
          <a:p>
            <a:r>
              <a:rPr lang="en-US" dirty="0"/>
              <a:t> '12sz',</a:t>
            </a:r>
          </a:p>
          <a:p>
            <a:r>
              <a:rPr lang="en-US" dirty="0"/>
              <a:t> '12z',</a:t>
            </a:r>
          </a:p>
          <a:p>
            <a:r>
              <a:rPr lang="en-US" dirty="0"/>
              <a:t> '13',</a:t>
            </a:r>
          </a:p>
          <a:p>
            <a:r>
              <a:rPr lang="en-US" dirty="0"/>
              <a:t> '138',</a:t>
            </a:r>
          </a:p>
          <a:p>
            <a:r>
              <a:rPr lang="en-US" dirty="0"/>
              <a:t> '13oz',</a:t>
            </a:r>
          </a:p>
          <a:p>
            <a:r>
              <a:rPr lang="en-US" dirty="0"/>
              <a:t> '13z',</a:t>
            </a:r>
          </a:p>
          <a:p>
            <a:r>
              <a:rPr lang="en-US" dirty="0"/>
              <a:t> '14',</a:t>
            </a:r>
          </a:p>
          <a:p>
            <a:r>
              <a:rPr lang="en-US" dirty="0"/>
              <a:t> '140',</a:t>
            </a:r>
          </a:p>
          <a:p>
            <a:r>
              <a:rPr lang="en-US" dirty="0"/>
              <a:t> '14ct',</a:t>
            </a:r>
          </a:p>
          <a:p>
            <a:r>
              <a:rPr lang="en-US" dirty="0"/>
              <a:t> '14oz',</a:t>
            </a:r>
          </a:p>
          <a:p>
            <a:r>
              <a:rPr lang="en-US" dirty="0"/>
              <a:t> '14st',</a:t>
            </a:r>
          </a:p>
          <a:p>
            <a:r>
              <a:rPr lang="en-US" dirty="0"/>
              <a:t> '14z',</a:t>
            </a:r>
          </a:p>
          <a:p>
            <a:r>
              <a:rPr lang="en-US" dirty="0"/>
              <a:t> '15',</a:t>
            </a:r>
          </a:p>
          <a:p>
            <a:r>
              <a:rPr lang="en-US" dirty="0"/>
              <a:t> '15lb',</a:t>
            </a:r>
          </a:p>
          <a:p>
            <a:r>
              <a:rPr lang="en-US" dirty="0"/>
              <a:t> '15oz',</a:t>
            </a:r>
          </a:p>
          <a:p>
            <a:r>
              <a:rPr lang="en-US" dirty="0"/>
              <a:t> '15z',</a:t>
            </a:r>
          </a:p>
          <a:p>
            <a:r>
              <a:rPr lang="en-US" dirty="0"/>
              <a:t> '16',</a:t>
            </a:r>
          </a:p>
          <a:p>
            <a:r>
              <a:rPr lang="en-US" dirty="0"/>
              <a:t> '165',</a:t>
            </a:r>
          </a:p>
          <a:p>
            <a:r>
              <a:rPr lang="en-US" dirty="0"/>
              <a:t> '16ct',</a:t>
            </a:r>
          </a:p>
          <a:p>
            <a:r>
              <a:rPr lang="en-US" dirty="0"/>
              <a:t> '16oz',</a:t>
            </a:r>
          </a:p>
          <a:p>
            <a:r>
              <a:rPr lang="en-US" dirty="0"/>
              <a:t> '16z',</a:t>
            </a:r>
          </a:p>
          <a:p>
            <a:r>
              <a:rPr lang="en-US" dirty="0"/>
              <a:t> '17',</a:t>
            </a:r>
          </a:p>
          <a:p>
            <a:r>
              <a:rPr lang="en-US" dirty="0"/>
              <a:t> '175',</a:t>
            </a:r>
          </a:p>
          <a:p>
            <a:r>
              <a:rPr lang="en-US" dirty="0"/>
              <a:t> '175sz',</a:t>
            </a:r>
          </a:p>
          <a:p>
            <a:r>
              <a:rPr lang="en-US" dirty="0"/>
              <a:t> '18',</a:t>
            </a:r>
          </a:p>
          <a:p>
            <a:r>
              <a:rPr lang="en-US" dirty="0"/>
              <a:t> '180pc',</a:t>
            </a:r>
          </a:p>
          <a:p>
            <a:r>
              <a:rPr lang="en-US" dirty="0"/>
              <a:t> '18ct',</a:t>
            </a:r>
          </a:p>
          <a:p>
            <a:r>
              <a:rPr lang="en-US" dirty="0"/>
              <a:t> '18oz',</a:t>
            </a:r>
          </a:p>
          <a:p>
            <a:r>
              <a:rPr lang="en-US" dirty="0"/>
              <a:t> '18z',</a:t>
            </a:r>
          </a:p>
          <a:p>
            <a:r>
              <a:rPr lang="en-US" dirty="0"/>
              <a:t> '192pc',</a:t>
            </a:r>
          </a:p>
          <a:p>
            <a:r>
              <a:rPr lang="en-US" dirty="0"/>
              <a:t> '1ct',</a:t>
            </a:r>
          </a:p>
          <a:p>
            <a:r>
              <a:rPr lang="en-US" dirty="0"/>
              <a:t> '1lb',</a:t>
            </a:r>
          </a:p>
          <a:p>
            <a:r>
              <a:rPr lang="en-US" dirty="0"/>
              <a:t> '1oz',</a:t>
            </a:r>
          </a:p>
          <a:p>
            <a:r>
              <a:rPr lang="en-US" dirty="0"/>
              <a:t> '1pk',</a:t>
            </a:r>
          </a:p>
          <a:p>
            <a:r>
              <a:rPr lang="en-US" dirty="0"/>
              <a:t> '1pt',</a:t>
            </a:r>
          </a:p>
          <a:p>
            <a:r>
              <a:rPr lang="en-US" dirty="0"/>
              <a:t> '1z',</a:t>
            </a:r>
          </a:p>
          <a:p>
            <a:r>
              <a:rPr lang="en-US" dirty="0"/>
              <a:t> '20',</a:t>
            </a:r>
          </a:p>
          <a:p>
            <a:r>
              <a:rPr lang="en-US" dirty="0"/>
              <a:t> '200',</a:t>
            </a:r>
          </a:p>
          <a:p>
            <a:r>
              <a:rPr lang="en-US" dirty="0"/>
              <a:t> '200pc',</a:t>
            </a:r>
          </a:p>
          <a:p>
            <a:r>
              <a:rPr lang="en-US" dirty="0"/>
              <a:t> '2074',</a:t>
            </a:r>
          </a:p>
          <a:p>
            <a:r>
              <a:rPr lang="en-US" dirty="0"/>
              <a:t> '20ct',</a:t>
            </a:r>
          </a:p>
          <a:p>
            <a:r>
              <a:rPr lang="en-US" dirty="0"/>
              <a:t> '20lb',</a:t>
            </a:r>
          </a:p>
          <a:p>
            <a:r>
              <a:rPr lang="en-US" dirty="0"/>
              <a:t> '20oz',</a:t>
            </a:r>
          </a:p>
          <a:p>
            <a:r>
              <a:rPr lang="en-US" dirty="0"/>
              <a:t> '20sz',</a:t>
            </a:r>
          </a:p>
          <a:p>
            <a:r>
              <a:rPr lang="en-US" dirty="0"/>
              <a:t> '20type',</a:t>
            </a:r>
          </a:p>
          <a:p>
            <a:r>
              <a:rPr lang="en-US" dirty="0"/>
              <a:t> '20z',</a:t>
            </a:r>
          </a:p>
          <a:p>
            <a:r>
              <a:rPr lang="en-US" dirty="0"/>
              <a:t> '21',</a:t>
            </a:r>
          </a:p>
          <a:p>
            <a:r>
              <a:rPr lang="en-US" dirty="0"/>
              <a:t> '2188',</a:t>
            </a:r>
          </a:p>
          <a:p>
            <a:r>
              <a:rPr lang="en-US" dirty="0"/>
              <a:t> '22',</a:t>
            </a:r>
          </a:p>
          <a:p>
            <a:r>
              <a:rPr lang="en-US" dirty="0"/>
              <a:t> '23',</a:t>
            </a:r>
          </a:p>
          <a:p>
            <a:r>
              <a:rPr lang="en-US" dirty="0"/>
              <a:t> '230',</a:t>
            </a:r>
          </a:p>
          <a:p>
            <a:r>
              <a:rPr lang="en-US" dirty="0"/>
              <a:t> '23oz',</a:t>
            </a:r>
          </a:p>
          <a:p>
            <a:r>
              <a:rPr lang="en-US" dirty="0"/>
              <a:t> '24',</a:t>
            </a:r>
          </a:p>
          <a:p>
            <a:r>
              <a:rPr lang="en-US" dirty="0"/>
              <a:t> '240pc',</a:t>
            </a:r>
          </a:p>
          <a:p>
            <a:r>
              <a:rPr lang="en-US" dirty="0"/>
              <a:t> '24ct',</a:t>
            </a:r>
          </a:p>
          <a:p>
            <a:r>
              <a:rPr lang="en-US" dirty="0"/>
              <a:t> '24oz',</a:t>
            </a:r>
          </a:p>
          <a:p>
            <a:r>
              <a:rPr lang="en-US" dirty="0"/>
              <a:t> '24sz',</a:t>
            </a:r>
          </a:p>
          <a:p>
            <a:r>
              <a:rPr lang="en-US" dirty="0"/>
              <a:t> '24z',</a:t>
            </a:r>
          </a:p>
          <a:p>
            <a:r>
              <a:rPr lang="en-US" dirty="0"/>
              <a:t> '25',</a:t>
            </a:r>
          </a:p>
          <a:p>
            <a:r>
              <a:rPr lang="en-US" dirty="0"/>
              <a:t> '25oz',</a:t>
            </a:r>
          </a:p>
          <a:p>
            <a:r>
              <a:rPr lang="en-US" dirty="0"/>
              <a:t> '25z',</a:t>
            </a:r>
          </a:p>
          <a:p>
            <a:r>
              <a:rPr lang="en-US" dirty="0"/>
              <a:t> '26',</a:t>
            </a:r>
          </a:p>
          <a:p>
            <a:r>
              <a:rPr lang="en-US" dirty="0"/>
              <a:t> '27',</a:t>
            </a:r>
          </a:p>
          <a:p>
            <a:r>
              <a:rPr lang="en-US" dirty="0"/>
              <a:t> '2711',</a:t>
            </a:r>
          </a:p>
          <a:p>
            <a:r>
              <a:rPr lang="en-US" dirty="0"/>
              <a:t> '2722',</a:t>
            </a:r>
          </a:p>
          <a:p>
            <a:r>
              <a:rPr lang="en-US" dirty="0"/>
              <a:t> '28',</a:t>
            </a:r>
          </a:p>
          <a:p>
            <a:r>
              <a:rPr lang="en-US" dirty="0"/>
              <a:t> '29',</a:t>
            </a:r>
          </a:p>
          <a:p>
            <a:r>
              <a:rPr lang="en-US" dirty="0"/>
              <a:t> '2ct',</a:t>
            </a:r>
          </a:p>
          <a:p>
            <a:r>
              <a:rPr lang="en-US" dirty="0"/>
              <a:t> '2euro',</a:t>
            </a:r>
          </a:p>
          <a:p>
            <a:r>
              <a:rPr lang="en-US" dirty="0"/>
              <a:t> '2lb',</a:t>
            </a:r>
          </a:p>
          <a:p>
            <a:r>
              <a:rPr lang="en-US" dirty="0"/>
              <a:t> '2oz',</a:t>
            </a:r>
          </a:p>
          <a:p>
            <a:r>
              <a:rPr lang="en-US" dirty="0"/>
              <a:t> '2pk',</a:t>
            </a:r>
          </a:p>
          <a:p>
            <a:r>
              <a:rPr lang="en-US" dirty="0"/>
              <a:t> '2z'</a:t>
            </a:r>
          </a:p>
        </p:txBody>
      </p:sp>
    </p:spTree>
    <p:extLst>
      <p:ext uri="{BB962C8B-B14F-4D97-AF65-F5344CB8AC3E}">
        <p14:creationId xmlns:p14="http://schemas.microsoft.com/office/powerpoint/2010/main" val="379678921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9C842-2CAD-4F41-8319-7FF7B7FD38FE}"/>
              </a:ext>
            </a:extLst>
          </p:cNvPr>
          <p:cNvSpPr>
            <a:spLocks noGrp="1"/>
          </p:cNvSpPr>
          <p:nvPr>
            <p:ph type="title"/>
          </p:nvPr>
        </p:nvSpPr>
        <p:spPr/>
        <p:txBody>
          <a:bodyPr/>
          <a:lstStyle/>
          <a:p>
            <a:r>
              <a:rPr lang="en-US" dirty="0"/>
              <a:t>Features- 200</a:t>
            </a:r>
          </a:p>
        </p:txBody>
      </p:sp>
      <p:sp>
        <p:nvSpPr>
          <p:cNvPr id="3" name="Content Placeholder 2">
            <a:extLst>
              <a:ext uri="{FF2B5EF4-FFF2-40B4-BE49-F238E27FC236}">
                <a16:creationId xmlns:a16="http://schemas.microsoft.com/office/drawing/2014/main" id="{957D24BA-3F13-47AB-A484-36E7FF1B2BE8}"/>
              </a:ext>
            </a:extLst>
          </p:cNvPr>
          <p:cNvSpPr>
            <a:spLocks noGrp="1"/>
          </p:cNvSpPr>
          <p:nvPr>
            <p:ph idx="1"/>
          </p:nvPr>
        </p:nvSpPr>
        <p:spPr/>
        <p:txBody>
          <a:bodyPr numCol="8">
            <a:normAutofit fontScale="62500" lnSpcReduction="20000"/>
          </a:bodyPr>
          <a:lstStyle/>
          <a:p>
            <a:r>
              <a:rPr lang="en-US" dirty="0"/>
              <a:t>'30',</a:t>
            </a:r>
          </a:p>
          <a:p>
            <a:r>
              <a:rPr lang="en-US" dirty="0"/>
              <a:t> '30ct',</a:t>
            </a:r>
          </a:p>
          <a:p>
            <a:r>
              <a:rPr lang="en-US" dirty="0"/>
              <a:t> '31',</a:t>
            </a:r>
          </a:p>
          <a:p>
            <a:r>
              <a:rPr lang="en-US" dirty="0"/>
              <a:t> '3107',</a:t>
            </a:r>
          </a:p>
          <a:p>
            <a:r>
              <a:rPr lang="en-US" dirty="0"/>
              <a:t> '3112',</a:t>
            </a:r>
          </a:p>
          <a:p>
            <a:r>
              <a:rPr lang="en-US" dirty="0"/>
              <a:t> '32',</a:t>
            </a:r>
          </a:p>
          <a:p>
            <a:r>
              <a:rPr lang="en-US" dirty="0"/>
              <a:t> '32oz',</a:t>
            </a:r>
          </a:p>
          <a:p>
            <a:r>
              <a:rPr lang="en-US" dirty="0"/>
              <a:t> '32z',</a:t>
            </a:r>
          </a:p>
          <a:p>
            <a:r>
              <a:rPr lang="en-US" dirty="0"/>
              <a:t> '33',</a:t>
            </a:r>
          </a:p>
          <a:p>
            <a:r>
              <a:rPr lang="en-US" dirty="0"/>
              <a:t> '33oz',</a:t>
            </a:r>
          </a:p>
          <a:p>
            <a:r>
              <a:rPr lang="en-US" dirty="0"/>
              <a:t> '33sz',</a:t>
            </a:r>
          </a:p>
          <a:p>
            <a:r>
              <a:rPr lang="en-US" dirty="0"/>
              <a:t> '33z',</a:t>
            </a:r>
          </a:p>
          <a:p>
            <a:r>
              <a:rPr lang="en-US" dirty="0"/>
              <a:t> '34',</a:t>
            </a:r>
          </a:p>
          <a:p>
            <a:r>
              <a:rPr lang="en-US" dirty="0"/>
              <a:t> '35',</a:t>
            </a:r>
          </a:p>
          <a:p>
            <a:r>
              <a:rPr lang="en-US" dirty="0"/>
              <a:t> '35oz',</a:t>
            </a:r>
          </a:p>
          <a:p>
            <a:r>
              <a:rPr lang="en-US" dirty="0"/>
              <a:t> '35z',</a:t>
            </a:r>
          </a:p>
          <a:p>
            <a:r>
              <a:rPr lang="en-US" dirty="0"/>
              <a:t> '36',</a:t>
            </a:r>
          </a:p>
          <a:p>
            <a:r>
              <a:rPr lang="en-US" dirty="0"/>
              <a:t> '37',</a:t>
            </a:r>
          </a:p>
          <a:p>
            <a:r>
              <a:rPr lang="en-US" dirty="0"/>
              <a:t> '38',</a:t>
            </a:r>
          </a:p>
          <a:p>
            <a:r>
              <a:rPr lang="en-US" dirty="0"/>
              <a:t> '39',</a:t>
            </a:r>
          </a:p>
          <a:p>
            <a:r>
              <a:rPr lang="en-US" dirty="0"/>
              <a:t> '3clrslaw',</a:t>
            </a:r>
          </a:p>
          <a:p>
            <a:r>
              <a:rPr lang="en-US" dirty="0"/>
              <a:t> '3ct',</a:t>
            </a:r>
          </a:p>
          <a:p>
            <a:r>
              <a:rPr lang="en-US" dirty="0"/>
              <a:t> '3lb',</a:t>
            </a:r>
          </a:p>
          <a:p>
            <a:r>
              <a:rPr lang="en-US" dirty="0"/>
              <a:t> '3oz',</a:t>
            </a:r>
          </a:p>
          <a:p>
            <a:r>
              <a:rPr lang="en-US" dirty="0"/>
              <a:t> '3pack',</a:t>
            </a:r>
          </a:p>
          <a:p>
            <a:r>
              <a:rPr lang="en-US" dirty="0"/>
              <a:t> '3pk',</a:t>
            </a:r>
          </a:p>
          <a:p>
            <a:r>
              <a:rPr lang="en-US" dirty="0"/>
              <a:t> '3z',</a:t>
            </a:r>
          </a:p>
          <a:p>
            <a:r>
              <a:rPr lang="en-US" dirty="0"/>
              <a:t> '40',</a:t>
            </a:r>
          </a:p>
          <a:p>
            <a:r>
              <a:rPr lang="en-US" dirty="0"/>
              <a:t> '4031',</a:t>
            </a:r>
          </a:p>
          <a:p>
            <a:r>
              <a:rPr lang="en-US" dirty="0"/>
              <a:t> '4032',</a:t>
            </a:r>
          </a:p>
          <a:p>
            <a:r>
              <a:rPr lang="en-US" dirty="0"/>
              <a:t> '4040',</a:t>
            </a:r>
          </a:p>
          <a:p>
            <a:r>
              <a:rPr lang="en-US" dirty="0"/>
              <a:t> '4081',</a:t>
            </a:r>
          </a:p>
          <a:p>
            <a:r>
              <a:rPr lang="en-US" dirty="0"/>
              <a:t> '40dsd',</a:t>
            </a:r>
          </a:p>
          <a:p>
            <a:r>
              <a:rPr lang="en-US" dirty="0"/>
              <a:t> '40z',</a:t>
            </a:r>
          </a:p>
          <a:p>
            <a:r>
              <a:rPr lang="en-US" dirty="0"/>
              <a:t> '4184',</a:t>
            </a:r>
          </a:p>
          <a:p>
            <a:r>
              <a:rPr lang="en-US" dirty="0"/>
              <a:t> '42',</a:t>
            </a:r>
          </a:p>
          <a:p>
            <a:r>
              <a:rPr lang="en-US" dirty="0"/>
              <a:t> '4210',</a:t>
            </a:r>
          </a:p>
          <a:p>
            <a:r>
              <a:rPr lang="en-US" dirty="0"/>
              <a:t> '42ct',</a:t>
            </a:r>
          </a:p>
          <a:p>
            <a:r>
              <a:rPr lang="en-US" dirty="0"/>
              <a:t> '42oz',</a:t>
            </a:r>
          </a:p>
          <a:p>
            <a:r>
              <a:rPr lang="en-US" dirty="0"/>
              <a:t> '42z',</a:t>
            </a:r>
          </a:p>
          <a:p>
            <a:r>
              <a:rPr lang="en-US" dirty="0"/>
              <a:t> '4359',</a:t>
            </a:r>
          </a:p>
          <a:p>
            <a:r>
              <a:rPr lang="en-US" dirty="0"/>
              <a:t> '4378',</a:t>
            </a:r>
          </a:p>
          <a:p>
            <a:r>
              <a:rPr lang="en-US" dirty="0"/>
              <a:t> '44',</a:t>
            </a:r>
          </a:p>
          <a:p>
            <a:r>
              <a:rPr lang="en-US" dirty="0"/>
              <a:t> '45',</a:t>
            </a:r>
          </a:p>
          <a:p>
            <a:r>
              <a:rPr lang="en-US" dirty="0"/>
              <a:t> '45oz',</a:t>
            </a:r>
          </a:p>
          <a:p>
            <a:r>
              <a:rPr lang="en-US" dirty="0"/>
              <a:t> '45z',</a:t>
            </a:r>
          </a:p>
          <a:p>
            <a:r>
              <a:rPr lang="en-US" dirty="0"/>
              <a:t> '46',</a:t>
            </a:r>
          </a:p>
          <a:p>
            <a:r>
              <a:rPr lang="en-US" dirty="0"/>
              <a:t> '4705',</a:t>
            </a:r>
          </a:p>
          <a:p>
            <a:r>
              <a:rPr lang="en-US" dirty="0"/>
              <a:t> '4735',</a:t>
            </a:r>
          </a:p>
          <a:p>
            <a:r>
              <a:rPr lang="en-US" dirty="0"/>
              <a:t> '4759',</a:t>
            </a:r>
          </a:p>
          <a:p>
            <a:r>
              <a:rPr lang="en-US" dirty="0"/>
              <a:t> '48',</a:t>
            </a:r>
          </a:p>
          <a:p>
            <a:r>
              <a:rPr lang="en-US" dirty="0"/>
              <a:t> '48ct',</a:t>
            </a:r>
          </a:p>
          <a:p>
            <a:r>
              <a:rPr lang="en-US" dirty="0"/>
              <a:t> '48z',</a:t>
            </a:r>
          </a:p>
          <a:p>
            <a:r>
              <a:rPr lang="en-US" dirty="0"/>
              <a:t> '4958',</a:t>
            </a:r>
          </a:p>
          <a:p>
            <a:r>
              <a:rPr lang="en-US" dirty="0"/>
              <a:t> '4ct',</a:t>
            </a:r>
          </a:p>
          <a:p>
            <a:r>
              <a:rPr lang="en-US" dirty="0"/>
              <a:t> '4lb',</a:t>
            </a:r>
          </a:p>
          <a:p>
            <a:r>
              <a:rPr lang="en-US" dirty="0"/>
              <a:t> '4oz',</a:t>
            </a:r>
          </a:p>
          <a:p>
            <a:r>
              <a:rPr lang="en-US" dirty="0"/>
              <a:t> '4pack',</a:t>
            </a:r>
          </a:p>
          <a:p>
            <a:r>
              <a:rPr lang="en-US" dirty="0"/>
              <a:t> '4pk',</a:t>
            </a:r>
          </a:p>
          <a:p>
            <a:r>
              <a:rPr lang="en-US" dirty="0"/>
              <a:t> '4way',</a:t>
            </a:r>
          </a:p>
          <a:p>
            <a:r>
              <a:rPr lang="en-US" dirty="0"/>
              <a:t> '4x5',</a:t>
            </a:r>
          </a:p>
          <a:p>
            <a:r>
              <a:rPr lang="en-US" dirty="0"/>
              <a:t> '4z',</a:t>
            </a:r>
          </a:p>
          <a:p>
            <a:r>
              <a:rPr lang="en-US" dirty="0"/>
              <a:t> '50',</a:t>
            </a:r>
          </a:p>
          <a:p>
            <a:r>
              <a:rPr lang="en-US" dirty="0"/>
              <a:t> '50ct',</a:t>
            </a:r>
          </a:p>
          <a:p>
            <a:r>
              <a:rPr lang="en-US" dirty="0"/>
              <a:t> '50lb',</a:t>
            </a:r>
          </a:p>
          <a:p>
            <a:r>
              <a:rPr lang="en-US" dirty="0"/>
              <a:t> '54',</a:t>
            </a:r>
          </a:p>
          <a:p>
            <a:r>
              <a:rPr lang="en-US" dirty="0"/>
              <a:t> '56',</a:t>
            </a:r>
          </a:p>
          <a:p>
            <a:r>
              <a:rPr lang="en-US" dirty="0"/>
              <a:t> '5ct',</a:t>
            </a:r>
          </a:p>
          <a:p>
            <a:r>
              <a:rPr lang="en-US" dirty="0"/>
              <a:t> '5fo',</a:t>
            </a:r>
          </a:p>
          <a:p>
            <a:r>
              <a:rPr lang="en-US" dirty="0"/>
              <a:t> '5lb',</a:t>
            </a:r>
          </a:p>
          <a:p>
            <a:r>
              <a:rPr lang="en-US" dirty="0"/>
              <a:t> '5oz',</a:t>
            </a:r>
          </a:p>
          <a:p>
            <a:r>
              <a:rPr lang="en-US" dirty="0"/>
              <a:t> '5pk',</a:t>
            </a:r>
          </a:p>
          <a:p>
            <a:r>
              <a:rPr lang="en-US" dirty="0"/>
              <a:t> '5z',</a:t>
            </a:r>
          </a:p>
          <a:p>
            <a:r>
              <a:rPr lang="en-US" dirty="0"/>
              <a:t> '60',</a:t>
            </a:r>
          </a:p>
          <a:p>
            <a:r>
              <a:rPr lang="en-US" dirty="0"/>
              <a:t> '6042',</a:t>
            </a:r>
          </a:p>
          <a:p>
            <a:r>
              <a:rPr lang="en-US" dirty="0"/>
              <a:t> '6047',</a:t>
            </a:r>
          </a:p>
          <a:p>
            <a:r>
              <a:rPr lang="en-US" dirty="0"/>
              <a:t> '6055',</a:t>
            </a:r>
          </a:p>
          <a:p>
            <a:r>
              <a:rPr lang="en-US" dirty="0"/>
              <a:t> '6056',</a:t>
            </a:r>
          </a:p>
          <a:p>
            <a:r>
              <a:rPr lang="en-US" dirty="0"/>
              <a:t> '6062',</a:t>
            </a:r>
          </a:p>
          <a:p>
            <a:r>
              <a:rPr lang="en-US" dirty="0"/>
              <a:t> '6064',</a:t>
            </a:r>
          </a:p>
          <a:p>
            <a:r>
              <a:rPr lang="en-US" dirty="0"/>
              <a:t> '6082',</a:t>
            </a:r>
          </a:p>
          <a:p>
            <a:r>
              <a:rPr lang="en-US" dirty="0"/>
              <a:t> '6083',</a:t>
            </a:r>
          </a:p>
          <a:p>
            <a:r>
              <a:rPr lang="en-US" dirty="0"/>
              <a:t> '6095',</a:t>
            </a:r>
          </a:p>
          <a:p>
            <a:r>
              <a:rPr lang="en-US" dirty="0"/>
              <a:t> '6096',</a:t>
            </a:r>
          </a:p>
          <a:p>
            <a:r>
              <a:rPr lang="en-US" dirty="0"/>
              <a:t> '60ct',</a:t>
            </a:r>
          </a:p>
          <a:p>
            <a:r>
              <a:rPr lang="en-US" dirty="0"/>
              <a:t> '62ct',</a:t>
            </a:r>
          </a:p>
          <a:p>
            <a:r>
              <a:rPr lang="en-US" dirty="0"/>
              <a:t> '64',</a:t>
            </a:r>
          </a:p>
          <a:p>
            <a:r>
              <a:rPr lang="en-US" dirty="0"/>
              <a:t> '64z',</a:t>
            </a:r>
          </a:p>
          <a:p>
            <a:r>
              <a:rPr lang="en-US" dirty="0"/>
              <a:t> '65',</a:t>
            </a:r>
          </a:p>
          <a:p>
            <a:r>
              <a:rPr lang="en-US" dirty="0"/>
              <a:t> '66oz',</a:t>
            </a:r>
          </a:p>
          <a:p>
            <a:r>
              <a:rPr lang="en-US" dirty="0"/>
              <a:t> '67oz',</a:t>
            </a:r>
          </a:p>
          <a:p>
            <a:r>
              <a:rPr lang="en-US" dirty="0"/>
              <a:t> '67z',</a:t>
            </a:r>
          </a:p>
          <a:p>
            <a:r>
              <a:rPr lang="en-US" dirty="0"/>
              <a:t> '6ct',</a:t>
            </a:r>
          </a:p>
          <a:p>
            <a:r>
              <a:rPr lang="en-US" dirty="0"/>
              <a:t> '6oz',</a:t>
            </a:r>
          </a:p>
          <a:p>
            <a:r>
              <a:rPr lang="en-US" dirty="0"/>
              <a:t> '6pk',</a:t>
            </a:r>
          </a:p>
          <a:p>
            <a:r>
              <a:rPr lang="en-US" dirty="0"/>
              <a:t> '6st',</a:t>
            </a:r>
          </a:p>
          <a:p>
            <a:r>
              <a:rPr lang="en-US" dirty="0"/>
              <a:t> '6z',</a:t>
            </a:r>
          </a:p>
          <a:p>
            <a:r>
              <a:rPr lang="en-US" dirty="0"/>
              <a:t> '70',</a:t>
            </a:r>
          </a:p>
          <a:p>
            <a:r>
              <a:rPr lang="en-US" dirty="0"/>
              <a:t> '7010',</a:t>
            </a:r>
          </a:p>
          <a:p>
            <a:r>
              <a:rPr lang="en-US" dirty="0"/>
              <a:t> '7013'</a:t>
            </a:r>
          </a:p>
        </p:txBody>
      </p:sp>
    </p:spTree>
    <p:extLst>
      <p:ext uri="{BB962C8B-B14F-4D97-AF65-F5344CB8AC3E}">
        <p14:creationId xmlns:p14="http://schemas.microsoft.com/office/powerpoint/2010/main" val="228326651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26490-8D74-4FA5-BA90-5E6E98D6440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FC50A75-7247-4329-9455-F1804A23CABD}"/>
              </a:ext>
            </a:extLst>
          </p:cNvPr>
          <p:cNvSpPr>
            <a:spLocks noGrp="1"/>
          </p:cNvSpPr>
          <p:nvPr>
            <p:ph idx="1"/>
          </p:nvPr>
        </p:nvSpPr>
        <p:spPr/>
        <p:txBody>
          <a:bodyPr numCol="8">
            <a:normAutofit fontScale="62500" lnSpcReduction="20000"/>
          </a:bodyPr>
          <a:lstStyle/>
          <a:p>
            <a:r>
              <a:rPr lang="en-US" dirty="0"/>
              <a:t>'7015',</a:t>
            </a:r>
          </a:p>
          <a:p>
            <a:r>
              <a:rPr lang="en-US" dirty="0"/>
              <a:t> '7021',</a:t>
            </a:r>
          </a:p>
          <a:p>
            <a:r>
              <a:rPr lang="en-US" dirty="0"/>
              <a:t> '7024',</a:t>
            </a:r>
          </a:p>
          <a:p>
            <a:r>
              <a:rPr lang="en-US" dirty="0"/>
              <a:t> '7030',</a:t>
            </a:r>
          </a:p>
          <a:p>
            <a:r>
              <a:rPr lang="en-US" dirty="0"/>
              <a:t> '7048',</a:t>
            </a:r>
          </a:p>
          <a:p>
            <a:r>
              <a:rPr lang="en-US" dirty="0"/>
              <a:t> '7055',</a:t>
            </a:r>
          </a:p>
          <a:p>
            <a:r>
              <a:rPr lang="en-US" dirty="0"/>
              <a:t> '7077',</a:t>
            </a:r>
          </a:p>
          <a:p>
            <a:r>
              <a:rPr lang="en-US" dirty="0"/>
              <a:t> '7084',</a:t>
            </a:r>
          </a:p>
          <a:p>
            <a:r>
              <a:rPr lang="en-US" dirty="0"/>
              <a:t> '72',</a:t>
            </a:r>
          </a:p>
          <a:p>
            <a:r>
              <a:rPr lang="en-US" dirty="0"/>
              <a:t> '72ct',</a:t>
            </a:r>
          </a:p>
          <a:p>
            <a:r>
              <a:rPr lang="en-US" dirty="0"/>
              <a:t> '75',</a:t>
            </a:r>
          </a:p>
          <a:p>
            <a:r>
              <a:rPr lang="en-US" dirty="0"/>
              <a:t> '75ct',</a:t>
            </a:r>
          </a:p>
          <a:p>
            <a:r>
              <a:rPr lang="en-US" dirty="0"/>
              <a:t> '75oz',</a:t>
            </a:r>
          </a:p>
          <a:p>
            <a:r>
              <a:rPr lang="en-US" dirty="0"/>
              <a:t> '75pc',</a:t>
            </a:r>
          </a:p>
          <a:p>
            <a:r>
              <a:rPr lang="en-US" dirty="0"/>
              <a:t> '75z',</a:t>
            </a:r>
          </a:p>
          <a:p>
            <a:r>
              <a:rPr lang="en-US" dirty="0"/>
              <a:t> '7809',</a:t>
            </a:r>
          </a:p>
          <a:p>
            <a:r>
              <a:rPr lang="en-US" dirty="0"/>
              <a:t> '7ct',</a:t>
            </a:r>
          </a:p>
          <a:p>
            <a:r>
              <a:rPr lang="en-US" dirty="0"/>
              <a:t> '7oz',</a:t>
            </a:r>
          </a:p>
          <a:p>
            <a:r>
              <a:rPr lang="en-US" dirty="0"/>
              <a:t> '7st',</a:t>
            </a:r>
          </a:p>
          <a:p>
            <a:r>
              <a:rPr lang="en-US" dirty="0"/>
              <a:t> '7z',</a:t>
            </a:r>
          </a:p>
          <a:p>
            <a:r>
              <a:rPr lang="en-US" dirty="0"/>
              <a:t> '80',</a:t>
            </a:r>
          </a:p>
          <a:p>
            <a:r>
              <a:rPr lang="en-US" dirty="0"/>
              <a:t> '84',</a:t>
            </a:r>
          </a:p>
          <a:p>
            <a:r>
              <a:rPr lang="en-US" dirty="0"/>
              <a:t> '88',</a:t>
            </a:r>
          </a:p>
          <a:p>
            <a:r>
              <a:rPr lang="en-US" dirty="0"/>
              <a:t> '8ct',</a:t>
            </a:r>
          </a:p>
          <a:p>
            <a:r>
              <a:rPr lang="en-US" dirty="0"/>
              <a:t> '8lb',</a:t>
            </a:r>
          </a:p>
          <a:p>
            <a:r>
              <a:rPr lang="en-US" dirty="0"/>
              <a:t> '8oz',</a:t>
            </a:r>
          </a:p>
          <a:p>
            <a:r>
              <a:rPr lang="en-US" dirty="0"/>
              <a:t> '8z',</a:t>
            </a:r>
          </a:p>
          <a:p>
            <a:r>
              <a:rPr lang="en-US" dirty="0"/>
              <a:t> '90',</a:t>
            </a:r>
          </a:p>
          <a:p>
            <a:r>
              <a:rPr lang="en-US" dirty="0"/>
              <a:t> '90ct',</a:t>
            </a:r>
          </a:p>
          <a:p>
            <a:r>
              <a:rPr lang="en-US" dirty="0"/>
              <a:t> '90pc',</a:t>
            </a:r>
          </a:p>
          <a:p>
            <a:r>
              <a:rPr lang="en-US" dirty="0"/>
              <a:t> '95',</a:t>
            </a:r>
          </a:p>
          <a:p>
            <a:r>
              <a:rPr lang="en-US" dirty="0"/>
              <a:t> '9ct',</a:t>
            </a:r>
          </a:p>
          <a:p>
            <a:r>
              <a:rPr lang="en-US" dirty="0"/>
              <a:t> '9oz',</a:t>
            </a:r>
          </a:p>
          <a:p>
            <a:r>
              <a:rPr lang="en-US" dirty="0"/>
              <a:t> '9st',</a:t>
            </a:r>
          </a:p>
          <a:p>
            <a:r>
              <a:rPr lang="en-US" dirty="0"/>
              <a:t> '9z',</a:t>
            </a:r>
          </a:p>
          <a:p>
            <a:r>
              <a:rPr lang="en-US" dirty="0"/>
              <a:t> 'ab',</a:t>
            </a:r>
          </a:p>
          <a:p>
            <a:r>
              <a:rPr lang="en-US" dirty="0"/>
              <a:t> 'acc',</a:t>
            </a:r>
          </a:p>
          <a:p>
            <a:r>
              <a:rPr lang="en-US" dirty="0"/>
              <a:t> 'accent',</a:t>
            </a:r>
          </a:p>
          <a:p>
            <a:r>
              <a:rPr lang="en-US" dirty="0"/>
              <a:t> 'acorn',</a:t>
            </a:r>
          </a:p>
          <a:p>
            <a:r>
              <a:rPr lang="en-US" dirty="0"/>
              <a:t> 'ad',</a:t>
            </a:r>
          </a:p>
          <a:p>
            <a:r>
              <a:rPr lang="en-US" dirty="0"/>
              <a:t> 'added',</a:t>
            </a:r>
          </a:p>
          <a:p>
            <a:r>
              <a:rPr lang="en-US" dirty="0"/>
              <a:t> '</a:t>
            </a:r>
            <a:r>
              <a:rPr lang="en-US" dirty="0" err="1"/>
              <a:t>adu</a:t>
            </a:r>
            <a:r>
              <a:rPr lang="en-US" dirty="0"/>
              <a:t>',</a:t>
            </a:r>
          </a:p>
          <a:p>
            <a:r>
              <a:rPr lang="en-US" dirty="0"/>
              <a:t> '</a:t>
            </a:r>
            <a:r>
              <a:rPr lang="en-US" dirty="0" err="1"/>
              <a:t>af</a:t>
            </a:r>
            <a:r>
              <a:rPr lang="en-US" dirty="0"/>
              <a:t>',</a:t>
            </a:r>
          </a:p>
          <a:p>
            <a:r>
              <a:rPr lang="en-US" dirty="0"/>
              <a:t> 'ag',</a:t>
            </a:r>
          </a:p>
          <a:p>
            <a:r>
              <a:rPr lang="en-US" dirty="0"/>
              <a:t> '</a:t>
            </a:r>
            <a:r>
              <a:rPr lang="en-US" dirty="0" err="1"/>
              <a:t>agm</a:t>
            </a:r>
            <a:r>
              <a:rPr lang="en-US" dirty="0"/>
              <a:t>',</a:t>
            </a:r>
          </a:p>
          <a:p>
            <a:r>
              <a:rPr lang="en-US" dirty="0"/>
              <a:t> '</a:t>
            </a:r>
            <a:r>
              <a:rPr lang="en-US" dirty="0" err="1"/>
              <a:t>agr</a:t>
            </a:r>
            <a:r>
              <a:rPr lang="en-US" dirty="0"/>
              <a:t>',</a:t>
            </a:r>
          </a:p>
          <a:p>
            <a:r>
              <a:rPr lang="en-US" dirty="0"/>
              <a:t> 'ai',</a:t>
            </a:r>
          </a:p>
          <a:p>
            <a:r>
              <a:rPr lang="en-US" dirty="0"/>
              <a:t> 'air',</a:t>
            </a:r>
          </a:p>
          <a:p>
            <a:r>
              <a:rPr lang="en-US" dirty="0"/>
              <a:t> '</a:t>
            </a:r>
            <a:r>
              <a:rPr lang="en-US" dirty="0" err="1"/>
              <a:t>aj</a:t>
            </a:r>
            <a:r>
              <a:rPr lang="en-US" dirty="0"/>
              <a:t>',</a:t>
            </a:r>
          </a:p>
          <a:p>
            <a:r>
              <a:rPr lang="en-US" dirty="0"/>
              <a:t> 'al',</a:t>
            </a:r>
          </a:p>
          <a:p>
            <a:r>
              <a:rPr lang="en-US" dirty="0"/>
              <a:t> '</a:t>
            </a:r>
            <a:r>
              <a:rPr lang="en-US" dirty="0" err="1"/>
              <a:t>alice</a:t>
            </a:r>
            <a:r>
              <a:rPr lang="en-US" dirty="0"/>
              <a:t>',</a:t>
            </a:r>
          </a:p>
          <a:p>
            <a:r>
              <a:rPr lang="en-US" dirty="0"/>
              <a:t> '</a:t>
            </a:r>
            <a:r>
              <a:rPr lang="en-US" dirty="0" err="1"/>
              <a:t>alm</a:t>
            </a:r>
            <a:r>
              <a:rPr lang="en-US" dirty="0"/>
              <a:t>',</a:t>
            </a:r>
          </a:p>
          <a:p>
            <a:r>
              <a:rPr lang="en-US" dirty="0">
                <a:solidFill>
                  <a:srgbClr val="FF0000"/>
                </a:solidFill>
              </a:rPr>
              <a:t> '</a:t>
            </a:r>
            <a:r>
              <a:rPr lang="en-US" dirty="0" err="1">
                <a:solidFill>
                  <a:srgbClr val="FF0000"/>
                </a:solidFill>
              </a:rPr>
              <a:t>almd</a:t>
            </a:r>
            <a:r>
              <a:rPr lang="en-US" dirty="0">
                <a:solidFill>
                  <a:srgbClr val="FF0000"/>
                </a:solidFill>
              </a:rPr>
              <a:t>',</a:t>
            </a:r>
          </a:p>
          <a:p>
            <a:r>
              <a:rPr lang="en-US" dirty="0">
                <a:solidFill>
                  <a:srgbClr val="FF0000"/>
                </a:solidFill>
              </a:rPr>
              <a:t> 'almond</a:t>
            </a:r>
            <a:r>
              <a:rPr lang="en-US" dirty="0"/>
              <a:t>',</a:t>
            </a:r>
          </a:p>
          <a:p>
            <a:r>
              <a:rPr lang="en-US" dirty="0"/>
              <a:t> 'aloe',</a:t>
            </a:r>
          </a:p>
          <a:p>
            <a:r>
              <a:rPr lang="en-US" dirty="0"/>
              <a:t> '</a:t>
            </a:r>
            <a:r>
              <a:rPr lang="en-US" dirty="0" err="1"/>
              <a:t>alstro</a:t>
            </a:r>
            <a:r>
              <a:rPr lang="en-US" dirty="0"/>
              <a:t>',</a:t>
            </a:r>
          </a:p>
          <a:p>
            <a:r>
              <a:rPr lang="en-US" dirty="0"/>
              <a:t> 'alt',</a:t>
            </a:r>
          </a:p>
          <a:p>
            <a:r>
              <a:rPr lang="en-US" dirty="0"/>
              <a:t> 'ambrosia',</a:t>
            </a:r>
          </a:p>
          <a:p>
            <a:r>
              <a:rPr lang="en-US" dirty="0"/>
              <a:t> '</a:t>
            </a:r>
            <a:r>
              <a:rPr lang="en-US" dirty="0" err="1"/>
              <a:t>american</a:t>
            </a:r>
            <a:r>
              <a:rPr lang="en-US" dirty="0"/>
              <a:t>',</a:t>
            </a:r>
          </a:p>
          <a:p>
            <a:r>
              <a:rPr lang="en-US" dirty="0"/>
              <a:t> '</a:t>
            </a:r>
            <a:r>
              <a:rPr lang="en-US" dirty="0" err="1"/>
              <a:t>amz</a:t>
            </a:r>
            <a:r>
              <a:rPr lang="en-US" dirty="0"/>
              <a:t>',</a:t>
            </a:r>
          </a:p>
          <a:p>
            <a:r>
              <a:rPr lang="en-US" dirty="0"/>
              <a:t> '</a:t>
            </a:r>
            <a:r>
              <a:rPr lang="en-US" dirty="0" err="1"/>
              <a:t>anaheim</a:t>
            </a:r>
            <a:r>
              <a:rPr lang="en-US" dirty="0"/>
              <a:t>',</a:t>
            </a:r>
          </a:p>
          <a:p>
            <a:r>
              <a:rPr lang="en-US" dirty="0"/>
              <a:t> 'angel',</a:t>
            </a:r>
          </a:p>
          <a:p>
            <a:r>
              <a:rPr lang="en-US" dirty="0"/>
              <a:t> 'anise',</a:t>
            </a:r>
          </a:p>
          <a:p>
            <a:r>
              <a:rPr lang="en-US" dirty="0"/>
              <a:t> '</a:t>
            </a:r>
            <a:r>
              <a:rPr lang="en-US" dirty="0" err="1"/>
              <a:t>anjou</a:t>
            </a:r>
            <a:r>
              <a:rPr lang="en-US" dirty="0"/>
              <a:t>',</a:t>
            </a:r>
          </a:p>
          <a:p>
            <a:r>
              <a:rPr lang="en-US" dirty="0"/>
              <a:t> 'ap',</a:t>
            </a:r>
          </a:p>
          <a:p>
            <a:r>
              <a:rPr lang="en-US" dirty="0"/>
              <a:t> '</a:t>
            </a:r>
            <a:r>
              <a:rPr lang="en-US" dirty="0" err="1"/>
              <a:t>api</a:t>
            </a:r>
            <a:r>
              <a:rPr lang="en-US" dirty="0"/>
              <a:t>',</a:t>
            </a:r>
          </a:p>
          <a:p>
            <a:r>
              <a:rPr lang="en-US" dirty="0"/>
              <a:t> 'app',</a:t>
            </a:r>
          </a:p>
          <a:p>
            <a:r>
              <a:rPr lang="en-US" dirty="0"/>
              <a:t> 'apple',</a:t>
            </a:r>
          </a:p>
          <a:p>
            <a:r>
              <a:rPr lang="en-US" dirty="0"/>
              <a:t> 'apricot',</a:t>
            </a:r>
          </a:p>
          <a:p>
            <a:r>
              <a:rPr lang="en-US" dirty="0"/>
              <a:t> '</a:t>
            </a:r>
            <a:r>
              <a:rPr lang="en-US" dirty="0" err="1"/>
              <a:t>ar</a:t>
            </a:r>
            <a:r>
              <a:rPr lang="en-US" dirty="0"/>
              <a:t>',</a:t>
            </a:r>
          </a:p>
          <a:p>
            <a:r>
              <a:rPr lang="en-US" dirty="0"/>
              <a:t> '</a:t>
            </a:r>
            <a:r>
              <a:rPr lang="en-US" dirty="0" err="1"/>
              <a:t>arg</a:t>
            </a:r>
            <a:r>
              <a:rPr lang="en-US" dirty="0"/>
              <a:t>',</a:t>
            </a:r>
          </a:p>
          <a:p>
            <a:r>
              <a:rPr lang="en-US" dirty="0"/>
              <a:t> 'aril',</a:t>
            </a:r>
          </a:p>
          <a:p>
            <a:r>
              <a:rPr lang="en-US" dirty="0"/>
              <a:t> '</a:t>
            </a:r>
            <a:r>
              <a:rPr lang="en-US" dirty="0" err="1"/>
              <a:t>arizona</a:t>
            </a:r>
            <a:r>
              <a:rPr lang="en-US" dirty="0"/>
              <a:t>',</a:t>
            </a:r>
          </a:p>
          <a:p>
            <a:r>
              <a:rPr lang="en-US" dirty="0"/>
              <a:t> 'art',</a:t>
            </a:r>
          </a:p>
          <a:p>
            <a:r>
              <a:rPr lang="en-US" dirty="0"/>
              <a:t> 'artichoke',</a:t>
            </a:r>
          </a:p>
          <a:p>
            <a:r>
              <a:rPr lang="en-US" dirty="0"/>
              <a:t> 'artisan',</a:t>
            </a:r>
          </a:p>
          <a:p>
            <a:r>
              <a:rPr lang="en-US" dirty="0"/>
              <a:t> 'arugula',</a:t>
            </a:r>
          </a:p>
          <a:p>
            <a:r>
              <a:rPr lang="en-US" dirty="0"/>
              <a:t> '</a:t>
            </a:r>
            <a:r>
              <a:rPr lang="en-US" dirty="0" err="1"/>
              <a:t>asian</a:t>
            </a:r>
            <a:r>
              <a:rPr lang="en-US" dirty="0"/>
              <a:t>',</a:t>
            </a:r>
          </a:p>
          <a:p>
            <a:r>
              <a:rPr lang="en-US" dirty="0"/>
              <a:t> 'asp',</a:t>
            </a:r>
          </a:p>
          <a:p>
            <a:r>
              <a:rPr lang="en-US" dirty="0"/>
              <a:t> 'asparagus',</a:t>
            </a:r>
          </a:p>
          <a:p>
            <a:r>
              <a:rPr lang="en-US" dirty="0"/>
              <a:t> 'assorted',</a:t>
            </a:r>
          </a:p>
          <a:p>
            <a:r>
              <a:rPr lang="en-US" dirty="0"/>
              <a:t> 'asst',</a:t>
            </a:r>
          </a:p>
          <a:p>
            <a:r>
              <a:rPr lang="en-US" dirty="0"/>
              <a:t> '</a:t>
            </a:r>
            <a:r>
              <a:rPr lang="en-US" dirty="0" err="1"/>
              <a:t>ataulfo</a:t>
            </a:r>
            <a:r>
              <a:rPr lang="en-US" dirty="0"/>
              <a:t>',</a:t>
            </a:r>
          </a:p>
          <a:p>
            <a:r>
              <a:rPr lang="en-US" dirty="0"/>
              <a:t> 'au',</a:t>
            </a:r>
          </a:p>
          <a:p>
            <a:r>
              <a:rPr lang="en-US" dirty="0"/>
              <a:t> 'autumn',</a:t>
            </a:r>
          </a:p>
          <a:p>
            <a:r>
              <a:rPr lang="en-US" dirty="0"/>
              <a:t> 'av',</a:t>
            </a:r>
          </a:p>
          <a:p>
            <a:r>
              <a:rPr lang="en-US" dirty="0"/>
              <a:t> 'avocado',</a:t>
            </a:r>
          </a:p>
          <a:p>
            <a:r>
              <a:rPr lang="en-US" dirty="0"/>
              <a:t> '</a:t>
            </a:r>
            <a:r>
              <a:rPr lang="en-US" dirty="0" err="1"/>
              <a:t>avrnh</a:t>
            </a:r>
            <a:r>
              <a:rPr lang="en-US" dirty="0"/>
              <a:t>',</a:t>
            </a:r>
          </a:p>
          <a:p>
            <a:r>
              <a:rPr lang="en-US" dirty="0"/>
              <a:t> 'aw',</a:t>
            </a:r>
          </a:p>
          <a:p>
            <a:r>
              <a:rPr lang="en-US" dirty="0"/>
              <a:t> 'ay',</a:t>
            </a:r>
          </a:p>
          <a:p>
            <a:r>
              <a:rPr lang="en-US" dirty="0"/>
              <a:t> '</a:t>
            </a:r>
            <a:r>
              <a:rPr lang="en-US" dirty="0" err="1"/>
              <a:t>ayc</a:t>
            </a:r>
            <a:r>
              <a:rPr lang="en-US" dirty="0"/>
              <a:t>',</a:t>
            </a:r>
          </a:p>
          <a:p>
            <a:r>
              <a:rPr lang="en-US" dirty="0"/>
              <a:t> '</a:t>
            </a:r>
            <a:r>
              <a:rPr lang="en-US" dirty="0" err="1"/>
              <a:t>az</a:t>
            </a:r>
            <a:r>
              <a:rPr lang="en-US" dirty="0"/>
              <a:t>',</a:t>
            </a:r>
          </a:p>
          <a:p>
            <a:r>
              <a:rPr lang="en-US" dirty="0"/>
              <a:t> 'baby',</a:t>
            </a:r>
          </a:p>
          <a:p>
            <a:r>
              <a:rPr lang="en-US" dirty="0"/>
              <a:t> 'bac',</a:t>
            </a:r>
          </a:p>
          <a:p>
            <a:r>
              <a:rPr lang="en-US" dirty="0"/>
              <a:t> 'backroom',</a:t>
            </a:r>
          </a:p>
          <a:p>
            <a:r>
              <a:rPr lang="en-US" dirty="0"/>
              <a:t> </a:t>
            </a:r>
            <a:r>
              <a:rPr lang="en-US" dirty="0">
                <a:solidFill>
                  <a:srgbClr val="FF0000"/>
                </a:solidFill>
              </a:rPr>
              <a:t>'</a:t>
            </a:r>
            <a:r>
              <a:rPr lang="en-US" dirty="0" err="1">
                <a:solidFill>
                  <a:srgbClr val="FF0000"/>
                </a:solidFill>
              </a:rPr>
              <a:t>bacn</a:t>
            </a:r>
            <a:r>
              <a:rPr lang="en-US" dirty="0">
                <a:solidFill>
                  <a:srgbClr val="FF0000"/>
                </a:solidFill>
              </a:rPr>
              <a:t>',</a:t>
            </a:r>
          </a:p>
          <a:p>
            <a:r>
              <a:rPr lang="en-US" dirty="0">
                <a:solidFill>
                  <a:srgbClr val="FF0000"/>
                </a:solidFill>
              </a:rPr>
              <a:t> 'bacon',</a:t>
            </a:r>
          </a:p>
          <a:p>
            <a:r>
              <a:rPr lang="en-US" dirty="0">
                <a:solidFill>
                  <a:srgbClr val="FF0000"/>
                </a:solidFill>
              </a:rPr>
              <a:t> 'bag',</a:t>
            </a:r>
          </a:p>
          <a:p>
            <a:r>
              <a:rPr lang="en-US" dirty="0">
                <a:solidFill>
                  <a:srgbClr val="FF0000"/>
                </a:solidFill>
              </a:rPr>
              <a:t> 'bagged',</a:t>
            </a:r>
          </a:p>
          <a:p>
            <a:r>
              <a:rPr lang="en-US" dirty="0"/>
              <a:t> 'bake'</a:t>
            </a:r>
          </a:p>
        </p:txBody>
      </p:sp>
    </p:spTree>
    <p:extLst>
      <p:ext uri="{BB962C8B-B14F-4D97-AF65-F5344CB8AC3E}">
        <p14:creationId xmlns:p14="http://schemas.microsoft.com/office/powerpoint/2010/main" val="96454554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CDD02-C599-4A7B-9CE8-EA8464A3EF1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0F01386-3C6B-417F-9CBA-C924E0510BA7}"/>
              </a:ext>
            </a:extLst>
          </p:cNvPr>
          <p:cNvSpPr>
            <a:spLocks noGrp="1"/>
          </p:cNvSpPr>
          <p:nvPr>
            <p:ph idx="1"/>
          </p:nvPr>
        </p:nvSpPr>
        <p:spPr/>
        <p:txBody>
          <a:bodyPr numCol="8">
            <a:normAutofit fontScale="55000" lnSpcReduction="20000"/>
          </a:bodyPr>
          <a:lstStyle/>
          <a:p>
            <a:r>
              <a:rPr lang="en-US" dirty="0"/>
              <a:t>'baker',</a:t>
            </a:r>
          </a:p>
          <a:p>
            <a:r>
              <a:rPr lang="en-US" dirty="0"/>
              <a:t> 'baking',</a:t>
            </a:r>
          </a:p>
          <a:p>
            <a:r>
              <a:rPr lang="en-US" dirty="0"/>
              <a:t> 'ban',</a:t>
            </a:r>
          </a:p>
          <a:p>
            <a:r>
              <a:rPr lang="en-US" dirty="0"/>
              <a:t> 'banana',</a:t>
            </a:r>
          </a:p>
          <a:p>
            <a:r>
              <a:rPr lang="en-US" dirty="0"/>
              <a:t> 'banded',</a:t>
            </a:r>
          </a:p>
          <a:p>
            <a:r>
              <a:rPr lang="en-US" dirty="0"/>
              <a:t> 'barcode',</a:t>
            </a:r>
          </a:p>
          <a:p>
            <a:r>
              <a:rPr lang="en-US" dirty="0"/>
              <a:t> '</a:t>
            </a:r>
            <a:r>
              <a:rPr lang="en-US" dirty="0" err="1"/>
              <a:t>bart</a:t>
            </a:r>
            <a:r>
              <a:rPr lang="en-US" dirty="0"/>
              <a:t>',</a:t>
            </a:r>
          </a:p>
          <a:p>
            <a:r>
              <a:rPr lang="en-US" dirty="0"/>
              <a:t> 'bartlett',</a:t>
            </a:r>
          </a:p>
          <a:p>
            <a:r>
              <a:rPr lang="en-US" dirty="0"/>
              <a:t> </a:t>
            </a:r>
            <a:r>
              <a:rPr lang="en-US" dirty="0">
                <a:solidFill>
                  <a:srgbClr val="FF0000"/>
                </a:solidFill>
              </a:rPr>
              <a:t>'base',</a:t>
            </a:r>
          </a:p>
          <a:p>
            <a:r>
              <a:rPr lang="en-US" dirty="0">
                <a:solidFill>
                  <a:srgbClr val="FF0000"/>
                </a:solidFill>
              </a:rPr>
              <a:t> 'based',</a:t>
            </a:r>
          </a:p>
          <a:p>
            <a:r>
              <a:rPr lang="en-US" dirty="0"/>
              <a:t> 'basil',</a:t>
            </a:r>
          </a:p>
          <a:p>
            <a:r>
              <a:rPr lang="en-US" dirty="0"/>
              <a:t> 'bay',</a:t>
            </a:r>
          </a:p>
          <a:p>
            <a:r>
              <a:rPr lang="en-US" dirty="0"/>
              <a:t> 'bb',</a:t>
            </a:r>
          </a:p>
          <a:p>
            <a:r>
              <a:rPr lang="en-US" dirty="0"/>
              <a:t> '</a:t>
            </a:r>
            <a:r>
              <a:rPr lang="en-US" dirty="0" err="1"/>
              <a:t>bbq</a:t>
            </a:r>
            <a:r>
              <a:rPr lang="en-US" dirty="0"/>
              <a:t>',</a:t>
            </a:r>
          </a:p>
          <a:p>
            <a:r>
              <a:rPr lang="en-US" dirty="0"/>
              <a:t> '</a:t>
            </a:r>
            <a:r>
              <a:rPr lang="en-US" dirty="0" err="1"/>
              <a:t>bbykle</a:t>
            </a:r>
            <a:r>
              <a:rPr lang="en-US" dirty="0"/>
              <a:t>',</a:t>
            </a:r>
          </a:p>
          <a:p>
            <a:r>
              <a:rPr lang="en-US" dirty="0"/>
              <a:t> '</a:t>
            </a:r>
            <a:r>
              <a:rPr lang="en-US" dirty="0" err="1"/>
              <a:t>bbysp</a:t>
            </a:r>
            <a:r>
              <a:rPr lang="en-US" dirty="0"/>
              <a:t>',</a:t>
            </a:r>
          </a:p>
          <a:p>
            <a:r>
              <a:rPr lang="en-US" dirty="0"/>
              <a:t> '</a:t>
            </a:r>
            <a:r>
              <a:rPr lang="en-US" dirty="0" err="1"/>
              <a:t>bc</a:t>
            </a:r>
            <a:r>
              <a:rPr lang="en-US" dirty="0"/>
              <a:t>',</a:t>
            </a:r>
          </a:p>
          <a:p>
            <a:r>
              <a:rPr lang="en-US" dirty="0"/>
              <a:t> 'bch',</a:t>
            </a:r>
          </a:p>
          <a:p>
            <a:r>
              <a:rPr lang="en-US" dirty="0"/>
              <a:t> 'bd',</a:t>
            </a:r>
          </a:p>
          <a:p>
            <a:r>
              <a:rPr lang="en-US" dirty="0"/>
              <a:t> 'bean',</a:t>
            </a:r>
          </a:p>
          <a:p>
            <a:r>
              <a:rPr lang="en-US" dirty="0"/>
              <a:t> 'beauty',</a:t>
            </a:r>
          </a:p>
          <a:p>
            <a:r>
              <a:rPr lang="en-US" dirty="0"/>
              <a:t> 'beech',</a:t>
            </a:r>
          </a:p>
          <a:p>
            <a:r>
              <a:rPr lang="en-US" dirty="0"/>
              <a:t> 'beef',</a:t>
            </a:r>
          </a:p>
          <a:p>
            <a:r>
              <a:rPr lang="en-US" dirty="0"/>
              <a:t> 'beefsteak',</a:t>
            </a:r>
          </a:p>
          <a:p>
            <a:r>
              <a:rPr lang="en-US" dirty="0"/>
              <a:t> 'beet',</a:t>
            </a:r>
          </a:p>
          <a:p>
            <a:r>
              <a:rPr lang="en-US" dirty="0"/>
              <a:t> '</a:t>
            </a:r>
            <a:r>
              <a:rPr lang="en-US" dirty="0" err="1"/>
              <a:t>bef</a:t>
            </a:r>
            <a:r>
              <a:rPr lang="en-US" dirty="0"/>
              <a:t>',</a:t>
            </a:r>
          </a:p>
          <a:p>
            <a:r>
              <a:rPr lang="en-US" dirty="0"/>
              <a:t> 'bell',</a:t>
            </a:r>
          </a:p>
          <a:p>
            <a:r>
              <a:rPr lang="en-US" dirty="0"/>
              <a:t> '</a:t>
            </a:r>
            <a:r>
              <a:rPr lang="en-US" dirty="0" err="1"/>
              <a:t>bella</a:t>
            </a:r>
            <a:r>
              <a:rPr lang="en-US" dirty="0"/>
              <a:t>',</a:t>
            </a:r>
          </a:p>
          <a:p>
            <a:r>
              <a:rPr lang="en-US" dirty="0"/>
              <a:t> 'belle',</a:t>
            </a:r>
          </a:p>
          <a:p>
            <a:r>
              <a:rPr lang="en-US" dirty="0"/>
              <a:t> 'berry',</a:t>
            </a:r>
          </a:p>
          <a:p>
            <a:r>
              <a:rPr lang="en-US" dirty="0"/>
              <a:t> 'beverage',</a:t>
            </a:r>
          </a:p>
          <a:p>
            <a:r>
              <a:rPr lang="en-US" dirty="0"/>
              <a:t> 'bf',</a:t>
            </a:r>
          </a:p>
          <a:p>
            <a:r>
              <a:rPr lang="en-US" dirty="0"/>
              <a:t> '</a:t>
            </a:r>
            <a:r>
              <a:rPr lang="en-US" dirty="0" err="1"/>
              <a:t>bg</a:t>
            </a:r>
            <a:r>
              <a:rPr lang="en-US" dirty="0"/>
              <a:t>',</a:t>
            </a:r>
          </a:p>
          <a:p>
            <a:r>
              <a:rPr lang="en-US" dirty="0"/>
              <a:t> '</a:t>
            </a:r>
            <a:r>
              <a:rPr lang="en-US" dirty="0" err="1"/>
              <a:t>bh</a:t>
            </a:r>
            <a:r>
              <a:rPr lang="en-US" dirty="0"/>
              <a:t>',</a:t>
            </a:r>
          </a:p>
          <a:p>
            <a:r>
              <a:rPr lang="en-US" dirty="0"/>
              <a:t> 'bi',</a:t>
            </a:r>
          </a:p>
          <a:p>
            <a:r>
              <a:rPr lang="en-US" dirty="0"/>
              <a:t> 'bibb',</a:t>
            </a:r>
          </a:p>
          <a:p>
            <a:r>
              <a:rPr lang="en-US" dirty="0"/>
              <a:t> 'bicolor',</a:t>
            </a:r>
          </a:p>
          <a:p>
            <a:r>
              <a:rPr lang="en-US" dirty="0"/>
              <a:t> 'big',</a:t>
            </a:r>
          </a:p>
          <a:p>
            <a:r>
              <a:rPr lang="en-US" dirty="0"/>
              <a:t> 'bin',</a:t>
            </a:r>
          </a:p>
          <a:p>
            <a:r>
              <a:rPr lang="en-US" dirty="0"/>
              <a:t> 'bistro',</a:t>
            </a:r>
          </a:p>
          <a:p>
            <a:r>
              <a:rPr lang="en-US" dirty="0"/>
              <a:t> 'bite',</a:t>
            </a:r>
          </a:p>
          <a:p>
            <a:r>
              <a:rPr lang="en-US" dirty="0"/>
              <a:t> '</a:t>
            </a:r>
            <a:r>
              <a:rPr lang="en-US" dirty="0" err="1"/>
              <a:t>bittermelon</a:t>
            </a:r>
            <a:r>
              <a:rPr lang="en-US" dirty="0"/>
              <a:t>',</a:t>
            </a:r>
          </a:p>
          <a:p>
            <a:r>
              <a:rPr lang="en-US" dirty="0"/>
              <a:t> 'bl',</a:t>
            </a:r>
          </a:p>
          <a:p>
            <a:r>
              <a:rPr lang="en-US" dirty="0"/>
              <a:t> 'black',</a:t>
            </a:r>
          </a:p>
          <a:p>
            <a:r>
              <a:rPr lang="en-US" dirty="0"/>
              <a:t> 'blackberry',</a:t>
            </a:r>
          </a:p>
          <a:p>
            <a:r>
              <a:rPr lang="en-US" dirty="0"/>
              <a:t> 'bland',</a:t>
            </a:r>
          </a:p>
          <a:p>
            <a:r>
              <a:rPr lang="en-US" dirty="0"/>
              <a:t> 'blat',</a:t>
            </a:r>
          </a:p>
          <a:p>
            <a:r>
              <a:rPr lang="en-US" dirty="0"/>
              <a:t> </a:t>
            </a:r>
            <a:r>
              <a:rPr lang="en-US" dirty="0">
                <a:solidFill>
                  <a:srgbClr val="FF0000"/>
                </a:solidFill>
              </a:rPr>
              <a:t>'blend',</a:t>
            </a:r>
          </a:p>
          <a:p>
            <a:r>
              <a:rPr lang="en-US" dirty="0">
                <a:solidFill>
                  <a:srgbClr val="FF0000"/>
                </a:solidFill>
              </a:rPr>
              <a:t> 'blending',</a:t>
            </a:r>
          </a:p>
          <a:p>
            <a:r>
              <a:rPr lang="en-US" dirty="0"/>
              <a:t> 'bleu',</a:t>
            </a:r>
          </a:p>
          <a:p>
            <a:r>
              <a:rPr lang="en-US" dirty="0"/>
              <a:t> 'blk',</a:t>
            </a:r>
          </a:p>
          <a:p>
            <a:r>
              <a:rPr lang="en-US" dirty="0"/>
              <a:t> 'blood',</a:t>
            </a:r>
          </a:p>
          <a:p>
            <a:r>
              <a:rPr lang="en-US" dirty="0"/>
              <a:t> </a:t>
            </a:r>
            <a:r>
              <a:rPr lang="en-US" dirty="0">
                <a:solidFill>
                  <a:srgbClr val="FF0000"/>
                </a:solidFill>
              </a:rPr>
              <a:t>'</a:t>
            </a:r>
            <a:r>
              <a:rPr lang="en-US" dirty="0" err="1">
                <a:solidFill>
                  <a:srgbClr val="FF0000"/>
                </a:solidFill>
              </a:rPr>
              <a:t>blu</a:t>
            </a:r>
            <a:r>
              <a:rPr lang="en-US" dirty="0">
                <a:solidFill>
                  <a:srgbClr val="FF0000"/>
                </a:solidFill>
              </a:rPr>
              <a:t>',</a:t>
            </a:r>
          </a:p>
          <a:p>
            <a:r>
              <a:rPr lang="en-US" dirty="0">
                <a:solidFill>
                  <a:srgbClr val="FF0000"/>
                </a:solidFill>
              </a:rPr>
              <a:t> 'blue',</a:t>
            </a:r>
          </a:p>
          <a:p>
            <a:r>
              <a:rPr lang="en-US" dirty="0"/>
              <a:t> 'blueberry',</a:t>
            </a:r>
          </a:p>
          <a:p>
            <a:r>
              <a:rPr lang="en-US" dirty="0"/>
              <a:t> 'blush',</a:t>
            </a:r>
          </a:p>
          <a:p>
            <a:r>
              <a:rPr lang="en-US" dirty="0"/>
              <a:t> 'bm',</a:t>
            </a:r>
          </a:p>
          <a:p>
            <a:r>
              <a:rPr lang="en-US" dirty="0"/>
              <a:t> 'bn',</a:t>
            </a:r>
          </a:p>
          <a:p>
            <a:r>
              <a:rPr lang="en-US" dirty="0"/>
              <a:t> '</a:t>
            </a:r>
            <a:r>
              <a:rPr lang="en-US" dirty="0" err="1"/>
              <a:t>bok</a:t>
            </a:r>
            <a:r>
              <a:rPr lang="en-US" dirty="0"/>
              <a:t>',</a:t>
            </a:r>
          </a:p>
          <a:p>
            <a:r>
              <a:rPr lang="en-US" dirty="0"/>
              <a:t> '</a:t>
            </a:r>
            <a:r>
              <a:rPr lang="en-US" dirty="0" err="1"/>
              <a:t>bokchoy</a:t>
            </a:r>
            <a:r>
              <a:rPr lang="en-US" dirty="0"/>
              <a:t>',</a:t>
            </a:r>
          </a:p>
          <a:p>
            <a:r>
              <a:rPr lang="en-US" dirty="0"/>
              <a:t> 'booking',</a:t>
            </a:r>
          </a:p>
          <a:p>
            <a:r>
              <a:rPr lang="en-US" dirty="0"/>
              <a:t> 'boomer',</a:t>
            </a:r>
          </a:p>
          <a:p>
            <a:r>
              <a:rPr lang="en-US" dirty="0"/>
              <a:t> '</a:t>
            </a:r>
            <a:r>
              <a:rPr lang="en-US" dirty="0" err="1"/>
              <a:t>bos</a:t>
            </a:r>
            <a:r>
              <a:rPr lang="en-US" dirty="0"/>
              <a:t>',</a:t>
            </a:r>
          </a:p>
          <a:p>
            <a:r>
              <a:rPr lang="en-US" dirty="0"/>
              <a:t> 'bosc',</a:t>
            </a:r>
          </a:p>
          <a:p>
            <a:r>
              <a:rPr lang="en-US" dirty="0"/>
              <a:t> 'bourbon',</a:t>
            </a:r>
          </a:p>
          <a:p>
            <a:r>
              <a:rPr lang="en-US" dirty="0"/>
              <a:t> 'bowery',</a:t>
            </a:r>
          </a:p>
          <a:p>
            <a:r>
              <a:rPr lang="en-US" dirty="0"/>
              <a:t> 'bowl',</a:t>
            </a:r>
          </a:p>
          <a:p>
            <a:r>
              <a:rPr lang="en-US" dirty="0"/>
              <a:t> 'box',</a:t>
            </a:r>
          </a:p>
          <a:p>
            <a:r>
              <a:rPr lang="en-US" dirty="0"/>
              <a:t> 'bp',</a:t>
            </a:r>
          </a:p>
          <a:p>
            <a:r>
              <a:rPr lang="en-US" dirty="0"/>
              <a:t> '</a:t>
            </a:r>
            <a:r>
              <a:rPr lang="en-US" dirty="0" err="1"/>
              <a:t>br</a:t>
            </a:r>
            <a:r>
              <a:rPr lang="en-US" dirty="0"/>
              <a:t>',</a:t>
            </a:r>
          </a:p>
          <a:p>
            <a:r>
              <a:rPr lang="en-US" dirty="0"/>
              <a:t> '</a:t>
            </a:r>
            <a:r>
              <a:rPr lang="en-US" dirty="0" err="1"/>
              <a:t>braeburn</a:t>
            </a:r>
            <a:r>
              <a:rPr lang="en-US" dirty="0"/>
              <a:t>',</a:t>
            </a:r>
          </a:p>
          <a:p>
            <a:r>
              <a:rPr lang="en-US" dirty="0"/>
              <a:t> </a:t>
            </a:r>
            <a:r>
              <a:rPr lang="en-US" dirty="0">
                <a:solidFill>
                  <a:srgbClr val="FF0000"/>
                </a:solidFill>
              </a:rPr>
              <a:t>'brand',</a:t>
            </a:r>
          </a:p>
          <a:p>
            <a:r>
              <a:rPr lang="en-US" dirty="0">
                <a:solidFill>
                  <a:srgbClr val="FF0000"/>
                </a:solidFill>
              </a:rPr>
              <a:t> 'branded',</a:t>
            </a:r>
          </a:p>
          <a:p>
            <a:r>
              <a:rPr lang="en-US" dirty="0"/>
              <a:t> '</a:t>
            </a:r>
            <a:r>
              <a:rPr lang="en-US" dirty="0" err="1"/>
              <a:t>brf</a:t>
            </a:r>
            <a:r>
              <a:rPr lang="en-US" dirty="0"/>
              <a:t>',</a:t>
            </a:r>
          </a:p>
          <a:p>
            <a:r>
              <a:rPr lang="en-US" dirty="0"/>
              <a:t> 'bright',</a:t>
            </a:r>
          </a:p>
          <a:p>
            <a:r>
              <a:rPr lang="en-US" dirty="0"/>
              <a:t> 'broccoli',</a:t>
            </a:r>
          </a:p>
          <a:p>
            <a:r>
              <a:rPr lang="en-US" dirty="0"/>
              <a:t> '</a:t>
            </a:r>
            <a:r>
              <a:rPr lang="en-US" dirty="0" err="1"/>
              <a:t>brocslaw</a:t>
            </a:r>
            <a:r>
              <a:rPr lang="en-US" dirty="0"/>
              <a:t>',</a:t>
            </a:r>
          </a:p>
          <a:p>
            <a:r>
              <a:rPr lang="en-US" dirty="0"/>
              <a:t> 'bronze',</a:t>
            </a:r>
          </a:p>
          <a:p>
            <a:r>
              <a:rPr lang="en-US" dirty="0"/>
              <a:t> 'brown',</a:t>
            </a:r>
          </a:p>
          <a:p>
            <a:r>
              <a:rPr lang="en-US" dirty="0"/>
              <a:t> 'brussels',</a:t>
            </a:r>
          </a:p>
          <a:p>
            <a:r>
              <a:rPr lang="en-US" dirty="0"/>
              <a:t> '</a:t>
            </a:r>
            <a:r>
              <a:rPr lang="en-US" dirty="0" err="1"/>
              <a:t>bry</a:t>
            </a:r>
            <a:r>
              <a:rPr lang="en-US" dirty="0"/>
              <a:t>',</a:t>
            </a:r>
          </a:p>
          <a:p>
            <a:r>
              <a:rPr lang="en-US" dirty="0"/>
              <a:t> '</a:t>
            </a:r>
            <a:r>
              <a:rPr lang="en-US" dirty="0" err="1"/>
              <a:t>bt</a:t>
            </a:r>
            <a:r>
              <a:rPr lang="en-US" dirty="0"/>
              <a:t>',</a:t>
            </a:r>
          </a:p>
          <a:p>
            <a:r>
              <a:rPr lang="en-US" dirty="0"/>
              <a:t> 'buck',</a:t>
            </a:r>
          </a:p>
          <a:p>
            <a:r>
              <a:rPr lang="en-US" dirty="0"/>
              <a:t> 'buddy',</a:t>
            </a:r>
          </a:p>
          <a:p>
            <a:r>
              <a:rPr lang="en-US" dirty="0"/>
              <a:t> 'buffalo',</a:t>
            </a:r>
          </a:p>
          <a:p>
            <a:r>
              <a:rPr lang="en-US" dirty="0"/>
              <a:t> 'bulb',</a:t>
            </a:r>
          </a:p>
          <a:p>
            <a:r>
              <a:rPr lang="en-US" dirty="0"/>
              <a:t> 'bulk',</a:t>
            </a:r>
          </a:p>
          <a:p>
            <a:r>
              <a:rPr lang="en-US" dirty="0"/>
              <a:t> </a:t>
            </a:r>
            <a:r>
              <a:rPr lang="en-US" dirty="0">
                <a:solidFill>
                  <a:srgbClr val="FF0000"/>
                </a:solidFill>
              </a:rPr>
              <a:t>'bunch',</a:t>
            </a:r>
          </a:p>
          <a:p>
            <a:r>
              <a:rPr lang="en-US" dirty="0">
                <a:solidFill>
                  <a:srgbClr val="FF0000"/>
                </a:solidFill>
              </a:rPr>
              <a:t> 'bunched',</a:t>
            </a:r>
          </a:p>
          <a:p>
            <a:r>
              <a:rPr lang="en-US" dirty="0"/>
              <a:t> 'burger',</a:t>
            </a:r>
          </a:p>
          <a:p>
            <a:r>
              <a:rPr lang="en-US" dirty="0"/>
              <a:t> 'burst',</a:t>
            </a:r>
          </a:p>
          <a:p>
            <a:r>
              <a:rPr lang="en-US" dirty="0"/>
              <a:t> 'butter',</a:t>
            </a:r>
          </a:p>
          <a:p>
            <a:r>
              <a:rPr lang="en-US" dirty="0"/>
              <a:t> 'buttercup',</a:t>
            </a:r>
          </a:p>
          <a:p>
            <a:r>
              <a:rPr lang="en-US" dirty="0"/>
              <a:t> 'butternut',</a:t>
            </a:r>
          </a:p>
          <a:p>
            <a:r>
              <a:rPr lang="en-US" dirty="0"/>
              <a:t> 'buy',</a:t>
            </a:r>
          </a:p>
          <a:p>
            <a:r>
              <a:rPr lang="en-US" dirty="0"/>
              <a:t> '</a:t>
            </a:r>
            <a:r>
              <a:rPr lang="en-US" dirty="0" err="1"/>
              <a:t>bv</a:t>
            </a:r>
            <a:r>
              <a:rPr lang="en-US" dirty="0"/>
              <a:t>',</a:t>
            </a:r>
          </a:p>
          <a:p>
            <a:r>
              <a:rPr lang="en-US" dirty="0"/>
              <a:t> '</a:t>
            </a:r>
            <a:r>
              <a:rPr lang="en-US" dirty="0" err="1"/>
              <a:t>bw</a:t>
            </a:r>
            <a:r>
              <a:rPr lang="en-US" dirty="0"/>
              <a:t>',</a:t>
            </a:r>
          </a:p>
          <a:p>
            <a:r>
              <a:rPr lang="en-US" dirty="0"/>
              <a:t> 'bx',</a:t>
            </a:r>
          </a:p>
          <a:p>
            <a:r>
              <a:rPr lang="en-US" dirty="0"/>
              <a:t> 'ca',</a:t>
            </a:r>
          </a:p>
          <a:p>
            <a:r>
              <a:rPr lang="en-US" dirty="0"/>
              <a:t> 'cabbage'</a:t>
            </a:r>
          </a:p>
        </p:txBody>
      </p:sp>
    </p:spTree>
    <p:extLst>
      <p:ext uri="{BB962C8B-B14F-4D97-AF65-F5344CB8AC3E}">
        <p14:creationId xmlns:p14="http://schemas.microsoft.com/office/powerpoint/2010/main" val="106019611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53183-B8C2-488A-AAA7-BBFDFAB1D43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ADD0030-620A-4D54-905B-41B45C24293A}"/>
              </a:ext>
            </a:extLst>
          </p:cNvPr>
          <p:cNvSpPr>
            <a:spLocks noGrp="1"/>
          </p:cNvSpPr>
          <p:nvPr>
            <p:ph idx="1"/>
          </p:nvPr>
        </p:nvSpPr>
        <p:spPr/>
        <p:txBody>
          <a:bodyPr numCol="8">
            <a:normAutofit fontScale="55000" lnSpcReduction="20000"/>
          </a:bodyPr>
          <a:lstStyle/>
          <a:p>
            <a:r>
              <a:rPr lang="en-US" dirty="0"/>
              <a:t>'</a:t>
            </a:r>
            <a:r>
              <a:rPr lang="en-US" dirty="0" err="1"/>
              <a:t>caesar</a:t>
            </a:r>
            <a:r>
              <a:rPr lang="en-US" dirty="0"/>
              <a:t>',</a:t>
            </a:r>
          </a:p>
          <a:p>
            <a:r>
              <a:rPr lang="en-US" dirty="0"/>
              <a:t> 'cag',</a:t>
            </a:r>
          </a:p>
          <a:p>
            <a:r>
              <a:rPr lang="en-US" dirty="0"/>
              <a:t> '</a:t>
            </a:r>
            <a:r>
              <a:rPr lang="en-US" dirty="0" err="1"/>
              <a:t>caito</a:t>
            </a:r>
            <a:r>
              <a:rPr lang="en-US" dirty="0"/>
              <a:t>',</a:t>
            </a:r>
          </a:p>
          <a:p>
            <a:r>
              <a:rPr lang="en-US" dirty="0"/>
              <a:t> '</a:t>
            </a:r>
            <a:r>
              <a:rPr lang="en-US" dirty="0" err="1"/>
              <a:t>cal</a:t>
            </a:r>
            <a:r>
              <a:rPr lang="en-US" dirty="0"/>
              <a:t>',</a:t>
            </a:r>
          </a:p>
          <a:p>
            <a:r>
              <a:rPr lang="en-US" dirty="0"/>
              <a:t> '</a:t>
            </a:r>
            <a:r>
              <a:rPr lang="en-US" dirty="0" err="1"/>
              <a:t>calabasa</a:t>
            </a:r>
            <a:r>
              <a:rPr lang="en-US" dirty="0"/>
              <a:t>',</a:t>
            </a:r>
          </a:p>
          <a:p>
            <a:r>
              <a:rPr lang="en-US" dirty="0"/>
              <a:t> '</a:t>
            </a:r>
            <a:r>
              <a:rPr lang="en-US" dirty="0" err="1"/>
              <a:t>calabsita</a:t>
            </a:r>
            <a:r>
              <a:rPr lang="en-US" dirty="0"/>
              <a:t>',</a:t>
            </a:r>
          </a:p>
          <a:p>
            <a:r>
              <a:rPr lang="en-US" dirty="0"/>
              <a:t> '</a:t>
            </a:r>
            <a:r>
              <a:rPr lang="en-US" dirty="0" err="1"/>
              <a:t>cali</a:t>
            </a:r>
            <a:r>
              <a:rPr lang="en-US" dirty="0"/>
              <a:t>',</a:t>
            </a:r>
          </a:p>
          <a:p>
            <a:r>
              <a:rPr lang="en-US" dirty="0"/>
              <a:t> '</a:t>
            </a:r>
            <a:r>
              <a:rPr lang="en-US" dirty="0" err="1"/>
              <a:t>california</a:t>
            </a:r>
            <a:r>
              <a:rPr lang="en-US" dirty="0"/>
              <a:t>',</a:t>
            </a:r>
          </a:p>
          <a:p>
            <a:r>
              <a:rPr lang="en-US" dirty="0"/>
              <a:t> 'cameo',</a:t>
            </a:r>
          </a:p>
          <a:p>
            <a:r>
              <a:rPr lang="en-US" dirty="0"/>
              <a:t> '</a:t>
            </a:r>
            <a:r>
              <a:rPr lang="en-US" dirty="0" err="1"/>
              <a:t>campari</a:t>
            </a:r>
            <a:r>
              <a:rPr lang="en-US" dirty="0"/>
              <a:t>',</a:t>
            </a:r>
          </a:p>
          <a:p>
            <a:r>
              <a:rPr lang="en-US" dirty="0"/>
              <a:t> '</a:t>
            </a:r>
            <a:r>
              <a:rPr lang="en-US" dirty="0" err="1"/>
              <a:t>canada</a:t>
            </a:r>
            <a:r>
              <a:rPr lang="en-US" dirty="0"/>
              <a:t>',</a:t>
            </a:r>
          </a:p>
          <a:p>
            <a:r>
              <a:rPr lang="en-US" dirty="0"/>
              <a:t> 'canary',</a:t>
            </a:r>
          </a:p>
          <a:p>
            <a:r>
              <a:rPr lang="en-US" dirty="0"/>
              <a:t> 'candy',</a:t>
            </a:r>
          </a:p>
          <a:p>
            <a:r>
              <a:rPr lang="en-US" dirty="0"/>
              <a:t> '</a:t>
            </a:r>
            <a:r>
              <a:rPr lang="en-US" dirty="0" err="1"/>
              <a:t>canela</a:t>
            </a:r>
            <a:r>
              <a:rPr lang="en-US" dirty="0"/>
              <a:t>',</a:t>
            </a:r>
          </a:p>
          <a:p>
            <a:r>
              <a:rPr lang="en-US" dirty="0"/>
              <a:t> 'cantaloupe',</a:t>
            </a:r>
          </a:p>
          <a:p>
            <a:r>
              <a:rPr lang="en-US" dirty="0"/>
              <a:t> 'cap',</a:t>
            </a:r>
          </a:p>
          <a:p>
            <a:r>
              <a:rPr lang="en-US" dirty="0"/>
              <a:t> 'caprese',</a:t>
            </a:r>
          </a:p>
          <a:p>
            <a:r>
              <a:rPr lang="en-US" dirty="0"/>
              <a:t> 'car',</a:t>
            </a:r>
          </a:p>
          <a:p>
            <a:r>
              <a:rPr lang="en-US" dirty="0"/>
              <a:t> '</a:t>
            </a:r>
            <a:r>
              <a:rPr lang="en-US" dirty="0" err="1"/>
              <a:t>cara</a:t>
            </a:r>
            <a:r>
              <a:rPr lang="en-US" dirty="0"/>
              <a:t>',</a:t>
            </a:r>
          </a:p>
          <a:p>
            <a:r>
              <a:rPr lang="en-US" dirty="0"/>
              <a:t> 'caramel',</a:t>
            </a:r>
          </a:p>
          <a:p>
            <a:r>
              <a:rPr lang="en-US" dirty="0"/>
              <a:t> 'caribe',</a:t>
            </a:r>
          </a:p>
          <a:p>
            <a:r>
              <a:rPr lang="en-US" dirty="0"/>
              <a:t> '</a:t>
            </a:r>
            <a:r>
              <a:rPr lang="en-US" dirty="0" err="1"/>
              <a:t>carn</a:t>
            </a:r>
            <a:r>
              <a:rPr lang="en-US" dirty="0"/>
              <a:t>',</a:t>
            </a:r>
          </a:p>
          <a:p>
            <a:r>
              <a:rPr lang="en-US" dirty="0"/>
              <a:t> 'carnation',</a:t>
            </a:r>
          </a:p>
          <a:p>
            <a:r>
              <a:rPr lang="en-US" dirty="0"/>
              <a:t> '</a:t>
            </a:r>
            <a:r>
              <a:rPr lang="en-US" dirty="0" err="1"/>
              <a:t>carns</a:t>
            </a:r>
            <a:r>
              <a:rPr lang="en-US" dirty="0"/>
              <a:t>',</a:t>
            </a:r>
          </a:p>
          <a:p>
            <a:r>
              <a:rPr lang="en-US" dirty="0"/>
              <a:t> 'carrot',</a:t>
            </a:r>
          </a:p>
          <a:p>
            <a:r>
              <a:rPr lang="en-US" dirty="0"/>
              <a:t> </a:t>
            </a:r>
            <a:r>
              <a:rPr lang="en-US" dirty="0">
                <a:solidFill>
                  <a:srgbClr val="FF0000"/>
                </a:solidFill>
              </a:rPr>
              <a:t>'</a:t>
            </a:r>
            <a:r>
              <a:rPr lang="en-US" dirty="0" err="1">
                <a:solidFill>
                  <a:srgbClr val="FF0000"/>
                </a:solidFill>
              </a:rPr>
              <a:t>cartn</a:t>
            </a:r>
            <a:r>
              <a:rPr lang="en-US" dirty="0">
                <a:solidFill>
                  <a:srgbClr val="FF0000"/>
                </a:solidFill>
              </a:rPr>
              <a:t>',</a:t>
            </a:r>
          </a:p>
          <a:p>
            <a:r>
              <a:rPr lang="en-US" dirty="0">
                <a:solidFill>
                  <a:srgbClr val="FF0000"/>
                </a:solidFill>
              </a:rPr>
              <a:t> 'carton'</a:t>
            </a:r>
            <a:r>
              <a:rPr lang="en-US" dirty="0"/>
              <a:t>,</a:t>
            </a:r>
          </a:p>
          <a:p>
            <a:r>
              <a:rPr lang="en-US" dirty="0"/>
              <a:t> 'carving',</a:t>
            </a:r>
          </a:p>
          <a:p>
            <a:r>
              <a:rPr lang="en-US" dirty="0"/>
              <a:t> 'case',</a:t>
            </a:r>
          </a:p>
          <a:p>
            <a:r>
              <a:rPr lang="en-US" dirty="0"/>
              <a:t> 'cashew',</a:t>
            </a:r>
          </a:p>
          <a:p>
            <a:r>
              <a:rPr lang="en-US" dirty="0"/>
              <a:t> '</a:t>
            </a:r>
            <a:r>
              <a:rPr lang="en-US" dirty="0" err="1"/>
              <a:t>caulicrmb</a:t>
            </a:r>
            <a:r>
              <a:rPr lang="en-US" dirty="0"/>
              <a:t>',</a:t>
            </a:r>
          </a:p>
          <a:p>
            <a:r>
              <a:rPr lang="en-US" dirty="0"/>
              <a:t> 'cauliflower',</a:t>
            </a:r>
          </a:p>
          <a:p>
            <a:r>
              <a:rPr lang="en-US" dirty="0"/>
              <a:t> 'cavendish',</a:t>
            </a:r>
          </a:p>
          <a:p>
            <a:r>
              <a:rPr lang="en-US" dirty="0"/>
              <a:t> '</a:t>
            </a:r>
            <a:r>
              <a:rPr lang="en-US" dirty="0" err="1"/>
              <a:t>cb</a:t>
            </a:r>
            <a:r>
              <a:rPr lang="en-US" dirty="0"/>
              <a:t>',</a:t>
            </a:r>
          </a:p>
          <a:p>
            <a:r>
              <a:rPr lang="en-US" dirty="0"/>
              <a:t> 'cc',</a:t>
            </a:r>
          </a:p>
          <a:p>
            <a:r>
              <a:rPr lang="en-US" dirty="0"/>
              <a:t> '</a:t>
            </a:r>
            <a:r>
              <a:rPr lang="en-US" dirty="0" err="1">
                <a:solidFill>
                  <a:srgbClr val="FF0000"/>
                </a:solidFill>
              </a:rPr>
              <a:t>ccandy</a:t>
            </a:r>
            <a:r>
              <a:rPr lang="en-US" dirty="0"/>
              <a:t>',</a:t>
            </a:r>
          </a:p>
          <a:p>
            <a:r>
              <a:rPr lang="en-US" dirty="0"/>
              <a:t> 'cci',</a:t>
            </a:r>
          </a:p>
          <a:p>
            <a:r>
              <a:rPr lang="en-US" dirty="0"/>
              <a:t> '</a:t>
            </a:r>
            <a:r>
              <a:rPr lang="en-US" dirty="0" err="1"/>
              <a:t>cdr</a:t>
            </a:r>
            <a:r>
              <a:rPr lang="en-US" dirty="0"/>
              <a:t>',</a:t>
            </a:r>
          </a:p>
          <a:p>
            <a:r>
              <a:rPr lang="en-US" dirty="0"/>
              <a:t> '</a:t>
            </a:r>
            <a:r>
              <a:rPr lang="en-US" dirty="0" err="1"/>
              <a:t>cea</a:t>
            </a:r>
            <a:r>
              <a:rPr lang="en-US" dirty="0"/>
              <a:t>',</a:t>
            </a:r>
          </a:p>
          <a:p>
            <a:r>
              <a:rPr lang="en-US" dirty="0"/>
              <a:t> '</a:t>
            </a:r>
            <a:r>
              <a:rPr lang="en-US" dirty="0" err="1"/>
              <a:t>ceasar</a:t>
            </a:r>
            <a:r>
              <a:rPr lang="en-US" dirty="0"/>
              <a:t>',</a:t>
            </a:r>
          </a:p>
          <a:p>
            <a:r>
              <a:rPr lang="en-US" dirty="0"/>
              <a:t> '</a:t>
            </a:r>
            <a:r>
              <a:rPr lang="en-US" dirty="0" err="1"/>
              <a:t>cel</a:t>
            </a:r>
            <a:r>
              <a:rPr lang="en-US" dirty="0"/>
              <a:t>',</a:t>
            </a:r>
          </a:p>
          <a:p>
            <a:r>
              <a:rPr lang="en-US" dirty="0"/>
              <a:t> 'celery',</a:t>
            </a:r>
          </a:p>
          <a:p>
            <a:r>
              <a:rPr lang="en-US" dirty="0"/>
              <a:t> 'cello',</a:t>
            </a:r>
          </a:p>
          <a:p>
            <a:r>
              <a:rPr lang="en-US" dirty="0"/>
              <a:t> '</a:t>
            </a:r>
            <a:r>
              <a:rPr lang="en-US" dirty="0" err="1"/>
              <a:t>cf</a:t>
            </a:r>
            <a:r>
              <a:rPr lang="en-US" dirty="0"/>
              <a:t>',</a:t>
            </a:r>
          </a:p>
          <a:p>
            <a:r>
              <a:rPr lang="en-US" dirty="0"/>
              <a:t> '</a:t>
            </a:r>
            <a:r>
              <a:rPr lang="en-US" dirty="0" err="1"/>
              <a:t>cfv</a:t>
            </a:r>
            <a:r>
              <a:rPr lang="en-US" dirty="0"/>
              <a:t>',</a:t>
            </a:r>
          </a:p>
          <a:p>
            <a:r>
              <a:rPr lang="en-US" dirty="0"/>
              <a:t> 'cg',</a:t>
            </a:r>
          </a:p>
          <a:p>
            <a:r>
              <a:rPr lang="en-US" dirty="0"/>
              <a:t> '</a:t>
            </a:r>
            <a:r>
              <a:rPr lang="en-US" dirty="0" err="1"/>
              <a:t>ch</a:t>
            </a:r>
            <a:r>
              <a:rPr lang="en-US" dirty="0"/>
              <a:t>',</a:t>
            </a:r>
          </a:p>
          <a:p>
            <a:r>
              <a:rPr lang="en-US" dirty="0"/>
              <a:t> 'chain',</a:t>
            </a:r>
          </a:p>
          <a:p>
            <a:r>
              <a:rPr lang="en-US" dirty="0"/>
              <a:t> 'champagne',</a:t>
            </a:r>
          </a:p>
          <a:p>
            <a:r>
              <a:rPr lang="en-US" dirty="0"/>
              <a:t> '</a:t>
            </a:r>
            <a:r>
              <a:rPr lang="en-US" dirty="0" err="1"/>
              <a:t>chang</a:t>
            </a:r>
            <a:r>
              <a:rPr lang="en-US" dirty="0"/>
              <a:t>',</a:t>
            </a:r>
          </a:p>
          <a:p>
            <a:r>
              <a:rPr lang="en-US" dirty="0"/>
              <a:t> 'change',</a:t>
            </a:r>
          </a:p>
          <a:p>
            <a:r>
              <a:rPr lang="en-US" dirty="0"/>
              <a:t> 'chard',</a:t>
            </a:r>
          </a:p>
          <a:p>
            <a:r>
              <a:rPr lang="en-US" dirty="0"/>
              <a:t> '</a:t>
            </a:r>
            <a:r>
              <a:rPr lang="en-US" dirty="0" err="1"/>
              <a:t>charentais</a:t>
            </a:r>
            <a:r>
              <a:rPr lang="en-US" dirty="0"/>
              <a:t>',</a:t>
            </a:r>
          </a:p>
          <a:p>
            <a:r>
              <a:rPr lang="en-US" dirty="0"/>
              <a:t> 'chayote',</a:t>
            </a:r>
          </a:p>
          <a:p>
            <a:r>
              <a:rPr lang="en-US" dirty="0"/>
              <a:t> 'cheddar',</a:t>
            </a:r>
          </a:p>
          <a:p>
            <a:r>
              <a:rPr lang="en-US" dirty="0"/>
              <a:t> 'cheese',</a:t>
            </a:r>
          </a:p>
          <a:p>
            <a:r>
              <a:rPr lang="en-US" dirty="0"/>
              <a:t> 'chef',</a:t>
            </a:r>
          </a:p>
          <a:p>
            <a:r>
              <a:rPr lang="en-US" dirty="0"/>
              <a:t> 'cherry',</a:t>
            </a:r>
          </a:p>
          <a:p>
            <a:r>
              <a:rPr lang="en-US" dirty="0"/>
              <a:t> 'cherub',</a:t>
            </a:r>
          </a:p>
          <a:p>
            <a:r>
              <a:rPr lang="en-US" dirty="0"/>
              <a:t> '</a:t>
            </a:r>
            <a:r>
              <a:rPr lang="en-US" dirty="0" err="1"/>
              <a:t>chf</a:t>
            </a:r>
            <a:r>
              <a:rPr lang="en-US" dirty="0"/>
              <a:t>',</a:t>
            </a:r>
          </a:p>
          <a:p>
            <a:r>
              <a:rPr lang="en-US" dirty="0"/>
              <a:t> 'chi',</a:t>
            </a:r>
          </a:p>
          <a:p>
            <a:r>
              <a:rPr lang="en-US" dirty="0"/>
              <a:t> '</a:t>
            </a:r>
            <a:r>
              <a:rPr lang="en-US" dirty="0" err="1"/>
              <a:t>chicago</a:t>
            </a:r>
            <a:r>
              <a:rPr lang="en-US" dirty="0"/>
              <a:t>',</a:t>
            </a:r>
          </a:p>
          <a:p>
            <a:r>
              <a:rPr lang="en-US" dirty="0"/>
              <a:t> 'chicken',</a:t>
            </a:r>
          </a:p>
          <a:p>
            <a:r>
              <a:rPr lang="en-US" dirty="0"/>
              <a:t> '</a:t>
            </a:r>
            <a:r>
              <a:rPr lang="en-US" dirty="0" err="1">
                <a:solidFill>
                  <a:srgbClr val="FF0000"/>
                </a:solidFill>
              </a:rPr>
              <a:t>chickn</a:t>
            </a:r>
            <a:r>
              <a:rPr lang="en-US" dirty="0"/>
              <a:t>',</a:t>
            </a:r>
          </a:p>
          <a:p>
            <a:r>
              <a:rPr lang="en-US" dirty="0"/>
              <a:t> 'chile',</a:t>
            </a:r>
          </a:p>
          <a:p>
            <a:r>
              <a:rPr lang="en-US" dirty="0"/>
              <a:t> '</a:t>
            </a:r>
            <a:r>
              <a:rPr lang="en-US" dirty="0" err="1"/>
              <a:t>chilean</a:t>
            </a:r>
            <a:r>
              <a:rPr lang="en-US" dirty="0"/>
              <a:t>',</a:t>
            </a:r>
          </a:p>
          <a:p>
            <a:r>
              <a:rPr lang="en-US" dirty="0"/>
              <a:t> </a:t>
            </a:r>
            <a:r>
              <a:rPr lang="en-US" dirty="0">
                <a:solidFill>
                  <a:srgbClr val="FF0000"/>
                </a:solidFill>
              </a:rPr>
              <a:t>'chili',</a:t>
            </a:r>
          </a:p>
          <a:p>
            <a:r>
              <a:rPr lang="en-US" dirty="0">
                <a:solidFill>
                  <a:srgbClr val="FF0000"/>
                </a:solidFill>
              </a:rPr>
              <a:t> 'chilies',</a:t>
            </a:r>
          </a:p>
          <a:p>
            <a:r>
              <a:rPr lang="en-US" dirty="0"/>
              <a:t> '</a:t>
            </a:r>
            <a:r>
              <a:rPr lang="en-US" dirty="0" err="1"/>
              <a:t>chiltomatillo</a:t>
            </a:r>
            <a:r>
              <a:rPr lang="en-US" dirty="0"/>
              <a:t>',</a:t>
            </a:r>
          </a:p>
          <a:p>
            <a:r>
              <a:rPr lang="en-US" dirty="0"/>
              <a:t> '</a:t>
            </a:r>
            <a:r>
              <a:rPr lang="en-US" dirty="0" err="1"/>
              <a:t>chinese</a:t>
            </a:r>
            <a:r>
              <a:rPr lang="en-US" dirty="0"/>
              <a:t>',</a:t>
            </a:r>
          </a:p>
          <a:p>
            <a:r>
              <a:rPr lang="en-US" dirty="0"/>
              <a:t> 'chip',</a:t>
            </a:r>
          </a:p>
          <a:p>
            <a:r>
              <a:rPr lang="en-US" dirty="0"/>
              <a:t> 'chipotle',</a:t>
            </a:r>
          </a:p>
          <a:p>
            <a:r>
              <a:rPr lang="en-US" dirty="0"/>
              <a:t> '</a:t>
            </a:r>
            <a:r>
              <a:rPr lang="en-US" dirty="0" err="1"/>
              <a:t>chiquita</a:t>
            </a:r>
            <a:r>
              <a:rPr lang="en-US" dirty="0"/>
              <a:t>',</a:t>
            </a:r>
          </a:p>
          <a:p>
            <a:r>
              <a:rPr lang="en-US" dirty="0"/>
              <a:t> 'chive',</a:t>
            </a:r>
          </a:p>
          <a:p>
            <a:r>
              <a:rPr lang="en-US" dirty="0"/>
              <a:t> '</a:t>
            </a:r>
            <a:r>
              <a:rPr lang="en-US" dirty="0" err="1"/>
              <a:t>chk</a:t>
            </a:r>
            <a:r>
              <a:rPr lang="en-US" dirty="0"/>
              <a:t>',</a:t>
            </a:r>
          </a:p>
          <a:p>
            <a:r>
              <a:rPr lang="en-US" dirty="0"/>
              <a:t> '</a:t>
            </a:r>
            <a:r>
              <a:rPr lang="en-US" dirty="0" err="1"/>
              <a:t>chn</a:t>
            </a:r>
            <a:r>
              <a:rPr lang="en-US" dirty="0"/>
              <a:t>',</a:t>
            </a:r>
          </a:p>
          <a:p>
            <a:r>
              <a:rPr lang="en-US" dirty="0"/>
              <a:t> </a:t>
            </a:r>
            <a:r>
              <a:rPr lang="en-US" dirty="0">
                <a:solidFill>
                  <a:srgbClr val="FF0000"/>
                </a:solidFill>
              </a:rPr>
              <a:t>'</a:t>
            </a:r>
            <a:r>
              <a:rPr lang="en-US" dirty="0" err="1">
                <a:solidFill>
                  <a:srgbClr val="FF0000"/>
                </a:solidFill>
              </a:rPr>
              <a:t>chnk</a:t>
            </a:r>
            <a:r>
              <a:rPr lang="en-US" dirty="0">
                <a:solidFill>
                  <a:srgbClr val="FF0000"/>
                </a:solidFill>
              </a:rPr>
              <a:t>',</a:t>
            </a:r>
          </a:p>
          <a:p>
            <a:r>
              <a:rPr lang="en-US" dirty="0">
                <a:solidFill>
                  <a:srgbClr val="FF0000"/>
                </a:solidFill>
              </a:rPr>
              <a:t> '</a:t>
            </a:r>
            <a:r>
              <a:rPr lang="en-US" dirty="0" err="1">
                <a:solidFill>
                  <a:srgbClr val="FF0000"/>
                </a:solidFill>
              </a:rPr>
              <a:t>chnks</a:t>
            </a:r>
            <a:r>
              <a:rPr lang="en-US" dirty="0"/>
              <a:t>',</a:t>
            </a:r>
          </a:p>
          <a:p>
            <a:r>
              <a:rPr lang="en-US" dirty="0"/>
              <a:t> </a:t>
            </a:r>
            <a:r>
              <a:rPr lang="en-US" dirty="0">
                <a:solidFill>
                  <a:srgbClr val="FF0000"/>
                </a:solidFill>
              </a:rPr>
              <a:t>'choc',</a:t>
            </a:r>
          </a:p>
          <a:p>
            <a:r>
              <a:rPr lang="en-US" dirty="0">
                <a:solidFill>
                  <a:srgbClr val="FF0000"/>
                </a:solidFill>
              </a:rPr>
              <a:t> 'chocolate',</a:t>
            </a:r>
          </a:p>
          <a:p>
            <a:r>
              <a:rPr lang="en-US" dirty="0">
                <a:solidFill>
                  <a:srgbClr val="FF0000"/>
                </a:solidFill>
              </a:rPr>
              <a:t> 'chop',</a:t>
            </a:r>
          </a:p>
          <a:p>
            <a:r>
              <a:rPr lang="en-US" dirty="0">
                <a:solidFill>
                  <a:srgbClr val="FF0000"/>
                </a:solidFill>
              </a:rPr>
              <a:t> '</a:t>
            </a:r>
            <a:r>
              <a:rPr lang="en-US" dirty="0" err="1">
                <a:solidFill>
                  <a:srgbClr val="FF0000"/>
                </a:solidFill>
              </a:rPr>
              <a:t>choppd</a:t>
            </a:r>
            <a:r>
              <a:rPr lang="en-US" dirty="0">
                <a:solidFill>
                  <a:srgbClr val="FF0000"/>
                </a:solidFill>
              </a:rPr>
              <a:t>',</a:t>
            </a:r>
          </a:p>
          <a:p>
            <a:r>
              <a:rPr lang="en-US" dirty="0">
                <a:solidFill>
                  <a:srgbClr val="FF0000"/>
                </a:solidFill>
              </a:rPr>
              <a:t> 'chopped',</a:t>
            </a:r>
          </a:p>
          <a:p>
            <a:r>
              <a:rPr lang="en-US" dirty="0"/>
              <a:t> 'choy',</a:t>
            </a:r>
          </a:p>
          <a:p>
            <a:r>
              <a:rPr lang="en-US" dirty="0"/>
              <a:t> '</a:t>
            </a:r>
            <a:r>
              <a:rPr lang="en-US" dirty="0" err="1"/>
              <a:t>chpbbq</a:t>
            </a:r>
            <a:r>
              <a:rPr lang="en-US" dirty="0"/>
              <a:t>',</a:t>
            </a:r>
          </a:p>
          <a:p>
            <a:r>
              <a:rPr lang="en-US" dirty="0"/>
              <a:t> '</a:t>
            </a:r>
            <a:r>
              <a:rPr lang="en-US" dirty="0" err="1"/>
              <a:t>chr</a:t>
            </a:r>
            <a:r>
              <a:rPr lang="en-US" dirty="0"/>
              <a:t>',</a:t>
            </a:r>
          </a:p>
          <a:p>
            <a:r>
              <a:rPr lang="en-US" dirty="0"/>
              <a:t> 'chunk',</a:t>
            </a:r>
          </a:p>
          <a:p>
            <a:r>
              <a:rPr lang="en-US" dirty="0"/>
              <a:t> 'chunky',</a:t>
            </a:r>
          </a:p>
          <a:p>
            <a:r>
              <a:rPr lang="en-US" dirty="0"/>
              <a:t> '</a:t>
            </a:r>
            <a:r>
              <a:rPr lang="en-US" dirty="0" err="1"/>
              <a:t>chz</a:t>
            </a:r>
            <a:r>
              <a:rPr lang="en-US" dirty="0"/>
              <a:t>',</a:t>
            </a:r>
          </a:p>
          <a:p>
            <a:r>
              <a:rPr lang="en-US" dirty="0"/>
              <a:t> 'ci',</a:t>
            </a:r>
          </a:p>
          <a:p>
            <a:r>
              <a:rPr lang="en-US" dirty="0"/>
              <a:t> '</a:t>
            </a:r>
            <a:r>
              <a:rPr lang="en-US" dirty="0" err="1"/>
              <a:t>cid</a:t>
            </a:r>
            <a:r>
              <a:rPr lang="en-US" dirty="0"/>
              <a:t>',</a:t>
            </a:r>
          </a:p>
          <a:p>
            <a:r>
              <a:rPr lang="en-US" dirty="0"/>
              <a:t> 'cider',</a:t>
            </a:r>
          </a:p>
          <a:p>
            <a:r>
              <a:rPr lang="en-US" dirty="0"/>
              <a:t> 'cilantro',</a:t>
            </a:r>
          </a:p>
          <a:p>
            <a:r>
              <a:rPr lang="en-US" dirty="0"/>
              <a:t> 'cinnamon',</a:t>
            </a:r>
          </a:p>
          <a:p>
            <a:r>
              <a:rPr lang="en-US" dirty="0"/>
              <a:t> 'citrus',</a:t>
            </a:r>
          </a:p>
          <a:p>
            <a:r>
              <a:rPr lang="en-US" dirty="0"/>
              <a:t> 'city',</a:t>
            </a:r>
          </a:p>
          <a:p>
            <a:r>
              <a:rPr lang="en-US" dirty="0"/>
              <a:t> '</a:t>
            </a:r>
            <a:r>
              <a:rPr lang="en-US" dirty="0" err="1"/>
              <a:t>cj</a:t>
            </a:r>
            <a:r>
              <a:rPr lang="en-US" dirty="0"/>
              <a:t>',</a:t>
            </a:r>
          </a:p>
          <a:p>
            <a:r>
              <a:rPr lang="en-US" dirty="0"/>
              <a:t> '</a:t>
            </a:r>
            <a:r>
              <a:rPr lang="en-US" dirty="0" err="1"/>
              <a:t>cjp</a:t>
            </a:r>
            <a:r>
              <a:rPr lang="en-US" dirty="0"/>
              <a:t>',</a:t>
            </a:r>
          </a:p>
          <a:p>
            <a:r>
              <a:rPr lang="en-US" dirty="0"/>
              <a:t> 'ck',</a:t>
            </a:r>
          </a:p>
          <a:p>
            <a:r>
              <a:rPr lang="en-US" dirty="0"/>
              <a:t> '</a:t>
            </a:r>
            <a:r>
              <a:rPr lang="en-US" dirty="0" err="1"/>
              <a:t>ckn</a:t>
            </a:r>
            <a:r>
              <a:rPr lang="en-US" dirty="0"/>
              <a:t>'</a:t>
            </a:r>
          </a:p>
        </p:txBody>
      </p:sp>
    </p:spTree>
    <p:extLst>
      <p:ext uri="{BB962C8B-B14F-4D97-AF65-F5344CB8AC3E}">
        <p14:creationId xmlns:p14="http://schemas.microsoft.com/office/powerpoint/2010/main" val="57295913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DC643-E198-49B0-9827-F8370F139E34}"/>
              </a:ext>
            </a:extLst>
          </p:cNvPr>
          <p:cNvSpPr>
            <a:spLocks noGrp="1"/>
          </p:cNvSpPr>
          <p:nvPr>
            <p:ph type="title"/>
          </p:nvPr>
        </p:nvSpPr>
        <p:spPr/>
        <p:txBody>
          <a:bodyPr/>
          <a:lstStyle/>
          <a:p>
            <a:r>
              <a:rPr lang="en-US" dirty="0"/>
              <a:t>Features 500-600</a:t>
            </a:r>
          </a:p>
        </p:txBody>
      </p:sp>
      <p:sp>
        <p:nvSpPr>
          <p:cNvPr id="3" name="Content Placeholder 2">
            <a:extLst>
              <a:ext uri="{FF2B5EF4-FFF2-40B4-BE49-F238E27FC236}">
                <a16:creationId xmlns:a16="http://schemas.microsoft.com/office/drawing/2014/main" id="{27DC5A66-9F64-43EE-BDE3-EF6234F1EA48}"/>
              </a:ext>
            </a:extLst>
          </p:cNvPr>
          <p:cNvSpPr>
            <a:spLocks noGrp="1"/>
          </p:cNvSpPr>
          <p:nvPr>
            <p:ph idx="1"/>
          </p:nvPr>
        </p:nvSpPr>
        <p:spPr/>
        <p:txBody>
          <a:bodyPr numCol="8">
            <a:normAutofit fontScale="55000" lnSpcReduction="20000"/>
          </a:bodyPr>
          <a:lstStyle/>
          <a:p>
            <a:r>
              <a:rPr lang="en-US" dirty="0"/>
              <a:t>'cl',</a:t>
            </a:r>
          </a:p>
          <a:p>
            <a:r>
              <a:rPr lang="en-US" dirty="0"/>
              <a:t> 'clam',</a:t>
            </a:r>
          </a:p>
          <a:p>
            <a:r>
              <a:rPr lang="en-US" dirty="0"/>
              <a:t> 'clamshell',</a:t>
            </a:r>
          </a:p>
          <a:p>
            <a:r>
              <a:rPr lang="en-US" dirty="0"/>
              <a:t> 'classic',</a:t>
            </a:r>
          </a:p>
          <a:p>
            <a:r>
              <a:rPr lang="en-US" dirty="0"/>
              <a:t> '</a:t>
            </a:r>
            <a:r>
              <a:rPr lang="en-US" dirty="0" err="1"/>
              <a:t>cldi</a:t>
            </a:r>
            <a:r>
              <a:rPr lang="en-US" dirty="0"/>
              <a:t>',</a:t>
            </a:r>
          </a:p>
          <a:p>
            <a:r>
              <a:rPr lang="en-US" dirty="0"/>
              <a:t> 'clean',</a:t>
            </a:r>
          </a:p>
          <a:p>
            <a:r>
              <a:rPr lang="en-US" dirty="0"/>
              <a:t> </a:t>
            </a:r>
            <a:r>
              <a:rPr lang="en-US" dirty="0">
                <a:solidFill>
                  <a:srgbClr val="FF0000"/>
                </a:solidFill>
              </a:rPr>
              <a:t>'</a:t>
            </a:r>
            <a:r>
              <a:rPr lang="en-US" dirty="0" err="1">
                <a:solidFill>
                  <a:srgbClr val="FF0000"/>
                </a:solidFill>
              </a:rPr>
              <a:t>clem</a:t>
            </a:r>
            <a:r>
              <a:rPr lang="en-US" dirty="0">
                <a:solidFill>
                  <a:srgbClr val="FF0000"/>
                </a:solidFill>
              </a:rPr>
              <a:t>',</a:t>
            </a:r>
          </a:p>
          <a:p>
            <a:r>
              <a:rPr lang="en-US" dirty="0"/>
              <a:t> 'clementine',</a:t>
            </a:r>
          </a:p>
          <a:p>
            <a:r>
              <a:rPr lang="en-US" dirty="0"/>
              <a:t> '</a:t>
            </a:r>
            <a:r>
              <a:rPr lang="en-US" dirty="0" err="1">
                <a:solidFill>
                  <a:srgbClr val="FF0000"/>
                </a:solidFill>
              </a:rPr>
              <a:t>clems</a:t>
            </a:r>
            <a:r>
              <a:rPr lang="en-US" dirty="0"/>
              <a:t>',</a:t>
            </a:r>
          </a:p>
          <a:p>
            <a:r>
              <a:rPr lang="en-US" dirty="0"/>
              <a:t> </a:t>
            </a:r>
            <a:r>
              <a:rPr lang="en-US" dirty="0">
                <a:solidFill>
                  <a:srgbClr val="FF0000"/>
                </a:solidFill>
              </a:rPr>
              <a:t>'</a:t>
            </a:r>
            <a:r>
              <a:rPr lang="en-US" dirty="0" err="1">
                <a:solidFill>
                  <a:srgbClr val="FF0000"/>
                </a:solidFill>
              </a:rPr>
              <a:t>clm</a:t>
            </a:r>
            <a:r>
              <a:rPr lang="en-US" dirty="0">
                <a:solidFill>
                  <a:srgbClr val="FF0000"/>
                </a:solidFill>
              </a:rPr>
              <a:t>'</a:t>
            </a:r>
            <a:r>
              <a:rPr lang="en-US" dirty="0"/>
              <a:t>,</a:t>
            </a:r>
          </a:p>
          <a:p>
            <a:r>
              <a:rPr lang="en-US" dirty="0"/>
              <a:t> '</a:t>
            </a:r>
            <a:r>
              <a:rPr lang="en-US" dirty="0" err="1"/>
              <a:t>clr</a:t>
            </a:r>
            <a:r>
              <a:rPr lang="en-US" dirty="0"/>
              <a:t>',</a:t>
            </a:r>
          </a:p>
          <a:p>
            <a:r>
              <a:rPr lang="en-US" dirty="0"/>
              <a:t> 'cm',</a:t>
            </a:r>
          </a:p>
          <a:p>
            <a:r>
              <a:rPr lang="en-US" dirty="0"/>
              <a:t> 'cmi',</a:t>
            </a:r>
          </a:p>
          <a:p>
            <a:r>
              <a:rPr lang="en-US" dirty="0"/>
              <a:t> '</a:t>
            </a:r>
            <a:r>
              <a:rPr lang="en-US" dirty="0" err="1"/>
              <a:t>cn</a:t>
            </a:r>
            <a:r>
              <a:rPr lang="en-US" dirty="0"/>
              <a:t>',</a:t>
            </a:r>
          </a:p>
          <a:p>
            <a:r>
              <a:rPr lang="en-US" dirty="0"/>
              <a:t> '</a:t>
            </a:r>
            <a:r>
              <a:rPr lang="en-US" dirty="0" err="1"/>
              <a:t>cnt</a:t>
            </a:r>
            <a:r>
              <a:rPr lang="en-US" dirty="0"/>
              <a:t>',</a:t>
            </a:r>
          </a:p>
          <a:p>
            <a:r>
              <a:rPr lang="en-US" dirty="0"/>
              <a:t> '</a:t>
            </a:r>
            <a:r>
              <a:rPr lang="en-US" dirty="0" err="1"/>
              <a:t>cnv</a:t>
            </a:r>
            <a:r>
              <a:rPr lang="en-US" dirty="0"/>
              <a:t>',</a:t>
            </a:r>
          </a:p>
          <a:p>
            <a:r>
              <a:rPr lang="en-US" dirty="0"/>
              <a:t> 'co',</a:t>
            </a:r>
          </a:p>
          <a:p>
            <a:r>
              <a:rPr lang="en-US" dirty="0"/>
              <a:t> </a:t>
            </a:r>
            <a:r>
              <a:rPr lang="en-US" dirty="0">
                <a:solidFill>
                  <a:srgbClr val="FF0000"/>
                </a:solidFill>
              </a:rPr>
              <a:t>'cob',</a:t>
            </a:r>
          </a:p>
          <a:p>
            <a:r>
              <a:rPr lang="en-US" dirty="0">
                <a:solidFill>
                  <a:srgbClr val="FF0000"/>
                </a:solidFill>
              </a:rPr>
              <a:t> 'cobb</a:t>
            </a:r>
            <a:r>
              <a:rPr lang="en-US" dirty="0"/>
              <a:t>',</a:t>
            </a:r>
          </a:p>
          <a:p>
            <a:r>
              <a:rPr lang="en-US" dirty="0"/>
              <a:t> 'cocktail',</a:t>
            </a:r>
          </a:p>
          <a:p>
            <a:r>
              <a:rPr lang="en-US" dirty="0"/>
              <a:t> 'coco',</a:t>
            </a:r>
          </a:p>
          <a:p>
            <a:r>
              <a:rPr lang="en-US" dirty="0"/>
              <a:t> 'coconut',</a:t>
            </a:r>
          </a:p>
          <a:p>
            <a:r>
              <a:rPr lang="en-US" dirty="0"/>
              <a:t> '</a:t>
            </a:r>
            <a:r>
              <a:rPr lang="en-US" dirty="0" err="1"/>
              <a:t>cokctail</a:t>
            </a:r>
            <a:r>
              <a:rPr lang="en-US" dirty="0"/>
              <a:t>',</a:t>
            </a:r>
          </a:p>
          <a:p>
            <a:r>
              <a:rPr lang="en-US" dirty="0"/>
              <a:t> '</a:t>
            </a:r>
            <a:r>
              <a:rPr lang="en-US" dirty="0" err="1"/>
              <a:t>cole</a:t>
            </a:r>
            <a:r>
              <a:rPr lang="en-US" dirty="0"/>
              <a:t>',</a:t>
            </a:r>
          </a:p>
          <a:p>
            <a:r>
              <a:rPr lang="en-US" dirty="0"/>
              <a:t> 'coleslaw',</a:t>
            </a:r>
          </a:p>
          <a:p>
            <a:r>
              <a:rPr lang="en-US" dirty="0"/>
              <a:t> 'collard',</a:t>
            </a:r>
          </a:p>
          <a:p>
            <a:r>
              <a:rPr lang="en-US" dirty="0"/>
              <a:t> '</a:t>
            </a:r>
            <a:r>
              <a:rPr lang="en-US" dirty="0">
                <a:solidFill>
                  <a:srgbClr val="FF0000"/>
                </a:solidFill>
              </a:rPr>
              <a:t>color</a:t>
            </a:r>
            <a:r>
              <a:rPr lang="en-US" dirty="0"/>
              <a:t>',</a:t>
            </a:r>
          </a:p>
          <a:p>
            <a:r>
              <a:rPr lang="en-US" dirty="0"/>
              <a:t> '</a:t>
            </a:r>
            <a:r>
              <a:rPr lang="en-US" dirty="0" err="1"/>
              <a:t>colorado</a:t>
            </a:r>
            <a:r>
              <a:rPr lang="en-US" dirty="0"/>
              <a:t>',</a:t>
            </a:r>
          </a:p>
          <a:p>
            <a:r>
              <a:rPr lang="en-US" dirty="0"/>
              <a:t> </a:t>
            </a:r>
            <a:r>
              <a:rPr lang="en-US" dirty="0">
                <a:solidFill>
                  <a:srgbClr val="FF0000"/>
                </a:solidFill>
              </a:rPr>
              <a:t>'colored',</a:t>
            </a:r>
          </a:p>
          <a:p>
            <a:r>
              <a:rPr lang="en-US" dirty="0"/>
              <a:t> '</a:t>
            </a:r>
            <a:r>
              <a:rPr lang="en-US" dirty="0" err="1">
                <a:solidFill>
                  <a:srgbClr val="FF0000"/>
                </a:solidFill>
              </a:rPr>
              <a:t>colour</a:t>
            </a:r>
            <a:r>
              <a:rPr lang="en-US" dirty="0"/>
              <a:t>',</a:t>
            </a:r>
          </a:p>
          <a:p>
            <a:r>
              <a:rPr lang="en-US" dirty="0"/>
              <a:t> 'com',</a:t>
            </a:r>
          </a:p>
          <a:p>
            <a:r>
              <a:rPr lang="en-US" dirty="0"/>
              <a:t> 'commissary',</a:t>
            </a:r>
          </a:p>
          <a:p>
            <a:r>
              <a:rPr lang="en-US" dirty="0"/>
              <a:t> </a:t>
            </a:r>
            <a:r>
              <a:rPr lang="en-US" dirty="0">
                <a:solidFill>
                  <a:srgbClr val="FF0000"/>
                </a:solidFill>
              </a:rPr>
              <a:t>'concord',</a:t>
            </a:r>
          </a:p>
          <a:p>
            <a:r>
              <a:rPr lang="en-US" dirty="0">
                <a:solidFill>
                  <a:srgbClr val="FF0000"/>
                </a:solidFill>
              </a:rPr>
              <a:t> '</a:t>
            </a:r>
            <a:r>
              <a:rPr lang="en-US" dirty="0" err="1">
                <a:solidFill>
                  <a:srgbClr val="FF0000"/>
                </a:solidFill>
              </a:rPr>
              <a:t>concorde</a:t>
            </a:r>
            <a:r>
              <a:rPr lang="en-US" dirty="0"/>
              <a:t>',</a:t>
            </a:r>
          </a:p>
          <a:p>
            <a:r>
              <a:rPr lang="en-US" dirty="0"/>
              <a:t> 'cone',</a:t>
            </a:r>
          </a:p>
          <a:p>
            <a:r>
              <a:rPr lang="en-US" dirty="0"/>
              <a:t> </a:t>
            </a:r>
            <a:r>
              <a:rPr lang="en-US" dirty="0">
                <a:solidFill>
                  <a:srgbClr val="FF0000"/>
                </a:solidFill>
              </a:rPr>
              <a:t>'</a:t>
            </a:r>
            <a:r>
              <a:rPr lang="en-US" dirty="0" err="1">
                <a:solidFill>
                  <a:srgbClr val="FF0000"/>
                </a:solidFill>
              </a:rPr>
              <a:t>consum</a:t>
            </a:r>
            <a:r>
              <a:rPr lang="en-US" dirty="0">
                <a:solidFill>
                  <a:srgbClr val="FF0000"/>
                </a:solidFill>
              </a:rPr>
              <a:t>',</a:t>
            </a:r>
          </a:p>
          <a:p>
            <a:r>
              <a:rPr lang="en-US" dirty="0">
                <a:solidFill>
                  <a:srgbClr val="FF0000"/>
                </a:solidFill>
              </a:rPr>
              <a:t> 'consumer</a:t>
            </a:r>
            <a:r>
              <a:rPr lang="en-US" dirty="0"/>
              <a:t>',</a:t>
            </a:r>
          </a:p>
          <a:p>
            <a:r>
              <a:rPr lang="en-US" dirty="0"/>
              <a:t> 'conv',</a:t>
            </a:r>
          </a:p>
          <a:p>
            <a:r>
              <a:rPr lang="en-US" dirty="0"/>
              <a:t> 'convenience',</a:t>
            </a:r>
          </a:p>
          <a:p>
            <a:r>
              <a:rPr lang="en-US" dirty="0"/>
              <a:t> 'conventional',</a:t>
            </a:r>
          </a:p>
          <a:p>
            <a:r>
              <a:rPr lang="en-US" dirty="0"/>
              <a:t> </a:t>
            </a:r>
            <a:r>
              <a:rPr lang="en-US" dirty="0">
                <a:solidFill>
                  <a:srgbClr val="FF0000"/>
                </a:solidFill>
              </a:rPr>
              <a:t>'cook',</a:t>
            </a:r>
          </a:p>
          <a:p>
            <a:r>
              <a:rPr lang="en-US" dirty="0">
                <a:solidFill>
                  <a:srgbClr val="FF0000"/>
                </a:solidFill>
              </a:rPr>
              <a:t> 'cooking</a:t>
            </a:r>
            <a:r>
              <a:rPr lang="en-US" dirty="0"/>
              <a:t>',</a:t>
            </a:r>
          </a:p>
          <a:p>
            <a:r>
              <a:rPr lang="en-US" dirty="0"/>
              <a:t> 'core',</a:t>
            </a:r>
          </a:p>
          <a:p>
            <a:r>
              <a:rPr lang="en-US" dirty="0"/>
              <a:t> 'corn',</a:t>
            </a:r>
          </a:p>
          <a:p>
            <a:r>
              <a:rPr lang="en-US" dirty="0"/>
              <a:t> </a:t>
            </a:r>
            <a:r>
              <a:rPr lang="en-US" dirty="0">
                <a:solidFill>
                  <a:srgbClr val="FF0000"/>
                </a:solidFill>
              </a:rPr>
              <a:t>'</a:t>
            </a:r>
            <a:r>
              <a:rPr lang="en-US" dirty="0" err="1">
                <a:solidFill>
                  <a:srgbClr val="FF0000"/>
                </a:solidFill>
              </a:rPr>
              <a:t>corrogated</a:t>
            </a:r>
            <a:r>
              <a:rPr lang="en-US" dirty="0">
                <a:solidFill>
                  <a:srgbClr val="FF0000"/>
                </a:solidFill>
              </a:rPr>
              <a:t>',</a:t>
            </a:r>
          </a:p>
          <a:p>
            <a:r>
              <a:rPr lang="en-US" dirty="0">
                <a:solidFill>
                  <a:srgbClr val="FF0000"/>
                </a:solidFill>
              </a:rPr>
              <a:t> 'corrugated</a:t>
            </a:r>
            <a:r>
              <a:rPr lang="en-US" dirty="0"/>
              <a:t>',</a:t>
            </a:r>
          </a:p>
          <a:p>
            <a:r>
              <a:rPr lang="en-US" dirty="0"/>
              <a:t> '</a:t>
            </a:r>
            <a:r>
              <a:rPr lang="en-US" dirty="0" err="1"/>
              <a:t>cortland</a:t>
            </a:r>
            <a:r>
              <a:rPr lang="en-US" dirty="0"/>
              <a:t>',</a:t>
            </a:r>
          </a:p>
          <a:p>
            <a:r>
              <a:rPr lang="en-US" dirty="0"/>
              <a:t> 'cosmic',</a:t>
            </a:r>
          </a:p>
          <a:p>
            <a:r>
              <a:rPr lang="en-US" dirty="0"/>
              <a:t> 'cotton',</a:t>
            </a:r>
          </a:p>
          <a:p>
            <a:r>
              <a:rPr lang="en-US" dirty="0"/>
              <a:t> 'count',</a:t>
            </a:r>
          </a:p>
          <a:p>
            <a:r>
              <a:rPr lang="en-US" dirty="0"/>
              <a:t> 'country',</a:t>
            </a:r>
          </a:p>
          <a:p>
            <a:r>
              <a:rPr lang="en-US" dirty="0"/>
              <a:t> 'cp',</a:t>
            </a:r>
          </a:p>
          <a:p>
            <a:r>
              <a:rPr lang="en-US" dirty="0"/>
              <a:t> '</a:t>
            </a:r>
            <a:r>
              <a:rPr lang="en-US" dirty="0" err="1"/>
              <a:t>cq</a:t>
            </a:r>
            <a:r>
              <a:rPr lang="en-US" dirty="0"/>
              <a:t>',</a:t>
            </a:r>
          </a:p>
          <a:p>
            <a:r>
              <a:rPr lang="en-US" dirty="0"/>
              <a:t> '</a:t>
            </a:r>
            <a:r>
              <a:rPr lang="en-US" dirty="0" err="1"/>
              <a:t>cr</a:t>
            </a:r>
            <a:r>
              <a:rPr lang="en-US" dirty="0"/>
              <a:t>',</a:t>
            </a:r>
          </a:p>
          <a:p>
            <a:r>
              <a:rPr lang="en-US" dirty="0"/>
              <a:t> 'cracker',</a:t>
            </a:r>
          </a:p>
          <a:p>
            <a:r>
              <a:rPr lang="en-US" dirty="0"/>
              <a:t> '</a:t>
            </a:r>
            <a:r>
              <a:rPr lang="en-US" dirty="0" err="1"/>
              <a:t>cran</a:t>
            </a:r>
            <a:r>
              <a:rPr lang="en-US" dirty="0"/>
              <a:t>',</a:t>
            </a:r>
          </a:p>
          <a:p>
            <a:r>
              <a:rPr lang="en-US" dirty="0"/>
              <a:t> 'cranberry',</a:t>
            </a:r>
          </a:p>
          <a:p>
            <a:r>
              <a:rPr lang="en-US" dirty="0"/>
              <a:t> 'craving',</a:t>
            </a:r>
          </a:p>
          <a:p>
            <a:r>
              <a:rPr lang="en-US" dirty="0"/>
              <a:t> 'creamy',</a:t>
            </a:r>
          </a:p>
          <a:p>
            <a:r>
              <a:rPr lang="en-US" dirty="0"/>
              <a:t> '</a:t>
            </a:r>
            <a:r>
              <a:rPr lang="en-US" dirty="0" err="1"/>
              <a:t>crimini</a:t>
            </a:r>
            <a:r>
              <a:rPr lang="en-US" dirty="0"/>
              <a:t>',</a:t>
            </a:r>
          </a:p>
          <a:p>
            <a:r>
              <a:rPr lang="en-US" dirty="0"/>
              <a:t> 'crimson',</a:t>
            </a:r>
          </a:p>
          <a:p>
            <a:r>
              <a:rPr lang="en-US" dirty="0"/>
              <a:t> </a:t>
            </a:r>
            <a:r>
              <a:rPr lang="en-US" dirty="0">
                <a:solidFill>
                  <a:srgbClr val="FF0000"/>
                </a:solidFill>
              </a:rPr>
              <a:t>'</a:t>
            </a:r>
            <a:r>
              <a:rPr lang="en-US" dirty="0" err="1">
                <a:solidFill>
                  <a:srgbClr val="FF0000"/>
                </a:solidFill>
              </a:rPr>
              <a:t>cripps</a:t>
            </a:r>
            <a:r>
              <a:rPr lang="en-US" dirty="0">
                <a:solidFill>
                  <a:srgbClr val="FF0000"/>
                </a:solidFill>
              </a:rPr>
              <a:t>',</a:t>
            </a:r>
          </a:p>
          <a:p>
            <a:r>
              <a:rPr lang="en-US" dirty="0">
                <a:solidFill>
                  <a:srgbClr val="FF0000"/>
                </a:solidFill>
              </a:rPr>
              <a:t> 'crisp',</a:t>
            </a:r>
          </a:p>
          <a:p>
            <a:r>
              <a:rPr lang="en-US" dirty="0"/>
              <a:t> '</a:t>
            </a:r>
            <a:r>
              <a:rPr lang="en-US" dirty="0" err="1"/>
              <a:t>crispak</a:t>
            </a:r>
            <a:r>
              <a:rPr lang="en-US" dirty="0"/>
              <a:t>',</a:t>
            </a:r>
          </a:p>
          <a:p>
            <a:r>
              <a:rPr lang="en-US" dirty="0"/>
              <a:t> '</a:t>
            </a:r>
            <a:r>
              <a:rPr lang="en-US" dirty="0" err="1"/>
              <a:t>crispgrn</a:t>
            </a:r>
            <a:r>
              <a:rPr lang="en-US" dirty="0"/>
              <a:t>',</a:t>
            </a:r>
          </a:p>
          <a:p>
            <a:r>
              <a:rPr lang="en-US" dirty="0"/>
              <a:t> </a:t>
            </a:r>
            <a:r>
              <a:rPr lang="en-US" dirty="0">
                <a:solidFill>
                  <a:srgbClr val="FF0000"/>
                </a:solidFill>
              </a:rPr>
              <a:t>'crispy'</a:t>
            </a:r>
            <a:r>
              <a:rPr lang="en-US" dirty="0"/>
              <a:t>,</a:t>
            </a:r>
          </a:p>
          <a:p>
            <a:r>
              <a:rPr lang="en-US" dirty="0"/>
              <a:t> '</a:t>
            </a:r>
            <a:r>
              <a:rPr lang="en-US" dirty="0" err="1"/>
              <a:t>crkr</a:t>
            </a:r>
            <a:r>
              <a:rPr lang="en-US" dirty="0"/>
              <a:t>',</a:t>
            </a:r>
          </a:p>
          <a:p>
            <a:r>
              <a:rPr lang="en-US" dirty="0"/>
              <a:t> '</a:t>
            </a:r>
            <a:r>
              <a:rPr lang="en-US" dirty="0" err="1"/>
              <a:t>crm</a:t>
            </a:r>
            <a:r>
              <a:rPr lang="en-US" dirty="0"/>
              <a:t>',</a:t>
            </a:r>
          </a:p>
          <a:p>
            <a:r>
              <a:rPr lang="en-US" dirty="0"/>
              <a:t> '</a:t>
            </a:r>
            <a:r>
              <a:rPr lang="en-US" dirty="0" err="1"/>
              <a:t>crnch</a:t>
            </a:r>
            <a:r>
              <a:rPr lang="en-US" dirty="0"/>
              <a:t>',</a:t>
            </a:r>
          </a:p>
          <a:p>
            <a:r>
              <a:rPr lang="en-US" dirty="0"/>
              <a:t> 'cross',</a:t>
            </a:r>
          </a:p>
          <a:p>
            <a:r>
              <a:rPr lang="en-US" dirty="0"/>
              <a:t> 'crouton',</a:t>
            </a:r>
          </a:p>
          <a:p>
            <a:r>
              <a:rPr lang="en-US" dirty="0"/>
              <a:t> 'crown',</a:t>
            </a:r>
          </a:p>
          <a:p>
            <a:r>
              <a:rPr lang="en-US" dirty="0"/>
              <a:t> '</a:t>
            </a:r>
            <a:r>
              <a:rPr lang="en-US" dirty="0" err="1"/>
              <a:t>crsp</a:t>
            </a:r>
            <a:r>
              <a:rPr lang="en-US" dirty="0"/>
              <a:t>',</a:t>
            </a:r>
          </a:p>
          <a:p>
            <a:r>
              <a:rPr lang="en-US" dirty="0"/>
              <a:t> '</a:t>
            </a:r>
            <a:r>
              <a:rPr lang="en-US" dirty="0" err="1"/>
              <a:t>crt</a:t>
            </a:r>
            <a:r>
              <a:rPr lang="en-US" dirty="0"/>
              <a:t>',</a:t>
            </a:r>
          </a:p>
          <a:p>
            <a:r>
              <a:rPr lang="en-US" dirty="0"/>
              <a:t> 'crumble',</a:t>
            </a:r>
          </a:p>
          <a:p>
            <a:r>
              <a:rPr lang="en-US" dirty="0"/>
              <a:t> 'crunch',</a:t>
            </a:r>
          </a:p>
          <a:p>
            <a:r>
              <a:rPr lang="en-US" dirty="0"/>
              <a:t> '</a:t>
            </a:r>
            <a:r>
              <a:rPr lang="en-US" dirty="0" err="1"/>
              <a:t>crwl</a:t>
            </a:r>
            <a:r>
              <a:rPr lang="en-US" dirty="0"/>
              <a:t>',</a:t>
            </a:r>
          </a:p>
          <a:p>
            <a:r>
              <a:rPr lang="en-US" dirty="0"/>
              <a:t> '</a:t>
            </a:r>
            <a:r>
              <a:rPr lang="en-US" dirty="0" err="1"/>
              <a:t>ct</a:t>
            </a:r>
            <a:r>
              <a:rPr lang="en-US" dirty="0"/>
              <a:t>',</a:t>
            </a:r>
          </a:p>
          <a:p>
            <a:r>
              <a:rPr lang="en-US" dirty="0"/>
              <a:t> '</a:t>
            </a:r>
            <a:r>
              <a:rPr lang="en-US" dirty="0" err="1"/>
              <a:t>ctn</a:t>
            </a:r>
            <a:r>
              <a:rPr lang="en-US" dirty="0"/>
              <a:t>',</a:t>
            </a:r>
          </a:p>
          <a:p>
            <a:r>
              <a:rPr lang="en-US" dirty="0"/>
              <a:t> 'cubanelle',</a:t>
            </a:r>
          </a:p>
          <a:p>
            <a:r>
              <a:rPr lang="en-US" dirty="0"/>
              <a:t> </a:t>
            </a:r>
            <a:r>
              <a:rPr lang="en-US" dirty="0">
                <a:solidFill>
                  <a:srgbClr val="FF0000"/>
                </a:solidFill>
              </a:rPr>
              <a:t>'cube',</a:t>
            </a:r>
          </a:p>
          <a:p>
            <a:r>
              <a:rPr lang="en-US" dirty="0">
                <a:solidFill>
                  <a:srgbClr val="FF0000"/>
                </a:solidFill>
              </a:rPr>
              <a:t> 'cubed</a:t>
            </a:r>
            <a:r>
              <a:rPr lang="en-US" dirty="0"/>
              <a:t>',</a:t>
            </a:r>
          </a:p>
          <a:p>
            <a:r>
              <a:rPr lang="en-US" dirty="0"/>
              <a:t> 'cucumber',</a:t>
            </a:r>
          </a:p>
          <a:p>
            <a:r>
              <a:rPr lang="en-US" dirty="0"/>
              <a:t> '</a:t>
            </a:r>
            <a:r>
              <a:rPr lang="en-US" dirty="0" err="1"/>
              <a:t>cuke</a:t>
            </a:r>
            <a:r>
              <a:rPr lang="en-US" dirty="0"/>
              <a:t>',</a:t>
            </a:r>
          </a:p>
          <a:p>
            <a:r>
              <a:rPr lang="en-US" dirty="0"/>
              <a:t> 'cup',</a:t>
            </a:r>
          </a:p>
          <a:p>
            <a:r>
              <a:rPr lang="en-US" dirty="0"/>
              <a:t> </a:t>
            </a:r>
            <a:r>
              <a:rPr lang="en-US" dirty="0">
                <a:solidFill>
                  <a:srgbClr val="FF0000"/>
                </a:solidFill>
              </a:rPr>
              <a:t>'curl',</a:t>
            </a:r>
          </a:p>
          <a:p>
            <a:r>
              <a:rPr lang="en-US" dirty="0">
                <a:solidFill>
                  <a:srgbClr val="FF0000"/>
                </a:solidFill>
              </a:rPr>
              <a:t> '</a:t>
            </a:r>
            <a:r>
              <a:rPr lang="en-US" dirty="0" err="1">
                <a:solidFill>
                  <a:srgbClr val="FF0000"/>
                </a:solidFill>
              </a:rPr>
              <a:t>curley</a:t>
            </a:r>
            <a:r>
              <a:rPr lang="en-US" dirty="0">
                <a:solidFill>
                  <a:srgbClr val="FF0000"/>
                </a:solidFill>
              </a:rPr>
              <a:t>',</a:t>
            </a:r>
          </a:p>
          <a:p>
            <a:r>
              <a:rPr lang="en-US" dirty="0">
                <a:solidFill>
                  <a:srgbClr val="FF0000"/>
                </a:solidFill>
              </a:rPr>
              <a:t> 'curly</a:t>
            </a:r>
            <a:r>
              <a:rPr lang="en-US" dirty="0"/>
              <a:t>',</a:t>
            </a:r>
          </a:p>
          <a:p>
            <a:r>
              <a:rPr lang="en-US" dirty="0"/>
              <a:t> 'cut',</a:t>
            </a:r>
          </a:p>
          <a:p>
            <a:r>
              <a:rPr lang="en-US" dirty="0"/>
              <a:t> 'cv',</a:t>
            </a:r>
          </a:p>
          <a:p>
            <a:r>
              <a:rPr lang="en-US" dirty="0"/>
              <a:t> 'd1',</a:t>
            </a:r>
          </a:p>
          <a:p>
            <a:r>
              <a:rPr lang="en-US" dirty="0"/>
              <a:t> 'da',</a:t>
            </a:r>
          </a:p>
          <a:p>
            <a:r>
              <a:rPr lang="en-US" dirty="0"/>
              <a:t> 'daisy',</a:t>
            </a:r>
          </a:p>
          <a:p>
            <a:r>
              <a:rPr lang="en-US" dirty="0"/>
              <a:t> '</a:t>
            </a:r>
            <a:r>
              <a:rPr lang="en-US" dirty="0" err="1"/>
              <a:t>dakota</a:t>
            </a:r>
            <a:r>
              <a:rPr lang="en-US" dirty="0"/>
              <a:t>',</a:t>
            </a:r>
          </a:p>
          <a:p>
            <a:r>
              <a:rPr lang="en-US" dirty="0"/>
              <a:t> 'dal',</a:t>
            </a:r>
          </a:p>
          <a:p>
            <a:r>
              <a:rPr lang="en-US" dirty="0"/>
              <a:t> '</a:t>
            </a:r>
            <a:r>
              <a:rPr lang="en-US" dirty="0" err="1"/>
              <a:t>dangjou</a:t>
            </a:r>
            <a:r>
              <a:rPr lang="en-US" dirty="0"/>
              <a:t>',</a:t>
            </a:r>
          </a:p>
          <a:p>
            <a:r>
              <a:rPr lang="en-US" dirty="0"/>
              <a:t> '</a:t>
            </a:r>
            <a:r>
              <a:rPr lang="en-US" dirty="0" err="1"/>
              <a:t>danjou</a:t>
            </a:r>
            <a:r>
              <a:rPr lang="en-US" dirty="0"/>
              <a:t>',</a:t>
            </a:r>
          </a:p>
          <a:p>
            <a:r>
              <a:rPr lang="en-US" dirty="0"/>
              <a:t> 'dark',</a:t>
            </a:r>
          </a:p>
          <a:p>
            <a:r>
              <a:rPr lang="en-US" dirty="0"/>
              <a:t> 'date',</a:t>
            </a:r>
          </a:p>
          <a:p>
            <a:r>
              <a:rPr lang="en-US" dirty="0"/>
              <a:t> '</a:t>
            </a:r>
            <a:r>
              <a:rPr lang="en-US" dirty="0" err="1"/>
              <a:t>dawson</a:t>
            </a:r>
            <a:r>
              <a:rPr lang="en-US" dirty="0"/>
              <a:t>'</a:t>
            </a:r>
          </a:p>
        </p:txBody>
      </p:sp>
    </p:spTree>
    <p:extLst>
      <p:ext uri="{BB962C8B-B14F-4D97-AF65-F5344CB8AC3E}">
        <p14:creationId xmlns:p14="http://schemas.microsoft.com/office/powerpoint/2010/main" val="331575914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1A6C1-6F03-4B67-9E1B-392DEF310A9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A2A6CE5-B174-4462-932E-F2B8354CBC27}"/>
              </a:ext>
            </a:extLst>
          </p:cNvPr>
          <p:cNvSpPr>
            <a:spLocks noGrp="1"/>
          </p:cNvSpPr>
          <p:nvPr>
            <p:ph idx="1"/>
          </p:nvPr>
        </p:nvSpPr>
        <p:spPr/>
        <p:txBody>
          <a:bodyPr numCol="8">
            <a:normAutofit fontScale="62500" lnSpcReduction="20000"/>
          </a:bodyPr>
          <a:lstStyle/>
          <a:p>
            <a:r>
              <a:rPr lang="en-US" dirty="0"/>
              <a:t>'day',</a:t>
            </a:r>
          </a:p>
          <a:p>
            <a:r>
              <a:rPr lang="en-US" dirty="0"/>
              <a:t> '</a:t>
            </a:r>
            <a:r>
              <a:rPr lang="en-US" dirty="0" err="1"/>
              <a:t>db</a:t>
            </a:r>
            <a:r>
              <a:rPr lang="en-US" dirty="0"/>
              <a:t>',</a:t>
            </a:r>
          </a:p>
          <a:p>
            <a:r>
              <a:rPr lang="en-US" dirty="0"/>
              <a:t> '</a:t>
            </a:r>
            <a:r>
              <a:rPr lang="en-US" dirty="0" err="1"/>
              <a:t>dbl</a:t>
            </a:r>
            <a:r>
              <a:rPr lang="en-US" dirty="0"/>
              <a:t>',</a:t>
            </a:r>
          </a:p>
          <a:p>
            <a:r>
              <a:rPr lang="en-US" dirty="0"/>
              <a:t> 'dc',</a:t>
            </a:r>
          </a:p>
          <a:p>
            <a:r>
              <a:rPr lang="en-US" dirty="0"/>
              <a:t> 'dd',</a:t>
            </a:r>
          </a:p>
          <a:p>
            <a:r>
              <a:rPr lang="en-US" dirty="0"/>
              <a:t> '</a:t>
            </a:r>
            <a:r>
              <a:rPr lang="en-US" dirty="0" err="1"/>
              <a:t>ddc</a:t>
            </a:r>
            <a:r>
              <a:rPr lang="en-US" dirty="0"/>
              <a:t>',</a:t>
            </a:r>
          </a:p>
          <a:p>
            <a:r>
              <a:rPr lang="en-US" dirty="0"/>
              <a:t> 'de',</a:t>
            </a:r>
          </a:p>
          <a:p>
            <a:r>
              <a:rPr lang="en-US" dirty="0"/>
              <a:t> 'del',</a:t>
            </a:r>
          </a:p>
          <a:p>
            <a:r>
              <a:rPr lang="en-US" dirty="0"/>
              <a:t> 'deli',</a:t>
            </a:r>
          </a:p>
          <a:p>
            <a:r>
              <a:rPr lang="en-US" dirty="0"/>
              <a:t> 'delicious',</a:t>
            </a:r>
          </a:p>
          <a:p>
            <a:r>
              <a:rPr lang="en-US" dirty="0"/>
              <a:t> 'deluxe',</a:t>
            </a:r>
          </a:p>
          <a:p>
            <a:r>
              <a:rPr lang="en-US" dirty="0"/>
              <a:t> 'demo',</a:t>
            </a:r>
          </a:p>
          <a:p>
            <a:r>
              <a:rPr lang="en-US" dirty="0"/>
              <a:t> 'dew',</a:t>
            </a:r>
          </a:p>
          <a:p>
            <a:r>
              <a:rPr lang="en-US" dirty="0"/>
              <a:t> 'df',</a:t>
            </a:r>
          </a:p>
          <a:p>
            <a:r>
              <a:rPr lang="en-US" dirty="0"/>
              <a:t> '</a:t>
            </a:r>
            <a:r>
              <a:rPr lang="en-US" dirty="0" err="1"/>
              <a:t>dfff</a:t>
            </a:r>
            <a:r>
              <a:rPr lang="en-US" dirty="0"/>
              <a:t>',</a:t>
            </a:r>
          </a:p>
          <a:p>
            <a:r>
              <a:rPr lang="en-US" dirty="0"/>
              <a:t> '</a:t>
            </a:r>
            <a:r>
              <a:rPr lang="en-US" dirty="0" err="1"/>
              <a:t>dfi</a:t>
            </a:r>
            <a:r>
              <a:rPr lang="en-US" dirty="0"/>
              <a:t>',</a:t>
            </a:r>
          </a:p>
          <a:p>
            <a:r>
              <a:rPr lang="en-US" dirty="0"/>
              <a:t> 'dg',</a:t>
            </a:r>
          </a:p>
          <a:p>
            <a:r>
              <a:rPr lang="en-US" dirty="0"/>
              <a:t> 'dh',</a:t>
            </a:r>
          </a:p>
          <a:p>
            <a:r>
              <a:rPr lang="en-US" dirty="0"/>
              <a:t> 'di',</a:t>
            </a:r>
          </a:p>
          <a:p>
            <a:r>
              <a:rPr lang="en-US" dirty="0"/>
              <a:t> 'diced',</a:t>
            </a:r>
          </a:p>
          <a:p>
            <a:r>
              <a:rPr lang="en-US" dirty="0"/>
              <a:t> '</a:t>
            </a:r>
            <a:r>
              <a:rPr lang="en-US" dirty="0" err="1"/>
              <a:t>dijon</a:t>
            </a:r>
            <a:r>
              <a:rPr lang="en-US" dirty="0"/>
              <a:t>',</a:t>
            </a:r>
          </a:p>
          <a:p>
            <a:r>
              <a:rPr lang="en-US" dirty="0"/>
              <a:t> 'dill',</a:t>
            </a:r>
          </a:p>
          <a:p>
            <a:r>
              <a:rPr lang="en-US" dirty="0"/>
              <a:t> 'dim',</a:t>
            </a:r>
          </a:p>
          <a:p>
            <a:r>
              <a:rPr lang="en-US" dirty="0"/>
              <a:t> 'dip',</a:t>
            </a:r>
          </a:p>
          <a:p>
            <a:r>
              <a:rPr lang="en-US" dirty="0"/>
              <a:t> '</a:t>
            </a:r>
            <a:r>
              <a:rPr lang="en-US" dirty="0" err="1"/>
              <a:t>dipperz</a:t>
            </a:r>
            <a:r>
              <a:rPr lang="en-US" dirty="0"/>
              <a:t>',</a:t>
            </a:r>
          </a:p>
          <a:p>
            <a:r>
              <a:rPr lang="en-US" dirty="0"/>
              <a:t> '</a:t>
            </a:r>
            <a:r>
              <a:rPr lang="en-US" dirty="0" err="1"/>
              <a:t>dippin</a:t>
            </a:r>
            <a:r>
              <a:rPr lang="en-US" dirty="0"/>
              <a:t>',</a:t>
            </a:r>
          </a:p>
          <a:p>
            <a:r>
              <a:rPr lang="en-US" dirty="0"/>
              <a:t> '</a:t>
            </a:r>
            <a:r>
              <a:rPr lang="en-US" dirty="0" err="1"/>
              <a:t>dipstx</a:t>
            </a:r>
            <a:r>
              <a:rPr lang="en-US" dirty="0"/>
              <a:t>',</a:t>
            </a:r>
          </a:p>
          <a:p>
            <a:r>
              <a:rPr lang="en-US" dirty="0"/>
              <a:t> 'display',</a:t>
            </a:r>
          </a:p>
          <a:p>
            <a:r>
              <a:rPr lang="en-US" dirty="0"/>
              <a:t> 'div',</a:t>
            </a:r>
          </a:p>
          <a:p>
            <a:r>
              <a:rPr lang="en-US" dirty="0"/>
              <a:t> '</a:t>
            </a:r>
            <a:r>
              <a:rPr lang="en-US" dirty="0" err="1"/>
              <a:t>dj</a:t>
            </a:r>
            <a:r>
              <a:rPr lang="en-US" dirty="0"/>
              <a:t>',</a:t>
            </a:r>
          </a:p>
          <a:p>
            <a:r>
              <a:rPr lang="en-US" dirty="0"/>
              <a:t> 'dl',</a:t>
            </a:r>
          </a:p>
          <a:p>
            <a:r>
              <a:rPr lang="en-US" dirty="0"/>
              <a:t> 'dm',</a:t>
            </a:r>
          </a:p>
          <a:p>
            <a:r>
              <a:rPr lang="en-US" dirty="0"/>
              <a:t> '</a:t>
            </a:r>
            <a:r>
              <a:rPr lang="en-US" dirty="0" err="1"/>
              <a:t>dmf</a:t>
            </a:r>
            <a:r>
              <a:rPr lang="en-US" dirty="0"/>
              <a:t>',</a:t>
            </a:r>
          </a:p>
          <a:p>
            <a:r>
              <a:rPr lang="en-US" dirty="0"/>
              <a:t> 'dol',</a:t>
            </a:r>
          </a:p>
          <a:p>
            <a:r>
              <a:rPr lang="en-US" dirty="0"/>
              <a:t> 'dole',</a:t>
            </a:r>
          </a:p>
          <a:p>
            <a:r>
              <a:rPr lang="en-US" dirty="0"/>
              <a:t> '</a:t>
            </a:r>
            <a:r>
              <a:rPr lang="en-US" dirty="0" err="1"/>
              <a:t>dont</a:t>
            </a:r>
            <a:r>
              <a:rPr lang="en-US" dirty="0"/>
              <a:t>',</a:t>
            </a:r>
          </a:p>
          <a:p>
            <a:r>
              <a:rPr lang="en-US" dirty="0"/>
              <a:t> 'dop',</a:t>
            </a:r>
          </a:p>
          <a:p>
            <a:r>
              <a:rPr lang="en-US" dirty="0"/>
              <a:t> '</a:t>
            </a:r>
            <a:r>
              <a:rPr lang="en-US" dirty="0" err="1"/>
              <a:t>dp</a:t>
            </a:r>
            <a:r>
              <a:rPr lang="en-US" dirty="0"/>
              <a:t>',</a:t>
            </a:r>
          </a:p>
          <a:p>
            <a:r>
              <a:rPr lang="en-US" dirty="0"/>
              <a:t> '</a:t>
            </a:r>
            <a:r>
              <a:rPr lang="en-US" dirty="0" err="1"/>
              <a:t>dq</a:t>
            </a:r>
            <a:r>
              <a:rPr lang="en-US" dirty="0"/>
              <a:t>',</a:t>
            </a:r>
          </a:p>
          <a:p>
            <a:r>
              <a:rPr lang="en-US" dirty="0"/>
              <a:t> '</a:t>
            </a:r>
            <a:r>
              <a:rPr lang="en-US" dirty="0" err="1"/>
              <a:t>dr</a:t>
            </a:r>
            <a:r>
              <a:rPr lang="en-US" dirty="0"/>
              <a:t>',</a:t>
            </a:r>
          </a:p>
          <a:p>
            <a:r>
              <a:rPr lang="en-US" dirty="0"/>
              <a:t> </a:t>
            </a:r>
            <a:r>
              <a:rPr lang="en-US" dirty="0">
                <a:solidFill>
                  <a:srgbClr val="FF0000"/>
                </a:solidFill>
              </a:rPr>
              <a:t>'dress',</a:t>
            </a:r>
          </a:p>
          <a:p>
            <a:r>
              <a:rPr lang="en-US" dirty="0">
                <a:solidFill>
                  <a:srgbClr val="FF0000"/>
                </a:solidFill>
              </a:rPr>
              <a:t> 'dressing</a:t>
            </a:r>
            <a:r>
              <a:rPr lang="en-US" dirty="0"/>
              <a:t>',</a:t>
            </a:r>
          </a:p>
          <a:p>
            <a:r>
              <a:rPr lang="en-US" dirty="0"/>
              <a:t> 'dried',</a:t>
            </a:r>
          </a:p>
          <a:p>
            <a:r>
              <a:rPr lang="en-US" dirty="0"/>
              <a:t> 'drink',</a:t>
            </a:r>
          </a:p>
          <a:p>
            <a:r>
              <a:rPr lang="en-US" dirty="0"/>
              <a:t> 'dry',</a:t>
            </a:r>
          </a:p>
          <a:p>
            <a:r>
              <a:rPr lang="en-US" dirty="0"/>
              <a:t> '</a:t>
            </a:r>
            <a:r>
              <a:rPr lang="en-US" dirty="0" err="1"/>
              <a:t>dsc</a:t>
            </a:r>
            <a:r>
              <a:rPr lang="en-US" dirty="0"/>
              <a:t>',</a:t>
            </a:r>
          </a:p>
          <a:p>
            <a:r>
              <a:rPr lang="en-US" dirty="0"/>
              <a:t> '</a:t>
            </a:r>
            <a:r>
              <a:rPr lang="en-US" dirty="0" err="1"/>
              <a:t>dsd</a:t>
            </a:r>
            <a:r>
              <a:rPr lang="en-US" dirty="0"/>
              <a:t>',</a:t>
            </a:r>
          </a:p>
          <a:p>
            <a:r>
              <a:rPr lang="en-US" dirty="0"/>
              <a:t> '</a:t>
            </a:r>
            <a:r>
              <a:rPr lang="en-US" dirty="0" err="1"/>
              <a:t>duda</a:t>
            </a:r>
            <a:r>
              <a:rPr lang="en-US" dirty="0"/>
              <a:t>',</a:t>
            </a:r>
          </a:p>
          <a:p>
            <a:r>
              <a:rPr lang="en-US" dirty="0"/>
              <a:t> 'dummy',</a:t>
            </a:r>
          </a:p>
          <a:p>
            <a:r>
              <a:rPr lang="en-US" dirty="0"/>
              <a:t> '</a:t>
            </a:r>
            <a:r>
              <a:rPr lang="en-US" dirty="0" err="1"/>
              <a:t>dz</a:t>
            </a:r>
            <a:r>
              <a:rPr lang="en-US" dirty="0"/>
              <a:t>',</a:t>
            </a:r>
          </a:p>
          <a:p>
            <a:r>
              <a:rPr lang="en-US" dirty="0"/>
              <a:t> '</a:t>
            </a:r>
            <a:r>
              <a:rPr lang="en-US" dirty="0" err="1"/>
              <a:t>ea</a:t>
            </a:r>
            <a:r>
              <a:rPr lang="en-US" dirty="0"/>
              <a:t>',</a:t>
            </a:r>
          </a:p>
          <a:p>
            <a:r>
              <a:rPr lang="en-US" dirty="0"/>
              <a:t> 'eb',</a:t>
            </a:r>
          </a:p>
          <a:p>
            <a:r>
              <a:rPr lang="en-US" dirty="0"/>
              <a:t> '</a:t>
            </a:r>
            <a:r>
              <a:rPr lang="en-US" dirty="0" err="1"/>
              <a:t>ec</a:t>
            </a:r>
            <a:r>
              <a:rPr lang="en-US" dirty="0"/>
              <a:t>',</a:t>
            </a:r>
          </a:p>
          <a:p>
            <a:r>
              <a:rPr lang="en-US" dirty="0"/>
              <a:t> 'eco',</a:t>
            </a:r>
          </a:p>
          <a:p>
            <a:r>
              <a:rPr lang="en-US" dirty="0"/>
              <a:t> 'ed',</a:t>
            </a:r>
          </a:p>
          <a:p>
            <a:r>
              <a:rPr lang="en-US" dirty="0"/>
              <a:t> '</a:t>
            </a:r>
            <a:r>
              <a:rPr lang="en-US" dirty="0" err="1"/>
              <a:t>ef</a:t>
            </a:r>
            <a:r>
              <a:rPr lang="en-US" dirty="0"/>
              <a:t>',</a:t>
            </a:r>
          </a:p>
          <a:p>
            <a:r>
              <a:rPr lang="en-US" dirty="0"/>
              <a:t> '</a:t>
            </a:r>
            <a:r>
              <a:rPr lang="en-US" dirty="0" err="1"/>
              <a:t>eg</a:t>
            </a:r>
            <a:r>
              <a:rPr lang="en-US" dirty="0"/>
              <a:t>',</a:t>
            </a:r>
          </a:p>
          <a:p>
            <a:r>
              <a:rPr lang="en-US" dirty="0"/>
              <a:t> 'egg',</a:t>
            </a:r>
          </a:p>
          <a:p>
            <a:r>
              <a:rPr lang="en-US" dirty="0"/>
              <a:t> 'eggplant',</a:t>
            </a:r>
          </a:p>
          <a:p>
            <a:r>
              <a:rPr lang="en-US" dirty="0"/>
              <a:t> 'elephant',</a:t>
            </a:r>
          </a:p>
          <a:p>
            <a:r>
              <a:rPr lang="en-US" dirty="0"/>
              <a:t> 'elevate',</a:t>
            </a:r>
          </a:p>
          <a:p>
            <a:r>
              <a:rPr lang="en-US" dirty="0"/>
              <a:t> '</a:t>
            </a:r>
            <a:r>
              <a:rPr lang="en-US" dirty="0" err="1"/>
              <a:t>elevte</a:t>
            </a:r>
            <a:r>
              <a:rPr lang="en-US" dirty="0"/>
              <a:t>',</a:t>
            </a:r>
          </a:p>
          <a:p>
            <a:r>
              <a:rPr lang="en-US" dirty="0"/>
              <a:t> 'empire',</a:t>
            </a:r>
          </a:p>
          <a:p>
            <a:r>
              <a:rPr lang="en-US" dirty="0"/>
              <a:t> 'endive',</a:t>
            </a:r>
          </a:p>
          <a:p>
            <a:r>
              <a:rPr lang="en-US" dirty="0">
                <a:solidFill>
                  <a:srgbClr val="FF0000"/>
                </a:solidFill>
              </a:rPr>
              <a:t> '</a:t>
            </a:r>
            <a:r>
              <a:rPr lang="en-US" dirty="0" err="1">
                <a:solidFill>
                  <a:srgbClr val="FF0000"/>
                </a:solidFill>
              </a:rPr>
              <a:t>eng</a:t>
            </a:r>
            <a:r>
              <a:rPr lang="en-US" dirty="0">
                <a:solidFill>
                  <a:srgbClr val="FF0000"/>
                </a:solidFill>
              </a:rPr>
              <a:t>',</a:t>
            </a:r>
          </a:p>
          <a:p>
            <a:r>
              <a:rPr lang="en-US" dirty="0">
                <a:solidFill>
                  <a:srgbClr val="FF0000"/>
                </a:solidFill>
              </a:rPr>
              <a:t> '</a:t>
            </a:r>
            <a:r>
              <a:rPr lang="en-US" dirty="0" err="1">
                <a:solidFill>
                  <a:srgbClr val="FF0000"/>
                </a:solidFill>
              </a:rPr>
              <a:t>english</a:t>
            </a:r>
            <a:r>
              <a:rPr lang="en-US" dirty="0"/>
              <a:t>',</a:t>
            </a:r>
          </a:p>
          <a:p>
            <a:r>
              <a:rPr lang="en-US" dirty="0"/>
              <a:t> 'entree',</a:t>
            </a:r>
          </a:p>
          <a:p>
            <a:r>
              <a:rPr lang="en-US" dirty="0"/>
              <a:t> 'envy',</a:t>
            </a:r>
          </a:p>
          <a:p>
            <a:r>
              <a:rPr lang="en-US" dirty="0"/>
              <a:t> 'ep',</a:t>
            </a:r>
          </a:p>
          <a:p>
            <a:r>
              <a:rPr lang="en-US" dirty="0"/>
              <a:t> 'escarole',</a:t>
            </a:r>
          </a:p>
          <a:p>
            <a:r>
              <a:rPr lang="en-US" dirty="0"/>
              <a:t> '</a:t>
            </a:r>
            <a:r>
              <a:rPr lang="en-US" dirty="0" err="1"/>
              <a:t>est</a:t>
            </a:r>
            <a:r>
              <a:rPr lang="en-US" dirty="0"/>
              <a:t>',</a:t>
            </a:r>
          </a:p>
          <a:p>
            <a:r>
              <a:rPr lang="en-US" dirty="0"/>
              <a:t> 'ethnic',</a:t>
            </a:r>
          </a:p>
          <a:p>
            <a:r>
              <a:rPr lang="en-US" dirty="0"/>
              <a:t> 'euro',</a:t>
            </a:r>
          </a:p>
          <a:p>
            <a:r>
              <a:rPr lang="en-US" dirty="0"/>
              <a:t> 'everyday',</a:t>
            </a:r>
          </a:p>
          <a:p>
            <a:r>
              <a:rPr lang="en-US" dirty="0"/>
              <a:t> 'everything',</a:t>
            </a:r>
          </a:p>
          <a:p>
            <a:r>
              <a:rPr lang="en-US" dirty="0"/>
              <a:t> 'ex',</a:t>
            </a:r>
          </a:p>
          <a:p>
            <a:r>
              <a:rPr lang="en-US" dirty="0">
                <a:solidFill>
                  <a:srgbClr val="FF0000"/>
                </a:solidFill>
              </a:rPr>
              <a:t> 'exp',</a:t>
            </a:r>
          </a:p>
          <a:p>
            <a:r>
              <a:rPr lang="en-US" dirty="0">
                <a:solidFill>
                  <a:srgbClr val="FF0000"/>
                </a:solidFill>
              </a:rPr>
              <a:t> 'express</a:t>
            </a:r>
            <a:r>
              <a:rPr lang="en-US" dirty="0"/>
              <a:t>',</a:t>
            </a:r>
          </a:p>
          <a:p>
            <a:r>
              <a:rPr lang="en-US" dirty="0"/>
              <a:t> 'extra',</a:t>
            </a:r>
          </a:p>
          <a:p>
            <a:r>
              <a:rPr lang="en-US" dirty="0"/>
              <a:t> 'fa',</a:t>
            </a:r>
          </a:p>
          <a:p>
            <a:r>
              <a:rPr lang="en-US" dirty="0"/>
              <a:t> 'fajita',</a:t>
            </a:r>
          </a:p>
          <a:p>
            <a:r>
              <a:rPr lang="en-US" dirty="0"/>
              <a:t> 'family',</a:t>
            </a:r>
          </a:p>
          <a:p>
            <a:r>
              <a:rPr lang="en-US" dirty="0"/>
              <a:t> 'fancy',</a:t>
            </a:r>
          </a:p>
          <a:p>
            <a:r>
              <a:rPr lang="en-US" dirty="0"/>
              <a:t> 'farm',</a:t>
            </a:r>
          </a:p>
          <a:p>
            <a:r>
              <a:rPr lang="en-US" dirty="0"/>
              <a:t> 'fat',</a:t>
            </a:r>
          </a:p>
          <a:p>
            <a:r>
              <a:rPr lang="en-US" dirty="0"/>
              <a:t> 'fb',</a:t>
            </a:r>
          </a:p>
          <a:p>
            <a:r>
              <a:rPr lang="en-US" dirty="0"/>
              <a:t> 'fc',</a:t>
            </a:r>
          </a:p>
          <a:p>
            <a:r>
              <a:rPr lang="en-US" dirty="0"/>
              <a:t> '</a:t>
            </a:r>
            <a:r>
              <a:rPr lang="en-US" dirty="0" err="1"/>
              <a:t>fd</a:t>
            </a:r>
            <a:r>
              <a:rPr lang="en-US" dirty="0"/>
              <a:t>',</a:t>
            </a:r>
          </a:p>
          <a:p>
            <a:r>
              <a:rPr lang="en-US" dirty="0"/>
              <a:t> '</a:t>
            </a:r>
            <a:r>
              <a:rPr lang="en-US" dirty="0" err="1"/>
              <a:t>fe</a:t>
            </a:r>
            <a:r>
              <a:rPr lang="en-US" dirty="0"/>
              <a:t>',</a:t>
            </a:r>
          </a:p>
          <a:p>
            <a:r>
              <a:rPr lang="en-US" dirty="0"/>
              <a:t> 'fennel',</a:t>
            </a:r>
          </a:p>
          <a:p>
            <a:r>
              <a:rPr lang="en-US" dirty="0"/>
              <a:t> 'feta',</a:t>
            </a:r>
          </a:p>
          <a:p>
            <a:r>
              <a:rPr lang="en-US" dirty="0"/>
              <a:t> 'ff',</a:t>
            </a:r>
          </a:p>
          <a:p>
            <a:r>
              <a:rPr lang="en-US" dirty="0"/>
              <a:t> '</a:t>
            </a:r>
            <a:r>
              <a:rPr lang="en-US" dirty="0" err="1"/>
              <a:t>ffc</a:t>
            </a:r>
            <a:r>
              <a:rPr lang="en-US" dirty="0"/>
              <a:t>',</a:t>
            </a:r>
          </a:p>
          <a:p>
            <a:r>
              <a:rPr lang="en-US" dirty="0"/>
              <a:t> '</a:t>
            </a:r>
            <a:r>
              <a:rPr lang="en-US" dirty="0" err="1"/>
              <a:t>ffp</a:t>
            </a:r>
            <a:r>
              <a:rPr lang="en-US" dirty="0"/>
              <a:t>',</a:t>
            </a:r>
          </a:p>
          <a:p>
            <a:r>
              <a:rPr lang="en-US" dirty="0"/>
              <a:t> '</a:t>
            </a:r>
            <a:r>
              <a:rPr lang="en-US" dirty="0" err="1"/>
              <a:t>fg</a:t>
            </a:r>
            <a:r>
              <a:rPr lang="en-US" dirty="0"/>
              <a:t>',</a:t>
            </a:r>
          </a:p>
          <a:p>
            <a:r>
              <a:rPr lang="en-US" dirty="0"/>
              <a:t> '</a:t>
            </a:r>
            <a:r>
              <a:rPr lang="en-US" dirty="0" err="1"/>
              <a:t>fh</a:t>
            </a:r>
            <a:r>
              <a:rPr lang="en-US" dirty="0"/>
              <a:t>',</a:t>
            </a:r>
          </a:p>
          <a:p>
            <a:r>
              <a:rPr lang="en-US" dirty="0"/>
              <a:t> 'field',</a:t>
            </a:r>
          </a:p>
          <a:p>
            <a:r>
              <a:rPr lang="en-US" dirty="0"/>
              <a:t> 'fiesta',</a:t>
            </a:r>
          </a:p>
          <a:p>
            <a:r>
              <a:rPr lang="en-US" dirty="0"/>
              <a:t> 'filet',</a:t>
            </a:r>
          </a:p>
          <a:p>
            <a:r>
              <a:rPr lang="en-US" dirty="0"/>
              <a:t> 'fingerling'</a:t>
            </a:r>
          </a:p>
        </p:txBody>
      </p:sp>
    </p:spTree>
    <p:extLst>
      <p:ext uri="{BB962C8B-B14F-4D97-AF65-F5344CB8AC3E}">
        <p14:creationId xmlns:p14="http://schemas.microsoft.com/office/powerpoint/2010/main" val="373795477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B803C-63CB-4240-8428-AD7FF06510C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BF51A05-5FC7-4600-B5C6-C1B405B168F2}"/>
              </a:ext>
            </a:extLst>
          </p:cNvPr>
          <p:cNvSpPr>
            <a:spLocks noGrp="1"/>
          </p:cNvSpPr>
          <p:nvPr>
            <p:ph idx="1"/>
          </p:nvPr>
        </p:nvSpPr>
        <p:spPr/>
        <p:txBody>
          <a:bodyPr numCol="8">
            <a:normAutofit fontScale="55000" lnSpcReduction="20000"/>
          </a:bodyPr>
          <a:lstStyle/>
          <a:p>
            <a:r>
              <a:rPr lang="en-US" dirty="0"/>
              <a:t>'firm',</a:t>
            </a:r>
          </a:p>
          <a:p>
            <a:r>
              <a:rPr lang="en-US" dirty="0"/>
              <a:t> 'fix',</a:t>
            </a:r>
          </a:p>
          <a:p>
            <a:r>
              <a:rPr lang="en-US" dirty="0"/>
              <a:t> '</a:t>
            </a:r>
            <a:r>
              <a:rPr lang="en-US" dirty="0" err="1"/>
              <a:t>fk</a:t>
            </a:r>
            <a:r>
              <a:rPr lang="en-US" dirty="0"/>
              <a:t>',</a:t>
            </a:r>
          </a:p>
          <a:p>
            <a:r>
              <a:rPr lang="en-US" dirty="0"/>
              <a:t> '</a:t>
            </a:r>
            <a:r>
              <a:rPr lang="en-US" dirty="0" err="1"/>
              <a:t>fl</a:t>
            </a:r>
            <a:r>
              <a:rPr lang="en-US" dirty="0"/>
              <a:t>',</a:t>
            </a:r>
          </a:p>
          <a:p>
            <a:r>
              <a:rPr lang="en-US" dirty="0"/>
              <a:t> 'flat',</a:t>
            </a:r>
          </a:p>
          <a:p>
            <a:r>
              <a:rPr lang="en-US" dirty="0"/>
              <a:t> </a:t>
            </a:r>
            <a:r>
              <a:rPr lang="en-US" dirty="0">
                <a:solidFill>
                  <a:srgbClr val="FF0000"/>
                </a:solidFill>
              </a:rPr>
              <a:t>'</a:t>
            </a:r>
            <a:r>
              <a:rPr lang="en-US" dirty="0" err="1">
                <a:solidFill>
                  <a:srgbClr val="FF0000"/>
                </a:solidFill>
              </a:rPr>
              <a:t>flavrd</a:t>
            </a:r>
            <a:r>
              <a:rPr lang="en-US" dirty="0">
                <a:solidFill>
                  <a:srgbClr val="FF0000"/>
                </a:solidFill>
              </a:rPr>
              <a:t>',</a:t>
            </a:r>
          </a:p>
          <a:p>
            <a:r>
              <a:rPr lang="en-US" dirty="0"/>
              <a:t> 'flesh',</a:t>
            </a:r>
          </a:p>
          <a:p>
            <a:r>
              <a:rPr lang="en-US" dirty="0"/>
              <a:t> '</a:t>
            </a:r>
            <a:r>
              <a:rPr lang="en-US" dirty="0" err="1"/>
              <a:t>flf</a:t>
            </a:r>
            <a:r>
              <a:rPr lang="en-US" dirty="0"/>
              <a:t>',</a:t>
            </a:r>
          </a:p>
          <a:p>
            <a:r>
              <a:rPr lang="en-US" dirty="0"/>
              <a:t> '</a:t>
            </a:r>
            <a:r>
              <a:rPr lang="en-US" dirty="0" err="1"/>
              <a:t>flor</a:t>
            </a:r>
            <a:r>
              <a:rPr lang="en-US" dirty="0"/>
              <a:t>',</a:t>
            </a:r>
          </a:p>
          <a:p>
            <a:r>
              <a:rPr lang="en-US" dirty="0"/>
              <a:t> 'floral',</a:t>
            </a:r>
          </a:p>
          <a:p>
            <a:r>
              <a:rPr lang="en-US" dirty="0"/>
              <a:t> 'floret',</a:t>
            </a:r>
          </a:p>
          <a:p>
            <a:r>
              <a:rPr lang="en-US" dirty="0"/>
              <a:t> '</a:t>
            </a:r>
            <a:r>
              <a:rPr lang="en-US" dirty="0" err="1"/>
              <a:t>florida</a:t>
            </a:r>
            <a:r>
              <a:rPr lang="en-US" dirty="0"/>
              <a:t>',</a:t>
            </a:r>
          </a:p>
          <a:p>
            <a:r>
              <a:rPr lang="en-US" dirty="0"/>
              <a:t> 'flower',</a:t>
            </a:r>
          </a:p>
          <a:p>
            <a:r>
              <a:rPr lang="en-US" dirty="0"/>
              <a:t> '</a:t>
            </a:r>
            <a:r>
              <a:rPr lang="en-US" dirty="0" err="1"/>
              <a:t>flsh</a:t>
            </a:r>
            <a:r>
              <a:rPr lang="en-US" dirty="0"/>
              <a:t>',</a:t>
            </a:r>
          </a:p>
          <a:p>
            <a:r>
              <a:rPr lang="en-US" dirty="0">
                <a:solidFill>
                  <a:srgbClr val="FF0000"/>
                </a:solidFill>
              </a:rPr>
              <a:t> '</a:t>
            </a:r>
            <a:r>
              <a:rPr lang="en-US" dirty="0" err="1">
                <a:solidFill>
                  <a:srgbClr val="FF0000"/>
                </a:solidFill>
              </a:rPr>
              <a:t>flvrd</a:t>
            </a:r>
            <a:r>
              <a:rPr lang="en-US" dirty="0">
                <a:solidFill>
                  <a:srgbClr val="FF0000"/>
                </a:solidFill>
              </a:rPr>
              <a:t>',</a:t>
            </a:r>
          </a:p>
          <a:p>
            <a:r>
              <a:rPr lang="en-US" dirty="0"/>
              <a:t> '</a:t>
            </a:r>
            <a:r>
              <a:rPr lang="en-US" dirty="0" err="1"/>
              <a:t>fn</a:t>
            </a:r>
            <a:r>
              <a:rPr lang="en-US" dirty="0"/>
              <a:t>',</a:t>
            </a:r>
          </a:p>
          <a:p>
            <a:r>
              <a:rPr lang="en-US" dirty="0"/>
              <a:t> '</a:t>
            </a:r>
            <a:r>
              <a:rPr lang="en-US" dirty="0" err="1"/>
              <a:t>fo</a:t>
            </a:r>
            <a:r>
              <a:rPr lang="en-US" dirty="0"/>
              <a:t>',</a:t>
            </a:r>
          </a:p>
          <a:p>
            <a:r>
              <a:rPr lang="en-US" dirty="0"/>
              <a:t> 'food',</a:t>
            </a:r>
          </a:p>
          <a:p>
            <a:r>
              <a:rPr lang="en-US" dirty="0"/>
              <a:t> '</a:t>
            </a:r>
            <a:r>
              <a:rPr lang="en-US" dirty="0" err="1"/>
              <a:t>forelle</a:t>
            </a:r>
            <a:r>
              <a:rPr lang="en-US" dirty="0"/>
              <a:t>',</a:t>
            </a:r>
          </a:p>
          <a:p>
            <a:r>
              <a:rPr lang="en-US" dirty="0"/>
              <a:t> '</a:t>
            </a:r>
            <a:r>
              <a:rPr lang="en-US" dirty="0" err="1"/>
              <a:t>fp</a:t>
            </a:r>
            <a:r>
              <a:rPr lang="en-US" dirty="0"/>
              <a:t>',</a:t>
            </a:r>
          </a:p>
          <a:p>
            <a:r>
              <a:rPr lang="en-US" dirty="0"/>
              <a:t> '</a:t>
            </a:r>
            <a:r>
              <a:rPr lang="en-US" dirty="0" err="1"/>
              <a:t>fr</a:t>
            </a:r>
            <a:r>
              <a:rPr lang="en-US" dirty="0"/>
              <a:t>',</a:t>
            </a:r>
          </a:p>
          <a:p>
            <a:r>
              <a:rPr lang="en-US" dirty="0"/>
              <a:t> '</a:t>
            </a:r>
            <a:r>
              <a:rPr lang="en-US" dirty="0" err="1"/>
              <a:t>frc</a:t>
            </a:r>
            <a:r>
              <a:rPr lang="en-US" dirty="0"/>
              <a:t>',</a:t>
            </a:r>
          </a:p>
          <a:p>
            <a:r>
              <a:rPr lang="en-US" dirty="0"/>
              <a:t> 'free',</a:t>
            </a:r>
          </a:p>
          <a:p>
            <a:r>
              <a:rPr lang="en-US" dirty="0"/>
              <a:t> '</a:t>
            </a:r>
            <a:r>
              <a:rPr lang="en-US" dirty="0" err="1"/>
              <a:t>french</a:t>
            </a:r>
            <a:r>
              <a:rPr lang="en-US" dirty="0"/>
              <a:t>',</a:t>
            </a:r>
          </a:p>
          <a:p>
            <a:r>
              <a:rPr lang="en-US" dirty="0"/>
              <a:t> 'fresh',</a:t>
            </a:r>
          </a:p>
          <a:p>
            <a:r>
              <a:rPr lang="en-US" dirty="0"/>
              <a:t> 'freshly',</a:t>
            </a:r>
          </a:p>
          <a:p>
            <a:r>
              <a:rPr lang="en-US" dirty="0"/>
              <a:t> 'freshness',</a:t>
            </a:r>
          </a:p>
          <a:p>
            <a:r>
              <a:rPr lang="en-US" dirty="0"/>
              <a:t> '</a:t>
            </a:r>
            <a:r>
              <a:rPr lang="en-US" dirty="0" err="1"/>
              <a:t>fresno</a:t>
            </a:r>
            <a:r>
              <a:rPr lang="en-US" dirty="0"/>
              <a:t>',</a:t>
            </a:r>
          </a:p>
          <a:p>
            <a:r>
              <a:rPr lang="en-US" dirty="0"/>
              <a:t> '</a:t>
            </a:r>
            <a:r>
              <a:rPr lang="en-US" dirty="0" err="1"/>
              <a:t>frm</a:t>
            </a:r>
            <a:r>
              <a:rPr lang="en-US" dirty="0"/>
              <a:t>',</a:t>
            </a:r>
          </a:p>
          <a:p>
            <a:r>
              <a:rPr lang="en-US" dirty="0"/>
              <a:t> '</a:t>
            </a:r>
            <a:r>
              <a:rPr lang="en-US" dirty="0" err="1"/>
              <a:t>fro</a:t>
            </a:r>
            <a:r>
              <a:rPr lang="en-US" dirty="0"/>
              <a:t>',</a:t>
            </a:r>
          </a:p>
          <a:p>
            <a:r>
              <a:rPr lang="en-US" dirty="0"/>
              <a:t> 'fruit',</a:t>
            </a:r>
          </a:p>
          <a:p>
            <a:r>
              <a:rPr lang="en-US" dirty="0"/>
              <a:t> 'fry',</a:t>
            </a:r>
          </a:p>
          <a:p>
            <a:r>
              <a:rPr lang="en-US" dirty="0"/>
              <a:t> 'fryer',</a:t>
            </a:r>
          </a:p>
          <a:p>
            <a:r>
              <a:rPr lang="en-US" dirty="0"/>
              <a:t> 'ft',</a:t>
            </a:r>
          </a:p>
          <a:p>
            <a:r>
              <a:rPr lang="en-US" dirty="0"/>
              <a:t> '</a:t>
            </a:r>
            <a:r>
              <a:rPr lang="en-US" dirty="0" err="1"/>
              <a:t>ftg</a:t>
            </a:r>
            <a:r>
              <a:rPr lang="en-US" dirty="0"/>
              <a:t>',</a:t>
            </a:r>
          </a:p>
          <a:p>
            <a:r>
              <a:rPr lang="en-US" dirty="0"/>
              <a:t> 'fuji',</a:t>
            </a:r>
          </a:p>
          <a:p>
            <a:r>
              <a:rPr lang="en-US" dirty="0"/>
              <a:t> '</a:t>
            </a:r>
            <a:r>
              <a:rPr lang="en-US" dirty="0" err="1"/>
              <a:t>fuyu</a:t>
            </a:r>
            <a:r>
              <a:rPr lang="en-US" dirty="0"/>
              <a:t>',</a:t>
            </a:r>
          </a:p>
          <a:p>
            <a:r>
              <a:rPr lang="en-US" dirty="0"/>
              <a:t> '</a:t>
            </a:r>
            <a:r>
              <a:rPr lang="en-US" dirty="0" err="1"/>
              <a:t>fw</a:t>
            </a:r>
            <a:r>
              <a:rPr lang="en-US" dirty="0"/>
              <a:t>',</a:t>
            </a:r>
          </a:p>
          <a:p>
            <a:r>
              <a:rPr lang="en-US" dirty="0"/>
              <a:t> '</a:t>
            </a:r>
            <a:r>
              <a:rPr lang="en-US" dirty="0" err="1"/>
              <a:t>ga</a:t>
            </a:r>
            <a:r>
              <a:rPr lang="en-US" dirty="0"/>
              <a:t>',</a:t>
            </a:r>
          </a:p>
          <a:p>
            <a:r>
              <a:rPr lang="en-US" dirty="0"/>
              <a:t> 'gal',</a:t>
            </a:r>
          </a:p>
          <a:p>
            <a:r>
              <a:rPr lang="en-US" dirty="0"/>
              <a:t> 'gala',</a:t>
            </a:r>
          </a:p>
          <a:p>
            <a:r>
              <a:rPr lang="en-US" dirty="0"/>
              <a:t> '</a:t>
            </a:r>
            <a:r>
              <a:rPr lang="en-US" dirty="0" err="1"/>
              <a:t>galia</a:t>
            </a:r>
            <a:r>
              <a:rPr lang="en-US" dirty="0"/>
              <a:t>',</a:t>
            </a:r>
          </a:p>
          <a:p>
            <a:r>
              <a:rPr lang="en-US" dirty="0"/>
              <a:t> '</a:t>
            </a:r>
            <a:r>
              <a:rPr lang="en-US" dirty="0" err="1"/>
              <a:t>gallo</a:t>
            </a:r>
            <a:r>
              <a:rPr lang="en-US" dirty="0"/>
              <a:t>',</a:t>
            </a:r>
          </a:p>
          <a:p>
            <a:r>
              <a:rPr lang="en-US" dirty="0"/>
              <a:t> 'gallon',</a:t>
            </a:r>
          </a:p>
          <a:p>
            <a:r>
              <a:rPr lang="en-US" dirty="0"/>
              <a:t> 'gar',</a:t>
            </a:r>
          </a:p>
          <a:p>
            <a:r>
              <a:rPr lang="en-US" dirty="0"/>
              <a:t> 'garden',</a:t>
            </a:r>
          </a:p>
          <a:p>
            <a:r>
              <a:rPr lang="en-US" dirty="0"/>
              <a:t> 'garlic',</a:t>
            </a:r>
          </a:p>
          <a:p>
            <a:r>
              <a:rPr lang="en-US" dirty="0"/>
              <a:t> '</a:t>
            </a:r>
            <a:r>
              <a:rPr lang="en-US" dirty="0" err="1"/>
              <a:t>gb</a:t>
            </a:r>
            <a:r>
              <a:rPr lang="en-US" dirty="0"/>
              <a:t>',</a:t>
            </a:r>
          </a:p>
          <a:p>
            <a:r>
              <a:rPr lang="en-US" dirty="0"/>
              <a:t> '</a:t>
            </a:r>
            <a:r>
              <a:rPr lang="en-US" dirty="0" err="1"/>
              <a:t>gc</a:t>
            </a:r>
            <a:r>
              <a:rPr lang="en-US" dirty="0"/>
              <a:t>',</a:t>
            </a:r>
          </a:p>
          <a:p>
            <a:r>
              <a:rPr lang="en-US" dirty="0"/>
              <a:t> '</a:t>
            </a:r>
            <a:r>
              <a:rPr lang="en-US" dirty="0" err="1"/>
              <a:t>gd</a:t>
            </a:r>
            <a:r>
              <a:rPr lang="en-US" dirty="0"/>
              <a:t>',</a:t>
            </a:r>
          </a:p>
          <a:p>
            <a:r>
              <a:rPr lang="en-US" dirty="0"/>
              <a:t> '</a:t>
            </a:r>
            <a:r>
              <a:rPr lang="en-US" dirty="0" err="1"/>
              <a:t>ge</a:t>
            </a:r>
            <a:r>
              <a:rPr lang="en-US" dirty="0"/>
              <a:t>',</a:t>
            </a:r>
          </a:p>
          <a:p>
            <a:r>
              <a:rPr lang="en-US" dirty="0"/>
              <a:t> 'gem',</a:t>
            </a:r>
          </a:p>
          <a:p>
            <a:r>
              <a:rPr lang="en-US" dirty="0"/>
              <a:t> '</a:t>
            </a:r>
            <a:r>
              <a:rPr lang="en-US" dirty="0" err="1"/>
              <a:t>georgia</a:t>
            </a:r>
            <a:r>
              <a:rPr lang="en-US" dirty="0"/>
              <a:t>',</a:t>
            </a:r>
          </a:p>
          <a:p>
            <a:r>
              <a:rPr lang="en-US" dirty="0"/>
              <a:t> 'get',</a:t>
            </a:r>
          </a:p>
          <a:p>
            <a:r>
              <a:rPr lang="en-US" dirty="0"/>
              <a:t> 'gf',</a:t>
            </a:r>
          </a:p>
          <a:p>
            <a:r>
              <a:rPr lang="en-US" dirty="0"/>
              <a:t> 'gg',</a:t>
            </a:r>
          </a:p>
          <a:p>
            <a:r>
              <a:rPr lang="en-US" dirty="0"/>
              <a:t> '</a:t>
            </a:r>
            <a:r>
              <a:rPr lang="en-US" dirty="0" err="1"/>
              <a:t>ggf</a:t>
            </a:r>
            <a:r>
              <a:rPr lang="en-US" dirty="0"/>
              <a:t>',</a:t>
            </a:r>
          </a:p>
          <a:p>
            <a:r>
              <a:rPr lang="en-US" dirty="0"/>
              <a:t> '</a:t>
            </a:r>
            <a:r>
              <a:rPr lang="en-US" dirty="0" err="1"/>
              <a:t>ghg</a:t>
            </a:r>
            <a:r>
              <a:rPr lang="en-US" dirty="0"/>
              <a:t>',</a:t>
            </a:r>
          </a:p>
          <a:p>
            <a:r>
              <a:rPr lang="en-US" dirty="0"/>
              <a:t> 'giant',</a:t>
            </a:r>
          </a:p>
          <a:p>
            <a:r>
              <a:rPr lang="en-US" dirty="0"/>
              <a:t> 'gid',</a:t>
            </a:r>
          </a:p>
          <a:p>
            <a:r>
              <a:rPr lang="en-US" dirty="0"/>
              <a:t> 'gift',</a:t>
            </a:r>
          </a:p>
          <a:p>
            <a:r>
              <a:rPr lang="en-US" dirty="0"/>
              <a:t> 'gin',</a:t>
            </a:r>
          </a:p>
          <a:p>
            <a:r>
              <a:rPr lang="en-US" dirty="0"/>
              <a:t> 'ginger',</a:t>
            </a:r>
          </a:p>
          <a:p>
            <a:r>
              <a:rPr lang="en-US" dirty="0"/>
              <a:t> '</a:t>
            </a:r>
            <a:r>
              <a:rPr lang="en-US" dirty="0" err="1"/>
              <a:t>gingergold</a:t>
            </a:r>
            <a:r>
              <a:rPr lang="en-US" dirty="0"/>
              <a:t>',</a:t>
            </a:r>
          </a:p>
          <a:p>
            <a:r>
              <a:rPr lang="en-US" dirty="0"/>
              <a:t> '</a:t>
            </a:r>
            <a:r>
              <a:rPr lang="en-US" dirty="0" err="1"/>
              <a:t>gl</a:t>
            </a:r>
            <a:r>
              <a:rPr lang="en-US" dirty="0"/>
              <a:t>',</a:t>
            </a:r>
          </a:p>
          <a:p>
            <a:r>
              <a:rPr lang="en-US" dirty="0"/>
              <a:t> 'glaze',</a:t>
            </a:r>
          </a:p>
          <a:p>
            <a:r>
              <a:rPr lang="en-US" dirty="0"/>
              <a:t> '</a:t>
            </a:r>
            <a:r>
              <a:rPr lang="en-US" dirty="0" err="1"/>
              <a:t>gld</a:t>
            </a:r>
            <a:r>
              <a:rPr lang="en-US" dirty="0"/>
              <a:t>',</a:t>
            </a:r>
          </a:p>
          <a:p>
            <a:r>
              <a:rPr lang="en-US" dirty="0"/>
              <a:t> '</a:t>
            </a:r>
            <a:r>
              <a:rPr lang="en-US" dirty="0" err="1"/>
              <a:t>glo</a:t>
            </a:r>
            <a:r>
              <a:rPr lang="en-US" dirty="0"/>
              <a:t>',</a:t>
            </a:r>
          </a:p>
          <a:p>
            <a:r>
              <a:rPr lang="en-US" dirty="0"/>
              <a:t> 'globe',</a:t>
            </a:r>
          </a:p>
          <a:p>
            <a:r>
              <a:rPr lang="en-US" dirty="0"/>
              <a:t> 'glory',</a:t>
            </a:r>
          </a:p>
          <a:p>
            <a:r>
              <a:rPr lang="en-US" dirty="0"/>
              <a:t> 'go',</a:t>
            </a:r>
          </a:p>
          <a:p>
            <a:r>
              <a:rPr lang="en-US" dirty="0"/>
              <a:t> 'gold',</a:t>
            </a:r>
          </a:p>
          <a:p>
            <a:r>
              <a:rPr lang="en-US" dirty="0"/>
              <a:t> 'golden',</a:t>
            </a:r>
          </a:p>
          <a:p>
            <a:r>
              <a:rPr lang="en-US" dirty="0"/>
              <a:t> 'good',</a:t>
            </a:r>
          </a:p>
          <a:p>
            <a:r>
              <a:rPr lang="en-US" dirty="0"/>
              <a:t> '</a:t>
            </a:r>
            <a:r>
              <a:rPr lang="en-US" dirty="0" err="1"/>
              <a:t>gorg</a:t>
            </a:r>
            <a:r>
              <a:rPr lang="en-US" dirty="0"/>
              <a:t>',</a:t>
            </a:r>
          </a:p>
          <a:p>
            <a:r>
              <a:rPr lang="en-US" dirty="0"/>
              <a:t> 'gourd',</a:t>
            </a:r>
          </a:p>
          <a:p>
            <a:r>
              <a:rPr lang="en-US" dirty="0"/>
              <a:t> 'gourmet',</a:t>
            </a:r>
          </a:p>
          <a:p>
            <a:r>
              <a:rPr lang="en-US" dirty="0"/>
              <a:t> 'gr',</a:t>
            </a:r>
          </a:p>
          <a:p>
            <a:r>
              <a:rPr lang="en-US" dirty="0"/>
              <a:t> 'grain',</a:t>
            </a:r>
          </a:p>
          <a:p>
            <a:r>
              <a:rPr lang="en-US" dirty="0"/>
              <a:t> 'granny',</a:t>
            </a:r>
          </a:p>
          <a:p>
            <a:r>
              <a:rPr lang="en-US" dirty="0"/>
              <a:t> 'granola',</a:t>
            </a:r>
          </a:p>
          <a:p>
            <a:r>
              <a:rPr lang="en-US" dirty="0"/>
              <a:t> 'grape',</a:t>
            </a:r>
          </a:p>
          <a:p>
            <a:r>
              <a:rPr lang="en-US" dirty="0"/>
              <a:t> 'grapefruit',</a:t>
            </a:r>
          </a:p>
          <a:p>
            <a:r>
              <a:rPr lang="en-US" dirty="0"/>
              <a:t> '</a:t>
            </a:r>
            <a:r>
              <a:rPr lang="en-US" dirty="0" err="1"/>
              <a:t>grean</a:t>
            </a:r>
            <a:r>
              <a:rPr lang="en-US" dirty="0"/>
              <a:t>',</a:t>
            </a:r>
          </a:p>
          <a:p>
            <a:r>
              <a:rPr lang="en-US" dirty="0"/>
              <a:t> '</a:t>
            </a:r>
            <a:r>
              <a:rPr lang="en-US" dirty="0" err="1"/>
              <a:t>greek</a:t>
            </a:r>
            <a:r>
              <a:rPr lang="en-US" dirty="0"/>
              <a:t>',</a:t>
            </a:r>
          </a:p>
          <a:p>
            <a:r>
              <a:rPr lang="en-US" dirty="0"/>
              <a:t> 'green',</a:t>
            </a:r>
          </a:p>
          <a:p>
            <a:r>
              <a:rPr lang="en-US" dirty="0"/>
              <a:t> </a:t>
            </a:r>
            <a:r>
              <a:rPr lang="en-US" dirty="0">
                <a:solidFill>
                  <a:srgbClr val="FF0000"/>
                </a:solidFill>
              </a:rPr>
              <a:t>'grill',</a:t>
            </a:r>
          </a:p>
          <a:p>
            <a:r>
              <a:rPr lang="en-US" dirty="0">
                <a:solidFill>
                  <a:srgbClr val="FF0000"/>
                </a:solidFill>
              </a:rPr>
              <a:t> 'grilled',</a:t>
            </a:r>
          </a:p>
          <a:p>
            <a:r>
              <a:rPr lang="en-US" dirty="0"/>
              <a:t> 'griller',</a:t>
            </a:r>
          </a:p>
          <a:p>
            <a:r>
              <a:rPr lang="en-US" dirty="0"/>
              <a:t> 'grilling',</a:t>
            </a:r>
          </a:p>
          <a:p>
            <a:r>
              <a:rPr lang="en-US" dirty="0"/>
              <a:t> '</a:t>
            </a:r>
            <a:r>
              <a:rPr lang="en-US" dirty="0" err="1"/>
              <a:t>grk</a:t>
            </a:r>
            <a:r>
              <a:rPr lang="en-US" dirty="0"/>
              <a:t>',</a:t>
            </a:r>
          </a:p>
          <a:p>
            <a:r>
              <a:rPr lang="en-US" dirty="0"/>
              <a:t> '</a:t>
            </a:r>
            <a:r>
              <a:rPr lang="en-US" dirty="0" err="1"/>
              <a:t>grm</a:t>
            </a:r>
            <a:r>
              <a:rPr lang="en-US" dirty="0"/>
              <a:t>',</a:t>
            </a:r>
          </a:p>
          <a:p>
            <a:r>
              <a:rPr lang="en-US" dirty="0"/>
              <a:t> 'grown',</a:t>
            </a:r>
          </a:p>
          <a:p>
            <a:r>
              <a:rPr lang="en-US" dirty="0"/>
              <a:t> 'gs1',</a:t>
            </a:r>
          </a:p>
          <a:p>
            <a:r>
              <a:rPr lang="en-US" dirty="0"/>
              <a:t> '</a:t>
            </a:r>
            <a:r>
              <a:rPr lang="en-US" dirty="0" err="1"/>
              <a:t>gsx</a:t>
            </a:r>
            <a:r>
              <a:rPr lang="en-US" dirty="0"/>
              <a:t>',</a:t>
            </a:r>
          </a:p>
          <a:p>
            <a:r>
              <a:rPr lang="en-US" dirty="0"/>
              <a:t> '</a:t>
            </a:r>
            <a:r>
              <a:rPr lang="en-US" dirty="0" err="1"/>
              <a:t>gt</a:t>
            </a:r>
            <a:r>
              <a:rPr lang="en-US" dirty="0"/>
              <a:t>',</a:t>
            </a:r>
          </a:p>
          <a:p>
            <a:r>
              <a:rPr lang="en-US" dirty="0"/>
              <a:t> '</a:t>
            </a:r>
            <a:r>
              <a:rPr lang="en-US" dirty="0" err="1"/>
              <a:t>gtin</a:t>
            </a:r>
            <a:r>
              <a:rPr lang="en-US" dirty="0"/>
              <a:t>',</a:t>
            </a:r>
          </a:p>
          <a:p>
            <a:r>
              <a:rPr lang="en-US" dirty="0"/>
              <a:t> 'guacamole',</a:t>
            </a:r>
          </a:p>
          <a:p>
            <a:r>
              <a:rPr lang="en-US" dirty="0"/>
              <a:t> 'guajillo',</a:t>
            </a:r>
          </a:p>
          <a:p>
            <a:r>
              <a:rPr lang="en-US" dirty="0"/>
              <a:t> 'guaranteed'</a:t>
            </a:r>
          </a:p>
        </p:txBody>
      </p:sp>
    </p:spTree>
    <p:extLst>
      <p:ext uri="{BB962C8B-B14F-4D97-AF65-F5344CB8AC3E}">
        <p14:creationId xmlns:p14="http://schemas.microsoft.com/office/powerpoint/2010/main" val="326204260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A1662C-12F8-46C5-87AF-834B5932CB8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6756FCC-1389-4D79-B137-17868851402F}"/>
              </a:ext>
            </a:extLst>
          </p:cNvPr>
          <p:cNvSpPr>
            <a:spLocks noGrp="1"/>
          </p:cNvSpPr>
          <p:nvPr>
            <p:ph idx="1"/>
          </p:nvPr>
        </p:nvSpPr>
        <p:spPr/>
        <p:txBody>
          <a:bodyPr numCol="8">
            <a:normAutofit fontScale="55000" lnSpcReduction="20000"/>
          </a:bodyPr>
          <a:lstStyle/>
          <a:p>
            <a:r>
              <a:rPr lang="en-US" dirty="0"/>
              <a:t>'guava',</a:t>
            </a:r>
          </a:p>
          <a:p>
            <a:r>
              <a:rPr lang="en-US" dirty="0"/>
              <a:t> '</a:t>
            </a:r>
            <a:r>
              <a:rPr lang="en-US" dirty="0" err="1"/>
              <a:t>gv</a:t>
            </a:r>
            <a:r>
              <a:rPr lang="en-US" dirty="0"/>
              <a:t>',</a:t>
            </a:r>
          </a:p>
          <a:p>
            <a:r>
              <a:rPr lang="en-US" dirty="0"/>
              <a:t> '</a:t>
            </a:r>
            <a:r>
              <a:rPr lang="en-US" dirty="0" err="1"/>
              <a:t>gw</a:t>
            </a:r>
            <a:r>
              <a:rPr lang="en-US" dirty="0"/>
              <a:t>',</a:t>
            </a:r>
          </a:p>
          <a:p>
            <a:r>
              <a:rPr lang="en-US" dirty="0"/>
              <a:t> 'gym',</a:t>
            </a:r>
          </a:p>
          <a:p>
            <a:r>
              <a:rPr lang="en-US" dirty="0"/>
              <a:t> 'ha',</a:t>
            </a:r>
          </a:p>
          <a:p>
            <a:r>
              <a:rPr lang="en-US" dirty="0"/>
              <a:t> 'habanero',</a:t>
            </a:r>
          </a:p>
          <a:p>
            <a:r>
              <a:rPr lang="en-US" dirty="0"/>
              <a:t> 'hair',</a:t>
            </a:r>
          </a:p>
          <a:p>
            <a:r>
              <a:rPr lang="en-US" dirty="0"/>
              <a:t> 'half',</a:t>
            </a:r>
          </a:p>
          <a:p>
            <a:r>
              <a:rPr lang="en-US" dirty="0"/>
              <a:t> '</a:t>
            </a:r>
            <a:r>
              <a:rPr lang="en-US" dirty="0" err="1"/>
              <a:t>hami</a:t>
            </a:r>
            <a:r>
              <a:rPr lang="en-US" dirty="0"/>
              <a:t>',</a:t>
            </a:r>
          </a:p>
          <a:p>
            <a:r>
              <a:rPr lang="en-US" dirty="0"/>
              <a:t> 'hard',</a:t>
            </a:r>
          </a:p>
          <a:p>
            <a:r>
              <a:rPr lang="en-US" dirty="0"/>
              <a:t> 'harvest',</a:t>
            </a:r>
          </a:p>
          <a:p>
            <a:r>
              <a:rPr lang="en-US" dirty="0"/>
              <a:t> 'hatch',</a:t>
            </a:r>
          </a:p>
          <a:p>
            <a:r>
              <a:rPr lang="en-US" dirty="0"/>
              <a:t> '</a:t>
            </a:r>
            <a:r>
              <a:rPr lang="en-US" dirty="0" err="1"/>
              <a:t>hb</a:t>
            </a:r>
            <a:r>
              <a:rPr lang="en-US" dirty="0"/>
              <a:t>',</a:t>
            </a:r>
          </a:p>
          <a:p>
            <a:r>
              <a:rPr lang="en-US" dirty="0"/>
              <a:t> '</a:t>
            </a:r>
            <a:r>
              <a:rPr lang="en-US" dirty="0" err="1"/>
              <a:t>hcs</a:t>
            </a:r>
            <a:r>
              <a:rPr lang="en-US" dirty="0"/>
              <a:t>',</a:t>
            </a:r>
          </a:p>
          <a:p>
            <a:r>
              <a:rPr lang="en-US" dirty="0"/>
              <a:t> 'head',</a:t>
            </a:r>
          </a:p>
          <a:p>
            <a:r>
              <a:rPr lang="en-US" dirty="0"/>
              <a:t> 'healthy',</a:t>
            </a:r>
          </a:p>
          <a:p>
            <a:r>
              <a:rPr lang="en-US" dirty="0"/>
              <a:t> 'heart',</a:t>
            </a:r>
          </a:p>
          <a:p>
            <a:r>
              <a:rPr lang="en-US" dirty="0"/>
              <a:t> 'heirloom',</a:t>
            </a:r>
          </a:p>
          <a:p>
            <a:r>
              <a:rPr lang="en-US" dirty="0"/>
              <a:t> 'herb',</a:t>
            </a:r>
          </a:p>
          <a:p>
            <a:r>
              <a:rPr lang="en-US" dirty="0"/>
              <a:t> 'hf',</a:t>
            </a:r>
          </a:p>
          <a:p>
            <a:r>
              <a:rPr lang="en-US" dirty="0"/>
              <a:t> 'hg',</a:t>
            </a:r>
          </a:p>
          <a:p>
            <a:r>
              <a:rPr lang="en-US" dirty="0"/>
              <a:t> '</a:t>
            </a:r>
            <a:r>
              <a:rPr lang="en-US" dirty="0" err="1"/>
              <a:t>hh</a:t>
            </a:r>
            <a:r>
              <a:rPr lang="en-US" dirty="0"/>
              <a:t>',</a:t>
            </a:r>
          </a:p>
          <a:p>
            <a:r>
              <a:rPr lang="en-US" dirty="0"/>
              <a:t> '</a:t>
            </a:r>
            <a:r>
              <a:rPr lang="en-US" dirty="0" err="1"/>
              <a:t>hisp</a:t>
            </a:r>
            <a:r>
              <a:rPr lang="en-US" dirty="0"/>
              <a:t>',</a:t>
            </a:r>
          </a:p>
          <a:p>
            <a:r>
              <a:rPr lang="en-US" dirty="0"/>
              <a:t> '</a:t>
            </a:r>
            <a:r>
              <a:rPr lang="en-US" dirty="0" err="1"/>
              <a:t>hispanic</a:t>
            </a:r>
            <a:r>
              <a:rPr lang="en-US" dirty="0"/>
              <a:t>',</a:t>
            </a:r>
          </a:p>
          <a:p>
            <a:r>
              <a:rPr lang="en-US" dirty="0"/>
              <a:t> '</a:t>
            </a:r>
            <a:r>
              <a:rPr lang="en-US" dirty="0" err="1"/>
              <a:t>hlves</a:t>
            </a:r>
            <a:r>
              <a:rPr lang="en-US" dirty="0"/>
              <a:t>',</a:t>
            </a:r>
          </a:p>
          <a:p>
            <a:r>
              <a:rPr lang="en-US" dirty="0"/>
              <a:t> 'hm',</a:t>
            </a:r>
          </a:p>
          <a:p>
            <a:r>
              <a:rPr lang="en-US" dirty="0"/>
              <a:t> '</a:t>
            </a:r>
            <a:r>
              <a:rPr lang="en-US" dirty="0" err="1"/>
              <a:t>hmc</a:t>
            </a:r>
            <a:r>
              <a:rPr lang="en-US" dirty="0"/>
              <a:t>',</a:t>
            </a:r>
          </a:p>
          <a:p>
            <a:r>
              <a:rPr lang="en-US" dirty="0"/>
              <a:t> '</a:t>
            </a:r>
            <a:r>
              <a:rPr lang="en-US" dirty="0" err="1"/>
              <a:t>hn</a:t>
            </a:r>
            <a:r>
              <a:rPr lang="en-US" dirty="0"/>
              <a:t>',</a:t>
            </a:r>
          </a:p>
          <a:p>
            <a:r>
              <a:rPr lang="en-US" dirty="0"/>
              <a:t> '</a:t>
            </a:r>
            <a:r>
              <a:rPr lang="en-US" dirty="0" err="1"/>
              <a:t>hnc</a:t>
            </a:r>
            <a:r>
              <a:rPr lang="en-US" dirty="0"/>
              <a:t>',</a:t>
            </a:r>
          </a:p>
          <a:p>
            <a:r>
              <a:rPr lang="en-US" dirty="0"/>
              <a:t> 'ho',</a:t>
            </a:r>
          </a:p>
          <a:p>
            <a:r>
              <a:rPr lang="en-US" dirty="0"/>
              <a:t> '</a:t>
            </a:r>
            <a:r>
              <a:rPr lang="en-US" dirty="0" err="1"/>
              <a:t>hof</a:t>
            </a:r>
            <a:r>
              <a:rPr lang="en-US" dirty="0"/>
              <a:t>',</a:t>
            </a:r>
          </a:p>
          <a:p>
            <a:r>
              <a:rPr lang="en-US" dirty="0"/>
              <a:t> 'holiday',</a:t>
            </a:r>
          </a:p>
          <a:p>
            <a:r>
              <a:rPr lang="en-US" dirty="0"/>
              <a:t> 'honey',</a:t>
            </a:r>
          </a:p>
          <a:p>
            <a:r>
              <a:rPr lang="en-US" dirty="0"/>
              <a:t> '</a:t>
            </a:r>
            <a:r>
              <a:rPr lang="en-US" dirty="0" err="1"/>
              <a:t>honeycrisp</a:t>
            </a:r>
            <a:r>
              <a:rPr lang="en-US" dirty="0"/>
              <a:t>',</a:t>
            </a:r>
          </a:p>
          <a:p>
            <a:r>
              <a:rPr lang="en-US" dirty="0"/>
              <a:t> 'honeydew',</a:t>
            </a:r>
          </a:p>
          <a:p>
            <a:r>
              <a:rPr lang="en-US" dirty="0"/>
              <a:t> 'hot',</a:t>
            </a:r>
          </a:p>
          <a:p>
            <a:r>
              <a:rPr lang="en-US" dirty="0"/>
              <a:t> 'hothouse',</a:t>
            </a:r>
          </a:p>
          <a:p>
            <a:r>
              <a:rPr lang="en-US" dirty="0"/>
              <a:t> 'house',</a:t>
            </a:r>
          </a:p>
          <a:p>
            <a:r>
              <a:rPr lang="en-US" dirty="0"/>
              <a:t> 'hp',</a:t>
            </a:r>
          </a:p>
          <a:p>
            <a:r>
              <a:rPr lang="en-US" dirty="0"/>
              <a:t> '</a:t>
            </a:r>
            <a:r>
              <a:rPr lang="en-US" dirty="0" err="1"/>
              <a:t>hr</a:t>
            </a:r>
            <a:r>
              <a:rPr lang="en-US" dirty="0"/>
              <a:t>',</a:t>
            </a:r>
          </a:p>
          <a:p>
            <a:r>
              <a:rPr lang="en-US" dirty="0"/>
              <a:t> '</a:t>
            </a:r>
            <a:r>
              <a:rPr lang="en-US" dirty="0" err="1"/>
              <a:t>hrt</a:t>
            </a:r>
            <a:r>
              <a:rPr lang="en-US" dirty="0"/>
              <a:t>',</a:t>
            </a:r>
          </a:p>
          <a:p>
            <a:r>
              <a:rPr lang="en-US" dirty="0"/>
              <a:t> '</a:t>
            </a:r>
            <a:r>
              <a:rPr lang="en-US" dirty="0" err="1"/>
              <a:t>ht</a:t>
            </a:r>
            <a:r>
              <a:rPr lang="en-US" dirty="0"/>
              <a:t>',</a:t>
            </a:r>
          </a:p>
          <a:p>
            <a:r>
              <a:rPr lang="en-US" dirty="0"/>
              <a:t> 'hu',</a:t>
            </a:r>
          </a:p>
          <a:p>
            <a:r>
              <a:rPr lang="en-US" dirty="0"/>
              <a:t> 'hummus',</a:t>
            </a:r>
          </a:p>
          <a:p>
            <a:r>
              <a:rPr lang="en-US" dirty="0"/>
              <a:t> '</a:t>
            </a:r>
            <a:r>
              <a:rPr lang="en-US" dirty="0" err="1"/>
              <a:t>hungarian</a:t>
            </a:r>
            <a:r>
              <a:rPr lang="en-US" dirty="0"/>
              <a:t>',</a:t>
            </a:r>
          </a:p>
          <a:p>
            <a:r>
              <a:rPr lang="en-US" dirty="0"/>
              <a:t> 'husk',</a:t>
            </a:r>
          </a:p>
          <a:p>
            <a:r>
              <a:rPr lang="en-US" dirty="0"/>
              <a:t> '</a:t>
            </a:r>
            <a:r>
              <a:rPr lang="en-US" dirty="0" err="1"/>
              <a:t>hvp</a:t>
            </a:r>
            <a:r>
              <a:rPr lang="en-US" dirty="0"/>
              <a:t>',</a:t>
            </a:r>
          </a:p>
          <a:p>
            <a:r>
              <a:rPr lang="en-US" dirty="0"/>
              <a:t> 'hx',</a:t>
            </a:r>
          </a:p>
          <a:p>
            <a:r>
              <a:rPr lang="en-US" dirty="0"/>
              <a:t> 'hydroponic',</a:t>
            </a:r>
          </a:p>
          <a:p>
            <a:r>
              <a:rPr lang="en-US" dirty="0"/>
              <a:t> '</a:t>
            </a:r>
            <a:r>
              <a:rPr lang="en-US" dirty="0" err="1"/>
              <a:t>hypermart</a:t>
            </a:r>
            <a:r>
              <a:rPr lang="en-US" dirty="0"/>
              <a:t>',</a:t>
            </a:r>
          </a:p>
          <a:p>
            <a:r>
              <a:rPr lang="en-US" dirty="0"/>
              <a:t> 'iceberg',</a:t>
            </a:r>
          </a:p>
          <a:p>
            <a:r>
              <a:rPr lang="en-US" dirty="0"/>
              <a:t> 'id',</a:t>
            </a:r>
          </a:p>
          <a:p>
            <a:r>
              <a:rPr lang="en-US" dirty="0"/>
              <a:t> '</a:t>
            </a:r>
            <a:r>
              <a:rPr lang="en-US" dirty="0" err="1"/>
              <a:t>idaho</a:t>
            </a:r>
            <a:r>
              <a:rPr lang="en-US" dirty="0"/>
              <a:t>',</a:t>
            </a:r>
          </a:p>
          <a:p>
            <a:r>
              <a:rPr lang="en-US" dirty="0"/>
              <a:t> '</a:t>
            </a:r>
            <a:r>
              <a:rPr lang="en-US" dirty="0" err="1"/>
              <a:t>idared</a:t>
            </a:r>
            <a:r>
              <a:rPr lang="en-US" dirty="0"/>
              <a:t>',</a:t>
            </a:r>
          </a:p>
          <a:p>
            <a:r>
              <a:rPr lang="en-US" dirty="0"/>
              <a:t> '</a:t>
            </a:r>
            <a:r>
              <a:rPr lang="en-US" dirty="0" err="1"/>
              <a:t>ih</a:t>
            </a:r>
            <a:r>
              <a:rPr lang="en-US" dirty="0"/>
              <a:t>',</a:t>
            </a:r>
          </a:p>
          <a:p>
            <a:r>
              <a:rPr lang="en-US" dirty="0"/>
              <a:t> 'il',</a:t>
            </a:r>
          </a:p>
          <a:p>
            <a:r>
              <a:rPr lang="en-US" dirty="0"/>
              <a:t> '</a:t>
            </a:r>
            <a:r>
              <a:rPr lang="en-US" dirty="0" err="1"/>
              <a:t>img</a:t>
            </a:r>
            <a:r>
              <a:rPr lang="en-US" dirty="0"/>
              <a:t>',</a:t>
            </a:r>
          </a:p>
          <a:p>
            <a:r>
              <a:rPr lang="en-US" dirty="0"/>
              <a:t> 'imperfect',</a:t>
            </a:r>
          </a:p>
          <a:p>
            <a:r>
              <a:rPr lang="en-US" dirty="0"/>
              <a:t> 'import',</a:t>
            </a:r>
          </a:p>
          <a:p>
            <a:r>
              <a:rPr lang="en-US" dirty="0"/>
              <a:t> '</a:t>
            </a:r>
            <a:r>
              <a:rPr lang="en-US" dirty="0" err="1"/>
              <a:t>indian</a:t>
            </a:r>
            <a:r>
              <a:rPr lang="en-US" dirty="0"/>
              <a:t>',</a:t>
            </a:r>
          </a:p>
          <a:p>
            <a:r>
              <a:rPr lang="en-US" dirty="0"/>
              <a:t> '</a:t>
            </a:r>
            <a:r>
              <a:rPr lang="en-US" dirty="0" err="1"/>
              <a:t>indiana</a:t>
            </a:r>
            <a:r>
              <a:rPr lang="en-US" dirty="0"/>
              <a:t>',</a:t>
            </a:r>
          </a:p>
          <a:p>
            <a:r>
              <a:rPr lang="en-US" dirty="0"/>
              <a:t> 'inshell',</a:t>
            </a:r>
          </a:p>
          <a:p>
            <a:r>
              <a:rPr lang="en-US" dirty="0"/>
              <a:t> 'int',</a:t>
            </a:r>
          </a:p>
          <a:p>
            <a:r>
              <a:rPr lang="en-US" dirty="0"/>
              <a:t> 'internal',</a:t>
            </a:r>
          </a:p>
          <a:p>
            <a:r>
              <a:rPr lang="en-US" dirty="0"/>
              <a:t> '</a:t>
            </a:r>
            <a:r>
              <a:rPr lang="en-US" dirty="0" err="1"/>
              <a:t>iowa</a:t>
            </a:r>
            <a:r>
              <a:rPr lang="en-US" dirty="0"/>
              <a:t>',</a:t>
            </a:r>
          </a:p>
          <a:p>
            <a:r>
              <a:rPr lang="en-US" dirty="0"/>
              <a:t> '</a:t>
            </a:r>
            <a:r>
              <a:rPr lang="en-US" dirty="0" err="1"/>
              <a:t>ip</a:t>
            </a:r>
            <a:r>
              <a:rPr lang="en-US" dirty="0"/>
              <a:t>',</a:t>
            </a:r>
          </a:p>
          <a:p>
            <a:r>
              <a:rPr lang="en-US" dirty="0"/>
              <a:t> '</a:t>
            </a:r>
            <a:r>
              <a:rPr lang="en-US" dirty="0" err="1"/>
              <a:t>ipp</a:t>
            </a:r>
            <a:r>
              <a:rPr lang="en-US" dirty="0"/>
              <a:t>',</a:t>
            </a:r>
          </a:p>
          <a:p>
            <a:r>
              <a:rPr lang="en-US" dirty="0"/>
              <a:t> 'island',</a:t>
            </a:r>
          </a:p>
          <a:p>
            <a:r>
              <a:rPr lang="en-US" dirty="0"/>
              <a:t> '</a:t>
            </a:r>
            <a:r>
              <a:rPr lang="en-US" dirty="0" err="1"/>
              <a:t>ital</a:t>
            </a:r>
            <a:r>
              <a:rPr lang="en-US" dirty="0"/>
              <a:t>',</a:t>
            </a:r>
          </a:p>
          <a:p>
            <a:r>
              <a:rPr lang="en-US" dirty="0"/>
              <a:t> '</a:t>
            </a:r>
            <a:r>
              <a:rPr lang="en-US" dirty="0" err="1"/>
              <a:t>italian</a:t>
            </a:r>
            <a:r>
              <a:rPr lang="en-US" dirty="0"/>
              <a:t>',</a:t>
            </a:r>
          </a:p>
          <a:p>
            <a:r>
              <a:rPr lang="en-US" dirty="0"/>
              <a:t> 'jack',</a:t>
            </a:r>
          </a:p>
          <a:p>
            <a:r>
              <a:rPr lang="en-US" dirty="0"/>
              <a:t> 'jalapeno',</a:t>
            </a:r>
          </a:p>
          <a:p>
            <a:r>
              <a:rPr lang="en-US" dirty="0"/>
              <a:t> '</a:t>
            </a:r>
            <a:r>
              <a:rPr lang="en-US" dirty="0" err="1"/>
              <a:t>jamaica</a:t>
            </a:r>
            <a:r>
              <a:rPr lang="en-US" dirty="0"/>
              <a:t>',</a:t>
            </a:r>
          </a:p>
          <a:p>
            <a:r>
              <a:rPr lang="en-US" dirty="0"/>
              <a:t> '</a:t>
            </a:r>
            <a:r>
              <a:rPr lang="en-US" dirty="0" err="1"/>
              <a:t>japanese</a:t>
            </a:r>
            <a:r>
              <a:rPr lang="en-US" dirty="0"/>
              <a:t>',</a:t>
            </a:r>
          </a:p>
          <a:p>
            <a:r>
              <a:rPr lang="en-US" dirty="0"/>
              <a:t> 'jar',</a:t>
            </a:r>
          </a:p>
          <a:p>
            <a:r>
              <a:rPr lang="en-US" dirty="0"/>
              <a:t> 'jazz',</a:t>
            </a:r>
          </a:p>
          <a:p>
            <a:r>
              <a:rPr lang="en-US" dirty="0"/>
              <a:t> '</a:t>
            </a:r>
            <a:r>
              <a:rPr lang="en-US" dirty="0" err="1"/>
              <a:t>jb</a:t>
            </a:r>
            <a:r>
              <a:rPr lang="en-US" dirty="0"/>
              <a:t>',</a:t>
            </a:r>
          </a:p>
          <a:p>
            <a:r>
              <a:rPr lang="en-US" dirty="0"/>
              <a:t> '</a:t>
            </a:r>
            <a:r>
              <a:rPr lang="en-US" dirty="0" err="1"/>
              <a:t>jbj</a:t>
            </a:r>
            <a:r>
              <a:rPr lang="en-US" dirty="0"/>
              <a:t>',</a:t>
            </a:r>
          </a:p>
          <a:p>
            <a:r>
              <a:rPr lang="en-US" dirty="0"/>
              <a:t> '</a:t>
            </a:r>
            <a:r>
              <a:rPr lang="en-US" dirty="0" err="1"/>
              <a:t>jc</a:t>
            </a:r>
            <a:r>
              <a:rPr lang="en-US" dirty="0"/>
              <a:t>',</a:t>
            </a:r>
          </a:p>
          <a:p>
            <a:r>
              <a:rPr lang="en-US" dirty="0"/>
              <a:t> '</a:t>
            </a:r>
            <a:r>
              <a:rPr lang="en-US" dirty="0" err="1"/>
              <a:t>jd</a:t>
            </a:r>
            <a:r>
              <a:rPr lang="en-US" dirty="0"/>
              <a:t>',</a:t>
            </a:r>
          </a:p>
          <a:p>
            <a:r>
              <a:rPr lang="en-US" dirty="0"/>
              <a:t> '</a:t>
            </a:r>
            <a:r>
              <a:rPr lang="en-US" dirty="0" err="1"/>
              <a:t>jf</a:t>
            </a:r>
            <a:r>
              <a:rPr lang="en-US" dirty="0"/>
              <a:t>',</a:t>
            </a:r>
          </a:p>
          <a:p>
            <a:r>
              <a:rPr lang="en-US" dirty="0"/>
              <a:t> '</a:t>
            </a:r>
            <a:r>
              <a:rPr lang="en-US" dirty="0" err="1"/>
              <a:t>jfc</a:t>
            </a:r>
            <a:r>
              <a:rPr lang="en-US" dirty="0"/>
              <a:t>',</a:t>
            </a:r>
          </a:p>
          <a:p>
            <a:r>
              <a:rPr lang="en-US" dirty="0"/>
              <a:t> 'jicama',</a:t>
            </a:r>
          </a:p>
          <a:p>
            <a:r>
              <a:rPr lang="en-US" dirty="0"/>
              <a:t> 'jimmy',</a:t>
            </a:r>
          </a:p>
          <a:p>
            <a:r>
              <a:rPr lang="en-US" dirty="0"/>
              <a:t> '</a:t>
            </a:r>
            <a:r>
              <a:rPr lang="en-US" dirty="0" err="1"/>
              <a:t>jj</a:t>
            </a:r>
            <a:r>
              <a:rPr lang="en-US" dirty="0"/>
              <a:t>',</a:t>
            </a:r>
          </a:p>
          <a:p>
            <a:r>
              <a:rPr lang="en-US" dirty="0"/>
              <a:t> '</a:t>
            </a:r>
            <a:r>
              <a:rPr lang="en-US" dirty="0" err="1"/>
              <a:t>jonagold</a:t>
            </a:r>
            <a:r>
              <a:rPr lang="en-US" dirty="0"/>
              <a:t>',</a:t>
            </a:r>
          </a:p>
          <a:p>
            <a:r>
              <a:rPr lang="en-US" dirty="0"/>
              <a:t> '</a:t>
            </a:r>
            <a:r>
              <a:rPr lang="en-US" dirty="0" err="1"/>
              <a:t>jonamac</a:t>
            </a:r>
            <a:r>
              <a:rPr lang="en-US" dirty="0"/>
              <a:t>',</a:t>
            </a:r>
          </a:p>
          <a:p>
            <a:r>
              <a:rPr lang="en-US" dirty="0"/>
              <a:t> '</a:t>
            </a:r>
            <a:r>
              <a:rPr lang="en-US" dirty="0" err="1"/>
              <a:t>jonathan</a:t>
            </a:r>
            <a:r>
              <a:rPr lang="en-US" dirty="0"/>
              <a:t>',</a:t>
            </a:r>
          </a:p>
          <a:p>
            <a:r>
              <a:rPr lang="en-US" dirty="0"/>
              <a:t> '</a:t>
            </a:r>
            <a:r>
              <a:rPr lang="en-US" dirty="0" err="1"/>
              <a:t>jp</a:t>
            </a:r>
            <a:r>
              <a:rPr lang="en-US" dirty="0"/>
              <a:t>',</a:t>
            </a:r>
          </a:p>
          <a:p>
            <a:r>
              <a:rPr lang="en-US" dirty="0"/>
              <a:t> '</a:t>
            </a:r>
            <a:r>
              <a:rPr lang="en-US" dirty="0" err="1"/>
              <a:t>juan</a:t>
            </a:r>
            <a:r>
              <a:rPr lang="en-US" dirty="0"/>
              <a:t>',</a:t>
            </a:r>
          </a:p>
          <a:p>
            <a:r>
              <a:rPr lang="en-US" dirty="0"/>
              <a:t> 'jubilee',</a:t>
            </a:r>
          </a:p>
          <a:p>
            <a:r>
              <a:rPr lang="en-US" dirty="0"/>
              <a:t> </a:t>
            </a:r>
            <a:r>
              <a:rPr lang="en-US" dirty="0">
                <a:solidFill>
                  <a:srgbClr val="FF0000"/>
                </a:solidFill>
              </a:rPr>
              <a:t>'juice',</a:t>
            </a:r>
          </a:p>
          <a:p>
            <a:r>
              <a:rPr lang="en-US" dirty="0">
                <a:solidFill>
                  <a:srgbClr val="FF0000"/>
                </a:solidFill>
              </a:rPr>
              <a:t> '</a:t>
            </a:r>
            <a:r>
              <a:rPr lang="en-US" dirty="0" err="1">
                <a:solidFill>
                  <a:srgbClr val="FF0000"/>
                </a:solidFill>
              </a:rPr>
              <a:t>juici</a:t>
            </a:r>
            <a:r>
              <a:rPr lang="en-US" dirty="0">
                <a:solidFill>
                  <a:srgbClr val="FF0000"/>
                </a:solidFill>
              </a:rPr>
              <a:t>',</a:t>
            </a:r>
          </a:p>
          <a:p>
            <a:r>
              <a:rPr lang="en-US" dirty="0">
                <a:solidFill>
                  <a:srgbClr val="FF0000"/>
                </a:solidFill>
              </a:rPr>
              <a:t> 'juicing'</a:t>
            </a:r>
            <a:r>
              <a:rPr lang="en-US" dirty="0"/>
              <a:t>,</a:t>
            </a:r>
          </a:p>
          <a:p>
            <a:r>
              <a:rPr lang="en-US" dirty="0"/>
              <a:t> 'jumbo',</a:t>
            </a:r>
          </a:p>
          <a:p>
            <a:r>
              <a:rPr lang="en-US" dirty="0"/>
              <a:t> '</a:t>
            </a:r>
            <a:r>
              <a:rPr lang="en-US" dirty="0" err="1"/>
              <a:t>jvan</a:t>
            </a:r>
            <a:r>
              <a:rPr lang="en-US" dirty="0"/>
              <a:t>',</a:t>
            </a:r>
          </a:p>
          <a:p>
            <a:r>
              <a:rPr lang="en-US" dirty="0"/>
              <a:t> 'ka',</a:t>
            </a:r>
          </a:p>
          <a:p>
            <a:r>
              <a:rPr lang="en-US" dirty="0"/>
              <a:t> 'kabob',</a:t>
            </a:r>
          </a:p>
          <a:p>
            <a:r>
              <a:rPr lang="en-US" dirty="0"/>
              <a:t> 'kabocha',</a:t>
            </a:r>
          </a:p>
          <a:p>
            <a:r>
              <a:rPr lang="en-US" dirty="0"/>
              <a:t> 'kale'</a:t>
            </a:r>
          </a:p>
        </p:txBody>
      </p:sp>
    </p:spTree>
    <p:extLst>
      <p:ext uri="{BB962C8B-B14F-4D97-AF65-F5344CB8AC3E}">
        <p14:creationId xmlns:p14="http://schemas.microsoft.com/office/powerpoint/2010/main" val="184316471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C6195-87F4-4C4B-A33D-73918EF3F6D4}"/>
              </a:ext>
            </a:extLst>
          </p:cNvPr>
          <p:cNvSpPr>
            <a:spLocks noGrp="1"/>
          </p:cNvSpPr>
          <p:nvPr>
            <p:ph type="title"/>
          </p:nvPr>
        </p:nvSpPr>
        <p:spPr/>
        <p:txBody>
          <a:bodyPr/>
          <a:lstStyle/>
          <a:p>
            <a:r>
              <a:rPr lang="en-US" dirty="0"/>
              <a:t>Features 900-1000</a:t>
            </a:r>
          </a:p>
        </p:txBody>
      </p:sp>
      <p:sp>
        <p:nvSpPr>
          <p:cNvPr id="3" name="Content Placeholder 2">
            <a:extLst>
              <a:ext uri="{FF2B5EF4-FFF2-40B4-BE49-F238E27FC236}">
                <a16:creationId xmlns:a16="http://schemas.microsoft.com/office/drawing/2014/main" id="{6E44BA2F-6851-4FEE-BB28-F726FE0AEF47}"/>
              </a:ext>
            </a:extLst>
          </p:cNvPr>
          <p:cNvSpPr>
            <a:spLocks noGrp="1"/>
          </p:cNvSpPr>
          <p:nvPr>
            <p:ph idx="1"/>
          </p:nvPr>
        </p:nvSpPr>
        <p:spPr/>
        <p:txBody>
          <a:bodyPr numCol="8">
            <a:normAutofit fontScale="55000" lnSpcReduction="20000"/>
          </a:bodyPr>
          <a:lstStyle/>
          <a:p>
            <a:r>
              <a:rPr lang="en-US" dirty="0"/>
              <a:t>'</a:t>
            </a:r>
            <a:r>
              <a:rPr lang="en-US" dirty="0" err="1"/>
              <a:t>kanzi</a:t>
            </a:r>
            <a:r>
              <a:rPr lang="en-US" dirty="0"/>
              <a:t>',</a:t>
            </a:r>
          </a:p>
          <a:p>
            <a:r>
              <a:rPr lang="en-US" dirty="0"/>
              <a:t> '</a:t>
            </a:r>
            <a:r>
              <a:rPr lang="en-US" dirty="0" err="1"/>
              <a:t>kauai</a:t>
            </a:r>
            <a:r>
              <a:rPr lang="en-US" dirty="0"/>
              <a:t>',</a:t>
            </a:r>
          </a:p>
          <a:p>
            <a:r>
              <a:rPr lang="en-US" dirty="0"/>
              <a:t> 'key',</a:t>
            </a:r>
          </a:p>
          <a:p>
            <a:r>
              <a:rPr lang="en-US" dirty="0"/>
              <a:t> '</a:t>
            </a:r>
            <a:r>
              <a:rPr lang="en-US" dirty="0" err="1"/>
              <a:t>keylime</a:t>
            </a:r>
            <a:r>
              <a:rPr lang="en-US" dirty="0"/>
              <a:t>',</a:t>
            </a:r>
          </a:p>
          <a:p>
            <a:r>
              <a:rPr lang="en-US" dirty="0"/>
              <a:t> '</a:t>
            </a:r>
            <a:r>
              <a:rPr lang="en-US" dirty="0" err="1"/>
              <a:t>kf</a:t>
            </a:r>
            <a:r>
              <a:rPr lang="en-US" dirty="0"/>
              <a:t>',</a:t>
            </a:r>
          </a:p>
          <a:p>
            <a:r>
              <a:rPr lang="en-US" dirty="0"/>
              <a:t> '</a:t>
            </a:r>
            <a:r>
              <a:rPr lang="en-US" dirty="0" err="1"/>
              <a:t>kholrabi</a:t>
            </a:r>
            <a:r>
              <a:rPr lang="en-US" dirty="0"/>
              <a:t>',</a:t>
            </a:r>
          </a:p>
          <a:p>
            <a:r>
              <a:rPr lang="en-US" dirty="0"/>
              <a:t> '</a:t>
            </a:r>
            <a:r>
              <a:rPr lang="en-US" dirty="0" err="1"/>
              <a:t>ki</a:t>
            </a:r>
            <a:r>
              <a:rPr lang="en-US" dirty="0"/>
              <a:t>',</a:t>
            </a:r>
          </a:p>
          <a:p>
            <a:r>
              <a:rPr lang="en-US" dirty="0"/>
              <a:t> 'kid',</a:t>
            </a:r>
          </a:p>
          <a:p>
            <a:r>
              <a:rPr lang="en-US" dirty="0"/>
              <a:t> '</a:t>
            </a:r>
            <a:r>
              <a:rPr lang="en-US" dirty="0" err="1"/>
              <a:t>kiku</a:t>
            </a:r>
            <a:r>
              <a:rPr lang="en-US" dirty="0"/>
              <a:t>',</a:t>
            </a:r>
          </a:p>
          <a:p>
            <a:r>
              <a:rPr lang="en-US" dirty="0"/>
              <a:t> '</a:t>
            </a:r>
            <a:r>
              <a:rPr lang="en-US" dirty="0" err="1"/>
              <a:t>kim</a:t>
            </a:r>
            <a:r>
              <a:rPr lang="en-US" dirty="0"/>
              <a:t>',</a:t>
            </a:r>
          </a:p>
          <a:p>
            <a:r>
              <a:rPr lang="en-US" dirty="0"/>
              <a:t> 'kimchi',</a:t>
            </a:r>
          </a:p>
          <a:p>
            <a:r>
              <a:rPr lang="en-US" dirty="0"/>
              <a:t> 'kiss',</a:t>
            </a:r>
          </a:p>
          <a:p>
            <a:r>
              <a:rPr lang="en-US" dirty="0"/>
              <a:t> 'kit',</a:t>
            </a:r>
          </a:p>
          <a:p>
            <a:r>
              <a:rPr lang="en-US" dirty="0"/>
              <a:t> 'kiwi',</a:t>
            </a:r>
          </a:p>
          <a:p>
            <a:r>
              <a:rPr lang="en-US" dirty="0"/>
              <a:t> 'kl',</a:t>
            </a:r>
          </a:p>
          <a:p>
            <a:r>
              <a:rPr lang="en-US" dirty="0"/>
              <a:t> '</a:t>
            </a:r>
            <a:r>
              <a:rPr lang="en-US" dirty="0" err="1"/>
              <a:t>klcr</a:t>
            </a:r>
            <a:r>
              <a:rPr lang="en-US" dirty="0"/>
              <a:t>',</a:t>
            </a:r>
          </a:p>
          <a:p>
            <a:r>
              <a:rPr lang="en-US" dirty="0"/>
              <a:t> 'klondike',</a:t>
            </a:r>
          </a:p>
          <a:p>
            <a:r>
              <a:rPr lang="en-US" dirty="0"/>
              <a:t> '</a:t>
            </a:r>
            <a:r>
              <a:rPr lang="en-US" dirty="0" err="1"/>
              <a:t>kngs</a:t>
            </a:r>
            <a:r>
              <a:rPr lang="en-US" dirty="0"/>
              <a:t>',</a:t>
            </a:r>
          </a:p>
          <a:p>
            <a:r>
              <a:rPr lang="en-US" dirty="0"/>
              <a:t> '</a:t>
            </a:r>
            <a:r>
              <a:rPr lang="en-US" dirty="0" err="1"/>
              <a:t>kodiak</a:t>
            </a:r>
            <a:r>
              <a:rPr lang="en-US" dirty="0"/>
              <a:t>',</a:t>
            </a:r>
          </a:p>
          <a:p>
            <a:r>
              <a:rPr lang="en-US" dirty="0"/>
              <a:t> 'kohlrabi',</a:t>
            </a:r>
          </a:p>
          <a:p>
            <a:r>
              <a:rPr lang="en-US" dirty="0"/>
              <a:t> '</a:t>
            </a:r>
            <a:r>
              <a:rPr lang="en-US" dirty="0" err="1"/>
              <a:t>korean</a:t>
            </a:r>
            <a:r>
              <a:rPr lang="en-US" dirty="0"/>
              <a:t>',</a:t>
            </a:r>
          </a:p>
          <a:p>
            <a:r>
              <a:rPr lang="en-US" dirty="0"/>
              <a:t> 'koru',</a:t>
            </a:r>
          </a:p>
          <a:p>
            <a:r>
              <a:rPr lang="en-US" dirty="0"/>
              <a:t> 'kt',</a:t>
            </a:r>
          </a:p>
          <a:p>
            <a:r>
              <a:rPr lang="en-US" dirty="0"/>
              <a:t> 'l3',</a:t>
            </a:r>
          </a:p>
          <a:p>
            <a:r>
              <a:rPr lang="en-US" dirty="0"/>
              <a:t> 'l4',</a:t>
            </a:r>
          </a:p>
          <a:p>
            <a:r>
              <a:rPr lang="en-US" dirty="0"/>
              <a:t> 'la',</a:t>
            </a:r>
          </a:p>
          <a:p>
            <a:r>
              <a:rPr lang="en-US" dirty="0"/>
              <a:t> 'label',</a:t>
            </a:r>
          </a:p>
          <a:p>
            <a:r>
              <a:rPr lang="en-US" dirty="0"/>
              <a:t> 'lady',</a:t>
            </a:r>
          </a:p>
          <a:p>
            <a:r>
              <a:rPr lang="en-US" dirty="0"/>
              <a:t> '</a:t>
            </a:r>
            <a:r>
              <a:rPr lang="en-US" dirty="0" err="1"/>
              <a:t>lancaster</a:t>
            </a:r>
            <a:r>
              <a:rPr lang="en-US" dirty="0"/>
              <a:t>',</a:t>
            </a:r>
          </a:p>
          <a:p>
            <a:r>
              <a:rPr lang="en-US" dirty="0"/>
              <a:t> 'land',</a:t>
            </a:r>
          </a:p>
          <a:p>
            <a:r>
              <a:rPr lang="en-US" dirty="0"/>
              <a:t> 'large',</a:t>
            </a:r>
          </a:p>
          <a:p>
            <a:r>
              <a:rPr lang="en-US" dirty="0"/>
              <a:t> 'lava',</a:t>
            </a:r>
          </a:p>
          <a:p>
            <a:r>
              <a:rPr lang="en-US" dirty="0"/>
              <a:t> '</a:t>
            </a:r>
            <a:r>
              <a:rPr lang="en-US" dirty="0" err="1"/>
              <a:t>lb</a:t>
            </a:r>
            <a:r>
              <a:rPr lang="en-US" dirty="0"/>
              <a:t>',</a:t>
            </a:r>
          </a:p>
          <a:p>
            <a:r>
              <a:rPr lang="en-US" dirty="0"/>
              <a:t> '</a:t>
            </a:r>
            <a:r>
              <a:rPr lang="en-US" dirty="0" err="1"/>
              <a:t>lbl</a:t>
            </a:r>
            <a:r>
              <a:rPr lang="en-US" dirty="0"/>
              <a:t>',</a:t>
            </a:r>
          </a:p>
          <a:p>
            <a:r>
              <a:rPr lang="en-US" dirty="0"/>
              <a:t> '</a:t>
            </a:r>
            <a:r>
              <a:rPr lang="en-US" dirty="0" err="1"/>
              <a:t>lbp</a:t>
            </a:r>
            <a:r>
              <a:rPr lang="en-US" dirty="0"/>
              <a:t>',</a:t>
            </a:r>
          </a:p>
          <a:p>
            <a:r>
              <a:rPr lang="en-US" dirty="0"/>
              <a:t> 'lc',</a:t>
            </a:r>
          </a:p>
          <a:p>
            <a:r>
              <a:rPr lang="en-US" dirty="0"/>
              <a:t> '</a:t>
            </a:r>
            <a:r>
              <a:rPr lang="en-US" dirty="0" err="1"/>
              <a:t>lcal</a:t>
            </a:r>
            <a:r>
              <a:rPr lang="en-US" dirty="0"/>
              <a:t>',</a:t>
            </a:r>
          </a:p>
          <a:p>
            <a:r>
              <a:rPr lang="en-US" dirty="0"/>
              <a:t> </a:t>
            </a:r>
            <a:r>
              <a:rPr lang="en-US" dirty="0">
                <a:solidFill>
                  <a:srgbClr val="FF0000"/>
                </a:solidFill>
              </a:rPr>
              <a:t>'leaf',</a:t>
            </a:r>
          </a:p>
          <a:p>
            <a:r>
              <a:rPr lang="en-US" dirty="0">
                <a:solidFill>
                  <a:srgbClr val="FF0000"/>
                </a:solidFill>
              </a:rPr>
              <a:t> 'leafy',</a:t>
            </a:r>
          </a:p>
          <a:p>
            <a:r>
              <a:rPr lang="en-US" dirty="0"/>
              <a:t> 'leek',</a:t>
            </a:r>
          </a:p>
          <a:p>
            <a:r>
              <a:rPr lang="en-US" dirty="0"/>
              <a:t> 'lemon',</a:t>
            </a:r>
          </a:p>
          <a:p>
            <a:r>
              <a:rPr lang="en-US" dirty="0"/>
              <a:t> 'let',</a:t>
            </a:r>
          </a:p>
          <a:p>
            <a:r>
              <a:rPr lang="en-US" dirty="0"/>
              <a:t> 'lettuce',</a:t>
            </a:r>
          </a:p>
          <a:p>
            <a:r>
              <a:rPr lang="en-US" dirty="0"/>
              <a:t> '</a:t>
            </a:r>
            <a:r>
              <a:rPr lang="en-US" dirty="0" err="1"/>
              <a:t>lf</a:t>
            </a:r>
            <a:r>
              <a:rPr lang="en-US" dirty="0"/>
              <a:t>',</a:t>
            </a:r>
          </a:p>
          <a:p>
            <a:r>
              <a:rPr lang="en-US" dirty="0"/>
              <a:t> 'lg',</a:t>
            </a:r>
          </a:p>
          <a:p>
            <a:r>
              <a:rPr lang="en-US" dirty="0"/>
              <a:t> '</a:t>
            </a:r>
            <a:r>
              <a:rPr lang="en-US" dirty="0" err="1"/>
              <a:t>lgs</a:t>
            </a:r>
            <a:r>
              <a:rPr lang="en-US" dirty="0"/>
              <a:t>',</a:t>
            </a:r>
          </a:p>
          <a:p>
            <a:r>
              <a:rPr lang="en-US" dirty="0"/>
              <a:t> '</a:t>
            </a:r>
            <a:r>
              <a:rPr lang="en-US" dirty="0" err="1"/>
              <a:t>lh</a:t>
            </a:r>
            <a:r>
              <a:rPr lang="en-US" dirty="0"/>
              <a:t>',</a:t>
            </a:r>
          </a:p>
          <a:p>
            <a:r>
              <a:rPr lang="en-US" dirty="0"/>
              <a:t> 'licensed',</a:t>
            </a:r>
          </a:p>
          <a:p>
            <a:r>
              <a:rPr lang="en-US" dirty="0"/>
              <a:t> 'light',</a:t>
            </a:r>
          </a:p>
          <a:p>
            <a:r>
              <a:rPr lang="en-US" dirty="0"/>
              <a:t> '</a:t>
            </a:r>
            <a:r>
              <a:rPr lang="en-US" dirty="0" err="1"/>
              <a:t>lightlife</a:t>
            </a:r>
            <a:r>
              <a:rPr lang="en-US" dirty="0"/>
              <a:t>',</a:t>
            </a:r>
          </a:p>
          <a:p>
            <a:r>
              <a:rPr lang="en-US" dirty="0"/>
              <a:t> 'lime',</a:t>
            </a:r>
          </a:p>
          <a:p>
            <a:r>
              <a:rPr lang="en-US" dirty="0"/>
              <a:t> 'lite',</a:t>
            </a:r>
          </a:p>
          <a:p>
            <a:r>
              <a:rPr lang="en-US" dirty="0"/>
              <a:t> '</a:t>
            </a:r>
            <a:r>
              <a:rPr lang="en-US" dirty="0" err="1"/>
              <a:t>litehouse</a:t>
            </a:r>
            <a:r>
              <a:rPr lang="en-US" dirty="0"/>
              <a:t>',</a:t>
            </a:r>
          </a:p>
          <a:p>
            <a:r>
              <a:rPr lang="en-US" dirty="0"/>
              <a:t> 'little',</a:t>
            </a:r>
          </a:p>
          <a:p>
            <a:r>
              <a:rPr lang="en-US" dirty="0"/>
              <a:t> 'living',</a:t>
            </a:r>
          </a:p>
          <a:p>
            <a:r>
              <a:rPr lang="en-US" dirty="0"/>
              <a:t> '</a:t>
            </a:r>
            <a:r>
              <a:rPr lang="en-US" dirty="0" err="1"/>
              <a:t>lm</a:t>
            </a:r>
            <a:r>
              <a:rPr lang="en-US" dirty="0"/>
              <a:t>',</a:t>
            </a:r>
          </a:p>
          <a:p>
            <a:r>
              <a:rPr lang="en-US" dirty="0"/>
              <a:t> 'ln',</a:t>
            </a:r>
          </a:p>
          <a:p>
            <a:r>
              <a:rPr lang="en-US" dirty="0"/>
              <a:t> 'lo',</a:t>
            </a:r>
          </a:p>
          <a:p>
            <a:r>
              <a:rPr lang="en-US" dirty="0"/>
              <a:t> </a:t>
            </a:r>
            <a:r>
              <a:rPr lang="en-US" dirty="0">
                <a:solidFill>
                  <a:srgbClr val="FF0000"/>
                </a:solidFill>
              </a:rPr>
              <a:t>'local',</a:t>
            </a:r>
          </a:p>
          <a:p>
            <a:r>
              <a:rPr lang="en-US" dirty="0">
                <a:solidFill>
                  <a:srgbClr val="FF0000"/>
                </a:solidFill>
              </a:rPr>
              <a:t> 'locally',</a:t>
            </a:r>
          </a:p>
          <a:p>
            <a:r>
              <a:rPr lang="en-US" dirty="0"/>
              <a:t> 'long',</a:t>
            </a:r>
          </a:p>
          <a:p>
            <a:r>
              <a:rPr lang="en-US" dirty="0"/>
              <a:t> 'loose',</a:t>
            </a:r>
          </a:p>
          <a:p>
            <a:r>
              <a:rPr lang="en-US" dirty="0"/>
              <a:t> 'low',</a:t>
            </a:r>
          </a:p>
          <a:p>
            <a:r>
              <a:rPr lang="en-US" dirty="0"/>
              <a:t> '</a:t>
            </a:r>
            <a:r>
              <a:rPr lang="en-US" dirty="0" err="1"/>
              <a:t>lp</a:t>
            </a:r>
            <a:r>
              <a:rPr lang="en-US" dirty="0"/>
              <a:t>',</a:t>
            </a:r>
          </a:p>
          <a:p>
            <a:r>
              <a:rPr lang="en-US" dirty="0"/>
              <a:t> '</a:t>
            </a:r>
            <a:r>
              <a:rPr lang="en-US" dirty="0" err="1"/>
              <a:t>lpc</a:t>
            </a:r>
            <a:r>
              <a:rPr lang="en-US" dirty="0"/>
              <a:t>',</a:t>
            </a:r>
          </a:p>
          <a:p>
            <a:r>
              <a:rPr lang="en-US" dirty="0"/>
              <a:t> '</a:t>
            </a:r>
            <a:r>
              <a:rPr lang="en-US" dirty="0" err="1"/>
              <a:t>lrg</a:t>
            </a:r>
            <a:r>
              <a:rPr lang="en-US" dirty="0"/>
              <a:t>',</a:t>
            </a:r>
          </a:p>
          <a:p>
            <a:r>
              <a:rPr lang="en-US" dirty="0"/>
              <a:t> '</a:t>
            </a:r>
            <a:r>
              <a:rPr lang="en-US" dirty="0" err="1"/>
              <a:t>lt</a:t>
            </a:r>
            <a:r>
              <a:rPr lang="en-US" dirty="0"/>
              <a:t>',</a:t>
            </a:r>
          </a:p>
          <a:p>
            <a:r>
              <a:rPr lang="en-US" dirty="0"/>
              <a:t> '</a:t>
            </a:r>
            <a:r>
              <a:rPr lang="en-US" dirty="0" err="1"/>
              <a:t>lucca</a:t>
            </a:r>
            <a:r>
              <a:rPr lang="en-US" dirty="0"/>
              <a:t>',</a:t>
            </a:r>
          </a:p>
          <a:p>
            <a:r>
              <a:rPr lang="en-US" dirty="0"/>
              <a:t> 'lug',</a:t>
            </a:r>
          </a:p>
          <a:p>
            <a:r>
              <a:rPr lang="en-US" dirty="0"/>
              <a:t> 'lx',</a:t>
            </a:r>
          </a:p>
          <a:p>
            <a:r>
              <a:rPr lang="en-US" dirty="0"/>
              <a:t> 'mac',</a:t>
            </a:r>
          </a:p>
          <a:p>
            <a:r>
              <a:rPr lang="en-US" dirty="0"/>
              <a:t> '</a:t>
            </a:r>
            <a:r>
              <a:rPr lang="en-US" dirty="0" err="1"/>
              <a:t>macoun</a:t>
            </a:r>
            <a:r>
              <a:rPr lang="en-US" dirty="0"/>
              <a:t>',</a:t>
            </a:r>
          </a:p>
          <a:p>
            <a:r>
              <a:rPr lang="en-US" dirty="0"/>
              <a:t> 'mag',</a:t>
            </a:r>
          </a:p>
          <a:p>
            <a:r>
              <a:rPr lang="en-US" dirty="0"/>
              <a:t> 'mal',</a:t>
            </a:r>
          </a:p>
          <a:p>
            <a:r>
              <a:rPr lang="en-US" dirty="0"/>
              <a:t> 'mandarin',</a:t>
            </a:r>
          </a:p>
          <a:p>
            <a:r>
              <a:rPr lang="en-US" dirty="0"/>
              <a:t> 'mango',</a:t>
            </a:r>
          </a:p>
          <a:p>
            <a:r>
              <a:rPr lang="en-US" dirty="0"/>
              <a:t> 'maple',</a:t>
            </a:r>
          </a:p>
          <a:p>
            <a:r>
              <a:rPr lang="en-US" dirty="0"/>
              <a:t> 'mar',</a:t>
            </a:r>
          </a:p>
          <a:p>
            <a:r>
              <a:rPr lang="en-US" dirty="0"/>
              <a:t> '</a:t>
            </a:r>
            <a:r>
              <a:rPr lang="en-US" dirty="0" err="1"/>
              <a:t>marketside</a:t>
            </a:r>
            <a:r>
              <a:rPr lang="en-US" dirty="0"/>
              <a:t>',</a:t>
            </a:r>
          </a:p>
          <a:p>
            <a:r>
              <a:rPr lang="en-US" dirty="0"/>
              <a:t> '</a:t>
            </a:r>
            <a:r>
              <a:rPr lang="en-US" dirty="0" err="1"/>
              <a:t>marzetti</a:t>
            </a:r>
            <a:r>
              <a:rPr lang="en-US" dirty="0"/>
              <a:t>',</a:t>
            </a:r>
          </a:p>
          <a:p>
            <a:r>
              <a:rPr lang="en-US" dirty="0"/>
              <a:t> 'master',</a:t>
            </a:r>
          </a:p>
          <a:p>
            <a:r>
              <a:rPr lang="en-US" dirty="0"/>
              <a:t> '</a:t>
            </a:r>
            <a:r>
              <a:rPr lang="en-US" dirty="0" err="1"/>
              <a:t>maui</a:t>
            </a:r>
            <a:r>
              <a:rPr lang="en-US" dirty="0"/>
              <a:t>',</a:t>
            </a:r>
          </a:p>
          <a:p>
            <a:r>
              <a:rPr lang="en-US" dirty="0"/>
              <a:t> 'mb',</a:t>
            </a:r>
          </a:p>
          <a:p>
            <a:r>
              <a:rPr lang="en-US" dirty="0"/>
              <a:t> '</a:t>
            </a:r>
            <a:r>
              <a:rPr lang="en-US" dirty="0" err="1"/>
              <a:t>mbp</a:t>
            </a:r>
            <a:r>
              <a:rPr lang="en-US" dirty="0"/>
              <a:t>',</a:t>
            </a:r>
          </a:p>
          <a:p>
            <a:r>
              <a:rPr lang="en-US" dirty="0"/>
              <a:t> 'mcc',</a:t>
            </a:r>
          </a:p>
          <a:p>
            <a:r>
              <a:rPr lang="en-US" dirty="0"/>
              <a:t> 'mcd',</a:t>
            </a:r>
          </a:p>
          <a:p>
            <a:r>
              <a:rPr lang="en-US" dirty="0"/>
              <a:t> '</a:t>
            </a:r>
            <a:r>
              <a:rPr lang="en-US" dirty="0" err="1"/>
              <a:t>mcintosh</a:t>
            </a:r>
            <a:r>
              <a:rPr lang="en-US" dirty="0"/>
              <a:t>',</a:t>
            </a:r>
          </a:p>
          <a:p>
            <a:r>
              <a:rPr lang="en-US" dirty="0"/>
              <a:t> 'meal',</a:t>
            </a:r>
          </a:p>
          <a:p>
            <a:r>
              <a:rPr lang="en-US" dirty="0"/>
              <a:t> 'meat',</a:t>
            </a:r>
          </a:p>
          <a:p>
            <a:r>
              <a:rPr lang="en-US" dirty="0"/>
              <a:t> 'med',</a:t>
            </a:r>
          </a:p>
          <a:p>
            <a:r>
              <a:rPr lang="en-US" dirty="0"/>
              <a:t> '</a:t>
            </a:r>
            <a:r>
              <a:rPr lang="en-US" dirty="0" err="1"/>
              <a:t>mediterranean</a:t>
            </a:r>
            <a:r>
              <a:rPr lang="en-US" dirty="0"/>
              <a:t>',</a:t>
            </a:r>
          </a:p>
          <a:p>
            <a:r>
              <a:rPr lang="en-US" dirty="0"/>
              <a:t> 'medium',</a:t>
            </a:r>
          </a:p>
          <a:p>
            <a:r>
              <a:rPr lang="en-US" dirty="0"/>
              <a:t> '</a:t>
            </a:r>
            <a:r>
              <a:rPr lang="en-US" dirty="0" err="1"/>
              <a:t>medjool</a:t>
            </a:r>
            <a:r>
              <a:rPr lang="en-US" dirty="0"/>
              <a:t>',</a:t>
            </a:r>
          </a:p>
          <a:p>
            <a:r>
              <a:rPr lang="en-US" dirty="0"/>
              <a:t> 'medley',</a:t>
            </a:r>
          </a:p>
          <a:p>
            <a:r>
              <a:rPr lang="en-US" dirty="0"/>
              <a:t> 'melon',</a:t>
            </a:r>
          </a:p>
          <a:p>
            <a:r>
              <a:rPr lang="en-US" dirty="0"/>
              <a:t> '</a:t>
            </a:r>
            <a:r>
              <a:rPr lang="en-US" dirty="0" err="1"/>
              <a:t>melorange</a:t>
            </a:r>
            <a:r>
              <a:rPr lang="en-US" dirty="0"/>
              <a:t>',</a:t>
            </a:r>
          </a:p>
          <a:p>
            <a:r>
              <a:rPr lang="en-US" dirty="0"/>
              <a:t> 'mesh',</a:t>
            </a:r>
          </a:p>
          <a:p>
            <a:r>
              <a:rPr lang="en-US" dirty="0"/>
              <a:t> '</a:t>
            </a:r>
            <a:r>
              <a:rPr lang="en-US" dirty="0" err="1"/>
              <a:t>mex</a:t>
            </a:r>
            <a:r>
              <a:rPr lang="en-US" dirty="0"/>
              <a:t>',</a:t>
            </a:r>
          </a:p>
          <a:p>
            <a:r>
              <a:rPr lang="en-US" dirty="0"/>
              <a:t> '</a:t>
            </a:r>
            <a:r>
              <a:rPr lang="en-US" dirty="0" err="1"/>
              <a:t>mexico</a:t>
            </a:r>
            <a:r>
              <a:rPr lang="en-US" dirty="0"/>
              <a:t>',</a:t>
            </a:r>
          </a:p>
          <a:p>
            <a:r>
              <a:rPr lang="en-US" dirty="0"/>
              <a:t> '</a:t>
            </a:r>
            <a:r>
              <a:rPr lang="en-US" dirty="0" err="1"/>
              <a:t>meyer</a:t>
            </a:r>
            <a:r>
              <a:rPr lang="en-US" dirty="0"/>
              <a:t>'</a:t>
            </a:r>
          </a:p>
        </p:txBody>
      </p:sp>
    </p:spTree>
    <p:extLst>
      <p:ext uri="{BB962C8B-B14F-4D97-AF65-F5344CB8AC3E}">
        <p14:creationId xmlns:p14="http://schemas.microsoft.com/office/powerpoint/2010/main" val="111406760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7DF71-9BB6-41DA-A262-5679A163E55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20BFCDC-8819-46D4-809C-2452F0F78B16}"/>
              </a:ext>
            </a:extLst>
          </p:cNvPr>
          <p:cNvSpPr>
            <a:spLocks noGrp="1"/>
          </p:cNvSpPr>
          <p:nvPr>
            <p:ph idx="1"/>
          </p:nvPr>
        </p:nvSpPr>
        <p:spPr/>
        <p:txBody>
          <a:bodyPr numCol="8">
            <a:normAutofit fontScale="55000" lnSpcReduction="20000"/>
          </a:bodyPr>
          <a:lstStyle/>
          <a:p>
            <a:r>
              <a:rPr lang="en-US" dirty="0"/>
              <a:t>'mf',</a:t>
            </a:r>
          </a:p>
          <a:p>
            <a:r>
              <a:rPr lang="en-US" dirty="0"/>
              <a:t> 'mi',</a:t>
            </a:r>
          </a:p>
          <a:p>
            <a:r>
              <a:rPr lang="en-US" dirty="0"/>
              <a:t> 'mic',</a:t>
            </a:r>
          </a:p>
          <a:p>
            <a:r>
              <a:rPr lang="en-US" dirty="0"/>
              <a:t> '</a:t>
            </a:r>
            <a:r>
              <a:rPr lang="en-US" dirty="0" err="1"/>
              <a:t>michigan</a:t>
            </a:r>
            <a:r>
              <a:rPr lang="en-US" dirty="0"/>
              <a:t>',</a:t>
            </a:r>
          </a:p>
          <a:p>
            <a:r>
              <a:rPr lang="en-US" dirty="0"/>
              <a:t> 'micro',</a:t>
            </a:r>
          </a:p>
          <a:p>
            <a:r>
              <a:rPr lang="en-US" dirty="0"/>
              <a:t> 'microwavable',</a:t>
            </a:r>
          </a:p>
          <a:p>
            <a:r>
              <a:rPr lang="en-US" dirty="0"/>
              <a:t> 'microwave',</a:t>
            </a:r>
          </a:p>
          <a:p>
            <a:r>
              <a:rPr lang="en-US" dirty="0"/>
              <a:t> '</a:t>
            </a:r>
            <a:r>
              <a:rPr lang="en-US" dirty="0" err="1"/>
              <a:t>midknight</a:t>
            </a:r>
            <a:r>
              <a:rPr lang="en-US" dirty="0"/>
              <a:t>',</a:t>
            </a:r>
          </a:p>
          <a:p>
            <a:r>
              <a:rPr lang="en-US" dirty="0"/>
              <a:t> 'midnight',</a:t>
            </a:r>
          </a:p>
          <a:p>
            <a:r>
              <a:rPr lang="en-US" dirty="0"/>
              <a:t> 'mild',</a:t>
            </a:r>
          </a:p>
          <a:p>
            <a:r>
              <a:rPr lang="en-US" dirty="0"/>
              <a:t> '</a:t>
            </a:r>
            <a:r>
              <a:rPr lang="en-US" dirty="0" err="1"/>
              <a:t>milpero</a:t>
            </a:r>
            <a:r>
              <a:rPr lang="en-US" dirty="0"/>
              <a:t>',</a:t>
            </a:r>
          </a:p>
          <a:p>
            <a:r>
              <a:rPr lang="en-US" dirty="0">
                <a:solidFill>
                  <a:srgbClr val="FF0000"/>
                </a:solidFill>
              </a:rPr>
              <a:t> 'mince',</a:t>
            </a:r>
          </a:p>
          <a:p>
            <a:r>
              <a:rPr lang="en-US" dirty="0">
                <a:solidFill>
                  <a:srgbClr val="FF0000"/>
                </a:solidFill>
              </a:rPr>
              <a:t> 'minced',</a:t>
            </a:r>
          </a:p>
          <a:p>
            <a:r>
              <a:rPr lang="en-US" dirty="0"/>
              <a:t> 'mini',</a:t>
            </a:r>
          </a:p>
          <a:p>
            <a:r>
              <a:rPr lang="en-US" dirty="0"/>
              <a:t> '</a:t>
            </a:r>
            <a:r>
              <a:rPr lang="en-US" dirty="0" err="1"/>
              <a:t>minicarns</a:t>
            </a:r>
            <a:r>
              <a:rPr lang="en-US" dirty="0"/>
              <a:t>',</a:t>
            </a:r>
          </a:p>
          <a:p>
            <a:r>
              <a:rPr lang="en-US" dirty="0"/>
              <a:t> </a:t>
            </a:r>
            <a:r>
              <a:rPr lang="en-US" dirty="0">
                <a:solidFill>
                  <a:srgbClr val="FF0000"/>
                </a:solidFill>
              </a:rPr>
              <a:t>'</a:t>
            </a:r>
            <a:r>
              <a:rPr lang="en-US" dirty="0" err="1">
                <a:solidFill>
                  <a:srgbClr val="FF0000"/>
                </a:solidFill>
              </a:rPr>
              <a:t>minneola</a:t>
            </a:r>
            <a:r>
              <a:rPr lang="en-US" dirty="0">
                <a:solidFill>
                  <a:srgbClr val="FF0000"/>
                </a:solidFill>
              </a:rPr>
              <a:t>',</a:t>
            </a:r>
          </a:p>
          <a:p>
            <a:r>
              <a:rPr lang="en-US" dirty="0">
                <a:solidFill>
                  <a:srgbClr val="FF0000"/>
                </a:solidFill>
              </a:rPr>
              <a:t> '</a:t>
            </a:r>
            <a:r>
              <a:rPr lang="en-US" dirty="0" err="1">
                <a:solidFill>
                  <a:srgbClr val="FF0000"/>
                </a:solidFill>
              </a:rPr>
              <a:t>minneolas</a:t>
            </a:r>
            <a:r>
              <a:rPr lang="en-US" dirty="0">
                <a:solidFill>
                  <a:srgbClr val="FF0000"/>
                </a:solidFill>
              </a:rPr>
              <a:t>',</a:t>
            </a:r>
          </a:p>
          <a:p>
            <a:r>
              <a:rPr lang="en-US" dirty="0"/>
              <a:t> 'mint',</a:t>
            </a:r>
          </a:p>
          <a:p>
            <a:r>
              <a:rPr lang="en-US" dirty="0"/>
              <a:t> 'mirepoix',</a:t>
            </a:r>
          </a:p>
          <a:p>
            <a:r>
              <a:rPr lang="en-US" dirty="0"/>
              <a:t> '</a:t>
            </a:r>
            <a:r>
              <a:rPr lang="en-US" dirty="0" err="1"/>
              <a:t>misc</a:t>
            </a:r>
            <a:r>
              <a:rPr lang="en-US" dirty="0"/>
              <a:t>',</a:t>
            </a:r>
          </a:p>
          <a:p>
            <a:r>
              <a:rPr lang="en-US" dirty="0">
                <a:solidFill>
                  <a:srgbClr val="FF0000"/>
                </a:solidFill>
              </a:rPr>
              <a:t> 'mix',</a:t>
            </a:r>
          </a:p>
          <a:p>
            <a:r>
              <a:rPr lang="en-US" dirty="0">
                <a:solidFill>
                  <a:srgbClr val="FF0000"/>
                </a:solidFill>
              </a:rPr>
              <a:t> 'mixed',</a:t>
            </a:r>
          </a:p>
          <a:p>
            <a:r>
              <a:rPr lang="en-US" dirty="0"/>
              <a:t> '</a:t>
            </a:r>
            <a:r>
              <a:rPr lang="en-US" dirty="0" err="1"/>
              <a:t>miz</a:t>
            </a:r>
            <a:r>
              <a:rPr lang="en-US" dirty="0"/>
              <a:t>',</a:t>
            </a:r>
          </a:p>
          <a:p>
            <a:r>
              <a:rPr lang="en-US" dirty="0"/>
              <a:t> '</a:t>
            </a:r>
            <a:r>
              <a:rPr lang="en-US" dirty="0" err="1"/>
              <a:t>mj</a:t>
            </a:r>
            <a:r>
              <a:rPr lang="en-US" dirty="0"/>
              <a:t>',</a:t>
            </a:r>
          </a:p>
          <a:p>
            <a:r>
              <a:rPr lang="en-US" dirty="0"/>
              <a:t> '</a:t>
            </a:r>
            <a:r>
              <a:rPr lang="en-US" dirty="0" err="1"/>
              <a:t>mks</a:t>
            </a:r>
            <a:r>
              <a:rPr lang="en-US" dirty="0"/>
              <a:t>',</a:t>
            </a:r>
          </a:p>
          <a:p>
            <a:r>
              <a:rPr lang="en-US" dirty="0"/>
              <a:t> 'mkt',</a:t>
            </a:r>
          </a:p>
          <a:p>
            <a:r>
              <a:rPr lang="en-US" dirty="0"/>
              <a:t> 'ml',</a:t>
            </a:r>
          </a:p>
          <a:p>
            <a:r>
              <a:rPr lang="en-US" dirty="0"/>
              <a:t> 'mm',</a:t>
            </a:r>
          </a:p>
          <a:p>
            <a:r>
              <a:rPr lang="en-US" dirty="0"/>
              <a:t> 'mmi',</a:t>
            </a:r>
          </a:p>
          <a:p>
            <a:r>
              <a:rPr lang="en-US" dirty="0"/>
              <a:t> '</a:t>
            </a:r>
            <a:r>
              <a:rPr lang="en-US" dirty="0" err="1"/>
              <a:t>mn</a:t>
            </a:r>
            <a:r>
              <a:rPr lang="en-US" dirty="0"/>
              <a:t>',</a:t>
            </a:r>
          </a:p>
          <a:p>
            <a:r>
              <a:rPr lang="en-US" dirty="0"/>
              <a:t> '</a:t>
            </a:r>
            <a:r>
              <a:rPr lang="en-US" dirty="0" err="1"/>
              <a:t>mo</a:t>
            </a:r>
            <a:r>
              <a:rPr lang="en-US" dirty="0"/>
              <a:t>',</a:t>
            </a:r>
          </a:p>
          <a:p>
            <a:r>
              <a:rPr lang="en-US" dirty="0"/>
              <a:t> 'mod',</a:t>
            </a:r>
          </a:p>
          <a:p>
            <a:r>
              <a:rPr lang="en-US" dirty="0"/>
              <a:t> 'mon',</a:t>
            </a:r>
          </a:p>
          <a:p>
            <a:r>
              <a:rPr lang="en-US" dirty="0"/>
              <a:t> '</a:t>
            </a:r>
            <a:r>
              <a:rPr lang="en-US" dirty="0" err="1"/>
              <a:t>mp</a:t>
            </a:r>
            <a:r>
              <a:rPr lang="en-US" dirty="0"/>
              <a:t>',</a:t>
            </a:r>
          </a:p>
          <a:p>
            <a:r>
              <a:rPr lang="en-US" dirty="0"/>
              <a:t> '</a:t>
            </a:r>
            <a:r>
              <a:rPr lang="en-US" dirty="0" err="1"/>
              <a:t>mr</a:t>
            </a:r>
            <a:r>
              <a:rPr lang="en-US" dirty="0"/>
              <a:t>',</a:t>
            </a:r>
          </a:p>
          <a:p>
            <a:r>
              <a:rPr lang="en-US" dirty="0"/>
              <a:t> '</a:t>
            </a:r>
            <a:r>
              <a:rPr lang="en-US" dirty="0" err="1"/>
              <a:t>mstr</a:t>
            </a:r>
            <a:r>
              <a:rPr lang="en-US" dirty="0"/>
              <a:t>',</a:t>
            </a:r>
          </a:p>
          <a:p>
            <a:r>
              <a:rPr lang="en-US" dirty="0"/>
              <a:t> 'mu',</a:t>
            </a:r>
          </a:p>
          <a:p>
            <a:r>
              <a:rPr lang="en-US" dirty="0"/>
              <a:t> 'multi',</a:t>
            </a:r>
          </a:p>
          <a:p>
            <a:r>
              <a:rPr lang="en-US" dirty="0"/>
              <a:t> 'multipack',</a:t>
            </a:r>
          </a:p>
          <a:p>
            <a:r>
              <a:rPr lang="en-US" dirty="0"/>
              <a:t> '</a:t>
            </a:r>
            <a:r>
              <a:rPr lang="en-US" dirty="0" err="1"/>
              <a:t>multisrv</a:t>
            </a:r>
            <a:r>
              <a:rPr lang="en-US" dirty="0"/>
              <a:t>',</a:t>
            </a:r>
          </a:p>
          <a:p>
            <a:r>
              <a:rPr lang="en-US" dirty="0"/>
              <a:t> 'muscadine',</a:t>
            </a:r>
          </a:p>
          <a:p>
            <a:r>
              <a:rPr lang="en-US" dirty="0"/>
              <a:t> 'mush',</a:t>
            </a:r>
          </a:p>
          <a:p>
            <a:r>
              <a:rPr lang="en-US" dirty="0"/>
              <a:t> 'mushroom',</a:t>
            </a:r>
          </a:p>
          <a:p>
            <a:r>
              <a:rPr lang="en-US" dirty="0"/>
              <a:t> 'mustard',</a:t>
            </a:r>
          </a:p>
          <a:p>
            <a:r>
              <a:rPr lang="en-US" dirty="0"/>
              <a:t> 'mv',</a:t>
            </a:r>
          </a:p>
          <a:p>
            <a:r>
              <a:rPr lang="en-US" dirty="0"/>
              <a:t> 'mx',</a:t>
            </a:r>
          </a:p>
          <a:p>
            <a:r>
              <a:rPr lang="en-US" dirty="0"/>
              <a:t> '</a:t>
            </a:r>
            <a:r>
              <a:rPr lang="en-US" dirty="0" err="1"/>
              <a:t>mxif</a:t>
            </a:r>
            <a:r>
              <a:rPr lang="en-US" dirty="0"/>
              <a:t>',</a:t>
            </a:r>
          </a:p>
          <a:p>
            <a:r>
              <a:rPr lang="en-US" dirty="0"/>
              <a:t> '</a:t>
            </a:r>
            <a:r>
              <a:rPr lang="en-US" dirty="0" err="1"/>
              <a:t>mz</a:t>
            </a:r>
            <a:r>
              <a:rPr lang="en-US" dirty="0"/>
              <a:t>',</a:t>
            </a:r>
          </a:p>
          <a:p>
            <a:r>
              <a:rPr lang="en-US" dirty="0"/>
              <a:t> 'naked',</a:t>
            </a:r>
          </a:p>
          <a:p>
            <a:r>
              <a:rPr lang="en-US" dirty="0"/>
              <a:t> 'napa',</a:t>
            </a:r>
          </a:p>
          <a:p>
            <a:r>
              <a:rPr lang="en-US" dirty="0"/>
              <a:t> '</a:t>
            </a:r>
            <a:r>
              <a:rPr lang="en-US" dirty="0" err="1"/>
              <a:t>nappa</a:t>
            </a:r>
            <a:r>
              <a:rPr lang="en-US" dirty="0"/>
              <a:t>',</a:t>
            </a:r>
          </a:p>
          <a:p>
            <a:r>
              <a:rPr lang="en-US" dirty="0"/>
              <a:t> '</a:t>
            </a:r>
            <a:r>
              <a:rPr lang="en-US" dirty="0" err="1"/>
              <a:t>nasoya</a:t>
            </a:r>
            <a:r>
              <a:rPr lang="en-US" dirty="0"/>
              <a:t>',</a:t>
            </a:r>
          </a:p>
          <a:p>
            <a:r>
              <a:rPr lang="en-US" dirty="0"/>
              <a:t> '</a:t>
            </a:r>
            <a:r>
              <a:rPr lang="en-US" dirty="0" err="1"/>
              <a:t>nat</a:t>
            </a:r>
            <a:r>
              <a:rPr lang="en-US" dirty="0"/>
              <a:t>',</a:t>
            </a:r>
          </a:p>
          <a:p>
            <a:r>
              <a:rPr lang="en-US" dirty="0"/>
              <a:t> 'natural',</a:t>
            </a:r>
          </a:p>
          <a:p>
            <a:r>
              <a:rPr lang="en-US" dirty="0"/>
              <a:t> 'nature',</a:t>
            </a:r>
          </a:p>
          <a:p>
            <a:r>
              <a:rPr lang="en-US" dirty="0"/>
              <a:t> 'nav',</a:t>
            </a:r>
          </a:p>
          <a:p>
            <a:r>
              <a:rPr lang="en-US" dirty="0"/>
              <a:t> 'navel',</a:t>
            </a:r>
          </a:p>
          <a:p>
            <a:r>
              <a:rPr lang="en-US" dirty="0"/>
              <a:t> '</a:t>
            </a:r>
            <a:r>
              <a:rPr lang="en-US" dirty="0" err="1"/>
              <a:t>nb</a:t>
            </a:r>
            <a:r>
              <a:rPr lang="en-US" dirty="0"/>
              <a:t>',</a:t>
            </a:r>
          </a:p>
          <a:p>
            <a:r>
              <a:rPr lang="en-US" dirty="0"/>
              <a:t> '</a:t>
            </a:r>
            <a:r>
              <a:rPr lang="en-US" dirty="0" err="1"/>
              <a:t>nc</a:t>
            </a:r>
            <a:r>
              <a:rPr lang="en-US" dirty="0"/>
              <a:t>',</a:t>
            </a:r>
          </a:p>
          <a:p>
            <a:r>
              <a:rPr lang="en-US" dirty="0"/>
              <a:t> '</a:t>
            </a:r>
            <a:r>
              <a:rPr lang="en-US" dirty="0" err="1"/>
              <a:t>nci</a:t>
            </a:r>
            <a:r>
              <a:rPr lang="en-US" dirty="0"/>
              <a:t>',</a:t>
            </a:r>
          </a:p>
          <a:p>
            <a:r>
              <a:rPr lang="en-US" dirty="0"/>
              <a:t> '</a:t>
            </a:r>
            <a:r>
              <a:rPr lang="en-US" dirty="0" err="1"/>
              <a:t>nd</a:t>
            </a:r>
            <a:r>
              <a:rPr lang="en-US" dirty="0"/>
              <a:t>',</a:t>
            </a:r>
          </a:p>
          <a:p>
            <a:r>
              <a:rPr lang="en-US" dirty="0"/>
              <a:t> 'nectarine',</a:t>
            </a:r>
          </a:p>
          <a:p>
            <a:r>
              <a:rPr lang="en-US" dirty="0"/>
              <a:t> 'need',</a:t>
            </a:r>
          </a:p>
          <a:p>
            <a:r>
              <a:rPr lang="en-US" dirty="0"/>
              <a:t> 'netted',</a:t>
            </a:r>
          </a:p>
          <a:p>
            <a:r>
              <a:rPr lang="en-US" dirty="0"/>
              <a:t> '</a:t>
            </a:r>
            <a:r>
              <a:rPr lang="en-US" dirty="0" err="1"/>
              <a:t>nevada</a:t>
            </a:r>
            <a:r>
              <a:rPr lang="en-US" dirty="0"/>
              <a:t>',</a:t>
            </a:r>
          </a:p>
          <a:p>
            <a:r>
              <a:rPr lang="en-US" dirty="0"/>
              <a:t> 'new',</a:t>
            </a:r>
          </a:p>
          <a:p>
            <a:r>
              <a:rPr lang="en-US" dirty="0"/>
              <a:t> '</a:t>
            </a:r>
            <a:r>
              <a:rPr lang="en-US" dirty="0" err="1"/>
              <a:t>nf</a:t>
            </a:r>
            <a:r>
              <a:rPr lang="en-US" dirty="0"/>
              <a:t>',</a:t>
            </a:r>
          </a:p>
          <a:p>
            <a:r>
              <a:rPr lang="en-US" dirty="0"/>
              <a:t> '</a:t>
            </a:r>
            <a:r>
              <a:rPr lang="en-US" dirty="0" err="1"/>
              <a:t>nh</a:t>
            </a:r>
            <a:r>
              <a:rPr lang="en-US" dirty="0"/>
              <a:t>',</a:t>
            </a:r>
          </a:p>
          <a:p>
            <a:r>
              <a:rPr lang="en-US" dirty="0"/>
              <a:t> '</a:t>
            </a:r>
            <a:r>
              <a:rPr lang="en-US" dirty="0" err="1"/>
              <a:t>nj</a:t>
            </a:r>
            <a:r>
              <a:rPr lang="en-US" dirty="0"/>
              <a:t>',</a:t>
            </a:r>
          </a:p>
          <a:p>
            <a:r>
              <a:rPr lang="en-US" dirty="0"/>
              <a:t> '</a:t>
            </a:r>
            <a:r>
              <a:rPr lang="en-US" dirty="0" err="1"/>
              <a:t>nl</a:t>
            </a:r>
            <a:r>
              <a:rPr lang="en-US" dirty="0"/>
              <a:t>',</a:t>
            </a:r>
          </a:p>
          <a:p>
            <a:r>
              <a:rPr lang="en-US" dirty="0"/>
              <a:t> '</a:t>
            </a:r>
            <a:r>
              <a:rPr lang="en-US" dirty="0" err="1"/>
              <a:t>nlc</a:t>
            </a:r>
            <a:r>
              <a:rPr lang="en-US" dirty="0"/>
              <a:t>',</a:t>
            </a:r>
          </a:p>
          <a:p>
            <a:r>
              <a:rPr lang="en-US" dirty="0"/>
              <a:t> 'nm',</a:t>
            </a:r>
          </a:p>
          <a:p>
            <a:r>
              <a:rPr lang="en-US" dirty="0"/>
              <a:t> '</a:t>
            </a:r>
            <a:r>
              <a:rPr lang="en-US" dirty="0" err="1"/>
              <a:t>nof</a:t>
            </a:r>
            <a:r>
              <a:rPr lang="en-US" dirty="0"/>
              <a:t>',</a:t>
            </a:r>
          </a:p>
          <a:p>
            <a:r>
              <a:rPr lang="en-US" dirty="0"/>
              <a:t> 'non',</a:t>
            </a:r>
          </a:p>
          <a:p>
            <a:r>
              <a:rPr lang="en-US" dirty="0"/>
              <a:t> 'noodle',</a:t>
            </a:r>
          </a:p>
          <a:p>
            <a:r>
              <a:rPr lang="en-US" dirty="0"/>
              <a:t> 'nopal',</a:t>
            </a:r>
          </a:p>
          <a:p>
            <a:r>
              <a:rPr lang="en-US" dirty="0"/>
              <a:t> '</a:t>
            </a:r>
            <a:r>
              <a:rPr lang="en-US" dirty="0" err="1"/>
              <a:t>nopalito</a:t>
            </a:r>
            <a:r>
              <a:rPr lang="en-US" dirty="0"/>
              <a:t>',</a:t>
            </a:r>
          </a:p>
          <a:p>
            <a:r>
              <a:rPr lang="en-US" dirty="0"/>
              <a:t> 'north',</a:t>
            </a:r>
          </a:p>
          <a:p>
            <a:r>
              <a:rPr lang="en-US" dirty="0"/>
              <a:t> 'nourish',</a:t>
            </a:r>
          </a:p>
          <a:p>
            <a:r>
              <a:rPr lang="en-US" dirty="0"/>
              <a:t> 'np',</a:t>
            </a:r>
          </a:p>
          <a:p>
            <a:r>
              <a:rPr lang="en-US" dirty="0"/>
              <a:t> 'nr',</a:t>
            </a:r>
          </a:p>
          <a:p>
            <a:r>
              <a:rPr lang="en-US" dirty="0"/>
              <a:t> '</a:t>
            </a:r>
            <a:r>
              <a:rPr lang="en-US" dirty="0" err="1"/>
              <a:t>nsa</a:t>
            </a:r>
            <a:r>
              <a:rPr lang="en-US" dirty="0"/>
              <a:t>',</a:t>
            </a:r>
          </a:p>
          <a:p>
            <a:r>
              <a:rPr lang="en-US" dirty="0"/>
              <a:t> 'nugget',</a:t>
            </a:r>
          </a:p>
          <a:p>
            <a:r>
              <a:rPr lang="en-US" dirty="0"/>
              <a:t> 'number',</a:t>
            </a:r>
          </a:p>
          <a:p>
            <a:r>
              <a:rPr lang="en-US" dirty="0"/>
              <a:t> 'nut',</a:t>
            </a:r>
          </a:p>
          <a:p>
            <a:r>
              <a:rPr lang="en-US" dirty="0"/>
              <a:t> '</a:t>
            </a:r>
            <a:r>
              <a:rPr lang="en-US" dirty="0" err="1"/>
              <a:t>nv</a:t>
            </a:r>
            <a:r>
              <a:rPr lang="en-US" dirty="0"/>
              <a:t>',</a:t>
            </a:r>
          </a:p>
          <a:p>
            <a:r>
              <a:rPr lang="en-US" dirty="0"/>
              <a:t> '</a:t>
            </a:r>
            <a:r>
              <a:rPr lang="en-US" dirty="0" err="1"/>
              <a:t>nvlgft</a:t>
            </a:r>
            <a:r>
              <a:rPr lang="en-US" dirty="0"/>
              <a:t>',</a:t>
            </a:r>
          </a:p>
          <a:p>
            <a:r>
              <a:rPr lang="en-US" dirty="0"/>
              <a:t> '</a:t>
            </a:r>
            <a:r>
              <a:rPr lang="en-US" dirty="0" err="1"/>
              <a:t>nw</a:t>
            </a:r>
            <a:r>
              <a:rPr lang="en-US" dirty="0"/>
              <a:t>',</a:t>
            </a:r>
          </a:p>
          <a:p>
            <a:r>
              <a:rPr lang="en-US" dirty="0"/>
              <a:t> '</a:t>
            </a:r>
            <a:r>
              <a:rPr lang="en-US" dirty="0" err="1"/>
              <a:t>ny</a:t>
            </a:r>
            <a:r>
              <a:rPr lang="en-US" dirty="0"/>
              <a:t>',</a:t>
            </a:r>
          </a:p>
          <a:p>
            <a:r>
              <a:rPr lang="en-US" dirty="0"/>
              <a:t> '</a:t>
            </a:r>
            <a:r>
              <a:rPr lang="en-US" dirty="0" err="1"/>
              <a:t>nya</a:t>
            </a:r>
            <a:r>
              <a:rPr lang="en-US" dirty="0"/>
              <a:t>',</a:t>
            </a:r>
          </a:p>
          <a:p>
            <a:r>
              <a:rPr lang="en-US" dirty="0"/>
              <a:t> '</a:t>
            </a:r>
            <a:r>
              <a:rPr lang="en-US" dirty="0" err="1"/>
              <a:t>nz</a:t>
            </a:r>
            <a:r>
              <a:rPr lang="en-US" dirty="0"/>
              <a:t>',</a:t>
            </a:r>
          </a:p>
          <a:p>
            <a:r>
              <a:rPr lang="en-US" dirty="0"/>
              <a:t> '</a:t>
            </a:r>
            <a:r>
              <a:rPr lang="en-US" dirty="0" err="1"/>
              <a:t>oahu</a:t>
            </a:r>
            <a:r>
              <a:rPr lang="en-US" dirty="0"/>
              <a:t>',</a:t>
            </a:r>
          </a:p>
          <a:p>
            <a:r>
              <a:rPr lang="en-US" dirty="0"/>
              <a:t> '</a:t>
            </a:r>
            <a:r>
              <a:rPr lang="en-US" dirty="0" err="1"/>
              <a:t>ob</a:t>
            </a:r>
            <a:r>
              <a:rPr lang="en-US" dirty="0"/>
              <a:t>',</a:t>
            </a:r>
          </a:p>
          <a:p>
            <a:r>
              <a:rPr lang="en-US" dirty="0"/>
              <a:t> '</a:t>
            </a:r>
            <a:r>
              <a:rPr lang="en-US" dirty="0" err="1"/>
              <a:t>oc</a:t>
            </a:r>
            <a:r>
              <a:rPr lang="en-US" dirty="0"/>
              <a:t>',</a:t>
            </a:r>
          </a:p>
          <a:p>
            <a:r>
              <a:rPr lang="en-US" dirty="0"/>
              <a:t> 'ocean',</a:t>
            </a:r>
          </a:p>
          <a:p>
            <a:r>
              <a:rPr lang="en-US" dirty="0"/>
              <a:t> '</a:t>
            </a:r>
            <a:r>
              <a:rPr lang="en-US" dirty="0" err="1"/>
              <a:t>ocr</a:t>
            </a:r>
            <a:r>
              <a:rPr lang="en-US" dirty="0"/>
              <a:t>',</a:t>
            </a:r>
          </a:p>
          <a:p>
            <a:r>
              <a:rPr lang="en-US" dirty="0"/>
              <a:t> '</a:t>
            </a:r>
            <a:r>
              <a:rPr lang="en-US" dirty="0" err="1"/>
              <a:t>og</a:t>
            </a:r>
            <a:r>
              <a:rPr lang="en-US" dirty="0"/>
              <a:t>',</a:t>
            </a:r>
          </a:p>
          <a:p>
            <a:r>
              <a:rPr lang="en-US" dirty="0"/>
              <a:t> '</a:t>
            </a:r>
            <a:r>
              <a:rPr lang="en-US" dirty="0" err="1"/>
              <a:t>ogp</a:t>
            </a:r>
            <a:r>
              <a:rPr lang="en-US" dirty="0"/>
              <a:t>',</a:t>
            </a:r>
          </a:p>
          <a:p>
            <a:r>
              <a:rPr lang="en-US" dirty="0"/>
              <a:t> 'oh',</a:t>
            </a:r>
          </a:p>
          <a:p>
            <a:r>
              <a:rPr lang="en-US" dirty="0"/>
              <a:t> '</a:t>
            </a:r>
            <a:r>
              <a:rPr lang="en-US" dirty="0" err="1"/>
              <a:t>ohio</a:t>
            </a:r>
            <a:r>
              <a:rPr lang="en-US" dirty="0"/>
              <a:t>'</a:t>
            </a:r>
          </a:p>
        </p:txBody>
      </p:sp>
    </p:spTree>
    <p:extLst>
      <p:ext uri="{BB962C8B-B14F-4D97-AF65-F5344CB8AC3E}">
        <p14:creationId xmlns:p14="http://schemas.microsoft.com/office/powerpoint/2010/main" val="368751726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F41A7-01FF-4B53-BBA2-E200568D395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BA7D642-EE4B-4BB7-8FFD-5020DF1B07C5}"/>
              </a:ext>
            </a:extLst>
          </p:cNvPr>
          <p:cNvSpPr>
            <a:spLocks noGrp="1"/>
          </p:cNvSpPr>
          <p:nvPr>
            <p:ph idx="1"/>
          </p:nvPr>
        </p:nvSpPr>
        <p:spPr/>
        <p:txBody>
          <a:bodyPr numCol="8">
            <a:normAutofit fontScale="55000" lnSpcReduction="20000"/>
          </a:bodyPr>
          <a:lstStyle/>
          <a:p>
            <a:r>
              <a:rPr lang="en-US" dirty="0"/>
              <a:t>'ok',</a:t>
            </a:r>
          </a:p>
          <a:p>
            <a:r>
              <a:rPr lang="en-US" dirty="0"/>
              <a:t> 'okra',</a:t>
            </a:r>
          </a:p>
          <a:p>
            <a:r>
              <a:rPr lang="en-US" dirty="0"/>
              <a:t> 'olive',</a:t>
            </a:r>
          </a:p>
          <a:p>
            <a:r>
              <a:rPr lang="en-US" dirty="0"/>
              <a:t> 'om',</a:t>
            </a:r>
          </a:p>
          <a:p>
            <a:r>
              <a:rPr lang="en-US" dirty="0"/>
              <a:t> 'omega',</a:t>
            </a:r>
          </a:p>
          <a:p>
            <a:r>
              <a:rPr lang="en-US" dirty="0"/>
              <a:t> '</a:t>
            </a:r>
            <a:r>
              <a:rPr lang="en-US" dirty="0" err="1"/>
              <a:t>omf</a:t>
            </a:r>
            <a:r>
              <a:rPr lang="en-US" dirty="0"/>
              <a:t>',</a:t>
            </a:r>
          </a:p>
          <a:p>
            <a:r>
              <a:rPr lang="en-US" dirty="0"/>
              <a:t> 'onion',</a:t>
            </a:r>
          </a:p>
          <a:p>
            <a:r>
              <a:rPr lang="en-US" dirty="0"/>
              <a:t> 'op',</a:t>
            </a:r>
          </a:p>
          <a:p>
            <a:r>
              <a:rPr lang="en-US" dirty="0"/>
              <a:t> '</a:t>
            </a:r>
            <a:r>
              <a:rPr lang="en-US" dirty="0" err="1"/>
              <a:t>opadipity</a:t>
            </a:r>
            <a:r>
              <a:rPr lang="en-US" dirty="0"/>
              <a:t>',</a:t>
            </a:r>
          </a:p>
          <a:p>
            <a:r>
              <a:rPr lang="en-US" dirty="0"/>
              <a:t> 'opal',</a:t>
            </a:r>
          </a:p>
          <a:p>
            <a:r>
              <a:rPr lang="en-US" dirty="0"/>
              <a:t> '</a:t>
            </a:r>
            <a:r>
              <a:rPr lang="en-US" dirty="0" err="1"/>
              <a:t>opo</a:t>
            </a:r>
            <a:r>
              <a:rPr lang="en-US" dirty="0"/>
              <a:t>',</a:t>
            </a:r>
          </a:p>
          <a:p>
            <a:r>
              <a:rPr lang="en-US" dirty="0"/>
              <a:t> '</a:t>
            </a:r>
            <a:r>
              <a:rPr lang="en-US" dirty="0" err="1"/>
              <a:t>opp</a:t>
            </a:r>
            <a:r>
              <a:rPr lang="en-US" dirty="0"/>
              <a:t>',</a:t>
            </a:r>
          </a:p>
          <a:p>
            <a:r>
              <a:rPr lang="en-US" dirty="0"/>
              <a:t> 'orange',</a:t>
            </a:r>
          </a:p>
          <a:p>
            <a:r>
              <a:rPr lang="en-US" dirty="0"/>
              <a:t> 'oregano',</a:t>
            </a:r>
          </a:p>
          <a:p>
            <a:r>
              <a:rPr lang="en-US" dirty="0"/>
              <a:t> '</a:t>
            </a:r>
            <a:r>
              <a:rPr lang="en-US" dirty="0" err="1"/>
              <a:t>oregon</a:t>
            </a:r>
            <a:r>
              <a:rPr lang="en-US" dirty="0"/>
              <a:t>',</a:t>
            </a:r>
          </a:p>
          <a:p>
            <a:r>
              <a:rPr lang="en-US" dirty="0"/>
              <a:t> 'org',</a:t>
            </a:r>
          </a:p>
          <a:p>
            <a:r>
              <a:rPr lang="en-US" dirty="0"/>
              <a:t> 'organic',</a:t>
            </a:r>
          </a:p>
          <a:p>
            <a:r>
              <a:rPr lang="en-US" dirty="0"/>
              <a:t> 'original',</a:t>
            </a:r>
          </a:p>
          <a:p>
            <a:r>
              <a:rPr lang="en-US" dirty="0"/>
              <a:t> 'ornamental',</a:t>
            </a:r>
          </a:p>
          <a:p>
            <a:r>
              <a:rPr lang="en-US" dirty="0"/>
              <a:t> '</a:t>
            </a:r>
            <a:r>
              <a:rPr lang="en-US" dirty="0" err="1"/>
              <a:t>otc</a:t>
            </a:r>
            <a:r>
              <a:rPr lang="en-US" dirty="0"/>
              <a:t>',</a:t>
            </a:r>
          </a:p>
          <a:p>
            <a:r>
              <a:rPr lang="en-US" dirty="0"/>
              <a:t> '</a:t>
            </a:r>
            <a:r>
              <a:rPr lang="en-US" dirty="0" err="1"/>
              <a:t>otv</a:t>
            </a:r>
            <a:r>
              <a:rPr lang="en-US" dirty="0"/>
              <a:t>',</a:t>
            </a:r>
          </a:p>
          <a:p>
            <a:r>
              <a:rPr lang="en-US" dirty="0"/>
              <a:t> 'oven',</a:t>
            </a:r>
          </a:p>
          <a:p>
            <a:r>
              <a:rPr lang="en-US" dirty="0"/>
              <a:t> 'ovine',</a:t>
            </a:r>
          </a:p>
          <a:p>
            <a:r>
              <a:rPr lang="en-US" dirty="0"/>
              <a:t> 'oyster',</a:t>
            </a:r>
          </a:p>
          <a:p>
            <a:r>
              <a:rPr lang="en-US" dirty="0"/>
              <a:t> 'oz',</a:t>
            </a:r>
          </a:p>
          <a:p>
            <a:r>
              <a:rPr lang="en-US" dirty="0"/>
              <a:t> 'pa',</a:t>
            </a:r>
          </a:p>
          <a:p>
            <a:r>
              <a:rPr lang="en-US" dirty="0"/>
              <a:t> '</a:t>
            </a:r>
            <a:r>
              <a:rPr lang="en-US" dirty="0" err="1"/>
              <a:t>pac</a:t>
            </a:r>
            <a:r>
              <a:rPr lang="en-US" dirty="0"/>
              <a:t>',</a:t>
            </a:r>
          </a:p>
          <a:p>
            <a:r>
              <a:rPr lang="en-US" dirty="0"/>
              <a:t> '</a:t>
            </a:r>
            <a:r>
              <a:rPr lang="en-US" dirty="0" err="1"/>
              <a:t>pacfic</a:t>
            </a:r>
            <a:r>
              <a:rPr lang="en-US" dirty="0"/>
              <a:t>',</a:t>
            </a:r>
          </a:p>
          <a:p>
            <a:r>
              <a:rPr lang="en-US" dirty="0"/>
              <a:t> 'pack',</a:t>
            </a:r>
          </a:p>
          <a:p>
            <a:r>
              <a:rPr lang="en-US" dirty="0"/>
              <a:t> </a:t>
            </a:r>
            <a:r>
              <a:rPr lang="en-US" dirty="0">
                <a:solidFill>
                  <a:srgbClr val="FF0000"/>
                </a:solidFill>
              </a:rPr>
              <a:t>'package',</a:t>
            </a:r>
          </a:p>
          <a:p>
            <a:r>
              <a:rPr lang="en-US" dirty="0">
                <a:solidFill>
                  <a:srgbClr val="FF0000"/>
                </a:solidFill>
              </a:rPr>
              <a:t> 'packaged',</a:t>
            </a:r>
          </a:p>
          <a:p>
            <a:r>
              <a:rPr lang="en-US" dirty="0"/>
              <a:t> '</a:t>
            </a:r>
            <a:r>
              <a:rPr lang="en-US" dirty="0" err="1"/>
              <a:t>packham</a:t>
            </a:r>
            <a:r>
              <a:rPr lang="en-US" dirty="0"/>
              <a:t>',</a:t>
            </a:r>
          </a:p>
          <a:p>
            <a:r>
              <a:rPr lang="en-US" dirty="0"/>
              <a:t> '</a:t>
            </a:r>
            <a:r>
              <a:rPr lang="en-US" dirty="0" err="1"/>
              <a:t>pacrose</a:t>
            </a:r>
            <a:r>
              <a:rPr lang="en-US" dirty="0"/>
              <a:t>',</a:t>
            </a:r>
          </a:p>
          <a:p>
            <a:r>
              <a:rPr lang="en-US" dirty="0"/>
              <a:t> 'painted',</a:t>
            </a:r>
          </a:p>
          <a:p>
            <a:r>
              <a:rPr lang="en-US" dirty="0"/>
              <a:t> '</a:t>
            </a:r>
            <a:r>
              <a:rPr lang="en-US" dirty="0" err="1"/>
              <a:t>pak</a:t>
            </a:r>
            <a:r>
              <a:rPr lang="en-US" dirty="0"/>
              <a:t>',</a:t>
            </a:r>
          </a:p>
          <a:p>
            <a:r>
              <a:rPr lang="en-US" dirty="0"/>
              <a:t> 'papaya',</a:t>
            </a:r>
          </a:p>
          <a:p>
            <a:r>
              <a:rPr lang="en-US" dirty="0"/>
              <a:t> 'par',</a:t>
            </a:r>
          </a:p>
          <a:p>
            <a:r>
              <a:rPr lang="en-US" dirty="0"/>
              <a:t> 'para',</a:t>
            </a:r>
          </a:p>
          <a:p>
            <a:r>
              <a:rPr lang="en-US" dirty="0"/>
              <a:t> 'parfait',</a:t>
            </a:r>
          </a:p>
          <a:p>
            <a:r>
              <a:rPr lang="en-US" dirty="0"/>
              <a:t> '</a:t>
            </a:r>
            <a:r>
              <a:rPr lang="en-US" dirty="0" err="1"/>
              <a:t>parm</a:t>
            </a:r>
            <a:r>
              <a:rPr lang="en-US" dirty="0"/>
              <a:t>',</a:t>
            </a:r>
          </a:p>
          <a:p>
            <a:r>
              <a:rPr lang="en-US" dirty="0"/>
              <a:t> 'parmesan',</a:t>
            </a:r>
          </a:p>
          <a:p>
            <a:r>
              <a:rPr lang="en-US" dirty="0"/>
              <a:t> 'parsley',</a:t>
            </a:r>
          </a:p>
          <a:p>
            <a:r>
              <a:rPr lang="en-US" dirty="0"/>
              <a:t> 'parsnip',</a:t>
            </a:r>
          </a:p>
          <a:p>
            <a:r>
              <a:rPr lang="en-US" dirty="0"/>
              <a:t> 'pasta',</a:t>
            </a:r>
          </a:p>
          <a:p>
            <a:r>
              <a:rPr lang="en-US" dirty="0"/>
              <a:t> 'paste',</a:t>
            </a:r>
          </a:p>
          <a:p>
            <a:r>
              <a:rPr lang="en-US" dirty="0"/>
              <a:t> '</a:t>
            </a:r>
            <a:r>
              <a:rPr lang="en-US" dirty="0" err="1"/>
              <a:t>paula</a:t>
            </a:r>
            <a:r>
              <a:rPr lang="en-US" dirty="0"/>
              <a:t>',</a:t>
            </a:r>
          </a:p>
          <a:p>
            <a:r>
              <a:rPr lang="en-US" dirty="0"/>
              <a:t> 'pb',</a:t>
            </a:r>
          </a:p>
          <a:p>
            <a:r>
              <a:rPr lang="en-US" dirty="0"/>
              <a:t> 'pc',</a:t>
            </a:r>
          </a:p>
          <a:p>
            <a:r>
              <a:rPr lang="en-US" dirty="0"/>
              <a:t> '</a:t>
            </a:r>
            <a:r>
              <a:rPr lang="en-US" dirty="0" err="1"/>
              <a:t>pck</a:t>
            </a:r>
            <a:r>
              <a:rPr lang="en-US" dirty="0"/>
              <a:t>',</a:t>
            </a:r>
          </a:p>
          <a:p>
            <a:r>
              <a:rPr lang="en-US" dirty="0"/>
              <a:t> 'pe',</a:t>
            </a:r>
          </a:p>
          <a:p>
            <a:r>
              <a:rPr lang="en-US" dirty="0"/>
              <a:t> 'pea',</a:t>
            </a:r>
          </a:p>
          <a:p>
            <a:r>
              <a:rPr lang="en-US" dirty="0"/>
              <a:t> 'peach',</a:t>
            </a:r>
          </a:p>
          <a:p>
            <a:r>
              <a:rPr lang="en-US" dirty="0"/>
              <a:t> 'peanut',</a:t>
            </a:r>
          </a:p>
          <a:p>
            <a:r>
              <a:rPr lang="en-US" dirty="0"/>
              <a:t> 'pear',</a:t>
            </a:r>
          </a:p>
          <a:p>
            <a:r>
              <a:rPr lang="en-US" dirty="0"/>
              <a:t> 'pearl',</a:t>
            </a:r>
          </a:p>
          <a:p>
            <a:r>
              <a:rPr lang="en-US" dirty="0"/>
              <a:t> 'pecan',</a:t>
            </a:r>
          </a:p>
          <a:p>
            <a:r>
              <a:rPr lang="en-US" dirty="0"/>
              <a:t> 'peel',</a:t>
            </a:r>
          </a:p>
          <a:p>
            <a:r>
              <a:rPr lang="en-US" dirty="0"/>
              <a:t> 'peeled',</a:t>
            </a:r>
          </a:p>
          <a:p>
            <a:r>
              <a:rPr lang="en-US" dirty="0"/>
              <a:t> 'pep',</a:t>
            </a:r>
          </a:p>
          <a:p>
            <a:r>
              <a:rPr lang="en-US" dirty="0"/>
              <a:t> 'pepper',</a:t>
            </a:r>
          </a:p>
          <a:p>
            <a:r>
              <a:rPr lang="en-US" dirty="0"/>
              <a:t> 'pepperoni',</a:t>
            </a:r>
          </a:p>
          <a:p>
            <a:r>
              <a:rPr lang="en-US" dirty="0"/>
              <a:t> 'per',</a:t>
            </a:r>
          </a:p>
          <a:p>
            <a:r>
              <a:rPr lang="en-US" dirty="0"/>
              <a:t> '</a:t>
            </a:r>
            <a:r>
              <a:rPr lang="en-US" dirty="0" err="1"/>
              <a:t>persian</a:t>
            </a:r>
            <a:r>
              <a:rPr lang="en-US" dirty="0"/>
              <a:t>',</a:t>
            </a:r>
          </a:p>
          <a:p>
            <a:r>
              <a:rPr lang="en-US" dirty="0"/>
              <a:t> 'persimmon',</a:t>
            </a:r>
          </a:p>
          <a:p>
            <a:r>
              <a:rPr lang="en-US" dirty="0"/>
              <a:t> 'personal',</a:t>
            </a:r>
          </a:p>
          <a:p>
            <a:r>
              <a:rPr lang="en-US" dirty="0"/>
              <a:t> '</a:t>
            </a:r>
            <a:r>
              <a:rPr lang="en-US" dirty="0" err="1"/>
              <a:t>peru</a:t>
            </a:r>
            <a:r>
              <a:rPr lang="en-US" dirty="0"/>
              <a:t>',</a:t>
            </a:r>
          </a:p>
          <a:p>
            <a:r>
              <a:rPr lang="en-US" dirty="0"/>
              <a:t> '</a:t>
            </a:r>
            <a:r>
              <a:rPr lang="en-US" dirty="0" err="1"/>
              <a:t>peruvian</a:t>
            </a:r>
            <a:r>
              <a:rPr lang="en-US" dirty="0"/>
              <a:t>',</a:t>
            </a:r>
          </a:p>
          <a:p>
            <a:r>
              <a:rPr lang="en-US" dirty="0"/>
              <a:t> 'pesto',</a:t>
            </a:r>
          </a:p>
          <a:p>
            <a:r>
              <a:rPr lang="en-US" dirty="0"/>
              <a:t> 'petite',</a:t>
            </a:r>
          </a:p>
          <a:p>
            <a:r>
              <a:rPr lang="en-US" dirty="0"/>
              <a:t> '</a:t>
            </a:r>
            <a:r>
              <a:rPr lang="en-US" dirty="0" err="1"/>
              <a:t>petitmdly</a:t>
            </a:r>
            <a:r>
              <a:rPr lang="en-US" dirty="0"/>
              <a:t>',</a:t>
            </a:r>
          </a:p>
          <a:p>
            <a:r>
              <a:rPr lang="en-US" dirty="0"/>
              <a:t> 'pf',</a:t>
            </a:r>
          </a:p>
          <a:p>
            <a:r>
              <a:rPr lang="en-US" dirty="0"/>
              <a:t> '</a:t>
            </a:r>
            <a:r>
              <a:rPr lang="en-US" dirty="0" err="1"/>
              <a:t>pff</a:t>
            </a:r>
            <a:r>
              <a:rPr lang="en-US" dirty="0"/>
              <a:t>',</a:t>
            </a:r>
          </a:p>
          <a:p>
            <a:r>
              <a:rPr lang="en-US" dirty="0"/>
              <a:t> '</a:t>
            </a:r>
            <a:r>
              <a:rPr lang="en-US" dirty="0" err="1"/>
              <a:t>pg</a:t>
            </a:r>
            <a:r>
              <a:rPr lang="en-US" dirty="0"/>
              <a:t>',</a:t>
            </a:r>
          </a:p>
          <a:p>
            <a:r>
              <a:rPr lang="en-US" dirty="0"/>
              <a:t> '</a:t>
            </a:r>
            <a:r>
              <a:rPr lang="en-US" dirty="0" err="1"/>
              <a:t>ph</a:t>
            </a:r>
            <a:r>
              <a:rPr lang="en-US" dirty="0"/>
              <a:t>',</a:t>
            </a:r>
          </a:p>
          <a:p>
            <a:r>
              <a:rPr lang="en-US" dirty="0"/>
              <a:t> 'phoenix',</a:t>
            </a:r>
          </a:p>
          <a:p>
            <a:r>
              <a:rPr lang="en-US" dirty="0"/>
              <a:t> 'pi',</a:t>
            </a:r>
          </a:p>
          <a:p>
            <a:r>
              <a:rPr lang="en-US" dirty="0"/>
              <a:t> </a:t>
            </a:r>
            <a:r>
              <a:rPr lang="en-US" dirty="0">
                <a:solidFill>
                  <a:srgbClr val="FF0000"/>
                </a:solidFill>
              </a:rPr>
              <a:t>'pickle',</a:t>
            </a:r>
          </a:p>
          <a:p>
            <a:r>
              <a:rPr lang="en-US" dirty="0">
                <a:solidFill>
                  <a:srgbClr val="FF0000"/>
                </a:solidFill>
              </a:rPr>
              <a:t> 'pickling',</a:t>
            </a:r>
          </a:p>
          <a:p>
            <a:r>
              <a:rPr lang="en-US" dirty="0"/>
              <a:t> 'picnic',</a:t>
            </a:r>
          </a:p>
          <a:p>
            <a:r>
              <a:rPr lang="en-US" dirty="0"/>
              <a:t> '</a:t>
            </a:r>
            <a:r>
              <a:rPr lang="en-US" dirty="0" err="1"/>
              <a:t>pico</a:t>
            </a:r>
            <a:r>
              <a:rPr lang="en-US" dirty="0"/>
              <a:t>',</a:t>
            </a:r>
          </a:p>
          <a:p>
            <a:r>
              <a:rPr lang="en-US" dirty="0"/>
              <a:t> 'pie',</a:t>
            </a:r>
          </a:p>
          <a:p>
            <a:r>
              <a:rPr lang="en-US" dirty="0"/>
              <a:t> 'piece',</a:t>
            </a:r>
          </a:p>
          <a:p>
            <a:r>
              <a:rPr lang="en-US" dirty="0"/>
              <a:t> '</a:t>
            </a:r>
            <a:r>
              <a:rPr lang="en-US" dirty="0" err="1"/>
              <a:t>piel</a:t>
            </a:r>
            <a:r>
              <a:rPr lang="en-US" dirty="0"/>
              <a:t>',</a:t>
            </a:r>
          </a:p>
          <a:p>
            <a:r>
              <a:rPr lang="en-US" dirty="0"/>
              <a:t> 'piloncillo',</a:t>
            </a:r>
          </a:p>
          <a:p>
            <a:r>
              <a:rPr lang="en-US" dirty="0"/>
              <a:t> 'pilot',</a:t>
            </a:r>
          </a:p>
          <a:p>
            <a:r>
              <a:rPr lang="en-US" dirty="0"/>
              <a:t> 'pinata',</a:t>
            </a:r>
          </a:p>
          <a:p>
            <a:r>
              <a:rPr lang="en-US" dirty="0"/>
              <a:t> 'pine',</a:t>
            </a:r>
          </a:p>
          <a:p>
            <a:r>
              <a:rPr lang="en-US" dirty="0"/>
              <a:t> 'pineapple',</a:t>
            </a:r>
          </a:p>
          <a:p>
            <a:r>
              <a:rPr lang="en-US" dirty="0"/>
              <a:t> 'pink',</a:t>
            </a:r>
          </a:p>
          <a:p>
            <a:r>
              <a:rPr lang="en-US" dirty="0"/>
              <a:t> </a:t>
            </a:r>
            <a:r>
              <a:rPr lang="en-US" dirty="0">
                <a:solidFill>
                  <a:srgbClr val="FF0000"/>
                </a:solidFill>
              </a:rPr>
              <a:t>'</a:t>
            </a:r>
            <a:r>
              <a:rPr lang="en-US" dirty="0" err="1">
                <a:solidFill>
                  <a:srgbClr val="FF0000"/>
                </a:solidFill>
              </a:rPr>
              <a:t>pinklady</a:t>
            </a:r>
            <a:r>
              <a:rPr lang="en-US" dirty="0">
                <a:solidFill>
                  <a:srgbClr val="FF0000"/>
                </a:solidFill>
              </a:rPr>
              <a:t>',</a:t>
            </a:r>
          </a:p>
          <a:p>
            <a:r>
              <a:rPr lang="en-US" dirty="0">
                <a:solidFill>
                  <a:srgbClr val="FF0000"/>
                </a:solidFill>
              </a:rPr>
              <a:t> '</a:t>
            </a:r>
            <a:r>
              <a:rPr lang="en-US" dirty="0" err="1">
                <a:solidFill>
                  <a:srgbClr val="FF0000"/>
                </a:solidFill>
              </a:rPr>
              <a:t>pinkldy</a:t>
            </a:r>
            <a:r>
              <a:rPr lang="en-US" dirty="0">
                <a:solidFill>
                  <a:srgbClr val="FF0000"/>
                </a:solidFill>
              </a:rPr>
              <a:t>',</a:t>
            </a:r>
          </a:p>
          <a:p>
            <a:r>
              <a:rPr lang="en-US" dirty="0"/>
              <a:t> 'pint',</a:t>
            </a:r>
          </a:p>
          <a:p>
            <a:r>
              <a:rPr lang="en-US" dirty="0"/>
              <a:t> 'pinto',</a:t>
            </a:r>
          </a:p>
          <a:p>
            <a:r>
              <a:rPr lang="en-US" dirty="0"/>
              <a:t> 'pistachio',</a:t>
            </a:r>
          </a:p>
          <a:p>
            <a:r>
              <a:rPr lang="en-US" dirty="0"/>
              <a:t> 'pita',</a:t>
            </a:r>
          </a:p>
          <a:p>
            <a:r>
              <a:rPr lang="en-US" dirty="0"/>
              <a:t> 'pizazz',</a:t>
            </a:r>
          </a:p>
          <a:p>
            <a:r>
              <a:rPr lang="en-US" dirty="0"/>
              <a:t> 'pk',</a:t>
            </a:r>
          </a:p>
          <a:p>
            <a:r>
              <a:rPr lang="en-US" dirty="0"/>
              <a:t> 'pkg',</a:t>
            </a:r>
          </a:p>
          <a:p>
            <a:r>
              <a:rPr lang="en-US" dirty="0"/>
              <a:t> '</a:t>
            </a:r>
            <a:r>
              <a:rPr lang="en-US" dirty="0" err="1"/>
              <a:t>pkham</a:t>
            </a:r>
            <a:r>
              <a:rPr lang="en-US" dirty="0"/>
              <a:t>',</a:t>
            </a:r>
          </a:p>
          <a:p>
            <a:r>
              <a:rPr lang="en-US" dirty="0"/>
              <a:t> 'pl'</a:t>
            </a:r>
          </a:p>
        </p:txBody>
      </p:sp>
    </p:spTree>
    <p:extLst>
      <p:ext uri="{BB962C8B-B14F-4D97-AF65-F5344CB8AC3E}">
        <p14:creationId xmlns:p14="http://schemas.microsoft.com/office/powerpoint/2010/main" val="19886711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BA230-051B-4301-B407-6B2B6B7E251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9C4BBAB-8535-4524-9CBB-6FC7BA7D5A82}"/>
              </a:ext>
            </a:extLst>
          </p:cNvPr>
          <p:cNvSpPr>
            <a:spLocks noGrp="1"/>
          </p:cNvSpPr>
          <p:nvPr>
            <p:ph idx="1"/>
          </p:nvPr>
        </p:nvSpPr>
        <p:spPr/>
        <p:txBody>
          <a:bodyPr numCol="8">
            <a:normAutofit fontScale="55000" lnSpcReduction="20000"/>
          </a:bodyPr>
          <a:lstStyle/>
          <a:p>
            <a:r>
              <a:rPr lang="en-US" dirty="0"/>
              <a:t>'plant',</a:t>
            </a:r>
          </a:p>
          <a:p>
            <a:r>
              <a:rPr lang="en-US" dirty="0"/>
              <a:t> 'plantain',</a:t>
            </a:r>
          </a:p>
          <a:p>
            <a:r>
              <a:rPr lang="en-US" dirty="0"/>
              <a:t> '</a:t>
            </a:r>
            <a:r>
              <a:rPr lang="en-US" dirty="0" err="1"/>
              <a:t>pld</a:t>
            </a:r>
            <a:r>
              <a:rPr lang="en-US" dirty="0"/>
              <a:t>',</a:t>
            </a:r>
          </a:p>
          <a:p>
            <a:r>
              <a:rPr lang="en-US" dirty="0"/>
              <a:t> '</a:t>
            </a:r>
            <a:r>
              <a:rPr lang="en-US" dirty="0" err="1"/>
              <a:t>plu</a:t>
            </a:r>
            <a:r>
              <a:rPr lang="en-US" dirty="0"/>
              <a:t>',</a:t>
            </a:r>
          </a:p>
          <a:p>
            <a:r>
              <a:rPr lang="en-US" dirty="0"/>
              <a:t> 'plum',</a:t>
            </a:r>
          </a:p>
          <a:p>
            <a:r>
              <a:rPr lang="en-US" dirty="0"/>
              <a:t> 'plumcot',</a:t>
            </a:r>
          </a:p>
          <a:p>
            <a:r>
              <a:rPr lang="en-US" dirty="0"/>
              <a:t> '</a:t>
            </a:r>
            <a:r>
              <a:rPr lang="en-US" dirty="0" err="1"/>
              <a:t>pluots</a:t>
            </a:r>
            <a:r>
              <a:rPr lang="en-US" dirty="0"/>
              <a:t>',</a:t>
            </a:r>
          </a:p>
          <a:p>
            <a:r>
              <a:rPr lang="en-US" dirty="0"/>
              <a:t> 'plus',</a:t>
            </a:r>
          </a:p>
          <a:p>
            <a:r>
              <a:rPr lang="en-US" dirty="0"/>
              <a:t> 'pm',</a:t>
            </a:r>
          </a:p>
          <a:p>
            <a:r>
              <a:rPr lang="en-US" dirty="0"/>
              <a:t> 'po',</a:t>
            </a:r>
          </a:p>
          <a:p>
            <a:r>
              <a:rPr lang="en-US" dirty="0">
                <a:solidFill>
                  <a:srgbClr val="FF0000"/>
                </a:solidFill>
              </a:rPr>
              <a:t> 'pom',</a:t>
            </a:r>
          </a:p>
          <a:p>
            <a:r>
              <a:rPr lang="en-US" dirty="0">
                <a:solidFill>
                  <a:srgbClr val="FF0000"/>
                </a:solidFill>
              </a:rPr>
              <a:t> 'pome',</a:t>
            </a:r>
          </a:p>
          <a:p>
            <a:r>
              <a:rPr lang="en-US" dirty="0"/>
              <a:t> 'pomegranate',</a:t>
            </a:r>
          </a:p>
          <a:p>
            <a:r>
              <a:rPr lang="en-US" dirty="0"/>
              <a:t> 'pomp',</a:t>
            </a:r>
          </a:p>
          <a:p>
            <a:r>
              <a:rPr lang="en-US" dirty="0"/>
              <a:t> 'pope',</a:t>
            </a:r>
          </a:p>
          <a:p>
            <a:r>
              <a:rPr lang="en-US" dirty="0"/>
              <a:t> 'poppyseed',</a:t>
            </a:r>
          </a:p>
          <a:p>
            <a:r>
              <a:rPr lang="en-US" dirty="0"/>
              <a:t> 'populate',</a:t>
            </a:r>
          </a:p>
          <a:p>
            <a:r>
              <a:rPr lang="en-US" dirty="0"/>
              <a:t> 'port',</a:t>
            </a:r>
          </a:p>
          <a:p>
            <a:r>
              <a:rPr lang="en-US" dirty="0"/>
              <a:t> 'portabella',</a:t>
            </a:r>
          </a:p>
          <a:p>
            <a:r>
              <a:rPr lang="en-US" dirty="0"/>
              <a:t> 'pot',</a:t>
            </a:r>
          </a:p>
          <a:p>
            <a:r>
              <a:rPr lang="en-US" dirty="0"/>
              <a:t> 'potato',</a:t>
            </a:r>
          </a:p>
          <a:p>
            <a:r>
              <a:rPr lang="en-US" dirty="0"/>
              <a:t> 'potted',</a:t>
            </a:r>
          </a:p>
          <a:p>
            <a:r>
              <a:rPr lang="en-US" dirty="0"/>
              <a:t> 'pouch',</a:t>
            </a:r>
          </a:p>
          <a:p>
            <a:r>
              <a:rPr lang="en-US" dirty="0"/>
              <a:t> 'poultry',</a:t>
            </a:r>
          </a:p>
          <a:p>
            <a:r>
              <a:rPr lang="en-US" dirty="0"/>
              <a:t> 'pound',</a:t>
            </a:r>
          </a:p>
          <a:p>
            <a:r>
              <a:rPr lang="en-US" dirty="0"/>
              <a:t> 'powder',</a:t>
            </a:r>
          </a:p>
          <a:p>
            <a:r>
              <a:rPr lang="en-US" dirty="0"/>
              <a:t> 'power',</a:t>
            </a:r>
          </a:p>
          <a:p>
            <a:r>
              <a:rPr lang="en-US" dirty="0"/>
              <a:t> 'pp',</a:t>
            </a:r>
          </a:p>
          <a:p>
            <a:r>
              <a:rPr lang="en-US" dirty="0"/>
              <a:t> 'ppr',</a:t>
            </a:r>
          </a:p>
          <a:p>
            <a:r>
              <a:rPr lang="en-US" dirty="0"/>
              <a:t> 'precut',</a:t>
            </a:r>
          </a:p>
          <a:p>
            <a:r>
              <a:rPr lang="en-US" dirty="0"/>
              <a:t> 'premium',</a:t>
            </a:r>
          </a:p>
          <a:p>
            <a:r>
              <a:rPr lang="en-US" dirty="0"/>
              <a:t> '</a:t>
            </a:r>
            <a:r>
              <a:rPr lang="en-US" dirty="0" err="1"/>
              <a:t>pres</a:t>
            </a:r>
            <a:r>
              <a:rPr lang="en-US" dirty="0"/>
              <a:t>',</a:t>
            </a:r>
          </a:p>
          <a:p>
            <a:r>
              <a:rPr lang="en-US" dirty="0"/>
              <a:t> '</a:t>
            </a:r>
            <a:r>
              <a:rPr lang="en-US" dirty="0" err="1"/>
              <a:t>pretz</a:t>
            </a:r>
            <a:r>
              <a:rPr lang="en-US" dirty="0"/>
              <a:t>',</a:t>
            </a:r>
          </a:p>
          <a:p>
            <a:r>
              <a:rPr lang="en-US" dirty="0"/>
              <a:t> 'pretzel',</a:t>
            </a:r>
          </a:p>
          <a:p>
            <a:r>
              <a:rPr lang="en-US" dirty="0"/>
              <a:t> 'prime',</a:t>
            </a:r>
          </a:p>
          <a:p>
            <a:r>
              <a:rPr lang="en-US" dirty="0"/>
              <a:t> 'pro',</a:t>
            </a:r>
          </a:p>
          <a:p>
            <a:r>
              <a:rPr lang="en-US" dirty="0"/>
              <a:t> 'processed',</a:t>
            </a:r>
          </a:p>
          <a:p>
            <a:r>
              <a:rPr lang="en-US" dirty="0"/>
              <a:t> 'produce',</a:t>
            </a:r>
          </a:p>
          <a:p>
            <a:r>
              <a:rPr lang="en-US" dirty="0"/>
              <a:t> 'proffer',</a:t>
            </a:r>
          </a:p>
          <a:p>
            <a:r>
              <a:rPr lang="en-US" dirty="0">
                <a:solidFill>
                  <a:srgbClr val="FF0000"/>
                </a:solidFill>
              </a:rPr>
              <a:t> 'prog',</a:t>
            </a:r>
          </a:p>
          <a:p>
            <a:r>
              <a:rPr lang="en-US" dirty="0">
                <a:solidFill>
                  <a:srgbClr val="FF0000"/>
                </a:solidFill>
              </a:rPr>
              <a:t> 'program',</a:t>
            </a:r>
          </a:p>
          <a:p>
            <a:r>
              <a:rPr lang="en-US" dirty="0"/>
              <a:t> '</a:t>
            </a:r>
            <a:r>
              <a:rPr lang="en-US" dirty="0" err="1"/>
              <a:t>proj</a:t>
            </a:r>
            <a:r>
              <a:rPr lang="en-US" dirty="0"/>
              <a:t>',</a:t>
            </a:r>
          </a:p>
          <a:p>
            <a:r>
              <a:rPr lang="en-US" dirty="0"/>
              <a:t> 'protein',</a:t>
            </a:r>
          </a:p>
          <a:p>
            <a:r>
              <a:rPr lang="en-US" dirty="0"/>
              <a:t> '</a:t>
            </a:r>
            <a:r>
              <a:rPr lang="en-US" dirty="0" err="1"/>
              <a:t>prsan</a:t>
            </a:r>
            <a:r>
              <a:rPr lang="en-US" dirty="0"/>
              <a:t>',</a:t>
            </a:r>
          </a:p>
          <a:p>
            <a:r>
              <a:rPr lang="en-US" dirty="0"/>
              <a:t> '</a:t>
            </a:r>
            <a:r>
              <a:rPr lang="en-US" dirty="0" err="1"/>
              <a:t>prvt</a:t>
            </a:r>
            <a:r>
              <a:rPr lang="en-US" dirty="0"/>
              <a:t>',</a:t>
            </a:r>
          </a:p>
          <a:p>
            <a:r>
              <a:rPr lang="en-US" dirty="0"/>
              <a:t> '</a:t>
            </a:r>
            <a:r>
              <a:rPr lang="en-US" dirty="0" err="1"/>
              <a:t>psf</a:t>
            </a:r>
            <a:r>
              <a:rPr lang="en-US" dirty="0"/>
              <a:t>',</a:t>
            </a:r>
          </a:p>
          <a:p>
            <a:r>
              <a:rPr lang="en-US" dirty="0"/>
              <a:t> '</a:t>
            </a:r>
            <a:r>
              <a:rPr lang="en-US" dirty="0" err="1"/>
              <a:t>pt</a:t>
            </a:r>
            <a:r>
              <a:rPr lang="en-US" dirty="0"/>
              <a:t>',</a:t>
            </a:r>
          </a:p>
          <a:p>
            <a:r>
              <a:rPr lang="en-US" dirty="0"/>
              <a:t> '</a:t>
            </a:r>
            <a:r>
              <a:rPr lang="en-US" dirty="0" err="1"/>
              <a:t>ptd</a:t>
            </a:r>
            <a:r>
              <a:rPr lang="en-US" dirty="0"/>
              <a:t>',</a:t>
            </a:r>
          </a:p>
          <a:p>
            <a:r>
              <a:rPr lang="en-US" dirty="0"/>
              <a:t> '</a:t>
            </a:r>
            <a:r>
              <a:rPr lang="en-US" dirty="0" err="1"/>
              <a:t>pto</a:t>
            </a:r>
            <a:r>
              <a:rPr lang="en-US" dirty="0"/>
              <a:t>',</a:t>
            </a:r>
          </a:p>
          <a:p>
            <a:r>
              <a:rPr lang="en-US" dirty="0"/>
              <a:t> 'pueblo',</a:t>
            </a:r>
          </a:p>
          <a:p>
            <a:r>
              <a:rPr lang="en-US" dirty="0"/>
              <a:t> 'pummelo',</a:t>
            </a:r>
          </a:p>
          <a:p>
            <a:r>
              <a:rPr lang="en-US" dirty="0"/>
              <a:t> 'pumpkin',</a:t>
            </a:r>
          </a:p>
          <a:p>
            <a:r>
              <a:rPr lang="en-US" dirty="0"/>
              <a:t> 'purple',</a:t>
            </a:r>
          </a:p>
          <a:p>
            <a:r>
              <a:rPr lang="en-US" dirty="0"/>
              <a:t> '</a:t>
            </a:r>
            <a:r>
              <a:rPr lang="en-US" dirty="0" err="1"/>
              <a:t>pv</a:t>
            </a:r>
            <a:r>
              <a:rPr lang="en-US" dirty="0"/>
              <a:t>',</a:t>
            </a:r>
          </a:p>
          <a:p>
            <a:r>
              <a:rPr lang="en-US" dirty="0"/>
              <a:t> 'pw',</a:t>
            </a:r>
          </a:p>
          <a:p>
            <a:r>
              <a:rPr lang="en-US" dirty="0"/>
              <a:t> 'qua',</a:t>
            </a:r>
          </a:p>
          <a:p>
            <a:r>
              <a:rPr lang="en-US" dirty="0"/>
              <a:t> 'quarter',</a:t>
            </a:r>
          </a:p>
          <a:p>
            <a:r>
              <a:rPr lang="en-US" dirty="0"/>
              <a:t> 'queen',</a:t>
            </a:r>
          </a:p>
          <a:p>
            <a:r>
              <a:rPr lang="en-US" dirty="0"/>
              <a:t> 'quick',</a:t>
            </a:r>
          </a:p>
          <a:p>
            <a:r>
              <a:rPr lang="en-US" dirty="0"/>
              <a:t> 'quince',</a:t>
            </a:r>
          </a:p>
          <a:p>
            <a:r>
              <a:rPr lang="en-US" dirty="0"/>
              <a:t> 'radicchio',</a:t>
            </a:r>
          </a:p>
          <a:p>
            <a:r>
              <a:rPr lang="en-US" dirty="0"/>
              <a:t> 'radish',</a:t>
            </a:r>
          </a:p>
          <a:p>
            <a:r>
              <a:rPr lang="en-US" dirty="0"/>
              <a:t> 'rainbow',</a:t>
            </a:r>
          </a:p>
          <a:p>
            <a:r>
              <a:rPr lang="en-US" dirty="0"/>
              <a:t> 'raisin',</a:t>
            </a:r>
          </a:p>
          <a:p>
            <a:r>
              <a:rPr lang="en-US" dirty="0"/>
              <a:t> 'ranch',</a:t>
            </a:r>
          </a:p>
          <a:p>
            <a:r>
              <a:rPr lang="en-US" dirty="0"/>
              <a:t> 'raspberry',</a:t>
            </a:r>
          </a:p>
          <a:p>
            <a:r>
              <a:rPr lang="en-US" dirty="0"/>
              <a:t> 'rave',</a:t>
            </a:r>
          </a:p>
          <a:p>
            <a:r>
              <a:rPr lang="en-US" dirty="0"/>
              <a:t> '</a:t>
            </a:r>
            <a:r>
              <a:rPr lang="en-US" dirty="0" err="1"/>
              <a:t>rb</a:t>
            </a:r>
            <a:r>
              <a:rPr lang="en-US" dirty="0"/>
              <a:t>',</a:t>
            </a:r>
          </a:p>
          <a:p>
            <a:r>
              <a:rPr lang="en-US" dirty="0"/>
              <a:t> '</a:t>
            </a:r>
            <a:r>
              <a:rPr lang="en-US" dirty="0" err="1"/>
              <a:t>rbw</a:t>
            </a:r>
            <a:r>
              <a:rPr lang="en-US" dirty="0"/>
              <a:t>',</a:t>
            </a:r>
          </a:p>
          <a:p>
            <a:r>
              <a:rPr lang="en-US" dirty="0"/>
              <a:t> '</a:t>
            </a:r>
            <a:r>
              <a:rPr lang="en-US" dirty="0" err="1"/>
              <a:t>rcf</a:t>
            </a:r>
            <a:r>
              <a:rPr lang="en-US" dirty="0"/>
              <a:t>',</a:t>
            </a:r>
          </a:p>
          <a:p>
            <a:r>
              <a:rPr lang="en-US" dirty="0"/>
              <a:t> '</a:t>
            </a:r>
            <a:r>
              <a:rPr lang="en-US" dirty="0" err="1"/>
              <a:t>rch</a:t>
            </a:r>
            <a:r>
              <a:rPr lang="en-US" dirty="0"/>
              <a:t>',</a:t>
            </a:r>
          </a:p>
          <a:p>
            <a:r>
              <a:rPr lang="en-US" dirty="0"/>
              <a:t> '</a:t>
            </a:r>
            <a:r>
              <a:rPr lang="en-US" dirty="0" err="1"/>
              <a:t>rci</a:t>
            </a:r>
            <a:r>
              <a:rPr lang="en-US" dirty="0"/>
              <a:t>',</a:t>
            </a:r>
          </a:p>
          <a:p>
            <a:r>
              <a:rPr lang="en-US" dirty="0"/>
              <a:t> '</a:t>
            </a:r>
            <a:r>
              <a:rPr lang="en-US" dirty="0" err="1"/>
              <a:t>rd</a:t>
            </a:r>
            <a:r>
              <a:rPr lang="en-US" dirty="0"/>
              <a:t>',</a:t>
            </a:r>
          </a:p>
          <a:p>
            <a:r>
              <a:rPr lang="en-US" dirty="0"/>
              <a:t> 'ready',</a:t>
            </a:r>
          </a:p>
          <a:p>
            <a:r>
              <a:rPr lang="en-US" dirty="0"/>
              <a:t> 'red',</a:t>
            </a:r>
          </a:p>
          <a:p>
            <a:r>
              <a:rPr lang="en-US" dirty="0"/>
              <a:t> '</a:t>
            </a:r>
            <a:r>
              <a:rPr lang="en-US" dirty="0" err="1"/>
              <a:t>redleaf</a:t>
            </a:r>
            <a:r>
              <a:rPr lang="en-US" dirty="0"/>
              <a:t>',</a:t>
            </a:r>
          </a:p>
          <a:p>
            <a:r>
              <a:rPr lang="en-US" dirty="0"/>
              <a:t> 'reef',</a:t>
            </a:r>
          </a:p>
          <a:p>
            <a:r>
              <a:rPr lang="en-US" dirty="0"/>
              <a:t> </a:t>
            </a:r>
            <a:r>
              <a:rPr lang="en-US" dirty="0">
                <a:solidFill>
                  <a:srgbClr val="FF0000"/>
                </a:solidFill>
              </a:rPr>
              <a:t>'ref',</a:t>
            </a:r>
          </a:p>
          <a:p>
            <a:r>
              <a:rPr lang="en-US" dirty="0">
                <a:solidFill>
                  <a:srgbClr val="FF0000"/>
                </a:solidFill>
              </a:rPr>
              <a:t> 'reference',</a:t>
            </a:r>
          </a:p>
          <a:p>
            <a:r>
              <a:rPr lang="en-US" dirty="0"/>
              <a:t> 'reg',</a:t>
            </a:r>
          </a:p>
          <a:p>
            <a:r>
              <a:rPr lang="en-US" dirty="0"/>
              <a:t> 'regional',</a:t>
            </a:r>
          </a:p>
          <a:p>
            <a:r>
              <a:rPr lang="en-US" dirty="0"/>
              <a:t> '</a:t>
            </a:r>
            <a:r>
              <a:rPr lang="en-US" dirty="0" err="1"/>
              <a:t>revol</a:t>
            </a:r>
            <a:r>
              <a:rPr lang="en-US" dirty="0"/>
              <a:t>',</a:t>
            </a:r>
          </a:p>
          <a:p>
            <a:r>
              <a:rPr lang="en-US" dirty="0"/>
              <a:t> 'rf',</a:t>
            </a:r>
          </a:p>
          <a:p>
            <a:r>
              <a:rPr lang="en-US" dirty="0"/>
              <a:t> '</a:t>
            </a:r>
            <a:r>
              <a:rPr lang="en-US" dirty="0" err="1"/>
              <a:t>rfc</a:t>
            </a:r>
            <a:r>
              <a:rPr lang="en-US" dirty="0"/>
              <a:t>',</a:t>
            </a:r>
          </a:p>
          <a:p>
            <a:r>
              <a:rPr lang="en-US" dirty="0"/>
              <a:t> '</a:t>
            </a:r>
            <a:r>
              <a:rPr lang="en-US" dirty="0" err="1"/>
              <a:t>rfg</a:t>
            </a:r>
            <a:r>
              <a:rPr lang="en-US" dirty="0"/>
              <a:t>',</a:t>
            </a:r>
          </a:p>
          <a:p>
            <a:r>
              <a:rPr lang="en-US" dirty="0"/>
              <a:t> 'rhubarb',</a:t>
            </a:r>
          </a:p>
          <a:p>
            <a:r>
              <a:rPr lang="en-US" dirty="0"/>
              <a:t> 'rice',</a:t>
            </a:r>
          </a:p>
          <a:p>
            <a:r>
              <a:rPr lang="en-US" dirty="0"/>
              <a:t> 'ring',</a:t>
            </a:r>
          </a:p>
          <a:p>
            <a:r>
              <a:rPr lang="en-US" dirty="0"/>
              <a:t> '</a:t>
            </a:r>
            <a:r>
              <a:rPr lang="en-US" dirty="0" err="1"/>
              <a:t>rio</a:t>
            </a:r>
            <a:r>
              <a:rPr lang="en-US" dirty="0"/>
              <a:t>',</a:t>
            </a:r>
          </a:p>
          <a:p>
            <a:r>
              <a:rPr lang="en-US" dirty="0"/>
              <a:t> 'ripe',</a:t>
            </a:r>
          </a:p>
          <a:p>
            <a:r>
              <a:rPr lang="en-US" dirty="0"/>
              <a:t> 'rm',</a:t>
            </a:r>
          </a:p>
          <a:p>
            <a:r>
              <a:rPr lang="en-US" dirty="0"/>
              <a:t> '</a:t>
            </a:r>
            <a:r>
              <a:rPr lang="en-US" dirty="0" err="1"/>
              <a:t>rn</a:t>
            </a:r>
            <a:r>
              <a:rPr lang="en-US" dirty="0"/>
              <a:t>',</a:t>
            </a:r>
          </a:p>
          <a:p>
            <a:r>
              <a:rPr lang="en-US" dirty="0"/>
              <a:t> </a:t>
            </a:r>
            <a:r>
              <a:rPr lang="en-US" dirty="0">
                <a:solidFill>
                  <a:srgbClr val="FF0000"/>
                </a:solidFill>
              </a:rPr>
              <a:t>'roast',</a:t>
            </a:r>
          </a:p>
          <a:p>
            <a:r>
              <a:rPr lang="en-US" dirty="0">
                <a:solidFill>
                  <a:srgbClr val="FF0000"/>
                </a:solidFill>
              </a:rPr>
              <a:t> 'roasted',</a:t>
            </a:r>
          </a:p>
          <a:p>
            <a:r>
              <a:rPr lang="en-US" dirty="0"/>
              <a:t> 'roaster',</a:t>
            </a:r>
          </a:p>
          <a:p>
            <a:r>
              <a:rPr lang="en-US" dirty="0"/>
              <a:t> '</a:t>
            </a:r>
            <a:r>
              <a:rPr lang="en-US" dirty="0" err="1"/>
              <a:t>robinson</a:t>
            </a:r>
            <a:r>
              <a:rPr lang="en-US" dirty="0"/>
              <a:t>',</a:t>
            </a:r>
          </a:p>
          <a:p>
            <a:r>
              <a:rPr lang="en-US" dirty="0"/>
              <a:t> '</a:t>
            </a:r>
            <a:r>
              <a:rPr lang="en-US" dirty="0" err="1"/>
              <a:t>rockit</a:t>
            </a:r>
            <a:r>
              <a:rPr lang="en-US" dirty="0"/>
              <a:t>',</a:t>
            </a:r>
          </a:p>
          <a:p>
            <a:r>
              <a:rPr lang="en-US" dirty="0"/>
              <a:t> 'roll',</a:t>
            </a:r>
          </a:p>
          <a:p>
            <a:r>
              <a:rPr lang="en-US" dirty="0">
                <a:solidFill>
                  <a:srgbClr val="FF0000"/>
                </a:solidFill>
              </a:rPr>
              <a:t> 'rom',</a:t>
            </a:r>
          </a:p>
          <a:p>
            <a:r>
              <a:rPr lang="en-US" dirty="0">
                <a:solidFill>
                  <a:srgbClr val="FF0000"/>
                </a:solidFill>
              </a:rPr>
              <a:t> '</a:t>
            </a:r>
            <a:r>
              <a:rPr lang="en-US" dirty="0" err="1">
                <a:solidFill>
                  <a:srgbClr val="FF0000"/>
                </a:solidFill>
              </a:rPr>
              <a:t>roma</a:t>
            </a:r>
            <a:r>
              <a:rPr lang="en-US" dirty="0">
                <a:solidFill>
                  <a:srgbClr val="FF0000"/>
                </a:solidFill>
              </a:rPr>
              <a:t>'</a:t>
            </a:r>
          </a:p>
        </p:txBody>
      </p:sp>
    </p:spTree>
    <p:extLst>
      <p:ext uri="{BB962C8B-B14F-4D97-AF65-F5344CB8AC3E}">
        <p14:creationId xmlns:p14="http://schemas.microsoft.com/office/powerpoint/2010/main" val="83782105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C33B3-6752-4160-9ED8-497D37EDFB7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AE8654A-B747-4519-ACE0-D2D2DF07940D}"/>
              </a:ext>
            </a:extLst>
          </p:cNvPr>
          <p:cNvSpPr>
            <a:spLocks noGrp="1"/>
          </p:cNvSpPr>
          <p:nvPr>
            <p:ph idx="1"/>
          </p:nvPr>
        </p:nvSpPr>
        <p:spPr/>
        <p:txBody>
          <a:bodyPr numCol="8">
            <a:normAutofit fontScale="62500" lnSpcReduction="20000"/>
          </a:bodyPr>
          <a:lstStyle/>
          <a:p>
            <a:r>
              <a:rPr lang="en-US" dirty="0">
                <a:solidFill>
                  <a:srgbClr val="FF0000"/>
                </a:solidFill>
              </a:rPr>
              <a:t>'romaine',</a:t>
            </a:r>
          </a:p>
          <a:p>
            <a:r>
              <a:rPr lang="en-US" dirty="0">
                <a:solidFill>
                  <a:srgbClr val="FF0000"/>
                </a:solidFill>
              </a:rPr>
              <a:t> '</a:t>
            </a:r>
            <a:r>
              <a:rPr lang="en-US" dirty="0" err="1">
                <a:solidFill>
                  <a:srgbClr val="FF0000"/>
                </a:solidFill>
              </a:rPr>
              <a:t>rome</a:t>
            </a:r>
            <a:r>
              <a:rPr lang="en-US" dirty="0">
                <a:solidFill>
                  <a:srgbClr val="FF0000"/>
                </a:solidFill>
              </a:rPr>
              <a:t>',</a:t>
            </a:r>
          </a:p>
          <a:p>
            <a:r>
              <a:rPr lang="en-US" dirty="0"/>
              <a:t> 'rooster',</a:t>
            </a:r>
          </a:p>
          <a:p>
            <a:r>
              <a:rPr lang="en-US" dirty="0"/>
              <a:t> 'root',</a:t>
            </a:r>
          </a:p>
          <a:p>
            <a:r>
              <a:rPr lang="en-US" dirty="0"/>
              <a:t> 'rose',</a:t>
            </a:r>
          </a:p>
          <a:p>
            <a:r>
              <a:rPr lang="en-US" dirty="0"/>
              <a:t> 'rosemary',</a:t>
            </a:r>
          </a:p>
          <a:p>
            <a:r>
              <a:rPr lang="en-US" dirty="0"/>
              <a:t> 'round',</a:t>
            </a:r>
          </a:p>
          <a:p>
            <a:r>
              <a:rPr lang="en-US" dirty="0"/>
              <a:t> '</a:t>
            </a:r>
            <a:r>
              <a:rPr lang="en-US" dirty="0" err="1"/>
              <a:t>rp</a:t>
            </a:r>
            <a:r>
              <a:rPr lang="en-US" dirty="0"/>
              <a:t>',</a:t>
            </a:r>
          </a:p>
          <a:p>
            <a:r>
              <a:rPr lang="en-US" dirty="0"/>
              <a:t> '</a:t>
            </a:r>
            <a:r>
              <a:rPr lang="en-US" dirty="0" err="1"/>
              <a:t>rpc</a:t>
            </a:r>
            <a:r>
              <a:rPr lang="en-US" dirty="0"/>
              <a:t>',</a:t>
            </a:r>
          </a:p>
          <a:p>
            <a:r>
              <a:rPr lang="en-US" dirty="0"/>
              <a:t> '</a:t>
            </a:r>
            <a:r>
              <a:rPr lang="en-US" dirty="0" err="1"/>
              <a:t>rpe</a:t>
            </a:r>
            <a:r>
              <a:rPr lang="en-US" dirty="0"/>
              <a:t>',</a:t>
            </a:r>
          </a:p>
          <a:p>
            <a:r>
              <a:rPr lang="en-US" dirty="0"/>
              <a:t> '</a:t>
            </a:r>
            <a:r>
              <a:rPr lang="en-US" dirty="0" err="1"/>
              <a:t>rpk</a:t>
            </a:r>
            <a:r>
              <a:rPr lang="en-US" dirty="0"/>
              <a:t>',</a:t>
            </a:r>
          </a:p>
          <a:p>
            <a:r>
              <a:rPr lang="en-US" dirty="0"/>
              <a:t> '</a:t>
            </a:r>
            <a:r>
              <a:rPr lang="en-US" dirty="0" err="1"/>
              <a:t>rq</a:t>
            </a:r>
            <a:r>
              <a:rPr lang="en-US" dirty="0"/>
              <a:t>',</a:t>
            </a:r>
          </a:p>
          <a:p>
            <a:r>
              <a:rPr lang="en-US" dirty="0"/>
              <a:t> '</a:t>
            </a:r>
            <a:r>
              <a:rPr lang="en-US" dirty="0" err="1"/>
              <a:t>rr</a:t>
            </a:r>
            <a:r>
              <a:rPr lang="en-US" dirty="0"/>
              <a:t>',</a:t>
            </a:r>
          </a:p>
          <a:p>
            <a:r>
              <a:rPr lang="en-US" dirty="0"/>
              <a:t> '</a:t>
            </a:r>
            <a:r>
              <a:rPr lang="en-US" dirty="0" err="1"/>
              <a:t>rst</a:t>
            </a:r>
            <a:r>
              <a:rPr lang="en-US" dirty="0"/>
              <a:t>',</a:t>
            </a:r>
          </a:p>
          <a:p>
            <a:r>
              <a:rPr lang="en-US" dirty="0"/>
              <a:t> 'ruby',</a:t>
            </a:r>
          </a:p>
          <a:p>
            <a:r>
              <a:rPr lang="en-US" dirty="0"/>
              <a:t> 'runner',</a:t>
            </a:r>
          </a:p>
          <a:p>
            <a:r>
              <a:rPr lang="en-US" dirty="0"/>
              <a:t> 'russet',</a:t>
            </a:r>
          </a:p>
          <a:p>
            <a:r>
              <a:rPr lang="en-US" dirty="0"/>
              <a:t> 'rutabaga',</a:t>
            </a:r>
          </a:p>
          <a:p>
            <a:r>
              <a:rPr lang="en-US" dirty="0"/>
              <a:t> '</a:t>
            </a:r>
            <a:r>
              <a:rPr lang="en-US" dirty="0" err="1"/>
              <a:t>rv</a:t>
            </a:r>
            <a:r>
              <a:rPr lang="en-US" dirty="0"/>
              <a:t>',</a:t>
            </a:r>
          </a:p>
          <a:p>
            <a:r>
              <a:rPr lang="en-US" dirty="0"/>
              <a:t> '</a:t>
            </a:r>
            <a:r>
              <a:rPr lang="en-US" dirty="0" err="1"/>
              <a:t>sa</a:t>
            </a:r>
            <a:r>
              <a:rPr lang="en-US" dirty="0"/>
              <a:t>',</a:t>
            </a:r>
          </a:p>
          <a:p>
            <a:r>
              <a:rPr lang="en-US" dirty="0"/>
              <a:t> 'sable',</a:t>
            </a:r>
          </a:p>
          <a:p>
            <a:r>
              <a:rPr lang="en-US" dirty="0"/>
              <a:t> 'sage',</a:t>
            </a:r>
          </a:p>
          <a:p>
            <a:r>
              <a:rPr lang="en-US" dirty="0"/>
              <a:t> '</a:t>
            </a:r>
            <a:r>
              <a:rPr lang="en-US" dirty="0" err="1"/>
              <a:t>sai</a:t>
            </a:r>
            <a:r>
              <a:rPr lang="en-US" dirty="0"/>
              <a:t>',</a:t>
            </a:r>
          </a:p>
          <a:p>
            <a:r>
              <a:rPr lang="en-US" dirty="0"/>
              <a:t> '</a:t>
            </a:r>
            <a:r>
              <a:rPr lang="en-US" dirty="0" err="1"/>
              <a:t>sal</a:t>
            </a:r>
            <a:r>
              <a:rPr lang="en-US" dirty="0"/>
              <a:t>',</a:t>
            </a:r>
          </a:p>
          <a:p>
            <a:r>
              <a:rPr lang="en-US" dirty="0"/>
              <a:t> 'salad',</a:t>
            </a:r>
          </a:p>
          <a:p>
            <a:r>
              <a:rPr lang="en-US" dirty="0"/>
              <a:t> 'salsa',</a:t>
            </a:r>
          </a:p>
          <a:p>
            <a:r>
              <a:rPr lang="en-US" dirty="0"/>
              <a:t> </a:t>
            </a:r>
            <a:r>
              <a:rPr lang="en-US" dirty="0">
                <a:solidFill>
                  <a:srgbClr val="FF0000"/>
                </a:solidFill>
              </a:rPr>
              <a:t>'salt',</a:t>
            </a:r>
          </a:p>
          <a:p>
            <a:r>
              <a:rPr lang="en-US" dirty="0">
                <a:solidFill>
                  <a:srgbClr val="FF0000"/>
                </a:solidFill>
              </a:rPr>
              <a:t> 'salted',</a:t>
            </a:r>
          </a:p>
          <a:p>
            <a:r>
              <a:rPr lang="en-US" dirty="0">
                <a:solidFill>
                  <a:srgbClr val="FF0000"/>
                </a:solidFill>
              </a:rPr>
              <a:t> 'salty',</a:t>
            </a:r>
          </a:p>
          <a:p>
            <a:r>
              <a:rPr lang="en-US" dirty="0"/>
              <a:t> 'sample',</a:t>
            </a:r>
          </a:p>
          <a:p>
            <a:r>
              <a:rPr lang="en-US" dirty="0"/>
              <a:t> 'san',</a:t>
            </a:r>
          </a:p>
          <a:p>
            <a:r>
              <a:rPr lang="en-US" dirty="0"/>
              <a:t> '</a:t>
            </a:r>
            <a:r>
              <a:rPr lang="en-US" dirty="0" err="1"/>
              <a:t>santa</a:t>
            </a:r>
            <a:r>
              <a:rPr lang="en-US" dirty="0"/>
              <a:t>',</a:t>
            </a:r>
          </a:p>
          <a:p>
            <a:r>
              <a:rPr lang="en-US" dirty="0"/>
              <a:t> '</a:t>
            </a:r>
            <a:r>
              <a:rPr lang="en-US" dirty="0" err="1"/>
              <a:t>sapo</a:t>
            </a:r>
            <a:r>
              <a:rPr lang="en-US" dirty="0"/>
              <a:t>',</a:t>
            </a:r>
          </a:p>
          <a:p>
            <a:r>
              <a:rPr lang="en-US" dirty="0"/>
              <a:t> 'satsuma',</a:t>
            </a:r>
          </a:p>
          <a:p>
            <a:r>
              <a:rPr lang="en-US" dirty="0"/>
              <a:t> '</a:t>
            </a:r>
            <a:r>
              <a:rPr lang="en-US" dirty="0" err="1"/>
              <a:t>saturn</a:t>
            </a:r>
            <a:r>
              <a:rPr lang="en-US" dirty="0"/>
              <a:t>',</a:t>
            </a:r>
          </a:p>
          <a:p>
            <a:r>
              <a:rPr lang="en-US" dirty="0"/>
              <a:t> 'savory',</a:t>
            </a:r>
          </a:p>
          <a:p>
            <a:r>
              <a:rPr lang="en-US" dirty="0"/>
              <a:t> 'sb',</a:t>
            </a:r>
          </a:p>
          <a:p>
            <a:r>
              <a:rPr lang="en-US" dirty="0"/>
              <a:t> '</a:t>
            </a:r>
            <a:r>
              <a:rPr lang="en-US" dirty="0" err="1"/>
              <a:t>sbc</a:t>
            </a:r>
            <a:r>
              <a:rPr lang="en-US" dirty="0"/>
              <a:t>',</a:t>
            </a:r>
          </a:p>
          <a:p>
            <a:r>
              <a:rPr lang="en-US" dirty="0"/>
              <a:t> '</a:t>
            </a:r>
            <a:r>
              <a:rPr lang="en-US" dirty="0" err="1"/>
              <a:t>sc</a:t>
            </a:r>
            <a:r>
              <a:rPr lang="en-US" dirty="0"/>
              <a:t>',</a:t>
            </a:r>
          </a:p>
          <a:p>
            <a:r>
              <a:rPr lang="en-US" dirty="0"/>
              <a:t> 'scale',</a:t>
            </a:r>
          </a:p>
          <a:p>
            <a:r>
              <a:rPr lang="en-US" dirty="0"/>
              <a:t> 'sch',</a:t>
            </a:r>
          </a:p>
          <a:p>
            <a:r>
              <a:rPr lang="en-US" dirty="0"/>
              <a:t> '</a:t>
            </a:r>
            <a:r>
              <a:rPr lang="en-US" dirty="0" err="1"/>
              <a:t>schs</a:t>
            </a:r>
            <a:r>
              <a:rPr lang="en-US" dirty="0"/>
              <a:t>',</a:t>
            </a:r>
          </a:p>
          <a:p>
            <a:r>
              <a:rPr lang="en-US" dirty="0"/>
              <a:t> '</a:t>
            </a:r>
            <a:r>
              <a:rPr lang="en-US" dirty="0" err="1"/>
              <a:t>scl</a:t>
            </a:r>
            <a:r>
              <a:rPr lang="en-US" dirty="0"/>
              <a:t>',</a:t>
            </a:r>
          </a:p>
          <a:p>
            <a:r>
              <a:rPr lang="en-US" dirty="0"/>
              <a:t> '</a:t>
            </a:r>
            <a:r>
              <a:rPr lang="en-US" dirty="0" err="1"/>
              <a:t>scp</a:t>
            </a:r>
            <a:r>
              <a:rPr lang="en-US" dirty="0"/>
              <a:t>',</a:t>
            </a:r>
          </a:p>
          <a:p>
            <a:r>
              <a:rPr lang="en-US" dirty="0"/>
              <a:t> 'se',</a:t>
            </a:r>
          </a:p>
          <a:p>
            <a:r>
              <a:rPr lang="en-US" dirty="0"/>
              <a:t> 'sea',</a:t>
            </a:r>
          </a:p>
          <a:p>
            <a:r>
              <a:rPr lang="en-US" dirty="0"/>
              <a:t> </a:t>
            </a:r>
            <a:r>
              <a:rPr lang="en-US" dirty="0">
                <a:solidFill>
                  <a:srgbClr val="FF0000"/>
                </a:solidFill>
              </a:rPr>
              <a:t>'season',</a:t>
            </a:r>
          </a:p>
          <a:p>
            <a:r>
              <a:rPr lang="en-US" dirty="0">
                <a:solidFill>
                  <a:srgbClr val="FF0000"/>
                </a:solidFill>
              </a:rPr>
              <a:t> 'seasonal',</a:t>
            </a:r>
          </a:p>
          <a:p>
            <a:r>
              <a:rPr lang="en-US" dirty="0">
                <a:solidFill>
                  <a:srgbClr val="FF0000"/>
                </a:solidFill>
              </a:rPr>
              <a:t> 'seasoning</a:t>
            </a:r>
            <a:r>
              <a:rPr lang="en-US" dirty="0"/>
              <a:t>',</a:t>
            </a:r>
          </a:p>
          <a:p>
            <a:r>
              <a:rPr lang="en-US" dirty="0"/>
              <a:t> 'secondary',</a:t>
            </a:r>
          </a:p>
          <a:p>
            <a:r>
              <a:rPr lang="en-US" dirty="0"/>
              <a:t> 'seed',</a:t>
            </a:r>
          </a:p>
          <a:p>
            <a:r>
              <a:rPr lang="en-US" dirty="0"/>
              <a:t> 'seeded',</a:t>
            </a:r>
          </a:p>
          <a:p>
            <a:r>
              <a:rPr lang="en-US" dirty="0"/>
              <a:t> 'seedless',</a:t>
            </a:r>
          </a:p>
          <a:p>
            <a:r>
              <a:rPr lang="en-US" dirty="0"/>
              <a:t> 'self',</a:t>
            </a:r>
          </a:p>
          <a:p>
            <a:r>
              <a:rPr lang="en-US" dirty="0"/>
              <a:t> 'sell',</a:t>
            </a:r>
          </a:p>
          <a:p>
            <a:r>
              <a:rPr lang="en-US" dirty="0"/>
              <a:t> </a:t>
            </a:r>
            <a:r>
              <a:rPr lang="en-US" dirty="0">
                <a:solidFill>
                  <a:srgbClr val="FF0000"/>
                </a:solidFill>
              </a:rPr>
              <a:t>'</a:t>
            </a:r>
            <a:r>
              <a:rPr lang="en-US" dirty="0" err="1">
                <a:solidFill>
                  <a:srgbClr val="FF0000"/>
                </a:solidFill>
              </a:rPr>
              <a:t>sepcial</a:t>
            </a:r>
            <a:r>
              <a:rPr lang="en-US" dirty="0">
                <a:solidFill>
                  <a:srgbClr val="FF0000"/>
                </a:solidFill>
              </a:rPr>
              <a:t>',</a:t>
            </a:r>
          </a:p>
          <a:p>
            <a:r>
              <a:rPr lang="en-US" dirty="0"/>
              <a:t> 'serrano',</a:t>
            </a:r>
          </a:p>
          <a:p>
            <a:r>
              <a:rPr lang="en-US" dirty="0"/>
              <a:t> 'serve',</a:t>
            </a:r>
          </a:p>
          <a:p>
            <a:r>
              <a:rPr lang="en-US" dirty="0"/>
              <a:t> 'sf',</a:t>
            </a:r>
          </a:p>
          <a:p>
            <a:r>
              <a:rPr lang="en-US" dirty="0"/>
              <a:t> '</a:t>
            </a:r>
            <a:r>
              <a:rPr lang="en-US" dirty="0" err="1"/>
              <a:t>sfe</a:t>
            </a:r>
            <a:r>
              <a:rPr lang="en-US" dirty="0"/>
              <a:t>',</a:t>
            </a:r>
          </a:p>
          <a:p>
            <a:r>
              <a:rPr lang="en-US" dirty="0"/>
              <a:t> 'sg',</a:t>
            </a:r>
          </a:p>
          <a:p>
            <a:r>
              <a:rPr lang="en-US" dirty="0"/>
              <a:t> '</a:t>
            </a:r>
            <a:r>
              <a:rPr lang="en-US" dirty="0" err="1"/>
              <a:t>sgl</a:t>
            </a:r>
            <a:r>
              <a:rPr lang="en-US" dirty="0"/>
              <a:t>',</a:t>
            </a:r>
          </a:p>
          <a:p>
            <a:r>
              <a:rPr lang="en-US" dirty="0"/>
              <a:t> '</a:t>
            </a:r>
            <a:r>
              <a:rPr lang="en-US" dirty="0" err="1"/>
              <a:t>sh</a:t>
            </a:r>
            <a:r>
              <a:rPr lang="en-US" dirty="0"/>
              <a:t>',</a:t>
            </a:r>
          </a:p>
          <a:p>
            <a:r>
              <a:rPr lang="en-US" dirty="0"/>
              <a:t> 'shallot',</a:t>
            </a:r>
          </a:p>
          <a:p>
            <a:r>
              <a:rPr lang="en-US" dirty="0"/>
              <a:t> </a:t>
            </a:r>
            <a:r>
              <a:rPr lang="en-US" dirty="0">
                <a:solidFill>
                  <a:srgbClr val="FF0000"/>
                </a:solidFill>
              </a:rPr>
              <a:t>'share',</a:t>
            </a:r>
          </a:p>
          <a:p>
            <a:r>
              <a:rPr lang="en-US" dirty="0">
                <a:solidFill>
                  <a:srgbClr val="FF0000"/>
                </a:solidFill>
              </a:rPr>
              <a:t> 'shareable',</a:t>
            </a:r>
          </a:p>
          <a:p>
            <a:r>
              <a:rPr lang="en-US" dirty="0">
                <a:solidFill>
                  <a:srgbClr val="FF0000"/>
                </a:solidFill>
              </a:rPr>
              <a:t> 'shell',</a:t>
            </a:r>
          </a:p>
          <a:p>
            <a:r>
              <a:rPr lang="en-US" dirty="0">
                <a:solidFill>
                  <a:srgbClr val="FF0000"/>
                </a:solidFill>
              </a:rPr>
              <a:t> 'shelled',</a:t>
            </a:r>
          </a:p>
          <a:p>
            <a:r>
              <a:rPr lang="en-US" dirty="0"/>
              <a:t> 'shiitake',</a:t>
            </a:r>
          </a:p>
          <a:p>
            <a:r>
              <a:rPr lang="en-US" dirty="0"/>
              <a:t> '</a:t>
            </a:r>
            <a:r>
              <a:rPr lang="en-US" dirty="0" err="1"/>
              <a:t>shinseiki</a:t>
            </a:r>
            <a:r>
              <a:rPr lang="en-US" dirty="0"/>
              <a:t>',</a:t>
            </a:r>
          </a:p>
          <a:p>
            <a:r>
              <a:rPr lang="en-US" dirty="0"/>
              <a:t> 'shipper',</a:t>
            </a:r>
          </a:p>
          <a:p>
            <a:r>
              <a:rPr lang="en-US" dirty="0"/>
              <a:t> 'shishito',</a:t>
            </a:r>
          </a:p>
          <a:p>
            <a:r>
              <a:rPr lang="en-US" dirty="0">
                <a:solidFill>
                  <a:srgbClr val="FF0000"/>
                </a:solidFill>
              </a:rPr>
              <a:t> 'shred',</a:t>
            </a:r>
          </a:p>
          <a:p>
            <a:r>
              <a:rPr lang="en-US" dirty="0">
                <a:solidFill>
                  <a:srgbClr val="FF0000"/>
                </a:solidFill>
              </a:rPr>
              <a:t> 'shredded',</a:t>
            </a:r>
          </a:p>
          <a:p>
            <a:r>
              <a:rPr lang="en-US" dirty="0"/>
              <a:t> 'side',</a:t>
            </a:r>
          </a:p>
          <a:p>
            <a:r>
              <a:rPr lang="en-US" dirty="0"/>
              <a:t> 'simply',</a:t>
            </a:r>
          </a:p>
          <a:p>
            <a:r>
              <a:rPr lang="en-US" dirty="0"/>
              <a:t> 'single',</a:t>
            </a:r>
          </a:p>
          <a:p>
            <a:r>
              <a:rPr lang="en-US" dirty="0"/>
              <a:t> '</a:t>
            </a:r>
            <a:r>
              <a:rPr lang="en-US" dirty="0" err="1"/>
              <a:t>singlesrv</a:t>
            </a:r>
            <a:r>
              <a:rPr lang="en-US" dirty="0"/>
              <a:t>',</a:t>
            </a:r>
          </a:p>
          <a:p>
            <a:r>
              <a:rPr lang="en-US" dirty="0"/>
              <a:t> 'size',</a:t>
            </a:r>
          </a:p>
          <a:p>
            <a:r>
              <a:rPr lang="en-US" dirty="0"/>
              <a:t> '</a:t>
            </a:r>
            <a:r>
              <a:rPr lang="en-US" dirty="0" err="1"/>
              <a:t>sk</a:t>
            </a:r>
            <a:r>
              <a:rPr lang="en-US" dirty="0"/>
              <a:t>',</a:t>
            </a:r>
          </a:p>
          <a:p>
            <a:r>
              <a:rPr lang="en-US" dirty="0"/>
              <a:t> 'skewer',</a:t>
            </a:r>
          </a:p>
          <a:p>
            <a:r>
              <a:rPr lang="en-US" dirty="0"/>
              <a:t> 'skin',</a:t>
            </a:r>
          </a:p>
          <a:p>
            <a:r>
              <a:rPr lang="en-US" dirty="0"/>
              <a:t> '</a:t>
            </a:r>
            <a:r>
              <a:rPr lang="en-US" dirty="0" err="1"/>
              <a:t>sl</a:t>
            </a:r>
            <a:r>
              <a:rPr lang="en-US" dirty="0"/>
              <a:t>',</a:t>
            </a:r>
          </a:p>
          <a:p>
            <a:r>
              <a:rPr lang="en-US" dirty="0"/>
              <a:t> 'slaw',</a:t>
            </a:r>
          </a:p>
          <a:p>
            <a:r>
              <a:rPr lang="en-US" dirty="0"/>
              <a:t> '</a:t>
            </a:r>
            <a:r>
              <a:rPr lang="en-US" dirty="0" err="1"/>
              <a:t>slc</a:t>
            </a:r>
            <a:r>
              <a:rPr lang="en-US" dirty="0"/>
              <a:t>',</a:t>
            </a:r>
          </a:p>
          <a:p>
            <a:r>
              <a:rPr lang="en-US" dirty="0"/>
              <a:t> '</a:t>
            </a:r>
            <a:r>
              <a:rPr lang="en-US" dirty="0" err="1"/>
              <a:t>sldpiz</a:t>
            </a:r>
            <a:r>
              <a:rPr lang="en-US" dirty="0"/>
              <a:t>',</a:t>
            </a:r>
          </a:p>
          <a:p>
            <a:r>
              <a:rPr lang="en-US" dirty="0"/>
              <a:t> </a:t>
            </a:r>
            <a:r>
              <a:rPr lang="en-US" dirty="0">
                <a:solidFill>
                  <a:srgbClr val="FF0000"/>
                </a:solidFill>
              </a:rPr>
              <a:t>'sleeve',</a:t>
            </a:r>
          </a:p>
          <a:p>
            <a:r>
              <a:rPr lang="en-US" dirty="0">
                <a:solidFill>
                  <a:srgbClr val="FF0000"/>
                </a:solidFill>
              </a:rPr>
              <a:t> 'sleeved',</a:t>
            </a:r>
          </a:p>
          <a:p>
            <a:r>
              <a:rPr lang="en-US" dirty="0">
                <a:solidFill>
                  <a:srgbClr val="FF0000"/>
                </a:solidFill>
              </a:rPr>
              <a:t> 'slice',</a:t>
            </a:r>
          </a:p>
          <a:p>
            <a:r>
              <a:rPr lang="en-US" dirty="0">
                <a:solidFill>
                  <a:srgbClr val="FF0000"/>
                </a:solidFill>
              </a:rPr>
              <a:t> 'sliced',</a:t>
            </a:r>
          </a:p>
          <a:p>
            <a:r>
              <a:rPr lang="en-US" dirty="0">
                <a:solidFill>
                  <a:srgbClr val="FF0000"/>
                </a:solidFill>
              </a:rPr>
              <a:t> 'slicer',</a:t>
            </a:r>
          </a:p>
          <a:p>
            <a:r>
              <a:rPr lang="en-US" dirty="0">
                <a:solidFill>
                  <a:srgbClr val="FF0000"/>
                </a:solidFill>
              </a:rPr>
              <a:t> 'slicing'</a:t>
            </a:r>
            <a:r>
              <a:rPr lang="en-US" dirty="0"/>
              <a:t>,</a:t>
            </a:r>
          </a:p>
          <a:p>
            <a:r>
              <a:rPr lang="en-US" dirty="0"/>
              <a:t> '</a:t>
            </a:r>
            <a:r>
              <a:rPr lang="en-US" dirty="0" err="1"/>
              <a:t>slm</a:t>
            </a:r>
            <a:r>
              <a:rPr lang="en-US" dirty="0"/>
              <a:t>',</a:t>
            </a:r>
          </a:p>
          <a:p>
            <a:r>
              <a:rPr lang="en-US" dirty="0"/>
              <a:t> '</a:t>
            </a:r>
            <a:r>
              <a:rPr lang="en-US" dirty="0" err="1"/>
              <a:t>sm</a:t>
            </a:r>
            <a:r>
              <a:rPr lang="en-US" dirty="0"/>
              <a:t>',</a:t>
            </a:r>
          </a:p>
          <a:p>
            <a:r>
              <a:rPr lang="en-US" dirty="0"/>
              <a:t> 'small',</a:t>
            </a:r>
          </a:p>
          <a:p>
            <a:r>
              <a:rPr lang="en-US" dirty="0"/>
              <a:t> 'smith',</a:t>
            </a:r>
          </a:p>
          <a:p>
            <a:r>
              <a:rPr lang="en-US" dirty="0"/>
              <a:t> '</a:t>
            </a:r>
            <a:r>
              <a:rPr lang="en-US" dirty="0" err="1"/>
              <a:t>sml</a:t>
            </a:r>
            <a:r>
              <a:rPr lang="en-US" dirty="0"/>
              <a:t>',</a:t>
            </a:r>
          </a:p>
          <a:p>
            <a:r>
              <a:rPr lang="en-US" dirty="0">
                <a:solidFill>
                  <a:srgbClr val="FF0000"/>
                </a:solidFill>
              </a:rPr>
              <a:t> 'smoked',</a:t>
            </a:r>
          </a:p>
          <a:p>
            <a:r>
              <a:rPr lang="en-US" dirty="0">
                <a:solidFill>
                  <a:srgbClr val="FF0000"/>
                </a:solidFill>
              </a:rPr>
              <a:t> 'smoky',</a:t>
            </a:r>
          </a:p>
          <a:p>
            <a:r>
              <a:rPr lang="en-US" dirty="0"/>
              <a:t> 'smooth'</a:t>
            </a:r>
          </a:p>
        </p:txBody>
      </p:sp>
    </p:spTree>
    <p:extLst>
      <p:ext uri="{BB962C8B-B14F-4D97-AF65-F5344CB8AC3E}">
        <p14:creationId xmlns:p14="http://schemas.microsoft.com/office/powerpoint/2010/main" val="375366585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35350-8A38-4C27-99A1-4BFD040C6DC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E255ABE-040B-4A61-B472-6751DAEB0D18}"/>
              </a:ext>
            </a:extLst>
          </p:cNvPr>
          <p:cNvSpPr>
            <a:spLocks noGrp="1"/>
          </p:cNvSpPr>
          <p:nvPr>
            <p:ph idx="1"/>
          </p:nvPr>
        </p:nvSpPr>
        <p:spPr/>
        <p:txBody>
          <a:bodyPr numCol="8">
            <a:normAutofit fontScale="55000" lnSpcReduction="20000"/>
          </a:bodyPr>
          <a:lstStyle/>
          <a:p>
            <a:r>
              <a:rPr lang="en-US" dirty="0"/>
              <a:t>'smoothie',</a:t>
            </a:r>
          </a:p>
          <a:p>
            <a:r>
              <a:rPr lang="en-US" dirty="0"/>
              <a:t> '</a:t>
            </a:r>
            <a:r>
              <a:rPr lang="en-US" dirty="0" err="1"/>
              <a:t>smp</a:t>
            </a:r>
            <a:r>
              <a:rPr lang="en-US" dirty="0"/>
              <a:t>',</a:t>
            </a:r>
          </a:p>
          <a:p>
            <a:r>
              <a:rPr lang="en-US" dirty="0"/>
              <a:t> 'snack',</a:t>
            </a:r>
          </a:p>
          <a:p>
            <a:r>
              <a:rPr lang="en-US" dirty="0"/>
              <a:t> '</a:t>
            </a:r>
            <a:r>
              <a:rPr lang="en-US" dirty="0" err="1"/>
              <a:t>snacker</a:t>
            </a:r>
            <a:r>
              <a:rPr lang="en-US" dirty="0"/>
              <a:t>',</a:t>
            </a:r>
          </a:p>
          <a:p>
            <a:r>
              <a:rPr lang="en-US" dirty="0"/>
              <a:t> 'snacking',</a:t>
            </a:r>
          </a:p>
          <a:p>
            <a:r>
              <a:rPr lang="en-US" dirty="0"/>
              <a:t> 'snap',</a:t>
            </a:r>
          </a:p>
          <a:p>
            <a:r>
              <a:rPr lang="en-US" dirty="0"/>
              <a:t> '</a:t>
            </a:r>
            <a:r>
              <a:rPr lang="en-US" dirty="0" err="1"/>
              <a:t>snax</a:t>
            </a:r>
            <a:r>
              <a:rPr lang="en-US" dirty="0"/>
              <a:t>',</a:t>
            </a:r>
          </a:p>
          <a:p>
            <a:r>
              <a:rPr lang="en-US" dirty="0"/>
              <a:t> 'snow',</a:t>
            </a:r>
          </a:p>
          <a:p>
            <a:r>
              <a:rPr lang="en-US" dirty="0"/>
              <a:t> 'soft',</a:t>
            </a:r>
          </a:p>
          <a:p>
            <a:r>
              <a:rPr lang="en-US" dirty="0"/>
              <a:t> 'sol',</a:t>
            </a:r>
          </a:p>
          <a:p>
            <a:r>
              <a:rPr lang="en-US" dirty="0"/>
              <a:t> 'sold',</a:t>
            </a:r>
          </a:p>
          <a:p>
            <a:r>
              <a:rPr lang="en-US" dirty="0"/>
              <a:t> 'solo',</a:t>
            </a:r>
          </a:p>
          <a:p>
            <a:r>
              <a:rPr lang="en-US" dirty="0"/>
              <a:t> 'soup',</a:t>
            </a:r>
          </a:p>
          <a:p>
            <a:r>
              <a:rPr lang="en-US" dirty="0"/>
              <a:t> 'sour',</a:t>
            </a:r>
          </a:p>
          <a:p>
            <a:r>
              <a:rPr lang="en-US" dirty="0"/>
              <a:t> 'south',</a:t>
            </a:r>
          </a:p>
          <a:p>
            <a:r>
              <a:rPr lang="en-US" dirty="0"/>
              <a:t> 'southern',</a:t>
            </a:r>
          </a:p>
          <a:p>
            <a:r>
              <a:rPr lang="en-US" dirty="0"/>
              <a:t> 'southwest',</a:t>
            </a:r>
          </a:p>
          <a:p>
            <a:r>
              <a:rPr lang="en-US" dirty="0"/>
              <a:t> 'soy',</a:t>
            </a:r>
          </a:p>
          <a:p>
            <a:r>
              <a:rPr lang="en-US" dirty="0"/>
              <a:t> '</a:t>
            </a:r>
            <a:r>
              <a:rPr lang="en-US" dirty="0" err="1"/>
              <a:t>sp</a:t>
            </a:r>
            <a:r>
              <a:rPr lang="en-US" dirty="0"/>
              <a:t>',</a:t>
            </a:r>
          </a:p>
          <a:p>
            <a:r>
              <a:rPr lang="en-US" dirty="0"/>
              <a:t> 'spaghetti',</a:t>
            </a:r>
          </a:p>
          <a:p>
            <a:r>
              <a:rPr lang="en-US" dirty="0"/>
              <a:t> 'spear',</a:t>
            </a:r>
          </a:p>
          <a:p>
            <a:r>
              <a:rPr lang="en-US" dirty="0"/>
              <a:t> 'spec',</a:t>
            </a:r>
          </a:p>
          <a:p>
            <a:r>
              <a:rPr lang="en-US" dirty="0"/>
              <a:t> 'special',</a:t>
            </a:r>
          </a:p>
          <a:p>
            <a:r>
              <a:rPr lang="en-US" dirty="0"/>
              <a:t> </a:t>
            </a:r>
            <a:r>
              <a:rPr lang="en-US" dirty="0">
                <a:solidFill>
                  <a:srgbClr val="FF0000"/>
                </a:solidFill>
              </a:rPr>
              <a:t>'</a:t>
            </a:r>
            <a:r>
              <a:rPr lang="en-US" dirty="0" err="1">
                <a:solidFill>
                  <a:srgbClr val="FF0000"/>
                </a:solidFill>
              </a:rPr>
              <a:t>speciality</a:t>
            </a:r>
            <a:r>
              <a:rPr lang="en-US" dirty="0">
                <a:solidFill>
                  <a:srgbClr val="FF0000"/>
                </a:solidFill>
              </a:rPr>
              <a:t>',</a:t>
            </a:r>
          </a:p>
          <a:p>
            <a:r>
              <a:rPr lang="en-US" dirty="0">
                <a:solidFill>
                  <a:srgbClr val="FF0000"/>
                </a:solidFill>
              </a:rPr>
              <a:t> 'specialty',</a:t>
            </a:r>
          </a:p>
          <a:p>
            <a:r>
              <a:rPr lang="en-US" dirty="0"/>
              <a:t> 'specific',</a:t>
            </a:r>
          </a:p>
          <a:p>
            <a:r>
              <a:rPr lang="en-US" dirty="0">
                <a:solidFill>
                  <a:srgbClr val="FF0000"/>
                </a:solidFill>
              </a:rPr>
              <a:t> 'spice',</a:t>
            </a:r>
          </a:p>
          <a:p>
            <a:r>
              <a:rPr lang="en-US" dirty="0">
                <a:solidFill>
                  <a:srgbClr val="FF0000"/>
                </a:solidFill>
              </a:rPr>
              <a:t> 'spiced',</a:t>
            </a:r>
          </a:p>
          <a:p>
            <a:r>
              <a:rPr lang="en-US" dirty="0">
                <a:solidFill>
                  <a:srgbClr val="FF0000"/>
                </a:solidFill>
              </a:rPr>
              <a:t> 'spicy',</a:t>
            </a:r>
          </a:p>
          <a:p>
            <a:r>
              <a:rPr lang="en-US" dirty="0"/>
              <a:t> 'spin',</a:t>
            </a:r>
          </a:p>
          <a:p>
            <a:r>
              <a:rPr lang="en-US" dirty="0"/>
              <a:t> 'spinach',</a:t>
            </a:r>
          </a:p>
          <a:p>
            <a:r>
              <a:rPr lang="en-US" dirty="0"/>
              <a:t> '</a:t>
            </a:r>
            <a:r>
              <a:rPr lang="en-US" dirty="0" err="1"/>
              <a:t>spkl</a:t>
            </a:r>
            <a:r>
              <a:rPr lang="en-US" dirty="0"/>
              <a:t>',</a:t>
            </a:r>
          </a:p>
          <a:p>
            <a:r>
              <a:rPr lang="en-US" dirty="0"/>
              <a:t> 'splash',</a:t>
            </a:r>
          </a:p>
          <a:p>
            <a:r>
              <a:rPr lang="en-US" dirty="0"/>
              <a:t> '</a:t>
            </a:r>
            <a:r>
              <a:rPr lang="en-US" dirty="0" err="1"/>
              <a:t>spmix</a:t>
            </a:r>
            <a:r>
              <a:rPr lang="en-US" dirty="0"/>
              <a:t>',</a:t>
            </a:r>
          </a:p>
          <a:p>
            <a:r>
              <a:rPr lang="en-US" dirty="0"/>
              <a:t> '</a:t>
            </a:r>
            <a:r>
              <a:rPr lang="en-US" dirty="0" err="1"/>
              <a:t>spr</a:t>
            </a:r>
            <a:r>
              <a:rPr lang="en-US" dirty="0"/>
              <a:t>',</a:t>
            </a:r>
          </a:p>
          <a:p>
            <a:r>
              <a:rPr lang="en-US" dirty="0"/>
              <a:t> 'spring',</a:t>
            </a:r>
          </a:p>
          <a:p>
            <a:r>
              <a:rPr lang="en-US" dirty="0"/>
              <a:t> 'sprinkle',</a:t>
            </a:r>
          </a:p>
          <a:p>
            <a:r>
              <a:rPr lang="en-US" dirty="0"/>
              <a:t> 'sprout',</a:t>
            </a:r>
          </a:p>
          <a:p>
            <a:r>
              <a:rPr lang="en-US" dirty="0"/>
              <a:t> 'spy',</a:t>
            </a:r>
          </a:p>
          <a:p>
            <a:r>
              <a:rPr lang="en-US" dirty="0"/>
              <a:t> 'sq',</a:t>
            </a:r>
          </a:p>
          <a:p>
            <a:r>
              <a:rPr lang="en-US" dirty="0"/>
              <a:t> 'squash',</a:t>
            </a:r>
          </a:p>
          <a:p>
            <a:r>
              <a:rPr lang="en-US" dirty="0"/>
              <a:t> 'squeezable',</a:t>
            </a:r>
          </a:p>
          <a:p>
            <a:r>
              <a:rPr lang="en-US" dirty="0"/>
              <a:t> 'squeeze',</a:t>
            </a:r>
          </a:p>
          <a:p>
            <a:r>
              <a:rPr lang="en-US" dirty="0"/>
              <a:t> '</a:t>
            </a:r>
            <a:r>
              <a:rPr lang="en-US" dirty="0" err="1"/>
              <a:t>sqz</a:t>
            </a:r>
            <a:r>
              <a:rPr lang="en-US" dirty="0"/>
              <a:t>',</a:t>
            </a:r>
          </a:p>
          <a:p>
            <a:r>
              <a:rPr lang="en-US" dirty="0"/>
              <a:t> '</a:t>
            </a:r>
            <a:r>
              <a:rPr lang="en-US" dirty="0" err="1"/>
              <a:t>sr</a:t>
            </a:r>
            <a:r>
              <a:rPr lang="en-US" dirty="0"/>
              <a:t>',</a:t>
            </a:r>
          </a:p>
          <a:p>
            <a:r>
              <a:rPr lang="en-US" dirty="0"/>
              <a:t> 'sriracha',</a:t>
            </a:r>
          </a:p>
          <a:p>
            <a:r>
              <a:rPr lang="en-US" dirty="0"/>
              <a:t> '</a:t>
            </a:r>
            <a:r>
              <a:rPr lang="en-US" dirty="0" err="1"/>
              <a:t>st</a:t>
            </a:r>
            <a:r>
              <a:rPr lang="en-US" dirty="0"/>
              <a:t>',</a:t>
            </a:r>
          </a:p>
          <a:p>
            <a:r>
              <a:rPr lang="en-US" dirty="0"/>
              <a:t> 'stalk',</a:t>
            </a:r>
          </a:p>
          <a:p>
            <a:r>
              <a:rPr lang="en-US" dirty="0"/>
              <a:t> 'star',</a:t>
            </a:r>
          </a:p>
          <a:p>
            <a:r>
              <a:rPr lang="en-US" dirty="0"/>
              <a:t> 'state',</a:t>
            </a:r>
          </a:p>
          <a:p>
            <a:r>
              <a:rPr lang="en-US" dirty="0"/>
              <a:t> '</a:t>
            </a:r>
            <a:r>
              <a:rPr lang="en-US" dirty="0" err="1"/>
              <a:t>stayman</a:t>
            </a:r>
            <a:r>
              <a:rPr lang="en-US" dirty="0"/>
              <a:t>',</a:t>
            </a:r>
          </a:p>
          <a:p>
            <a:r>
              <a:rPr lang="en-US" dirty="0"/>
              <a:t> 'steakhouse',</a:t>
            </a:r>
          </a:p>
          <a:p>
            <a:r>
              <a:rPr lang="en-US" dirty="0"/>
              <a:t> 'steamer',</a:t>
            </a:r>
          </a:p>
          <a:p>
            <a:r>
              <a:rPr lang="en-US" dirty="0"/>
              <a:t> 'stem',</a:t>
            </a:r>
          </a:p>
          <a:p>
            <a:r>
              <a:rPr lang="en-US" dirty="0"/>
              <a:t> 'stew',</a:t>
            </a:r>
          </a:p>
          <a:p>
            <a:r>
              <a:rPr lang="en-US" dirty="0"/>
              <a:t> '</a:t>
            </a:r>
            <a:r>
              <a:rPr lang="en-US" dirty="0" err="1"/>
              <a:t>stfr</a:t>
            </a:r>
            <a:r>
              <a:rPr lang="en-US" dirty="0"/>
              <a:t>',</a:t>
            </a:r>
          </a:p>
          <a:p>
            <a:r>
              <a:rPr lang="en-US" dirty="0"/>
              <a:t> 'stick',</a:t>
            </a:r>
          </a:p>
          <a:p>
            <a:r>
              <a:rPr lang="en-US" dirty="0"/>
              <a:t> 'stir',</a:t>
            </a:r>
          </a:p>
          <a:p>
            <a:r>
              <a:rPr lang="en-US" dirty="0"/>
              <a:t> '</a:t>
            </a:r>
            <a:r>
              <a:rPr lang="en-US" dirty="0" err="1"/>
              <a:t>stix</a:t>
            </a:r>
            <a:r>
              <a:rPr lang="en-US" dirty="0"/>
              <a:t>',</a:t>
            </a:r>
          </a:p>
          <a:p>
            <a:r>
              <a:rPr lang="en-US" dirty="0"/>
              <a:t> '</a:t>
            </a:r>
            <a:r>
              <a:rPr lang="en-US" dirty="0" err="1"/>
              <a:t>stonefruit</a:t>
            </a:r>
            <a:r>
              <a:rPr lang="en-US" dirty="0"/>
              <a:t>',</a:t>
            </a:r>
          </a:p>
          <a:p>
            <a:r>
              <a:rPr lang="en-US" dirty="0"/>
              <a:t> 'storage',</a:t>
            </a:r>
          </a:p>
          <a:p>
            <a:r>
              <a:rPr lang="en-US" dirty="0"/>
              <a:t> 'store',</a:t>
            </a:r>
          </a:p>
          <a:p>
            <a:r>
              <a:rPr lang="en-US" dirty="0"/>
              <a:t> 'straw',</a:t>
            </a:r>
          </a:p>
          <a:p>
            <a:r>
              <a:rPr lang="en-US" dirty="0"/>
              <a:t> 'strawberry',</a:t>
            </a:r>
          </a:p>
          <a:p>
            <a:r>
              <a:rPr lang="en-US" dirty="0"/>
              <a:t> 'string',</a:t>
            </a:r>
          </a:p>
          <a:p>
            <a:r>
              <a:rPr lang="en-US" dirty="0"/>
              <a:t> </a:t>
            </a:r>
            <a:r>
              <a:rPr lang="en-US" dirty="0">
                <a:solidFill>
                  <a:srgbClr val="FF0000"/>
                </a:solidFill>
              </a:rPr>
              <a:t>'strip',</a:t>
            </a:r>
          </a:p>
          <a:p>
            <a:r>
              <a:rPr lang="en-US" dirty="0">
                <a:solidFill>
                  <a:srgbClr val="FF0000"/>
                </a:solidFill>
              </a:rPr>
              <a:t> 'striped',</a:t>
            </a:r>
          </a:p>
          <a:p>
            <a:r>
              <a:rPr lang="en-US" dirty="0">
                <a:solidFill>
                  <a:srgbClr val="FF0000"/>
                </a:solidFill>
              </a:rPr>
              <a:t> 'stuffed',</a:t>
            </a:r>
          </a:p>
          <a:p>
            <a:r>
              <a:rPr lang="en-US" dirty="0">
                <a:solidFill>
                  <a:srgbClr val="FF0000"/>
                </a:solidFill>
              </a:rPr>
              <a:t> 'stuffing',</a:t>
            </a:r>
          </a:p>
          <a:p>
            <a:r>
              <a:rPr lang="en-US" dirty="0"/>
              <a:t> 'style',</a:t>
            </a:r>
          </a:p>
          <a:p>
            <a:r>
              <a:rPr lang="en-US" dirty="0"/>
              <a:t> 'sugar',</a:t>
            </a:r>
          </a:p>
          <a:p>
            <a:r>
              <a:rPr lang="en-US" dirty="0"/>
              <a:t> '</a:t>
            </a:r>
            <a:r>
              <a:rPr lang="en-US" dirty="0" err="1"/>
              <a:t>sugarbee</a:t>
            </a:r>
            <a:r>
              <a:rPr lang="en-US" dirty="0"/>
              <a:t>',</a:t>
            </a:r>
          </a:p>
          <a:p>
            <a:r>
              <a:rPr lang="en-US" dirty="0"/>
              <a:t> 'summer',</a:t>
            </a:r>
          </a:p>
          <a:p>
            <a:r>
              <a:rPr lang="en-US" dirty="0"/>
              <a:t> 'sun',</a:t>
            </a:r>
          </a:p>
          <a:p>
            <a:r>
              <a:rPr lang="en-US" dirty="0"/>
              <a:t> '</a:t>
            </a:r>
            <a:r>
              <a:rPr lang="en-US" dirty="0" err="1"/>
              <a:t>sunfed</a:t>
            </a:r>
            <a:r>
              <a:rPr lang="en-US" dirty="0"/>
              <a:t>',</a:t>
            </a:r>
          </a:p>
          <a:p>
            <a:r>
              <a:rPr lang="en-US" dirty="0"/>
              <a:t> </a:t>
            </a:r>
            <a:r>
              <a:rPr lang="en-US" dirty="0">
                <a:solidFill>
                  <a:srgbClr val="FF0000"/>
                </a:solidFill>
              </a:rPr>
              <a:t>'sunflower',</a:t>
            </a:r>
          </a:p>
          <a:p>
            <a:r>
              <a:rPr lang="en-US" dirty="0">
                <a:solidFill>
                  <a:srgbClr val="FF0000"/>
                </a:solidFill>
              </a:rPr>
              <a:t> '</a:t>
            </a:r>
            <a:r>
              <a:rPr lang="en-US" dirty="0" err="1">
                <a:solidFill>
                  <a:srgbClr val="FF0000"/>
                </a:solidFill>
              </a:rPr>
              <a:t>sunflwer</a:t>
            </a:r>
            <a:r>
              <a:rPr lang="en-US" dirty="0">
                <a:solidFill>
                  <a:srgbClr val="FF0000"/>
                </a:solidFill>
              </a:rPr>
              <a:t>',</a:t>
            </a:r>
          </a:p>
          <a:p>
            <a:r>
              <a:rPr lang="en-US" dirty="0"/>
              <a:t> 'sunshine',</a:t>
            </a:r>
          </a:p>
          <a:p>
            <a:r>
              <a:rPr lang="en-US" dirty="0"/>
              <a:t> 'super',</a:t>
            </a:r>
          </a:p>
          <a:p>
            <a:r>
              <a:rPr lang="en-US" dirty="0">
                <a:solidFill>
                  <a:srgbClr val="FF0000"/>
                </a:solidFill>
              </a:rPr>
              <a:t> 'superfood',</a:t>
            </a:r>
          </a:p>
          <a:p>
            <a:r>
              <a:rPr lang="en-US" dirty="0">
                <a:solidFill>
                  <a:srgbClr val="FF0000"/>
                </a:solidFill>
              </a:rPr>
              <a:t> '</a:t>
            </a:r>
            <a:r>
              <a:rPr lang="en-US" dirty="0" err="1">
                <a:solidFill>
                  <a:srgbClr val="FF0000"/>
                </a:solidFill>
              </a:rPr>
              <a:t>superseedz</a:t>
            </a:r>
            <a:r>
              <a:rPr lang="en-US" dirty="0">
                <a:solidFill>
                  <a:srgbClr val="FF0000"/>
                </a:solidFill>
              </a:rPr>
              <a:t>',</a:t>
            </a:r>
          </a:p>
          <a:p>
            <a:r>
              <a:rPr lang="en-US" dirty="0"/>
              <a:t> 'supplier',</a:t>
            </a:r>
          </a:p>
          <a:p>
            <a:r>
              <a:rPr lang="en-US" dirty="0"/>
              <a:t> '</a:t>
            </a:r>
            <a:r>
              <a:rPr lang="en-US" dirty="0" err="1"/>
              <a:t>sv</a:t>
            </a:r>
            <a:r>
              <a:rPr lang="en-US" dirty="0"/>
              <a:t>',</a:t>
            </a:r>
          </a:p>
          <a:p>
            <a:r>
              <a:rPr lang="en-US" dirty="0"/>
              <a:t> '</a:t>
            </a:r>
            <a:r>
              <a:rPr lang="en-US" dirty="0" err="1"/>
              <a:t>sw</a:t>
            </a:r>
            <a:r>
              <a:rPr lang="en-US" dirty="0"/>
              <a:t>',</a:t>
            </a:r>
          </a:p>
          <a:p>
            <a:r>
              <a:rPr lang="en-US" dirty="0"/>
              <a:t> 'sweet',</a:t>
            </a:r>
          </a:p>
          <a:p>
            <a:r>
              <a:rPr lang="en-US" dirty="0"/>
              <a:t> '</a:t>
            </a:r>
            <a:r>
              <a:rPr lang="en-US" dirty="0" err="1"/>
              <a:t>swf</a:t>
            </a:r>
            <a:r>
              <a:rPr lang="en-US" dirty="0"/>
              <a:t>',</a:t>
            </a:r>
          </a:p>
          <a:p>
            <a:r>
              <a:rPr lang="en-US" dirty="0"/>
              <a:t> 'swiss',</a:t>
            </a:r>
          </a:p>
          <a:p>
            <a:r>
              <a:rPr lang="en-US" dirty="0"/>
              <a:t> '</a:t>
            </a:r>
            <a:r>
              <a:rPr lang="en-US" dirty="0" err="1"/>
              <a:t>swttango</a:t>
            </a:r>
            <a:r>
              <a:rPr lang="en-US" dirty="0"/>
              <a:t>',</a:t>
            </a:r>
          </a:p>
          <a:p>
            <a:r>
              <a:rPr lang="en-US" dirty="0"/>
              <a:t> '</a:t>
            </a:r>
            <a:r>
              <a:rPr lang="en-US" dirty="0" err="1"/>
              <a:t>sz</a:t>
            </a:r>
            <a:r>
              <a:rPr lang="en-US" dirty="0"/>
              <a:t>',</a:t>
            </a:r>
          </a:p>
          <a:p>
            <a:r>
              <a:rPr lang="en-US" dirty="0"/>
              <a:t> 'ta',</a:t>
            </a:r>
          </a:p>
          <a:p>
            <a:r>
              <a:rPr lang="en-US" dirty="0"/>
              <a:t> 'tabbouleh',</a:t>
            </a:r>
          </a:p>
          <a:p>
            <a:r>
              <a:rPr lang="en-US" dirty="0"/>
              <a:t> '</a:t>
            </a:r>
            <a:r>
              <a:rPr lang="en-US" dirty="0" err="1"/>
              <a:t>taboli</a:t>
            </a:r>
            <a:r>
              <a:rPr lang="en-US" dirty="0"/>
              <a:t>',</a:t>
            </a:r>
          </a:p>
          <a:p>
            <a:r>
              <a:rPr lang="en-US" dirty="0"/>
              <a:t> 'tajin',</a:t>
            </a:r>
          </a:p>
          <a:p>
            <a:r>
              <a:rPr lang="en-US" dirty="0"/>
              <a:t> 'tang',</a:t>
            </a:r>
          </a:p>
          <a:p>
            <a:r>
              <a:rPr lang="en-US" dirty="0"/>
              <a:t> 'tangelo',</a:t>
            </a:r>
          </a:p>
          <a:p>
            <a:r>
              <a:rPr lang="en-US" dirty="0"/>
              <a:t> 'tangerine',</a:t>
            </a:r>
          </a:p>
          <a:p>
            <a:r>
              <a:rPr lang="en-US" dirty="0"/>
              <a:t> 'tango',</a:t>
            </a:r>
          </a:p>
          <a:p>
            <a:r>
              <a:rPr lang="en-US" dirty="0"/>
              <a:t> 'tarragon',</a:t>
            </a:r>
          </a:p>
          <a:p>
            <a:r>
              <a:rPr lang="en-US" dirty="0"/>
              <a:t> 'tart',</a:t>
            </a:r>
          </a:p>
          <a:p>
            <a:r>
              <a:rPr lang="en-US" dirty="0"/>
              <a:t> 'taste'</a:t>
            </a:r>
          </a:p>
        </p:txBody>
      </p:sp>
    </p:spTree>
    <p:extLst>
      <p:ext uri="{BB962C8B-B14F-4D97-AF65-F5344CB8AC3E}">
        <p14:creationId xmlns:p14="http://schemas.microsoft.com/office/powerpoint/2010/main" val="148872171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3143FB-5580-4FE4-952B-18DC7683118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A7EAB6E-F9C4-4FD8-BE77-E51AC517AB40}"/>
              </a:ext>
            </a:extLst>
          </p:cNvPr>
          <p:cNvSpPr>
            <a:spLocks noGrp="1"/>
          </p:cNvSpPr>
          <p:nvPr>
            <p:ph idx="1"/>
          </p:nvPr>
        </p:nvSpPr>
        <p:spPr/>
        <p:txBody>
          <a:bodyPr numCol="8">
            <a:normAutofit fontScale="55000" lnSpcReduction="20000"/>
          </a:bodyPr>
          <a:lstStyle/>
          <a:p>
            <a:r>
              <a:rPr lang="en-US" dirty="0"/>
              <a:t>'</a:t>
            </a:r>
            <a:r>
              <a:rPr lang="en-US" dirty="0" err="1"/>
              <a:t>taylor</a:t>
            </a:r>
            <a:r>
              <a:rPr lang="en-US" dirty="0"/>
              <a:t>',</a:t>
            </a:r>
          </a:p>
          <a:p>
            <a:r>
              <a:rPr lang="en-US" dirty="0"/>
              <a:t> '</a:t>
            </a:r>
            <a:r>
              <a:rPr lang="en-US" dirty="0" err="1"/>
              <a:t>taylorgold</a:t>
            </a:r>
            <a:r>
              <a:rPr lang="en-US" dirty="0"/>
              <a:t>',</a:t>
            </a:r>
          </a:p>
          <a:p>
            <a:r>
              <a:rPr lang="en-US" dirty="0"/>
              <a:t> 'tb',</a:t>
            </a:r>
          </a:p>
          <a:p>
            <a:r>
              <a:rPr lang="en-US" dirty="0"/>
              <a:t> '</a:t>
            </a:r>
            <a:r>
              <a:rPr lang="en-US" dirty="0" err="1"/>
              <a:t>tc</a:t>
            </a:r>
            <a:r>
              <a:rPr lang="en-US" dirty="0"/>
              <a:t>',</a:t>
            </a:r>
          </a:p>
          <a:p>
            <a:r>
              <a:rPr lang="en-US" dirty="0"/>
              <a:t> 'teriyaki',</a:t>
            </a:r>
          </a:p>
          <a:p>
            <a:r>
              <a:rPr lang="en-US" dirty="0"/>
              <a:t> 'test',</a:t>
            </a:r>
          </a:p>
          <a:p>
            <a:r>
              <a:rPr lang="en-US" dirty="0"/>
              <a:t> '</a:t>
            </a:r>
            <a:r>
              <a:rPr lang="en-US" dirty="0" err="1"/>
              <a:t>texas</a:t>
            </a:r>
            <a:r>
              <a:rPr lang="en-US" dirty="0"/>
              <a:t>',</a:t>
            </a:r>
          </a:p>
          <a:p>
            <a:r>
              <a:rPr lang="en-US" dirty="0"/>
              <a:t> '</a:t>
            </a:r>
            <a:r>
              <a:rPr lang="en-US" dirty="0" err="1"/>
              <a:t>tf</a:t>
            </a:r>
            <a:r>
              <a:rPr lang="en-US" dirty="0"/>
              <a:t>',</a:t>
            </a:r>
          </a:p>
          <a:p>
            <a:r>
              <a:rPr lang="en-US" dirty="0"/>
              <a:t> '</a:t>
            </a:r>
            <a:r>
              <a:rPr lang="en-US" dirty="0" err="1"/>
              <a:t>tfs</a:t>
            </a:r>
            <a:r>
              <a:rPr lang="en-US" dirty="0"/>
              <a:t>',</a:t>
            </a:r>
          </a:p>
          <a:p>
            <a:r>
              <a:rPr lang="en-US" dirty="0"/>
              <a:t> '</a:t>
            </a:r>
            <a:r>
              <a:rPr lang="en-US" dirty="0" err="1"/>
              <a:t>tg</a:t>
            </a:r>
            <a:r>
              <a:rPr lang="en-US" dirty="0"/>
              <a:t>',</a:t>
            </a:r>
          </a:p>
          <a:p>
            <a:r>
              <a:rPr lang="en-US" dirty="0"/>
              <a:t> '</a:t>
            </a:r>
            <a:r>
              <a:rPr lang="en-US" dirty="0" err="1"/>
              <a:t>thai</a:t>
            </a:r>
            <a:r>
              <a:rPr lang="en-US" dirty="0"/>
              <a:t>',</a:t>
            </a:r>
          </a:p>
          <a:p>
            <a:r>
              <a:rPr lang="en-US" dirty="0"/>
              <a:t> 'thyme',</a:t>
            </a:r>
          </a:p>
          <a:p>
            <a:r>
              <a:rPr lang="en-US" dirty="0"/>
              <a:t> 'tiger',</a:t>
            </a:r>
          </a:p>
          <a:p>
            <a:r>
              <a:rPr lang="en-US" dirty="0"/>
              <a:t> 'tm',</a:t>
            </a:r>
          </a:p>
          <a:p>
            <a:r>
              <a:rPr lang="en-US" dirty="0"/>
              <a:t> 'tofu',</a:t>
            </a:r>
          </a:p>
          <a:p>
            <a:r>
              <a:rPr lang="en-US" dirty="0"/>
              <a:t> 'tom',</a:t>
            </a:r>
          </a:p>
          <a:p>
            <a:r>
              <a:rPr lang="en-US" dirty="0"/>
              <a:t> 'tomatillo',</a:t>
            </a:r>
          </a:p>
          <a:p>
            <a:r>
              <a:rPr lang="en-US" dirty="0"/>
              <a:t> 'tomato',</a:t>
            </a:r>
          </a:p>
          <a:p>
            <a:r>
              <a:rPr lang="en-US" dirty="0"/>
              <a:t> 'top',</a:t>
            </a:r>
          </a:p>
          <a:p>
            <a:r>
              <a:rPr lang="en-US" dirty="0"/>
              <a:t> 'topper',</a:t>
            </a:r>
          </a:p>
          <a:p>
            <a:r>
              <a:rPr lang="en-US" dirty="0"/>
              <a:t> 'topping',</a:t>
            </a:r>
          </a:p>
          <a:p>
            <a:r>
              <a:rPr lang="en-US" dirty="0"/>
              <a:t> 'tote',</a:t>
            </a:r>
          </a:p>
          <a:p>
            <a:r>
              <a:rPr lang="en-US" dirty="0"/>
              <a:t> 'tough',</a:t>
            </a:r>
          </a:p>
          <a:p>
            <a:r>
              <a:rPr lang="en-US" dirty="0"/>
              <a:t> </a:t>
            </a:r>
            <a:r>
              <a:rPr lang="en-US" dirty="0">
                <a:solidFill>
                  <a:srgbClr val="FF0000"/>
                </a:solidFill>
              </a:rPr>
              <a:t>'tov',</a:t>
            </a:r>
          </a:p>
          <a:p>
            <a:r>
              <a:rPr lang="en-US" dirty="0">
                <a:solidFill>
                  <a:srgbClr val="FF0000"/>
                </a:solidFill>
              </a:rPr>
              <a:t> '</a:t>
            </a:r>
            <a:r>
              <a:rPr lang="en-US" dirty="0" err="1">
                <a:solidFill>
                  <a:srgbClr val="FF0000"/>
                </a:solidFill>
              </a:rPr>
              <a:t>tovs</a:t>
            </a:r>
            <a:r>
              <a:rPr lang="en-US" dirty="0">
                <a:solidFill>
                  <a:srgbClr val="FF0000"/>
                </a:solidFill>
              </a:rPr>
              <a:t>',</a:t>
            </a:r>
          </a:p>
          <a:p>
            <a:r>
              <a:rPr lang="en-US" dirty="0"/>
              <a:t> 'tr',</a:t>
            </a:r>
          </a:p>
          <a:p>
            <a:r>
              <a:rPr lang="en-US" dirty="0"/>
              <a:t> 'trail',</a:t>
            </a:r>
          </a:p>
          <a:p>
            <a:r>
              <a:rPr lang="en-US" dirty="0"/>
              <a:t> 'tray',</a:t>
            </a:r>
          </a:p>
          <a:p>
            <a:r>
              <a:rPr lang="en-US" dirty="0"/>
              <a:t> 'tree',</a:t>
            </a:r>
          </a:p>
          <a:p>
            <a:r>
              <a:rPr lang="en-US" dirty="0"/>
              <a:t> 'tri',</a:t>
            </a:r>
          </a:p>
          <a:p>
            <a:r>
              <a:rPr lang="en-US" dirty="0"/>
              <a:t> 'tricolor',</a:t>
            </a:r>
          </a:p>
          <a:p>
            <a:r>
              <a:rPr lang="en-US" dirty="0"/>
              <a:t> 'trimmed',</a:t>
            </a:r>
          </a:p>
          <a:p>
            <a:r>
              <a:rPr lang="en-US" dirty="0"/>
              <a:t> 'trio',</a:t>
            </a:r>
          </a:p>
          <a:p>
            <a:r>
              <a:rPr lang="en-US" dirty="0"/>
              <a:t> '</a:t>
            </a:r>
            <a:r>
              <a:rPr lang="en-US" dirty="0" err="1"/>
              <a:t>trky</a:t>
            </a:r>
            <a:r>
              <a:rPr lang="en-US" dirty="0"/>
              <a:t>',</a:t>
            </a:r>
          </a:p>
          <a:p>
            <a:r>
              <a:rPr lang="en-US" dirty="0"/>
              <a:t> </a:t>
            </a:r>
            <a:r>
              <a:rPr lang="en-US" dirty="0">
                <a:solidFill>
                  <a:srgbClr val="FF0000"/>
                </a:solidFill>
              </a:rPr>
              <a:t>'tropical',</a:t>
            </a:r>
          </a:p>
          <a:p>
            <a:r>
              <a:rPr lang="en-US" dirty="0">
                <a:solidFill>
                  <a:srgbClr val="FF0000"/>
                </a:solidFill>
              </a:rPr>
              <a:t> '</a:t>
            </a:r>
            <a:r>
              <a:rPr lang="en-US" dirty="0" err="1">
                <a:solidFill>
                  <a:srgbClr val="FF0000"/>
                </a:solidFill>
              </a:rPr>
              <a:t>tropicals</a:t>
            </a:r>
            <a:r>
              <a:rPr lang="en-US" dirty="0">
                <a:solidFill>
                  <a:srgbClr val="FF0000"/>
                </a:solidFill>
              </a:rPr>
              <a:t>',</a:t>
            </a:r>
          </a:p>
          <a:p>
            <a:r>
              <a:rPr lang="en-US" dirty="0"/>
              <a:t> 'truck',</a:t>
            </a:r>
          </a:p>
          <a:p>
            <a:r>
              <a:rPr lang="en-US" dirty="0"/>
              <a:t> 'true',</a:t>
            </a:r>
          </a:p>
          <a:p>
            <a:r>
              <a:rPr lang="en-US" dirty="0"/>
              <a:t> 'try',</a:t>
            </a:r>
          </a:p>
          <a:p>
            <a:r>
              <a:rPr lang="en-US" dirty="0"/>
              <a:t> '</a:t>
            </a:r>
            <a:r>
              <a:rPr lang="en-US" dirty="0" err="1"/>
              <a:t>tt</a:t>
            </a:r>
            <a:r>
              <a:rPr lang="en-US" dirty="0"/>
              <a:t>',</a:t>
            </a:r>
          </a:p>
          <a:p>
            <a:r>
              <a:rPr lang="en-US" dirty="0"/>
              <a:t> 'tube',</a:t>
            </a:r>
          </a:p>
          <a:p>
            <a:r>
              <a:rPr lang="en-US" dirty="0"/>
              <a:t> 'tur',</a:t>
            </a:r>
          </a:p>
          <a:p>
            <a:r>
              <a:rPr lang="en-US" dirty="0"/>
              <a:t> 'turkey',</a:t>
            </a:r>
          </a:p>
          <a:p>
            <a:r>
              <a:rPr lang="en-US" dirty="0"/>
              <a:t> 'turnip',</a:t>
            </a:r>
          </a:p>
          <a:p>
            <a:r>
              <a:rPr lang="en-US" dirty="0"/>
              <a:t> 'turtle',</a:t>
            </a:r>
          </a:p>
          <a:p>
            <a:r>
              <a:rPr lang="en-US" dirty="0"/>
              <a:t> '</a:t>
            </a:r>
            <a:r>
              <a:rPr lang="en-US" dirty="0" err="1"/>
              <a:t>tuscan</a:t>
            </a:r>
            <a:r>
              <a:rPr lang="en-US" dirty="0"/>
              <a:t>',</a:t>
            </a:r>
          </a:p>
          <a:p>
            <a:r>
              <a:rPr lang="en-US" dirty="0"/>
              <a:t> 'twister',</a:t>
            </a:r>
          </a:p>
          <a:p>
            <a:r>
              <a:rPr lang="en-US" dirty="0"/>
              <a:t> '</a:t>
            </a:r>
            <a:r>
              <a:rPr lang="en-US" dirty="0" err="1"/>
              <a:t>tx</a:t>
            </a:r>
            <a:r>
              <a:rPr lang="en-US" dirty="0"/>
              <a:t>',</a:t>
            </a:r>
          </a:p>
          <a:p>
            <a:r>
              <a:rPr lang="en-US" dirty="0"/>
              <a:t> 'tx1015',</a:t>
            </a:r>
          </a:p>
          <a:p>
            <a:r>
              <a:rPr lang="en-US" dirty="0"/>
              <a:t> '</a:t>
            </a:r>
            <a:r>
              <a:rPr lang="en-US" dirty="0" err="1"/>
              <a:t>ub</a:t>
            </a:r>
            <a:r>
              <a:rPr lang="en-US" dirty="0"/>
              <a:t>',</a:t>
            </a:r>
          </a:p>
          <a:p>
            <a:r>
              <a:rPr lang="en-US" dirty="0"/>
              <a:t> '</a:t>
            </a:r>
            <a:r>
              <a:rPr lang="en-US" dirty="0" err="1"/>
              <a:t>uf</a:t>
            </a:r>
            <a:r>
              <a:rPr lang="en-US" dirty="0"/>
              <a:t>',</a:t>
            </a:r>
          </a:p>
          <a:p>
            <a:r>
              <a:rPr lang="en-US" dirty="0"/>
              <a:t> 'ugly',</a:t>
            </a:r>
          </a:p>
          <a:p>
            <a:r>
              <a:rPr lang="en-US" dirty="0"/>
              <a:t> 'ultra',</a:t>
            </a:r>
          </a:p>
          <a:p>
            <a:r>
              <a:rPr lang="en-US" dirty="0"/>
              <a:t> '</a:t>
            </a:r>
            <a:r>
              <a:rPr lang="en-US" dirty="0" err="1"/>
              <a:t>uo</a:t>
            </a:r>
            <a:r>
              <a:rPr lang="en-US" dirty="0"/>
              <a:t>',</a:t>
            </a:r>
          </a:p>
          <a:p>
            <a:r>
              <a:rPr lang="en-US" dirty="0"/>
              <a:t> '</a:t>
            </a:r>
            <a:r>
              <a:rPr lang="en-US" dirty="0" err="1"/>
              <a:t>upc</a:t>
            </a:r>
            <a:r>
              <a:rPr lang="en-US" dirty="0"/>
              <a:t>',</a:t>
            </a:r>
          </a:p>
          <a:p>
            <a:r>
              <a:rPr lang="en-US" dirty="0"/>
              <a:t> 'use',</a:t>
            </a:r>
          </a:p>
          <a:p>
            <a:r>
              <a:rPr lang="en-US" dirty="0"/>
              <a:t> '</a:t>
            </a:r>
            <a:r>
              <a:rPr lang="en-US" dirty="0" err="1"/>
              <a:t>ut</a:t>
            </a:r>
            <a:r>
              <a:rPr lang="en-US" dirty="0"/>
              <a:t>',</a:t>
            </a:r>
          </a:p>
          <a:p>
            <a:r>
              <a:rPr lang="en-US" dirty="0"/>
              <a:t> '</a:t>
            </a:r>
            <a:r>
              <a:rPr lang="en-US" dirty="0" err="1"/>
              <a:t>va</a:t>
            </a:r>
            <a:r>
              <a:rPr lang="en-US" dirty="0"/>
              <a:t>',</a:t>
            </a:r>
          </a:p>
          <a:p>
            <a:r>
              <a:rPr lang="en-US" dirty="0"/>
              <a:t> '</a:t>
            </a:r>
            <a:r>
              <a:rPr lang="en-US" dirty="0" err="1"/>
              <a:t>val</a:t>
            </a:r>
            <a:r>
              <a:rPr lang="en-US" dirty="0"/>
              <a:t>',</a:t>
            </a:r>
          </a:p>
          <a:p>
            <a:r>
              <a:rPr lang="en-US" dirty="0"/>
              <a:t> '</a:t>
            </a:r>
            <a:r>
              <a:rPr lang="en-US" dirty="0" err="1"/>
              <a:t>valen</a:t>
            </a:r>
            <a:r>
              <a:rPr lang="en-US" dirty="0"/>
              <a:t>',</a:t>
            </a:r>
          </a:p>
          <a:p>
            <a:r>
              <a:rPr lang="en-US" dirty="0"/>
              <a:t> '</a:t>
            </a:r>
            <a:r>
              <a:rPr lang="en-US" dirty="0" err="1"/>
              <a:t>valencia</a:t>
            </a:r>
            <a:r>
              <a:rPr lang="en-US" dirty="0"/>
              <a:t>',</a:t>
            </a:r>
          </a:p>
          <a:p>
            <a:r>
              <a:rPr lang="en-US" dirty="0"/>
              <a:t> 'value',</a:t>
            </a:r>
          </a:p>
          <a:p>
            <a:r>
              <a:rPr lang="en-US" dirty="0"/>
              <a:t> 'van',</a:t>
            </a:r>
          </a:p>
          <a:p>
            <a:r>
              <a:rPr lang="en-US" dirty="0"/>
              <a:t> 'vanilla',</a:t>
            </a:r>
          </a:p>
          <a:p>
            <a:r>
              <a:rPr lang="en-US" dirty="0"/>
              <a:t> 'var',</a:t>
            </a:r>
          </a:p>
          <a:p>
            <a:r>
              <a:rPr lang="en-US" dirty="0"/>
              <a:t> 'variety',</a:t>
            </a:r>
          </a:p>
          <a:p>
            <a:r>
              <a:rPr lang="en-US" dirty="0"/>
              <a:t> 'vav',</a:t>
            </a:r>
          </a:p>
          <a:p>
            <a:r>
              <a:rPr lang="en-US" dirty="0"/>
              <a:t> </a:t>
            </a:r>
            <a:r>
              <a:rPr lang="en-US" dirty="0">
                <a:solidFill>
                  <a:srgbClr val="FF0000"/>
                </a:solidFill>
              </a:rPr>
              <a:t>'veg',</a:t>
            </a:r>
          </a:p>
          <a:p>
            <a:r>
              <a:rPr lang="en-US" dirty="0"/>
              <a:t> 'vegetable',</a:t>
            </a:r>
          </a:p>
          <a:p>
            <a:r>
              <a:rPr lang="en-US" dirty="0"/>
              <a:t> 'vegetarian',</a:t>
            </a:r>
          </a:p>
          <a:p>
            <a:r>
              <a:rPr lang="en-US" dirty="0"/>
              <a:t> </a:t>
            </a:r>
            <a:r>
              <a:rPr lang="en-US" dirty="0">
                <a:solidFill>
                  <a:srgbClr val="FF0000"/>
                </a:solidFill>
              </a:rPr>
              <a:t>'veggie',</a:t>
            </a:r>
          </a:p>
          <a:p>
            <a:r>
              <a:rPr lang="en-US" dirty="0"/>
              <a:t> '</a:t>
            </a:r>
            <a:r>
              <a:rPr lang="en-US" dirty="0" err="1"/>
              <a:t>ven</a:t>
            </a:r>
            <a:r>
              <a:rPr lang="en-US" dirty="0"/>
              <a:t>',</a:t>
            </a:r>
          </a:p>
          <a:p>
            <a:r>
              <a:rPr lang="en-US" dirty="0"/>
              <a:t> 'vera',</a:t>
            </a:r>
          </a:p>
          <a:p>
            <a:r>
              <a:rPr lang="en-US" dirty="0"/>
              <a:t> '</a:t>
            </a:r>
            <a:r>
              <a:rPr lang="en-US" dirty="0" err="1"/>
              <a:t>verde</a:t>
            </a:r>
            <a:r>
              <a:rPr lang="en-US" dirty="0"/>
              <a:t>',</a:t>
            </a:r>
          </a:p>
          <a:p>
            <a:r>
              <a:rPr lang="en-US" dirty="0"/>
              <a:t> 'version',</a:t>
            </a:r>
          </a:p>
          <a:p>
            <a:r>
              <a:rPr lang="en-US" dirty="0"/>
              <a:t> 'vert',</a:t>
            </a:r>
          </a:p>
          <a:p>
            <a:r>
              <a:rPr lang="en-US" dirty="0"/>
              <a:t> '</a:t>
            </a:r>
            <a:r>
              <a:rPr lang="en-US" dirty="0" err="1"/>
              <a:t>vf</a:t>
            </a:r>
            <a:r>
              <a:rPr lang="en-US" dirty="0"/>
              <a:t>',</a:t>
            </a:r>
          </a:p>
          <a:p>
            <a:r>
              <a:rPr lang="en-US" dirty="0"/>
              <a:t> 'vg',</a:t>
            </a:r>
          </a:p>
          <a:p>
            <a:r>
              <a:rPr lang="en-US" dirty="0"/>
              <a:t> 'vi',</a:t>
            </a:r>
          </a:p>
          <a:p>
            <a:r>
              <a:rPr lang="en-US" dirty="0"/>
              <a:t> 'vid',</a:t>
            </a:r>
          </a:p>
          <a:p>
            <a:r>
              <a:rPr lang="en-US" dirty="0"/>
              <a:t> '</a:t>
            </a:r>
            <a:r>
              <a:rPr lang="en-US" dirty="0" err="1"/>
              <a:t>vidalia</a:t>
            </a:r>
            <a:r>
              <a:rPr lang="en-US" dirty="0"/>
              <a:t>',</a:t>
            </a:r>
          </a:p>
          <a:p>
            <a:r>
              <a:rPr lang="en-US" dirty="0"/>
              <a:t> 'vine',</a:t>
            </a:r>
          </a:p>
          <a:p>
            <a:r>
              <a:rPr lang="en-US" dirty="0"/>
              <a:t> '</a:t>
            </a:r>
            <a:r>
              <a:rPr lang="en-US" dirty="0" err="1"/>
              <a:t>wa</a:t>
            </a:r>
            <a:r>
              <a:rPr lang="en-US" dirty="0"/>
              <a:t>',</a:t>
            </a:r>
          </a:p>
          <a:p>
            <a:r>
              <a:rPr lang="en-US" dirty="0"/>
              <a:t> '</a:t>
            </a:r>
            <a:r>
              <a:rPr lang="en-US" dirty="0" err="1"/>
              <a:t>wada</a:t>
            </a:r>
            <a:r>
              <a:rPr lang="en-US" dirty="0"/>
              <a:t>',</a:t>
            </a:r>
          </a:p>
          <a:p>
            <a:r>
              <a:rPr lang="en-US" dirty="0"/>
              <a:t> '</a:t>
            </a:r>
            <a:r>
              <a:rPr lang="en-US" dirty="0" err="1"/>
              <a:t>walla</a:t>
            </a:r>
            <a:r>
              <a:rPr lang="en-US" dirty="0"/>
              <a:t>',</a:t>
            </a:r>
          </a:p>
          <a:p>
            <a:r>
              <a:rPr lang="en-US" dirty="0"/>
              <a:t> 'walnut',</a:t>
            </a:r>
          </a:p>
          <a:p>
            <a:r>
              <a:rPr lang="en-US" dirty="0"/>
              <a:t> '</a:t>
            </a:r>
            <a:r>
              <a:rPr lang="en-US" dirty="0" err="1"/>
              <a:t>wap</a:t>
            </a:r>
            <a:r>
              <a:rPr lang="en-US" dirty="0"/>
              <a:t>',</a:t>
            </a:r>
          </a:p>
          <a:p>
            <a:r>
              <a:rPr lang="en-US" dirty="0"/>
              <a:t> </a:t>
            </a:r>
            <a:r>
              <a:rPr lang="en-US" dirty="0">
                <a:solidFill>
                  <a:srgbClr val="FF0000"/>
                </a:solidFill>
              </a:rPr>
              <a:t>'wash',</a:t>
            </a:r>
          </a:p>
          <a:p>
            <a:r>
              <a:rPr lang="en-US" dirty="0">
                <a:solidFill>
                  <a:srgbClr val="FF0000"/>
                </a:solidFill>
              </a:rPr>
              <a:t> 'washed',</a:t>
            </a:r>
          </a:p>
          <a:p>
            <a:r>
              <a:rPr lang="en-US" dirty="0"/>
              <a:t> '</a:t>
            </a:r>
            <a:r>
              <a:rPr lang="en-US" dirty="0" err="1"/>
              <a:t>washington</a:t>
            </a:r>
            <a:r>
              <a:rPr lang="en-US" dirty="0"/>
              <a:t>',</a:t>
            </a:r>
          </a:p>
          <a:p>
            <a:r>
              <a:rPr lang="en-US" dirty="0"/>
              <a:t> 'water',</a:t>
            </a:r>
          </a:p>
          <a:p>
            <a:r>
              <a:rPr lang="en-US" dirty="0"/>
              <a:t> 'watercress',</a:t>
            </a:r>
          </a:p>
          <a:p>
            <a:r>
              <a:rPr lang="en-US" dirty="0"/>
              <a:t> 'watermelon',</a:t>
            </a:r>
          </a:p>
          <a:p>
            <a:r>
              <a:rPr lang="en-US" dirty="0"/>
              <a:t> 'wax',</a:t>
            </a:r>
          </a:p>
          <a:p>
            <a:r>
              <a:rPr lang="en-US" dirty="0"/>
              <a:t> '</a:t>
            </a:r>
            <a:r>
              <a:rPr lang="en-US" dirty="0" err="1"/>
              <a:t>wc</a:t>
            </a:r>
            <a:r>
              <a:rPr lang="en-US" dirty="0"/>
              <a:t>',</a:t>
            </a:r>
          </a:p>
          <a:p>
            <a:r>
              <a:rPr lang="en-US" dirty="0"/>
              <a:t> 'wd',</a:t>
            </a:r>
          </a:p>
          <a:p>
            <a:r>
              <a:rPr lang="en-US" dirty="0"/>
              <a:t> 'wedge',</a:t>
            </a:r>
          </a:p>
          <a:p>
            <a:r>
              <a:rPr lang="en-US" dirty="0"/>
              <a:t> 'western',</a:t>
            </a:r>
          </a:p>
          <a:p>
            <a:r>
              <a:rPr lang="en-US" dirty="0"/>
              <a:t> 'wet',</a:t>
            </a:r>
          </a:p>
          <a:p>
            <a:r>
              <a:rPr lang="en-US" dirty="0"/>
              <a:t> '</a:t>
            </a:r>
            <a:r>
              <a:rPr lang="en-US" dirty="0" err="1"/>
              <a:t>wf</a:t>
            </a:r>
            <a:r>
              <a:rPr lang="en-US" dirty="0"/>
              <a:t>'</a:t>
            </a:r>
          </a:p>
        </p:txBody>
      </p:sp>
    </p:spTree>
    <p:extLst>
      <p:ext uri="{BB962C8B-B14F-4D97-AF65-F5344CB8AC3E}">
        <p14:creationId xmlns:p14="http://schemas.microsoft.com/office/powerpoint/2010/main" val="75097655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29B03-C7A0-4BDE-B59E-03F49D8175F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C5772A7-9E68-4E89-AC87-098F2749684E}"/>
              </a:ext>
            </a:extLst>
          </p:cNvPr>
          <p:cNvSpPr>
            <a:spLocks noGrp="1"/>
          </p:cNvSpPr>
          <p:nvPr>
            <p:ph idx="1"/>
          </p:nvPr>
        </p:nvSpPr>
        <p:spPr/>
        <p:txBody>
          <a:bodyPr numCol="5">
            <a:normAutofit/>
          </a:bodyPr>
          <a:lstStyle/>
          <a:p>
            <a:r>
              <a:rPr lang="en-US" dirty="0"/>
              <a:t>'</a:t>
            </a:r>
            <a:r>
              <a:rPr lang="en-US" dirty="0" err="1"/>
              <a:t>wg</a:t>
            </a:r>
            <a:r>
              <a:rPr lang="en-US" dirty="0"/>
              <a:t>',</a:t>
            </a:r>
          </a:p>
          <a:p>
            <a:r>
              <a:rPr lang="en-US" dirty="0"/>
              <a:t> 'white',</a:t>
            </a:r>
          </a:p>
          <a:p>
            <a:r>
              <a:rPr lang="en-US" dirty="0"/>
              <a:t> '</a:t>
            </a:r>
            <a:r>
              <a:rPr lang="en-US" dirty="0" err="1"/>
              <a:t>whk</a:t>
            </a:r>
            <a:r>
              <a:rPr lang="en-US" dirty="0"/>
              <a:t>',</a:t>
            </a:r>
          </a:p>
          <a:p>
            <a:r>
              <a:rPr lang="en-US" dirty="0"/>
              <a:t> 'whole',</a:t>
            </a:r>
          </a:p>
          <a:p>
            <a:r>
              <a:rPr lang="en-US" dirty="0"/>
              <a:t> 'wholly',</a:t>
            </a:r>
          </a:p>
          <a:p>
            <a:r>
              <a:rPr lang="en-US" dirty="0"/>
              <a:t> '</a:t>
            </a:r>
            <a:r>
              <a:rPr lang="en-US" dirty="0" err="1"/>
              <a:t>wi</a:t>
            </a:r>
            <a:r>
              <a:rPr lang="en-US" dirty="0"/>
              <a:t>',</a:t>
            </a:r>
          </a:p>
          <a:p>
            <a:r>
              <a:rPr lang="en-US" dirty="0"/>
              <a:t> 'width',</a:t>
            </a:r>
          </a:p>
          <a:p>
            <a:r>
              <a:rPr lang="en-US" dirty="0"/>
              <a:t> 'wild',</a:t>
            </a:r>
          </a:p>
          <a:p>
            <a:r>
              <a:rPr lang="en-US" dirty="0"/>
              <a:t> '</a:t>
            </a:r>
            <a:r>
              <a:rPr lang="en-US" dirty="0" err="1"/>
              <a:t>wk</a:t>
            </a:r>
            <a:r>
              <a:rPr lang="en-US" dirty="0"/>
              <a:t>',</a:t>
            </a:r>
          </a:p>
          <a:p>
            <a:r>
              <a:rPr lang="en-US" dirty="0"/>
              <a:t> 'wonderful',</a:t>
            </a:r>
          </a:p>
          <a:p>
            <a:r>
              <a:rPr lang="en-US" dirty="0"/>
              <a:t> 'wonton',</a:t>
            </a:r>
          </a:p>
          <a:p>
            <a:r>
              <a:rPr lang="en-US" dirty="0"/>
              <a:t> 'world',</a:t>
            </a:r>
          </a:p>
          <a:p>
            <a:r>
              <a:rPr lang="en-US" dirty="0"/>
              <a:t> 'wp',</a:t>
            </a:r>
          </a:p>
          <a:p>
            <a:r>
              <a:rPr lang="en-US" dirty="0"/>
              <a:t> '</a:t>
            </a:r>
            <a:r>
              <a:rPr lang="en-US" dirty="0" err="1"/>
              <a:t>wpr</a:t>
            </a:r>
            <a:r>
              <a:rPr lang="en-US" dirty="0"/>
              <a:t>',</a:t>
            </a:r>
          </a:p>
          <a:p>
            <a:r>
              <a:rPr lang="en-US" dirty="0"/>
              <a:t> '</a:t>
            </a:r>
            <a:r>
              <a:rPr lang="en-US" dirty="0" err="1"/>
              <a:t>wr</a:t>
            </a:r>
            <a:r>
              <a:rPr lang="en-US" dirty="0"/>
              <a:t>',</a:t>
            </a:r>
          </a:p>
          <a:p>
            <a:r>
              <a:rPr lang="en-US" dirty="0"/>
              <a:t> </a:t>
            </a:r>
            <a:r>
              <a:rPr lang="en-US" dirty="0">
                <a:solidFill>
                  <a:srgbClr val="FF0000"/>
                </a:solidFill>
              </a:rPr>
              <a:t>'wrap',</a:t>
            </a:r>
          </a:p>
          <a:p>
            <a:r>
              <a:rPr lang="en-US" dirty="0">
                <a:solidFill>
                  <a:srgbClr val="FF0000"/>
                </a:solidFill>
              </a:rPr>
              <a:t> 'wrapped</a:t>
            </a:r>
            <a:r>
              <a:rPr lang="en-US" dirty="0"/>
              <a:t>',</a:t>
            </a:r>
          </a:p>
          <a:p>
            <a:r>
              <a:rPr lang="en-US" dirty="0"/>
              <a:t> 'wrapper',</a:t>
            </a:r>
          </a:p>
          <a:p>
            <a:r>
              <a:rPr lang="en-US" dirty="0"/>
              <a:t> 'wrong',</a:t>
            </a:r>
          </a:p>
          <a:p>
            <a:r>
              <a:rPr lang="en-US" dirty="0"/>
              <a:t> '</a:t>
            </a:r>
            <a:r>
              <a:rPr lang="en-US" dirty="0" err="1"/>
              <a:t>wrp</a:t>
            </a:r>
            <a:r>
              <a:rPr lang="en-US" dirty="0"/>
              <a:t>',</a:t>
            </a:r>
          </a:p>
          <a:p>
            <a:r>
              <a:rPr lang="en-US" dirty="0"/>
              <a:t> '</a:t>
            </a:r>
            <a:r>
              <a:rPr lang="en-US" dirty="0" err="1"/>
              <a:t>wv</a:t>
            </a:r>
            <a:r>
              <a:rPr lang="en-US" dirty="0"/>
              <a:t>',</a:t>
            </a:r>
          </a:p>
          <a:p>
            <a:r>
              <a:rPr lang="en-US" dirty="0"/>
              <a:t> 'xl',</a:t>
            </a:r>
          </a:p>
          <a:p>
            <a:r>
              <a:rPr lang="en-US" dirty="0"/>
              <a:t> '</a:t>
            </a:r>
            <a:r>
              <a:rPr lang="en-US" dirty="0" err="1"/>
              <a:t>xlg</a:t>
            </a:r>
            <a:r>
              <a:rPr lang="en-US" dirty="0"/>
              <a:t>',</a:t>
            </a:r>
          </a:p>
          <a:p>
            <a:r>
              <a:rPr lang="en-US" dirty="0"/>
              <a:t> '</a:t>
            </a:r>
            <a:r>
              <a:rPr lang="en-US" dirty="0" err="1"/>
              <a:t>xref</a:t>
            </a:r>
            <a:r>
              <a:rPr lang="en-US" dirty="0"/>
              <a:t>',</a:t>
            </a:r>
          </a:p>
          <a:p>
            <a:r>
              <a:rPr lang="en-US" dirty="0"/>
              <a:t> '</a:t>
            </a:r>
            <a:r>
              <a:rPr lang="en-US" dirty="0" err="1"/>
              <a:t>xxl</a:t>
            </a:r>
            <a:r>
              <a:rPr lang="en-US" dirty="0"/>
              <a:t>',</a:t>
            </a:r>
          </a:p>
          <a:p>
            <a:r>
              <a:rPr lang="en-US" dirty="0"/>
              <a:t> 'yellow',</a:t>
            </a:r>
          </a:p>
          <a:p>
            <a:r>
              <a:rPr lang="en-US" dirty="0"/>
              <a:t> '</a:t>
            </a:r>
            <a:r>
              <a:rPr lang="en-US" dirty="0" err="1"/>
              <a:t>yf</a:t>
            </a:r>
            <a:r>
              <a:rPr lang="en-US" dirty="0"/>
              <a:t>',</a:t>
            </a:r>
          </a:p>
          <a:p>
            <a:r>
              <a:rPr lang="en-US" dirty="0"/>
              <a:t> '</a:t>
            </a:r>
            <a:r>
              <a:rPr lang="en-US" dirty="0" err="1"/>
              <a:t>ykn</a:t>
            </a:r>
            <a:r>
              <a:rPr lang="en-US" dirty="0"/>
              <a:t>',</a:t>
            </a:r>
          </a:p>
          <a:p>
            <a:r>
              <a:rPr lang="en-US" dirty="0"/>
              <a:t> 'yogurt',</a:t>
            </a:r>
          </a:p>
          <a:p>
            <a:r>
              <a:rPr lang="en-US" dirty="0"/>
              <a:t> '</a:t>
            </a:r>
            <a:r>
              <a:rPr lang="en-US" dirty="0" err="1"/>
              <a:t>york</a:t>
            </a:r>
            <a:r>
              <a:rPr lang="en-US" dirty="0"/>
              <a:t>',</a:t>
            </a:r>
          </a:p>
          <a:p>
            <a:r>
              <a:rPr lang="en-US" dirty="0"/>
              <a:t> '</a:t>
            </a:r>
            <a:r>
              <a:rPr lang="en-US" dirty="0" err="1"/>
              <a:t>yukon</a:t>
            </a:r>
            <a:r>
              <a:rPr lang="en-US" dirty="0"/>
              <a:t>',</a:t>
            </a:r>
          </a:p>
          <a:p>
            <a:r>
              <a:rPr lang="en-US" dirty="0"/>
              <a:t> 'za',</a:t>
            </a:r>
          </a:p>
          <a:p>
            <a:r>
              <a:rPr lang="en-US" dirty="0"/>
              <a:t> '</a:t>
            </a:r>
            <a:r>
              <a:rPr lang="en-US" dirty="0" err="1"/>
              <a:t>zealand</a:t>
            </a:r>
            <a:r>
              <a:rPr lang="en-US" dirty="0"/>
              <a:t>',</a:t>
            </a:r>
          </a:p>
          <a:p>
            <a:r>
              <a:rPr lang="en-US" dirty="0"/>
              <a:t> '</a:t>
            </a:r>
            <a:r>
              <a:rPr lang="en-US" dirty="0" err="1"/>
              <a:t>zestar</a:t>
            </a:r>
            <a:r>
              <a:rPr lang="en-US" dirty="0"/>
              <a:t>',</a:t>
            </a:r>
          </a:p>
          <a:p>
            <a:r>
              <a:rPr lang="en-US" dirty="0"/>
              <a:t> 'zesty',</a:t>
            </a:r>
          </a:p>
          <a:p>
            <a:r>
              <a:rPr lang="en-US" dirty="0"/>
              <a:t> 'zucchini'</a:t>
            </a:r>
          </a:p>
        </p:txBody>
      </p:sp>
    </p:spTree>
    <p:extLst>
      <p:ext uri="{BB962C8B-B14F-4D97-AF65-F5344CB8AC3E}">
        <p14:creationId xmlns:p14="http://schemas.microsoft.com/office/powerpoint/2010/main" val="240760955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0E932-81E0-4152-87E7-E0D7324C77D7}"/>
              </a:ext>
            </a:extLst>
          </p:cNvPr>
          <p:cNvSpPr>
            <a:spLocks noGrp="1"/>
          </p:cNvSpPr>
          <p:nvPr>
            <p:ph type="title"/>
          </p:nvPr>
        </p:nvSpPr>
        <p:spPr/>
        <p:txBody>
          <a:bodyPr/>
          <a:lstStyle/>
          <a:p>
            <a:r>
              <a:rPr lang="en-US" dirty="0"/>
              <a:t>Normal distribution</a:t>
            </a:r>
          </a:p>
        </p:txBody>
      </p:sp>
      <p:sp>
        <p:nvSpPr>
          <p:cNvPr id="3" name="Content Placeholder 2">
            <a:extLst>
              <a:ext uri="{FF2B5EF4-FFF2-40B4-BE49-F238E27FC236}">
                <a16:creationId xmlns:a16="http://schemas.microsoft.com/office/drawing/2014/main" id="{6B814C4A-DD35-453D-9488-8974145D8C51}"/>
              </a:ext>
            </a:extLst>
          </p:cNvPr>
          <p:cNvSpPr>
            <a:spLocks noGrp="1"/>
          </p:cNvSpPr>
          <p:nvPr>
            <p:ph idx="1"/>
          </p:nvPr>
        </p:nvSpPr>
        <p:spPr/>
        <p:txBody>
          <a:bodyPr>
            <a:normAutofit fontScale="40000" lnSpcReduction="20000"/>
          </a:bodyPr>
          <a:lstStyle/>
          <a:p>
            <a:r>
              <a:rPr lang="en-US" dirty="0"/>
              <a:t>506 classes are predicted</a:t>
            </a:r>
          </a:p>
          <a:p>
            <a:r>
              <a:rPr lang="en-US" dirty="0"/>
              <a:t>18% Dried fruit</a:t>
            </a:r>
          </a:p>
          <a:p>
            <a:r>
              <a:rPr lang="en-US" dirty="0"/>
              <a:t>DRIED FRUIT_FREEZE DRIED FRUIT          0.181066</a:t>
            </a:r>
          </a:p>
          <a:p>
            <a:r>
              <a:rPr lang="en-US" dirty="0"/>
              <a:t>SNACKS_SNACKS                           0.035200</a:t>
            </a:r>
          </a:p>
          <a:p>
            <a:r>
              <a:rPr lang="en-US" dirty="0"/>
              <a:t>CITRUS_ORANGES - OTHER                  0.028923</a:t>
            </a:r>
          </a:p>
          <a:p>
            <a:r>
              <a:rPr lang="en-US" dirty="0"/>
              <a:t>CITRUS_GRAPEFRUIT                       0.022606</a:t>
            </a:r>
          </a:p>
          <a:p>
            <a:r>
              <a:rPr lang="en-US" dirty="0"/>
              <a:t>CUT FRUIT PROCESSED_CUT FRUIT CITRUS    0.020970</a:t>
            </a:r>
          </a:p>
          <a:p>
            <a:r>
              <a:rPr lang="en-US" dirty="0"/>
              <a:t>PEACHES_YELLOW PEACHES                  0.019713</a:t>
            </a:r>
          </a:p>
          <a:p>
            <a:r>
              <a:rPr lang="en-US" dirty="0"/>
              <a:t>MELONS_GOLDEN                           0.019032</a:t>
            </a:r>
          </a:p>
          <a:p>
            <a:r>
              <a:rPr lang="en-US" dirty="0"/>
              <a:t>MUSHROOMS_MUSHROOMS VARIETY             0.017880</a:t>
            </a:r>
          </a:p>
          <a:p>
            <a:r>
              <a:rPr lang="en-US" dirty="0"/>
              <a:t>PEARS_PEAR MISC                         0.016381</a:t>
            </a:r>
          </a:p>
          <a:p>
            <a:r>
              <a:rPr lang="en-US" dirty="0"/>
              <a:t>BANANAS_BANANAS ORGANIC                 0.015882</a:t>
            </a:r>
          </a:p>
          <a:p>
            <a:r>
              <a:rPr lang="en-US" dirty="0"/>
              <a:t>MELONS_CRENSHAW                         0.015181</a:t>
            </a:r>
          </a:p>
          <a:p>
            <a:r>
              <a:rPr lang="en-US" dirty="0"/>
              <a:t>PEACHES_PEACH VARIETAL                  0.014395</a:t>
            </a:r>
          </a:p>
          <a:p>
            <a:r>
              <a:rPr lang="en-US" dirty="0"/>
              <a:t>BELL PEPPERS_ALOHA PEPPER               0.013980</a:t>
            </a:r>
          </a:p>
          <a:p>
            <a:r>
              <a:rPr lang="en-US" dirty="0"/>
              <a:t>POTATOES_POTATO RED                     0.011374</a:t>
            </a:r>
          </a:p>
          <a:p>
            <a:r>
              <a:rPr lang="en-US" dirty="0"/>
              <a:t>ETHNIC AND SPECIALTY_GRAINS RICE        0.010358</a:t>
            </a:r>
          </a:p>
        </p:txBody>
      </p:sp>
    </p:spTree>
    <p:extLst>
      <p:ext uri="{BB962C8B-B14F-4D97-AF65-F5344CB8AC3E}">
        <p14:creationId xmlns:p14="http://schemas.microsoft.com/office/powerpoint/2010/main" val="232250219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29ECD-38AD-4F6B-A454-2EC3237FA2B2}"/>
              </a:ext>
            </a:extLst>
          </p:cNvPr>
          <p:cNvSpPr>
            <a:spLocks noGrp="1"/>
          </p:cNvSpPr>
          <p:nvPr>
            <p:ph type="title"/>
          </p:nvPr>
        </p:nvSpPr>
        <p:spPr/>
        <p:txBody>
          <a:bodyPr/>
          <a:lstStyle/>
          <a:p>
            <a:r>
              <a:rPr lang="en-US" dirty="0"/>
              <a:t>Removing numbers</a:t>
            </a:r>
          </a:p>
        </p:txBody>
      </p:sp>
      <p:sp>
        <p:nvSpPr>
          <p:cNvPr id="3" name="Content Placeholder 2">
            <a:extLst>
              <a:ext uri="{FF2B5EF4-FFF2-40B4-BE49-F238E27FC236}">
                <a16:creationId xmlns:a16="http://schemas.microsoft.com/office/drawing/2014/main" id="{A4BA2590-0077-4D06-A57F-8B40AB758E6A}"/>
              </a:ext>
            </a:extLst>
          </p:cNvPr>
          <p:cNvSpPr>
            <a:spLocks noGrp="1"/>
          </p:cNvSpPr>
          <p:nvPr>
            <p:ph idx="1"/>
          </p:nvPr>
        </p:nvSpPr>
        <p:spPr/>
        <p:txBody>
          <a:bodyPr>
            <a:normAutofit fontScale="47500" lnSpcReduction="20000"/>
          </a:bodyPr>
          <a:lstStyle/>
          <a:p>
            <a:r>
              <a:rPr lang="en-US" dirty="0"/>
              <a:t>508 classes predicted</a:t>
            </a:r>
          </a:p>
          <a:p>
            <a:r>
              <a:rPr lang="en-US" dirty="0"/>
              <a:t>DRIED FRUIT_FREEZE DRIED FRUIT             0.128022</a:t>
            </a:r>
          </a:p>
          <a:p>
            <a:r>
              <a:rPr lang="en-US" dirty="0"/>
              <a:t>ORGANIC COOKING VEG_ORGANIC GINGER ROOT    0.055671</a:t>
            </a:r>
          </a:p>
          <a:p>
            <a:r>
              <a:rPr lang="en-US" dirty="0"/>
              <a:t>SNACKS_SNACKS                              0.037013</a:t>
            </a:r>
          </a:p>
          <a:p>
            <a:r>
              <a:rPr lang="en-US" dirty="0"/>
              <a:t>CITRUS_ORANGES - OTHER                     0.025620</a:t>
            </a:r>
          </a:p>
          <a:p>
            <a:r>
              <a:rPr lang="en-US" dirty="0"/>
              <a:t>POTATOES_POTATO WHITE                      0.018110</a:t>
            </a:r>
          </a:p>
          <a:p>
            <a:r>
              <a:rPr lang="en-US" dirty="0"/>
              <a:t>MELONS_GOLDEN                              0.017880</a:t>
            </a:r>
          </a:p>
          <a:p>
            <a:r>
              <a:rPr lang="en-US" dirty="0"/>
              <a:t>MUSHROOMS_MUSHROOMS VARIETY                0.017344</a:t>
            </a:r>
          </a:p>
          <a:p>
            <a:r>
              <a:rPr lang="en-US" dirty="0"/>
              <a:t>CITRUS_JACKFRUIT                           0.017183</a:t>
            </a:r>
          </a:p>
          <a:p>
            <a:r>
              <a:rPr lang="en-US" dirty="0"/>
              <a:t>PEACHES_YELLOW PEACHES                     0.017074</a:t>
            </a:r>
          </a:p>
          <a:p>
            <a:r>
              <a:rPr lang="en-US" dirty="0"/>
              <a:t>PEARS_PEAR MISC                            0.014029</a:t>
            </a:r>
          </a:p>
          <a:p>
            <a:r>
              <a:rPr lang="en-US" dirty="0"/>
              <a:t>CITRUS_GRAPEFRUIT                          0.013767</a:t>
            </a:r>
          </a:p>
          <a:p>
            <a:r>
              <a:rPr lang="en-US" dirty="0"/>
              <a:t>PEACHES_PEACH VARIETAL                     0.012921</a:t>
            </a:r>
          </a:p>
          <a:p>
            <a:r>
              <a:rPr lang="en-US" dirty="0"/>
              <a:t>POTATOES_POTATO YELLOW PETITE              0.012828</a:t>
            </a:r>
          </a:p>
          <a:p>
            <a:r>
              <a:rPr lang="en-US" dirty="0"/>
              <a:t>ETHNIC AND SPECIALTY_GRAINS RICE           0.012034</a:t>
            </a:r>
          </a:p>
          <a:p>
            <a:r>
              <a:rPr lang="en-US" dirty="0"/>
              <a:t>DRIED FRUIT_DRIED MANGOES                  0.011994</a:t>
            </a:r>
          </a:p>
        </p:txBody>
      </p:sp>
    </p:spTree>
    <p:extLst>
      <p:ext uri="{BB962C8B-B14F-4D97-AF65-F5344CB8AC3E}">
        <p14:creationId xmlns:p14="http://schemas.microsoft.com/office/powerpoint/2010/main" val="228877427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93850-BB1A-4807-834A-4EE74297108E}"/>
              </a:ext>
            </a:extLst>
          </p:cNvPr>
          <p:cNvSpPr>
            <a:spLocks noGrp="1"/>
          </p:cNvSpPr>
          <p:nvPr>
            <p:ph type="title"/>
          </p:nvPr>
        </p:nvSpPr>
        <p:spPr/>
        <p:txBody>
          <a:bodyPr/>
          <a:lstStyle/>
          <a:p>
            <a:r>
              <a:rPr lang="en-US" dirty="0"/>
              <a:t>Findings</a:t>
            </a:r>
          </a:p>
        </p:txBody>
      </p:sp>
      <p:sp>
        <p:nvSpPr>
          <p:cNvPr id="3" name="Content Placeholder 2">
            <a:extLst>
              <a:ext uri="{FF2B5EF4-FFF2-40B4-BE49-F238E27FC236}">
                <a16:creationId xmlns:a16="http://schemas.microsoft.com/office/drawing/2014/main" id="{D822B33E-E96C-472B-871D-EB1F722EDEF0}"/>
              </a:ext>
            </a:extLst>
          </p:cNvPr>
          <p:cNvSpPr>
            <a:spLocks noGrp="1"/>
          </p:cNvSpPr>
          <p:nvPr>
            <p:ph idx="1"/>
          </p:nvPr>
        </p:nvSpPr>
        <p:spPr/>
        <p:txBody>
          <a:bodyPr/>
          <a:lstStyle/>
          <a:p>
            <a:r>
              <a:rPr lang="en-US" b="0" dirty="0"/>
              <a:t>Top predictions are fluctuating, both in normal and updated.</a:t>
            </a:r>
          </a:p>
          <a:p>
            <a:r>
              <a:rPr lang="en-US" b="0" dirty="0"/>
              <a:t>'2ND', 'MD', 'NA’ </a:t>
            </a:r>
            <a:r>
              <a:rPr lang="en-US" b="0" dirty="0">
                <a:sym typeface="Wingdings" panose="05000000000000000000" pitchFamily="2" charset="2"/>
              </a:rPr>
              <a:t> noise list</a:t>
            </a:r>
          </a:p>
          <a:p>
            <a:r>
              <a:rPr lang="en-US" b="0" dirty="0">
                <a:sym typeface="Wingdings" panose="05000000000000000000" pitchFamily="2" charset="2"/>
              </a:rPr>
              <a:t>Lemmatizing &gt; 3 </a:t>
            </a:r>
          </a:p>
          <a:p>
            <a:pPr lvl="1"/>
            <a:r>
              <a:rPr lang="en-US" dirty="0" err="1">
                <a:sym typeface="Wingdings" panose="05000000000000000000" pitchFamily="2" charset="2"/>
              </a:rPr>
              <a:t>TF_cat</a:t>
            </a:r>
            <a:r>
              <a:rPr lang="en-US" dirty="0">
                <a:sym typeface="Wingdings" panose="05000000000000000000" pitchFamily="2" charset="2"/>
              </a:rPr>
              <a:t> mean = 63.34%</a:t>
            </a:r>
          </a:p>
          <a:p>
            <a:pPr lvl="1"/>
            <a:r>
              <a:rPr lang="en-US" b="0" dirty="0" err="1">
                <a:sym typeface="Wingdings" panose="05000000000000000000" pitchFamily="2" charset="2"/>
              </a:rPr>
              <a:t>TF_va</a:t>
            </a:r>
            <a:r>
              <a:rPr lang="en-US" dirty="0" err="1">
                <a:sym typeface="Wingdings" panose="05000000000000000000" pitchFamily="2" charset="2"/>
              </a:rPr>
              <a:t>r</a:t>
            </a:r>
            <a:r>
              <a:rPr lang="en-US" dirty="0">
                <a:sym typeface="Wingdings" panose="05000000000000000000" pitchFamily="2" charset="2"/>
              </a:rPr>
              <a:t> mean = 77.76%</a:t>
            </a:r>
          </a:p>
          <a:p>
            <a:pPr lvl="1"/>
            <a:r>
              <a:rPr lang="en-US" b="0" dirty="0">
                <a:sym typeface="Wingdings" panose="05000000000000000000" pitchFamily="2" charset="2"/>
              </a:rPr>
              <a:t>TF mean =  83.34%</a:t>
            </a:r>
          </a:p>
          <a:p>
            <a:pPr lvl="1"/>
            <a:r>
              <a:rPr lang="en-US" dirty="0">
                <a:sym typeface="Wingdings" panose="05000000000000000000" pitchFamily="2" charset="2"/>
              </a:rPr>
              <a:t>Maybe because of 2 char words</a:t>
            </a:r>
            <a:endParaRPr lang="en-US" b="0" dirty="0"/>
          </a:p>
        </p:txBody>
      </p:sp>
    </p:spTree>
    <p:extLst>
      <p:ext uri="{BB962C8B-B14F-4D97-AF65-F5344CB8AC3E}">
        <p14:creationId xmlns:p14="http://schemas.microsoft.com/office/powerpoint/2010/main" val="235425224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5E89C-4696-499A-94F1-E0176AC93C9F}"/>
              </a:ext>
            </a:extLst>
          </p:cNvPr>
          <p:cNvSpPr>
            <a:spLocks noGrp="1"/>
          </p:cNvSpPr>
          <p:nvPr>
            <p:ph type="title"/>
          </p:nvPr>
        </p:nvSpPr>
        <p:spPr/>
        <p:txBody>
          <a:bodyPr/>
          <a:lstStyle/>
          <a:p>
            <a:endParaRPr lang="en-US"/>
          </a:p>
        </p:txBody>
      </p:sp>
      <p:graphicFrame>
        <p:nvGraphicFramePr>
          <p:cNvPr id="4" name="Table 4">
            <a:extLst>
              <a:ext uri="{FF2B5EF4-FFF2-40B4-BE49-F238E27FC236}">
                <a16:creationId xmlns:a16="http://schemas.microsoft.com/office/drawing/2014/main" id="{A4DF71D9-BEAB-4180-B0E4-D4A2DDB7ED3C}"/>
              </a:ext>
            </a:extLst>
          </p:cNvPr>
          <p:cNvGraphicFramePr>
            <a:graphicFrameLocks noGrp="1"/>
          </p:cNvGraphicFramePr>
          <p:nvPr>
            <p:ph idx="1"/>
            <p:extLst>
              <p:ext uri="{D42A27DB-BD31-4B8C-83A1-F6EECF244321}">
                <p14:modId xmlns:p14="http://schemas.microsoft.com/office/powerpoint/2010/main" val="2465910922"/>
              </p:ext>
            </p:extLst>
          </p:nvPr>
        </p:nvGraphicFramePr>
        <p:xfrm>
          <a:off x="457200" y="1825625"/>
          <a:ext cx="10515600" cy="175260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3643282929"/>
                    </a:ext>
                  </a:extLst>
                </a:gridCol>
                <a:gridCol w="2103120">
                  <a:extLst>
                    <a:ext uri="{9D8B030D-6E8A-4147-A177-3AD203B41FA5}">
                      <a16:colId xmlns:a16="http://schemas.microsoft.com/office/drawing/2014/main" val="1264964336"/>
                    </a:ext>
                  </a:extLst>
                </a:gridCol>
                <a:gridCol w="2103120">
                  <a:extLst>
                    <a:ext uri="{9D8B030D-6E8A-4147-A177-3AD203B41FA5}">
                      <a16:colId xmlns:a16="http://schemas.microsoft.com/office/drawing/2014/main" val="3441642957"/>
                    </a:ext>
                  </a:extLst>
                </a:gridCol>
                <a:gridCol w="2103120">
                  <a:extLst>
                    <a:ext uri="{9D8B030D-6E8A-4147-A177-3AD203B41FA5}">
                      <a16:colId xmlns:a16="http://schemas.microsoft.com/office/drawing/2014/main" val="1831267053"/>
                    </a:ext>
                  </a:extLst>
                </a:gridCol>
                <a:gridCol w="2103120">
                  <a:extLst>
                    <a:ext uri="{9D8B030D-6E8A-4147-A177-3AD203B41FA5}">
                      <a16:colId xmlns:a16="http://schemas.microsoft.com/office/drawing/2014/main" val="667367549"/>
                    </a:ext>
                  </a:extLst>
                </a:gridCol>
              </a:tblGrid>
              <a:tr h="370840">
                <a:tc>
                  <a:txBody>
                    <a:bodyPr/>
                    <a:lstStyle/>
                    <a:p>
                      <a:r>
                        <a:rPr lang="en-US" dirty="0"/>
                        <a:t>Comment</a:t>
                      </a:r>
                    </a:p>
                  </a:txBody>
                  <a:tcPr/>
                </a:tc>
                <a:tc>
                  <a:txBody>
                    <a:bodyPr/>
                    <a:lstStyle/>
                    <a:p>
                      <a:r>
                        <a:rPr lang="en-US" dirty="0"/>
                        <a:t>Time</a:t>
                      </a:r>
                    </a:p>
                  </a:txBody>
                  <a:tcPr/>
                </a:tc>
                <a:tc>
                  <a:txBody>
                    <a:bodyPr/>
                    <a:lstStyle/>
                    <a:p>
                      <a:r>
                        <a:rPr lang="en-US" dirty="0"/>
                        <a:t>TF</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026221823"/>
                  </a:ext>
                </a:extLst>
              </a:tr>
              <a:tr h="370840">
                <a:tc>
                  <a:txBody>
                    <a:bodyPr/>
                    <a:lstStyle/>
                    <a:p>
                      <a:endParaRPr lang="en-US" dirty="0"/>
                    </a:p>
                  </a:txBody>
                  <a:tcPr/>
                </a:tc>
                <a:tc>
                  <a:txBody>
                    <a:bodyPr/>
                    <a:lstStyle/>
                    <a:p>
                      <a:r>
                        <a:rPr lang="en-US" dirty="0"/>
                        <a:t> 8882.352420091629</a:t>
                      </a:r>
                    </a:p>
                  </a:txBody>
                  <a:tcPr/>
                </a:tc>
                <a:tc>
                  <a:txBody>
                    <a:bodyPr/>
                    <a:lstStyle/>
                    <a:p>
                      <a:r>
                        <a:rPr lang="en-US" dirty="0"/>
                        <a:t>86.3</a:t>
                      </a:r>
                    </a:p>
                  </a:txBody>
                  <a:tcPr/>
                </a:tc>
                <a:tc>
                  <a:txBody>
                    <a:bodyPr/>
                    <a:lstStyle/>
                    <a:p>
                      <a:endParaRPr lang="en-US" dirty="0"/>
                    </a:p>
                  </a:txBody>
                  <a:tcPr/>
                </a:tc>
                <a:tc>
                  <a:txBody>
                    <a:bodyPr/>
                    <a:lstStyle/>
                    <a:p>
                      <a:endParaRPr lang="en-US"/>
                    </a:p>
                  </a:txBody>
                  <a:tcPr/>
                </a:tc>
                <a:extLst>
                  <a:ext uri="{0D108BD9-81ED-4DB2-BD59-A6C34878D82A}">
                    <a16:rowId xmlns:a16="http://schemas.microsoft.com/office/drawing/2014/main" val="2034179048"/>
                  </a:ext>
                </a:extLst>
              </a:tr>
              <a:tr h="370840">
                <a:tc>
                  <a:txBody>
                    <a:bodyPr/>
                    <a:lstStyle/>
                    <a:p>
                      <a:r>
                        <a:rPr lang="en-US" dirty="0" err="1"/>
                        <a:t>Class_Weight</a:t>
                      </a:r>
                      <a:r>
                        <a:rPr lang="en-US" dirty="0"/>
                        <a:t> none</a:t>
                      </a:r>
                    </a:p>
                  </a:txBody>
                  <a:tcPr/>
                </a:tc>
                <a:tc>
                  <a:txBody>
                    <a:bodyPr/>
                    <a:lstStyle/>
                    <a:p>
                      <a:r>
                        <a:rPr lang="en-US" dirty="0"/>
                        <a:t>9004</a:t>
                      </a:r>
                    </a:p>
                  </a:txBody>
                  <a:tcPr/>
                </a:tc>
                <a:tc>
                  <a:txBody>
                    <a:bodyPr/>
                    <a:lstStyle/>
                    <a:p>
                      <a:r>
                        <a:rPr lang="en-US" dirty="0"/>
                        <a:t>86.6</a:t>
                      </a:r>
                    </a:p>
                  </a:txBody>
                  <a:tcPr/>
                </a:tc>
                <a:tc>
                  <a:txBody>
                    <a:bodyPr/>
                    <a:lstStyle/>
                    <a:p>
                      <a:r>
                        <a:rPr lang="en-US" dirty="0"/>
                        <a:t>0.59</a:t>
                      </a:r>
                    </a:p>
                  </a:txBody>
                  <a:tcPr/>
                </a:tc>
                <a:tc>
                  <a:txBody>
                    <a:bodyPr/>
                    <a:lstStyle/>
                    <a:p>
                      <a:r>
                        <a:rPr lang="en-US" dirty="0"/>
                        <a:t>0.83</a:t>
                      </a:r>
                    </a:p>
                  </a:txBody>
                  <a:tcPr/>
                </a:tc>
                <a:extLst>
                  <a:ext uri="{0D108BD9-81ED-4DB2-BD59-A6C34878D82A}">
                    <a16:rowId xmlns:a16="http://schemas.microsoft.com/office/drawing/2014/main" val="3780651909"/>
                  </a:ext>
                </a:extLst>
              </a:tr>
              <a:tr h="37084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598997583"/>
                  </a:ext>
                </a:extLst>
              </a:tr>
            </a:tbl>
          </a:graphicData>
        </a:graphic>
      </p:graphicFrame>
    </p:spTree>
    <p:extLst>
      <p:ext uri="{BB962C8B-B14F-4D97-AF65-F5344CB8AC3E}">
        <p14:creationId xmlns:p14="http://schemas.microsoft.com/office/powerpoint/2010/main" val="147496689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2CD29-C279-4664-B3FA-A61DD947D01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7BA869B-E1F8-4CA4-8FEF-ACD7966D00AE}"/>
              </a:ext>
            </a:extLst>
          </p:cNvPr>
          <p:cNvSpPr>
            <a:spLocks noGrp="1"/>
          </p:cNvSpPr>
          <p:nvPr>
            <p:ph idx="1"/>
          </p:nvPr>
        </p:nvSpPr>
        <p:spPr/>
        <p:txBody>
          <a:bodyPr/>
          <a:lstStyle/>
          <a:p>
            <a:r>
              <a:rPr lang="en-US" b="0" dirty="0"/>
              <a:t>3 char features which are most imp</a:t>
            </a:r>
          </a:p>
          <a:p>
            <a:pPr lvl="1"/>
            <a:r>
              <a:rPr lang="en-US" dirty="0"/>
              <a:t>Org- organic</a:t>
            </a:r>
          </a:p>
          <a:p>
            <a:pPr lvl="1"/>
            <a:r>
              <a:rPr lang="en-US" dirty="0"/>
              <a:t>Vav – value added vegetable</a:t>
            </a:r>
          </a:p>
          <a:p>
            <a:pPr lvl="1"/>
            <a:endParaRPr lang="en-US" dirty="0"/>
          </a:p>
        </p:txBody>
      </p:sp>
    </p:spTree>
    <p:extLst>
      <p:ext uri="{BB962C8B-B14F-4D97-AF65-F5344CB8AC3E}">
        <p14:creationId xmlns:p14="http://schemas.microsoft.com/office/powerpoint/2010/main" val="257069189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6B40D-C5C5-40B3-8075-A14BB92A005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F10E5F9-DE7A-42E9-801C-A4268DAE6F7C}"/>
              </a:ext>
            </a:extLst>
          </p:cNvPr>
          <p:cNvSpPr>
            <a:spLocks noGrp="1"/>
          </p:cNvSpPr>
          <p:nvPr>
            <p:ph idx="1"/>
          </p:nvPr>
        </p:nvSpPr>
        <p:spPr/>
        <p:txBody>
          <a:bodyPr>
            <a:normAutofit lnSpcReduction="10000"/>
          </a:bodyPr>
          <a:lstStyle/>
          <a:p>
            <a:r>
              <a:rPr lang="en-US" dirty="0"/>
              <a:t>17	APPLES_JONATHAN	</a:t>
            </a:r>
            <a:r>
              <a:rPr lang="en-US" dirty="0" err="1"/>
              <a:t>jonathan</a:t>
            </a:r>
            <a:r>
              <a:rPr lang="en-US" dirty="0"/>
              <a:t>	18.289972</a:t>
            </a:r>
          </a:p>
          <a:p>
            <a:r>
              <a:rPr lang="en-US" dirty="0"/>
              <a:t>18	APPLES_JONATHON	bag	16.802604</a:t>
            </a:r>
          </a:p>
          <a:p>
            <a:r>
              <a:rPr lang="en-US" dirty="0"/>
              <a:t>23	APPLES_MCINTOSH	mac	19.487349</a:t>
            </a:r>
          </a:p>
          <a:p>
            <a:r>
              <a:rPr lang="fr-FR" dirty="0"/>
              <a:t>24	APPLES_MISC	</a:t>
            </a:r>
            <a:r>
              <a:rPr lang="fr-FR" dirty="0" err="1"/>
              <a:t>misc</a:t>
            </a:r>
            <a:r>
              <a:rPr lang="fr-FR" dirty="0"/>
              <a:t>	65.861994   (</a:t>
            </a:r>
            <a:r>
              <a:rPr lang="fr-FR" dirty="0" err="1"/>
              <a:t>abbreviation</a:t>
            </a:r>
            <a:r>
              <a:rPr lang="fr-FR" dirty="0"/>
              <a:t> on </a:t>
            </a:r>
            <a:r>
              <a:rPr lang="fr-FR" dirty="0" err="1"/>
              <a:t>both</a:t>
            </a:r>
            <a:r>
              <a:rPr lang="fr-FR" dirty="0"/>
              <a:t>)</a:t>
            </a:r>
          </a:p>
          <a:p>
            <a:r>
              <a:rPr lang="fr-FR" dirty="0"/>
              <a:t>43	APPLES_TOTES	</a:t>
            </a:r>
            <a:r>
              <a:rPr lang="fr-FR" dirty="0" err="1"/>
              <a:t>tote</a:t>
            </a:r>
            <a:r>
              <a:rPr lang="fr-FR" dirty="0"/>
              <a:t>	26.599553   (</a:t>
            </a:r>
            <a:r>
              <a:rPr lang="fr-FR" dirty="0" err="1"/>
              <a:t>lemmatize</a:t>
            </a:r>
            <a:r>
              <a:rPr lang="fr-FR" dirty="0"/>
              <a:t> </a:t>
            </a:r>
            <a:r>
              <a:rPr lang="fr-FR" dirty="0" err="1"/>
              <a:t>imp</a:t>
            </a:r>
            <a:r>
              <a:rPr lang="fr-FR" dirty="0"/>
              <a:t>)</a:t>
            </a:r>
          </a:p>
          <a:p>
            <a:r>
              <a:rPr lang="en-US" dirty="0"/>
              <a:t>51	BANANAS_BANANA KEEPERS	pro	18.604806</a:t>
            </a:r>
          </a:p>
          <a:p>
            <a:pPr lvl="1"/>
            <a:r>
              <a:rPr lang="en-US" dirty="0"/>
              <a:t>There is </a:t>
            </a:r>
            <a:r>
              <a:rPr lang="en-US" dirty="0" err="1"/>
              <a:t>keepr</a:t>
            </a:r>
            <a:r>
              <a:rPr lang="en-US" dirty="0"/>
              <a:t> also, correct the spelling</a:t>
            </a:r>
          </a:p>
          <a:p>
            <a:r>
              <a:rPr lang="en-US" dirty="0"/>
              <a:t>60	BELL PEPPERS_BELL PEPPER	pkg	34.361730</a:t>
            </a:r>
          </a:p>
          <a:p>
            <a:r>
              <a:rPr lang="sv-SE" dirty="0"/>
              <a:t>67	BELL PEPPERS_RED BELL PEPPER	 red	24.376049</a:t>
            </a:r>
          </a:p>
          <a:p>
            <a:endParaRPr lang="en-US" dirty="0"/>
          </a:p>
        </p:txBody>
      </p:sp>
    </p:spTree>
    <p:extLst>
      <p:ext uri="{BB962C8B-B14F-4D97-AF65-F5344CB8AC3E}">
        <p14:creationId xmlns:p14="http://schemas.microsoft.com/office/powerpoint/2010/main" val="196867619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504B38-825F-4F01-BBA4-995CACAD372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D3BF285-DF8E-41A0-92CB-A450B1C83012}"/>
              </a:ext>
            </a:extLst>
          </p:cNvPr>
          <p:cNvSpPr>
            <a:spLocks noGrp="1"/>
          </p:cNvSpPr>
          <p:nvPr>
            <p:ph idx="1"/>
          </p:nvPr>
        </p:nvSpPr>
        <p:spPr/>
        <p:txBody>
          <a:bodyPr/>
          <a:lstStyle/>
          <a:p>
            <a:r>
              <a:rPr lang="en-US" dirty="0"/>
              <a:t>95	CARROTS_CARROT BABY WHOLE	bp	21.341166</a:t>
            </a:r>
          </a:p>
          <a:p>
            <a:pPr lvl="1"/>
            <a:r>
              <a:rPr lang="en-US" dirty="0"/>
              <a:t>Bp – baby pack (just  a guess)</a:t>
            </a:r>
          </a:p>
          <a:p>
            <a:r>
              <a:rPr lang="en-US" dirty="0"/>
              <a:t>97	CARROTS_CARROT SHREDDED	shred	 13.885844</a:t>
            </a:r>
          </a:p>
          <a:p>
            <a:r>
              <a:rPr lang="en-US" dirty="0"/>
              <a:t>105	CAULIFLOWER_CAULIFLOWER FLORETS	dol	17.166922</a:t>
            </a:r>
          </a:p>
          <a:p>
            <a:r>
              <a:rPr lang="en-US" dirty="0"/>
              <a:t>140	CITRUS_ORANGES - JUICING	juicing	39.339544</a:t>
            </a:r>
          </a:p>
          <a:p>
            <a:r>
              <a:rPr lang="en-US" dirty="0"/>
              <a:t>157	CONSUMER BUNCHES_POMS	pom	17.476112</a:t>
            </a:r>
          </a:p>
          <a:p>
            <a:r>
              <a:rPr lang="en-US" dirty="0"/>
              <a:t>165	CUT FRUIT PACKAGED_JAR FRUIT	jar	22.580167</a:t>
            </a:r>
          </a:p>
          <a:p>
            <a:r>
              <a:rPr lang="en-US" dirty="0"/>
              <a:t>166	CUT FRUIT PACKAGED_VA VEG	</a:t>
            </a:r>
            <a:r>
              <a:rPr lang="en-US" dirty="0" err="1"/>
              <a:t>va</a:t>
            </a:r>
            <a:r>
              <a:rPr lang="en-US" dirty="0"/>
              <a:t>	20.420547</a:t>
            </a:r>
          </a:p>
        </p:txBody>
      </p:sp>
    </p:spTree>
    <p:extLst>
      <p:ext uri="{BB962C8B-B14F-4D97-AF65-F5344CB8AC3E}">
        <p14:creationId xmlns:p14="http://schemas.microsoft.com/office/powerpoint/2010/main" val="349421430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285A0-1848-40FC-B2C4-90460B39240B}"/>
              </a:ext>
            </a:extLst>
          </p:cNvPr>
          <p:cNvSpPr>
            <a:spLocks noGrp="1"/>
          </p:cNvSpPr>
          <p:nvPr>
            <p:ph type="title"/>
          </p:nvPr>
        </p:nvSpPr>
        <p:spPr/>
        <p:txBody>
          <a:bodyPr/>
          <a:lstStyle/>
          <a:p>
            <a:r>
              <a:rPr lang="en-US" dirty="0"/>
              <a:t>300</a:t>
            </a:r>
          </a:p>
        </p:txBody>
      </p:sp>
      <p:sp>
        <p:nvSpPr>
          <p:cNvPr id="3" name="Content Placeholder 2">
            <a:extLst>
              <a:ext uri="{FF2B5EF4-FFF2-40B4-BE49-F238E27FC236}">
                <a16:creationId xmlns:a16="http://schemas.microsoft.com/office/drawing/2014/main" id="{7DC96C5E-D61F-4523-A5A7-E8803E2790C2}"/>
              </a:ext>
            </a:extLst>
          </p:cNvPr>
          <p:cNvSpPr>
            <a:spLocks noGrp="1"/>
          </p:cNvSpPr>
          <p:nvPr>
            <p:ph idx="1"/>
          </p:nvPr>
        </p:nvSpPr>
        <p:spPr/>
        <p:txBody>
          <a:bodyPr>
            <a:normAutofit fontScale="92500" lnSpcReduction="10000"/>
          </a:bodyPr>
          <a:lstStyle/>
          <a:p>
            <a:r>
              <a:rPr lang="en-US" dirty="0"/>
              <a:t>176	CUT FRUIT PROCESSED_MANGO CHUNK	10oz	18.240326</a:t>
            </a:r>
          </a:p>
          <a:p>
            <a:r>
              <a:rPr lang="en-US" dirty="0"/>
              <a:t>206	ETHNIC AND SPECIALTY_DRY CHILIS	dry	21.789224</a:t>
            </a:r>
          </a:p>
          <a:p>
            <a:r>
              <a:rPr lang="en-US" dirty="0"/>
              <a:t>210	ETHNIC AND SPECIALTY_MIXES BANANA	mix	18.698617</a:t>
            </a:r>
          </a:p>
          <a:p>
            <a:r>
              <a:rPr lang="en-US" dirty="0"/>
              <a:t>267	HERBS_HERB THAI BASIL	</a:t>
            </a:r>
            <a:r>
              <a:rPr lang="en-US" dirty="0" err="1"/>
              <a:t>og</a:t>
            </a:r>
            <a:r>
              <a:rPr lang="en-US" dirty="0"/>
              <a:t>	20.666129</a:t>
            </a:r>
          </a:p>
          <a:p>
            <a:pPr lvl="1"/>
            <a:r>
              <a:rPr lang="en-US" dirty="0"/>
              <a:t>ORGANIC THAI BASIL ORG THAI BASIL HM OG TBASIL HERB </a:t>
            </a:r>
            <a:r>
              <a:rPr lang="en-US" dirty="0" err="1"/>
              <a:t>HERB</a:t>
            </a:r>
            <a:r>
              <a:rPr lang="en-US" dirty="0"/>
              <a:t> FRESH CUT HERB THAI BASIL</a:t>
            </a:r>
          </a:p>
          <a:p>
            <a:r>
              <a:rPr lang="en-US" dirty="0"/>
              <a:t>288	HERBS_POTTED THYME	potted	21.762653</a:t>
            </a:r>
          </a:p>
          <a:p>
            <a:r>
              <a:rPr lang="en-US" dirty="0"/>
              <a:t>289	HERBS_POTTED WHEATGRASS	pot	28.276582</a:t>
            </a:r>
          </a:p>
          <a:p>
            <a:r>
              <a:rPr lang="it-IT" dirty="0"/>
              <a:t>297	LETTUCE_LETTUCE BOATS	hg	11.550589</a:t>
            </a:r>
          </a:p>
          <a:p>
            <a:r>
              <a:rPr lang="en-US" dirty="0"/>
              <a:t>299	LETTUCE_LETTUCE GEM	gem	17.579441</a:t>
            </a:r>
          </a:p>
        </p:txBody>
      </p:sp>
    </p:spTree>
    <p:extLst>
      <p:ext uri="{BB962C8B-B14F-4D97-AF65-F5344CB8AC3E}">
        <p14:creationId xmlns:p14="http://schemas.microsoft.com/office/powerpoint/2010/main" val="317079504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B68AF-1A77-4E75-A01D-B7653BB304D9}"/>
              </a:ext>
            </a:extLst>
          </p:cNvPr>
          <p:cNvSpPr>
            <a:spLocks noGrp="1"/>
          </p:cNvSpPr>
          <p:nvPr>
            <p:ph type="title"/>
          </p:nvPr>
        </p:nvSpPr>
        <p:spPr/>
        <p:txBody>
          <a:bodyPr/>
          <a:lstStyle/>
          <a:p>
            <a:r>
              <a:rPr lang="en-US" dirty="0"/>
              <a:t>To do</a:t>
            </a:r>
          </a:p>
        </p:txBody>
      </p:sp>
      <p:sp>
        <p:nvSpPr>
          <p:cNvPr id="3" name="Content Placeholder 2">
            <a:extLst>
              <a:ext uri="{FF2B5EF4-FFF2-40B4-BE49-F238E27FC236}">
                <a16:creationId xmlns:a16="http://schemas.microsoft.com/office/drawing/2014/main" id="{23F4801B-9839-44B1-A3E0-A509DA3124CD}"/>
              </a:ext>
            </a:extLst>
          </p:cNvPr>
          <p:cNvSpPr>
            <a:spLocks noGrp="1"/>
          </p:cNvSpPr>
          <p:nvPr>
            <p:ph idx="1"/>
          </p:nvPr>
        </p:nvSpPr>
        <p:spPr/>
        <p:txBody>
          <a:bodyPr/>
          <a:lstStyle/>
          <a:p>
            <a:r>
              <a:rPr lang="en-US" b="0" dirty="0"/>
              <a:t>Remove </a:t>
            </a:r>
            <a:r>
              <a:rPr lang="en-US" b="0" dirty="0" err="1"/>
              <a:t>stopwords</a:t>
            </a:r>
            <a:endParaRPr lang="en-US" b="0" dirty="0"/>
          </a:p>
          <a:p>
            <a:r>
              <a:rPr lang="en-US" b="0" dirty="0"/>
              <a:t>Remove the numbers</a:t>
            </a:r>
          </a:p>
          <a:p>
            <a:r>
              <a:rPr lang="en-US" b="0" dirty="0"/>
              <a:t>Lemmatize &gt; 3</a:t>
            </a:r>
          </a:p>
          <a:p>
            <a:r>
              <a:rPr lang="en-US" b="0" dirty="0"/>
              <a:t>Take only words with length &gt; 2</a:t>
            </a:r>
          </a:p>
          <a:p>
            <a:r>
              <a:rPr lang="en-US" b="0" dirty="0"/>
              <a:t>Remove noise words</a:t>
            </a:r>
          </a:p>
          <a:p>
            <a:r>
              <a:rPr lang="en-US" b="0" dirty="0"/>
              <a:t>None and balanced ka workflow for night</a:t>
            </a:r>
          </a:p>
        </p:txBody>
      </p:sp>
    </p:spTree>
    <p:extLst>
      <p:ext uri="{BB962C8B-B14F-4D97-AF65-F5344CB8AC3E}">
        <p14:creationId xmlns:p14="http://schemas.microsoft.com/office/powerpoint/2010/main" val="379015877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29A5F-34C3-4350-B75D-CAB28F53F4D8}"/>
              </a:ext>
            </a:extLst>
          </p:cNvPr>
          <p:cNvSpPr>
            <a:spLocks noGrp="1"/>
          </p:cNvSpPr>
          <p:nvPr>
            <p:ph type="title"/>
          </p:nvPr>
        </p:nvSpPr>
        <p:spPr/>
        <p:txBody>
          <a:bodyPr/>
          <a:lstStyle/>
          <a:p>
            <a:r>
              <a:rPr lang="en-US" dirty="0"/>
              <a:t>KL and KS divergence</a:t>
            </a:r>
          </a:p>
        </p:txBody>
      </p:sp>
      <p:sp>
        <p:nvSpPr>
          <p:cNvPr id="3" name="Content Placeholder 2">
            <a:extLst>
              <a:ext uri="{FF2B5EF4-FFF2-40B4-BE49-F238E27FC236}">
                <a16:creationId xmlns:a16="http://schemas.microsoft.com/office/drawing/2014/main" id="{35C75285-0C3C-46D8-AC2B-1B35758D36B4}"/>
              </a:ext>
            </a:extLst>
          </p:cNvPr>
          <p:cNvSpPr>
            <a:spLocks noGrp="1"/>
          </p:cNvSpPr>
          <p:nvPr>
            <p:ph idx="1"/>
          </p:nvPr>
        </p:nvSpPr>
        <p:spPr/>
        <p:txBody>
          <a:bodyPr/>
          <a:lstStyle/>
          <a:p>
            <a:r>
              <a:rPr lang="en-US" dirty="0"/>
              <a:t>B =  [0.0001, 0.0001, 0.0001, 0.0001, 0.0001, 0.0001, 0.0001, 0.0001, 0.0001, 0.0001, 0.999]</a:t>
            </a:r>
          </a:p>
          <a:p>
            <a:r>
              <a:rPr lang="en-US" dirty="0"/>
              <a:t>C =  [0.0001, 0.999, 0.0001, 0.0001, 0.0001, 0.0001, 0.0001, 0.0001, 0.0001, 0.0001, 0.0001]</a:t>
            </a:r>
          </a:p>
          <a:p>
            <a:r>
              <a:rPr lang="en-US" dirty="0" err="1"/>
              <a:t>Rel_entr</a:t>
            </a:r>
            <a:r>
              <a:rPr lang="en-US" dirty="0"/>
              <a:t>(B,C).sum() = 9.2</a:t>
            </a:r>
          </a:p>
          <a:p>
            <a:r>
              <a:rPr lang="en-US" dirty="0"/>
              <a:t>One example in teams</a:t>
            </a:r>
          </a:p>
          <a:p>
            <a:endParaRPr lang="en-US" dirty="0"/>
          </a:p>
        </p:txBody>
      </p:sp>
    </p:spTree>
    <p:extLst>
      <p:ext uri="{BB962C8B-B14F-4D97-AF65-F5344CB8AC3E}">
        <p14:creationId xmlns:p14="http://schemas.microsoft.com/office/powerpoint/2010/main" val="120069303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AFA5E-E31E-4F60-B46C-70CA2DDEC733}"/>
              </a:ext>
            </a:extLst>
          </p:cNvPr>
          <p:cNvSpPr>
            <a:spLocks noGrp="1"/>
          </p:cNvSpPr>
          <p:nvPr>
            <p:ph type="title"/>
          </p:nvPr>
        </p:nvSpPr>
        <p:spPr/>
        <p:txBody>
          <a:bodyPr/>
          <a:lstStyle/>
          <a:p>
            <a:r>
              <a:rPr lang="en-US" dirty="0"/>
              <a:t>After cleaning the data- Model performance</a:t>
            </a:r>
          </a:p>
        </p:txBody>
      </p:sp>
      <p:sp>
        <p:nvSpPr>
          <p:cNvPr id="3" name="Content Placeholder 2">
            <a:extLst>
              <a:ext uri="{FF2B5EF4-FFF2-40B4-BE49-F238E27FC236}">
                <a16:creationId xmlns:a16="http://schemas.microsoft.com/office/drawing/2014/main" id="{6D0D27AB-718F-4A80-B0DD-533D4DD888D2}"/>
              </a:ext>
            </a:extLst>
          </p:cNvPr>
          <p:cNvSpPr>
            <a:spLocks noGrp="1"/>
          </p:cNvSpPr>
          <p:nvPr>
            <p:ph idx="1"/>
          </p:nvPr>
        </p:nvSpPr>
        <p:spPr/>
        <p:txBody>
          <a:bodyPr/>
          <a:lstStyle/>
          <a:p>
            <a:r>
              <a:rPr lang="en-US" dirty="0"/>
              <a:t>No of features on removing two and single char words, removing numbers, and lemmatizing &gt;3 = 1157</a:t>
            </a:r>
          </a:p>
          <a:p>
            <a:r>
              <a:rPr lang="en-US" dirty="0"/>
              <a:t>It takes 10k sec(~3hrs) to compute and still does not converge. </a:t>
            </a:r>
          </a:p>
          <a:p>
            <a:r>
              <a:rPr lang="en-US" dirty="0"/>
              <a:t>TF is 86.7</a:t>
            </a:r>
          </a:p>
          <a:p>
            <a:pPr lvl="1"/>
            <a:r>
              <a:rPr lang="en-US" dirty="0" err="1"/>
              <a:t>TF_cat</a:t>
            </a:r>
            <a:r>
              <a:rPr lang="en-US" dirty="0"/>
              <a:t> mean = 65.8%</a:t>
            </a:r>
          </a:p>
          <a:p>
            <a:pPr lvl="1"/>
            <a:r>
              <a:rPr lang="en-US" dirty="0" err="1"/>
              <a:t>TF_var</a:t>
            </a:r>
            <a:r>
              <a:rPr lang="en-US" dirty="0"/>
              <a:t> mean = 79.9%</a:t>
            </a:r>
          </a:p>
          <a:p>
            <a:endParaRPr lang="en-US" dirty="0"/>
          </a:p>
          <a:p>
            <a:endParaRPr lang="en-US" dirty="0"/>
          </a:p>
        </p:txBody>
      </p:sp>
    </p:spTree>
    <p:extLst>
      <p:ext uri="{BB962C8B-B14F-4D97-AF65-F5344CB8AC3E}">
        <p14:creationId xmlns:p14="http://schemas.microsoft.com/office/powerpoint/2010/main" val="165603224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A6C09-3523-4DC8-B25A-DAED1CBE4374}"/>
              </a:ext>
            </a:extLst>
          </p:cNvPr>
          <p:cNvSpPr>
            <a:spLocks noGrp="1"/>
          </p:cNvSpPr>
          <p:nvPr>
            <p:ph type="title"/>
          </p:nvPr>
        </p:nvSpPr>
        <p:spPr/>
        <p:txBody>
          <a:bodyPr/>
          <a:lstStyle/>
          <a:p>
            <a:r>
              <a:rPr lang="en-US" dirty="0"/>
              <a:t>After cleaning the data- Model performance</a:t>
            </a:r>
          </a:p>
        </p:txBody>
      </p:sp>
      <p:sp>
        <p:nvSpPr>
          <p:cNvPr id="3" name="Content Placeholder 2">
            <a:extLst>
              <a:ext uri="{FF2B5EF4-FFF2-40B4-BE49-F238E27FC236}">
                <a16:creationId xmlns:a16="http://schemas.microsoft.com/office/drawing/2014/main" id="{5B3B6457-3E12-42B9-9FA7-B7791D30BEF7}"/>
              </a:ext>
            </a:extLst>
          </p:cNvPr>
          <p:cNvSpPr>
            <a:spLocks noGrp="1"/>
          </p:cNvSpPr>
          <p:nvPr>
            <p:ph idx="1"/>
          </p:nvPr>
        </p:nvSpPr>
        <p:spPr/>
        <p:txBody>
          <a:bodyPr/>
          <a:lstStyle/>
          <a:p>
            <a:r>
              <a:rPr lang="en-US" dirty="0"/>
              <a:t>RF_HP only 90 sec</a:t>
            </a:r>
          </a:p>
          <a:p>
            <a:r>
              <a:rPr lang="en-US" dirty="0"/>
              <a:t>TF 87.15%</a:t>
            </a:r>
          </a:p>
          <a:p>
            <a:pPr lvl="1"/>
            <a:r>
              <a:rPr lang="en-US" dirty="0" err="1"/>
              <a:t>TF_cat</a:t>
            </a:r>
            <a:r>
              <a:rPr lang="en-US" dirty="0"/>
              <a:t> mean = 67.29%</a:t>
            </a:r>
          </a:p>
          <a:p>
            <a:pPr lvl="1"/>
            <a:r>
              <a:rPr lang="en-US" dirty="0" err="1"/>
              <a:t>TF_var</a:t>
            </a:r>
            <a:r>
              <a:rPr lang="en-US" dirty="0"/>
              <a:t> mean = 76.45%</a:t>
            </a:r>
          </a:p>
          <a:p>
            <a:r>
              <a:rPr lang="en-US" dirty="0"/>
              <a:t>2</a:t>
            </a:r>
            <a:r>
              <a:rPr lang="en-US" baseline="30000" dirty="0"/>
              <a:t>nd</a:t>
            </a:r>
            <a:r>
              <a:rPr lang="en-US" dirty="0"/>
              <a:t> iteration</a:t>
            </a:r>
          </a:p>
          <a:p>
            <a:r>
              <a:rPr lang="en-US" dirty="0"/>
              <a:t>TF 86.50%</a:t>
            </a:r>
          </a:p>
          <a:p>
            <a:pPr lvl="1"/>
            <a:r>
              <a:rPr lang="en-US" dirty="0" err="1"/>
              <a:t>TF_cat</a:t>
            </a:r>
            <a:r>
              <a:rPr lang="en-US" dirty="0"/>
              <a:t> mean= 66.82% </a:t>
            </a:r>
          </a:p>
          <a:p>
            <a:pPr lvl="1"/>
            <a:r>
              <a:rPr lang="en-US" dirty="0" err="1"/>
              <a:t>TF_var</a:t>
            </a:r>
            <a:r>
              <a:rPr lang="en-US" dirty="0"/>
              <a:t> mean = 74.52%</a:t>
            </a:r>
          </a:p>
          <a:p>
            <a:pPr lvl="1"/>
            <a:r>
              <a:rPr lang="en-US" dirty="0"/>
              <a:t>Prob mean = 0.23%</a:t>
            </a:r>
          </a:p>
        </p:txBody>
      </p:sp>
    </p:spTree>
    <p:extLst>
      <p:ext uri="{BB962C8B-B14F-4D97-AF65-F5344CB8AC3E}">
        <p14:creationId xmlns:p14="http://schemas.microsoft.com/office/powerpoint/2010/main" val="397609689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DCA37-9708-4E91-AD23-933261307ED1}"/>
              </a:ext>
            </a:extLst>
          </p:cNvPr>
          <p:cNvSpPr>
            <a:spLocks noGrp="1"/>
          </p:cNvSpPr>
          <p:nvPr>
            <p:ph type="title"/>
          </p:nvPr>
        </p:nvSpPr>
        <p:spPr/>
        <p:txBody>
          <a:bodyPr/>
          <a:lstStyle/>
          <a:p>
            <a:r>
              <a:rPr lang="en-US" dirty="0"/>
              <a:t>After cleaning the data- Model performance- Voting Hard</a:t>
            </a:r>
          </a:p>
        </p:txBody>
      </p:sp>
      <p:sp>
        <p:nvSpPr>
          <p:cNvPr id="3" name="Content Placeholder 2">
            <a:extLst>
              <a:ext uri="{FF2B5EF4-FFF2-40B4-BE49-F238E27FC236}">
                <a16:creationId xmlns:a16="http://schemas.microsoft.com/office/drawing/2014/main" id="{FF8E2BA7-BF31-406F-9FF3-52F302C50DBF}"/>
              </a:ext>
            </a:extLst>
          </p:cNvPr>
          <p:cNvSpPr>
            <a:spLocks noGrp="1"/>
          </p:cNvSpPr>
          <p:nvPr>
            <p:ph idx="1"/>
          </p:nvPr>
        </p:nvSpPr>
        <p:spPr/>
        <p:txBody>
          <a:bodyPr>
            <a:normAutofit lnSpcReduction="10000"/>
          </a:bodyPr>
          <a:lstStyle/>
          <a:p>
            <a:r>
              <a:rPr lang="en-US" dirty="0"/>
              <a:t>Time taken- 10981 secs</a:t>
            </a:r>
          </a:p>
          <a:p>
            <a:r>
              <a:rPr lang="en-US" dirty="0"/>
              <a:t>TF 90.04%</a:t>
            </a:r>
          </a:p>
          <a:p>
            <a:pPr lvl="1"/>
            <a:r>
              <a:rPr lang="en-US" dirty="0" err="1"/>
              <a:t>TF_cat</a:t>
            </a:r>
            <a:r>
              <a:rPr lang="en-US" dirty="0"/>
              <a:t> = 66.99%</a:t>
            </a:r>
          </a:p>
          <a:p>
            <a:pPr lvl="1"/>
            <a:r>
              <a:rPr lang="en-US" dirty="0" err="1"/>
              <a:t>TF_var</a:t>
            </a:r>
            <a:r>
              <a:rPr lang="en-US" dirty="0"/>
              <a:t> = 80.18%</a:t>
            </a:r>
          </a:p>
          <a:p>
            <a:r>
              <a:rPr lang="en-US" dirty="0" err="1"/>
              <a:t>predict_proba</a:t>
            </a:r>
            <a:r>
              <a:rPr lang="en-US" dirty="0"/>
              <a:t> is not available when voting='hard'</a:t>
            </a:r>
          </a:p>
          <a:p>
            <a:r>
              <a:rPr lang="en-US" dirty="0"/>
              <a:t>2</a:t>
            </a:r>
            <a:r>
              <a:rPr lang="en-US" baseline="30000" dirty="0"/>
              <a:t>nd</a:t>
            </a:r>
            <a:r>
              <a:rPr lang="en-US" dirty="0"/>
              <a:t> iteration</a:t>
            </a:r>
          </a:p>
          <a:p>
            <a:r>
              <a:rPr lang="en-US" dirty="0"/>
              <a:t>Time taken- 10822 secs, </a:t>
            </a:r>
            <a:r>
              <a:rPr lang="en-US" dirty="0">
                <a:solidFill>
                  <a:srgbClr val="FF0000"/>
                </a:solidFill>
              </a:rPr>
              <a:t>didn’t converge</a:t>
            </a:r>
          </a:p>
          <a:p>
            <a:r>
              <a:rPr lang="en-US" dirty="0"/>
              <a:t>TF 90.92%</a:t>
            </a:r>
          </a:p>
          <a:p>
            <a:pPr lvl="1"/>
            <a:r>
              <a:rPr lang="en-US" dirty="0" err="1"/>
              <a:t>TF_cat</a:t>
            </a:r>
            <a:r>
              <a:rPr lang="en-US" dirty="0"/>
              <a:t> = 68.22%</a:t>
            </a:r>
          </a:p>
          <a:p>
            <a:pPr lvl="1"/>
            <a:r>
              <a:rPr lang="en-US" dirty="0" err="1"/>
              <a:t>TF_cat</a:t>
            </a:r>
            <a:r>
              <a:rPr lang="en-US" dirty="0"/>
              <a:t> = 81.19%</a:t>
            </a:r>
          </a:p>
          <a:p>
            <a:pPr marL="0" indent="0">
              <a:buNone/>
            </a:pPr>
            <a:endParaRPr lang="en-US" dirty="0"/>
          </a:p>
          <a:p>
            <a:pPr marL="0" indent="0">
              <a:buNone/>
            </a:pPr>
            <a:endParaRPr lang="en-US" dirty="0"/>
          </a:p>
          <a:p>
            <a:endParaRPr lang="en-US" dirty="0"/>
          </a:p>
        </p:txBody>
      </p:sp>
    </p:spTree>
    <p:extLst>
      <p:ext uri="{BB962C8B-B14F-4D97-AF65-F5344CB8AC3E}">
        <p14:creationId xmlns:p14="http://schemas.microsoft.com/office/powerpoint/2010/main" val="325745722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DCA37-9708-4E91-AD23-933261307ED1}"/>
              </a:ext>
            </a:extLst>
          </p:cNvPr>
          <p:cNvSpPr>
            <a:spLocks noGrp="1"/>
          </p:cNvSpPr>
          <p:nvPr>
            <p:ph type="title"/>
          </p:nvPr>
        </p:nvSpPr>
        <p:spPr/>
        <p:txBody>
          <a:bodyPr/>
          <a:lstStyle/>
          <a:p>
            <a:r>
              <a:rPr lang="en-US" dirty="0"/>
              <a:t>After cleaning the data- Model performance- Voting Soft</a:t>
            </a:r>
          </a:p>
        </p:txBody>
      </p:sp>
      <p:sp>
        <p:nvSpPr>
          <p:cNvPr id="3" name="Content Placeholder 2">
            <a:extLst>
              <a:ext uri="{FF2B5EF4-FFF2-40B4-BE49-F238E27FC236}">
                <a16:creationId xmlns:a16="http://schemas.microsoft.com/office/drawing/2014/main" id="{FF8E2BA7-BF31-406F-9FF3-52F302C50DBF}"/>
              </a:ext>
            </a:extLst>
          </p:cNvPr>
          <p:cNvSpPr>
            <a:spLocks noGrp="1"/>
          </p:cNvSpPr>
          <p:nvPr>
            <p:ph idx="1"/>
          </p:nvPr>
        </p:nvSpPr>
        <p:spPr/>
        <p:txBody>
          <a:bodyPr>
            <a:normAutofit/>
          </a:bodyPr>
          <a:lstStyle/>
          <a:p>
            <a:r>
              <a:rPr lang="en-US" dirty="0"/>
              <a:t>Time taken- 11086 secs, didn’t converge</a:t>
            </a:r>
          </a:p>
          <a:p>
            <a:r>
              <a:rPr lang="en-US" dirty="0"/>
              <a:t>TF 85.79%</a:t>
            </a:r>
          </a:p>
          <a:p>
            <a:pPr lvl="1"/>
            <a:r>
              <a:rPr lang="en-US" dirty="0" err="1"/>
              <a:t>TF_cat</a:t>
            </a:r>
            <a:r>
              <a:rPr lang="en-US" dirty="0"/>
              <a:t> = 65.75%</a:t>
            </a:r>
          </a:p>
          <a:p>
            <a:pPr lvl="1"/>
            <a:r>
              <a:rPr lang="en-US" dirty="0" err="1"/>
              <a:t>TF_var</a:t>
            </a:r>
            <a:r>
              <a:rPr lang="en-US" dirty="0"/>
              <a:t> = 75.96%</a:t>
            </a:r>
          </a:p>
          <a:p>
            <a:pPr lvl="1"/>
            <a:r>
              <a:rPr lang="en-US" dirty="0"/>
              <a:t>Prob mean = 0.50</a:t>
            </a:r>
          </a:p>
          <a:p>
            <a:pPr marL="0" indent="0">
              <a:buNone/>
            </a:pPr>
            <a:endParaRPr lang="en-US" dirty="0"/>
          </a:p>
          <a:p>
            <a:pPr marL="0" indent="0">
              <a:buNone/>
            </a:pPr>
            <a:endParaRPr lang="en-US" dirty="0"/>
          </a:p>
          <a:p>
            <a:endParaRPr lang="en-US" dirty="0"/>
          </a:p>
        </p:txBody>
      </p:sp>
    </p:spTree>
    <p:extLst>
      <p:ext uri="{BB962C8B-B14F-4D97-AF65-F5344CB8AC3E}">
        <p14:creationId xmlns:p14="http://schemas.microsoft.com/office/powerpoint/2010/main" val="252683763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49783-3B8B-479C-9122-8383F4F0B1D3}"/>
              </a:ext>
            </a:extLst>
          </p:cNvPr>
          <p:cNvSpPr>
            <a:spLocks noGrp="1"/>
          </p:cNvSpPr>
          <p:nvPr>
            <p:ph type="title"/>
          </p:nvPr>
        </p:nvSpPr>
        <p:spPr/>
        <p:txBody>
          <a:bodyPr/>
          <a:lstStyle/>
          <a:p>
            <a:r>
              <a:rPr lang="en-US" dirty="0"/>
              <a:t>Removing numbers</a:t>
            </a:r>
          </a:p>
        </p:txBody>
      </p:sp>
      <p:sp>
        <p:nvSpPr>
          <p:cNvPr id="3" name="Content Placeholder 2">
            <a:extLst>
              <a:ext uri="{FF2B5EF4-FFF2-40B4-BE49-F238E27FC236}">
                <a16:creationId xmlns:a16="http://schemas.microsoft.com/office/drawing/2014/main" id="{45A262D7-9F67-48EE-9D84-5D830738E8B0}"/>
              </a:ext>
            </a:extLst>
          </p:cNvPr>
          <p:cNvSpPr>
            <a:spLocks noGrp="1"/>
          </p:cNvSpPr>
          <p:nvPr>
            <p:ph idx="1"/>
          </p:nvPr>
        </p:nvSpPr>
        <p:spPr/>
        <p:txBody>
          <a:bodyPr/>
          <a:lstStyle/>
          <a:p>
            <a:r>
              <a:rPr lang="en-US" dirty="0"/>
              <a:t>Avg KL divergence (Relative entropy) = 0.003</a:t>
            </a:r>
          </a:p>
          <a:p>
            <a:r>
              <a:rPr lang="en-US" dirty="0"/>
              <a:t>Top 3 predictions are taken for each data entry and arranged in descending order.</a:t>
            </a:r>
          </a:p>
          <a:p>
            <a:r>
              <a:rPr lang="en-US" dirty="0"/>
              <a:t>Rel entropy-</a:t>
            </a:r>
          </a:p>
          <a:p>
            <a:pPr lvl="1"/>
            <a:r>
              <a:rPr lang="en-US" dirty="0"/>
              <a:t>Less than 0.1, 99.3%</a:t>
            </a:r>
          </a:p>
          <a:p>
            <a:r>
              <a:rPr lang="en-US" dirty="0"/>
              <a:t>Avg KS </a:t>
            </a:r>
            <a:r>
              <a:rPr lang="en-US" dirty="0" err="1"/>
              <a:t>pvalue</a:t>
            </a:r>
            <a:r>
              <a:rPr lang="en-US" dirty="0"/>
              <a:t> = 0.9866</a:t>
            </a:r>
          </a:p>
          <a:p>
            <a:pPr lvl="1"/>
            <a:r>
              <a:rPr lang="en-US" dirty="0"/>
              <a:t>98.3% data has &gt;0.9</a:t>
            </a:r>
          </a:p>
          <a:p>
            <a:pPr lvl="1"/>
            <a:r>
              <a:rPr lang="en-US" dirty="0"/>
              <a:t>Ss84</a:t>
            </a:r>
          </a:p>
          <a:p>
            <a:endParaRPr lang="en-US" dirty="0"/>
          </a:p>
          <a:p>
            <a:endParaRPr lang="en-US" dirty="0"/>
          </a:p>
        </p:txBody>
      </p:sp>
      <p:pic>
        <p:nvPicPr>
          <p:cNvPr id="5" name="Picture 4">
            <a:extLst>
              <a:ext uri="{FF2B5EF4-FFF2-40B4-BE49-F238E27FC236}">
                <a16:creationId xmlns:a16="http://schemas.microsoft.com/office/drawing/2014/main" id="{A72CF388-DAE9-49DD-A0E2-EE234A2E93B4}"/>
              </a:ext>
            </a:extLst>
          </p:cNvPr>
          <p:cNvPicPr>
            <a:picLocks noChangeAspect="1"/>
          </p:cNvPicPr>
          <p:nvPr/>
        </p:nvPicPr>
        <p:blipFill rotWithShape="1">
          <a:blip r:embed="rId2"/>
          <a:srcRect l="19914" t="60229" r="52758" b="9931"/>
          <a:stretch/>
        </p:blipFill>
        <p:spPr>
          <a:xfrm>
            <a:off x="7876176" y="2723219"/>
            <a:ext cx="3331780" cy="2046397"/>
          </a:xfrm>
          <a:prstGeom prst="rect">
            <a:avLst/>
          </a:prstGeom>
          <a:ln>
            <a:solidFill>
              <a:schemeClr val="tx1"/>
            </a:solidFill>
          </a:ln>
        </p:spPr>
      </p:pic>
    </p:spTree>
    <p:extLst>
      <p:ext uri="{BB962C8B-B14F-4D97-AF65-F5344CB8AC3E}">
        <p14:creationId xmlns:p14="http://schemas.microsoft.com/office/powerpoint/2010/main" val="21462614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F3644-A173-440A-9CF8-65C50C0F9259}"/>
              </a:ext>
            </a:extLst>
          </p:cNvPr>
          <p:cNvSpPr>
            <a:spLocks noGrp="1"/>
          </p:cNvSpPr>
          <p:nvPr>
            <p:ph type="title"/>
          </p:nvPr>
        </p:nvSpPr>
        <p:spPr/>
        <p:txBody>
          <a:bodyPr/>
          <a:lstStyle/>
          <a:p>
            <a:r>
              <a:rPr lang="en-US" dirty="0"/>
              <a:t>Removing 2 char words</a:t>
            </a:r>
          </a:p>
        </p:txBody>
      </p:sp>
      <p:sp>
        <p:nvSpPr>
          <p:cNvPr id="3" name="Content Placeholder 2">
            <a:extLst>
              <a:ext uri="{FF2B5EF4-FFF2-40B4-BE49-F238E27FC236}">
                <a16:creationId xmlns:a16="http://schemas.microsoft.com/office/drawing/2014/main" id="{73CE7A23-6CA4-47FB-B836-00934D9C857F}"/>
              </a:ext>
            </a:extLst>
          </p:cNvPr>
          <p:cNvSpPr>
            <a:spLocks noGrp="1"/>
          </p:cNvSpPr>
          <p:nvPr>
            <p:ph idx="1"/>
          </p:nvPr>
        </p:nvSpPr>
        <p:spPr/>
        <p:txBody>
          <a:bodyPr/>
          <a:lstStyle/>
          <a:p>
            <a:r>
              <a:rPr lang="en-US" dirty="0"/>
              <a:t>LR_HP didn’t converge for 5000 iterations</a:t>
            </a:r>
          </a:p>
          <a:p>
            <a:r>
              <a:rPr lang="en-US" dirty="0"/>
              <a:t>Avg KL divergence (Relative entropy) = 0.334</a:t>
            </a:r>
          </a:p>
          <a:p>
            <a:r>
              <a:rPr lang="en-US" dirty="0"/>
              <a:t>Rel entropy-</a:t>
            </a:r>
          </a:p>
          <a:p>
            <a:pPr lvl="1"/>
            <a:r>
              <a:rPr lang="en-US" dirty="0"/>
              <a:t>Less than 0.1, 59.6%</a:t>
            </a:r>
          </a:p>
          <a:p>
            <a:pPr lvl="1"/>
            <a:r>
              <a:rPr lang="en-US" dirty="0"/>
              <a:t>Less than 1, 91.5%</a:t>
            </a:r>
          </a:p>
          <a:p>
            <a:pPr lvl="1"/>
            <a:r>
              <a:rPr lang="en-US" dirty="0"/>
              <a:t>Screenshot85</a:t>
            </a:r>
          </a:p>
          <a:p>
            <a:r>
              <a:rPr lang="en-US" dirty="0"/>
              <a:t>Avg KS </a:t>
            </a:r>
            <a:r>
              <a:rPr lang="en-US" dirty="0" err="1"/>
              <a:t>pvalue</a:t>
            </a:r>
            <a:r>
              <a:rPr lang="en-US" dirty="0"/>
              <a:t> = 0.60</a:t>
            </a:r>
          </a:p>
          <a:p>
            <a:pPr lvl="1"/>
            <a:r>
              <a:rPr lang="en-US" dirty="0"/>
              <a:t>42.7% data has &gt;0.9</a:t>
            </a:r>
          </a:p>
          <a:p>
            <a:pPr lvl="1"/>
            <a:r>
              <a:rPr lang="en-US" dirty="0"/>
              <a:t>Ss86</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428394896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28AB0-C931-4A73-8408-6C9287B4B970}"/>
              </a:ext>
            </a:extLst>
          </p:cNvPr>
          <p:cNvSpPr>
            <a:spLocks noGrp="1"/>
          </p:cNvSpPr>
          <p:nvPr>
            <p:ph type="title"/>
          </p:nvPr>
        </p:nvSpPr>
        <p:spPr/>
        <p:txBody>
          <a:bodyPr/>
          <a:lstStyle/>
          <a:p>
            <a:r>
              <a:rPr lang="en-US" dirty="0"/>
              <a:t>CV scores – Excel sheet</a:t>
            </a:r>
          </a:p>
        </p:txBody>
      </p:sp>
      <p:sp>
        <p:nvSpPr>
          <p:cNvPr id="3" name="Content Placeholder 2">
            <a:extLst>
              <a:ext uri="{FF2B5EF4-FFF2-40B4-BE49-F238E27FC236}">
                <a16:creationId xmlns:a16="http://schemas.microsoft.com/office/drawing/2014/main" id="{25E611F9-A241-4759-8CE6-96DAFD803275}"/>
              </a:ext>
            </a:extLst>
          </p:cNvPr>
          <p:cNvSpPr>
            <a:spLocks noGrp="1"/>
          </p:cNvSpPr>
          <p:nvPr>
            <p:ph idx="1"/>
          </p:nvPr>
        </p:nvSpPr>
        <p:spPr/>
        <p:txBody>
          <a:bodyPr/>
          <a:lstStyle/>
          <a:p>
            <a:r>
              <a:rPr lang="en-US" dirty="0" err="1"/>
              <a:t>pipeline_RF</a:t>
            </a:r>
            <a:r>
              <a:rPr lang="en-US" dirty="0"/>
              <a:t> = Pipeline([('</a:t>
            </a:r>
            <a:r>
              <a:rPr lang="en-US" dirty="0" err="1"/>
              <a:t>vect</a:t>
            </a:r>
            <a:r>
              <a:rPr lang="en-US" dirty="0"/>
              <a:t>',</a:t>
            </a:r>
            <a:r>
              <a:rPr lang="en-US" dirty="0" err="1"/>
              <a:t>TfidfVectorizer</a:t>
            </a:r>
            <a:r>
              <a:rPr lang="en-US" dirty="0"/>
              <a:t>(</a:t>
            </a:r>
            <a:r>
              <a:rPr lang="en-US" dirty="0" err="1"/>
              <a:t>min_df</a:t>
            </a:r>
            <a:r>
              <a:rPr lang="en-US" dirty="0"/>
              <a:t>=10)),</a:t>
            </a:r>
          </a:p>
          <a:p>
            <a:r>
              <a:rPr lang="en-US" dirty="0"/>
              <a:t>                         ('</a:t>
            </a:r>
            <a:r>
              <a:rPr lang="en-US" dirty="0" err="1"/>
              <a:t>clf</a:t>
            </a:r>
            <a:r>
              <a:rPr lang="en-US" dirty="0"/>
              <a:t>', </a:t>
            </a:r>
            <a:r>
              <a:rPr lang="en-US" dirty="0" err="1"/>
              <a:t>RandomForestClassifier</a:t>
            </a:r>
            <a:r>
              <a:rPr lang="en-US" dirty="0"/>
              <a:t>(</a:t>
            </a:r>
            <a:r>
              <a:rPr lang="en-US" dirty="0" err="1"/>
              <a:t>n_estimators</a:t>
            </a:r>
            <a:r>
              <a:rPr lang="en-US" dirty="0"/>
              <a:t>= 220,class_weight='balanced'))])</a:t>
            </a:r>
          </a:p>
          <a:p>
            <a:r>
              <a:rPr lang="en-US" dirty="0"/>
              <a:t>This takes 570 secs </a:t>
            </a:r>
          </a:p>
          <a:p>
            <a:r>
              <a:rPr lang="en-US" dirty="0"/>
              <a:t>Accuracy is 0.9894</a:t>
            </a:r>
          </a:p>
        </p:txBody>
      </p:sp>
    </p:spTree>
    <p:extLst>
      <p:ext uri="{BB962C8B-B14F-4D97-AF65-F5344CB8AC3E}">
        <p14:creationId xmlns:p14="http://schemas.microsoft.com/office/powerpoint/2010/main" val="5438069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B38AF-9C00-4DCA-B97F-1741D2C3EB0C}"/>
              </a:ext>
            </a:extLst>
          </p:cNvPr>
          <p:cNvSpPr>
            <a:spLocks noGrp="1"/>
          </p:cNvSpPr>
          <p:nvPr>
            <p:ph type="title"/>
          </p:nvPr>
        </p:nvSpPr>
        <p:spPr/>
        <p:txBody>
          <a:bodyPr/>
          <a:lstStyle/>
          <a:p>
            <a:r>
              <a:rPr lang="en-US" dirty="0"/>
              <a:t>Voting classifier- hard</a:t>
            </a:r>
          </a:p>
        </p:txBody>
      </p:sp>
      <p:sp>
        <p:nvSpPr>
          <p:cNvPr id="3" name="Content Placeholder 2">
            <a:extLst>
              <a:ext uri="{FF2B5EF4-FFF2-40B4-BE49-F238E27FC236}">
                <a16:creationId xmlns:a16="http://schemas.microsoft.com/office/drawing/2014/main" id="{2022E91E-E42F-4368-B10D-9B936F826412}"/>
              </a:ext>
            </a:extLst>
          </p:cNvPr>
          <p:cNvSpPr>
            <a:spLocks noGrp="1"/>
          </p:cNvSpPr>
          <p:nvPr>
            <p:ph idx="1"/>
          </p:nvPr>
        </p:nvSpPr>
        <p:spPr/>
        <p:txBody>
          <a:bodyPr>
            <a:normAutofit fontScale="55000" lnSpcReduction="20000"/>
          </a:bodyPr>
          <a:lstStyle/>
          <a:p>
            <a:r>
              <a:rPr lang="en-US" dirty="0"/>
              <a:t># Build the individual models</a:t>
            </a:r>
          </a:p>
          <a:p>
            <a:r>
              <a:rPr lang="en-US" dirty="0" err="1"/>
              <a:t>pipeline_LR</a:t>
            </a:r>
            <a:r>
              <a:rPr lang="en-US" dirty="0"/>
              <a:t> = Pipeline([('</a:t>
            </a:r>
            <a:r>
              <a:rPr lang="en-US" dirty="0" err="1"/>
              <a:t>vect</a:t>
            </a:r>
            <a:r>
              <a:rPr lang="en-US" dirty="0"/>
              <a:t>',</a:t>
            </a:r>
            <a:r>
              <a:rPr lang="en-US" dirty="0" err="1"/>
              <a:t>TfidfVectorizer</a:t>
            </a:r>
            <a:r>
              <a:rPr lang="en-US" dirty="0"/>
              <a:t>(</a:t>
            </a:r>
            <a:r>
              <a:rPr lang="en-US" dirty="0" err="1"/>
              <a:t>min_df</a:t>
            </a:r>
            <a:r>
              <a:rPr lang="en-US" dirty="0"/>
              <a:t>=10)),</a:t>
            </a:r>
          </a:p>
          <a:p>
            <a:r>
              <a:rPr lang="en-US" dirty="0"/>
              <a:t>                    ('</a:t>
            </a:r>
            <a:r>
              <a:rPr lang="en-US" dirty="0" err="1"/>
              <a:t>clf</a:t>
            </a:r>
            <a:r>
              <a:rPr lang="en-US" dirty="0"/>
              <a:t>', </a:t>
            </a:r>
            <a:r>
              <a:rPr lang="en-US" dirty="0" err="1"/>
              <a:t>LogisticRegression</a:t>
            </a:r>
            <a:r>
              <a:rPr lang="en-US" dirty="0"/>
              <a:t>(C=250, penalty='l1',solver='saga',</a:t>
            </a:r>
            <a:r>
              <a:rPr lang="en-US" dirty="0" err="1"/>
              <a:t>class_weight</a:t>
            </a:r>
            <a:r>
              <a:rPr lang="en-US" dirty="0"/>
              <a:t>='balanced',</a:t>
            </a:r>
            <a:r>
              <a:rPr lang="en-US" dirty="0" err="1"/>
              <a:t>max_iter</a:t>
            </a:r>
            <a:r>
              <a:rPr lang="en-US" dirty="0"/>
              <a:t>= 5000))])</a:t>
            </a:r>
          </a:p>
          <a:p>
            <a:endParaRPr lang="en-US" dirty="0"/>
          </a:p>
          <a:p>
            <a:r>
              <a:rPr lang="en-US" dirty="0" err="1"/>
              <a:t>pipeline_RF</a:t>
            </a:r>
            <a:r>
              <a:rPr lang="en-US" dirty="0"/>
              <a:t> = Pipeline([('</a:t>
            </a:r>
            <a:r>
              <a:rPr lang="en-US" dirty="0" err="1"/>
              <a:t>vect</a:t>
            </a:r>
            <a:r>
              <a:rPr lang="en-US" dirty="0"/>
              <a:t>',</a:t>
            </a:r>
            <a:r>
              <a:rPr lang="en-US" dirty="0" err="1"/>
              <a:t>TfidfVectorizer</a:t>
            </a:r>
            <a:r>
              <a:rPr lang="en-US" dirty="0"/>
              <a:t>(</a:t>
            </a:r>
            <a:r>
              <a:rPr lang="en-US" dirty="0" err="1"/>
              <a:t>min_df</a:t>
            </a:r>
            <a:r>
              <a:rPr lang="en-US" dirty="0"/>
              <a:t>=10)),</a:t>
            </a:r>
          </a:p>
          <a:p>
            <a:r>
              <a:rPr lang="en-US" dirty="0"/>
              <a:t>                         ('</a:t>
            </a:r>
            <a:r>
              <a:rPr lang="en-US" dirty="0" err="1"/>
              <a:t>clf</a:t>
            </a:r>
            <a:r>
              <a:rPr lang="en-US" dirty="0"/>
              <a:t>', </a:t>
            </a:r>
            <a:r>
              <a:rPr lang="en-US" dirty="0" err="1"/>
              <a:t>RandomForestClassifier</a:t>
            </a:r>
            <a:r>
              <a:rPr lang="en-US" dirty="0"/>
              <a:t>(</a:t>
            </a:r>
            <a:r>
              <a:rPr lang="en-US" dirty="0" err="1"/>
              <a:t>n_estimators</a:t>
            </a:r>
            <a:r>
              <a:rPr lang="en-US" dirty="0"/>
              <a:t>= 220,class_weight='balanced'))])</a:t>
            </a:r>
          </a:p>
          <a:p>
            <a:endParaRPr lang="en-US" dirty="0"/>
          </a:p>
          <a:p>
            <a:r>
              <a:rPr lang="en-US" dirty="0"/>
              <a:t># List of (string, estimator) tuples</a:t>
            </a:r>
          </a:p>
          <a:p>
            <a:r>
              <a:rPr lang="en-US" dirty="0"/>
              <a:t>estimators = [('RF', </a:t>
            </a:r>
            <a:r>
              <a:rPr lang="en-US" dirty="0" err="1"/>
              <a:t>pipeline_RF</a:t>
            </a:r>
            <a:r>
              <a:rPr lang="en-US" dirty="0"/>
              <a:t>), ('LR', </a:t>
            </a:r>
            <a:r>
              <a:rPr lang="en-US" dirty="0" err="1"/>
              <a:t>pipeline_LR</a:t>
            </a:r>
            <a:r>
              <a:rPr lang="en-US" dirty="0"/>
              <a:t>)]</a:t>
            </a:r>
          </a:p>
          <a:p>
            <a:endParaRPr lang="en-US" dirty="0"/>
          </a:p>
          <a:p>
            <a:r>
              <a:rPr lang="en-US" dirty="0"/>
              <a:t># Build and fit the classifier</a:t>
            </a:r>
          </a:p>
          <a:p>
            <a:r>
              <a:rPr lang="en-US" dirty="0" err="1"/>
              <a:t>voting_classifier</a:t>
            </a:r>
            <a:r>
              <a:rPr lang="en-US" dirty="0"/>
              <a:t> = </a:t>
            </a:r>
            <a:r>
              <a:rPr lang="en-US" dirty="0" err="1"/>
              <a:t>VotingClassifier</a:t>
            </a:r>
            <a:r>
              <a:rPr lang="en-US" dirty="0"/>
              <a:t>(estimators = estimators)</a:t>
            </a:r>
          </a:p>
          <a:p>
            <a:r>
              <a:rPr lang="en-US" dirty="0"/>
              <a:t>s = </a:t>
            </a:r>
            <a:r>
              <a:rPr lang="en-US" dirty="0" err="1"/>
              <a:t>cross_val_score</a:t>
            </a:r>
            <a:r>
              <a:rPr lang="en-US" dirty="0"/>
              <a:t>(</a:t>
            </a:r>
            <a:r>
              <a:rPr lang="en-US" dirty="0" err="1"/>
              <a:t>voting_classifier</a:t>
            </a:r>
            <a:r>
              <a:rPr lang="en-US" dirty="0"/>
              <a:t>, X_train, Y_train, cv=5)</a:t>
            </a:r>
          </a:p>
          <a:p>
            <a:r>
              <a:rPr lang="en-US" dirty="0" err="1"/>
              <a:t>S.mean</a:t>
            </a:r>
            <a:r>
              <a:rPr lang="en-US" dirty="0"/>
              <a:t>() = 0.9840</a:t>
            </a:r>
          </a:p>
          <a:p>
            <a:r>
              <a:rPr lang="en-US" dirty="0"/>
              <a:t>Time taken = 9000 secs</a:t>
            </a:r>
          </a:p>
        </p:txBody>
      </p:sp>
    </p:spTree>
    <p:extLst>
      <p:ext uri="{BB962C8B-B14F-4D97-AF65-F5344CB8AC3E}">
        <p14:creationId xmlns:p14="http://schemas.microsoft.com/office/powerpoint/2010/main" val="117421353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8BD78-1F92-420F-8131-A6E79F57D7CA}"/>
              </a:ext>
            </a:extLst>
          </p:cNvPr>
          <p:cNvSpPr>
            <a:spLocks noGrp="1"/>
          </p:cNvSpPr>
          <p:nvPr>
            <p:ph type="title"/>
          </p:nvPr>
        </p:nvSpPr>
        <p:spPr/>
        <p:txBody>
          <a:bodyPr/>
          <a:lstStyle/>
          <a:p>
            <a:r>
              <a:rPr lang="en-US" dirty="0"/>
              <a:t>Voting classifier- soft</a:t>
            </a:r>
          </a:p>
        </p:txBody>
      </p:sp>
      <p:sp>
        <p:nvSpPr>
          <p:cNvPr id="3" name="Content Placeholder 2">
            <a:extLst>
              <a:ext uri="{FF2B5EF4-FFF2-40B4-BE49-F238E27FC236}">
                <a16:creationId xmlns:a16="http://schemas.microsoft.com/office/drawing/2014/main" id="{A4A4C06D-8085-4D2D-B20C-0B14DEEA50CF}"/>
              </a:ext>
            </a:extLst>
          </p:cNvPr>
          <p:cNvSpPr>
            <a:spLocks noGrp="1"/>
          </p:cNvSpPr>
          <p:nvPr>
            <p:ph idx="1"/>
          </p:nvPr>
        </p:nvSpPr>
        <p:spPr>
          <a:xfrm>
            <a:off x="457200" y="1316334"/>
            <a:ext cx="10515600" cy="4860629"/>
          </a:xfrm>
        </p:spPr>
        <p:txBody>
          <a:bodyPr>
            <a:noAutofit/>
          </a:bodyPr>
          <a:lstStyle/>
          <a:p>
            <a:r>
              <a:rPr lang="en-US" sz="800" b="0" dirty="0"/>
              <a:t>from </a:t>
            </a:r>
            <a:r>
              <a:rPr lang="en-US" sz="800" b="0" dirty="0" err="1"/>
              <a:t>sklearn.ensemble</a:t>
            </a:r>
            <a:r>
              <a:rPr lang="en-US" sz="800" b="0" dirty="0"/>
              <a:t> import </a:t>
            </a:r>
            <a:r>
              <a:rPr lang="en-US" sz="800" b="0" dirty="0" err="1"/>
              <a:t>VotingClassifier</a:t>
            </a:r>
            <a:endParaRPr lang="en-US" sz="800" b="0" dirty="0"/>
          </a:p>
          <a:p>
            <a:endParaRPr lang="en-US" sz="800" b="0" dirty="0"/>
          </a:p>
          <a:p>
            <a:r>
              <a:rPr lang="en-US" sz="800" b="0" dirty="0"/>
              <a:t># Build the individual models</a:t>
            </a:r>
          </a:p>
          <a:p>
            <a:r>
              <a:rPr lang="en-US" sz="800" b="0" dirty="0" err="1"/>
              <a:t>pipeline_LR</a:t>
            </a:r>
            <a:r>
              <a:rPr lang="en-US" sz="800" b="0" dirty="0"/>
              <a:t> = Pipeline([('</a:t>
            </a:r>
            <a:r>
              <a:rPr lang="en-US" sz="800" b="0" dirty="0" err="1"/>
              <a:t>vect</a:t>
            </a:r>
            <a:r>
              <a:rPr lang="en-US" sz="800" b="0" dirty="0"/>
              <a:t>',</a:t>
            </a:r>
            <a:r>
              <a:rPr lang="en-US" sz="800" b="0" dirty="0" err="1"/>
              <a:t>TfidfVectorizer</a:t>
            </a:r>
            <a:r>
              <a:rPr lang="en-US" sz="800" b="0" dirty="0"/>
              <a:t>(</a:t>
            </a:r>
            <a:r>
              <a:rPr lang="en-US" sz="800" b="0" dirty="0" err="1"/>
              <a:t>min_df</a:t>
            </a:r>
            <a:r>
              <a:rPr lang="en-US" sz="800" b="0" dirty="0"/>
              <a:t>=10)),</a:t>
            </a:r>
          </a:p>
          <a:p>
            <a:r>
              <a:rPr lang="en-US" sz="800" b="0" dirty="0"/>
              <a:t>                    ('</a:t>
            </a:r>
            <a:r>
              <a:rPr lang="en-US" sz="800" b="0" dirty="0" err="1"/>
              <a:t>clf</a:t>
            </a:r>
            <a:r>
              <a:rPr lang="en-US" sz="800" b="0" dirty="0"/>
              <a:t>', </a:t>
            </a:r>
            <a:r>
              <a:rPr lang="en-US" sz="800" b="0" dirty="0" err="1"/>
              <a:t>LogisticRegression</a:t>
            </a:r>
            <a:r>
              <a:rPr lang="en-US" sz="800" b="0" dirty="0"/>
              <a:t>(C=250, penalty='l1',solver='saga',</a:t>
            </a:r>
            <a:r>
              <a:rPr lang="en-US" sz="800" b="0" dirty="0" err="1"/>
              <a:t>class_weight</a:t>
            </a:r>
            <a:r>
              <a:rPr lang="en-US" sz="800" b="0" dirty="0"/>
              <a:t>='balanced',</a:t>
            </a:r>
            <a:r>
              <a:rPr lang="en-US" sz="800" b="0" dirty="0" err="1"/>
              <a:t>max_iter</a:t>
            </a:r>
            <a:r>
              <a:rPr lang="en-US" sz="800" b="0" dirty="0"/>
              <a:t>= 5000))])</a:t>
            </a:r>
          </a:p>
          <a:p>
            <a:endParaRPr lang="en-US" sz="800" b="0" dirty="0"/>
          </a:p>
          <a:p>
            <a:r>
              <a:rPr lang="en-US" sz="800" b="0" dirty="0" err="1"/>
              <a:t>pipeline_RF</a:t>
            </a:r>
            <a:r>
              <a:rPr lang="en-US" sz="800" b="0" dirty="0"/>
              <a:t> = Pipeline([('</a:t>
            </a:r>
            <a:r>
              <a:rPr lang="en-US" sz="800" b="0" dirty="0" err="1"/>
              <a:t>vect</a:t>
            </a:r>
            <a:r>
              <a:rPr lang="en-US" sz="800" b="0" dirty="0"/>
              <a:t>',</a:t>
            </a:r>
            <a:r>
              <a:rPr lang="en-US" sz="800" b="0" dirty="0" err="1"/>
              <a:t>TfidfVectorizer</a:t>
            </a:r>
            <a:r>
              <a:rPr lang="en-US" sz="800" b="0" dirty="0"/>
              <a:t>(</a:t>
            </a:r>
            <a:r>
              <a:rPr lang="en-US" sz="800" b="0" dirty="0" err="1"/>
              <a:t>min_df</a:t>
            </a:r>
            <a:r>
              <a:rPr lang="en-US" sz="800" b="0" dirty="0"/>
              <a:t>=10)),</a:t>
            </a:r>
          </a:p>
          <a:p>
            <a:r>
              <a:rPr lang="en-US" sz="800" b="0" dirty="0"/>
              <a:t>                         ('</a:t>
            </a:r>
            <a:r>
              <a:rPr lang="en-US" sz="800" b="0" dirty="0" err="1"/>
              <a:t>clf</a:t>
            </a:r>
            <a:r>
              <a:rPr lang="en-US" sz="800" b="0" dirty="0"/>
              <a:t>', </a:t>
            </a:r>
            <a:r>
              <a:rPr lang="en-US" sz="800" b="0" dirty="0" err="1"/>
              <a:t>RandomForestClassifier</a:t>
            </a:r>
            <a:r>
              <a:rPr lang="en-US" sz="800" b="0" dirty="0"/>
              <a:t>(</a:t>
            </a:r>
            <a:r>
              <a:rPr lang="en-US" sz="800" b="0" dirty="0" err="1"/>
              <a:t>n_estimators</a:t>
            </a:r>
            <a:r>
              <a:rPr lang="en-US" sz="800" b="0" dirty="0"/>
              <a:t>= 220,class_weight='balanced'))])</a:t>
            </a:r>
          </a:p>
          <a:p>
            <a:endParaRPr lang="en-US" sz="800" b="0" dirty="0"/>
          </a:p>
          <a:p>
            <a:r>
              <a:rPr lang="en-US" sz="800" b="0" dirty="0"/>
              <a:t># List of (string, estimator) tuples</a:t>
            </a:r>
          </a:p>
          <a:p>
            <a:r>
              <a:rPr lang="en-US" sz="800" b="0" dirty="0"/>
              <a:t>estimators = [('RF', </a:t>
            </a:r>
            <a:r>
              <a:rPr lang="en-US" sz="800" b="0" dirty="0" err="1"/>
              <a:t>pipeline_RF</a:t>
            </a:r>
            <a:r>
              <a:rPr lang="en-US" sz="800" b="0" dirty="0"/>
              <a:t>), ('LR', </a:t>
            </a:r>
            <a:r>
              <a:rPr lang="en-US" sz="800" b="0" dirty="0" err="1"/>
              <a:t>pipeline_LR</a:t>
            </a:r>
            <a:r>
              <a:rPr lang="en-US" sz="800" b="0" dirty="0"/>
              <a:t>)]</a:t>
            </a:r>
          </a:p>
          <a:p>
            <a:endParaRPr lang="en-US" sz="800" b="0" dirty="0"/>
          </a:p>
          <a:p>
            <a:r>
              <a:rPr lang="en-US" sz="800" b="0" dirty="0"/>
              <a:t># Build and fit an averaging classifier</a:t>
            </a:r>
          </a:p>
          <a:p>
            <a:r>
              <a:rPr lang="en-US" sz="800" b="0" dirty="0" err="1"/>
              <a:t>voting_classifier</a:t>
            </a:r>
            <a:r>
              <a:rPr lang="en-US" sz="800" b="0" dirty="0"/>
              <a:t> = </a:t>
            </a:r>
            <a:r>
              <a:rPr lang="en-US" sz="800" b="0" dirty="0" err="1"/>
              <a:t>VotingClassifier</a:t>
            </a:r>
            <a:r>
              <a:rPr lang="en-US" sz="800" b="0" dirty="0"/>
              <a:t>(estimators = estimators, voting = 'soft')</a:t>
            </a:r>
          </a:p>
          <a:p>
            <a:endParaRPr lang="en-US" sz="400" b="0" dirty="0"/>
          </a:p>
          <a:p>
            <a:r>
              <a:rPr lang="en-US" sz="800" b="0" dirty="0"/>
              <a:t>start = </a:t>
            </a:r>
            <a:r>
              <a:rPr lang="en-US" sz="800" b="0" dirty="0" err="1"/>
              <a:t>time.time</a:t>
            </a:r>
            <a:r>
              <a:rPr lang="en-US" sz="800" b="0" dirty="0"/>
              <a:t>()</a:t>
            </a:r>
          </a:p>
          <a:p>
            <a:r>
              <a:rPr lang="en-US" sz="800" b="0" dirty="0"/>
              <a:t>s = </a:t>
            </a:r>
            <a:r>
              <a:rPr lang="en-US" sz="800" b="0" dirty="0" err="1"/>
              <a:t>cross_val_score</a:t>
            </a:r>
            <a:r>
              <a:rPr lang="en-US" sz="800" b="0" dirty="0"/>
              <a:t>(</a:t>
            </a:r>
            <a:r>
              <a:rPr lang="en-US" sz="800" b="0" dirty="0" err="1"/>
              <a:t>voting_classifier</a:t>
            </a:r>
            <a:r>
              <a:rPr lang="en-US" sz="800" b="0" dirty="0"/>
              <a:t>, X_train, Y_train, cv=5)</a:t>
            </a:r>
          </a:p>
          <a:p>
            <a:r>
              <a:rPr lang="en-US" sz="800" b="0" dirty="0"/>
              <a:t>print("For voting classifier CV score is {} with standard deviation of {}".format(</a:t>
            </a:r>
            <a:r>
              <a:rPr lang="en-US" sz="800" b="0" dirty="0" err="1"/>
              <a:t>s.mean</a:t>
            </a:r>
            <a:r>
              <a:rPr lang="en-US" sz="800" b="0" dirty="0"/>
              <a:t>(), </a:t>
            </a:r>
            <a:r>
              <a:rPr lang="en-US" sz="800" b="0" dirty="0" err="1"/>
              <a:t>s.std</a:t>
            </a:r>
            <a:r>
              <a:rPr lang="en-US" sz="800" b="0" dirty="0"/>
              <a:t>()))</a:t>
            </a:r>
          </a:p>
          <a:p>
            <a:r>
              <a:rPr lang="en-US" sz="800" b="0" dirty="0"/>
              <a:t>print('Time taken : {}'.format(</a:t>
            </a:r>
            <a:r>
              <a:rPr lang="en-US" sz="800" b="0" dirty="0" err="1"/>
              <a:t>time.time</a:t>
            </a:r>
            <a:r>
              <a:rPr lang="en-US" sz="800" b="0" dirty="0"/>
              <a:t>()-start))</a:t>
            </a:r>
          </a:p>
          <a:p>
            <a:r>
              <a:rPr lang="en-US" sz="800" b="0" dirty="0" err="1"/>
              <a:t>S.mean</a:t>
            </a:r>
            <a:r>
              <a:rPr lang="en-US" sz="800" b="0" dirty="0"/>
              <a:t>() = 0.9839</a:t>
            </a:r>
          </a:p>
          <a:p>
            <a:r>
              <a:rPr lang="en-US" sz="800" b="0" dirty="0"/>
              <a:t>Time taken = 11000 secs</a:t>
            </a:r>
          </a:p>
        </p:txBody>
      </p:sp>
    </p:spTree>
    <p:extLst>
      <p:ext uri="{BB962C8B-B14F-4D97-AF65-F5344CB8AC3E}">
        <p14:creationId xmlns:p14="http://schemas.microsoft.com/office/powerpoint/2010/main" val="234932820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CFEB6-30F6-401C-AF31-747E295D4840}"/>
              </a:ext>
            </a:extLst>
          </p:cNvPr>
          <p:cNvSpPr>
            <a:spLocks noGrp="1"/>
          </p:cNvSpPr>
          <p:nvPr>
            <p:ph type="title"/>
          </p:nvPr>
        </p:nvSpPr>
        <p:spPr/>
        <p:txBody>
          <a:bodyPr/>
          <a:lstStyle/>
          <a:p>
            <a:r>
              <a:rPr lang="en-US" dirty="0"/>
              <a:t>To do</a:t>
            </a:r>
          </a:p>
        </p:txBody>
      </p:sp>
      <p:sp>
        <p:nvSpPr>
          <p:cNvPr id="3" name="Content Placeholder 2">
            <a:extLst>
              <a:ext uri="{FF2B5EF4-FFF2-40B4-BE49-F238E27FC236}">
                <a16:creationId xmlns:a16="http://schemas.microsoft.com/office/drawing/2014/main" id="{422F48C8-F735-474A-8E86-3CE4C1E57749}"/>
              </a:ext>
            </a:extLst>
          </p:cNvPr>
          <p:cNvSpPr>
            <a:spLocks noGrp="1"/>
          </p:cNvSpPr>
          <p:nvPr>
            <p:ph idx="1"/>
          </p:nvPr>
        </p:nvSpPr>
        <p:spPr/>
        <p:txBody>
          <a:bodyPr>
            <a:normAutofit lnSpcReduction="10000"/>
          </a:bodyPr>
          <a:lstStyle/>
          <a:p>
            <a:r>
              <a:rPr lang="en-US" dirty="0"/>
              <a:t>RF</a:t>
            </a:r>
          </a:p>
          <a:p>
            <a:r>
              <a:rPr lang="en-US" dirty="0"/>
              <a:t>Complete clean</a:t>
            </a:r>
          </a:p>
          <a:p>
            <a:r>
              <a:rPr lang="en-US" dirty="0"/>
              <a:t>Spell check</a:t>
            </a:r>
          </a:p>
          <a:p>
            <a:r>
              <a:rPr lang="en-US" dirty="0"/>
              <a:t>TF</a:t>
            </a:r>
          </a:p>
          <a:p>
            <a:endParaRPr lang="en-US" dirty="0"/>
          </a:p>
          <a:p>
            <a:r>
              <a:rPr lang="en-US" dirty="0"/>
              <a:t>LR (</a:t>
            </a:r>
            <a:r>
              <a:rPr lang="en-US" dirty="0" err="1"/>
              <a:t>max_iter</a:t>
            </a:r>
            <a:r>
              <a:rPr lang="en-US" dirty="0"/>
              <a:t> =10000)</a:t>
            </a:r>
          </a:p>
          <a:p>
            <a:r>
              <a:rPr lang="en-US" dirty="0"/>
              <a:t>Complete clean</a:t>
            </a:r>
          </a:p>
          <a:p>
            <a:r>
              <a:rPr lang="en-US" dirty="0"/>
              <a:t>Spell check</a:t>
            </a:r>
          </a:p>
          <a:p>
            <a:r>
              <a:rPr lang="en-US" dirty="0"/>
              <a:t>TF</a:t>
            </a:r>
          </a:p>
        </p:txBody>
      </p:sp>
    </p:spTree>
    <p:extLst>
      <p:ext uri="{BB962C8B-B14F-4D97-AF65-F5344CB8AC3E}">
        <p14:creationId xmlns:p14="http://schemas.microsoft.com/office/powerpoint/2010/main" val="298124397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7FFB1-5D23-45CB-A3A9-8B898706CEBC}"/>
              </a:ext>
            </a:extLst>
          </p:cNvPr>
          <p:cNvSpPr>
            <a:spLocks noGrp="1"/>
          </p:cNvSpPr>
          <p:nvPr>
            <p:ph type="title"/>
          </p:nvPr>
        </p:nvSpPr>
        <p:spPr/>
        <p:txBody>
          <a:bodyPr/>
          <a:lstStyle/>
          <a:p>
            <a:r>
              <a:rPr lang="en-US" dirty="0"/>
              <a:t>Spell Checker</a:t>
            </a:r>
          </a:p>
        </p:txBody>
      </p:sp>
      <p:sp>
        <p:nvSpPr>
          <p:cNvPr id="3" name="Content Placeholder 2">
            <a:extLst>
              <a:ext uri="{FF2B5EF4-FFF2-40B4-BE49-F238E27FC236}">
                <a16:creationId xmlns:a16="http://schemas.microsoft.com/office/drawing/2014/main" id="{4DD38C69-CD1B-44F5-94AF-CC799144285C}"/>
              </a:ext>
            </a:extLst>
          </p:cNvPr>
          <p:cNvSpPr>
            <a:spLocks noGrp="1"/>
          </p:cNvSpPr>
          <p:nvPr>
            <p:ph idx="1"/>
          </p:nvPr>
        </p:nvSpPr>
        <p:spPr/>
        <p:txBody>
          <a:bodyPr>
            <a:normAutofit fontScale="92500"/>
          </a:bodyPr>
          <a:lstStyle/>
          <a:p>
            <a:r>
              <a:rPr lang="en-US" b="0" dirty="0"/>
              <a:t>It uses a </a:t>
            </a:r>
            <a:r>
              <a:rPr lang="en-US" b="0" dirty="0" err="1"/>
              <a:t>Levenshtein</a:t>
            </a:r>
            <a:r>
              <a:rPr lang="en-US" b="0" dirty="0"/>
              <a:t> Distance algorithm to find permutations within an edit distance of 2 from the original word. It then compares all permutations (insertions, deletions, replacements, and transpositions) to known words in a word frequency list. Those words that are found more often in the frequency list are more likely the correct results.</a:t>
            </a:r>
          </a:p>
          <a:p>
            <a:endParaRPr lang="en-US" b="0" dirty="0"/>
          </a:p>
          <a:p>
            <a:r>
              <a:rPr lang="en-US" b="0" dirty="0"/>
              <a:t>Lot of incorrect spelling corrections.</a:t>
            </a:r>
          </a:p>
          <a:p>
            <a:r>
              <a:rPr lang="en-US" b="0" dirty="0"/>
              <a:t>We can pass the list of words which we want it to not identify as misspelled.</a:t>
            </a:r>
          </a:p>
          <a:p>
            <a:r>
              <a:rPr lang="en-US" b="0" dirty="0"/>
              <a:t>Right now it is identifying 281 misspelled words.</a:t>
            </a:r>
          </a:p>
        </p:txBody>
      </p:sp>
    </p:spTree>
    <p:extLst>
      <p:ext uri="{BB962C8B-B14F-4D97-AF65-F5344CB8AC3E}">
        <p14:creationId xmlns:p14="http://schemas.microsoft.com/office/powerpoint/2010/main" val="269517478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8883B-3DCC-4423-B3E5-0AF001F95E34}"/>
              </a:ext>
            </a:extLst>
          </p:cNvPr>
          <p:cNvSpPr>
            <a:spLocks noGrp="1"/>
          </p:cNvSpPr>
          <p:nvPr>
            <p:ph type="title"/>
          </p:nvPr>
        </p:nvSpPr>
        <p:spPr/>
        <p:txBody>
          <a:bodyPr/>
          <a:lstStyle/>
          <a:p>
            <a:r>
              <a:rPr lang="en-US" dirty="0"/>
              <a:t>Spell checker</a:t>
            </a:r>
          </a:p>
        </p:txBody>
      </p:sp>
      <p:sp>
        <p:nvSpPr>
          <p:cNvPr id="3" name="Content Placeholder 2">
            <a:extLst>
              <a:ext uri="{FF2B5EF4-FFF2-40B4-BE49-F238E27FC236}">
                <a16:creationId xmlns:a16="http://schemas.microsoft.com/office/drawing/2014/main" id="{1DCA113E-7438-4232-B0B3-D476D9CB2247}"/>
              </a:ext>
            </a:extLst>
          </p:cNvPr>
          <p:cNvSpPr>
            <a:spLocks noGrp="1"/>
          </p:cNvSpPr>
          <p:nvPr>
            <p:ph idx="1"/>
          </p:nvPr>
        </p:nvSpPr>
        <p:spPr/>
        <p:txBody>
          <a:bodyPr/>
          <a:lstStyle/>
          <a:p>
            <a:r>
              <a:rPr lang="en-US" dirty="0" err="1"/>
              <a:t>flavrd</a:t>
            </a:r>
            <a:r>
              <a:rPr lang="en-US" dirty="0"/>
              <a:t>-lord</a:t>
            </a:r>
          </a:p>
          <a:p>
            <a:r>
              <a:rPr lang="en-US" dirty="0" err="1"/>
              <a:t>keylime</a:t>
            </a:r>
            <a:r>
              <a:rPr lang="en-US" dirty="0"/>
              <a:t>-kylie</a:t>
            </a:r>
          </a:p>
          <a:p>
            <a:r>
              <a:rPr lang="en-US" dirty="0" err="1"/>
              <a:t>sunflwer</a:t>
            </a:r>
            <a:r>
              <a:rPr lang="en-US" dirty="0"/>
              <a:t>-sunflower</a:t>
            </a:r>
          </a:p>
          <a:p>
            <a:r>
              <a:rPr lang="en-US" dirty="0" err="1"/>
              <a:t>caulicrmb-caulicrmb</a:t>
            </a:r>
            <a:endParaRPr lang="en-US" dirty="0"/>
          </a:p>
          <a:p>
            <a:r>
              <a:rPr lang="en-US" dirty="0" err="1"/>
              <a:t>stayman-starman</a:t>
            </a:r>
            <a:endParaRPr lang="en-US" dirty="0"/>
          </a:p>
          <a:p>
            <a:r>
              <a:rPr lang="en-US" dirty="0" err="1"/>
              <a:t>xref</a:t>
            </a:r>
            <a:r>
              <a:rPr lang="en-US" dirty="0"/>
              <a:t>-ref</a:t>
            </a:r>
          </a:p>
          <a:p>
            <a:r>
              <a:rPr lang="en-US" dirty="0" err="1"/>
              <a:t>braeburn-rayburn</a:t>
            </a:r>
            <a:endParaRPr lang="en-US" dirty="0"/>
          </a:p>
          <a:p>
            <a:r>
              <a:rPr lang="en-US" dirty="0" err="1"/>
              <a:t>pinkldy</a:t>
            </a:r>
            <a:r>
              <a:rPr lang="en-US" dirty="0"/>
              <a:t>-pinky</a:t>
            </a:r>
          </a:p>
        </p:txBody>
      </p:sp>
    </p:spTree>
    <p:extLst>
      <p:ext uri="{BB962C8B-B14F-4D97-AF65-F5344CB8AC3E}">
        <p14:creationId xmlns:p14="http://schemas.microsoft.com/office/powerpoint/2010/main" val="249986859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C8F73-AFCA-4091-9A8B-15B66FFFBF74}"/>
              </a:ext>
            </a:extLst>
          </p:cNvPr>
          <p:cNvSpPr>
            <a:spLocks noGrp="1"/>
          </p:cNvSpPr>
          <p:nvPr>
            <p:ph type="title"/>
          </p:nvPr>
        </p:nvSpPr>
        <p:spPr/>
        <p:txBody>
          <a:bodyPr/>
          <a:lstStyle/>
          <a:p>
            <a:r>
              <a:rPr lang="en-US" dirty="0"/>
              <a:t>Autocorrect</a:t>
            </a:r>
          </a:p>
        </p:txBody>
      </p:sp>
      <p:sp>
        <p:nvSpPr>
          <p:cNvPr id="3" name="Content Placeholder 2">
            <a:extLst>
              <a:ext uri="{FF2B5EF4-FFF2-40B4-BE49-F238E27FC236}">
                <a16:creationId xmlns:a16="http://schemas.microsoft.com/office/drawing/2014/main" id="{30CD94D4-87FD-4945-8A0E-8484C6870787}"/>
              </a:ext>
            </a:extLst>
          </p:cNvPr>
          <p:cNvSpPr>
            <a:spLocks noGrp="1"/>
          </p:cNvSpPr>
          <p:nvPr>
            <p:ph idx="1"/>
          </p:nvPr>
        </p:nvSpPr>
        <p:spPr/>
        <p:txBody>
          <a:bodyPr numCol="2">
            <a:normAutofit fontScale="55000" lnSpcReduction="20000"/>
          </a:bodyPr>
          <a:lstStyle/>
          <a:p>
            <a:r>
              <a:rPr lang="en-US" dirty="0" err="1"/>
              <a:t>calabasa-alabama</a:t>
            </a:r>
            <a:endParaRPr lang="en-US" dirty="0"/>
          </a:p>
          <a:p>
            <a:r>
              <a:rPr lang="en-US" dirty="0" err="1"/>
              <a:t>cali</a:t>
            </a:r>
            <a:r>
              <a:rPr lang="en-US" dirty="0"/>
              <a:t>-call</a:t>
            </a:r>
          </a:p>
          <a:p>
            <a:r>
              <a:rPr lang="en-US" dirty="0" err="1"/>
              <a:t>campari</a:t>
            </a:r>
            <a:r>
              <a:rPr lang="en-US" dirty="0"/>
              <a:t>-compare</a:t>
            </a:r>
          </a:p>
          <a:p>
            <a:r>
              <a:rPr lang="en-US" dirty="0" err="1">
                <a:solidFill>
                  <a:srgbClr val="FF0000"/>
                </a:solidFill>
              </a:rPr>
              <a:t>canela</a:t>
            </a:r>
            <a:r>
              <a:rPr lang="en-US" dirty="0">
                <a:solidFill>
                  <a:srgbClr val="FF0000"/>
                </a:solidFill>
              </a:rPr>
              <a:t>-camera</a:t>
            </a:r>
          </a:p>
          <a:p>
            <a:r>
              <a:rPr lang="en-US" dirty="0"/>
              <a:t>caprese-cares</a:t>
            </a:r>
          </a:p>
          <a:p>
            <a:r>
              <a:rPr lang="en-US" dirty="0">
                <a:solidFill>
                  <a:srgbClr val="FF0000"/>
                </a:solidFill>
              </a:rPr>
              <a:t>caramel-cartel</a:t>
            </a:r>
          </a:p>
          <a:p>
            <a:r>
              <a:rPr lang="en-US" dirty="0"/>
              <a:t>caribe-</a:t>
            </a:r>
            <a:r>
              <a:rPr lang="en-US" dirty="0" err="1"/>
              <a:t>canibe</a:t>
            </a:r>
            <a:endParaRPr lang="en-US" dirty="0"/>
          </a:p>
          <a:p>
            <a:r>
              <a:rPr lang="en-US" dirty="0" err="1"/>
              <a:t>carn</a:t>
            </a:r>
            <a:r>
              <a:rPr lang="en-US" dirty="0"/>
              <a:t>-can</a:t>
            </a:r>
          </a:p>
          <a:p>
            <a:r>
              <a:rPr lang="en-US" dirty="0"/>
              <a:t>carnation-creation</a:t>
            </a:r>
          </a:p>
          <a:p>
            <a:r>
              <a:rPr lang="en-US" dirty="0" err="1"/>
              <a:t>carns</a:t>
            </a:r>
            <a:r>
              <a:rPr lang="en-US" dirty="0"/>
              <a:t>-cars</a:t>
            </a:r>
          </a:p>
          <a:p>
            <a:r>
              <a:rPr lang="en-US" dirty="0" err="1"/>
              <a:t>cartn</a:t>
            </a:r>
            <a:r>
              <a:rPr lang="en-US" dirty="0"/>
              <a:t>-cart</a:t>
            </a:r>
          </a:p>
          <a:p>
            <a:r>
              <a:rPr lang="en-US" dirty="0">
                <a:solidFill>
                  <a:srgbClr val="FF0000"/>
                </a:solidFill>
              </a:rPr>
              <a:t>carton-carbon</a:t>
            </a:r>
          </a:p>
          <a:p>
            <a:r>
              <a:rPr lang="en-US" dirty="0">
                <a:solidFill>
                  <a:srgbClr val="FF0000"/>
                </a:solidFill>
              </a:rPr>
              <a:t>cashew-case</a:t>
            </a:r>
          </a:p>
          <a:p>
            <a:r>
              <a:rPr lang="en-US" dirty="0" err="1"/>
              <a:t>ccandy</a:t>
            </a:r>
            <a:r>
              <a:rPr lang="en-US" dirty="0"/>
              <a:t>-candy</a:t>
            </a:r>
          </a:p>
          <a:p>
            <a:r>
              <a:rPr lang="en-US" dirty="0" err="1"/>
              <a:t>ceasar-cesar</a:t>
            </a:r>
            <a:endParaRPr lang="en-US" dirty="0"/>
          </a:p>
          <a:p>
            <a:r>
              <a:rPr lang="en-US" dirty="0">
                <a:solidFill>
                  <a:srgbClr val="FF0000"/>
                </a:solidFill>
              </a:rPr>
              <a:t>celery-every</a:t>
            </a:r>
          </a:p>
          <a:p>
            <a:r>
              <a:rPr lang="en-US" dirty="0">
                <a:solidFill>
                  <a:srgbClr val="FF0000"/>
                </a:solidFill>
              </a:rPr>
              <a:t>sleeved-sleeves</a:t>
            </a:r>
          </a:p>
          <a:p>
            <a:r>
              <a:rPr lang="en-US" dirty="0">
                <a:solidFill>
                  <a:srgbClr val="FF0000"/>
                </a:solidFill>
              </a:rPr>
              <a:t>slicer-slice</a:t>
            </a:r>
          </a:p>
          <a:p>
            <a:r>
              <a:rPr lang="en-US" dirty="0" err="1">
                <a:solidFill>
                  <a:schemeClr val="tx1"/>
                </a:solidFill>
              </a:rPr>
              <a:t>slm-sl</a:t>
            </a:r>
            <a:endParaRPr lang="en-US" dirty="0">
              <a:solidFill>
                <a:schemeClr val="tx1"/>
              </a:solidFill>
            </a:endParaRPr>
          </a:p>
          <a:p>
            <a:r>
              <a:rPr lang="en-US" dirty="0" err="1">
                <a:solidFill>
                  <a:schemeClr val="tx1"/>
                </a:solidFill>
              </a:rPr>
              <a:t>sml-sl</a:t>
            </a:r>
            <a:endParaRPr lang="en-US" dirty="0">
              <a:solidFill>
                <a:schemeClr val="tx1"/>
              </a:solidFill>
            </a:endParaRPr>
          </a:p>
          <a:p>
            <a:r>
              <a:rPr lang="en-US" dirty="0">
                <a:solidFill>
                  <a:srgbClr val="FF0000"/>
                </a:solidFill>
              </a:rPr>
              <a:t>smoothie-smooth</a:t>
            </a:r>
          </a:p>
          <a:p>
            <a:r>
              <a:rPr lang="en-US" dirty="0" err="1">
                <a:solidFill>
                  <a:srgbClr val="FF0000"/>
                </a:solidFill>
              </a:rPr>
              <a:t>snacker</a:t>
            </a:r>
            <a:r>
              <a:rPr lang="en-US" dirty="0">
                <a:solidFill>
                  <a:srgbClr val="FF0000"/>
                </a:solidFill>
              </a:rPr>
              <a:t>-snake</a:t>
            </a:r>
          </a:p>
          <a:p>
            <a:r>
              <a:rPr lang="en-US" dirty="0">
                <a:solidFill>
                  <a:schemeClr val="tx1"/>
                </a:solidFill>
              </a:rPr>
              <a:t>snacking-stacking</a:t>
            </a:r>
          </a:p>
          <a:p>
            <a:r>
              <a:rPr lang="en-US" dirty="0" err="1">
                <a:solidFill>
                  <a:schemeClr val="tx1"/>
                </a:solidFill>
              </a:rPr>
              <a:t>snax</a:t>
            </a:r>
            <a:r>
              <a:rPr lang="en-US" dirty="0">
                <a:solidFill>
                  <a:schemeClr val="tx1"/>
                </a:solidFill>
              </a:rPr>
              <a:t>-snap</a:t>
            </a:r>
          </a:p>
          <a:p>
            <a:r>
              <a:rPr lang="en-US" dirty="0">
                <a:solidFill>
                  <a:srgbClr val="FF0000"/>
                </a:solidFill>
              </a:rPr>
              <a:t>spiced-spaced</a:t>
            </a:r>
          </a:p>
          <a:p>
            <a:r>
              <a:rPr lang="en-US" dirty="0" err="1">
                <a:solidFill>
                  <a:schemeClr val="tx1"/>
                </a:solidFill>
              </a:rPr>
              <a:t>spkl-spl</a:t>
            </a:r>
            <a:endParaRPr lang="en-US" dirty="0">
              <a:solidFill>
                <a:schemeClr val="tx1"/>
              </a:solidFill>
            </a:endParaRPr>
          </a:p>
          <a:p>
            <a:r>
              <a:rPr lang="en-US" dirty="0" err="1">
                <a:solidFill>
                  <a:schemeClr val="tx1"/>
                </a:solidFill>
              </a:rPr>
              <a:t>spmix-pmid</a:t>
            </a:r>
            <a:endParaRPr lang="en-US" dirty="0">
              <a:solidFill>
                <a:schemeClr val="tx1"/>
              </a:solidFill>
            </a:endParaRPr>
          </a:p>
          <a:p>
            <a:r>
              <a:rPr lang="en-US" dirty="0">
                <a:solidFill>
                  <a:srgbClr val="FF0000"/>
                </a:solidFill>
              </a:rPr>
              <a:t>sprinkle-sprinkled</a:t>
            </a:r>
          </a:p>
          <a:p>
            <a:r>
              <a:rPr lang="en-US" dirty="0">
                <a:solidFill>
                  <a:srgbClr val="FF0000"/>
                </a:solidFill>
              </a:rPr>
              <a:t>veggie-reggae</a:t>
            </a:r>
          </a:p>
          <a:p>
            <a:r>
              <a:rPr lang="en-US" dirty="0">
                <a:solidFill>
                  <a:srgbClr val="FF0000"/>
                </a:solidFill>
              </a:rPr>
              <a:t>grilling-drilling</a:t>
            </a:r>
          </a:p>
        </p:txBody>
      </p:sp>
    </p:spTree>
    <p:extLst>
      <p:ext uri="{BB962C8B-B14F-4D97-AF65-F5344CB8AC3E}">
        <p14:creationId xmlns:p14="http://schemas.microsoft.com/office/powerpoint/2010/main" val="67174143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D9AA16-D1A8-4BDE-B5FF-E701DA1FE69A}"/>
              </a:ext>
            </a:extLst>
          </p:cNvPr>
          <p:cNvSpPr>
            <a:spLocks noGrp="1"/>
          </p:cNvSpPr>
          <p:nvPr>
            <p:ph type="title"/>
          </p:nvPr>
        </p:nvSpPr>
        <p:spPr/>
        <p:txBody>
          <a:bodyPr/>
          <a:lstStyle/>
          <a:p>
            <a:r>
              <a:rPr lang="en-US" dirty="0" err="1"/>
              <a:t>TextBlob</a:t>
            </a:r>
            <a:endParaRPr lang="en-US" dirty="0"/>
          </a:p>
        </p:txBody>
      </p:sp>
      <p:sp>
        <p:nvSpPr>
          <p:cNvPr id="3" name="Content Placeholder 2">
            <a:extLst>
              <a:ext uri="{FF2B5EF4-FFF2-40B4-BE49-F238E27FC236}">
                <a16:creationId xmlns:a16="http://schemas.microsoft.com/office/drawing/2014/main" id="{B5C64AF2-FA68-43BB-A99B-D59615B72E28}"/>
              </a:ext>
            </a:extLst>
          </p:cNvPr>
          <p:cNvSpPr>
            <a:spLocks noGrp="1"/>
          </p:cNvSpPr>
          <p:nvPr>
            <p:ph idx="1"/>
          </p:nvPr>
        </p:nvSpPr>
        <p:spPr/>
        <p:txBody>
          <a:bodyPr>
            <a:normAutofit fontScale="92500" lnSpcReduction="20000"/>
          </a:bodyPr>
          <a:lstStyle/>
          <a:p>
            <a:r>
              <a:rPr lang="en-US" dirty="0"/>
              <a:t>burger-burgher</a:t>
            </a:r>
          </a:p>
          <a:p>
            <a:r>
              <a:rPr lang="en-US" dirty="0" err="1"/>
              <a:t>chickn</a:t>
            </a:r>
            <a:r>
              <a:rPr lang="en-US" dirty="0"/>
              <a:t>-chicken</a:t>
            </a:r>
          </a:p>
          <a:p>
            <a:r>
              <a:rPr lang="en-US" dirty="0" err="1"/>
              <a:t>chilean</a:t>
            </a:r>
            <a:r>
              <a:rPr lang="en-US" dirty="0"/>
              <a:t>-clean</a:t>
            </a:r>
          </a:p>
          <a:p>
            <a:r>
              <a:rPr lang="en-US" dirty="0"/>
              <a:t>chili-child</a:t>
            </a:r>
          </a:p>
          <a:p>
            <a:r>
              <a:rPr lang="en-US" dirty="0"/>
              <a:t>coconut-coronet</a:t>
            </a:r>
          </a:p>
          <a:p>
            <a:r>
              <a:rPr lang="en-US" dirty="0"/>
              <a:t>pumpkin-</a:t>
            </a:r>
            <a:r>
              <a:rPr lang="en-US" dirty="0" err="1"/>
              <a:t>pushkin</a:t>
            </a:r>
            <a:endParaRPr lang="en-US" dirty="0"/>
          </a:p>
          <a:p>
            <a:r>
              <a:rPr lang="en-US" dirty="0"/>
              <a:t>quince-</a:t>
            </a:r>
            <a:r>
              <a:rPr lang="en-US" dirty="0" err="1"/>
              <a:t>quincy</a:t>
            </a:r>
            <a:endParaRPr lang="en-US" dirty="0"/>
          </a:p>
          <a:p>
            <a:r>
              <a:rPr lang="en-US" dirty="0"/>
              <a:t>radish-ravish</a:t>
            </a:r>
          </a:p>
          <a:p>
            <a:r>
              <a:rPr lang="en-US" dirty="0"/>
              <a:t>raisin-raising</a:t>
            </a:r>
          </a:p>
          <a:p>
            <a:r>
              <a:rPr lang="en-US" dirty="0" err="1"/>
              <a:t>thai</a:t>
            </a:r>
            <a:r>
              <a:rPr lang="en-US" dirty="0"/>
              <a:t>-that</a:t>
            </a:r>
          </a:p>
          <a:p>
            <a:endParaRPr lang="en-US" dirty="0"/>
          </a:p>
        </p:txBody>
      </p:sp>
    </p:spTree>
    <p:extLst>
      <p:ext uri="{BB962C8B-B14F-4D97-AF65-F5344CB8AC3E}">
        <p14:creationId xmlns:p14="http://schemas.microsoft.com/office/powerpoint/2010/main" val="1698670505"/>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32EB0-8D01-4891-A428-DD90F826DE5A}"/>
              </a:ext>
            </a:extLst>
          </p:cNvPr>
          <p:cNvSpPr>
            <a:spLocks noGrp="1"/>
          </p:cNvSpPr>
          <p:nvPr>
            <p:ph type="title"/>
          </p:nvPr>
        </p:nvSpPr>
        <p:spPr/>
        <p:txBody>
          <a:bodyPr/>
          <a:lstStyle/>
          <a:p>
            <a:r>
              <a:rPr lang="en-US" dirty="0"/>
              <a:t>Porter stemming</a:t>
            </a:r>
          </a:p>
        </p:txBody>
      </p:sp>
      <p:sp>
        <p:nvSpPr>
          <p:cNvPr id="3" name="Content Placeholder 2">
            <a:extLst>
              <a:ext uri="{FF2B5EF4-FFF2-40B4-BE49-F238E27FC236}">
                <a16:creationId xmlns:a16="http://schemas.microsoft.com/office/drawing/2014/main" id="{3EF92DDD-AC9B-4E3E-99A5-01ED23E4DEB9}"/>
              </a:ext>
            </a:extLst>
          </p:cNvPr>
          <p:cNvSpPr>
            <a:spLocks noGrp="1"/>
          </p:cNvSpPr>
          <p:nvPr>
            <p:ph idx="1"/>
          </p:nvPr>
        </p:nvSpPr>
        <p:spPr/>
        <p:txBody>
          <a:bodyPr>
            <a:normAutofit fontScale="47500" lnSpcReduction="20000"/>
          </a:bodyPr>
          <a:lstStyle/>
          <a:p>
            <a:r>
              <a:rPr lang="en-US" dirty="0"/>
              <a:t>consumer  :  </a:t>
            </a:r>
            <a:r>
              <a:rPr lang="en-US" dirty="0" err="1"/>
              <a:t>consum</a:t>
            </a:r>
            <a:endParaRPr lang="en-US" dirty="0"/>
          </a:p>
          <a:p>
            <a:r>
              <a:rPr lang="en-US" dirty="0"/>
              <a:t>convenience  :  </a:t>
            </a:r>
            <a:r>
              <a:rPr lang="en-US" dirty="0" err="1"/>
              <a:t>conveni</a:t>
            </a:r>
            <a:endParaRPr lang="en-US" dirty="0"/>
          </a:p>
          <a:p>
            <a:r>
              <a:rPr lang="en-US" dirty="0"/>
              <a:t>conventional  :  convent</a:t>
            </a:r>
          </a:p>
          <a:p>
            <a:r>
              <a:rPr lang="en-US" dirty="0" err="1"/>
              <a:t>alice</a:t>
            </a:r>
            <a:r>
              <a:rPr lang="en-US" dirty="0"/>
              <a:t>  :  </a:t>
            </a:r>
            <a:r>
              <a:rPr lang="en-US" dirty="0" err="1"/>
              <a:t>alic</a:t>
            </a:r>
            <a:endParaRPr lang="en-US" dirty="0"/>
          </a:p>
          <a:p>
            <a:r>
              <a:rPr lang="en-US" dirty="0"/>
              <a:t>aloe  :  </a:t>
            </a:r>
            <a:r>
              <a:rPr lang="en-US" dirty="0" err="1"/>
              <a:t>alo</a:t>
            </a:r>
            <a:endParaRPr lang="en-US" dirty="0"/>
          </a:p>
          <a:p>
            <a:r>
              <a:rPr lang="en-US" dirty="0"/>
              <a:t>apple  :  appl</a:t>
            </a:r>
          </a:p>
          <a:p>
            <a:r>
              <a:rPr lang="en-US" dirty="0"/>
              <a:t>beverage  :  beverage</a:t>
            </a:r>
          </a:p>
          <a:p>
            <a:r>
              <a:rPr lang="en-US" dirty="0"/>
              <a:t>blackberry  :  </a:t>
            </a:r>
            <a:r>
              <a:rPr lang="en-US" dirty="0" err="1"/>
              <a:t>blackberri</a:t>
            </a:r>
            <a:endParaRPr lang="en-US" dirty="0"/>
          </a:p>
          <a:p>
            <a:r>
              <a:rPr lang="en-US" dirty="0"/>
              <a:t>carving  :  </a:t>
            </a:r>
            <a:r>
              <a:rPr lang="en-US" dirty="0" err="1"/>
              <a:t>carv</a:t>
            </a:r>
            <a:endParaRPr lang="en-US" dirty="0"/>
          </a:p>
          <a:p>
            <a:r>
              <a:rPr lang="en-US" dirty="0"/>
              <a:t>cauliflower  :  </a:t>
            </a:r>
            <a:r>
              <a:rPr lang="en-US" dirty="0" err="1"/>
              <a:t>cauliflow</a:t>
            </a:r>
            <a:endParaRPr lang="en-US" dirty="0"/>
          </a:p>
          <a:p>
            <a:r>
              <a:rPr lang="en-US" dirty="0" err="1"/>
              <a:t>ccandy</a:t>
            </a:r>
            <a:r>
              <a:rPr lang="en-US" dirty="0"/>
              <a:t>  :  </a:t>
            </a:r>
            <a:r>
              <a:rPr lang="en-US" dirty="0" err="1"/>
              <a:t>ccandi</a:t>
            </a:r>
            <a:endParaRPr lang="en-US" dirty="0"/>
          </a:p>
          <a:p>
            <a:r>
              <a:rPr lang="en-US" dirty="0"/>
              <a:t>family  :  </a:t>
            </a:r>
            <a:r>
              <a:rPr lang="en-US" dirty="0" err="1"/>
              <a:t>famili</a:t>
            </a:r>
            <a:endParaRPr lang="en-US" dirty="0"/>
          </a:p>
          <a:p>
            <a:r>
              <a:rPr lang="en-US" dirty="0"/>
              <a:t>fancy  :  </a:t>
            </a:r>
            <a:r>
              <a:rPr lang="en-US" dirty="0" err="1"/>
              <a:t>fanci</a:t>
            </a:r>
            <a:endParaRPr lang="en-US" dirty="0"/>
          </a:p>
          <a:p>
            <a:r>
              <a:rPr lang="en-US" dirty="0"/>
              <a:t>value  :  </a:t>
            </a:r>
            <a:r>
              <a:rPr lang="en-US" dirty="0" err="1"/>
              <a:t>valu</a:t>
            </a:r>
            <a:endParaRPr lang="en-US" dirty="0"/>
          </a:p>
          <a:p>
            <a:r>
              <a:rPr lang="en-US" dirty="0"/>
              <a:t>variety  :  </a:t>
            </a:r>
            <a:r>
              <a:rPr lang="en-US" dirty="0" err="1"/>
              <a:t>varieti</a:t>
            </a:r>
            <a:endParaRPr lang="en-US" dirty="0"/>
          </a:p>
          <a:p>
            <a:r>
              <a:rPr lang="en-US" dirty="0"/>
              <a:t>vegetable  :  </a:t>
            </a:r>
            <a:r>
              <a:rPr lang="en-US" dirty="0" err="1"/>
              <a:t>veget</a:t>
            </a:r>
            <a:endParaRPr lang="en-US" dirty="0"/>
          </a:p>
        </p:txBody>
      </p:sp>
    </p:spTree>
    <p:extLst>
      <p:ext uri="{BB962C8B-B14F-4D97-AF65-F5344CB8AC3E}">
        <p14:creationId xmlns:p14="http://schemas.microsoft.com/office/powerpoint/2010/main" val="38902887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90A04-7191-4F7C-B99F-03E469C1CA28}"/>
              </a:ext>
            </a:extLst>
          </p:cNvPr>
          <p:cNvSpPr>
            <a:spLocks noGrp="1"/>
          </p:cNvSpPr>
          <p:nvPr>
            <p:ph type="title"/>
          </p:nvPr>
        </p:nvSpPr>
        <p:spPr/>
        <p:txBody>
          <a:bodyPr/>
          <a:lstStyle/>
          <a:p>
            <a:r>
              <a:rPr lang="en-US" dirty="0"/>
              <a:t>Snowball stemmer</a:t>
            </a:r>
          </a:p>
        </p:txBody>
      </p:sp>
      <p:sp>
        <p:nvSpPr>
          <p:cNvPr id="3" name="Content Placeholder 2">
            <a:extLst>
              <a:ext uri="{FF2B5EF4-FFF2-40B4-BE49-F238E27FC236}">
                <a16:creationId xmlns:a16="http://schemas.microsoft.com/office/drawing/2014/main" id="{B51CA6AD-AC36-47C2-91F9-09FC0991D646}"/>
              </a:ext>
            </a:extLst>
          </p:cNvPr>
          <p:cNvSpPr>
            <a:spLocks noGrp="1"/>
          </p:cNvSpPr>
          <p:nvPr>
            <p:ph idx="1"/>
          </p:nvPr>
        </p:nvSpPr>
        <p:spPr/>
        <p:txBody>
          <a:bodyPr>
            <a:normAutofit fontScale="70000" lnSpcReduction="20000"/>
          </a:bodyPr>
          <a:lstStyle/>
          <a:p>
            <a:r>
              <a:rPr lang="en-US" b="0" dirty="0"/>
              <a:t>Snowball Stemmer: It is a stemming algorithm which is also known as the Porter2 stemming algorithm as it is a better version of the Porter Stemmer since some issues of it were fixed in this stemmer.</a:t>
            </a:r>
          </a:p>
          <a:p>
            <a:pPr marL="0" indent="0">
              <a:buNone/>
            </a:pPr>
            <a:endParaRPr lang="en-US" b="0" dirty="0"/>
          </a:p>
          <a:p>
            <a:r>
              <a:rPr lang="en-US" b="0" dirty="0"/>
              <a:t>Stemming: It is the process of reducing the word to its word stem that affixes to suffixes and prefixes or to roots of words known as a lemma. In simple words stemming is reducing a word to its base word or stem in such a way that the words of similar kind lie under a common stem. For example – The words care, cared and caring lie under the same stem ‘care’. Stemming is important in natural language processing(NLP).</a:t>
            </a:r>
          </a:p>
          <a:p>
            <a:r>
              <a:rPr lang="en-US" b="0" dirty="0"/>
              <a:t>Few Rules:</a:t>
            </a:r>
          </a:p>
          <a:p>
            <a:r>
              <a:rPr lang="en-US" b="0" dirty="0"/>
              <a:t>ILY  -----&gt; ILI</a:t>
            </a:r>
          </a:p>
          <a:p>
            <a:r>
              <a:rPr lang="en-US" b="0" dirty="0"/>
              <a:t>LY   -----&gt; </a:t>
            </a:r>
            <a:r>
              <a:rPr lang="en-US" b="0" dirty="0" err="1"/>
              <a:t>Nill</a:t>
            </a:r>
            <a:endParaRPr lang="en-US" b="0" dirty="0"/>
          </a:p>
          <a:p>
            <a:r>
              <a:rPr lang="en-US" b="0" dirty="0"/>
              <a:t>SS   -----&gt; SS</a:t>
            </a:r>
          </a:p>
          <a:p>
            <a:r>
              <a:rPr lang="en-US" b="0" dirty="0"/>
              <a:t>S    -----&gt; </a:t>
            </a:r>
            <a:r>
              <a:rPr lang="en-US" b="0" dirty="0" err="1"/>
              <a:t>Nill</a:t>
            </a:r>
            <a:endParaRPr lang="en-US" b="0" dirty="0"/>
          </a:p>
          <a:p>
            <a:r>
              <a:rPr lang="en-US" b="0" dirty="0"/>
              <a:t>ED   -----&gt; </a:t>
            </a:r>
            <a:r>
              <a:rPr lang="en-US" b="0" dirty="0" err="1"/>
              <a:t>E,Nill</a:t>
            </a:r>
            <a:endParaRPr lang="en-US" b="0" dirty="0"/>
          </a:p>
        </p:txBody>
      </p:sp>
    </p:spTree>
    <p:extLst>
      <p:ext uri="{BB962C8B-B14F-4D97-AF65-F5344CB8AC3E}">
        <p14:creationId xmlns:p14="http://schemas.microsoft.com/office/powerpoint/2010/main" val="226566937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F5DC5-EC55-4689-8300-422344981DC2}"/>
              </a:ext>
            </a:extLst>
          </p:cNvPr>
          <p:cNvSpPr>
            <a:spLocks noGrp="1"/>
          </p:cNvSpPr>
          <p:nvPr>
            <p:ph type="title"/>
          </p:nvPr>
        </p:nvSpPr>
        <p:spPr/>
        <p:txBody>
          <a:bodyPr/>
          <a:lstStyle/>
          <a:p>
            <a:r>
              <a:rPr lang="en-US" dirty="0"/>
              <a:t>Snowball stemmer</a:t>
            </a:r>
          </a:p>
        </p:txBody>
      </p:sp>
      <p:sp>
        <p:nvSpPr>
          <p:cNvPr id="3" name="Content Placeholder 2">
            <a:extLst>
              <a:ext uri="{FF2B5EF4-FFF2-40B4-BE49-F238E27FC236}">
                <a16:creationId xmlns:a16="http://schemas.microsoft.com/office/drawing/2014/main" id="{46F66DDE-C732-4600-A404-691A52748171}"/>
              </a:ext>
            </a:extLst>
          </p:cNvPr>
          <p:cNvSpPr>
            <a:spLocks noGrp="1"/>
          </p:cNvSpPr>
          <p:nvPr>
            <p:ph idx="1"/>
          </p:nvPr>
        </p:nvSpPr>
        <p:spPr/>
        <p:txBody>
          <a:bodyPr>
            <a:normAutofit fontScale="40000" lnSpcReduction="20000"/>
          </a:bodyPr>
          <a:lstStyle/>
          <a:p>
            <a:r>
              <a:rPr lang="en-US" dirty="0"/>
              <a:t>freshly  :  fresh</a:t>
            </a:r>
          </a:p>
          <a:p>
            <a:r>
              <a:rPr lang="en-US" dirty="0"/>
              <a:t>freshness  :  fresh</a:t>
            </a:r>
          </a:p>
          <a:p>
            <a:r>
              <a:rPr lang="en-US" dirty="0"/>
              <a:t>grilled  :  grill</a:t>
            </a:r>
          </a:p>
          <a:p>
            <a:r>
              <a:rPr lang="en-US" dirty="0"/>
              <a:t>grilling  :  grill</a:t>
            </a:r>
          </a:p>
          <a:p>
            <a:r>
              <a:rPr lang="en-US" dirty="0"/>
              <a:t>juice  :  </a:t>
            </a:r>
            <a:r>
              <a:rPr lang="en-US" dirty="0" err="1"/>
              <a:t>juic</a:t>
            </a:r>
            <a:endParaRPr lang="en-US" dirty="0"/>
          </a:p>
          <a:p>
            <a:r>
              <a:rPr lang="en-US" dirty="0"/>
              <a:t>juicing  :  </a:t>
            </a:r>
            <a:r>
              <a:rPr lang="en-US" dirty="0" err="1"/>
              <a:t>juic</a:t>
            </a:r>
            <a:endParaRPr lang="en-US" dirty="0"/>
          </a:p>
          <a:p>
            <a:r>
              <a:rPr lang="en-US" dirty="0"/>
              <a:t>berry  :  </a:t>
            </a:r>
            <a:r>
              <a:rPr lang="en-US" dirty="0" err="1"/>
              <a:t>berri</a:t>
            </a:r>
            <a:endParaRPr lang="en-US" dirty="0"/>
          </a:p>
          <a:p>
            <a:r>
              <a:rPr lang="en-US" dirty="0"/>
              <a:t>beverage  :  </a:t>
            </a:r>
            <a:r>
              <a:rPr lang="en-US" dirty="0" err="1"/>
              <a:t>beverag</a:t>
            </a:r>
            <a:endParaRPr lang="en-US" dirty="0"/>
          </a:p>
          <a:p>
            <a:r>
              <a:rPr lang="en-US" dirty="0"/>
              <a:t>blackberry  :  </a:t>
            </a:r>
            <a:r>
              <a:rPr lang="en-US" dirty="0" err="1"/>
              <a:t>blackberri</a:t>
            </a:r>
            <a:endParaRPr lang="en-US" dirty="0"/>
          </a:p>
          <a:p>
            <a:r>
              <a:rPr lang="fr-FR" dirty="0"/>
              <a:t>aloe  :  </a:t>
            </a:r>
            <a:r>
              <a:rPr lang="fr-FR" dirty="0" err="1"/>
              <a:t>alo</a:t>
            </a:r>
            <a:endParaRPr lang="fr-FR" dirty="0"/>
          </a:p>
          <a:p>
            <a:r>
              <a:rPr lang="fr-FR" dirty="0"/>
              <a:t>anise  :  anis</a:t>
            </a:r>
          </a:p>
          <a:p>
            <a:r>
              <a:rPr lang="fr-FR" dirty="0" err="1"/>
              <a:t>apple</a:t>
            </a:r>
            <a:r>
              <a:rPr lang="fr-FR" dirty="0"/>
              <a:t>  :  </a:t>
            </a:r>
            <a:r>
              <a:rPr lang="fr-FR" dirty="0" err="1"/>
              <a:t>appl</a:t>
            </a:r>
            <a:endParaRPr lang="fr-FR" dirty="0"/>
          </a:p>
          <a:p>
            <a:r>
              <a:rPr lang="en-US" dirty="0"/>
              <a:t>cauliflower  :  </a:t>
            </a:r>
            <a:r>
              <a:rPr lang="en-US" dirty="0" err="1"/>
              <a:t>cauliflow</a:t>
            </a:r>
            <a:endParaRPr lang="en-US" dirty="0"/>
          </a:p>
          <a:p>
            <a:r>
              <a:rPr lang="en-US" dirty="0" err="1"/>
              <a:t>ccandy</a:t>
            </a:r>
            <a:r>
              <a:rPr lang="en-US" dirty="0"/>
              <a:t>  :  </a:t>
            </a:r>
            <a:r>
              <a:rPr lang="en-US" dirty="0" err="1"/>
              <a:t>ccandi</a:t>
            </a:r>
            <a:endParaRPr lang="en-US" dirty="0"/>
          </a:p>
          <a:p>
            <a:r>
              <a:rPr lang="en-US" dirty="0"/>
              <a:t>celery  :  celery</a:t>
            </a:r>
          </a:p>
          <a:p>
            <a:r>
              <a:rPr lang="en-US" dirty="0"/>
              <a:t>sunflower  :  </a:t>
            </a:r>
            <a:r>
              <a:rPr lang="en-US" dirty="0" err="1"/>
              <a:t>sunflow</a:t>
            </a:r>
            <a:endParaRPr lang="en-US" dirty="0"/>
          </a:p>
          <a:p>
            <a:r>
              <a:rPr lang="en-US" dirty="0"/>
              <a:t>Doesn’t change </a:t>
            </a:r>
            <a:r>
              <a:rPr lang="en-US" dirty="0" err="1"/>
              <a:t>sunflwr</a:t>
            </a:r>
            <a:endParaRPr lang="en-US" dirty="0"/>
          </a:p>
        </p:txBody>
      </p:sp>
    </p:spTree>
    <p:extLst>
      <p:ext uri="{BB962C8B-B14F-4D97-AF65-F5344CB8AC3E}">
        <p14:creationId xmlns:p14="http://schemas.microsoft.com/office/powerpoint/2010/main" val="324248741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4A291-4404-4C6B-8EED-E37643DD430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801B2BE-1E68-4A01-8DC2-5E2F0C6586B7}"/>
              </a:ext>
            </a:extLst>
          </p:cNvPr>
          <p:cNvSpPr>
            <a:spLocks noGrp="1"/>
          </p:cNvSpPr>
          <p:nvPr>
            <p:ph idx="1"/>
          </p:nvPr>
        </p:nvSpPr>
        <p:spPr/>
        <p:txBody>
          <a:bodyPr/>
          <a:lstStyle/>
          <a:p>
            <a:r>
              <a:rPr lang="en-US" dirty="0"/>
              <a:t>Should we do the spelling correction manually?</a:t>
            </a:r>
          </a:p>
        </p:txBody>
      </p:sp>
    </p:spTree>
    <p:extLst>
      <p:ext uri="{BB962C8B-B14F-4D97-AF65-F5344CB8AC3E}">
        <p14:creationId xmlns:p14="http://schemas.microsoft.com/office/powerpoint/2010/main" val="1877168024"/>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55C86-6CCD-4113-A44F-2EE130D4013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98AE985-51F7-449A-894D-62614B990D44}"/>
              </a:ext>
            </a:extLst>
          </p:cNvPr>
          <p:cNvSpPr>
            <a:spLocks noGrp="1"/>
          </p:cNvSpPr>
          <p:nvPr>
            <p:ph idx="1"/>
          </p:nvPr>
        </p:nvSpPr>
        <p:spPr/>
        <p:txBody>
          <a:bodyPr/>
          <a:lstStyle/>
          <a:p>
            <a:r>
              <a:rPr lang="en-US" dirty="0"/>
              <a:t>Textblob and spell checker taking too long because they find all the possible replacements and then replace with the best one.</a:t>
            </a:r>
          </a:p>
        </p:txBody>
      </p:sp>
    </p:spTree>
    <p:extLst>
      <p:ext uri="{BB962C8B-B14F-4D97-AF65-F5344CB8AC3E}">
        <p14:creationId xmlns:p14="http://schemas.microsoft.com/office/powerpoint/2010/main" val="2302994920"/>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8539304F-5588-4142-A91C-75DA24DEEA99}"/>
              </a:ext>
            </a:extLst>
          </p:cNvPr>
          <p:cNvPicPr>
            <a:picLocks noChangeAspect="1"/>
          </p:cNvPicPr>
          <p:nvPr/>
        </p:nvPicPr>
        <p:blipFill rotWithShape="1">
          <a:blip r:embed="rId2"/>
          <a:srcRect l="18251" t="14812" r="18640" b="22032"/>
          <a:stretch/>
        </p:blipFill>
        <p:spPr>
          <a:xfrm>
            <a:off x="3985437" y="744906"/>
            <a:ext cx="4221125" cy="3264197"/>
          </a:xfrm>
          <a:prstGeom prst="rect">
            <a:avLst/>
          </a:prstGeom>
        </p:spPr>
      </p:pic>
      <p:sp>
        <p:nvSpPr>
          <p:cNvPr id="13" name="object 10">
            <a:extLst>
              <a:ext uri="{FF2B5EF4-FFF2-40B4-BE49-F238E27FC236}">
                <a16:creationId xmlns:a16="http://schemas.microsoft.com/office/drawing/2014/main" id="{EA4DAB1C-F0D2-1F45-80F4-E09A620A6446}"/>
              </a:ext>
            </a:extLst>
          </p:cNvPr>
          <p:cNvSpPr txBox="1"/>
          <p:nvPr/>
        </p:nvSpPr>
        <p:spPr>
          <a:xfrm>
            <a:off x="159489" y="4327383"/>
            <a:ext cx="11786705" cy="1938992"/>
          </a:xfrm>
          <a:prstGeom prst="rect">
            <a:avLst/>
          </a:prstGeom>
        </p:spPr>
        <p:txBody>
          <a:bodyPr vert="horz" wrap="square" lIns="0" tIns="0" rIns="0" bIns="0" rtlCol="0">
            <a:spAutoFit/>
          </a:bodyPr>
          <a:lstStyle/>
          <a:p>
            <a:pPr marL="7144" algn="ctr">
              <a:lnSpc>
                <a:spcPct val="100000"/>
              </a:lnSpc>
              <a:tabLst>
                <a:tab pos="3071455" algn="l"/>
              </a:tabLst>
            </a:pPr>
            <a:r>
              <a:rPr lang="en-US" sz="3200" dirty="0">
                <a:solidFill>
                  <a:srgbClr val="0D1D2B"/>
                </a:solidFill>
                <a:latin typeface="Bogle"/>
                <a:cs typeface="Bogle"/>
              </a:rPr>
              <a:t>Review Meet: Week 4</a:t>
            </a:r>
          </a:p>
          <a:p>
            <a:pPr marL="7144" algn="ctr">
              <a:lnSpc>
                <a:spcPct val="100000"/>
              </a:lnSpc>
              <a:tabLst>
                <a:tab pos="3071455" algn="l"/>
              </a:tabLst>
            </a:pPr>
            <a:r>
              <a:rPr lang="en-US" sz="3200" dirty="0">
                <a:solidFill>
                  <a:srgbClr val="0D1D2B"/>
                </a:solidFill>
                <a:latin typeface="Bogle"/>
                <a:cs typeface="Bogle"/>
              </a:rPr>
              <a:t>June 18</a:t>
            </a:r>
            <a:r>
              <a:rPr lang="en-US" sz="3200" baseline="30000" dirty="0">
                <a:solidFill>
                  <a:srgbClr val="0D1D2B"/>
                </a:solidFill>
                <a:latin typeface="Bogle"/>
                <a:cs typeface="Bogle"/>
              </a:rPr>
              <a:t>th</a:t>
            </a:r>
            <a:r>
              <a:rPr lang="en-US" sz="3200" dirty="0">
                <a:solidFill>
                  <a:srgbClr val="0D1D2B"/>
                </a:solidFill>
                <a:latin typeface="Bogle"/>
                <a:cs typeface="Bogle"/>
              </a:rPr>
              <a:t>, 2021</a:t>
            </a:r>
            <a:endParaRPr lang="en-US" sz="2800" dirty="0">
              <a:solidFill>
                <a:srgbClr val="0D1D2B"/>
              </a:solidFill>
              <a:latin typeface="Bogle"/>
              <a:cs typeface="Bogle"/>
            </a:endParaRPr>
          </a:p>
          <a:p>
            <a:pPr marL="7144" algn="ctr">
              <a:lnSpc>
                <a:spcPct val="100000"/>
              </a:lnSpc>
              <a:tabLst>
                <a:tab pos="3071455" algn="l"/>
              </a:tabLst>
            </a:pPr>
            <a:endParaRPr lang="en-US" sz="2000" dirty="0">
              <a:solidFill>
                <a:srgbClr val="0D1D2B"/>
              </a:solidFill>
              <a:latin typeface="Bogle"/>
              <a:cs typeface="Bogle"/>
            </a:endParaRPr>
          </a:p>
          <a:p>
            <a:pPr marL="7144" algn="ctr">
              <a:lnSpc>
                <a:spcPct val="100000"/>
              </a:lnSpc>
              <a:tabLst>
                <a:tab pos="3071455" algn="l"/>
              </a:tabLst>
            </a:pPr>
            <a:r>
              <a:rPr lang="en-US" sz="1400" dirty="0">
                <a:solidFill>
                  <a:srgbClr val="0D1D2B"/>
                </a:solidFill>
                <a:latin typeface="Bogle"/>
                <a:cs typeface="Bogle"/>
              </a:rPr>
              <a:t>Name: Rishabh Thapliyal</a:t>
            </a:r>
          </a:p>
          <a:p>
            <a:pPr marL="7144" algn="ctr">
              <a:lnSpc>
                <a:spcPct val="100000"/>
              </a:lnSpc>
              <a:tabLst>
                <a:tab pos="3071455" algn="l"/>
              </a:tabLst>
            </a:pPr>
            <a:r>
              <a:rPr lang="en-US" sz="1400" dirty="0">
                <a:solidFill>
                  <a:srgbClr val="0D1D2B"/>
                </a:solidFill>
                <a:latin typeface="Bogle"/>
                <a:cs typeface="Bogle"/>
              </a:rPr>
              <a:t>Mentor: Syed Faraz Ali &amp; Mallikharjuna MV</a:t>
            </a:r>
          </a:p>
          <a:p>
            <a:pPr marL="7144" algn="ctr">
              <a:lnSpc>
                <a:spcPct val="100000"/>
              </a:lnSpc>
              <a:tabLst>
                <a:tab pos="3071455" algn="l"/>
              </a:tabLst>
            </a:pPr>
            <a:r>
              <a:rPr lang="en-US" sz="1400" dirty="0">
                <a:solidFill>
                  <a:srgbClr val="0D1D2B"/>
                </a:solidFill>
                <a:latin typeface="Bogle"/>
                <a:cs typeface="Bogle"/>
              </a:rPr>
              <a:t>Manager: Subhasish Misra</a:t>
            </a:r>
          </a:p>
        </p:txBody>
      </p:sp>
    </p:spTree>
    <p:extLst>
      <p:ext uri="{BB962C8B-B14F-4D97-AF65-F5344CB8AC3E}">
        <p14:creationId xmlns:p14="http://schemas.microsoft.com/office/powerpoint/2010/main" val="3433350833"/>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1E222-4F22-4AB8-B5E2-B1499DD32693}"/>
              </a:ext>
            </a:extLst>
          </p:cNvPr>
          <p:cNvSpPr>
            <a:spLocks noGrp="1"/>
          </p:cNvSpPr>
          <p:nvPr>
            <p:ph type="title"/>
          </p:nvPr>
        </p:nvSpPr>
        <p:spPr>
          <a:xfrm>
            <a:off x="457200" y="274321"/>
            <a:ext cx="10736664" cy="971676"/>
          </a:xfrm>
          <a:solidFill>
            <a:schemeClr val="accent2"/>
          </a:solidFill>
        </p:spPr>
        <p:style>
          <a:lnRef idx="0">
            <a:schemeClr val="accent1"/>
          </a:lnRef>
          <a:fillRef idx="3">
            <a:schemeClr val="accent1"/>
          </a:fillRef>
          <a:effectRef idx="3">
            <a:schemeClr val="accent1"/>
          </a:effectRef>
          <a:fontRef idx="minor">
            <a:schemeClr val="lt1"/>
          </a:fontRef>
        </p:style>
        <p:txBody>
          <a:bodyPr/>
          <a:lstStyle/>
          <a:p>
            <a:r>
              <a:rPr lang="en-US" dirty="0">
                <a:solidFill>
                  <a:schemeClr val="bg1"/>
                </a:solidFill>
              </a:rPr>
              <a:t>Agenda</a:t>
            </a:r>
          </a:p>
        </p:txBody>
      </p:sp>
      <p:sp>
        <p:nvSpPr>
          <p:cNvPr id="3" name="Content Placeholder 2">
            <a:extLst>
              <a:ext uri="{FF2B5EF4-FFF2-40B4-BE49-F238E27FC236}">
                <a16:creationId xmlns:a16="http://schemas.microsoft.com/office/drawing/2014/main" id="{682625FE-3BD3-40AD-A859-F69B9FE013E4}"/>
              </a:ext>
            </a:extLst>
          </p:cNvPr>
          <p:cNvSpPr>
            <a:spLocks noGrp="1"/>
          </p:cNvSpPr>
          <p:nvPr>
            <p:ph idx="1"/>
          </p:nvPr>
        </p:nvSpPr>
        <p:spPr>
          <a:xfrm>
            <a:off x="457200" y="1778557"/>
            <a:ext cx="10827099" cy="3848520"/>
          </a:xfrm>
          <a:ln>
            <a:solidFill>
              <a:schemeClr val="tx1"/>
            </a:solidFill>
          </a:ln>
          <a:effectLst>
            <a:outerShdw blurRad="63500" sx="102000" sy="102000" algn="ctr" rotWithShape="0">
              <a:prstClr val="black">
                <a:alpha val="40000"/>
              </a:prstClr>
            </a:outerShdw>
          </a:effectLst>
        </p:spPr>
        <p:txBody>
          <a:bodyPr anchor="t">
            <a:normAutofit/>
          </a:bodyPr>
          <a:lstStyle/>
          <a:p>
            <a:r>
              <a:rPr lang="en-US" b="0" dirty="0"/>
              <a:t>Brief overview of previous week</a:t>
            </a:r>
          </a:p>
          <a:p>
            <a:r>
              <a:rPr lang="en-US" b="0" dirty="0"/>
              <a:t>Difference in distributions if-</a:t>
            </a:r>
          </a:p>
          <a:p>
            <a:pPr lvl="1"/>
            <a:r>
              <a:rPr lang="en-US" b="0" dirty="0"/>
              <a:t>All the numbers are removed</a:t>
            </a:r>
          </a:p>
          <a:p>
            <a:pPr lvl="1"/>
            <a:r>
              <a:rPr lang="en-US" dirty="0"/>
              <a:t>All the single and double character words are removed</a:t>
            </a:r>
          </a:p>
          <a:p>
            <a:r>
              <a:rPr lang="en-US" b="0" dirty="0"/>
              <a:t>Feature preprocessing </a:t>
            </a:r>
          </a:p>
          <a:p>
            <a:r>
              <a:rPr lang="en-US" b="0" dirty="0"/>
              <a:t>Voting classifier</a:t>
            </a:r>
          </a:p>
          <a:p>
            <a:r>
              <a:rPr lang="en-US" b="0" dirty="0"/>
              <a:t>Data augmentation</a:t>
            </a:r>
          </a:p>
          <a:p>
            <a:r>
              <a:rPr lang="en-US" b="0" dirty="0"/>
              <a:t>Way ahead</a:t>
            </a:r>
            <a:endParaRPr lang="en-US" dirty="0"/>
          </a:p>
          <a:p>
            <a:endParaRPr lang="en-US" b="0" dirty="0"/>
          </a:p>
        </p:txBody>
      </p:sp>
    </p:spTree>
    <p:extLst>
      <p:ext uri="{BB962C8B-B14F-4D97-AF65-F5344CB8AC3E}">
        <p14:creationId xmlns:p14="http://schemas.microsoft.com/office/powerpoint/2010/main" val="271881015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75321-32A2-4842-AA5F-342BFD7569A9}"/>
              </a:ext>
            </a:extLst>
          </p:cNvPr>
          <p:cNvSpPr>
            <a:spLocks noGrp="1"/>
          </p:cNvSpPr>
          <p:nvPr>
            <p:ph type="title"/>
          </p:nvPr>
        </p:nvSpPr>
        <p:spPr>
          <a:xfrm>
            <a:off x="457200" y="274320"/>
            <a:ext cx="10515600" cy="780757"/>
          </a:xfrm>
        </p:spPr>
        <p:txBody>
          <a:bodyPr/>
          <a:lstStyle/>
          <a:p>
            <a:r>
              <a:rPr lang="en-US" dirty="0"/>
              <a:t>Recap</a:t>
            </a:r>
          </a:p>
        </p:txBody>
      </p:sp>
      <p:graphicFrame>
        <p:nvGraphicFramePr>
          <p:cNvPr id="4" name="Content Placeholder 3">
            <a:extLst>
              <a:ext uri="{FF2B5EF4-FFF2-40B4-BE49-F238E27FC236}">
                <a16:creationId xmlns:a16="http://schemas.microsoft.com/office/drawing/2014/main" id="{EC305093-550B-4F9B-A91D-D7BAE6D9E4F4}"/>
              </a:ext>
            </a:extLst>
          </p:cNvPr>
          <p:cNvGraphicFramePr>
            <a:graphicFrameLocks noGrp="1"/>
          </p:cNvGraphicFramePr>
          <p:nvPr>
            <p:ph idx="1"/>
            <p:extLst>
              <p:ext uri="{D42A27DB-BD31-4B8C-83A1-F6EECF244321}">
                <p14:modId xmlns:p14="http://schemas.microsoft.com/office/powerpoint/2010/main" val="3428165096"/>
              </p:ext>
            </p:extLst>
          </p:nvPr>
        </p:nvGraphicFramePr>
        <p:xfrm>
          <a:off x="457200" y="1599883"/>
          <a:ext cx="11178791"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11732583"/>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AF4A5-3E65-412D-A40A-FF64D9820C28}"/>
              </a:ext>
            </a:extLst>
          </p:cNvPr>
          <p:cNvSpPr>
            <a:spLocks noGrp="1"/>
          </p:cNvSpPr>
          <p:nvPr>
            <p:ph type="title"/>
          </p:nvPr>
        </p:nvSpPr>
        <p:spPr>
          <a:xfrm>
            <a:off x="246183" y="143693"/>
            <a:ext cx="10395020" cy="685902"/>
          </a:xfrm>
        </p:spPr>
        <p:txBody>
          <a:bodyPr>
            <a:normAutofit fontScale="90000"/>
          </a:bodyPr>
          <a:lstStyle/>
          <a:p>
            <a:r>
              <a:rPr lang="en-US" dirty="0"/>
              <a:t>Comparing distributions: Numbers removed</a:t>
            </a:r>
          </a:p>
        </p:txBody>
      </p:sp>
      <p:graphicFrame>
        <p:nvGraphicFramePr>
          <p:cNvPr id="18" name="Diagram 17">
            <a:extLst>
              <a:ext uri="{FF2B5EF4-FFF2-40B4-BE49-F238E27FC236}">
                <a16:creationId xmlns:a16="http://schemas.microsoft.com/office/drawing/2014/main" id="{993E3BCF-0FB3-487D-9E88-5A42EF2304C0}"/>
              </a:ext>
            </a:extLst>
          </p:cNvPr>
          <p:cNvGraphicFramePr/>
          <p:nvPr>
            <p:extLst>
              <p:ext uri="{D42A27DB-BD31-4B8C-83A1-F6EECF244321}">
                <p14:modId xmlns:p14="http://schemas.microsoft.com/office/powerpoint/2010/main" val="2518344795"/>
              </p:ext>
            </p:extLst>
          </p:nvPr>
        </p:nvGraphicFramePr>
        <p:xfrm>
          <a:off x="246183" y="1014888"/>
          <a:ext cx="11349615" cy="95427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0" name="Content Placeholder 19">
            <a:extLst>
              <a:ext uri="{FF2B5EF4-FFF2-40B4-BE49-F238E27FC236}">
                <a16:creationId xmlns:a16="http://schemas.microsoft.com/office/drawing/2014/main" id="{6C40A9F6-8ABD-474F-AF88-FDB9905B1EDC}"/>
              </a:ext>
            </a:extLst>
          </p:cNvPr>
          <p:cNvSpPr>
            <a:spLocks noGrp="1"/>
          </p:cNvSpPr>
          <p:nvPr>
            <p:ph idx="1"/>
          </p:nvPr>
        </p:nvSpPr>
        <p:spPr>
          <a:xfrm>
            <a:off x="246183" y="3429000"/>
            <a:ext cx="5627136" cy="2589962"/>
          </a:xfrm>
          <a:ln>
            <a:solidFill>
              <a:schemeClr val="tx1"/>
            </a:solidFill>
          </a:ln>
        </p:spPr>
        <p:txBody>
          <a:bodyPr>
            <a:normAutofit/>
          </a:bodyPr>
          <a:lstStyle/>
          <a:p>
            <a:r>
              <a:rPr lang="en-US" sz="2400" b="0" dirty="0"/>
              <a:t>Average KL divergence: 0.003</a:t>
            </a:r>
          </a:p>
          <a:p>
            <a:pPr lvl="1"/>
            <a:r>
              <a:rPr lang="en-US" sz="2000" dirty="0"/>
              <a:t>Less than 0.1 for 99.3% of the data </a:t>
            </a:r>
          </a:p>
          <a:p>
            <a:r>
              <a:rPr lang="en-US" sz="2400" b="0" dirty="0"/>
              <a:t>Average KS </a:t>
            </a:r>
            <a:r>
              <a:rPr lang="en-US" sz="2400" b="0" dirty="0" err="1"/>
              <a:t>pvalue</a:t>
            </a:r>
            <a:r>
              <a:rPr lang="en-US" sz="2400" b="0" dirty="0"/>
              <a:t>: 0.9866</a:t>
            </a:r>
          </a:p>
          <a:p>
            <a:pPr lvl="1"/>
            <a:r>
              <a:rPr lang="en-US" sz="2000" b="0" dirty="0"/>
              <a:t>More than 0.9 for 98.3% of the data </a:t>
            </a:r>
          </a:p>
          <a:p>
            <a:r>
              <a:rPr lang="en-US" sz="2400" b="0" dirty="0"/>
              <a:t>Conclusion:</a:t>
            </a:r>
            <a:br>
              <a:rPr lang="en-US" sz="2400" b="0" dirty="0"/>
            </a:br>
            <a:r>
              <a:rPr lang="en-US" sz="2000" b="0" dirty="0"/>
              <a:t>The two distributions are not different; hence we can remove the numbers.</a:t>
            </a:r>
            <a:endParaRPr lang="en-US" sz="2400" b="0" dirty="0"/>
          </a:p>
          <a:p>
            <a:pPr lvl="1"/>
            <a:endParaRPr lang="en-US" sz="2000" dirty="0"/>
          </a:p>
        </p:txBody>
      </p:sp>
      <p:graphicFrame>
        <p:nvGraphicFramePr>
          <p:cNvPr id="21" name="Diagram 20">
            <a:extLst>
              <a:ext uri="{FF2B5EF4-FFF2-40B4-BE49-F238E27FC236}">
                <a16:creationId xmlns:a16="http://schemas.microsoft.com/office/drawing/2014/main" id="{1481992E-13D9-41D6-8CBC-E9F215B53BD3}"/>
              </a:ext>
            </a:extLst>
          </p:cNvPr>
          <p:cNvGraphicFramePr/>
          <p:nvPr>
            <p:extLst>
              <p:ext uri="{D42A27DB-BD31-4B8C-83A1-F6EECF244321}">
                <p14:modId xmlns:p14="http://schemas.microsoft.com/office/powerpoint/2010/main" val="4188937677"/>
              </p:ext>
            </p:extLst>
          </p:nvPr>
        </p:nvGraphicFramePr>
        <p:xfrm>
          <a:off x="246183" y="2154458"/>
          <a:ext cx="11349615" cy="954277"/>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22" name="Picture 21">
            <a:extLst>
              <a:ext uri="{FF2B5EF4-FFF2-40B4-BE49-F238E27FC236}">
                <a16:creationId xmlns:a16="http://schemas.microsoft.com/office/drawing/2014/main" id="{B46228D2-E752-4CB2-905F-F807A1DA2812}"/>
              </a:ext>
            </a:extLst>
          </p:cNvPr>
          <p:cNvPicPr>
            <a:picLocks noChangeAspect="1"/>
          </p:cNvPicPr>
          <p:nvPr/>
        </p:nvPicPr>
        <p:blipFill rotWithShape="1">
          <a:blip r:embed="rId12"/>
          <a:srcRect l="19914" t="60229" r="52758" b="9931"/>
          <a:stretch/>
        </p:blipFill>
        <p:spPr>
          <a:xfrm>
            <a:off x="6096000" y="3433084"/>
            <a:ext cx="2847033" cy="1748663"/>
          </a:xfrm>
          <a:prstGeom prst="rect">
            <a:avLst/>
          </a:prstGeom>
          <a:ln>
            <a:solidFill>
              <a:schemeClr val="tx1"/>
            </a:solidFill>
          </a:ln>
        </p:spPr>
      </p:pic>
      <p:pic>
        <p:nvPicPr>
          <p:cNvPr id="24" name="Picture 23" descr="Chart, histogram&#10;&#10;Description automatically generated">
            <a:extLst>
              <a:ext uri="{FF2B5EF4-FFF2-40B4-BE49-F238E27FC236}">
                <a16:creationId xmlns:a16="http://schemas.microsoft.com/office/drawing/2014/main" id="{5B279DFD-4548-4C7B-94A2-394BFCD3F81B}"/>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9098783" y="4234885"/>
            <a:ext cx="2847034" cy="1768158"/>
          </a:xfrm>
          <a:prstGeom prst="rect">
            <a:avLst/>
          </a:prstGeom>
          <a:ln>
            <a:solidFill>
              <a:schemeClr val="tx1"/>
            </a:solidFill>
          </a:ln>
        </p:spPr>
      </p:pic>
      <p:sp>
        <p:nvSpPr>
          <p:cNvPr id="25" name="TextBox 24">
            <a:extLst>
              <a:ext uri="{FF2B5EF4-FFF2-40B4-BE49-F238E27FC236}">
                <a16:creationId xmlns:a16="http://schemas.microsoft.com/office/drawing/2014/main" id="{E0FD9B61-24E4-4B68-8AEA-77334BAD7D71}"/>
              </a:ext>
            </a:extLst>
          </p:cNvPr>
          <p:cNvSpPr txBox="1"/>
          <p:nvPr/>
        </p:nvSpPr>
        <p:spPr>
          <a:xfrm>
            <a:off x="6621864" y="5322716"/>
            <a:ext cx="2069961" cy="366760"/>
          </a:xfrm>
          <a:prstGeom prst="rect">
            <a:avLst/>
          </a:prstGeom>
          <a:solidFill>
            <a:schemeClr val="accent4"/>
          </a:solidFill>
          <a:ln>
            <a:solidFill>
              <a:schemeClr val="tx1"/>
            </a:solidFill>
          </a:ln>
          <a:effectLst/>
        </p:spPr>
        <p:txBody>
          <a:bodyPr wrap="square" rtlCol="0">
            <a:spAutoFit/>
          </a:bodyPr>
          <a:lstStyle/>
          <a:p>
            <a:pPr algn="ctr"/>
            <a:r>
              <a:rPr lang="en-US" dirty="0"/>
              <a:t>KL divergence</a:t>
            </a:r>
          </a:p>
        </p:txBody>
      </p:sp>
      <p:sp>
        <p:nvSpPr>
          <p:cNvPr id="26" name="TextBox 25">
            <a:extLst>
              <a:ext uri="{FF2B5EF4-FFF2-40B4-BE49-F238E27FC236}">
                <a16:creationId xmlns:a16="http://schemas.microsoft.com/office/drawing/2014/main" id="{C5A76434-5050-4911-A39C-260F4F1E89D4}"/>
              </a:ext>
            </a:extLst>
          </p:cNvPr>
          <p:cNvSpPr txBox="1"/>
          <p:nvPr/>
        </p:nvSpPr>
        <p:spPr>
          <a:xfrm>
            <a:off x="9525837" y="3749266"/>
            <a:ext cx="2069961" cy="366760"/>
          </a:xfrm>
          <a:prstGeom prst="rect">
            <a:avLst/>
          </a:prstGeom>
          <a:solidFill>
            <a:schemeClr val="accent4"/>
          </a:solidFill>
          <a:ln>
            <a:solidFill>
              <a:schemeClr val="tx1"/>
            </a:solidFill>
          </a:ln>
          <a:effectLst/>
        </p:spPr>
        <p:txBody>
          <a:bodyPr wrap="square" rtlCol="0">
            <a:spAutoFit/>
          </a:bodyPr>
          <a:lstStyle/>
          <a:p>
            <a:pPr algn="ctr"/>
            <a:r>
              <a:rPr lang="en-US" dirty="0"/>
              <a:t>KS Test (</a:t>
            </a:r>
            <a:r>
              <a:rPr lang="en-US" dirty="0" err="1"/>
              <a:t>Pvalue</a:t>
            </a:r>
            <a:r>
              <a:rPr lang="en-US" dirty="0"/>
              <a:t>)</a:t>
            </a:r>
          </a:p>
        </p:txBody>
      </p:sp>
    </p:spTree>
    <p:extLst>
      <p:ext uri="{BB962C8B-B14F-4D97-AF65-F5344CB8AC3E}">
        <p14:creationId xmlns:p14="http://schemas.microsoft.com/office/powerpoint/2010/main" val="223750471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AF4A5-3E65-412D-A40A-FF64D9820C28}"/>
              </a:ext>
            </a:extLst>
          </p:cNvPr>
          <p:cNvSpPr>
            <a:spLocks noGrp="1"/>
          </p:cNvSpPr>
          <p:nvPr>
            <p:ph type="title"/>
          </p:nvPr>
        </p:nvSpPr>
        <p:spPr>
          <a:xfrm>
            <a:off x="246182" y="143693"/>
            <a:ext cx="10867295" cy="685902"/>
          </a:xfrm>
        </p:spPr>
        <p:txBody>
          <a:bodyPr>
            <a:normAutofit fontScale="90000"/>
          </a:bodyPr>
          <a:lstStyle/>
          <a:p>
            <a:r>
              <a:rPr lang="en-US" dirty="0"/>
              <a:t>Comparing distributions: 2 char words removed</a:t>
            </a:r>
          </a:p>
        </p:txBody>
      </p:sp>
      <p:graphicFrame>
        <p:nvGraphicFramePr>
          <p:cNvPr id="18" name="Diagram 17">
            <a:extLst>
              <a:ext uri="{FF2B5EF4-FFF2-40B4-BE49-F238E27FC236}">
                <a16:creationId xmlns:a16="http://schemas.microsoft.com/office/drawing/2014/main" id="{993E3BCF-0FB3-487D-9E88-5A42EF2304C0}"/>
              </a:ext>
            </a:extLst>
          </p:cNvPr>
          <p:cNvGraphicFramePr/>
          <p:nvPr/>
        </p:nvGraphicFramePr>
        <p:xfrm>
          <a:off x="246183" y="1014888"/>
          <a:ext cx="11349615" cy="95427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21" name="Diagram 20">
            <a:extLst>
              <a:ext uri="{FF2B5EF4-FFF2-40B4-BE49-F238E27FC236}">
                <a16:creationId xmlns:a16="http://schemas.microsoft.com/office/drawing/2014/main" id="{1481992E-13D9-41D6-8CBC-E9F215B53BD3}"/>
              </a:ext>
            </a:extLst>
          </p:cNvPr>
          <p:cNvGraphicFramePr/>
          <p:nvPr>
            <p:extLst>
              <p:ext uri="{D42A27DB-BD31-4B8C-83A1-F6EECF244321}">
                <p14:modId xmlns:p14="http://schemas.microsoft.com/office/powerpoint/2010/main" val="1124354796"/>
              </p:ext>
            </p:extLst>
          </p:nvPr>
        </p:nvGraphicFramePr>
        <p:xfrm>
          <a:off x="246183" y="2154458"/>
          <a:ext cx="11349615" cy="954277"/>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25" name="TextBox 24">
            <a:extLst>
              <a:ext uri="{FF2B5EF4-FFF2-40B4-BE49-F238E27FC236}">
                <a16:creationId xmlns:a16="http://schemas.microsoft.com/office/drawing/2014/main" id="{E0FD9B61-24E4-4B68-8AEA-77334BAD7D71}"/>
              </a:ext>
            </a:extLst>
          </p:cNvPr>
          <p:cNvSpPr txBox="1"/>
          <p:nvPr/>
        </p:nvSpPr>
        <p:spPr>
          <a:xfrm>
            <a:off x="6621864" y="5322716"/>
            <a:ext cx="2069961" cy="366760"/>
          </a:xfrm>
          <a:prstGeom prst="rect">
            <a:avLst/>
          </a:prstGeom>
          <a:solidFill>
            <a:schemeClr val="accent4"/>
          </a:solidFill>
          <a:ln>
            <a:solidFill>
              <a:schemeClr val="tx1"/>
            </a:solidFill>
          </a:ln>
          <a:effectLst/>
        </p:spPr>
        <p:txBody>
          <a:bodyPr wrap="square" rtlCol="0">
            <a:spAutoFit/>
          </a:bodyPr>
          <a:lstStyle/>
          <a:p>
            <a:pPr algn="ctr"/>
            <a:r>
              <a:rPr lang="en-US" dirty="0"/>
              <a:t>KL divergence</a:t>
            </a:r>
          </a:p>
        </p:txBody>
      </p:sp>
      <p:sp>
        <p:nvSpPr>
          <p:cNvPr id="26" name="TextBox 25">
            <a:extLst>
              <a:ext uri="{FF2B5EF4-FFF2-40B4-BE49-F238E27FC236}">
                <a16:creationId xmlns:a16="http://schemas.microsoft.com/office/drawing/2014/main" id="{C5A76434-5050-4911-A39C-260F4F1E89D4}"/>
              </a:ext>
            </a:extLst>
          </p:cNvPr>
          <p:cNvSpPr txBox="1"/>
          <p:nvPr/>
        </p:nvSpPr>
        <p:spPr>
          <a:xfrm>
            <a:off x="9525837" y="3749266"/>
            <a:ext cx="2069961" cy="366760"/>
          </a:xfrm>
          <a:prstGeom prst="rect">
            <a:avLst/>
          </a:prstGeom>
          <a:solidFill>
            <a:schemeClr val="accent4"/>
          </a:solidFill>
          <a:ln>
            <a:solidFill>
              <a:schemeClr val="tx1"/>
            </a:solidFill>
          </a:ln>
          <a:effectLst/>
        </p:spPr>
        <p:txBody>
          <a:bodyPr wrap="square" rtlCol="0">
            <a:spAutoFit/>
          </a:bodyPr>
          <a:lstStyle/>
          <a:p>
            <a:pPr algn="ctr"/>
            <a:r>
              <a:rPr lang="en-US" dirty="0"/>
              <a:t>KS Test (</a:t>
            </a:r>
            <a:r>
              <a:rPr lang="en-US" dirty="0" err="1"/>
              <a:t>Pvalue</a:t>
            </a:r>
            <a:r>
              <a:rPr lang="en-US" dirty="0"/>
              <a:t>)</a:t>
            </a:r>
          </a:p>
        </p:txBody>
      </p:sp>
      <p:sp>
        <p:nvSpPr>
          <p:cNvPr id="10" name="Content Placeholder 19">
            <a:extLst>
              <a:ext uri="{FF2B5EF4-FFF2-40B4-BE49-F238E27FC236}">
                <a16:creationId xmlns:a16="http://schemas.microsoft.com/office/drawing/2014/main" id="{869EA6A2-326C-48A8-9801-BE174CFF05AC}"/>
              </a:ext>
            </a:extLst>
          </p:cNvPr>
          <p:cNvSpPr>
            <a:spLocks noGrp="1"/>
          </p:cNvSpPr>
          <p:nvPr>
            <p:ph idx="1"/>
          </p:nvPr>
        </p:nvSpPr>
        <p:spPr>
          <a:xfrm>
            <a:off x="246183" y="3429000"/>
            <a:ext cx="5627136" cy="2520008"/>
          </a:xfrm>
          <a:ln>
            <a:solidFill>
              <a:schemeClr val="tx1"/>
            </a:solidFill>
          </a:ln>
        </p:spPr>
        <p:txBody>
          <a:bodyPr>
            <a:normAutofit fontScale="92500" lnSpcReduction="10000"/>
          </a:bodyPr>
          <a:lstStyle/>
          <a:p>
            <a:r>
              <a:rPr lang="en-US" sz="2400" b="0" dirty="0"/>
              <a:t>Average KL divergence: 0.334</a:t>
            </a:r>
          </a:p>
          <a:p>
            <a:pPr lvl="1"/>
            <a:r>
              <a:rPr lang="en-US" sz="2000" b="0" dirty="0"/>
              <a:t>Less than 0.1 for only 59.6% of the data</a:t>
            </a:r>
            <a:endParaRPr lang="en-US" sz="2400" b="0" dirty="0"/>
          </a:p>
          <a:p>
            <a:r>
              <a:rPr lang="en-US" sz="2400" b="0" dirty="0"/>
              <a:t>Average KS </a:t>
            </a:r>
            <a:r>
              <a:rPr lang="en-US" sz="2400" b="0" dirty="0" err="1"/>
              <a:t>pvalue</a:t>
            </a:r>
            <a:r>
              <a:rPr lang="en-US" sz="2400" b="0" dirty="0"/>
              <a:t>: 0.60</a:t>
            </a:r>
          </a:p>
          <a:p>
            <a:pPr lvl="1"/>
            <a:r>
              <a:rPr lang="en-US" sz="2000" b="0" dirty="0"/>
              <a:t>More tha</a:t>
            </a:r>
            <a:r>
              <a:rPr lang="en-US" sz="2000" dirty="0"/>
              <a:t>n 0.9 for just </a:t>
            </a:r>
            <a:r>
              <a:rPr lang="en-US" sz="2000" b="0" dirty="0"/>
              <a:t>42.7% of data</a:t>
            </a:r>
            <a:endParaRPr lang="en-US" sz="2400" b="0" dirty="0"/>
          </a:p>
          <a:p>
            <a:r>
              <a:rPr lang="en-US" sz="2400" b="0" dirty="0"/>
              <a:t>Conclusion:</a:t>
            </a:r>
            <a:br>
              <a:rPr lang="en-US" sz="2400" b="0" dirty="0"/>
            </a:br>
            <a:r>
              <a:rPr lang="en-US" sz="2200" b="0" dirty="0"/>
              <a:t>The 2 distributions are comparatively more similar. But as 2 char words are not making much sense, we will drop them.</a:t>
            </a:r>
            <a:endParaRPr lang="en-US" sz="2400" b="0" dirty="0"/>
          </a:p>
        </p:txBody>
      </p:sp>
      <p:pic>
        <p:nvPicPr>
          <p:cNvPr id="4" name="Picture 3" descr="Chart, histogram&#10;&#10;Description automatically generated">
            <a:extLst>
              <a:ext uri="{FF2B5EF4-FFF2-40B4-BE49-F238E27FC236}">
                <a16:creationId xmlns:a16="http://schemas.microsoft.com/office/drawing/2014/main" id="{E29906C7-9F6F-4C1C-90B6-F833DCAC5E40}"/>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182613" y="3497925"/>
            <a:ext cx="2606875" cy="1627289"/>
          </a:xfrm>
          <a:prstGeom prst="rect">
            <a:avLst/>
          </a:prstGeom>
          <a:ln>
            <a:solidFill>
              <a:schemeClr val="tx1"/>
            </a:solidFill>
          </a:ln>
        </p:spPr>
      </p:pic>
      <p:pic>
        <p:nvPicPr>
          <p:cNvPr id="6" name="Picture 5" descr="Chart&#10;&#10;Description automatically generated">
            <a:extLst>
              <a:ext uri="{FF2B5EF4-FFF2-40B4-BE49-F238E27FC236}">
                <a16:creationId xmlns:a16="http://schemas.microsoft.com/office/drawing/2014/main" id="{0AF9D852-A89F-4AB1-9C6C-A57C234BD836}"/>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9257379" y="4301420"/>
            <a:ext cx="2606875" cy="1647588"/>
          </a:xfrm>
          <a:prstGeom prst="rect">
            <a:avLst/>
          </a:prstGeom>
          <a:ln>
            <a:solidFill>
              <a:schemeClr val="tx1"/>
            </a:solidFill>
          </a:ln>
        </p:spPr>
      </p:pic>
      <p:sp>
        <p:nvSpPr>
          <p:cNvPr id="7" name="TextBox 6">
            <a:extLst>
              <a:ext uri="{FF2B5EF4-FFF2-40B4-BE49-F238E27FC236}">
                <a16:creationId xmlns:a16="http://schemas.microsoft.com/office/drawing/2014/main" id="{5A7C0BA8-69CF-472B-B4E2-0948A3A0714E}"/>
              </a:ext>
            </a:extLst>
          </p:cNvPr>
          <p:cNvSpPr txBox="1"/>
          <p:nvPr/>
        </p:nvSpPr>
        <p:spPr>
          <a:xfrm>
            <a:off x="246182" y="6115467"/>
            <a:ext cx="7305152" cy="307777"/>
          </a:xfrm>
          <a:prstGeom prst="rect">
            <a:avLst/>
          </a:prstGeom>
          <a:noFill/>
        </p:spPr>
        <p:txBody>
          <a:bodyPr wrap="square" rtlCol="0">
            <a:spAutoFit/>
          </a:bodyPr>
          <a:lstStyle/>
          <a:p>
            <a:r>
              <a:rPr lang="en-US" sz="1400" i="1" dirty="0"/>
              <a:t>Note: Convergence warning for Logistic Regression (</a:t>
            </a:r>
            <a:r>
              <a:rPr lang="en-US" sz="1400" i="1" dirty="0" err="1"/>
              <a:t>max_iter</a:t>
            </a:r>
            <a:r>
              <a:rPr lang="en-US" sz="1400" i="1" dirty="0"/>
              <a:t> = 5000)</a:t>
            </a:r>
          </a:p>
        </p:txBody>
      </p:sp>
    </p:spTree>
    <p:extLst>
      <p:ext uri="{BB962C8B-B14F-4D97-AF65-F5344CB8AC3E}">
        <p14:creationId xmlns:p14="http://schemas.microsoft.com/office/powerpoint/2010/main" val="3980253970"/>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74049-9BE7-4D57-B8D9-CCFF5477C298}"/>
              </a:ext>
            </a:extLst>
          </p:cNvPr>
          <p:cNvSpPr>
            <a:spLocks noGrp="1"/>
          </p:cNvSpPr>
          <p:nvPr>
            <p:ph type="title"/>
          </p:nvPr>
        </p:nvSpPr>
        <p:spPr>
          <a:xfrm>
            <a:off x="457200" y="274320"/>
            <a:ext cx="10515600" cy="609935"/>
          </a:xfrm>
        </p:spPr>
        <p:style>
          <a:lnRef idx="0">
            <a:schemeClr val="accent5"/>
          </a:lnRef>
          <a:fillRef idx="3">
            <a:schemeClr val="accent5"/>
          </a:fillRef>
          <a:effectRef idx="3">
            <a:schemeClr val="accent5"/>
          </a:effectRef>
          <a:fontRef idx="minor">
            <a:schemeClr val="lt1"/>
          </a:fontRef>
        </p:style>
        <p:txBody>
          <a:bodyPr>
            <a:normAutofit fontScale="90000"/>
          </a:bodyPr>
          <a:lstStyle/>
          <a:p>
            <a:r>
              <a:rPr lang="en-US" dirty="0"/>
              <a:t>Conclusion from previous activities</a:t>
            </a:r>
          </a:p>
        </p:txBody>
      </p:sp>
      <p:graphicFrame>
        <p:nvGraphicFramePr>
          <p:cNvPr id="4" name="Content Placeholder 3">
            <a:extLst>
              <a:ext uri="{FF2B5EF4-FFF2-40B4-BE49-F238E27FC236}">
                <a16:creationId xmlns:a16="http://schemas.microsoft.com/office/drawing/2014/main" id="{E09319A1-E381-4D8E-AAD7-2DF9CCDB270C}"/>
              </a:ext>
            </a:extLst>
          </p:cNvPr>
          <p:cNvGraphicFramePr>
            <a:graphicFrameLocks noGrp="1"/>
          </p:cNvGraphicFramePr>
          <p:nvPr>
            <p:ph idx="1"/>
            <p:extLst>
              <p:ext uri="{D42A27DB-BD31-4B8C-83A1-F6EECF244321}">
                <p14:modId xmlns:p14="http://schemas.microsoft.com/office/powerpoint/2010/main" val="3462579400"/>
              </p:ext>
            </p:extLst>
          </p:nvPr>
        </p:nvGraphicFramePr>
        <p:xfrm>
          <a:off x="683172" y="1305910"/>
          <a:ext cx="9953297" cy="47270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92425821"/>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63261-E935-468C-966F-7E934581ADC5}"/>
              </a:ext>
            </a:extLst>
          </p:cNvPr>
          <p:cNvSpPr>
            <a:spLocks noGrp="1"/>
          </p:cNvSpPr>
          <p:nvPr>
            <p:ph type="title"/>
          </p:nvPr>
        </p:nvSpPr>
        <p:spPr>
          <a:xfrm>
            <a:off x="457200" y="274320"/>
            <a:ext cx="10515600" cy="841047"/>
          </a:xfrm>
        </p:spPr>
        <p:txBody>
          <a:bodyPr/>
          <a:lstStyle/>
          <a:p>
            <a:r>
              <a:rPr lang="en-US" dirty="0"/>
              <a:t>Effect on Overall Trust Factor</a:t>
            </a:r>
          </a:p>
        </p:txBody>
      </p:sp>
      <p:graphicFrame>
        <p:nvGraphicFramePr>
          <p:cNvPr id="5" name="Content Placeholder 4">
            <a:extLst>
              <a:ext uri="{FF2B5EF4-FFF2-40B4-BE49-F238E27FC236}">
                <a16:creationId xmlns:a16="http://schemas.microsoft.com/office/drawing/2014/main" id="{9D4B4F44-4D42-4651-A33F-EF57624B91D5}"/>
              </a:ext>
            </a:extLst>
          </p:cNvPr>
          <p:cNvGraphicFramePr>
            <a:graphicFrameLocks noGrp="1"/>
          </p:cNvGraphicFramePr>
          <p:nvPr>
            <p:ph idx="1"/>
            <p:extLst>
              <p:ext uri="{D42A27DB-BD31-4B8C-83A1-F6EECF244321}">
                <p14:modId xmlns:p14="http://schemas.microsoft.com/office/powerpoint/2010/main" val="101418097"/>
              </p:ext>
            </p:extLst>
          </p:nvPr>
        </p:nvGraphicFramePr>
        <p:xfrm>
          <a:off x="284705" y="1290967"/>
          <a:ext cx="6906565" cy="2443480"/>
        </p:xfrm>
        <a:graphic>
          <a:graphicData uri="http://schemas.openxmlformats.org/drawingml/2006/table">
            <a:tbl>
              <a:tblPr>
                <a:effectLst>
                  <a:outerShdw blurRad="50800" dist="38100" dir="18900000" algn="bl" rotWithShape="0">
                    <a:prstClr val="black">
                      <a:alpha val="40000"/>
                    </a:prstClr>
                  </a:outerShdw>
                </a:effectLst>
                <a:tableStyleId>{5C22544A-7EE6-4342-B048-85BDC9FD1C3A}</a:tableStyleId>
              </a:tblPr>
              <a:tblGrid>
                <a:gridCol w="3201720">
                  <a:extLst>
                    <a:ext uri="{9D8B030D-6E8A-4147-A177-3AD203B41FA5}">
                      <a16:colId xmlns:a16="http://schemas.microsoft.com/office/drawing/2014/main" val="2294285776"/>
                    </a:ext>
                  </a:extLst>
                </a:gridCol>
                <a:gridCol w="2035378">
                  <a:extLst>
                    <a:ext uri="{9D8B030D-6E8A-4147-A177-3AD203B41FA5}">
                      <a16:colId xmlns:a16="http://schemas.microsoft.com/office/drawing/2014/main" val="577498525"/>
                    </a:ext>
                  </a:extLst>
                </a:gridCol>
                <a:gridCol w="1669467">
                  <a:extLst>
                    <a:ext uri="{9D8B030D-6E8A-4147-A177-3AD203B41FA5}">
                      <a16:colId xmlns:a16="http://schemas.microsoft.com/office/drawing/2014/main" val="3092006932"/>
                    </a:ext>
                  </a:extLst>
                </a:gridCol>
              </a:tblGrid>
              <a:tr h="305436">
                <a:tc>
                  <a:txBody>
                    <a:bodyPr/>
                    <a:lstStyle/>
                    <a:p>
                      <a:pPr algn="ctr" fontAlgn="ctr"/>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7620" marR="7620" marT="7620" marB="0" anchor="ctr">
                    <a:solidFill>
                      <a:schemeClr val="accent6">
                        <a:lumMod val="20000"/>
                        <a:lumOff val="80000"/>
                      </a:schemeClr>
                    </a:solidFill>
                  </a:tcPr>
                </a:tc>
                <a:tc>
                  <a:txBody>
                    <a:bodyPr/>
                    <a:lstStyle/>
                    <a:p>
                      <a:pPr algn="ctr" fontAlgn="ctr"/>
                      <a:r>
                        <a:rPr lang="en-US" sz="1600" b="1" u="none" strike="noStrike" dirty="0">
                          <a:effectLst/>
                        </a:rPr>
                        <a:t>Logistic Regression</a:t>
                      </a:r>
                      <a:endParaRPr lang="en-US" sz="1600" b="1" i="0" u="none" strike="noStrike" dirty="0">
                        <a:solidFill>
                          <a:srgbClr val="000000"/>
                        </a:solidFill>
                        <a:effectLst/>
                        <a:latin typeface="Calibri" panose="020F0502020204030204" pitchFamily="34" charset="0"/>
                      </a:endParaRPr>
                    </a:p>
                  </a:txBody>
                  <a:tcPr marL="7620" marR="7620" marT="7620" marB="0" anchor="ctr">
                    <a:solidFill>
                      <a:schemeClr val="accent6">
                        <a:lumMod val="20000"/>
                        <a:lumOff val="80000"/>
                      </a:schemeClr>
                    </a:solidFill>
                  </a:tcPr>
                </a:tc>
                <a:tc>
                  <a:txBody>
                    <a:bodyPr/>
                    <a:lstStyle/>
                    <a:p>
                      <a:pPr algn="ctr" fontAlgn="ctr"/>
                      <a:r>
                        <a:rPr lang="en-US" sz="1600" b="1" u="none" strike="noStrike" dirty="0">
                          <a:effectLst/>
                        </a:rPr>
                        <a:t>Random Forest</a:t>
                      </a:r>
                      <a:endParaRPr lang="en-US" sz="1600" b="1" i="0" u="none" strike="noStrike" dirty="0">
                        <a:solidFill>
                          <a:srgbClr val="000000"/>
                        </a:solidFill>
                        <a:effectLst/>
                        <a:latin typeface="Calibri" panose="020F0502020204030204" pitchFamily="34" charset="0"/>
                      </a:endParaRPr>
                    </a:p>
                  </a:txBody>
                  <a:tcPr marL="7620" marR="7620" marT="7620" marB="0" anchor="ctr">
                    <a:solidFill>
                      <a:schemeClr val="accent6">
                        <a:lumMod val="20000"/>
                        <a:lumOff val="80000"/>
                      </a:schemeClr>
                    </a:solidFill>
                  </a:tcPr>
                </a:tc>
                <a:extLst>
                  <a:ext uri="{0D108BD9-81ED-4DB2-BD59-A6C34878D82A}">
                    <a16:rowId xmlns:a16="http://schemas.microsoft.com/office/drawing/2014/main" val="1627132659"/>
                  </a:ext>
                </a:extLst>
              </a:tr>
              <a:tr h="916304">
                <a:tc>
                  <a:txBody>
                    <a:bodyPr/>
                    <a:lstStyle/>
                    <a:p>
                      <a:pPr algn="ctr" fontAlgn="ctr"/>
                      <a:r>
                        <a:rPr lang="en-US" sz="1600" b="1" u="none" strike="noStrike" dirty="0">
                          <a:effectLst/>
                        </a:rPr>
                        <a:t>Stop words removed, lemmatize all, single chars removed</a:t>
                      </a:r>
                      <a:endParaRPr lang="en-US" sz="1600" b="1" i="0" u="none" strike="noStrike" dirty="0">
                        <a:solidFill>
                          <a:srgbClr val="000000"/>
                        </a:solidFill>
                        <a:effectLst/>
                        <a:latin typeface="Calibri" panose="020F0502020204030204" pitchFamily="34" charset="0"/>
                      </a:endParaRPr>
                    </a:p>
                  </a:txBody>
                  <a:tcPr marL="7620" marR="7620" marT="7620" marB="0" anchor="ctr">
                    <a:solidFill>
                      <a:schemeClr val="accent6">
                        <a:lumMod val="20000"/>
                        <a:lumOff val="80000"/>
                      </a:schemeClr>
                    </a:solidFill>
                  </a:tcPr>
                </a:tc>
                <a:tc>
                  <a:txBody>
                    <a:bodyPr/>
                    <a:lstStyle/>
                    <a:p>
                      <a:pPr algn="ctr" fontAlgn="ctr"/>
                      <a:r>
                        <a:rPr lang="en-US" sz="1800" u="none" strike="noStrike" dirty="0">
                          <a:effectLst/>
                        </a:rPr>
                        <a:t>89%</a:t>
                      </a:r>
                      <a:endParaRPr lang="en-US" sz="1800" b="0" i="0" u="none" strike="noStrike" dirty="0">
                        <a:solidFill>
                          <a:srgbClr val="000000"/>
                        </a:solidFill>
                        <a:effectLst/>
                        <a:latin typeface="Calibri" panose="020F0502020204030204" pitchFamily="34" charset="0"/>
                      </a:endParaRPr>
                    </a:p>
                  </a:txBody>
                  <a:tcPr marL="7620" marR="7620" marT="7620" marB="0" anchor="ctr">
                    <a:solidFill>
                      <a:schemeClr val="accent6">
                        <a:lumMod val="20000"/>
                        <a:lumOff val="80000"/>
                      </a:schemeClr>
                    </a:solidFill>
                  </a:tcPr>
                </a:tc>
                <a:tc>
                  <a:txBody>
                    <a:bodyPr/>
                    <a:lstStyle/>
                    <a:p>
                      <a:pPr algn="ctr" fontAlgn="ctr"/>
                      <a:r>
                        <a:rPr lang="en-US" sz="1800" u="none" strike="noStrike">
                          <a:effectLst/>
                        </a:rPr>
                        <a:t>85%</a:t>
                      </a:r>
                      <a:endParaRPr lang="en-US" sz="1800" b="0" i="0" u="none" strike="noStrike">
                        <a:solidFill>
                          <a:srgbClr val="000000"/>
                        </a:solidFill>
                        <a:effectLst/>
                        <a:latin typeface="Calibri" panose="020F0502020204030204" pitchFamily="34" charset="0"/>
                      </a:endParaRPr>
                    </a:p>
                  </a:txBody>
                  <a:tcPr marL="7620" marR="7620" marT="7620" marB="0" anchor="ctr">
                    <a:solidFill>
                      <a:schemeClr val="accent6">
                        <a:lumMod val="20000"/>
                        <a:lumOff val="80000"/>
                      </a:schemeClr>
                    </a:solidFill>
                  </a:tcPr>
                </a:tc>
                <a:extLst>
                  <a:ext uri="{0D108BD9-81ED-4DB2-BD59-A6C34878D82A}">
                    <a16:rowId xmlns:a16="http://schemas.microsoft.com/office/drawing/2014/main" val="2261592686"/>
                  </a:ext>
                </a:extLst>
              </a:tr>
              <a:tr h="305436">
                <a:tc>
                  <a:txBody>
                    <a:bodyPr/>
                    <a:lstStyle/>
                    <a:p>
                      <a:pPr algn="ctr" fontAlgn="ctr"/>
                      <a:r>
                        <a:rPr lang="en-US" sz="1600" b="1" u="none" strike="noStrike" dirty="0">
                          <a:effectLst/>
                        </a:rPr>
                        <a:t>lemmatize &gt; 3, rest same as above</a:t>
                      </a:r>
                      <a:endParaRPr lang="en-US" sz="1600" b="1" i="0" u="none" strike="noStrike" dirty="0">
                        <a:solidFill>
                          <a:srgbClr val="000000"/>
                        </a:solidFill>
                        <a:effectLst/>
                        <a:latin typeface="Calibri" panose="020F0502020204030204" pitchFamily="34" charset="0"/>
                      </a:endParaRPr>
                    </a:p>
                  </a:txBody>
                  <a:tcPr marL="7620" marR="7620" marT="7620" marB="0" anchor="ctr">
                    <a:solidFill>
                      <a:schemeClr val="accent6">
                        <a:lumMod val="20000"/>
                        <a:lumOff val="80000"/>
                      </a:schemeClr>
                    </a:solidFill>
                  </a:tcPr>
                </a:tc>
                <a:tc>
                  <a:txBody>
                    <a:bodyPr/>
                    <a:lstStyle/>
                    <a:p>
                      <a:pPr algn="ctr" fontAlgn="ctr"/>
                      <a:r>
                        <a:rPr lang="en-US" sz="1800" u="none" strike="noStrike" dirty="0">
                          <a:effectLst/>
                        </a:rPr>
                        <a:t>83%</a:t>
                      </a:r>
                      <a:endParaRPr lang="en-US" sz="1800" b="0" i="0" u="none" strike="noStrike" dirty="0">
                        <a:solidFill>
                          <a:srgbClr val="000000"/>
                        </a:solidFill>
                        <a:effectLst/>
                        <a:latin typeface="Calibri" panose="020F0502020204030204" pitchFamily="34" charset="0"/>
                      </a:endParaRPr>
                    </a:p>
                  </a:txBody>
                  <a:tcPr marL="7620" marR="7620" marT="7620" marB="0" anchor="ctr">
                    <a:solidFill>
                      <a:schemeClr val="accent6">
                        <a:lumMod val="20000"/>
                        <a:lumOff val="80000"/>
                      </a:schemeClr>
                    </a:solidFill>
                  </a:tcPr>
                </a:tc>
                <a:tc>
                  <a:txBody>
                    <a:bodyPr/>
                    <a:lstStyle/>
                    <a:p>
                      <a:pPr algn="ctr" fontAlgn="ctr"/>
                      <a:r>
                        <a:rPr lang="en-US" sz="1800" u="none" strike="noStrike">
                          <a:effectLst/>
                        </a:rPr>
                        <a:t> </a:t>
                      </a:r>
                      <a:endParaRPr lang="en-US" sz="1800" b="0" i="0" u="none" strike="noStrike">
                        <a:solidFill>
                          <a:srgbClr val="000000"/>
                        </a:solidFill>
                        <a:effectLst/>
                        <a:latin typeface="Calibri" panose="020F0502020204030204" pitchFamily="34" charset="0"/>
                      </a:endParaRPr>
                    </a:p>
                  </a:txBody>
                  <a:tcPr marL="7620" marR="7620" marT="7620" marB="0" anchor="ctr">
                    <a:solidFill>
                      <a:schemeClr val="accent6">
                        <a:lumMod val="20000"/>
                        <a:lumOff val="80000"/>
                      </a:schemeClr>
                    </a:solidFill>
                  </a:tcPr>
                </a:tc>
                <a:extLst>
                  <a:ext uri="{0D108BD9-81ED-4DB2-BD59-A6C34878D82A}">
                    <a16:rowId xmlns:a16="http://schemas.microsoft.com/office/drawing/2014/main" val="1584067823"/>
                  </a:ext>
                </a:extLst>
              </a:tr>
              <a:tr h="916304">
                <a:tc>
                  <a:txBody>
                    <a:bodyPr/>
                    <a:lstStyle/>
                    <a:p>
                      <a:pPr algn="ctr" fontAlgn="ctr"/>
                      <a:r>
                        <a:rPr lang="en-US" sz="1600" b="1" u="none" strike="noStrike" dirty="0">
                          <a:effectLst/>
                        </a:rPr>
                        <a:t>Stop words removed, lemmatize &gt; 3, single char and double chars removed</a:t>
                      </a:r>
                      <a:endParaRPr lang="en-US" sz="1600" b="1" i="0" u="none" strike="noStrike" dirty="0">
                        <a:solidFill>
                          <a:srgbClr val="000000"/>
                        </a:solidFill>
                        <a:effectLst/>
                        <a:latin typeface="Calibri" panose="020F0502020204030204" pitchFamily="34" charset="0"/>
                      </a:endParaRPr>
                    </a:p>
                  </a:txBody>
                  <a:tcPr marL="7620" marR="7620" marT="7620" marB="0" anchor="ctr">
                    <a:solidFill>
                      <a:schemeClr val="accent6">
                        <a:lumMod val="20000"/>
                        <a:lumOff val="80000"/>
                      </a:schemeClr>
                    </a:solidFill>
                  </a:tcPr>
                </a:tc>
                <a:tc>
                  <a:txBody>
                    <a:bodyPr/>
                    <a:lstStyle/>
                    <a:p>
                      <a:pPr algn="ctr" fontAlgn="ctr"/>
                      <a:r>
                        <a:rPr lang="en-US" sz="1800" u="none" strike="noStrike" dirty="0">
                          <a:effectLst/>
                        </a:rPr>
                        <a:t>86.6%*</a:t>
                      </a:r>
                      <a:endParaRPr lang="en-US" sz="1800" b="0" i="0" u="none" strike="noStrike" dirty="0">
                        <a:solidFill>
                          <a:srgbClr val="000000"/>
                        </a:solidFill>
                        <a:effectLst/>
                        <a:latin typeface="Calibri" panose="020F0502020204030204" pitchFamily="34" charset="0"/>
                      </a:endParaRPr>
                    </a:p>
                  </a:txBody>
                  <a:tcPr marL="7620" marR="7620" marT="7620" marB="0" anchor="ctr">
                    <a:solidFill>
                      <a:schemeClr val="accent6">
                        <a:lumMod val="20000"/>
                        <a:lumOff val="80000"/>
                      </a:schemeClr>
                    </a:solidFill>
                  </a:tcPr>
                </a:tc>
                <a:tc>
                  <a:txBody>
                    <a:bodyPr/>
                    <a:lstStyle/>
                    <a:p>
                      <a:pPr algn="ctr" fontAlgn="ctr"/>
                      <a:r>
                        <a:rPr lang="en-US" sz="1800" u="none" strike="noStrike" dirty="0">
                          <a:effectLst/>
                        </a:rPr>
                        <a:t> </a:t>
                      </a:r>
                      <a:endParaRPr lang="en-US" sz="1800" b="0" i="0" u="none" strike="noStrike" dirty="0">
                        <a:solidFill>
                          <a:srgbClr val="000000"/>
                        </a:solidFill>
                        <a:effectLst/>
                        <a:latin typeface="Calibri" panose="020F0502020204030204" pitchFamily="34" charset="0"/>
                      </a:endParaRPr>
                    </a:p>
                  </a:txBody>
                  <a:tcPr marL="7620" marR="7620" marT="7620" marB="0" anchor="ctr">
                    <a:solidFill>
                      <a:schemeClr val="accent6">
                        <a:lumMod val="20000"/>
                        <a:lumOff val="80000"/>
                      </a:schemeClr>
                    </a:solidFill>
                  </a:tcPr>
                </a:tc>
                <a:extLst>
                  <a:ext uri="{0D108BD9-81ED-4DB2-BD59-A6C34878D82A}">
                    <a16:rowId xmlns:a16="http://schemas.microsoft.com/office/drawing/2014/main" val="1796200635"/>
                  </a:ext>
                </a:extLst>
              </a:tr>
            </a:tbl>
          </a:graphicData>
        </a:graphic>
      </p:graphicFrame>
      <p:sp>
        <p:nvSpPr>
          <p:cNvPr id="6" name="TextBox 5">
            <a:extLst>
              <a:ext uri="{FF2B5EF4-FFF2-40B4-BE49-F238E27FC236}">
                <a16:creationId xmlns:a16="http://schemas.microsoft.com/office/drawing/2014/main" id="{04EB3EC8-B516-43CD-8FD6-D02AE1E876E4}"/>
              </a:ext>
            </a:extLst>
          </p:cNvPr>
          <p:cNvSpPr txBox="1"/>
          <p:nvPr/>
        </p:nvSpPr>
        <p:spPr>
          <a:xfrm>
            <a:off x="3737987" y="3657503"/>
            <a:ext cx="2150347" cy="307777"/>
          </a:xfrm>
          <a:prstGeom prst="rect">
            <a:avLst/>
          </a:prstGeom>
          <a:noFill/>
        </p:spPr>
        <p:txBody>
          <a:bodyPr wrap="square" rtlCol="0">
            <a:spAutoFit/>
          </a:bodyPr>
          <a:lstStyle/>
          <a:p>
            <a:r>
              <a:rPr lang="en-US" sz="1400" i="1" dirty="0"/>
              <a:t>*convergence warning</a:t>
            </a:r>
          </a:p>
        </p:txBody>
      </p:sp>
      <p:sp>
        <p:nvSpPr>
          <p:cNvPr id="7" name="TextBox 6">
            <a:extLst>
              <a:ext uri="{FF2B5EF4-FFF2-40B4-BE49-F238E27FC236}">
                <a16:creationId xmlns:a16="http://schemas.microsoft.com/office/drawing/2014/main" id="{FF2D3DB6-A281-40B2-A59E-84400A14D43D}"/>
              </a:ext>
            </a:extLst>
          </p:cNvPr>
          <p:cNvSpPr txBox="1"/>
          <p:nvPr/>
        </p:nvSpPr>
        <p:spPr>
          <a:xfrm>
            <a:off x="7439128" y="1305192"/>
            <a:ext cx="4468167" cy="2031325"/>
          </a:xfrm>
          <a:prstGeom prst="rect">
            <a:avLst/>
          </a:prstGeom>
          <a:noFill/>
          <a:ln>
            <a:solidFill>
              <a:schemeClr val="tx1"/>
            </a:solidFill>
          </a:ln>
        </p:spPr>
        <p:txBody>
          <a:bodyPr wrap="square" rtlCol="0">
            <a:spAutoFit/>
          </a:bodyPr>
          <a:lstStyle/>
          <a:p>
            <a:pPr marL="285750" indent="-285750">
              <a:buFont typeface="Arial" panose="020B0604020202020204" pitchFamily="34" charset="0"/>
              <a:buChar char="•"/>
            </a:pPr>
            <a:r>
              <a:rPr lang="en-US" dirty="0"/>
              <a:t>Few 2 char words which were earlier lemmatized and reduced to single char were getting removed, but which is not the case now. </a:t>
            </a:r>
          </a:p>
          <a:p>
            <a:pPr marL="285750" indent="-285750">
              <a:buFont typeface="Arial" panose="020B0604020202020204" pitchFamily="34" charset="0"/>
              <a:buChar char="•"/>
            </a:pPr>
            <a:r>
              <a:rPr lang="en-US" dirty="0"/>
              <a:t>On removing 2 char words, its not converging because of following classes:</a:t>
            </a:r>
          </a:p>
          <a:p>
            <a:pPr marL="742950" lvl="1" indent="-285750">
              <a:buFont typeface="Arial" panose="020B0604020202020204" pitchFamily="34" charset="0"/>
              <a:buChar char="•"/>
            </a:pPr>
            <a:endParaRPr lang="en-US" dirty="0"/>
          </a:p>
        </p:txBody>
      </p:sp>
      <p:graphicFrame>
        <p:nvGraphicFramePr>
          <p:cNvPr id="8" name="Table 8">
            <a:extLst>
              <a:ext uri="{FF2B5EF4-FFF2-40B4-BE49-F238E27FC236}">
                <a16:creationId xmlns:a16="http://schemas.microsoft.com/office/drawing/2014/main" id="{B560DC5F-7347-4737-8AB0-E3A4F3175881}"/>
              </a:ext>
            </a:extLst>
          </p:cNvPr>
          <p:cNvGraphicFramePr>
            <a:graphicFrameLocks noGrp="1"/>
          </p:cNvGraphicFramePr>
          <p:nvPr>
            <p:extLst>
              <p:ext uri="{D42A27DB-BD31-4B8C-83A1-F6EECF244321}">
                <p14:modId xmlns:p14="http://schemas.microsoft.com/office/powerpoint/2010/main" val="706537608"/>
              </p:ext>
            </p:extLst>
          </p:nvPr>
        </p:nvGraphicFramePr>
        <p:xfrm>
          <a:off x="4893547" y="4042224"/>
          <a:ext cx="7013748" cy="2443480"/>
        </p:xfrm>
        <a:graphic>
          <a:graphicData uri="http://schemas.openxmlformats.org/drawingml/2006/table">
            <a:tbl>
              <a:tblPr firstRow="1" bandRow="1">
                <a:tableStyleId>{5C22544A-7EE6-4342-B048-85BDC9FD1C3A}</a:tableStyleId>
              </a:tblPr>
              <a:tblGrid>
                <a:gridCol w="1753437">
                  <a:extLst>
                    <a:ext uri="{9D8B030D-6E8A-4147-A177-3AD203B41FA5}">
                      <a16:colId xmlns:a16="http://schemas.microsoft.com/office/drawing/2014/main" val="2987254583"/>
                    </a:ext>
                  </a:extLst>
                </a:gridCol>
                <a:gridCol w="1753437">
                  <a:extLst>
                    <a:ext uri="{9D8B030D-6E8A-4147-A177-3AD203B41FA5}">
                      <a16:colId xmlns:a16="http://schemas.microsoft.com/office/drawing/2014/main" val="4166749575"/>
                    </a:ext>
                  </a:extLst>
                </a:gridCol>
                <a:gridCol w="1753437">
                  <a:extLst>
                    <a:ext uri="{9D8B030D-6E8A-4147-A177-3AD203B41FA5}">
                      <a16:colId xmlns:a16="http://schemas.microsoft.com/office/drawing/2014/main" val="149872516"/>
                    </a:ext>
                  </a:extLst>
                </a:gridCol>
                <a:gridCol w="1753437">
                  <a:extLst>
                    <a:ext uri="{9D8B030D-6E8A-4147-A177-3AD203B41FA5}">
                      <a16:colId xmlns:a16="http://schemas.microsoft.com/office/drawing/2014/main" val="678815580"/>
                    </a:ext>
                  </a:extLst>
                </a:gridCol>
              </a:tblGrid>
              <a:tr h="370840">
                <a:tc>
                  <a:txBody>
                    <a:bodyPr/>
                    <a:lstStyle/>
                    <a:p>
                      <a:pPr algn="ctr"/>
                      <a:r>
                        <a:rPr lang="en-US" sz="1600" dirty="0"/>
                        <a:t>Class</a:t>
                      </a:r>
                    </a:p>
                  </a:txBody>
                  <a:tcPr/>
                </a:tc>
                <a:tc>
                  <a:txBody>
                    <a:bodyPr/>
                    <a:lstStyle/>
                    <a:p>
                      <a:pPr algn="ctr"/>
                      <a:r>
                        <a:rPr lang="en-US" sz="1600" dirty="0"/>
                        <a:t>Most imp feature</a:t>
                      </a:r>
                    </a:p>
                  </a:txBody>
                  <a:tcPr/>
                </a:tc>
                <a:tc>
                  <a:txBody>
                    <a:bodyPr/>
                    <a:lstStyle/>
                    <a:p>
                      <a:pPr algn="ctr"/>
                      <a:r>
                        <a:rPr lang="en-US" sz="1600" dirty="0" err="1"/>
                        <a:t>LR_Coefficient</a:t>
                      </a:r>
                      <a:endParaRPr lang="en-US" sz="1600" dirty="0"/>
                    </a:p>
                  </a:txBody>
                  <a:tcPr/>
                </a:tc>
                <a:tc>
                  <a:txBody>
                    <a:bodyPr/>
                    <a:lstStyle/>
                    <a:p>
                      <a:pPr algn="ctr"/>
                      <a:r>
                        <a:rPr lang="en-US" sz="1600" dirty="0"/>
                        <a:t>No of data points</a:t>
                      </a:r>
                    </a:p>
                  </a:txBody>
                  <a:tcPr/>
                </a:tc>
                <a:extLst>
                  <a:ext uri="{0D108BD9-81ED-4DB2-BD59-A6C34878D82A}">
                    <a16:rowId xmlns:a16="http://schemas.microsoft.com/office/drawing/2014/main" val="4249240831"/>
                  </a:ext>
                </a:extLst>
              </a:tr>
              <a:tr h="370840">
                <a:tc>
                  <a:txBody>
                    <a:bodyPr/>
                    <a:lstStyle/>
                    <a:p>
                      <a:pPr algn="ctr"/>
                      <a:r>
                        <a:rPr lang="it-IT" sz="1400" dirty="0"/>
                        <a:t>LETTUCE_LETTUCE BOATS</a:t>
                      </a:r>
                      <a:endParaRPr lang="en-US" sz="1400" dirty="0"/>
                    </a:p>
                  </a:txBody>
                  <a:tcPr/>
                </a:tc>
                <a:tc>
                  <a:txBody>
                    <a:bodyPr/>
                    <a:lstStyle/>
                    <a:p>
                      <a:pPr algn="ctr"/>
                      <a:r>
                        <a:rPr lang="it-IT" sz="1400" dirty="0"/>
                        <a:t>hg</a:t>
                      </a:r>
                      <a:endParaRPr lang="en-US" sz="1400" dirty="0"/>
                    </a:p>
                  </a:txBody>
                  <a:tcPr/>
                </a:tc>
                <a:tc>
                  <a:txBody>
                    <a:bodyPr/>
                    <a:lstStyle/>
                    <a:p>
                      <a:pPr algn="ctr"/>
                      <a:r>
                        <a:rPr lang="it-IT" sz="1400" dirty="0"/>
                        <a:t>11.5505</a:t>
                      </a:r>
                      <a:endParaRPr lang="en-US" sz="1400" dirty="0"/>
                    </a:p>
                  </a:txBody>
                  <a:tcPr/>
                </a:tc>
                <a:tc>
                  <a:txBody>
                    <a:bodyPr/>
                    <a:lstStyle/>
                    <a:p>
                      <a:pPr algn="ctr"/>
                      <a:r>
                        <a:rPr lang="en-US" sz="1400" dirty="0"/>
                        <a:t>1</a:t>
                      </a:r>
                    </a:p>
                  </a:txBody>
                  <a:tcPr/>
                </a:tc>
                <a:extLst>
                  <a:ext uri="{0D108BD9-81ED-4DB2-BD59-A6C34878D82A}">
                    <a16:rowId xmlns:a16="http://schemas.microsoft.com/office/drawing/2014/main" val="1673809162"/>
                  </a:ext>
                </a:extLst>
              </a:tr>
              <a:tr h="370840">
                <a:tc>
                  <a:txBody>
                    <a:bodyPr/>
                    <a:lstStyle/>
                    <a:p>
                      <a:pPr algn="ctr"/>
                      <a:r>
                        <a:rPr lang="en-US" sz="1400" dirty="0"/>
                        <a:t>HERBS_HERB THAI BASIL</a:t>
                      </a:r>
                    </a:p>
                  </a:txBody>
                  <a:tcPr/>
                </a:tc>
                <a:tc>
                  <a:txBody>
                    <a:bodyPr/>
                    <a:lstStyle/>
                    <a:p>
                      <a:pPr algn="ctr"/>
                      <a:r>
                        <a:rPr lang="en-US" sz="1400" dirty="0" err="1"/>
                        <a:t>og</a:t>
                      </a:r>
                      <a:endParaRPr lang="en-US" sz="1400" dirty="0"/>
                    </a:p>
                  </a:txBody>
                  <a:tcPr/>
                </a:tc>
                <a:tc>
                  <a:txBody>
                    <a:bodyPr/>
                    <a:lstStyle/>
                    <a:p>
                      <a:pPr algn="ctr"/>
                      <a:r>
                        <a:rPr lang="en-US" sz="1400" dirty="0"/>
                        <a:t>20.6661</a:t>
                      </a:r>
                    </a:p>
                  </a:txBody>
                  <a:tcPr/>
                </a:tc>
                <a:tc>
                  <a:txBody>
                    <a:bodyPr/>
                    <a:lstStyle/>
                    <a:p>
                      <a:pPr algn="ctr"/>
                      <a:r>
                        <a:rPr lang="en-US" sz="1400" dirty="0"/>
                        <a:t>3</a:t>
                      </a:r>
                    </a:p>
                  </a:txBody>
                  <a:tcPr/>
                </a:tc>
                <a:extLst>
                  <a:ext uri="{0D108BD9-81ED-4DB2-BD59-A6C34878D82A}">
                    <a16:rowId xmlns:a16="http://schemas.microsoft.com/office/drawing/2014/main" val="2340748458"/>
                  </a:ext>
                </a:extLst>
              </a:tr>
              <a:tr h="370840">
                <a:tc>
                  <a:txBody>
                    <a:bodyPr/>
                    <a:lstStyle/>
                    <a:p>
                      <a:pPr algn="ctr"/>
                      <a:r>
                        <a:rPr lang="en-US" sz="1400" dirty="0"/>
                        <a:t>CUT FRUIT PACKAGED_VA VEG</a:t>
                      </a:r>
                    </a:p>
                  </a:txBody>
                  <a:tcPr/>
                </a:tc>
                <a:tc>
                  <a:txBody>
                    <a:bodyPr/>
                    <a:lstStyle/>
                    <a:p>
                      <a:pPr algn="ctr"/>
                      <a:r>
                        <a:rPr lang="en-US" sz="1400" dirty="0" err="1"/>
                        <a:t>va</a:t>
                      </a:r>
                      <a:endParaRPr lang="en-US" sz="1400" dirty="0"/>
                    </a:p>
                  </a:txBody>
                  <a:tcPr/>
                </a:tc>
                <a:tc>
                  <a:txBody>
                    <a:bodyPr/>
                    <a:lstStyle/>
                    <a:p>
                      <a:pPr algn="ctr"/>
                      <a:r>
                        <a:rPr lang="en-US" sz="1400" dirty="0"/>
                        <a:t>20.4205</a:t>
                      </a:r>
                    </a:p>
                  </a:txBody>
                  <a:tcPr/>
                </a:tc>
                <a:tc>
                  <a:txBody>
                    <a:bodyPr/>
                    <a:lstStyle/>
                    <a:p>
                      <a:pPr algn="ctr"/>
                      <a:r>
                        <a:rPr lang="en-US" sz="1400" dirty="0"/>
                        <a:t>79</a:t>
                      </a:r>
                    </a:p>
                  </a:txBody>
                  <a:tcPr/>
                </a:tc>
                <a:extLst>
                  <a:ext uri="{0D108BD9-81ED-4DB2-BD59-A6C34878D82A}">
                    <a16:rowId xmlns:a16="http://schemas.microsoft.com/office/drawing/2014/main" val="2165898335"/>
                  </a:ext>
                </a:extLst>
              </a:tr>
              <a:tr h="370840">
                <a:tc>
                  <a:txBody>
                    <a:bodyPr/>
                    <a:lstStyle/>
                    <a:p>
                      <a:pPr algn="ctr"/>
                      <a:r>
                        <a:rPr lang="en-US" sz="1400" dirty="0"/>
                        <a:t>CARROTS_CARROT BABY WHOLE</a:t>
                      </a:r>
                    </a:p>
                  </a:txBody>
                  <a:tcPr/>
                </a:tc>
                <a:tc>
                  <a:txBody>
                    <a:bodyPr/>
                    <a:lstStyle/>
                    <a:p>
                      <a:pPr algn="ctr"/>
                      <a:r>
                        <a:rPr lang="en-US" sz="1400" dirty="0"/>
                        <a:t>bp</a:t>
                      </a:r>
                    </a:p>
                  </a:txBody>
                  <a:tcPr/>
                </a:tc>
                <a:tc>
                  <a:txBody>
                    <a:bodyPr/>
                    <a:lstStyle/>
                    <a:p>
                      <a:pPr algn="ctr"/>
                      <a:r>
                        <a:rPr lang="en-US" sz="1400" dirty="0"/>
                        <a:t>21.3411</a:t>
                      </a:r>
                    </a:p>
                  </a:txBody>
                  <a:tcPr/>
                </a:tc>
                <a:tc>
                  <a:txBody>
                    <a:bodyPr/>
                    <a:lstStyle/>
                    <a:p>
                      <a:pPr algn="ctr"/>
                      <a:r>
                        <a:rPr lang="en-US" sz="1400" dirty="0"/>
                        <a:t>175</a:t>
                      </a:r>
                    </a:p>
                  </a:txBody>
                  <a:tcPr/>
                </a:tc>
                <a:extLst>
                  <a:ext uri="{0D108BD9-81ED-4DB2-BD59-A6C34878D82A}">
                    <a16:rowId xmlns:a16="http://schemas.microsoft.com/office/drawing/2014/main" val="1839268207"/>
                  </a:ext>
                </a:extLst>
              </a:tr>
            </a:tbl>
          </a:graphicData>
        </a:graphic>
      </p:graphicFrame>
      <p:sp>
        <p:nvSpPr>
          <p:cNvPr id="9" name="Star: 6 Points 8">
            <a:extLst>
              <a:ext uri="{FF2B5EF4-FFF2-40B4-BE49-F238E27FC236}">
                <a16:creationId xmlns:a16="http://schemas.microsoft.com/office/drawing/2014/main" id="{24BAC299-7D1A-409C-BD72-9858204C40D7}"/>
              </a:ext>
            </a:extLst>
          </p:cNvPr>
          <p:cNvSpPr/>
          <p:nvPr/>
        </p:nvSpPr>
        <p:spPr>
          <a:xfrm>
            <a:off x="622998" y="3888335"/>
            <a:ext cx="3114989" cy="2443480"/>
          </a:xfrm>
          <a:prstGeom prst="star6">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a:t>bp: baby peeled</a:t>
            </a:r>
          </a:p>
          <a:p>
            <a:pPr algn="ctr"/>
            <a:r>
              <a:rPr lang="en-US" dirty="0" err="1"/>
              <a:t>va</a:t>
            </a:r>
            <a:r>
              <a:rPr lang="en-US" dirty="0"/>
              <a:t>: value added</a:t>
            </a:r>
          </a:p>
        </p:txBody>
      </p:sp>
    </p:spTree>
    <p:extLst>
      <p:ext uri="{BB962C8B-B14F-4D97-AF65-F5344CB8AC3E}">
        <p14:creationId xmlns:p14="http://schemas.microsoft.com/office/powerpoint/2010/main" val="1979032966"/>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13E85-2CA6-4779-A7CC-35D3EC2F2D61}"/>
              </a:ext>
            </a:extLst>
          </p:cNvPr>
          <p:cNvSpPr>
            <a:spLocks noGrp="1"/>
          </p:cNvSpPr>
          <p:nvPr>
            <p:ph type="title"/>
          </p:nvPr>
        </p:nvSpPr>
        <p:spPr>
          <a:xfrm>
            <a:off x="286378" y="187402"/>
            <a:ext cx="10515600" cy="519500"/>
          </a:xfrm>
        </p:spPr>
        <p:txBody>
          <a:bodyPr>
            <a:normAutofit fontScale="90000"/>
          </a:bodyPr>
          <a:lstStyle/>
          <a:p>
            <a:r>
              <a:rPr lang="en-US" dirty="0"/>
              <a:t>Feature cleaning</a:t>
            </a:r>
          </a:p>
        </p:txBody>
      </p:sp>
      <p:graphicFrame>
        <p:nvGraphicFramePr>
          <p:cNvPr id="4" name="Diagram 3">
            <a:extLst>
              <a:ext uri="{FF2B5EF4-FFF2-40B4-BE49-F238E27FC236}">
                <a16:creationId xmlns:a16="http://schemas.microsoft.com/office/drawing/2014/main" id="{C86A0575-8A35-4C60-A596-ED06D65CEDE3}"/>
              </a:ext>
            </a:extLst>
          </p:cNvPr>
          <p:cNvGraphicFramePr/>
          <p:nvPr>
            <p:extLst>
              <p:ext uri="{D42A27DB-BD31-4B8C-83A1-F6EECF244321}">
                <p14:modId xmlns:p14="http://schemas.microsoft.com/office/powerpoint/2010/main" val="2337077841"/>
              </p:ext>
            </p:extLst>
          </p:nvPr>
        </p:nvGraphicFramePr>
        <p:xfrm>
          <a:off x="432080" y="900536"/>
          <a:ext cx="11224008" cy="55103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73944153"/>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D9612E-AB40-4CE5-B2A2-40FE9929DA52}"/>
              </a:ext>
            </a:extLst>
          </p:cNvPr>
          <p:cNvSpPr>
            <a:spLocks noGrp="1"/>
          </p:cNvSpPr>
          <p:nvPr>
            <p:ph type="title"/>
          </p:nvPr>
        </p:nvSpPr>
        <p:spPr>
          <a:xfrm>
            <a:off x="457200" y="274320"/>
            <a:ext cx="10515600" cy="790805"/>
          </a:xfrm>
        </p:spPr>
        <p:txBody>
          <a:bodyPr/>
          <a:lstStyle/>
          <a:p>
            <a:r>
              <a:rPr lang="en-US" dirty="0"/>
              <a:t>Manually found incorrect features</a:t>
            </a:r>
          </a:p>
        </p:txBody>
      </p:sp>
      <p:sp>
        <p:nvSpPr>
          <p:cNvPr id="3" name="Content Placeholder 2">
            <a:extLst>
              <a:ext uri="{FF2B5EF4-FFF2-40B4-BE49-F238E27FC236}">
                <a16:creationId xmlns:a16="http://schemas.microsoft.com/office/drawing/2014/main" id="{E997DCDD-2D4C-4B36-8261-BD0C61D9B95F}"/>
              </a:ext>
            </a:extLst>
          </p:cNvPr>
          <p:cNvSpPr>
            <a:spLocks noGrp="1"/>
          </p:cNvSpPr>
          <p:nvPr>
            <p:ph idx="1"/>
          </p:nvPr>
        </p:nvSpPr>
        <p:spPr>
          <a:xfrm>
            <a:off x="457200" y="1205803"/>
            <a:ext cx="11198888" cy="3868616"/>
          </a:xfrm>
          <a:ln>
            <a:solidFill>
              <a:schemeClr val="tx1"/>
            </a:solidFill>
          </a:ln>
          <a:effectLst>
            <a:glow rad="63500">
              <a:schemeClr val="accent5">
                <a:satMod val="175000"/>
                <a:alpha val="40000"/>
              </a:schemeClr>
            </a:glow>
          </a:effectLst>
        </p:spPr>
        <p:txBody>
          <a:bodyPr numCol="3">
            <a:normAutofit lnSpcReduction="10000"/>
          </a:bodyPr>
          <a:lstStyle/>
          <a:p>
            <a:pPr marL="342900" indent="-342900">
              <a:buFont typeface="+mj-lt"/>
              <a:buAutoNum type="arabicPeriod"/>
            </a:pPr>
            <a:r>
              <a:rPr lang="en-US" sz="1800" b="0" dirty="0"/>
              <a:t>Almd – almond</a:t>
            </a:r>
          </a:p>
          <a:p>
            <a:pPr marL="342900" indent="-342900">
              <a:buFont typeface="+mj-lt"/>
              <a:buAutoNum type="arabicPeriod"/>
            </a:pPr>
            <a:r>
              <a:rPr lang="en-US" sz="1800" b="0" dirty="0" err="1"/>
              <a:t>Bacn</a:t>
            </a:r>
            <a:r>
              <a:rPr lang="en-US" sz="1800" b="0" dirty="0"/>
              <a:t> – bacon</a:t>
            </a:r>
          </a:p>
          <a:p>
            <a:pPr marL="342900" indent="-342900">
              <a:buFont typeface="+mj-lt"/>
              <a:buAutoNum type="arabicPeriod"/>
            </a:pPr>
            <a:r>
              <a:rPr lang="en-US" sz="1800" b="0" dirty="0"/>
              <a:t>Blu – blue</a:t>
            </a:r>
          </a:p>
          <a:p>
            <a:pPr marL="342900" indent="-342900">
              <a:buFont typeface="+mj-lt"/>
              <a:buAutoNum type="arabicPeriod"/>
            </a:pPr>
            <a:r>
              <a:rPr lang="en-US" sz="1800" b="0" dirty="0"/>
              <a:t>Bleu – blue</a:t>
            </a:r>
          </a:p>
          <a:p>
            <a:pPr marL="342900" indent="-342900">
              <a:buFont typeface="+mj-lt"/>
              <a:buAutoNum type="arabicPeriod"/>
            </a:pPr>
            <a:r>
              <a:rPr lang="en-US" sz="1800" b="0" dirty="0"/>
              <a:t>Blk - bulk</a:t>
            </a:r>
          </a:p>
          <a:p>
            <a:pPr marL="342900" indent="-342900">
              <a:buFont typeface="+mj-lt"/>
              <a:buAutoNum type="arabicPeriod"/>
            </a:pPr>
            <a:r>
              <a:rPr lang="en-US" sz="1800" b="0" dirty="0" err="1"/>
              <a:t>Cartn</a:t>
            </a:r>
            <a:r>
              <a:rPr lang="en-US" sz="1800" b="0" dirty="0"/>
              <a:t> – carton</a:t>
            </a:r>
          </a:p>
          <a:p>
            <a:pPr marL="342900" indent="-342900">
              <a:buFont typeface="+mj-lt"/>
              <a:buAutoNum type="arabicPeriod"/>
            </a:pPr>
            <a:r>
              <a:rPr lang="en-US" sz="1800" b="0" dirty="0" err="1"/>
              <a:t>Ccandy</a:t>
            </a:r>
            <a:r>
              <a:rPr lang="en-US" sz="1800" b="0" dirty="0"/>
              <a:t> – candy</a:t>
            </a:r>
          </a:p>
          <a:p>
            <a:pPr marL="342900" indent="-342900">
              <a:buFont typeface="+mj-lt"/>
              <a:buAutoNum type="arabicPeriod"/>
            </a:pPr>
            <a:r>
              <a:rPr lang="en-US" sz="1800" b="0" dirty="0" err="1"/>
              <a:t>Carn</a:t>
            </a:r>
            <a:r>
              <a:rPr lang="en-US" sz="1800" b="0" dirty="0"/>
              <a:t> – </a:t>
            </a:r>
            <a:r>
              <a:rPr lang="en-US" sz="1800" b="0" dirty="0" err="1"/>
              <a:t>carns</a:t>
            </a:r>
            <a:endParaRPr lang="en-US" sz="1800" b="0" dirty="0"/>
          </a:p>
          <a:p>
            <a:pPr marL="342900" indent="-342900">
              <a:buFont typeface="+mj-lt"/>
              <a:buAutoNum type="arabicPeriod"/>
            </a:pPr>
            <a:r>
              <a:rPr lang="en-US" sz="1800" b="0" dirty="0" err="1"/>
              <a:t>Chickn</a:t>
            </a:r>
            <a:r>
              <a:rPr lang="en-US" sz="1800" b="0" dirty="0"/>
              <a:t> – chicken</a:t>
            </a:r>
          </a:p>
          <a:p>
            <a:pPr marL="342900" indent="-342900">
              <a:buFont typeface="+mj-lt"/>
              <a:buAutoNum type="arabicPeriod"/>
            </a:pPr>
            <a:r>
              <a:rPr lang="en-US" sz="1800" b="0" dirty="0"/>
              <a:t>Chili – chilies</a:t>
            </a:r>
          </a:p>
          <a:p>
            <a:pPr marL="342900" indent="-342900">
              <a:buFont typeface="+mj-lt"/>
              <a:buAutoNum type="arabicPeriod"/>
            </a:pPr>
            <a:r>
              <a:rPr lang="en-US" sz="1800" b="0" dirty="0" err="1"/>
              <a:t>Chnk</a:t>
            </a:r>
            <a:r>
              <a:rPr lang="en-US" sz="1800" b="0" dirty="0"/>
              <a:t> – </a:t>
            </a:r>
            <a:r>
              <a:rPr lang="en-US" sz="1800" b="0" dirty="0" err="1"/>
              <a:t>chnks</a:t>
            </a:r>
            <a:endParaRPr lang="en-US" sz="1800" b="0" dirty="0"/>
          </a:p>
          <a:p>
            <a:pPr marL="342900" indent="-342900">
              <a:buFont typeface="+mj-lt"/>
              <a:buAutoNum type="arabicPeriod"/>
            </a:pPr>
            <a:r>
              <a:rPr lang="en-US" sz="1800" b="0" dirty="0"/>
              <a:t>Choc – chocolate</a:t>
            </a:r>
          </a:p>
          <a:p>
            <a:pPr marL="342900" indent="-342900">
              <a:buFont typeface="+mj-lt"/>
              <a:buAutoNum type="arabicPeriod"/>
            </a:pPr>
            <a:r>
              <a:rPr lang="en-US" sz="1800" b="0" dirty="0" err="1"/>
              <a:t>Choppd</a:t>
            </a:r>
            <a:r>
              <a:rPr lang="en-US" sz="1800" b="0" dirty="0"/>
              <a:t> – chopped</a:t>
            </a:r>
          </a:p>
          <a:p>
            <a:pPr marL="342900" indent="-342900">
              <a:buFont typeface="+mj-lt"/>
              <a:buAutoNum type="arabicPeriod"/>
            </a:pPr>
            <a:r>
              <a:rPr lang="en-US" sz="1800" b="0" dirty="0"/>
              <a:t>Clem – </a:t>
            </a:r>
            <a:r>
              <a:rPr lang="en-US" sz="1800" b="0" dirty="0" err="1"/>
              <a:t>clems</a:t>
            </a:r>
            <a:endParaRPr lang="en-US" sz="1800" b="0" dirty="0"/>
          </a:p>
          <a:p>
            <a:pPr marL="342900" indent="-342900">
              <a:buFont typeface="+mj-lt"/>
              <a:buAutoNum type="arabicPeriod"/>
            </a:pPr>
            <a:r>
              <a:rPr lang="en-US" sz="1800" b="0" dirty="0"/>
              <a:t>Cob – cobb</a:t>
            </a:r>
          </a:p>
          <a:p>
            <a:pPr marL="342900" indent="-342900">
              <a:buFont typeface="+mj-lt"/>
              <a:buAutoNum type="arabicPeriod"/>
            </a:pPr>
            <a:r>
              <a:rPr lang="en-US" sz="1800" b="0" dirty="0"/>
              <a:t>Cocktail – </a:t>
            </a:r>
            <a:r>
              <a:rPr lang="en-US" sz="1800" b="0" dirty="0" err="1"/>
              <a:t>cokcatail</a:t>
            </a:r>
            <a:endParaRPr lang="en-US" sz="1800" b="0" dirty="0"/>
          </a:p>
          <a:p>
            <a:pPr marL="342900" indent="-342900">
              <a:buFont typeface="+mj-lt"/>
              <a:buAutoNum type="arabicPeriod"/>
            </a:pPr>
            <a:r>
              <a:rPr lang="en-US" sz="1800" b="0" dirty="0"/>
              <a:t>Concord – </a:t>
            </a:r>
            <a:r>
              <a:rPr lang="en-US" sz="1800" b="0" dirty="0" err="1"/>
              <a:t>concorde</a:t>
            </a:r>
            <a:endParaRPr lang="en-US" sz="1800" b="0" dirty="0"/>
          </a:p>
          <a:p>
            <a:pPr marL="342900" indent="-342900">
              <a:buFont typeface="+mj-lt"/>
              <a:buAutoNum type="arabicPeriod"/>
            </a:pPr>
            <a:r>
              <a:rPr lang="en-US" sz="1800" b="0" dirty="0"/>
              <a:t>Corrogated – corrugated</a:t>
            </a:r>
          </a:p>
          <a:p>
            <a:pPr marL="342900" indent="-342900">
              <a:buFont typeface="+mj-lt"/>
              <a:buAutoNum type="arabicPeriod"/>
            </a:pPr>
            <a:r>
              <a:rPr lang="en-US" sz="1800" b="0" dirty="0" err="1"/>
              <a:t>Crsp</a:t>
            </a:r>
            <a:r>
              <a:rPr lang="en-US" sz="1800" b="0" dirty="0"/>
              <a:t> – crisp</a:t>
            </a:r>
          </a:p>
          <a:p>
            <a:pPr marL="342900" indent="-342900">
              <a:buFont typeface="+mj-lt"/>
              <a:buAutoNum type="arabicPeriod"/>
            </a:pPr>
            <a:r>
              <a:rPr lang="en-US" sz="1800" b="0" dirty="0" err="1"/>
              <a:t>Eng</a:t>
            </a:r>
            <a:r>
              <a:rPr lang="en-US" sz="1800" b="0" dirty="0"/>
              <a:t> – English</a:t>
            </a:r>
          </a:p>
          <a:p>
            <a:pPr marL="342900" indent="-342900">
              <a:buFont typeface="+mj-lt"/>
              <a:buAutoNum type="arabicPeriod"/>
            </a:pPr>
            <a:r>
              <a:rPr lang="en-US" sz="1800" b="0" dirty="0"/>
              <a:t>Exp – express</a:t>
            </a:r>
          </a:p>
          <a:p>
            <a:pPr marL="342900" indent="-342900">
              <a:buFont typeface="+mj-lt"/>
              <a:buAutoNum type="arabicPeriod"/>
            </a:pPr>
            <a:r>
              <a:rPr lang="en-US" sz="1800" b="0" dirty="0" err="1"/>
              <a:t>Elevte</a:t>
            </a:r>
            <a:r>
              <a:rPr lang="en-US" sz="1800" b="0" dirty="0"/>
              <a:t> – elevate</a:t>
            </a:r>
          </a:p>
          <a:p>
            <a:pPr marL="342900" indent="-342900">
              <a:buFont typeface="+mj-lt"/>
              <a:buAutoNum type="arabicPeriod"/>
            </a:pPr>
            <a:r>
              <a:rPr lang="en-US" sz="1800" b="0" dirty="0" err="1"/>
              <a:t>Flvrd</a:t>
            </a:r>
            <a:r>
              <a:rPr lang="en-US" sz="1800" b="0" dirty="0"/>
              <a:t> – </a:t>
            </a:r>
            <a:r>
              <a:rPr lang="en-US" sz="1800" b="0" dirty="0" err="1"/>
              <a:t>flavrd</a:t>
            </a:r>
            <a:r>
              <a:rPr lang="en-US" sz="1800" b="0" dirty="0"/>
              <a:t> – </a:t>
            </a:r>
            <a:r>
              <a:rPr lang="en-US" sz="1800" b="0" dirty="0" err="1"/>
              <a:t>flavoured</a:t>
            </a:r>
            <a:endParaRPr lang="en-US" sz="1800" b="0" dirty="0"/>
          </a:p>
          <a:p>
            <a:pPr marL="342900" indent="-342900">
              <a:buFont typeface="+mj-lt"/>
              <a:buAutoNum type="arabicPeriod"/>
            </a:pPr>
            <a:r>
              <a:rPr lang="en-US" sz="1800" b="0" dirty="0" err="1"/>
              <a:t>Juici</a:t>
            </a:r>
            <a:r>
              <a:rPr lang="en-US" sz="1800" b="0" dirty="0"/>
              <a:t> – juicing – juice</a:t>
            </a:r>
          </a:p>
          <a:p>
            <a:pPr marL="342900" indent="-342900">
              <a:buFont typeface="+mj-lt"/>
              <a:buAutoNum type="arabicPeriod"/>
            </a:pPr>
            <a:r>
              <a:rPr lang="en-US" sz="1800" b="0" dirty="0"/>
              <a:t>Minneola- </a:t>
            </a:r>
            <a:r>
              <a:rPr lang="en-US" sz="1800" b="0" dirty="0" err="1"/>
              <a:t>minneolas</a:t>
            </a:r>
            <a:endParaRPr lang="en-US" sz="1800" b="0" dirty="0"/>
          </a:p>
          <a:p>
            <a:pPr marL="342900" indent="-342900">
              <a:buFont typeface="+mj-lt"/>
              <a:buAutoNum type="arabicPeriod"/>
            </a:pPr>
            <a:r>
              <a:rPr lang="en-US" sz="1800" b="0" dirty="0" err="1"/>
              <a:t>Pinklady</a:t>
            </a:r>
            <a:r>
              <a:rPr lang="en-US" sz="1800" b="0" dirty="0"/>
              <a:t> – </a:t>
            </a:r>
            <a:r>
              <a:rPr lang="en-US" sz="1800" b="0" dirty="0" err="1"/>
              <a:t>pinkldy</a:t>
            </a:r>
            <a:endParaRPr lang="en-US" sz="1800" b="0" dirty="0"/>
          </a:p>
          <a:p>
            <a:pPr marL="342900" indent="-342900">
              <a:buFont typeface="+mj-lt"/>
              <a:buAutoNum type="arabicPeriod"/>
            </a:pPr>
            <a:r>
              <a:rPr lang="en-US" sz="1800" b="0" dirty="0"/>
              <a:t>Ref – reference</a:t>
            </a:r>
          </a:p>
          <a:p>
            <a:pPr marL="342900" indent="-342900">
              <a:buFont typeface="+mj-lt"/>
              <a:buAutoNum type="arabicPeriod"/>
            </a:pPr>
            <a:r>
              <a:rPr lang="en-US" sz="1800" b="0" dirty="0" err="1"/>
              <a:t>Sunflwer</a:t>
            </a:r>
            <a:r>
              <a:rPr lang="en-US" sz="1800" b="0" dirty="0"/>
              <a:t> – sunflower</a:t>
            </a:r>
          </a:p>
          <a:p>
            <a:pPr marL="342900" indent="-342900">
              <a:buFont typeface="+mj-lt"/>
              <a:buAutoNum type="arabicPeriod"/>
            </a:pPr>
            <a:r>
              <a:rPr lang="en-US" sz="1800" b="0" dirty="0" err="1"/>
              <a:t>Superseedz</a:t>
            </a:r>
            <a:r>
              <a:rPr lang="en-US" sz="1800" b="0" dirty="0"/>
              <a:t> – supersedes</a:t>
            </a:r>
          </a:p>
          <a:p>
            <a:pPr marL="342900" indent="-342900">
              <a:buFont typeface="+mj-lt"/>
              <a:buAutoNum type="arabicPeriod"/>
            </a:pPr>
            <a:r>
              <a:rPr lang="en-US" sz="1800" b="0" dirty="0"/>
              <a:t>Tov – </a:t>
            </a:r>
            <a:r>
              <a:rPr lang="en-US" sz="1800" b="0" dirty="0" err="1"/>
              <a:t>tovs</a:t>
            </a:r>
            <a:endParaRPr lang="en-US" sz="1800" b="0" dirty="0"/>
          </a:p>
          <a:p>
            <a:pPr marL="342900" indent="-342900">
              <a:buFont typeface="+mj-lt"/>
              <a:buAutoNum type="arabicPeriod"/>
            </a:pPr>
            <a:r>
              <a:rPr lang="en-US" sz="1800" b="0" dirty="0"/>
              <a:t>Tropical – </a:t>
            </a:r>
            <a:r>
              <a:rPr lang="en-US" sz="1800" b="0" dirty="0" err="1"/>
              <a:t>tropicals</a:t>
            </a:r>
            <a:endParaRPr lang="en-US" sz="1800" b="0" dirty="0"/>
          </a:p>
        </p:txBody>
      </p:sp>
      <p:sp>
        <p:nvSpPr>
          <p:cNvPr id="4" name="TextBox 3">
            <a:extLst>
              <a:ext uri="{FF2B5EF4-FFF2-40B4-BE49-F238E27FC236}">
                <a16:creationId xmlns:a16="http://schemas.microsoft.com/office/drawing/2014/main" id="{CD0E3843-7102-4224-A46F-1F9855193D34}"/>
              </a:ext>
            </a:extLst>
          </p:cNvPr>
          <p:cNvSpPr txBox="1"/>
          <p:nvPr/>
        </p:nvSpPr>
        <p:spPr>
          <a:xfrm>
            <a:off x="791307" y="5329031"/>
            <a:ext cx="10369899"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285750" indent="-285750">
              <a:buFont typeface="Arial" panose="020B0604020202020204" pitchFamily="34" charset="0"/>
              <a:buChar char="•"/>
            </a:pPr>
            <a:r>
              <a:rPr lang="en-US" dirty="0"/>
              <a:t>These are the features which are coming in more than 10 data entries.</a:t>
            </a:r>
          </a:p>
          <a:p>
            <a:pPr marL="285750" indent="-285750">
              <a:buFont typeface="Arial" panose="020B0604020202020204" pitchFamily="34" charset="0"/>
              <a:buChar char="•"/>
            </a:pPr>
            <a:r>
              <a:rPr lang="en-US" dirty="0"/>
              <a:t>I would like to correct them by creating a dictionary and replacing these words with the correct spelling.</a:t>
            </a:r>
          </a:p>
        </p:txBody>
      </p:sp>
    </p:spTree>
    <p:extLst>
      <p:ext uri="{BB962C8B-B14F-4D97-AF65-F5344CB8AC3E}">
        <p14:creationId xmlns:p14="http://schemas.microsoft.com/office/powerpoint/2010/main" val="155386419"/>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434A9-D720-44F2-8653-5105C28BBE29}"/>
              </a:ext>
            </a:extLst>
          </p:cNvPr>
          <p:cNvSpPr>
            <a:spLocks noGrp="1"/>
          </p:cNvSpPr>
          <p:nvPr>
            <p:ph type="title"/>
          </p:nvPr>
        </p:nvSpPr>
        <p:spPr>
          <a:xfrm>
            <a:off x="375976" y="193934"/>
            <a:ext cx="10515600" cy="640080"/>
          </a:xfrm>
        </p:spPr>
        <p:style>
          <a:lnRef idx="0">
            <a:schemeClr val="accent4"/>
          </a:lnRef>
          <a:fillRef idx="3">
            <a:schemeClr val="accent4"/>
          </a:fillRef>
          <a:effectRef idx="3">
            <a:schemeClr val="accent4"/>
          </a:effectRef>
          <a:fontRef idx="minor">
            <a:schemeClr val="lt1"/>
          </a:fontRef>
        </p:style>
        <p:txBody>
          <a:bodyPr>
            <a:normAutofit fontScale="90000"/>
          </a:bodyPr>
          <a:lstStyle/>
          <a:p>
            <a:r>
              <a:rPr lang="en-US" dirty="0"/>
              <a:t>Voting classifier</a:t>
            </a:r>
          </a:p>
        </p:txBody>
      </p:sp>
      <p:sp>
        <p:nvSpPr>
          <p:cNvPr id="3" name="Content Placeholder 2">
            <a:extLst>
              <a:ext uri="{FF2B5EF4-FFF2-40B4-BE49-F238E27FC236}">
                <a16:creationId xmlns:a16="http://schemas.microsoft.com/office/drawing/2014/main" id="{A41B2520-FCF9-4D03-8C7B-6E1D17939FC5}"/>
              </a:ext>
            </a:extLst>
          </p:cNvPr>
          <p:cNvSpPr>
            <a:spLocks noGrp="1"/>
          </p:cNvSpPr>
          <p:nvPr>
            <p:ph idx="1"/>
          </p:nvPr>
        </p:nvSpPr>
        <p:spPr>
          <a:xfrm>
            <a:off x="375976" y="1175657"/>
            <a:ext cx="11440048" cy="3466681"/>
          </a:xfrm>
          <a:ln>
            <a:solidFill>
              <a:schemeClr val="tx1"/>
            </a:solidFill>
          </a:ln>
        </p:spPr>
        <p:txBody>
          <a:bodyPr>
            <a:normAutofit fontScale="70000" lnSpcReduction="20000"/>
          </a:bodyPr>
          <a:lstStyle/>
          <a:p>
            <a:endParaRPr lang="en-US" b="0" dirty="0"/>
          </a:p>
          <a:p>
            <a:r>
              <a:rPr lang="en-US" b="0" dirty="0"/>
              <a:t>A Voting Classifier is a machine learning model that trains on an ensemble of numerous models and predicts an output (class) based on their highest probability of chosen class as the output.</a:t>
            </a:r>
          </a:p>
          <a:p>
            <a:r>
              <a:rPr lang="en-US" dirty="0"/>
              <a:t>Hard Voting</a:t>
            </a:r>
            <a:r>
              <a:rPr lang="en-US" b="0" dirty="0"/>
              <a:t>: The predicted output class is a class with the highest majority of votes.</a:t>
            </a:r>
          </a:p>
          <a:p>
            <a:pPr lvl="1"/>
            <a:r>
              <a:rPr lang="en-US" dirty="0"/>
              <a:t>Classifier 1 = class B</a:t>
            </a:r>
          </a:p>
          <a:p>
            <a:pPr lvl="1"/>
            <a:r>
              <a:rPr lang="en-US" b="0" dirty="0"/>
              <a:t>Classifier 2 = class A</a:t>
            </a:r>
          </a:p>
          <a:p>
            <a:pPr lvl="1"/>
            <a:r>
              <a:rPr lang="en-US" dirty="0"/>
              <a:t>Classifier 3 = class B</a:t>
            </a:r>
          </a:p>
          <a:p>
            <a:pPr lvl="2"/>
            <a:r>
              <a:rPr lang="en-US" b="0" dirty="0"/>
              <a:t>Output will be class B. In case of even no. of classifiers alphabetical order will be used.</a:t>
            </a:r>
          </a:p>
          <a:p>
            <a:r>
              <a:rPr lang="en-US" b="0" dirty="0"/>
              <a:t>Soft voting:  In soft voting, the output class is the prediction based on the average of probability given to that class.</a:t>
            </a:r>
          </a:p>
          <a:p>
            <a:pPr lvl="1"/>
            <a:r>
              <a:rPr lang="en-US" b="0" dirty="0"/>
              <a:t>Class A = (0.30, 0.47, 0.53) and Class B = (0.20, 0.32, 0.40)</a:t>
            </a:r>
          </a:p>
          <a:p>
            <a:pPr lvl="1"/>
            <a:r>
              <a:rPr lang="en-US" b="0" dirty="0"/>
              <a:t>Output will be Class A as it has higher average	</a:t>
            </a:r>
          </a:p>
        </p:txBody>
      </p:sp>
      <p:graphicFrame>
        <p:nvGraphicFramePr>
          <p:cNvPr id="4" name="Table 4">
            <a:extLst>
              <a:ext uri="{FF2B5EF4-FFF2-40B4-BE49-F238E27FC236}">
                <a16:creationId xmlns:a16="http://schemas.microsoft.com/office/drawing/2014/main" id="{484BA99E-92B2-40C0-8A65-D217F0843920}"/>
              </a:ext>
            </a:extLst>
          </p:cNvPr>
          <p:cNvGraphicFramePr>
            <a:graphicFrameLocks noGrp="1"/>
          </p:cNvGraphicFramePr>
          <p:nvPr>
            <p:extLst>
              <p:ext uri="{D42A27DB-BD31-4B8C-83A1-F6EECF244321}">
                <p14:modId xmlns:p14="http://schemas.microsoft.com/office/powerpoint/2010/main" val="3294234048"/>
              </p:ext>
            </p:extLst>
          </p:nvPr>
        </p:nvGraphicFramePr>
        <p:xfrm>
          <a:off x="1951613" y="4900884"/>
          <a:ext cx="8127999" cy="1112520"/>
        </p:xfrm>
        <a:graphic>
          <a:graphicData uri="http://schemas.openxmlformats.org/drawingml/2006/table">
            <a:tbl>
              <a:tblPr firstRow="1" bandRow="1">
                <a:effectLst>
                  <a:outerShdw blurRad="63500" sx="102000" sy="102000" algn="ctr" rotWithShape="0">
                    <a:prstClr val="black">
                      <a:alpha val="40000"/>
                    </a:prstClr>
                  </a:outerShdw>
                </a:effectLst>
                <a:tableStyleId>{5C22544A-7EE6-4342-B048-85BDC9FD1C3A}</a:tableStyleId>
              </a:tblPr>
              <a:tblGrid>
                <a:gridCol w="2709333">
                  <a:extLst>
                    <a:ext uri="{9D8B030D-6E8A-4147-A177-3AD203B41FA5}">
                      <a16:colId xmlns:a16="http://schemas.microsoft.com/office/drawing/2014/main" val="2598978099"/>
                    </a:ext>
                  </a:extLst>
                </a:gridCol>
                <a:gridCol w="2709333">
                  <a:extLst>
                    <a:ext uri="{9D8B030D-6E8A-4147-A177-3AD203B41FA5}">
                      <a16:colId xmlns:a16="http://schemas.microsoft.com/office/drawing/2014/main" val="2451390439"/>
                    </a:ext>
                  </a:extLst>
                </a:gridCol>
                <a:gridCol w="2709333">
                  <a:extLst>
                    <a:ext uri="{9D8B030D-6E8A-4147-A177-3AD203B41FA5}">
                      <a16:colId xmlns:a16="http://schemas.microsoft.com/office/drawing/2014/main" val="2435278539"/>
                    </a:ext>
                  </a:extLst>
                </a:gridCol>
              </a:tblGrid>
              <a:tr h="370840">
                <a:tc>
                  <a:txBody>
                    <a:bodyPr/>
                    <a:lstStyle/>
                    <a:p>
                      <a:pPr algn="ctr"/>
                      <a:r>
                        <a:rPr lang="en-US" dirty="0"/>
                        <a:t>Model</a:t>
                      </a:r>
                    </a:p>
                  </a:txBody>
                  <a:tcPr/>
                </a:tc>
                <a:tc>
                  <a:txBody>
                    <a:bodyPr/>
                    <a:lstStyle/>
                    <a:p>
                      <a:pPr algn="ctr"/>
                      <a:r>
                        <a:rPr lang="en-US" dirty="0"/>
                        <a:t>CV score</a:t>
                      </a:r>
                    </a:p>
                  </a:txBody>
                  <a:tcPr/>
                </a:tc>
                <a:tc>
                  <a:txBody>
                    <a:bodyPr/>
                    <a:lstStyle/>
                    <a:p>
                      <a:pPr algn="ctr"/>
                      <a:r>
                        <a:rPr lang="en-US" dirty="0"/>
                        <a:t>Time</a:t>
                      </a:r>
                    </a:p>
                  </a:txBody>
                  <a:tcPr/>
                </a:tc>
                <a:extLst>
                  <a:ext uri="{0D108BD9-81ED-4DB2-BD59-A6C34878D82A}">
                    <a16:rowId xmlns:a16="http://schemas.microsoft.com/office/drawing/2014/main" val="1115541082"/>
                  </a:ext>
                </a:extLst>
              </a:tr>
              <a:tr h="370840">
                <a:tc>
                  <a:txBody>
                    <a:bodyPr/>
                    <a:lstStyle/>
                    <a:p>
                      <a:pPr algn="ctr"/>
                      <a:r>
                        <a:rPr lang="en-US"/>
                        <a:t>Voting (hard)</a:t>
                      </a:r>
                      <a:endParaRPr lang="en-US" dirty="0"/>
                    </a:p>
                  </a:txBody>
                  <a:tcPr/>
                </a:tc>
                <a:tc>
                  <a:txBody>
                    <a:bodyPr/>
                    <a:lstStyle/>
                    <a:p>
                      <a:pPr algn="ctr"/>
                      <a:r>
                        <a:rPr lang="en-US" dirty="0"/>
                        <a:t>	0.984</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9000 secs</a:t>
                      </a:r>
                    </a:p>
                  </a:txBody>
                  <a:tcPr/>
                </a:tc>
                <a:extLst>
                  <a:ext uri="{0D108BD9-81ED-4DB2-BD59-A6C34878D82A}">
                    <a16:rowId xmlns:a16="http://schemas.microsoft.com/office/drawing/2014/main" val="3576674453"/>
                  </a:ext>
                </a:extLst>
              </a:tr>
              <a:tr h="370840">
                <a:tc>
                  <a:txBody>
                    <a:bodyPr/>
                    <a:lstStyle/>
                    <a:p>
                      <a:pPr algn="ctr"/>
                      <a:r>
                        <a:rPr lang="en-US" dirty="0"/>
                        <a:t>Voting (soft)</a:t>
                      </a:r>
                    </a:p>
                  </a:txBody>
                  <a:tcPr/>
                </a:tc>
                <a:tc>
                  <a:txBody>
                    <a:bodyPr/>
                    <a:lstStyle/>
                    <a:p>
                      <a:pPr algn="ctr"/>
                      <a:r>
                        <a:rPr lang="en-US" dirty="0"/>
                        <a:t>0.9839</a:t>
                      </a:r>
                    </a:p>
                  </a:txBody>
                  <a:tcPr/>
                </a:tc>
                <a:tc>
                  <a:txBody>
                    <a:bodyPr/>
                    <a:lstStyle/>
                    <a:p>
                      <a:pPr algn="ctr"/>
                      <a:r>
                        <a:rPr lang="en-US" dirty="0"/>
                        <a:t>11058 secs</a:t>
                      </a:r>
                    </a:p>
                  </a:txBody>
                  <a:tcPr/>
                </a:tc>
                <a:extLst>
                  <a:ext uri="{0D108BD9-81ED-4DB2-BD59-A6C34878D82A}">
                    <a16:rowId xmlns:a16="http://schemas.microsoft.com/office/drawing/2014/main" val="1721975116"/>
                  </a:ext>
                </a:extLst>
              </a:tr>
            </a:tbl>
          </a:graphicData>
        </a:graphic>
      </p:graphicFrame>
    </p:spTree>
    <p:extLst>
      <p:ext uri="{BB962C8B-B14F-4D97-AF65-F5344CB8AC3E}">
        <p14:creationId xmlns:p14="http://schemas.microsoft.com/office/powerpoint/2010/main" val="1253563509"/>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F7BC8-E57F-4648-8EAF-70AA3D135562}"/>
              </a:ext>
            </a:extLst>
          </p:cNvPr>
          <p:cNvSpPr>
            <a:spLocks noGrp="1"/>
          </p:cNvSpPr>
          <p:nvPr>
            <p:ph type="title"/>
          </p:nvPr>
        </p:nvSpPr>
        <p:spPr>
          <a:xfrm>
            <a:off x="48048" y="110532"/>
            <a:ext cx="494563" cy="6370655"/>
          </a:xfrm>
        </p:spPr>
        <p:style>
          <a:lnRef idx="2">
            <a:schemeClr val="dk1"/>
          </a:lnRef>
          <a:fillRef idx="1">
            <a:schemeClr val="lt1"/>
          </a:fillRef>
          <a:effectRef idx="0">
            <a:schemeClr val="dk1"/>
          </a:effectRef>
          <a:fontRef idx="minor">
            <a:schemeClr val="dk1"/>
          </a:fontRef>
        </p:style>
        <p:txBody>
          <a:bodyPr vert="vert270">
            <a:normAutofit fontScale="90000"/>
          </a:bodyPr>
          <a:lstStyle/>
          <a:p>
            <a:pPr algn="ctr"/>
            <a:r>
              <a:rPr lang="en-US" dirty="0"/>
              <a:t>Trust Factor calculations</a:t>
            </a:r>
          </a:p>
        </p:txBody>
      </p:sp>
      <p:graphicFrame>
        <p:nvGraphicFramePr>
          <p:cNvPr id="4" name="Table 4">
            <a:extLst>
              <a:ext uri="{FF2B5EF4-FFF2-40B4-BE49-F238E27FC236}">
                <a16:creationId xmlns:a16="http://schemas.microsoft.com/office/drawing/2014/main" id="{D247A435-CC61-42D3-9DF6-4BD28CC12BD3}"/>
              </a:ext>
            </a:extLst>
          </p:cNvPr>
          <p:cNvGraphicFramePr>
            <a:graphicFrameLocks noGrp="1"/>
          </p:cNvGraphicFramePr>
          <p:nvPr>
            <p:ph idx="1"/>
            <p:extLst>
              <p:ext uri="{D42A27DB-BD31-4B8C-83A1-F6EECF244321}">
                <p14:modId xmlns:p14="http://schemas.microsoft.com/office/powerpoint/2010/main" val="3199339172"/>
              </p:ext>
            </p:extLst>
          </p:nvPr>
        </p:nvGraphicFramePr>
        <p:xfrm>
          <a:off x="803868" y="252881"/>
          <a:ext cx="11183815" cy="5975424"/>
        </p:xfrm>
        <a:graphic>
          <a:graphicData uri="http://schemas.openxmlformats.org/drawingml/2006/table">
            <a:tbl>
              <a:tblPr firstRow="1" firstCol="1" bandRow="1">
                <a:effectLst>
                  <a:outerShdw blurRad="50800" dist="38100" dir="8100000" algn="tr" rotWithShape="0">
                    <a:prstClr val="black">
                      <a:alpha val="40000"/>
                    </a:prstClr>
                  </a:outerShdw>
                </a:effectLst>
                <a:tableStyleId>{5C22544A-7EE6-4342-B048-85BDC9FD1C3A}</a:tableStyleId>
              </a:tblPr>
              <a:tblGrid>
                <a:gridCol w="1414634">
                  <a:extLst>
                    <a:ext uri="{9D8B030D-6E8A-4147-A177-3AD203B41FA5}">
                      <a16:colId xmlns:a16="http://schemas.microsoft.com/office/drawing/2014/main" val="2119631669"/>
                    </a:ext>
                  </a:extLst>
                </a:gridCol>
                <a:gridCol w="846245">
                  <a:extLst>
                    <a:ext uri="{9D8B030D-6E8A-4147-A177-3AD203B41FA5}">
                      <a16:colId xmlns:a16="http://schemas.microsoft.com/office/drawing/2014/main" val="46291836"/>
                    </a:ext>
                  </a:extLst>
                </a:gridCol>
                <a:gridCol w="904351">
                  <a:extLst>
                    <a:ext uri="{9D8B030D-6E8A-4147-A177-3AD203B41FA5}">
                      <a16:colId xmlns:a16="http://schemas.microsoft.com/office/drawing/2014/main" val="2760428233"/>
                    </a:ext>
                  </a:extLst>
                </a:gridCol>
                <a:gridCol w="1145512">
                  <a:extLst>
                    <a:ext uri="{9D8B030D-6E8A-4147-A177-3AD203B41FA5}">
                      <a16:colId xmlns:a16="http://schemas.microsoft.com/office/drawing/2014/main" val="3992313453"/>
                    </a:ext>
                  </a:extLst>
                </a:gridCol>
                <a:gridCol w="973005">
                  <a:extLst>
                    <a:ext uri="{9D8B030D-6E8A-4147-A177-3AD203B41FA5}">
                      <a16:colId xmlns:a16="http://schemas.microsoft.com/office/drawing/2014/main" val="3434454124"/>
                    </a:ext>
                  </a:extLst>
                </a:gridCol>
                <a:gridCol w="1002278">
                  <a:extLst>
                    <a:ext uri="{9D8B030D-6E8A-4147-A177-3AD203B41FA5}">
                      <a16:colId xmlns:a16="http://schemas.microsoft.com/office/drawing/2014/main" val="1910104765"/>
                    </a:ext>
                  </a:extLst>
                </a:gridCol>
                <a:gridCol w="1481627">
                  <a:extLst>
                    <a:ext uri="{9D8B030D-6E8A-4147-A177-3AD203B41FA5}">
                      <a16:colId xmlns:a16="http://schemas.microsoft.com/office/drawing/2014/main" val="1815311278"/>
                    </a:ext>
                  </a:extLst>
                </a:gridCol>
                <a:gridCol w="882441">
                  <a:extLst>
                    <a:ext uri="{9D8B030D-6E8A-4147-A177-3AD203B41FA5}">
                      <a16:colId xmlns:a16="http://schemas.microsoft.com/office/drawing/2014/main" val="6729481"/>
                    </a:ext>
                  </a:extLst>
                </a:gridCol>
                <a:gridCol w="775260">
                  <a:extLst>
                    <a:ext uri="{9D8B030D-6E8A-4147-A177-3AD203B41FA5}">
                      <a16:colId xmlns:a16="http://schemas.microsoft.com/office/drawing/2014/main" val="345886782"/>
                    </a:ext>
                  </a:extLst>
                </a:gridCol>
                <a:gridCol w="1758462">
                  <a:extLst>
                    <a:ext uri="{9D8B030D-6E8A-4147-A177-3AD203B41FA5}">
                      <a16:colId xmlns:a16="http://schemas.microsoft.com/office/drawing/2014/main" val="1215000147"/>
                    </a:ext>
                  </a:extLst>
                </a:gridCol>
              </a:tblGrid>
              <a:tr h="722411">
                <a:tc>
                  <a:txBody>
                    <a:bodyPr/>
                    <a:lstStyle/>
                    <a:p>
                      <a:r>
                        <a:rPr lang="en-US" sz="1400" dirty="0"/>
                        <a:t>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Stop words removed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sz="1400" dirty="0"/>
                        <a:t>Numbers removed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sz="1400" dirty="0"/>
                        <a:t>Lemmatized &gt; 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Words &lt; 3 char removed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sz="1400" dirty="0"/>
                        <a:t>Noise words removed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sz="1400" dirty="0"/>
                        <a:t>Spell correction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TF category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TF variety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Time taken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1379374"/>
                  </a:ext>
                </a:extLst>
              </a:tr>
              <a:tr h="6303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Voting (Hard, max iter= 5000)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r>
                        <a:rPr lang="en-US" sz="120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sz="120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sz="120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sz="120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sz="1200" dirty="0"/>
                        <a:t>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68.22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highlight>
                            <a:srgbClr val="FFFF00"/>
                          </a:highlight>
                        </a:rPr>
                        <a:t>81.19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10981 secs, convergence warning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9950677"/>
                  </a:ext>
                </a:extLst>
              </a:tr>
              <a:tr h="630303">
                <a:tc>
                  <a:txBody>
                    <a:bodyPr/>
                    <a:lstStyle/>
                    <a:p>
                      <a:r>
                        <a:rPr lang="en-US" sz="1400" dirty="0"/>
                        <a:t>Voting (Hard, max iter=10000)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r>
                        <a:rPr lang="en-US" sz="120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sz="120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sz="120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sz="120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sz="1200" dirty="0"/>
                        <a:t>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67.42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79.02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19253 secs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53951870"/>
                  </a:ext>
                </a:extLst>
              </a:tr>
              <a:tr h="51170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Voting (Hard, max iter=10000)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r>
                        <a:rPr lang="en-US" sz="120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sz="120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sz="1200" dirty="0"/>
                        <a:t>No, ALL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sz="1200" dirty="0"/>
                        <a:t>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63.48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76.44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23009 secs, convergence warning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48343191"/>
                  </a:ext>
                </a:extLst>
              </a:tr>
              <a:tr h="5344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Voting (Hard, max iter=10000)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r>
                        <a:rPr lang="en-US" sz="120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sz="120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sz="120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sz="120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sz="1200" dirty="0">
                          <a:highlight>
                            <a:srgbClr val="FFFF00"/>
                          </a:highlight>
                        </a:rPr>
                        <a:t>Snowball stemming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68.24</a:t>
                      </a:r>
                    </a:p>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77.66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22609 secs, convergence warning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79593430"/>
                  </a:ext>
                </a:extLst>
              </a:tr>
              <a:tr h="518647">
                <a:tc>
                  <a:txBody>
                    <a:bodyPr/>
                    <a:lstStyle/>
                    <a:p>
                      <a:r>
                        <a:rPr lang="en-US" sz="1400" dirty="0"/>
                        <a:t>LR (max iter = 5000)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r>
                        <a:rPr lang="en-US" sz="120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sz="120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sz="120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sz="120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sz="1200" dirty="0"/>
                        <a:t>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65.8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79.9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10000 secs, convergence warning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38489210"/>
                  </a:ext>
                </a:extLst>
              </a:tr>
              <a:tr h="76600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Voting (Hard, max iter=10000)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r>
                        <a:rPr lang="en-US" sz="120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sz="120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sz="120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sz="120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sz="1200" dirty="0">
                          <a:highlight>
                            <a:srgbClr val="FFFF00"/>
                          </a:highlight>
                        </a:rPr>
                        <a:t>Manually created dictionary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64.54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78.24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22807 secs, convergence warning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80966951"/>
                  </a:ext>
                </a:extLst>
              </a:tr>
              <a:tr h="511708">
                <a:tc>
                  <a:txBody>
                    <a:bodyPr/>
                    <a:lstStyle/>
                    <a:p>
                      <a:r>
                        <a:rPr lang="en-US" sz="1400" dirty="0"/>
                        <a:t>Voting (Soft, max iter= 5000)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r>
                        <a:rPr lang="en-US" sz="120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sz="120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sz="120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sz="120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sz="1200" dirty="0"/>
                        <a:t>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65.75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75.96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11086 secs, convergence warning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8716160"/>
                  </a:ext>
                </a:extLst>
              </a:tr>
              <a:tr h="404310">
                <a:tc>
                  <a:txBody>
                    <a:bodyPr/>
                    <a:lstStyle/>
                    <a:p>
                      <a:r>
                        <a:rPr lang="en-US" sz="1400" dirty="0"/>
                        <a:t>RF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r>
                        <a:rPr lang="en-US" sz="120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sz="120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sz="120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sz="120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sz="1200" dirty="0">
                          <a:highlight>
                            <a:srgbClr val="FFFF00"/>
                          </a:highlight>
                        </a:rPr>
                        <a:t>Spell check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65.57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75.47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Spell check takes &gt; 4hrs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8612303"/>
                  </a:ext>
                </a:extLst>
              </a:tr>
              <a:tr h="311069">
                <a:tc>
                  <a:txBody>
                    <a:bodyPr/>
                    <a:lstStyle/>
                    <a:p>
                      <a:r>
                        <a:rPr lang="en-US" sz="1400" dirty="0"/>
                        <a:t>RF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r>
                        <a:rPr lang="en-US" sz="120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sz="120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sz="120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sz="120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sz="1200" dirty="0"/>
                        <a:t>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67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90 secs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2725512"/>
                  </a:ext>
                </a:extLst>
              </a:tr>
              <a:tr h="412464">
                <a:tc>
                  <a:txBody>
                    <a:bodyPr/>
                    <a:lstStyle/>
                    <a:p>
                      <a:r>
                        <a:rPr lang="en-US" sz="1400" dirty="0"/>
                        <a:t>RF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r>
                        <a:rPr lang="en-US" sz="120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sz="120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sz="120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sz="120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sz="1200" dirty="0">
                          <a:highlight>
                            <a:srgbClr val="FFFF00"/>
                          </a:highlight>
                        </a:rPr>
                        <a:t>Snowball stemming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64.4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72.7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90 secs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15187496"/>
                  </a:ext>
                </a:extLst>
              </a:tr>
            </a:tbl>
          </a:graphicData>
        </a:graphic>
      </p:graphicFrame>
    </p:spTree>
    <p:extLst>
      <p:ext uri="{BB962C8B-B14F-4D97-AF65-F5344CB8AC3E}">
        <p14:creationId xmlns:p14="http://schemas.microsoft.com/office/powerpoint/2010/main" val="1458654110"/>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3670D-F1D1-499C-A8B3-F8B83C36B104}"/>
              </a:ext>
            </a:extLst>
          </p:cNvPr>
          <p:cNvSpPr>
            <a:spLocks noGrp="1"/>
          </p:cNvSpPr>
          <p:nvPr>
            <p:ph type="title"/>
          </p:nvPr>
        </p:nvSpPr>
        <p:spPr>
          <a:xfrm>
            <a:off x="386861" y="242588"/>
            <a:ext cx="10515600" cy="529547"/>
          </a:xfrm>
        </p:spPr>
        <p:txBody>
          <a:bodyPr>
            <a:normAutofit fontScale="90000"/>
          </a:bodyPr>
          <a:lstStyle/>
          <a:p>
            <a:r>
              <a:rPr lang="en-US" dirty="0"/>
              <a:t>Data augmentation*</a:t>
            </a:r>
          </a:p>
        </p:txBody>
      </p:sp>
      <p:graphicFrame>
        <p:nvGraphicFramePr>
          <p:cNvPr id="4" name="Table 4">
            <a:extLst>
              <a:ext uri="{FF2B5EF4-FFF2-40B4-BE49-F238E27FC236}">
                <a16:creationId xmlns:a16="http://schemas.microsoft.com/office/drawing/2014/main" id="{33E5F4DF-FF43-455A-8170-788B37BC2C62}"/>
              </a:ext>
            </a:extLst>
          </p:cNvPr>
          <p:cNvGraphicFramePr>
            <a:graphicFrameLocks noGrp="1"/>
          </p:cNvGraphicFramePr>
          <p:nvPr>
            <p:ph idx="1"/>
            <p:extLst>
              <p:ext uri="{D42A27DB-BD31-4B8C-83A1-F6EECF244321}">
                <p14:modId xmlns:p14="http://schemas.microsoft.com/office/powerpoint/2010/main" val="1335350519"/>
              </p:ext>
            </p:extLst>
          </p:nvPr>
        </p:nvGraphicFramePr>
        <p:xfrm>
          <a:off x="386861" y="901176"/>
          <a:ext cx="10515600" cy="1381760"/>
        </p:xfrm>
        <a:graphic>
          <a:graphicData uri="http://schemas.openxmlformats.org/drawingml/2006/table">
            <a:tbl>
              <a:tblPr firstRow="1" bandRow="1">
                <a:tableStyleId>{5C22544A-7EE6-4342-B048-85BDC9FD1C3A}</a:tableStyleId>
              </a:tblPr>
              <a:tblGrid>
                <a:gridCol w="1752600">
                  <a:extLst>
                    <a:ext uri="{9D8B030D-6E8A-4147-A177-3AD203B41FA5}">
                      <a16:colId xmlns:a16="http://schemas.microsoft.com/office/drawing/2014/main" val="21594732"/>
                    </a:ext>
                  </a:extLst>
                </a:gridCol>
                <a:gridCol w="1752600">
                  <a:extLst>
                    <a:ext uri="{9D8B030D-6E8A-4147-A177-3AD203B41FA5}">
                      <a16:colId xmlns:a16="http://schemas.microsoft.com/office/drawing/2014/main" val="3863674742"/>
                    </a:ext>
                  </a:extLst>
                </a:gridCol>
                <a:gridCol w="1752600">
                  <a:extLst>
                    <a:ext uri="{9D8B030D-6E8A-4147-A177-3AD203B41FA5}">
                      <a16:colId xmlns:a16="http://schemas.microsoft.com/office/drawing/2014/main" val="250037075"/>
                    </a:ext>
                  </a:extLst>
                </a:gridCol>
                <a:gridCol w="1752600">
                  <a:extLst>
                    <a:ext uri="{9D8B030D-6E8A-4147-A177-3AD203B41FA5}">
                      <a16:colId xmlns:a16="http://schemas.microsoft.com/office/drawing/2014/main" val="1833854720"/>
                    </a:ext>
                  </a:extLst>
                </a:gridCol>
                <a:gridCol w="1752600">
                  <a:extLst>
                    <a:ext uri="{9D8B030D-6E8A-4147-A177-3AD203B41FA5}">
                      <a16:colId xmlns:a16="http://schemas.microsoft.com/office/drawing/2014/main" val="4099997762"/>
                    </a:ext>
                  </a:extLst>
                </a:gridCol>
                <a:gridCol w="1752600">
                  <a:extLst>
                    <a:ext uri="{9D8B030D-6E8A-4147-A177-3AD203B41FA5}">
                      <a16:colId xmlns:a16="http://schemas.microsoft.com/office/drawing/2014/main" val="3461675890"/>
                    </a:ext>
                  </a:extLst>
                </a:gridCol>
              </a:tblGrid>
              <a:tr h="370840">
                <a:tc>
                  <a:txBody>
                    <a:bodyPr/>
                    <a:lstStyle/>
                    <a:p>
                      <a:endParaRPr lang="en-US"/>
                    </a:p>
                  </a:txBody>
                  <a:tcPr/>
                </a:tc>
                <a:tc>
                  <a:txBody>
                    <a:bodyPr/>
                    <a:lstStyle/>
                    <a:p>
                      <a:r>
                        <a:rPr lang="en-US" dirty="0"/>
                        <a:t>Pre-processing</a:t>
                      </a:r>
                    </a:p>
                  </a:txBody>
                  <a:tcPr/>
                </a:tc>
                <a:tc>
                  <a:txBody>
                    <a:bodyPr/>
                    <a:lstStyle/>
                    <a:p>
                      <a:r>
                        <a:rPr lang="en-US" dirty="0"/>
                        <a:t>Data augmentation</a:t>
                      </a:r>
                    </a:p>
                  </a:txBody>
                  <a:tcPr/>
                </a:tc>
                <a:tc>
                  <a:txBody>
                    <a:bodyPr/>
                    <a:lstStyle/>
                    <a:p>
                      <a:r>
                        <a:rPr lang="en-US" dirty="0"/>
                        <a:t>TF category</a:t>
                      </a:r>
                    </a:p>
                  </a:txBody>
                  <a:tcPr/>
                </a:tc>
                <a:tc>
                  <a:txBody>
                    <a:bodyPr/>
                    <a:lstStyle/>
                    <a:p>
                      <a:r>
                        <a:rPr lang="en-US" dirty="0"/>
                        <a:t>TF variety</a:t>
                      </a:r>
                    </a:p>
                  </a:txBody>
                  <a:tcPr/>
                </a:tc>
                <a:tc>
                  <a:txBody>
                    <a:bodyPr/>
                    <a:lstStyle/>
                    <a:p>
                      <a:r>
                        <a:rPr lang="en-US" dirty="0"/>
                        <a:t>Time</a:t>
                      </a:r>
                    </a:p>
                  </a:txBody>
                  <a:tcPr/>
                </a:tc>
                <a:extLst>
                  <a:ext uri="{0D108BD9-81ED-4DB2-BD59-A6C34878D82A}">
                    <a16:rowId xmlns:a16="http://schemas.microsoft.com/office/drawing/2014/main" val="3266568976"/>
                  </a:ext>
                </a:extLst>
              </a:tr>
              <a:tr h="370840">
                <a:tc>
                  <a:txBody>
                    <a:bodyPr/>
                    <a:lstStyle/>
                    <a:p>
                      <a:r>
                        <a:rPr lang="en-US" dirty="0"/>
                        <a:t>RF</a:t>
                      </a:r>
                    </a:p>
                  </a:txBody>
                  <a:tcPr/>
                </a:tc>
                <a:tc>
                  <a:txBody>
                    <a:bodyPr/>
                    <a:lstStyle/>
                    <a:p>
                      <a:r>
                        <a:rPr lang="en-US" dirty="0"/>
                        <a:t>Yes</a:t>
                      </a:r>
                    </a:p>
                  </a:txBody>
                  <a:tcPr/>
                </a:tc>
                <a:tc>
                  <a:txBody>
                    <a:bodyPr/>
                    <a:lstStyle/>
                    <a:p>
                      <a:r>
                        <a:rPr lang="en-US" dirty="0"/>
                        <a:t>Yes</a:t>
                      </a:r>
                    </a:p>
                  </a:txBody>
                  <a:tcPr/>
                </a:tc>
                <a:tc>
                  <a:txBody>
                    <a:bodyPr/>
                    <a:lstStyle/>
                    <a:p>
                      <a:r>
                        <a:rPr lang="en-US" dirty="0"/>
                        <a:t>58.33</a:t>
                      </a:r>
                    </a:p>
                  </a:txBody>
                  <a:tcPr/>
                </a:tc>
                <a:tc>
                  <a:txBody>
                    <a:bodyPr/>
                    <a:lstStyle/>
                    <a:p>
                      <a:r>
                        <a:rPr lang="en-US" dirty="0"/>
                        <a:t>70.39</a:t>
                      </a:r>
                    </a:p>
                  </a:txBody>
                  <a:tcPr/>
                </a:tc>
                <a:tc>
                  <a:txBody>
                    <a:bodyPr/>
                    <a:lstStyle/>
                    <a:p>
                      <a:r>
                        <a:rPr lang="en-US" dirty="0"/>
                        <a:t>237 secs</a:t>
                      </a:r>
                    </a:p>
                  </a:txBody>
                  <a:tcPr/>
                </a:tc>
                <a:extLst>
                  <a:ext uri="{0D108BD9-81ED-4DB2-BD59-A6C34878D82A}">
                    <a16:rowId xmlns:a16="http://schemas.microsoft.com/office/drawing/2014/main" val="759023254"/>
                  </a:ext>
                </a:extLst>
              </a:tr>
              <a:tr h="370840">
                <a:tc>
                  <a:txBody>
                    <a:bodyPr/>
                    <a:lstStyle/>
                    <a:p>
                      <a:r>
                        <a:rPr lang="en-US" dirty="0"/>
                        <a:t>Voting (hard)</a:t>
                      </a:r>
                    </a:p>
                  </a:txBody>
                  <a:tcPr/>
                </a:tc>
                <a:tc>
                  <a:txBody>
                    <a:bodyPr/>
                    <a:lstStyle/>
                    <a:p>
                      <a:r>
                        <a:rPr lang="en-US" dirty="0"/>
                        <a:t>Yes</a:t>
                      </a:r>
                    </a:p>
                  </a:txBody>
                  <a:tcPr/>
                </a:tc>
                <a:tc>
                  <a:txBody>
                    <a:bodyPr/>
                    <a:lstStyle/>
                    <a:p>
                      <a:r>
                        <a:rPr lang="en-US" dirty="0"/>
                        <a:t>in progress*</a:t>
                      </a:r>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4194764515"/>
                  </a:ext>
                </a:extLst>
              </a:tr>
            </a:tbl>
          </a:graphicData>
        </a:graphic>
      </p:graphicFrame>
      <p:sp>
        <p:nvSpPr>
          <p:cNvPr id="6" name="TextBox 5">
            <a:extLst>
              <a:ext uri="{FF2B5EF4-FFF2-40B4-BE49-F238E27FC236}">
                <a16:creationId xmlns:a16="http://schemas.microsoft.com/office/drawing/2014/main" id="{C91B5AEC-A5D6-4CB0-BE55-082CEB93832E}"/>
              </a:ext>
            </a:extLst>
          </p:cNvPr>
          <p:cNvSpPr txBox="1"/>
          <p:nvPr/>
        </p:nvSpPr>
        <p:spPr>
          <a:xfrm>
            <a:off x="246184" y="2541017"/>
            <a:ext cx="11329517" cy="3877985"/>
          </a:xfrm>
          <a:prstGeom prst="rect">
            <a:avLst/>
          </a:prstGeom>
          <a:noFill/>
          <a:ln>
            <a:solidFill>
              <a:schemeClr val="tx1"/>
            </a:solidFill>
          </a:ln>
        </p:spPr>
        <p:txBody>
          <a:bodyPr wrap="square" rtlCol="0">
            <a:spAutoFit/>
          </a:bodyPr>
          <a:lstStyle/>
          <a:p>
            <a:pPr marL="285750" indent="-285750">
              <a:buFont typeface="Arial" panose="020B0604020202020204" pitchFamily="34" charset="0"/>
              <a:buChar char="•"/>
            </a:pPr>
            <a:r>
              <a:rPr lang="en-US" dirty="0"/>
              <a:t>I have used Snorkel to model the data augmentation process by applying user defined transformation functions in sequence.</a:t>
            </a:r>
            <a:br>
              <a:rPr lang="en-US" dirty="0"/>
            </a:br>
            <a:endParaRPr lang="en-US" dirty="0"/>
          </a:p>
          <a:p>
            <a:pPr marL="285750" indent="-285750">
              <a:buFont typeface="Arial" panose="020B0604020202020204" pitchFamily="34" charset="0"/>
              <a:buChar char="•"/>
            </a:pPr>
            <a:r>
              <a:rPr lang="en-US" dirty="0"/>
              <a:t>For any input data, example-</a:t>
            </a:r>
            <a:br>
              <a:rPr lang="en-US" dirty="0"/>
            </a:br>
            <a:r>
              <a:rPr lang="en-US" dirty="0"/>
              <a:t>‘</a:t>
            </a:r>
            <a:r>
              <a:rPr lang="en-US" sz="1600" i="1" dirty="0">
                <a:solidFill>
                  <a:srgbClr val="FF0000"/>
                </a:solidFill>
              </a:rPr>
              <a:t>ENERGY ACAI BERRY JUICE SAM ENERGY JUICE PREMIUM BEVERAGE SUPER PREMIUM </a:t>
            </a:r>
            <a:r>
              <a:rPr lang="en-US" sz="1600" i="1" dirty="0">
                <a:solidFill>
                  <a:srgbClr val="FF0000"/>
                </a:solidFill>
                <a:highlight>
                  <a:srgbClr val="FFFF00"/>
                </a:highlight>
              </a:rPr>
              <a:t>BEVERAGE</a:t>
            </a:r>
            <a:r>
              <a:rPr lang="en-US" sz="1600" i="1" dirty="0">
                <a:solidFill>
                  <a:srgbClr val="FF0000"/>
                </a:solidFill>
              </a:rPr>
              <a:t> NAKED BOLTHOUSE’</a:t>
            </a:r>
            <a:br>
              <a:rPr lang="en-US" sz="1600" i="1" dirty="0">
                <a:solidFill>
                  <a:srgbClr val="FF0000"/>
                </a:solidFill>
              </a:rPr>
            </a:br>
            <a:endParaRPr lang="en-US" sz="1600" i="1" dirty="0">
              <a:solidFill>
                <a:srgbClr val="FF0000"/>
              </a:solidFill>
            </a:endParaRPr>
          </a:p>
          <a:p>
            <a:pPr marL="285750" indent="-285750">
              <a:buFont typeface="Arial" panose="020B0604020202020204" pitchFamily="34" charset="0"/>
              <a:buChar char="•"/>
            </a:pPr>
            <a:r>
              <a:rPr lang="en-US" dirty="0"/>
              <a:t>My function will randomly choose a word from this string and will look for its synonyms in WordNet. If synonym is found, then the word is replaced with the best synonym else nothing is returned. </a:t>
            </a:r>
            <a:br>
              <a:rPr lang="en-US" dirty="0"/>
            </a:br>
            <a:endParaRPr lang="en-US" dirty="0"/>
          </a:p>
          <a:p>
            <a:pPr marL="285750" indent="-285750">
              <a:buFont typeface="Arial" panose="020B0604020202020204" pitchFamily="34" charset="0"/>
              <a:buChar char="•"/>
            </a:pPr>
            <a:r>
              <a:rPr lang="en-US" dirty="0"/>
              <a:t>I’m keeping the original data entry, and for every data entry I’m doing the above process 2 times.</a:t>
            </a:r>
          </a:p>
          <a:p>
            <a:pPr marL="285750" indent="-285750">
              <a:buFont typeface="Arial" panose="020B0604020202020204" pitchFamily="34" charset="0"/>
              <a:buChar char="•"/>
            </a:pPr>
            <a:r>
              <a:rPr lang="en-US" dirty="0"/>
              <a:t>The above string is changed to-</a:t>
            </a:r>
            <a:br>
              <a:rPr lang="en-US" sz="1600" i="1" dirty="0"/>
            </a:br>
            <a:r>
              <a:rPr lang="en-US" sz="1600" i="1" dirty="0"/>
              <a:t>‘</a:t>
            </a:r>
            <a:r>
              <a:rPr lang="en-US" sz="1600" i="1" dirty="0">
                <a:solidFill>
                  <a:srgbClr val="FF0000"/>
                </a:solidFill>
              </a:rPr>
              <a:t>ENERGY ACAI BERRY JUICE SAM ENERGY JUICE PREMIUM BEVERAGE SUPER PREMIUM </a:t>
            </a:r>
            <a:r>
              <a:rPr lang="en-US" sz="1600" i="1" dirty="0">
                <a:solidFill>
                  <a:srgbClr val="FF0000"/>
                </a:solidFill>
                <a:highlight>
                  <a:srgbClr val="FFFF00"/>
                </a:highlight>
              </a:rPr>
              <a:t>POTABLE</a:t>
            </a:r>
            <a:r>
              <a:rPr lang="en-US" sz="1600" i="1" dirty="0">
                <a:solidFill>
                  <a:srgbClr val="FF0000"/>
                </a:solidFill>
              </a:rPr>
              <a:t> NAKED BOLTHOUSE’</a:t>
            </a:r>
            <a:br>
              <a:rPr lang="en-US" sz="1600" i="1" dirty="0">
                <a:solidFill>
                  <a:srgbClr val="FF0000"/>
                </a:solidFill>
              </a:rPr>
            </a:br>
            <a:endParaRPr lang="en-US" sz="1600" i="1" dirty="0">
              <a:solidFill>
                <a:srgbClr val="FF0000"/>
              </a:solidFill>
            </a:endParaRPr>
          </a:p>
          <a:p>
            <a:pPr marL="285750" indent="-285750">
              <a:buFont typeface="Arial" panose="020B0604020202020204" pitchFamily="34" charset="0"/>
              <a:buChar char="•"/>
            </a:pPr>
            <a:r>
              <a:rPr lang="en-US" dirty="0"/>
              <a:t>Size of training data is increased to approximately 3 times (129449).</a:t>
            </a:r>
            <a:endParaRPr lang="en-US" sz="2000" dirty="0"/>
          </a:p>
        </p:txBody>
      </p:sp>
    </p:spTree>
    <p:extLst>
      <p:ext uri="{BB962C8B-B14F-4D97-AF65-F5344CB8AC3E}">
        <p14:creationId xmlns:p14="http://schemas.microsoft.com/office/powerpoint/2010/main" val="4089680348"/>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F6010-FF6D-4459-B890-78106DB16933}"/>
              </a:ext>
            </a:extLst>
          </p:cNvPr>
          <p:cNvSpPr>
            <a:spLocks noGrp="1"/>
          </p:cNvSpPr>
          <p:nvPr>
            <p:ph type="title"/>
          </p:nvPr>
        </p:nvSpPr>
        <p:spPr>
          <a:xfrm>
            <a:off x="457200" y="274321"/>
            <a:ext cx="10515600" cy="768458"/>
          </a:xfrm>
        </p:spPr>
        <p:txBody>
          <a:bodyPr/>
          <a:lstStyle/>
          <a:p>
            <a:r>
              <a:rPr lang="en-US" dirty="0"/>
              <a:t>Way ahead</a:t>
            </a:r>
          </a:p>
        </p:txBody>
      </p:sp>
      <p:sp>
        <p:nvSpPr>
          <p:cNvPr id="3" name="Content Placeholder 2">
            <a:extLst>
              <a:ext uri="{FF2B5EF4-FFF2-40B4-BE49-F238E27FC236}">
                <a16:creationId xmlns:a16="http://schemas.microsoft.com/office/drawing/2014/main" id="{6BB0D973-B72F-4155-88F0-CEF1277AC929}"/>
              </a:ext>
            </a:extLst>
          </p:cNvPr>
          <p:cNvSpPr>
            <a:spLocks noGrp="1"/>
          </p:cNvSpPr>
          <p:nvPr>
            <p:ph idx="1"/>
          </p:nvPr>
        </p:nvSpPr>
        <p:spPr>
          <a:xfrm>
            <a:off x="457200" y="1463884"/>
            <a:ext cx="10515600" cy="4351338"/>
          </a:xfrm>
        </p:spPr>
        <p:txBody>
          <a:bodyPr/>
          <a:lstStyle/>
          <a:p>
            <a:r>
              <a:rPr lang="en-US" b="0" dirty="0"/>
              <a:t>Explore further in data augmentation-</a:t>
            </a:r>
          </a:p>
          <a:p>
            <a:pPr lvl="1"/>
            <a:r>
              <a:rPr lang="en-US" dirty="0"/>
              <a:t>Synonyms for verbs</a:t>
            </a:r>
          </a:p>
          <a:p>
            <a:pPr lvl="1"/>
            <a:r>
              <a:rPr lang="en-US" dirty="0"/>
              <a:t>Synonyms for adjectives </a:t>
            </a:r>
          </a:p>
          <a:p>
            <a:pPr lvl="1"/>
            <a:r>
              <a:rPr lang="en-US" dirty="0"/>
              <a:t>Synonyms for nouns</a:t>
            </a:r>
          </a:p>
          <a:p>
            <a:r>
              <a:rPr lang="en-US" b="0" dirty="0"/>
              <a:t>Augment the classes with less data points.</a:t>
            </a:r>
          </a:p>
          <a:p>
            <a:r>
              <a:rPr lang="en-US" b="0" dirty="0"/>
              <a:t>Try ‘fast text’ model and compare the Trust Factor score.</a:t>
            </a:r>
          </a:p>
          <a:p>
            <a:endParaRPr lang="en-US" dirty="0"/>
          </a:p>
        </p:txBody>
      </p:sp>
    </p:spTree>
    <p:extLst>
      <p:ext uri="{BB962C8B-B14F-4D97-AF65-F5344CB8AC3E}">
        <p14:creationId xmlns:p14="http://schemas.microsoft.com/office/powerpoint/2010/main" val="2487277629"/>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BF1AA-7FC5-4D19-8E33-6752644B0C58}"/>
              </a:ext>
            </a:extLst>
          </p:cNvPr>
          <p:cNvSpPr>
            <a:spLocks noGrp="1"/>
          </p:cNvSpPr>
          <p:nvPr>
            <p:ph type="title"/>
          </p:nvPr>
        </p:nvSpPr>
        <p:spPr/>
        <p:txBody>
          <a:bodyPr/>
          <a:lstStyle/>
          <a:p>
            <a:r>
              <a:rPr lang="en-US" dirty="0"/>
              <a:t>FastText</a:t>
            </a:r>
          </a:p>
        </p:txBody>
      </p:sp>
      <p:sp>
        <p:nvSpPr>
          <p:cNvPr id="3" name="Content Placeholder 2">
            <a:extLst>
              <a:ext uri="{FF2B5EF4-FFF2-40B4-BE49-F238E27FC236}">
                <a16:creationId xmlns:a16="http://schemas.microsoft.com/office/drawing/2014/main" id="{A53F2C41-A6AD-408A-BB55-4C0CCFB64D65}"/>
              </a:ext>
            </a:extLst>
          </p:cNvPr>
          <p:cNvSpPr>
            <a:spLocks noGrp="1"/>
          </p:cNvSpPr>
          <p:nvPr>
            <p:ph idx="1"/>
          </p:nvPr>
        </p:nvSpPr>
        <p:spPr/>
        <p:txBody>
          <a:bodyPr/>
          <a:lstStyle/>
          <a:p>
            <a:r>
              <a:rPr lang="en-US" b="0" dirty="0"/>
              <a:t>Before FastText sum each word vector, each vector is divided with its norm (L2 norm) and then the averaging process only involves vectors that have positive L2 norm value.</a:t>
            </a:r>
          </a:p>
        </p:txBody>
      </p:sp>
    </p:spTree>
    <p:extLst>
      <p:ext uri="{BB962C8B-B14F-4D97-AF65-F5344CB8AC3E}">
        <p14:creationId xmlns:p14="http://schemas.microsoft.com/office/powerpoint/2010/main" val="1763607339"/>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FE84E-E092-46E1-9C10-2835A8DAF05F}"/>
              </a:ext>
            </a:extLst>
          </p:cNvPr>
          <p:cNvSpPr>
            <a:spLocks noGrp="1"/>
          </p:cNvSpPr>
          <p:nvPr>
            <p:ph type="title"/>
          </p:nvPr>
        </p:nvSpPr>
        <p:spPr/>
        <p:txBody>
          <a:bodyPr/>
          <a:lstStyle/>
          <a:p>
            <a:r>
              <a:rPr lang="en-US" dirty="0"/>
              <a:t>Doubts</a:t>
            </a:r>
          </a:p>
        </p:txBody>
      </p:sp>
      <p:sp>
        <p:nvSpPr>
          <p:cNvPr id="3" name="Content Placeholder 2">
            <a:extLst>
              <a:ext uri="{FF2B5EF4-FFF2-40B4-BE49-F238E27FC236}">
                <a16:creationId xmlns:a16="http://schemas.microsoft.com/office/drawing/2014/main" id="{53E85426-7AE1-4423-95E3-CA59D4B0880C}"/>
              </a:ext>
            </a:extLst>
          </p:cNvPr>
          <p:cNvSpPr>
            <a:spLocks noGrp="1"/>
          </p:cNvSpPr>
          <p:nvPr>
            <p:ph idx="1"/>
          </p:nvPr>
        </p:nvSpPr>
        <p:spPr/>
        <p:txBody>
          <a:bodyPr/>
          <a:lstStyle/>
          <a:p>
            <a:r>
              <a:rPr lang="en-US" b="0" dirty="0"/>
              <a:t>Should I use my manual correction </a:t>
            </a:r>
            <a:r>
              <a:rPr lang="en-US" b="0" dirty="0" err="1"/>
              <a:t>dict</a:t>
            </a:r>
            <a:r>
              <a:rPr lang="en-US" b="0" dirty="0"/>
              <a:t> while preprocessing? Ideally yes</a:t>
            </a:r>
          </a:p>
          <a:p>
            <a:r>
              <a:rPr lang="en-US" b="0" dirty="0"/>
              <a:t>Not able to import </a:t>
            </a:r>
            <a:r>
              <a:rPr lang="en-US" b="0" dirty="0" err="1"/>
              <a:t>keras</a:t>
            </a:r>
            <a:r>
              <a:rPr lang="en-US" b="0" dirty="0"/>
              <a:t>, </a:t>
            </a:r>
            <a:r>
              <a:rPr lang="en-US" b="0" dirty="0" err="1"/>
              <a:t>Tensorflow_hub</a:t>
            </a:r>
            <a:r>
              <a:rPr lang="en-US" b="0" dirty="0"/>
              <a:t>, </a:t>
            </a:r>
            <a:r>
              <a:rPr lang="en-US" b="0" dirty="0" err="1"/>
              <a:t>fasttext</a:t>
            </a:r>
            <a:endParaRPr lang="en-US" b="0" dirty="0"/>
          </a:p>
          <a:p>
            <a:endParaRPr lang="en-US" b="0" dirty="0"/>
          </a:p>
        </p:txBody>
      </p:sp>
    </p:spTree>
    <p:extLst>
      <p:ext uri="{BB962C8B-B14F-4D97-AF65-F5344CB8AC3E}">
        <p14:creationId xmlns:p14="http://schemas.microsoft.com/office/powerpoint/2010/main" val="123653767"/>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2D98A-7E18-4F87-A813-7A690A828A29}"/>
              </a:ext>
            </a:extLst>
          </p:cNvPr>
          <p:cNvSpPr>
            <a:spLocks noGrp="1"/>
          </p:cNvSpPr>
          <p:nvPr>
            <p:ph type="title"/>
          </p:nvPr>
        </p:nvSpPr>
        <p:spPr/>
        <p:txBody>
          <a:bodyPr/>
          <a:lstStyle/>
          <a:p>
            <a:r>
              <a:rPr lang="en-US" dirty="0"/>
              <a:t>Fast text findings</a:t>
            </a:r>
          </a:p>
        </p:txBody>
      </p:sp>
      <p:sp>
        <p:nvSpPr>
          <p:cNvPr id="3" name="Content Placeholder 2">
            <a:extLst>
              <a:ext uri="{FF2B5EF4-FFF2-40B4-BE49-F238E27FC236}">
                <a16:creationId xmlns:a16="http://schemas.microsoft.com/office/drawing/2014/main" id="{9E82524C-8579-4100-B546-4BEA7C1F892C}"/>
              </a:ext>
            </a:extLst>
          </p:cNvPr>
          <p:cNvSpPr>
            <a:spLocks noGrp="1"/>
          </p:cNvSpPr>
          <p:nvPr>
            <p:ph idx="1"/>
          </p:nvPr>
        </p:nvSpPr>
        <p:spPr/>
        <p:txBody>
          <a:bodyPr/>
          <a:lstStyle/>
          <a:p>
            <a:r>
              <a:rPr lang="en-US" dirty="0"/>
              <a:t>93.46 precision and recall for 0.75 train data</a:t>
            </a:r>
          </a:p>
          <a:p>
            <a:r>
              <a:rPr lang="en-US" dirty="0"/>
              <a:t>TF cat, TF var and TF overall= 80.07%</a:t>
            </a:r>
          </a:p>
        </p:txBody>
      </p:sp>
    </p:spTree>
    <p:extLst>
      <p:ext uri="{BB962C8B-B14F-4D97-AF65-F5344CB8AC3E}">
        <p14:creationId xmlns:p14="http://schemas.microsoft.com/office/powerpoint/2010/main" val="3399649525"/>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81881-045B-4122-B508-D89FDE444A15}"/>
              </a:ext>
            </a:extLst>
          </p:cNvPr>
          <p:cNvSpPr>
            <a:spLocks noGrp="1"/>
          </p:cNvSpPr>
          <p:nvPr>
            <p:ph type="title"/>
          </p:nvPr>
        </p:nvSpPr>
        <p:spPr/>
        <p:txBody>
          <a:bodyPr/>
          <a:lstStyle/>
          <a:p>
            <a:r>
              <a:rPr lang="en-US" dirty="0"/>
              <a:t>To do</a:t>
            </a:r>
          </a:p>
        </p:txBody>
      </p:sp>
      <p:sp>
        <p:nvSpPr>
          <p:cNvPr id="3" name="Content Placeholder 2">
            <a:extLst>
              <a:ext uri="{FF2B5EF4-FFF2-40B4-BE49-F238E27FC236}">
                <a16:creationId xmlns:a16="http://schemas.microsoft.com/office/drawing/2014/main" id="{FC0956EB-4579-4401-A30A-465AB95D6F36}"/>
              </a:ext>
            </a:extLst>
          </p:cNvPr>
          <p:cNvSpPr>
            <a:spLocks noGrp="1"/>
          </p:cNvSpPr>
          <p:nvPr>
            <p:ph idx="1"/>
          </p:nvPr>
        </p:nvSpPr>
        <p:spPr/>
        <p:txBody>
          <a:bodyPr/>
          <a:lstStyle/>
          <a:p>
            <a:r>
              <a:rPr lang="en-US" dirty="0"/>
              <a:t>Snorkel </a:t>
            </a:r>
            <a:r>
              <a:rPr lang="en-US" dirty="0">
                <a:sym typeface="Wingdings" panose="05000000000000000000" pitchFamily="2" charset="2"/>
              </a:rPr>
              <a:t> spacy data augment verb, </a:t>
            </a:r>
            <a:r>
              <a:rPr lang="en-US" dirty="0" err="1">
                <a:sym typeface="Wingdings" panose="05000000000000000000" pitchFamily="2" charset="2"/>
              </a:rPr>
              <a:t>synonyms,etc</a:t>
            </a:r>
            <a:r>
              <a:rPr lang="en-US" dirty="0">
                <a:sym typeface="Wingdings" panose="05000000000000000000" pitchFamily="2" charset="2"/>
              </a:rPr>
              <a:t>  RF  TF </a:t>
            </a:r>
            <a:r>
              <a:rPr lang="en-US" dirty="0" err="1">
                <a:sym typeface="Wingdings" panose="05000000000000000000" pitchFamily="2" charset="2"/>
              </a:rPr>
              <a:t>cal</a:t>
            </a:r>
            <a:endParaRPr lang="en-US" dirty="0">
              <a:sym typeface="Wingdings" panose="05000000000000000000" pitchFamily="2" charset="2"/>
            </a:endParaRPr>
          </a:p>
          <a:p>
            <a:r>
              <a:rPr lang="en-US" dirty="0"/>
              <a:t>Add synonym list given by Faraz</a:t>
            </a:r>
          </a:p>
          <a:p>
            <a:r>
              <a:rPr lang="en-US" dirty="0" err="1"/>
              <a:t>Tensorflow</a:t>
            </a:r>
            <a:endParaRPr lang="en-US" dirty="0"/>
          </a:p>
          <a:p>
            <a:r>
              <a:rPr lang="en-US" dirty="0"/>
              <a:t>Distribution comparison</a:t>
            </a:r>
          </a:p>
          <a:p>
            <a:endParaRPr lang="en-US" dirty="0"/>
          </a:p>
          <a:p>
            <a:endParaRPr lang="en-US" dirty="0"/>
          </a:p>
        </p:txBody>
      </p:sp>
    </p:spTree>
    <p:extLst>
      <p:ext uri="{BB962C8B-B14F-4D97-AF65-F5344CB8AC3E}">
        <p14:creationId xmlns:p14="http://schemas.microsoft.com/office/powerpoint/2010/main" val="1302991947"/>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F7DCE-6076-4DC7-A9D6-0514BABFE569}"/>
              </a:ext>
            </a:extLst>
          </p:cNvPr>
          <p:cNvSpPr>
            <a:spLocks noGrp="1"/>
          </p:cNvSpPr>
          <p:nvPr>
            <p:ph type="title"/>
          </p:nvPr>
        </p:nvSpPr>
        <p:spPr/>
        <p:txBody>
          <a:bodyPr/>
          <a:lstStyle/>
          <a:p>
            <a:r>
              <a:rPr lang="en-US" dirty="0"/>
              <a:t>My wrong interpretation</a:t>
            </a:r>
          </a:p>
        </p:txBody>
      </p:sp>
      <p:sp>
        <p:nvSpPr>
          <p:cNvPr id="3" name="Content Placeholder 2">
            <a:extLst>
              <a:ext uri="{FF2B5EF4-FFF2-40B4-BE49-F238E27FC236}">
                <a16:creationId xmlns:a16="http://schemas.microsoft.com/office/drawing/2014/main" id="{3ABE68F2-3011-4AB8-8435-3FF6A5DFAC4E}"/>
              </a:ext>
            </a:extLst>
          </p:cNvPr>
          <p:cNvSpPr>
            <a:spLocks noGrp="1"/>
          </p:cNvSpPr>
          <p:nvPr>
            <p:ph idx="1"/>
          </p:nvPr>
        </p:nvSpPr>
        <p:spPr/>
        <p:txBody>
          <a:bodyPr>
            <a:normAutofit fontScale="62500" lnSpcReduction="20000"/>
          </a:bodyPr>
          <a:lstStyle/>
          <a:p>
            <a:r>
              <a:rPr lang="en-US" b="0" dirty="0"/>
              <a:t>100 PINEAPPLE BLUEBERRY BLACKBRY JUICE </a:t>
            </a:r>
            <a:r>
              <a:rPr lang="en-US" b="0" dirty="0" err="1"/>
              <a:t>JUICE</a:t>
            </a:r>
            <a:r>
              <a:rPr lang="en-US" b="0" dirty="0"/>
              <a:t> PINE </a:t>
            </a:r>
            <a:r>
              <a:rPr lang="en-US" dirty="0"/>
              <a:t>BLU</a:t>
            </a:r>
            <a:r>
              <a:rPr lang="en-US" b="0" dirty="0"/>
              <a:t> </a:t>
            </a:r>
            <a:r>
              <a:rPr lang="en-US" dirty="0"/>
              <a:t>BLK</a:t>
            </a:r>
            <a:r>
              <a:rPr lang="en-US" b="0" dirty="0"/>
              <a:t> DM JUICE PREMIUM BEVERAGE SUPER PREMIUM BEVERAGE SUPER PREMIUM BEVERAGE</a:t>
            </a:r>
          </a:p>
          <a:p>
            <a:r>
              <a:rPr lang="en-US" b="0" dirty="0"/>
              <a:t>RED PEAR BULK PEAR RED BULK HM PRIME EURO 1 2 CARTN RED PEAR </a:t>
            </a:r>
            <a:r>
              <a:rPr lang="en-US" b="0" dirty="0" err="1"/>
              <a:t>PEAR</a:t>
            </a:r>
            <a:r>
              <a:rPr lang="en-US" b="0" dirty="0"/>
              <a:t> </a:t>
            </a:r>
            <a:r>
              <a:rPr lang="en-US" b="0" dirty="0" err="1"/>
              <a:t>PEAR</a:t>
            </a:r>
            <a:r>
              <a:rPr lang="en-US" b="0" dirty="0"/>
              <a:t> BULK PEAR RED BULK</a:t>
            </a:r>
          </a:p>
          <a:p>
            <a:r>
              <a:rPr lang="en-US" b="0" dirty="0"/>
              <a:t>ROME APPLE BULK APPLE ROME HM PRIME EURO 1 2 CARTN ROME APPLE </a:t>
            </a:r>
            <a:r>
              <a:rPr lang="en-US" b="0" dirty="0" err="1"/>
              <a:t>APPLE</a:t>
            </a:r>
            <a:r>
              <a:rPr lang="en-US" b="0" dirty="0"/>
              <a:t> </a:t>
            </a:r>
            <a:r>
              <a:rPr lang="en-US" b="0" dirty="0" err="1"/>
              <a:t>APPLE</a:t>
            </a:r>
            <a:r>
              <a:rPr lang="en-US" b="0" dirty="0"/>
              <a:t> BULK APPLE REG MISC BULK</a:t>
            </a:r>
          </a:p>
          <a:p>
            <a:r>
              <a:rPr lang="en-US" b="0" dirty="0"/>
              <a:t>MICROWAVEABLE SWEET POTATO PER POTATO EXP SWEET HM SWEET POTATO SWEET POTATO SWEET POTATO CONVENIENCE POTATO SWEET MICRO BAKE</a:t>
            </a:r>
          </a:p>
          <a:p>
            <a:r>
              <a:rPr lang="en-US" b="0" dirty="0"/>
              <a:t>FRESH BLUEBERRY DRY PINT BLUEBERRY D PINT CL GTIN REF BLUEBERRY </a:t>
            </a:r>
            <a:r>
              <a:rPr lang="en-US" b="0" dirty="0" err="1"/>
              <a:t>BLUEBERRY</a:t>
            </a:r>
            <a:r>
              <a:rPr lang="en-US" b="0" dirty="0"/>
              <a:t> </a:t>
            </a:r>
            <a:r>
              <a:rPr lang="en-US" b="0" dirty="0" err="1"/>
              <a:t>BLUEBERRY</a:t>
            </a:r>
            <a:r>
              <a:rPr lang="en-US" b="0" dirty="0"/>
              <a:t> 11OZ BLUEBERRY 11OZ</a:t>
            </a:r>
          </a:p>
          <a:p>
            <a:r>
              <a:rPr lang="en-US" b="0" dirty="0"/>
              <a:t>BROCCOLI CAULIFLOWER 5 OZ BROCCOLI CAULIFLOWER 5Z VEN VEGGIE SNACK CUT FRUIT PACKAGED VA VEG VALUE ADDED CELERY</a:t>
            </a:r>
          </a:p>
          <a:p>
            <a:r>
              <a:rPr lang="en-US" b="0" dirty="0"/>
              <a:t>FRESH BLUEBERRY DRY PINT BLUEBERRY 11OZ CL VA NOF UPC BLUEBERRY </a:t>
            </a:r>
            <a:r>
              <a:rPr lang="en-US" b="0" dirty="0" err="1"/>
              <a:t>BLUEBERRY</a:t>
            </a:r>
            <a:r>
              <a:rPr lang="en-US" b="0" dirty="0"/>
              <a:t> </a:t>
            </a:r>
            <a:r>
              <a:rPr lang="en-US" b="0" dirty="0" err="1"/>
              <a:t>BLUEBERRY</a:t>
            </a:r>
            <a:r>
              <a:rPr lang="en-US" b="0" dirty="0"/>
              <a:t> 11OZ BLUEBERRY 11OZ</a:t>
            </a:r>
          </a:p>
          <a:p>
            <a:r>
              <a:rPr lang="en-US" b="0" dirty="0"/>
              <a:t>FRESH BLACKBERRIES 6OZ BLACKBERRY 6OZ BP BLACKBERRY BLACKBERRIES </a:t>
            </a:r>
            <a:r>
              <a:rPr lang="en-US" b="0" dirty="0" err="1"/>
              <a:t>BLACKBERRIES</a:t>
            </a:r>
            <a:r>
              <a:rPr lang="en-US" b="0" dirty="0"/>
              <a:t> 6OZ BLACKBERRIES 6OZ</a:t>
            </a:r>
          </a:p>
          <a:p>
            <a:endParaRPr lang="en-US" b="0" dirty="0"/>
          </a:p>
          <a:p>
            <a:endParaRPr lang="en-US" b="0" dirty="0"/>
          </a:p>
          <a:p>
            <a:endParaRPr lang="en-US" b="0" dirty="0"/>
          </a:p>
        </p:txBody>
      </p:sp>
    </p:spTree>
    <p:extLst>
      <p:ext uri="{BB962C8B-B14F-4D97-AF65-F5344CB8AC3E}">
        <p14:creationId xmlns:p14="http://schemas.microsoft.com/office/powerpoint/2010/main" val="296640828"/>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D0663-7334-414C-B48C-B7036C199C63}"/>
              </a:ext>
            </a:extLst>
          </p:cNvPr>
          <p:cNvSpPr>
            <a:spLocks noGrp="1"/>
          </p:cNvSpPr>
          <p:nvPr>
            <p:ph type="title"/>
          </p:nvPr>
        </p:nvSpPr>
        <p:spPr/>
        <p:txBody>
          <a:bodyPr/>
          <a:lstStyle/>
          <a:p>
            <a:r>
              <a:rPr lang="en-US" dirty="0"/>
              <a:t>Errors in wordnet</a:t>
            </a:r>
          </a:p>
        </p:txBody>
      </p:sp>
      <p:sp>
        <p:nvSpPr>
          <p:cNvPr id="3" name="Content Placeholder 2">
            <a:extLst>
              <a:ext uri="{FF2B5EF4-FFF2-40B4-BE49-F238E27FC236}">
                <a16:creationId xmlns:a16="http://schemas.microsoft.com/office/drawing/2014/main" id="{2012087C-8A7E-4FB5-A1AC-F70A47E357AE}"/>
              </a:ext>
            </a:extLst>
          </p:cNvPr>
          <p:cNvSpPr>
            <a:spLocks noGrp="1"/>
          </p:cNvSpPr>
          <p:nvPr>
            <p:ph idx="1"/>
          </p:nvPr>
        </p:nvSpPr>
        <p:spPr/>
        <p:txBody>
          <a:bodyPr/>
          <a:lstStyle/>
          <a:p>
            <a:r>
              <a:rPr lang="en-US" dirty="0"/>
              <a:t>SAM – surface to air missile</a:t>
            </a:r>
          </a:p>
          <a:p>
            <a:r>
              <a:rPr lang="en-US" dirty="0"/>
              <a:t>Premium – Insurance premium</a:t>
            </a:r>
          </a:p>
          <a:p>
            <a:r>
              <a:rPr lang="en-US" dirty="0"/>
              <a:t>Latte – caffe latte</a:t>
            </a:r>
          </a:p>
        </p:txBody>
      </p:sp>
    </p:spTree>
    <p:extLst>
      <p:ext uri="{BB962C8B-B14F-4D97-AF65-F5344CB8AC3E}">
        <p14:creationId xmlns:p14="http://schemas.microsoft.com/office/powerpoint/2010/main" val="1488495646"/>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EEE0A-5B3E-4004-83AD-64CC54318C4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F621F7B-4905-4AD7-91B1-723EDA9E3331}"/>
              </a:ext>
            </a:extLst>
          </p:cNvPr>
          <p:cNvSpPr>
            <a:spLocks noGrp="1"/>
          </p:cNvSpPr>
          <p:nvPr>
            <p:ph idx="1"/>
          </p:nvPr>
        </p:nvSpPr>
        <p:spPr/>
        <p:txBody>
          <a:bodyPr/>
          <a:lstStyle/>
          <a:p>
            <a:r>
              <a:rPr lang="en-US" dirty="0"/>
              <a:t>Should we look at when both TF cat and TF var are 1. This will give us a lot more confidence on our predictions?</a:t>
            </a:r>
          </a:p>
          <a:p>
            <a:endParaRPr lang="en-US" dirty="0"/>
          </a:p>
        </p:txBody>
      </p:sp>
    </p:spTree>
    <p:extLst>
      <p:ext uri="{BB962C8B-B14F-4D97-AF65-F5344CB8AC3E}">
        <p14:creationId xmlns:p14="http://schemas.microsoft.com/office/powerpoint/2010/main" val="2323456978"/>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8539304F-5588-4142-A91C-75DA24DEEA99}"/>
              </a:ext>
            </a:extLst>
          </p:cNvPr>
          <p:cNvPicPr>
            <a:picLocks noChangeAspect="1"/>
          </p:cNvPicPr>
          <p:nvPr/>
        </p:nvPicPr>
        <p:blipFill rotWithShape="1">
          <a:blip r:embed="rId2"/>
          <a:srcRect l="18251" t="14812" r="18640" b="22032"/>
          <a:stretch/>
        </p:blipFill>
        <p:spPr>
          <a:xfrm>
            <a:off x="3985437" y="744906"/>
            <a:ext cx="4221125" cy="3264197"/>
          </a:xfrm>
          <a:prstGeom prst="rect">
            <a:avLst/>
          </a:prstGeom>
        </p:spPr>
      </p:pic>
      <p:sp>
        <p:nvSpPr>
          <p:cNvPr id="13" name="object 10">
            <a:extLst>
              <a:ext uri="{FF2B5EF4-FFF2-40B4-BE49-F238E27FC236}">
                <a16:creationId xmlns:a16="http://schemas.microsoft.com/office/drawing/2014/main" id="{EA4DAB1C-F0D2-1F45-80F4-E09A620A6446}"/>
              </a:ext>
            </a:extLst>
          </p:cNvPr>
          <p:cNvSpPr txBox="1"/>
          <p:nvPr/>
        </p:nvSpPr>
        <p:spPr>
          <a:xfrm>
            <a:off x="241160" y="4327383"/>
            <a:ext cx="11705034" cy="1938992"/>
          </a:xfrm>
          <a:prstGeom prst="rect">
            <a:avLst/>
          </a:prstGeom>
        </p:spPr>
        <p:txBody>
          <a:bodyPr vert="horz" wrap="square" lIns="0" tIns="0" rIns="0" bIns="0" rtlCol="0">
            <a:spAutoFit/>
          </a:bodyPr>
          <a:lstStyle/>
          <a:p>
            <a:pPr marL="7144" algn="ctr">
              <a:lnSpc>
                <a:spcPct val="100000"/>
              </a:lnSpc>
              <a:tabLst>
                <a:tab pos="3071455" algn="l"/>
              </a:tabLst>
            </a:pPr>
            <a:r>
              <a:rPr lang="en-US" sz="3200" dirty="0">
                <a:solidFill>
                  <a:srgbClr val="0D1D2B"/>
                </a:solidFill>
                <a:latin typeface="Bogle"/>
                <a:cs typeface="Bogle"/>
              </a:rPr>
              <a:t>Review Meet: Week 5</a:t>
            </a:r>
          </a:p>
          <a:p>
            <a:pPr marL="7144" algn="ctr">
              <a:lnSpc>
                <a:spcPct val="100000"/>
              </a:lnSpc>
              <a:tabLst>
                <a:tab pos="3071455" algn="l"/>
              </a:tabLst>
            </a:pPr>
            <a:r>
              <a:rPr lang="en-US" sz="3200" dirty="0">
                <a:solidFill>
                  <a:srgbClr val="0D1D2B"/>
                </a:solidFill>
                <a:latin typeface="Bogle"/>
                <a:cs typeface="Bogle"/>
              </a:rPr>
              <a:t>June 25</a:t>
            </a:r>
            <a:r>
              <a:rPr lang="en-US" sz="3200" baseline="30000" dirty="0">
                <a:solidFill>
                  <a:srgbClr val="0D1D2B"/>
                </a:solidFill>
                <a:latin typeface="Bogle"/>
                <a:cs typeface="Bogle"/>
              </a:rPr>
              <a:t>th</a:t>
            </a:r>
            <a:r>
              <a:rPr lang="en-US" sz="3200" dirty="0">
                <a:solidFill>
                  <a:srgbClr val="0D1D2B"/>
                </a:solidFill>
                <a:latin typeface="Bogle"/>
                <a:cs typeface="Bogle"/>
              </a:rPr>
              <a:t>, 2021</a:t>
            </a:r>
            <a:endParaRPr lang="en-US" sz="2800" dirty="0">
              <a:solidFill>
                <a:srgbClr val="0D1D2B"/>
              </a:solidFill>
              <a:latin typeface="Bogle"/>
              <a:cs typeface="Bogle"/>
            </a:endParaRPr>
          </a:p>
          <a:p>
            <a:pPr marL="7144" algn="ctr">
              <a:lnSpc>
                <a:spcPct val="100000"/>
              </a:lnSpc>
              <a:tabLst>
                <a:tab pos="3071455" algn="l"/>
              </a:tabLst>
            </a:pPr>
            <a:endParaRPr lang="en-US" sz="2000" dirty="0">
              <a:solidFill>
                <a:srgbClr val="0D1D2B"/>
              </a:solidFill>
              <a:latin typeface="Bogle"/>
              <a:cs typeface="Bogle"/>
            </a:endParaRPr>
          </a:p>
          <a:p>
            <a:pPr marL="7144" algn="ctr">
              <a:lnSpc>
                <a:spcPct val="100000"/>
              </a:lnSpc>
              <a:tabLst>
                <a:tab pos="3071455" algn="l"/>
              </a:tabLst>
            </a:pPr>
            <a:r>
              <a:rPr lang="en-US" sz="1400" dirty="0">
                <a:solidFill>
                  <a:srgbClr val="0D1D2B"/>
                </a:solidFill>
                <a:latin typeface="Bogle"/>
                <a:cs typeface="Bogle"/>
              </a:rPr>
              <a:t>Name: Rishabh Thapliyal</a:t>
            </a:r>
          </a:p>
          <a:p>
            <a:pPr marL="7144" algn="ctr">
              <a:lnSpc>
                <a:spcPct val="100000"/>
              </a:lnSpc>
              <a:tabLst>
                <a:tab pos="3071455" algn="l"/>
              </a:tabLst>
            </a:pPr>
            <a:r>
              <a:rPr lang="en-US" sz="1400" dirty="0">
                <a:solidFill>
                  <a:srgbClr val="0D1D2B"/>
                </a:solidFill>
                <a:latin typeface="Bogle"/>
                <a:cs typeface="Bogle"/>
              </a:rPr>
              <a:t>Mentor: Syed Faraz Ali &amp; Mallikharjuna MV</a:t>
            </a:r>
          </a:p>
          <a:p>
            <a:pPr marL="7144" algn="ctr">
              <a:lnSpc>
                <a:spcPct val="100000"/>
              </a:lnSpc>
              <a:tabLst>
                <a:tab pos="3071455" algn="l"/>
              </a:tabLst>
            </a:pPr>
            <a:r>
              <a:rPr lang="en-US" sz="1400" dirty="0">
                <a:solidFill>
                  <a:srgbClr val="0D1D2B"/>
                </a:solidFill>
                <a:latin typeface="Bogle"/>
                <a:cs typeface="Bogle"/>
              </a:rPr>
              <a:t>Manager: Subhasish Misra</a:t>
            </a:r>
          </a:p>
        </p:txBody>
      </p:sp>
    </p:spTree>
    <p:extLst>
      <p:ext uri="{BB962C8B-B14F-4D97-AF65-F5344CB8AC3E}">
        <p14:creationId xmlns:p14="http://schemas.microsoft.com/office/powerpoint/2010/main" val="2106810531"/>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1D3FC-09EA-421E-9DF8-3A48AE708EC2}"/>
              </a:ext>
            </a:extLst>
          </p:cNvPr>
          <p:cNvSpPr>
            <a:spLocks noGrp="1"/>
          </p:cNvSpPr>
          <p:nvPr>
            <p:ph type="title"/>
          </p:nvPr>
        </p:nvSpPr>
        <p:spPr>
          <a:xfrm>
            <a:off x="457199" y="274321"/>
            <a:ext cx="10766809" cy="797734"/>
          </a:xfrm>
        </p:spPr>
        <p:style>
          <a:lnRef idx="0">
            <a:schemeClr val="dk1"/>
          </a:lnRef>
          <a:fillRef idx="3">
            <a:schemeClr val="dk1"/>
          </a:fillRef>
          <a:effectRef idx="3">
            <a:schemeClr val="dk1"/>
          </a:effectRef>
          <a:fontRef idx="minor">
            <a:schemeClr val="lt1"/>
          </a:fontRef>
        </p:style>
        <p:txBody>
          <a:bodyPr anchor="ctr">
            <a:normAutofit/>
          </a:bodyPr>
          <a:lstStyle/>
          <a:p>
            <a:r>
              <a:rPr lang="en-US" dirty="0"/>
              <a:t>Agenda</a:t>
            </a:r>
          </a:p>
        </p:txBody>
      </p:sp>
      <p:graphicFrame>
        <p:nvGraphicFramePr>
          <p:cNvPr id="5" name="Content Placeholder 2">
            <a:extLst>
              <a:ext uri="{FF2B5EF4-FFF2-40B4-BE49-F238E27FC236}">
                <a16:creationId xmlns:a16="http://schemas.microsoft.com/office/drawing/2014/main" id="{4CF1DA11-19E4-4712-ACB6-975862A4A3AF}"/>
              </a:ext>
            </a:extLst>
          </p:cNvPr>
          <p:cNvGraphicFramePr>
            <a:graphicFrameLocks noGrp="1"/>
          </p:cNvGraphicFramePr>
          <p:nvPr>
            <p:ph idx="1"/>
            <p:extLst>
              <p:ext uri="{D42A27DB-BD31-4B8C-83A1-F6EECF244321}">
                <p14:modId xmlns:p14="http://schemas.microsoft.com/office/powerpoint/2010/main" val="599947320"/>
              </p:ext>
            </p:extLst>
          </p:nvPr>
        </p:nvGraphicFramePr>
        <p:xfrm>
          <a:off x="712596" y="1497204"/>
          <a:ext cx="10766808" cy="46756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68988706"/>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47DA0-1FFB-4E04-A38E-6A16625BABE6}"/>
              </a:ext>
            </a:extLst>
          </p:cNvPr>
          <p:cNvSpPr>
            <a:spLocks noGrp="1"/>
          </p:cNvSpPr>
          <p:nvPr>
            <p:ph type="title"/>
          </p:nvPr>
        </p:nvSpPr>
        <p:spPr>
          <a:xfrm>
            <a:off x="457200" y="274321"/>
            <a:ext cx="10515600" cy="589837"/>
          </a:xfrm>
        </p:spPr>
        <p:txBody>
          <a:bodyPr>
            <a:normAutofit fontScale="90000"/>
          </a:bodyPr>
          <a:lstStyle/>
          <a:p>
            <a:r>
              <a:rPr lang="en-US" dirty="0"/>
              <a:t>Recap</a:t>
            </a:r>
          </a:p>
        </p:txBody>
      </p:sp>
      <p:graphicFrame>
        <p:nvGraphicFramePr>
          <p:cNvPr id="4" name="Content Placeholder 3">
            <a:extLst>
              <a:ext uri="{FF2B5EF4-FFF2-40B4-BE49-F238E27FC236}">
                <a16:creationId xmlns:a16="http://schemas.microsoft.com/office/drawing/2014/main" id="{07ED82A5-A722-4EAD-B307-4102249AA1FB}"/>
              </a:ext>
            </a:extLst>
          </p:cNvPr>
          <p:cNvGraphicFramePr>
            <a:graphicFrameLocks noGrp="1"/>
          </p:cNvGraphicFramePr>
          <p:nvPr>
            <p:ph idx="1"/>
            <p:extLst>
              <p:ext uri="{D42A27DB-BD31-4B8C-83A1-F6EECF244321}">
                <p14:modId xmlns:p14="http://schemas.microsoft.com/office/powerpoint/2010/main" val="837693820"/>
              </p:ext>
            </p:extLst>
          </p:nvPr>
        </p:nvGraphicFramePr>
        <p:xfrm>
          <a:off x="457199" y="1024931"/>
          <a:ext cx="11138599" cy="52653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25523049"/>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AF4A5-3E65-412D-A40A-FF64D9820C28}"/>
              </a:ext>
            </a:extLst>
          </p:cNvPr>
          <p:cNvSpPr>
            <a:spLocks noGrp="1"/>
          </p:cNvSpPr>
          <p:nvPr>
            <p:ph type="title"/>
          </p:nvPr>
        </p:nvSpPr>
        <p:spPr>
          <a:xfrm>
            <a:off x="246183" y="143693"/>
            <a:ext cx="10395020" cy="685902"/>
          </a:xfrm>
        </p:spPr>
        <p:txBody>
          <a:bodyPr>
            <a:normAutofit fontScale="90000"/>
          </a:bodyPr>
          <a:lstStyle/>
          <a:p>
            <a:r>
              <a:rPr lang="en-US" dirty="0"/>
              <a:t>Comparing distributions: Numbers removed</a:t>
            </a:r>
          </a:p>
        </p:txBody>
      </p:sp>
      <p:graphicFrame>
        <p:nvGraphicFramePr>
          <p:cNvPr id="18" name="Diagram 17">
            <a:extLst>
              <a:ext uri="{FF2B5EF4-FFF2-40B4-BE49-F238E27FC236}">
                <a16:creationId xmlns:a16="http://schemas.microsoft.com/office/drawing/2014/main" id="{993E3BCF-0FB3-487D-9E88-5A42EF2304C0}"/>
              </a:ext>
            </a:extLst>
          </p:cNvPr>
          <p:cNvGraphicFramePr/>
          <p:nvPr>
            <p:extLst>
              <p:ext uri="{D42A27DB-BD31-4B8C-83A1-F6EECF244321}">
                <p14:modId xmlns:p14="http://schemas.microsoft.com/office/powerpoint/2010/main" val="2685432637"/>
              </p:ext>
            </p:extLst>
          </p:nvPr>
        </p:nvGraphicFramePr>
        <p:xfrm>
          <a:off x="246183" y="1014888"/>
          <a:ext cx="11349615" cy="95427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0" name="Content Placeholder 19">
            <a:extLst>
              <a:ext uri="{FF2B5EF4-FFF2-40B4-BE49-F238E27FC236}">
                <a16:creationId xmlns:a16="http://schemas.microsoft.com/office/drawing/2014/main" id="{6C40A9F6-8ABD-474F-AF88-FDB9905B1EDC}"/>
              </a:ext>
            </a:extLst>
          </p:cNvPr>
          <p:cNvSpPr>
            <a:spLocks noGrp="1"/>
          </p:cNvSpPr>
          <p:nvPr>
            <p:ph idx="1"/>
          </p:nvPr>
        </p:nvSpPr>
        <p:spPr>
          <a:xfrm>
            <a:off x="246183" y="3429000"/>
            <a:ext cx="5627136" cy="2589962"/>
          </a:xfrm>
          <a:ln>
            <a:solidFill>
              <a:schemeClr val="tx1"/>
            </a:solidFill>
          </a:ln>
        </p:spPr>
        <p:txBody>
          <a:bodyPr anchor="ctr">
            <a:normAutofit/>
          </a:bodyPr>
          <a:lstStyle/>
          <a:p>
            <a:r>
              <a:rPr lang="en-US" sz="2400" b="0" dirty="0"/>
              <a:t>Average KL divergence: 2.36</a:t>
            </a:r>
          </a:p>
          <a:p>
            <a:pPr lvl="1"/>
            <a:r>
              <a:rPr lang="en-US" sz="2000" dirty="0"/>
              <a:t>Less than 1 for 72.2% of the data</a:t>
            </a:r>
          </a:p>
          <a:p>
            <a:pPr lvl="1"/>
            <a:r>
              <a:rPr lang="en-US" sz="2000" dirty="0"/>
              <a:t> Less than 10 for 92.2% of the data</a:t>
            </a:r>
          </a:p>
          <a:p>
            <a:r>
              <a:rPr lang="en-US" sz="2400" b="0" dirty="0"/>
              <a:t>Average KS </a:t>
            </a:r>
            <a:r>
              <a:rPr lang="en-US" sz="2400" b="0" dirty="0" err="1"/>
              <a:t>pvalue</a:t>
            </a:r>
            <a:r>
              <a:rPr lang="en-US" sz="2400" b="0" dirty="0"/>
              <a:t>: 0.737</a:t>
            </a:r>
          </a:p>
          <a:p>
            <a:pPr lvl="1"/>
            <a:r>
              <a:rPr lang="en-US" sz="2000" b="0" dirty="0"/>
              <a:t>More than 0.6 for </a:t>
            </a:r>
            <a:r>
              <a:rPr lang="en-US" sz="2000" dirty="0"/>
              <a:t>45</a:t>
            </a:r>
            <a:r>
              <a:rPr lang="en-US" sz="2000" b="0" dirty="0"/>
              <a:t>.6% of the data </a:t>
            </a:r>
          </a:p>
          <a:p>
            <a:pPr lvl="1"/>
            <a:r>
              <a:rPr lang="en-US" sz="2000" b="0" dirty="0"/>
              <a:t>More than 0.5 for 90.1% of the data</a:t>
            </a:r>
          </a:p>
        </p:txBody>
      </p:sp>
      <p:graphicFrame>
        <p:nvGraphicFramePr>
          <p:cNvPr id="21" name="Diagram 20">
            <a:extLst>
              <a:ext uri="{FF2B5EF4-FFF2-40B4-BE49-F238E27FC236}">
                <a16:creationId xmlns:a16="http://schemas.microsoft.com/office/drawing/2014/main" id="{1481992E-13D9-41D6-8CBC-E9F215B53BD3}"/>
              </a:ext>
            </a:extLst>
          </p:cNvPr>
          <p:cNvGraphicFramePr/>
          <p:nvPr>
            <p:extLst>
              <p:ext uri="{D42A27DB-BD31-4B8C-83A1-F6EECF244321}">
                <p14:modId xmlns:p14="http://schemas.microsoft.com/office/powerpoint/2010/main" val="3608856602"/>
              </p:ext>
            </p:extLst>
          </p:nvPr>
        </p:nvGraphicFramePr>
        <p:xfrm>
          <a:off x="246183" y="2154458"/>
          <a:ext cx="11349615" cy="954276"/>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25" name="TextBox 24">
            <a:extLst>
              <a:ext uri="{FF2B5EF4-FFF2-40B4-BE49-F238E27FC236}">
                <a16:creationId xmlns:a16="http://schemas.microsoft.com/office/drawing/2014/main" id="{E0FD9B61-24E4-4B68-8AEA-77334BAD7D71}"/>
              </a:ext>
            </a:extLst>
          </p:cNvPr>
          <p:cNvSpPr txBox="1"/>
          <p:nvPr/>
        </p:nvSpPr>
        <p:spPr>
          <a:xfrm>
            <a:off x="6621864" y="5322716"/>
            <a:ext cx="2069961" cy="366760"/>
          </a:xfrm>
          <a:prstGeom prst="rect">
            <a:avLst/>
          </a:prstGeom>
          <a:solidFill>
            <a:schemeClr val="accent4"/>
          </a:solidFill>
          <a:ln>
            <a:solidFill>
              <a:schemeClr val="tx1"/>
            </a:solidFill>
          </a:ln>
          <a:effectLst/>
        </p:spPr>
        <p:txBody>
          <a:bodyPr wrap="square" rtlCol="0">
            <a:spAutoFit/>
          </a:bodyPr>
          <a:lstStyle/>
          <a:p>
            <a:pPr algn="ctr"/>
            <a:r>
              <a:rPr lang="en-US" dirty="0"/>
              <a:t>KL divergence</a:t>
            </a:r>
          </a:p>
        </p:txBody>
      </p:sp>
      <p:sp>
        <p:nvSpPr>
          <p:cNvPr id="26" name="TextBox 25">
            <a:extLst>
              <a:ext uri="{FF2B5EF4-FFF2-40B4-BE49-F238E27FC236}">
                <a16:creationId xmlns:a16="http://schemas.microsoft.com/office/drawing/2014/main" id="{C5A76434-5050-4911-A39C-260F4F1E89D4}"/>
              </a:ext>
            </a:extLst>
          </p:cNvPr>
          <p:cNvSpPr txBox="1"/>
          <p:nvPr/>
        </p:nvSpPr>
        <p:spPr>
          <a:xfrm>
            <a:off x="9525837" y="3749266"/>
            <a:ext cx="2069961" cy="366760"/>
          </a:xfrm>
          <a:prstGeom prst="rect">
            <a:avLst/>
          </a:prstGeom>
          <a:solidFill>
            <a:schemeClr val="accent4"/>
          </a:solidFill>
          <a:ln>
            <a:solidFill>
              <a:schemeClr val="tx1"/>
            </a:solidFill>
          </a:ln>
          <a:effectLst/>
        </p:spPr>
        <p:txBody>
          <a:bodyPr wrap="square" rtlCol="0">
            <a:spAutoFit/>
          </a:bodyPr>
          <a:lstStyle/>
          <a:p>
            <a:pPr algn="ctr"/>
            <a:r>
              <a:rPr lang="en-US" dirty="0"/>
              <a:t>KS Test (</a:t>
            </a:r>
            <a:r>
              <a:rPr lang="en-US" dirty="0" err="1"/>
              <a:t>Pvalue</a:t>
            </a:r>
            <a:r>
              <a:rPr lang="en-US" dirty="0"/>
              <a:t>)</a:t>
            </a:r>
          </a:p>
        </p:txBody>
      </p:sp>
      <p:pic>
        <p:nvPicPr>
          <p:cNvPr id="5" name="Picture 4" descr="Chart, histogram&#10;&#10;Description automatically generated">
            <a:extLst>
              <a:ext uri="{FF2B5EF4-FFF2-40B4-BE49-F238E27FC236}">
                <a16:creationId xmlns:a16="http://schemas.microsoft.com/office/drawing/2014/main" id="{0D895EBB-8706-4CC9-BC2A-F21F301E9D69}"/>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9267972" y="4274914"/>
            <a:ext cx="2585690" cy="1568198"/>
          </a:xfrm>
          <a:prstGeom prst="rect">
            <a:avLst/>
          </a:prstGeom>
          <a:ln>
            <a:solidFill>
              <a:schemeClr val="tx1"/>
            </a:solidFill>
          </a:ln>
        </p:spPr>
      </p:pic>
      <p:pic>
        <p:nvPicPr>
          <p:cNvPr id="7" name="Picture 6" descr="Chart, histogram&#10;&#10;Description automatically generated">
            <a:extLst>
              <a:ext uri="{FF2B5EF4-FFF2-40B4-BE49-F238E27FC236}">
                <a16:creationId xmlns:a16="http://schemas.microsoft.com/office/drawing/2014/main" id="{CE15A4E4-704D-4611-8F6A-CE3A91A8895F}"/>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6276115" y="3414460"/>
            <a:ext cx="2761458" cy="1720909"/>
          </a:xfrm>
          <a:prstGeom prst="rect">
            <a:avLst/>
          </a:prstGeom>
          <a:ln>
            <a:solidFill>
              <a:schemeClr val="tx1"/>
            </a:solidFill>
          </a:ln>
        </p:spPr>
      </p:pic>
    </p:spTree>
    <p:extLst>
      <p:ext uri="{BB962C8B-B14F-4D97-AF65-F5344CB8AC3E}">
        <p14:creationId xmlns:p14="http://schemas.microsoft.com/office/powerpoint/2010/main" val="960767977"/>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AF4A5-3E65-412D-A40A-FF64D9820C28}"/>
              </a:ext>
            </a:extLst>
          </p:cNvPr>
          <p:cNvSpPr>
            <a:spLocks noGrp="1"/>
          </p:cNvSpPr>
          <p:nvPr>
            <p:ph type="title"/>
          </p:nvPr>
        </p:nvSpPr>
        <p:spPr>
          <a:xfrm>
            <a:off x="246182" y="143693"/>
            <a:ext cx="10867295" cy="685902"/>
          </a:xfrm>
        </p:spPr>
        <p:txBody>
          <a:bodyPr>
            <a:normAutofit fontScale="90000"/>
          </a:bodyPr>
          <a:lstStyle/>
          <a:p>
            <a:r>
              <a:rPr lang="en-US" dirty="0"/>
              <a:t>Comparing distributions: 2 char words removed</a:t>
            </a:r>
          </a:p>
        </p:txBody>
      </p:sp>
      <p:graphicFrame>
        <p:nvGraphicFramePr>
          <p:cNvPr id="21" name="Diagram 20">
            <a:extLst>
              <a:ext uri="{FF2B5EF4-FFF2-40B4-BE49-F238E27FC236}">
                <a16:creationId xmlns:a16="http://schemas.microsoft.com/office/drawing/2014/main" id="{1481992E-13D9-41D6-8CBC-E9F215B53BD3}"/>
              </a:ext>
            </a:extLst>
          </p:cNvPr>
          <p:cNvGraphicFramePr/>
          <p:nvPr>
            <p:extLst>
              <p:ext uri="{D42A27DB-BD31-4B8C-83A1-F6EECF244321}">
                <p14:modId xmlns:p14="http://schemas.microsoft.com/office/powerpoint/2010/main" val="3852629792"/>
              </p:ext>
            </p:extLst>
          </p:nvPr>
        </p:nvGraphicFramePr>
        <p:xfrm>
          <a:off x="246183" y="2154459"/>
          <a:ext cx="11349615" cy="7595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5" name="TextBox 24">
            <a:extLst>
              <a:ext uri="{FF2B5EF4-FFF2-40B4-BE49-F238E27FC236}">
                <a16:creationId xmlns:a16="http://schemas.microsoft.com/office/drawing/2014/main" id="{E0FD9B61-24E4-4B68-8AEA-77334BAD7D71}"/>
              </a:ext>
            </a:extLst>
          </p:cNvPr>
          <p:cNvSpPr txBox="1"/>
          <p:nvPr/>
        </p:nvSpPr>
        <p:spPr>
          <a:xfrm>
            <a:off x="6621864" y="5322716"/>
            <a:ext cx="2069961" cy="366760"/>
          </a:xfrm>
          <a:prstGeom prst="rect">
            <a:avLst/>
          </a:prstGeom>
          <a:solidFill>
            <a:schemeClr val="accent4"/>
          </a:solidFill>
          <a:ln>
            <a:solidFill>
              <a:schemeClr val="tx1"/>
            </a:solidFill>
          </a:ln>
          <a:effectLst/>
        </p:spPr>
        <p:txBody>
          <a:bodyPr wrap="square" rtlCol="0">
            <a:spAutoFit/>
          </a:bodyPr>
          <a:lstStyle/>
          <a:p>
            <a:pPr algn="ctr"/>
            <a:r>
              <a:rPr lang="en-US" dirty="0"/>
              <a:t>KL divergence</a:t>
            </a:r>
          </a:p>
        </p:txBody>
      </p:sp>
      <p:sp>
        <p:nvSpPr>
          <p:cNvPr id="26" name="TextBox 25">
            <a:extLst>
              <a:ext uri="{FF2B5EF4-FFF2-40B4-BE49-F238E27FC236}">
                <a16:creationId xmlns:a16="http://schemas.microsoft.com/office/drawing/2014/main" id="{C5A76434-5050-4911-A39C-260F4F1E89D4}"/>
              </a:ext>
            </a:extLst>
          </p:cNvPr>
          <p:cNvSpPr txBox="1"/>
          <p:nvPr/>
        </p:nvSpPr>
        <p:spPr>
          <a:xfrm>
            <a:off x="9525837" y="3749266"/>
            <a:ext cx="2069961" cy="366760"/>
          </a:xfrm>
          <a:prstGeom prst="rect">
            <a:avLst/>
          </a:prstGeom>
          <a:solidFill>
            <a:schemeClr val="accent4"/>
          </a:solidFill>
          <a:ln>
            <a:solidFill>
              <a:schemeClr val="tx1"/>
            </a:solidFill>
          </a:ln>
          <a:effectLst/>
        </p:spPr>
        <p:txBody>
          <a:bodyPr wrap="square" rtlCol="0">
            <a:spAutoFit/>
          </a:bodyPr>
          <a:lstStyle/>
          <a:p>
            <a:pPr algn="ctr"/>
            <a:r>
              <a:rPr lang="en-US" dirty="0"/>
              <a:t>KS Test (</a:t>
            </a:r>
            <a:r>
              <a:rPr lang="en-US" dirty="0" err="1"/>
              <a:t>Pvalue</a:t>
            </a:r>
            <a:r>
              <a:rPr lang="en-US" dirty="0"/>
              <a:t>)</a:t>
            </a:r>
          </a:p>
        </p:txBody>
      </p:sp>
      <p:sp>
        <p:nvSpPr>
          <p:cNvPr id="10" name="Content Placeholder 19">
            <a:extLst>
              <a:ext uri="{FF2B5EF4-FFF2-40B4-BE49-F238E27FC236}">
                <a16:creationId xmlns:a16="http://schemas.microsoft.com/office/drawing/2014/main" id="{869EA6A2-326C-48A8-9801-BE174CFF05AC}"/>
              </a:ext>
            </a:extLst>
          </p:cNvPr>
          <p:cNvSpPr>
            <a:spLocks noGrp="1"/>
          </p:cNvSpPr>
          <p:nvPr>
            <p:ph idx="1"/>
          </p:nvPr>
        </p:nvSpPr>
        <p:spPr>
          <a:xfrm>
            <a:off x="246183" y="3429000"/>
            <a:ext cx="5627136" cy="2520008"/>
          </a:xfrm>
          <a:ln>
            <a:solidFill>
              <a:schemeClr val="tx1"/>
            </a:solidFill>
          </a:ln>
        </p:spPr>
        <p:txBody>
          <a:bodyPr anchor="ctr">
            <a:normAutofit/>
          </a:bodyPr>
          <a:lstStyle/>
          <a:p>
            <a:r>
              <a:rPr lang="en-US" sz="2400" b="0" dirty="0"/>
              <a:t>Average KL divergence: 2.54</a:t>
            </a:r>
          </a:p>
          <a:p>
            <a:pPr lvl="1"/>
            <a:r>
              <a:rPr lang="en-US" sz="2000" b="0" dirty="0"/>
              <a:t>Less than 1 for 69.6% of the data</a:t>
            </a:r>
          </a:p>
          <a:p>
            <a:pPr lvl="1"/>
            <a:r>
              <a:rPr lang="en-US" sz="2400" b="0" dirty="0"/>
              <a:t>Less than 10 for 93.5% of the data</a:t>
            </a:r>
          </a:p>
          <a:p>
            <a:r>
              <a:rPr lang="en-US" sz="2400" b="0" dirty="0"/>
              <a:t>Average KS </a:t>
            </a:r>
            <a:r>
              <a:rPr lang="en-US" sz="2400" b="0" dirty="0" err="1"/>
              <a:t>pvalue</a:t>
            </a:r>
            <a:r>
              <a:rPr lang="en-US" sz="2400" b="0" dirty="0"/>
              <a:t>: 0.792</a:t>
            </a:r>
          </a:p>
          <a:p>
            <a:pPr lvl="1"/>
            <a:r>
              <a:rPr lang="en-US" sz="2000" b="0" dirty="0"/>
              <a:t>More tha</a:t>
            </a:r>
            <a:r>
              <a:rPr lang="en-US" sz="2000" dirty="0"/>
              <a:t>n 0.9 for 52</a:t>
            </a:r>
            <a:r>
              <a:rPr lang="en-US" sz="2000" b="0" dirty="0"/>
              <a:t>.7% of data</a:t>
            </a:r>
          </a:p>
          <a:p>
            <a:pPr lvl="1"/>
            <a:r>
              <a:rPr lang="en-US" sz="2400" b="0" dirty="0"/>
              <a:t>More than 0.5 for 96.4% of data</a:t>
            </a:r>
            <a:endParaRPr lang="en-US" sz="2200" b="0" dirty="0">
              <a:solidFill>
                <a:srgbClr val="FF0000"/>
              </a:solidFill>
            </a:endParaRPr>
          </a:p>
        </p:txBody>
      </p:sp>
      <p:graphicFrame>
        <p:nvGraphicFramePr>
          <p:cNvPr id="14" name="Diagram 13">
            <a:extLst>
              <a:ext uri="{FF2B5EF4-FFF2-40B4-BE49-F238E27FC236}">
                <a16:creationId xmlns:a16="http://schemas.microsoft.com/office/drawing/2014/main" id="{B2D6514C-96BC-4C1E-B869-3BB5C4F124ED}"/>
              </a:ext>
            </a:extLst>
          </p:cNvPr>
          <p:cNvGraphicFramePr/>
          <p:nvPr>
            <p:extLst>
              <p:ext uri="{D42A27DB-BD31-4B8C-83A1-F6EECF244321}">
                <p14:modId xmlns:p14="http://schemas.microsoft.com/office/powerpoint/2010/main" val="764592268"/>
              </p:ext>
            </p:extLst>
          </p:nvPr>
        </p:nvGraphicFramePr>
        <p:xfrm>
          <a:off x="246183" y="1014888"/>
          <a:ext cx="11349615" cy="954277"/>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5" name="Picture 4" descr="Chart&#10;&#10;Description automatically generated">
            <a:extLst>
              <a:ext uri="{FF2B5EF4-FFF2-40B4-BE49-F238E27FC236}">
                <a16:creationId xmlns:a16="http://schemas.microsoft.com/office/drawing/2014/main" id="{16EF114D-CB25-4C84-8785-0DEA1DE8A3C8}"/>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9183037" y="4243679"/>
            <a:ext cx="2762780" cy="1730966"/>
          </a:xfrm>
          <a:prstGeom prst="rect">
            <a:avLst/>
          </a:prstGeom>
          <a:ln>
            <a:solidFill>
              <a:schemeClr val="tx1"/>
            </a:solidFill>
          </a:ln>
        </p:spPr>
      </p:pic>
      <p:pic>
        <p:nvPicPr>
          <p:cNvPr id="9" name="Picture 8" descr="Chart, histogram&#10;&#10;Description automatically generated">
            <a:extLst>
              <a:ext uri="{FF2B5EF4-FFF2-40B4-BE49-F238E27FC236}">
                <a16:creationId xmlns:a16="http://schemas.microsoft.com/office/drawing/2014/main" id="{FEED85B7-4621-40B7-B450-8D75E5335E7D}"/>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6174651" y="3454207"/>
            <a:ext cx="2762780" cy="1685575"/>
          </a:xfrm>
          <a:prstGeom prst="rect">
            <a:avLst/>
          </a:prstGeom>
          <a:ln>
            <a:solidFill>
              <a:schemeClr val="tx1"/>
            </a:solidFill>
          </a:ln>
        </p:spPr>
      </p:pic>
    </p:spTree>
    <p:extLst>
      <p:ext uri="{BB962C8B-B14F-4D97-AF65-F5344CB8AC3E}">
        <p14:creationId xmlns:p14="http://schemas.microsoft.com/office/powerpoint/2010/main" val="3096552609"/>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AF4A5-3E65-412D-A40A-FF64D9820C28}"/>
              </a:ext>
            </a:extLst>
          </p:cNvPr>
          <p:cNvSpPr>
            <a:spLocks noGrp="1"/>
          </p:cNvSpPr>
          <p:nvPr>
            <p:ph type="title"/>
          </p:nvPr>
        </p:nvSpPr>
        <p:spPr>
          <a:xfrm>
            <a:off x="140677" y="434755"/>
            <a:ext cx="10972800" cy="307777"/>
          </a:xfrm>
        </p:spPr>
        <p:txBody>
          <a:bodyPr>
            <a:noAutofit/>
          </a:bodyPr>
          <a:lstStyle/>
          <a:p>
            <a:r>
              <a:rPr lang="en-US" sz="3600" dirty="0"/>
              <a:t>Comparing distributions: Numbers and 2 char words removed</a:t>
            </a:r>
          </a:p>
        </p:txBody>
      </p:sp>
      <p:graphicFrame>
        <p:nvGraphicFramePr>
          <p:cNvPr id="21" name="Diagram 20">
            <a:extLst>
              <a:ext uri="{FF2B5EF4-FFF2-40B4-BE49-F238E27FC236}">
                <a16:creationId xmlns:a16="http://schemas.microsoft.com/office/drawing/2014/main" id="{1481992E-13D9-41D6-8CBC-E9F215B53BD3}"/>
              </a:ext>
            </a:extLst>
          </p:cNvPr>
          <p:cNvGraphicFramePr/>
          <p:nvPr>
            <p:extLst>
              <p:ext uri="{D42A27DB-BD31-4B8C-83A1-F6EECF244321}">
                <p14:modId xmlns:p14="http://schemas.microsoft.com/office/powerpoint/2010/main" val="3520640849"/>
              </p:ext>
            </p:extLst>
          </p:nvPr>
        </p:nvGraphicFramePr>
        <p:xfrm>
          <a:off x="246183" y="2154458"/>
          <a:ext cx="11349615" cy="8485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5" name="TextBox 24">
            <a:extLst>
              <a:ext uri="{FF2B5EF4-FFF2-40B4-BE49-F238E27FC236}">
                <a16:creationId xmlns:a16="http://schemas.microsoft.com/office/drawing/2014/main" id="{E0FD9B61-24E4-4B68-8AEA-77334BAD7D71}"/>
              </a:ext>
            </a:extLst>
          </p:cNvPr>
          <p:cNvSpPr txBox="1"/>
          <p:nvPr/>
        </p:nvSpPr>
        <p:spPr>
          <a:xfrm>
            <a:off x="6621864" y="5322716"/>
            <a:ext cx="2069961" cy="366760"/>
          </a:xfrm>
          <a:prstGeom prst="rect">
            <a:avLst/>
          </a:prstGeom>
          <a:solidFill>
            <a:schemeClr val="accent4"/>
          </a:solidFill>
          <a:ln>
            <a:solidFill>
              <a:schemeClr val="tx1"/>
            </a:solidFill>
          </a:ln>
          <a:effectLst/>
        </p:spPr>
        <p:txBody>
          <a:bodyPr wrap="square" rtlCol="0">
            <a:spAutoFit/>
          </a:bodyPr>
          <a:lstStyle/>
          <a:p>
            <a:pPr algn="ctr"/>
            <a:r>
              <a:rPr lang="en-US" dirty="0"/>
              <a:t>KL divergence</a:t>
            </a:r>
          </a:p>
        </p:txBody>
      </p:sp>
      <p:sp>
        <p:nvSpPr>
          <p:cNvPr id="26" name="TextBox 25">
            <a:extLst>
              <a:ext uri="{FF2B5EF4-FFF2-40B4-BE49-F238E27FC236}">
                <a16:creationId xmlns:a16="http://schemas.microsoft.com/office/drawing/2014/main" id="{C5A76434-5050-4911-A39C-260F4F1E89D4}"/>
              </a:ext>
            </a:extLst>
          </p:cNvPr>
          <p:cNvSpPr txBox="1"/>
          <p:nvPr/>
        </p:nvSpPr>
        <p:spPr>
          <a:xfrm>
            <a:off x="9525837" y="3749266"/>
            <a:ext cx="2069961" cy="366760"/>
          </a:xfrm>
          <a:prstGeom prst="rect">
            <a:avLst/>
          </a:prstGeom>
          <a:solidFill>
            <a:schemeClr val="accent4"/>
          </a:solidFill>
          <a:ln>
            <a:solidFill>
              <a:schemeClr val="tx1"/>
            </a:solidFill>
          </a:ln>
          <a:effectLst/>
        </p:spPr>
        <p:txBody>
          <a:bodyPr wrap="square" rtlCol="0">
            <a:spAutoFit/>
          </a:bodyPr>
          <a:lstStyle/>
          <a:p>
            <a:pPr algn="ctr"/>
            <a:r>
              <a:rPr lang="en-US" dirty="0"/>
              <a:t>KS Test (</a:t>
            </a:r>
            <a:r>
              <a:rPr lang="en-US" dirty="0" err="1"/>
              <a:t>Pvalue</a:t>
            </a:r>
            <a:r>
              <a:rPr lang="en-US" dirty="0"/>
              <a:t>)</a:t>
            </a:r>
          </a:p>
        </p:txBody>
      </p:sp>
      <p:sp>
        <p:nvSpPr>
          <p:cNvPr id="10" name="Content Placeholder 19">
            <a:extLst>
              <a:ext uri="{FF2B5EF4-FFF2-40B4-BE49-F238E27FC236}">
                <a16:creationId xmlns:a16="http://schemas.microsoft.com/office/drawing/2014/main" id="{869EA6A2-326C-48A8-9801-BE174CFF05AC}"/>
              </a:ext>
            </a:extLst>
          </p:cNvPr>
          <p:cNvSpPr>
            <a:spLocks noGrp="1"/>
          </p:cNvSpPr>
          <p:nvPr>
            <p:ph idx="1"/>
          </p:nvPr>
        </p:nvSpPr>
        <p:spPr>
          <a:xfrm>
            <a:off x="246182" y="3382464"/>
            <a:ext cx="5627136" cy="2520008"/>
          </a:xfrm>
          <a:ln>
            <a:solidFill>
              <a:schemeClr val="tx1"/>
            </a:solidFill>
          </a:ln>
        </p:spPr>
        <p:txBody>
          <a:bodyPr anchor="ctr">
            <a:normAutofit/>
          </a:bodyPr>
          <a:lstStyle/>
          <a:p>
            <a:r>
              <a:rPr lang="en-US" sz="2400" b="0" dirty="0"/>
              <a:t>Average KL divergence: 2.01</a:t>
            </a:r>
          </a:p>
          <a:p>
            <a:pPr lvl="1"/>
            <a:r>
              <a:rPr lang="en-US" sz="2000" b="0" dirty="0"/>
              <a:t>Less than 1 for </a:t>
            </a:r>
            <a:r>
              <a:rPr lang="en-US" sz="2000" dirty="0"/>
              <a:t>71</a:t>
            </a:r>
            <a:r>
              <a:rPr lang="en-US" sz="2000" b="0" dirty="0"/>
              <a:t>.1% of the data</a:t>
            </a:r>
          </a:p>
          <a:p>
            <a:pPr lvl="1"/>
            <a:r>
              <a:rPr lang="en-US" sz="2400" b="0" dirty="0"/>
              <a:t>Less than 10 for 95.7% of the data</a:t>
            </a:r>
          </a:p>
          <a:p>
            <a:r>
              <a:rPr lang="en-US" sz="2400" b="0" dirty="0"/>
              <a:t>Average KS </a:t>
            </a:r>
            <a:r>
              <a:rPr lang="en-US" sz="2400" b="0" dirty="0" err="1"/>
              <a:t>pvalue</a:t>
            </a:r>
            <a:r>
              <a:rPr lang="en-US" sz="2400" b="0" dirty="0"/>
              <a:t>: 0.76</a:t>
            </a:r>
          </a:p>
          <a:p>
            <a:pPr lvl="1"/>
            <a:r>
              <a:rPr lang="en-US" sz="2000" b="0" dirty="0"/>
              <a:t>More tha</a:t>
            </a:r>
            <a:r>
              <a:rPr lang="en-US" sz="2000" dirty="0"/>
              <a:t>n 0.9 for 47</a:t>
            </a:r>
            <a:r>
              <a:rPr lang="en-US" sz="2000" b="0" dirty="0"/>
              <a:t>.5% of data</a:t>
            </a:r>
          </a:p>
          <a:p>
            <a:pPr lvl="1"/>
            <a:r>
              <a:rPr lang="en-US" sz="2400" b="0" dirty="0"/>
              <a:t>More than 0.5 for 93.9% of data</a:t>
            </a:r>
          </a:p>
        </p:txBody>
      </p:sp>
      <p:graphicFrame>
        <p:nvGraphicFramePr>
          <p:cNvPr id="9" name="Diagram 8">
            <a:extLst>
              <a:ext uri="{FF2B5EF4-FFF2-40B4-BE49-F238E27FC236}">
                <a16:creationId xmlns:a16="http://schemas.microsoft.com/office/drawing/2014/main" id="{0CAEC0D3-9DF5-4939-9F06-2F9642CA0AE9}"/>
              </a:ext>
            </a:extLst>
          </p:cNvPr>
          <p:cNvGraphicFramePr/>
          <p:nvPr>
            <p:extLst>
              <p:ext uri="{D42A27DB-BD31-4B8C-83A1-F6EECF244321}">
                <p14:modId xmlns:p14="http://schemas.microsoft.com/office/powerpoint/2010/main" val="3991758387"/>
              </p:ext>
            </p:extLst>
          </p:nvPr>
        </p:nvGraphicFramePr>
        <p:xfrm>
          <a:off x="246183" y="1062797"/>
          <a:ext cx="11349615" cy="954277"/>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4" name="Picture 3" descr="Chart, histogram&#10;&#10;Description automatically generated">
            <a:extLst>
              <a:ext uri="{FF2B5EF4-FFF2-40B4-BE49-F238E27FC236}">
                <a16:creationId xmlns:a16="http://schemas.microsoft.com/office/drawing/2014/main" id="{48069E17-4EBC-4BBE-99D7-F60DF8EFFAEB}"/>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318684" y="3495693"/>
            <a:ext cx="2522350" cy="1635161"/>
          </a:xfrm>
          <a:prstGeom prst="rect">
            <a:avLst/>
          </a:prstGeom>
          <a:ln>
            <a:solidFill>
              <a:schemeClr val="tx1"/>
            </a:solidFill>
          </a:ln>
        </p:spPr>
      </p:pic>
      <p:pic>
        <p:nvPicPr>
          <p:cNvPr id="6" name="Picture 5" descr="Chart&#10;&#10;Description automatically generated">
            <a:extLst>
              <a:ext uri="{FF2B5EF4-FFF2-40B4-BE49-F238E27FC236}">
                <a16:creationId xmlns:a16="http://schemas.microsoft.com/office/drawing/2014/main" id="{76C4D600-40FB-4C71-BD98-45977B7889DD}"/>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9216816" y="4267311"/>
            <a:ext cx="2609866" cy="1635161"/>
          </a:xfrm>
          <a:prstGeom prst="rect">
            <a:avLst/>
          </a:prstGeom>
          <a:ln>
            <a:solidFill>
              <a:schemeClr val="tx1"/>
            </a:solidFill>
          </a:ln>
        </p:spPr>
      </p:pic>
    </p:spTree>
    <p:extLst>
      <p:ext uri="{BB962C8B-B14F-4D97-AF65-F5344CB8AC3E}">
        <p14:creationId xmlns:p14="http://schemas.microsoft.com/office/powerpoint/2010/main" val="1712918236"/>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6063B-8427-40CE-B03D-C6F553544FB7}"/>
              </a:ext>
            </a:extLst>
          </p:cNvPr>
          <p:cNvSpPr>
            <a:spLocks noGrp="1"/>
          </p:cNvSpPr>
          <p:nvPr>
            <p:ph type="title"/>
          </p:nvPr>
        </p:nvSpPr>
        <p:spPr>
          <a:xfrm>
            <a:off x="457199" y="244176"/>
            <a:ext cx="10515600" cy="640080"/>
          </a:xfrm>
        </p:spPr>
        <p:txBody>
          <a:bodyPr>
            <a:normAutofit fontScale="90000"/>
          </a:bodyPr>
          <a:lstStyle/>
          <a:p>
            <a:r>
              <a:rPr lang="en-US" dirty="0"/>
              <a:t>Spell corrections</a:t>
            </a:r>
          </a:p>
        </p:txBody>
      </p:sp>
      <p:graphicFrame>
        <p:nvGraphicFramePr>
          <p:cNvPr id="12" name="Diagram 11">
            <a:extLst>
              <a:ext uri="{FF2B5EF4-FFF2-40B4-BE49-F238E27FC236}">
                <a16:creationId xmlns:a16="http://schemas.microsoft.com/office/drawing/2014/main" id="{18A23E1B-B943-4A83-A737-01FD004F0B60}"/>
              </a:ext>
            </a:extLst>
          </p:cNvPr>
          <p:cNvGraphicFramePr/>
          <p:nvPr>
            <p:extLst>
              <p:ext uri="{D42A27DB-BD31-4B8C-83A1-F6EECF244321}">
                <p14:modId xmlns:p14="http://schemas.microsoft.com/office/powerpoint/2010/main" val="174079263"/>
              </p:ext>
            </p:extLst>
          </p:nvPr>
        </p:nvGraphicFramePr>
        <p:xfrm>
          <a:off x="457199" y="1075174"/>
          <a:ext cx="11058211" cy="50040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43901850"/>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1DFA5-C3D6-48C3-8D44-9D3495450973}"/>
              </a:ext>
            </a:extLst>
          </p:cNvPr>
          <p:cNvSpPr>
            <a:spLocks noGrp="1"/>
          </p:cNvSpPr>
          <p:nvPr>
            <p:ph type="title"/>
          </p:nvPr>
        </p:nvSpPr>
        <p:spPr>
          <a:xfrm>
            <a:off x="457200" y="244175"/>
            <a:ext cx="10515600" cy="670225"/>
          </a:xfrm>
        </p:spPr>
        <p:txBody>
          <a:bodyPr>
            <a:normAutofit fontScale="90000"/>
          </a:bodyPr>
          <a:lstStyle/>
          <a:p>
            <a:r>
              <a:rPr lang="en-US" dirty="0"/>
              <a:t>Data Augmentation</a:t>
            </a:r>
          </a:p>
        </p:txBody>
      </p:sp>
      <p:graphicFrame>
        <p:nvGraphicFramePr>
          <p:cNvPr id="4" name="Diagram 3">
            <a:extLst>
              <a:ext uri="{FF2B5EF4-FFF2-40B4-BE49-F238E27FC236}">
                <a16:creationId xmlns:a16="http://schemas.microsoft.com/office/drawing/2014/main" id="{D2C8A3B1-BAB0-46ED-97E1-00D9D21C35E2}"/>
              </a:ext>
            </a:extLst>
          </p:cNvPr>
          <p:cNvGraphicFramePr/>
          <p:nvPr>
            <p:extLst>
              <p:ext uri="{D42A27DB-BD31-4B8C-83A1-F6EECF244321}">
                <p14:modId xmlns:p14="http://schemas.microsoft.com/office/powerpoint/2010/main" val="4214056880"/>
              </p:ext>
            </p:extLst>
          </p:nvPr>
        </p:nvGraphicFramePr>
        <p:xfrm>
          <a:off x="303683" y="1001019"/>
          <a:ext cx="11211728"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38138992"/>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C0626-F06E-4E67-90A0-1B16644BD3BF}"/>
              </a:ext>
            </a:extLst>
          </p:cNvPr>
          <p:cNvSpPr>
            <a:spLocks noGrp="1"/>
          </p:cNvSpPr>
          <p:nvPr>
            <p:ph type="title"/>
          </p:nvPr>
        </p:nvSpPr>
        <p:spPr>
          <a:xfrm>
            <a:off x="211015" y="103500"/>
            <a:ext cx="10515600" cy="599887"/>
          </a:xfrm>
        </p:spPr>
        <p:txBody>
          <a:bodyPr>
            <a:normAutofit fontScale="90000"/>
          </a:bodyPr>
          <a:lstStyle/>
          <a:p>
            <a:r>
              <a:rPr lang="en-US" dirty="0"/>
              <a:t>FastText model</a:t>
            </a:r>
          </a:p>
        </p:txBody>
      </p:sp>
      <p:sp>
        <p:nvSpPr>
          <p:cNvPr id="3" name="Content Placeholder 2">
            <a:extLst>
              <a:ext uri="{FF2B5EF4-FFF2-40B4-BE49-F238E27FC236}">
                <a16:creationId xmlns:a16="http://schemas.microsoft.com/office/drawing/2014/main" id="{010A4B96-AC8E-4F81-AE41-5DE3B0444185}"/>
              </a:ext>
            </a:extLst>
          </p:cNvPr>
          <p:cNvSpPr>
            <a:spLocks noGrp="1"/>
          </p:cNvSpPr>
          <p:nvPr>
            <p:ph idx="1"/>
          </p:nvPr>
        </p:nvSpPr>
        <p:spPr>
          <a:xfrm>
            <a:off x="211015" y="753630"/>
            <a:ext cx="11234057" cy="1426862"/>
          </a:xfr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4"/>
          </a:lnRef>
          <a:fillRef idx="1">
            <a:schemeClr val="lt1"/>
          </a:fillRef>
          <a:effectRef idx="0">
            <a:schemeClr val="accent4"/>
          </a:effectRef>
          <a:fontRef idx="minor">
            <a:schemeClr val="dk1"/>
          </a:fontRef>
        </p:style>
        <p:txBody>
          <a:bodyPr>
            <a:normAutofit fontScale="70000" lnSpcReduction="20000"/>
          </a:bodyPr>
          <a:lstStyle/>
          <a:p>
            <a:r>
              <a:rPr lang="en-US" b="0" dirty="0"/>
              <a:t>It is a library created by the Facebook for efficient learning of word representations and sentence classification.</a:t>
            </a:r>
          </a:p>
          <a:p>
            <a:r>
              <a:rPr lang="en-US" b="0" dirty="0"/>
              <a:t>Advantages over word2vec and Glove</a:t>
            </a:r>
          </a:p>
          <a:p>
            <a:pPr lvl="1"/>
            <a:r>
              <a:rPr lang="en-US" b="0" dirty="0"/>
              <a:t>It can give the vector representations for the words not present in the dictionary. Eg- </a:t>
            </a:r>
            <a:r>
              <a:rPr lang="en-US" b="0" i="1" dirty="0"/>
              <a:t>“stupedofan</a:t>
            </a:r>
            <a:r>
              <a:rPr lang="en-US" i="1" dirty="0"/>
              <a:t>c</a:t>
            </a:r>
            <a:r>
              <a:rPr lang="en-US" b="0" i="1" dirty="0"/>
              <a:t>tabulouslyfantasti”</a:t>
            </a:r>
          </a:p>
          <a:p>
            <a:pPr lvl="1"/>
            <a:r>
              <a:rPr lang="en-US" i="1" dirty="0"/>
              <a:t>It is extremely fast.</a:t>
            </a:r>
            <a:endParaRPr lang="en-US" b="0" i="1" dirty="0"/>
          </a:p>
        </p:txBody>
      </p:sp>
      <p:graphicFrame>
        <p:nvGraphicFramePr>
          <p:cNvPr id="4" name="Diagram 3">
            <a:extLst>
              <a:ext uri="{FF2B5EF4-FFF2-40B4-BE49-F238E27FC236}">
                <a16:creationId xmlns:a16="http://schemas.microsoft.com/office/drawing/2014/main" id="{E1679E14-3912-483D-B333-0E339FA538E4}"/>
              </a:ext>
            </a:extLst>
          </p:cNvPr>
          <p:cNvGraphicFramePr/>
          <p:nvPr>
            <p:extLst>
              <p:ext uri="{D42A27DB-BD31-4B8C-83A1-F6EECF244321}">
                <p14:modId xmlns:p14="http://schemas.microsoft.com/office/powerpoint/2010/main" val="2274029670"/>
              </p:ext>
            </p:extLst>
          </p:nvPr>
        </p:nvGraphicFramePr>
        <p:xfrm>
          <a:off x="2150347" y="2429277"/>
          <a:ext cx="9294725" cy="54503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Rounded Corners 4">
            <a:extLst>
              <a:ext uri="{FF2B5EF4-FFF2-40B4-BE49-F238E27FC236}">
                <a16:creationId xmlns:a16="http://schemas.microsoft.com/office/drawing/2014/main" id="{2B11CE0C-7A4C-443B-9B5D-2C91E36695BB}"/>
              </a:ext>
            </a:extLst>
          </p:cNvPr>
          <p:cNvSpPr/>
          <p:nvPr/>
        </p:nvSpPr>
        <p:spPr>
          <a:xfrm>
            <a:off x="211016" y="2429277"/>
            <a:ext cx="1637882" cy="545035"/>
          </a:xfrm>
          <a:prstGeom prst="roundRect">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en-US" dirty="0"/>
              <a:t>Preprocessing steps</a:t>
            </a:r>
          </a:p>
        </p:txBody>
      </p:sp>
      <p:graphicFrame>
        <p:nvGraphicFramePr>
          <p:cNvPr id="6" name="Table 4">
            <a:extLst>
              <a:ext uri="{FF2B5EF4-FFF2-40B4-BE49-F238E27FC236}">
                <a16:creationId xmlns:a16="http://schemas.microsoft.com/office/drawing/2014/main" id="{F9FF62E8-F282-496C-A851-5158EF451C98}"/>
              </a:ext>
            </a:extLst>
          </p:cNvPr>
          <p:cNvGraphicFramePr>
            <a:graphicFrameLocks/>
          </p:cNvGraphicFramePr>
          <p:nvPr>
            <p:extLst>
              <p:ext uri="{D42A27DB-BD31-4B8C-83A1-F6EECF244321}">
                <p14:modId xmlns:p14="http://schemas.microsoft.com/office/powerpoint/2010/main" val="3685773606"/>
              </p:ext>
            </p:extLst>
          </p:nvPr>
        </p:nvGraphicFramePr>
        <p:xfrm>
          <a:off x="211015" y="3107541"/>
          <a:ext cx="11521383" cy="3270386"/>
        </p:xfrm>
        <a:graphic>
          <a:graphicData uri="http://schemas.openxmlformats.org/drawingml/2006/table">
            <a:tbl>
              <a:tblPr firstRow="1" firstCol="1" bandRow="1">
                <a:tableStyleId>{5C22544A-7EE6-4342-B048-85BDC9FD1C3A}</a:tableStyleId>
              </a:tblPr>
              <a:tblGrid>
                <a:gridCol w="1337955">
                  <a:extLst>
                    <a:ext uri="{9D8B030D-6E8A-4147-A177-3AD203B41FA5}">
                      <a16:colId xmlns:a16="http://schemas.microsoft.com/office/drawing/2014/main" val="4063345073"/>
                    </a:ext>
                  </a:extLst>
                </a:gridCol>
                <a:gridCol w="1737599">
                  <a:extLst>
                    <a:ext uri="{9D8B030D-6E8A-4147-A177-3AD203B41FA5}">
                      <a16:colId xmlns:a16="http://schemas.microsoft.com/office/drawing/2014/main" val="3803791866"/>
                    </a:ext>
                  </a:extLst>
                </a:gridCol>
                <a:gridCol w="3252209">
                  <a:extLst>
                    <a:ext uri="{9D8B030D-6E8A-4147-A177-3AD203B41FA5}">
                      <a16:colId xmlns:a16="http://schemas.microsoft.com/office/drawing/2014/main" val="235275921"/>
                    </a:ext>
                  </a:extLst>
                </a:gridCol>
                <a:gridCol w="2378706">
                  <a:extLst>
                    <a:ext uri="{9D8B030D-6E8A-4147-A177-3AD203B41FA5}">
                      <a16:colId xmlns:a16="http://schemas.microsoft.com/office/drawing/2014/main" val="4255851108"/>
                    </a:ext>
                  </a:extLst>
                </a:gridCol>
                <a:gridCol w="1527999">
                  <a:extLst>
                    <a:ext uri="{9D8B030D-6E8A-4147-A177-3AD203B41FA5}">
                      <a16:colId xmlns:a16="http://schemas.microsoft.com/office/drawing/2014/main" val="4014875624"/>
                    </a:ext>
                  </a:extLst>
                </a:gridCol>
                <a:gridCol w="1286915">
                  <a:extLst>
                    <a:ext uri="{9D8B030D-6E8A-4147-A177-3AD203B41FA5}">
                      <a16:colId xmlns:a16="http://schemas.microsoft.com/office/drawing/2014/main" val="4284041291"/>
                    </a:ext>
                  </a:extLst>
                </a:gridCol>
              </a:tblGrid>
              <a:tr h="383084">
                <a:tc>
                  <a:txBody>
                    <a:bodyPr/>
                    <a:lstStyle/>
                    <a:p>
                      <a:pPr algn="ctr"/>
                      <a:r>
                        <a:rPr lang="en-US" dirty="0"/>
                        <a:t>Model</a:t>
                      </a:r>
                    </a:p>
                  </a:txBody>
                  <a:tcPr anchor="ctr">
                    <a:solidFill>
                      <a:schemeClr val="accent6"/>
                    </a:solidFill>
                  </a:tcPr>
                </a:tc>
                <a:tc>
                  <a:txBody>
                    <a:bodyPr/>
                    <a:lstStyle/>
                    <a:p>
                      <a:pPr algn="ctr"/>
                      <a:r>
                        <a:rPr lang="en-US" dirty="0"/>
                        <a:t>Preprocessing</a:t>
                      </a:r>
                    </a:p>
                  </a:txBody>
                  <a:tcPr anchor="ctr"/>
                </a:tc>
                <a:tc>
                  <a:txBody>
                    <a:bodyPr/>
                    <a:lstStyle/>
                    <a:p>
                      <a:pPr algn="ctr"/>
                      <a:r>
                        <a:rPr lang="en-US" dirty="0"/>
                        <a:t>Data augmentation</a:t>
                      </a:r>
                    </a:p>
                  </a:txBody>
                  <a:tcPr anchor="ctr"/>
                </a:tc>
                <a:tc>
                  <a:txBody>
                    <a:bodyPr/>
                    <a:lstStyle/>
                    <a:p>
                      <a:pPr algn="ctr"/>
                      <a:r>
                        <a:rPr lang="en-US" dirty="0"/>
                        <a:t>Validation accuracy</a:t>
                      </a:r>
                    </a:p>
                  </a:txBody>
                  <a:tcPr anchor="ctr"/>
                </a:tc>
                <a:tc>
                  <a:txBody>
                    <a:bodyPr/>
                    <a:lstStyle/>
                    <a:p>
                      <a:pPr algn="ctr"/>
                      <a:r>
                        <a:rPr lang="en-US" dirty="0"/>
                        <a:t>TF category</a:t>
                      </a:r>
                    </a:p>
                  </a:txBody>
                  <a:tcPr anchor="ctr"/>
                </a:tc>
                <a:tc>
                  <a:txBody>
                    <a:bodyPr/>
                    <a:lstStyle/>
                    <a:p>
                      <a:pPr algn="ctr"/>
                      <a:r>
                        <a:rPr lang="en-US" dirty="0"/>
                        <a:t>TF variety</a:t>
                      </a:r>
                    </a:p>
                  </a:txBody>
                  <a:tcPr anchor="ctr"/>
                </a:tc>
                <a:extLst>
                  <a:ext uri="{0D108BD9-81ED-4DB2-BD59-A6C34878D82A}">
                    <a16:rowId xmlns:a16="http://schemas.microsoft.com/office/drawing/2014/main" val="1384846687"/>
                  </a:ext>
                </a:extLst>
              </a:tr>
              <a:tr h="302079">
                <a:tc>
                  <a:txBody>
                    <a:bodyPr/>
                    <a:lstStyle/>
                    <a:p>
                      <a:pPr algn="ctr"/>
                      <a:r>
                        <a:rPr lang="en-US" dirty="0"/>
                        <a:t>FastText</a:t>
                      </a:r>
                    </a:p>
                  </a:txBody>
                  <a:tcPr anchor="ctr">
                    <a:cell3D prstMaterial="dkEdge">
                      <a:bevel/>
                      <a:lightRig rig="flood" dir="t"/>
                    </a:cell3D>
                  </a:tcPr>
                </a:tc>
                <a:tc>
                  <a:txBody>
                    <a:bodyPr/>
                    <a:lstStyle/>
                    <a:p>
                      <a:pPr algn="ctr"/>
                      <a:r>
                        <a:rPr lang="en-US" dirty="0"/>
                        <a:t>Yes</a:t>
                      </a:r>
                    </a:p>
                  </a:txBody>
                  <a:tcPr anchor="ctr"/>
                </a:tc>
                <a:tc>
                  <a:txBody>
                    <a:bodyPr/>
                    <a:lstStyle/>
                    <a:p>
                      <a:pPr algn="ctr"/>
                      <a:r>
                        <a:rPr lang="en-US" dirty="0"/>
                        <a:t>No</a:t>
                      </a:r>
                    </a:p>
                  </a:txBody>
                  <a:tcPr anchor="ctr"/>
                </a:tc>
                <a:tc>
                  <a:txBody>
                    <a:bodyPr/>
                    <a:lstStyle/>
                    <a:p>
                      <a:pPr algn="ctr"/>
                      <a:r>
                        <a:rPr lang="en-US" dirty="0"/>
                        <a:t>93.50</a:t>
                      </a:r>
                    </a:p>
                  </a:txBody>
                  <a:tcPr anchor="ctr"/>
                </a:tc>
                <a:tc>
                  <a:txBody>
                    <a:bodyPr/>
                    <a:lstStyle/>
                    <a:p>
                      <a:pPr algn="ctr"/>
                      <a:r>
                        <a:rPr lang="en-US" dirty="0"/>
                        <a:t>71.84</a:t>
                      </a:r>
                    </a:p>
                  </a:txBody>
                  <a:tcPr anchor="ctr"/>
                </a:tc>
                <a:tc>
                  <a:txBody>
                    <a:bodyPr/>
                    <a:lstStyle/>
                    <a:p>
                      <a:pPr algn="ctr"/>
                      <a:r>
                        <a:rPr lang="en-US" dirty="0"/>
                        <a:t>68.42</a:t>
                      </a:r>
                    </a:p>
                  </a:txBody>
                  <a:tcPr anchor="ctr"/>
                </a:tc>
                <a:extLst>
                  <a:ext uri="{0D108BD9-81ED-4DB2-BD59-A6C34878D82A}">
                    <a16:rowId xmlns:a16="http://schemas.microsoft.com/office/drawing/2014/main" val="4054122234"/>
                  </a:ext>
                </a:extLst>
              </a:tr>
              <a:tr h="302079">
                <a:tc>
                  <a:txBody>
                    <a:bodyPr/>
                    <a:lstStyle/>
                    <a:p>
                      <a:pPr algn="ctr"/>
                      <a:r>
                        <a:rPr lang="en-US" dirty="0"/>
                        <a:t>FastText*</a:t>
                      </a:r>
                    </a:p>
                  </a:txBody>
                  <a:tcPr anchor="ctr">
                    <a:cell3D prstMaterial="dkEdge">
                      <a:bevel/>
                      <a:lightRig rig="flood" dir="t"/>
                    </a:cell3D>
                  </a:tcPr>
                </a:tc>
                <a:tc>
                  <a:txBody>
                    <a:bodyPr/>
                    <a:lstStyle/>
                    <a:p>
                      <a:pPr algn="ctr"/>
                      <a:r>
                        <a:rPr lang="en-US" dirty="0"/>
                        <a:t>Yes</a:t>
                      </a:r>
                    </a:p>
                  </a:txBody>
                  <a:tcPr anchor="ctr"/>
                </a:tc>
                <a:tc>
                  <a:txBody>
                    <a:bodyPr/>
                    <a:lstStyle/>
                    <a:p>
                      <a:pPr algn="ctr"/>
                      <a:r>
                        <a:rPr lang="en-US" dirty="0"/>
                        <a:t>No</a:t>
                      </a:r>
                    </a:p>
                  </a:txBody>
                  <a:tcPr anchor="ctr"/>
                </a:tc>
                <a:tc>
                  <a:txBody>
                    <a:bodyPr/>
                    <a:lstStyle/>
                    <a:p>
                      <a:pPr algn="ctr"/>
                      <a:r>
                        <a:rPr lang="en-US" dirty="0"/>
                        <a:t>98.92</a:t>
                      </a:r>
                    </a:p>
                  </a:txBody>
                  <a:tcPr anchor="ctr"/>
                </a:tc>
                <a:tc>
                  <a:txBody>
                    <a:bodyPr/>
                    <a:lstStyle/>
                    <a:p>
                      <a:pPr algn="ctr"/>
                      <a:r>
                        <a:rPr lang="en-US" dirty="0"/>
                        <a:t>72.02</a:t>
                      </a:r>
                    </a:p>
                  </a:txBody>
                  <a:tcPr anchor="ctr"/>
                </a:tc>
                <a:tc>
                  <a:txBody>
                    <a:bodyPr/>
                    <a:lstStyle/>
                    <a:p>
                      <a:pPr algn="ctr"/>
                      <a:r>
                        <a:rPr lang="en-US" dirty="0"/>
                        <a:t>69.66</a:t>
                      </a:r>
                    </a:p>
                  </a:txBody>
                  <a:tcPr anchor="ctr"/>
                </a:tc>
                <a:extLst>
                  <a:ext uri="{0D108BD9-81ED-4DB2-BD59-A6C34878D82A}">
                    <a16:rowId xmlns:a16="http://schemas.microsoft.com/office/drawing/2014/main" val="3193136118"/>
                  </a:ext>
                </a:extLst>
              </a:tr>
              <a:tr h="547264">
                <a:tc>
                  <a:txBody>
                    <a:bodyPr/>
                    <a:lstStyle/>
                    <a:p>
                      <a:pPr algn="ctr"/>
                      <a:r>
                        <a:rPr lang="en-US" dirty="0"/>
                        <a:t>FastText*</a:t>
                      </a:r>
                    </a:p>
                  </a:txBody>
                  <a:tcPr anchor="ctr">
                    <a:cell3D prstMaterial="dkEdge">
                      <a:bevel/>
                      <a:lightRig rig="flood" dir="t"/>
                    </a:cell3D>
                  </a:tcPr>
                </a:tc>
                <a:tc>
                  <a:txBody>
                    <a:bodyPr/>
                    <a:lstStyle/>
                    <a:p>
                      <a:pPr algn="ctr"/>
                      <a:r>
                        <a:rPr lang="en-US" dirty="0"/>
                        <a:t>Yes</a:t>
                      </a:r>
                    </a:p>
                  </a:txBody>
                  <a:tcPr anchor="ctr"/>
                </a:tc>
                <a:tc>
                  <a:txBody>
                    <a:bodyPr/>
                    <a:lstStyle/>
                    <a:p>
                      <a:pPr algn="ctr"/>
                      <a:r>
                        <a:rPr lang="en-US" dirty="0"/>
                        <a:t>Yes, simple wordnet |</a:t>
                      </a:r>
                      <a:br>
                        <a:rPr lang="en-US" dirty="0"/>
                      </a:br>
                      <a:r>
                        <a:rPr lang="en-US" dirty="0"/>
                        <a:t> Train data = 129552</a:t>
                      </a:r>
                    </a:p>
                  </a:txBody>
                  <a:tcPr anchor="ctr"/>
                </a:tc>
                <a:tc>
                  <a:txBody>
                    <a:bodyPr/>
                    <a:lstStyle/>
                    <a:p>
                      <a:pPr algn="ctr"/>
                      <a:r>
                        <a:rPr lang="en-US" dirty="0"/>
                        <a:t>99.64</a:t>
                      </a:r>
                    </a:p>
                  </a:txBody>
                  <a:tcPr anchor="ctr"/>
                </a:tc>
                <a:tc>
                  <a:txBody>
                    <a:bodyPr/>
                    <a:lstStyle/>
                    <a:p>
                      <a:pPr algn="ctr"/>
                      <a:r>
                        <a:rPr lang="en-US" dirty="0"/>
                        <a:t>68.35</a:t>
                      </a:r>
                    </a:p>
                  </a:txBody>
                  <a:tcPr anchor="ctr"/>
                </a:tc>
                <a:tc>
                  <a:txBody>
                    <a:bodyPr/>
                    <a:lstStyle/>
                    <a:p>
                      <a:pPr algn="ctr"/>
                      <a:r>
                        <a:rPr lang="en-US" dirty="0"/>
                        <a:t>68.37</a:t>
                      </a:r>
                    </a:p>
                  </a:txBody>
                  <a:tcPr anchor="ctr"/>
                </a:tc>
                <a:extLst>
                  <a:ext uri="{0D108BD9-81ED-4DB2-BD59-A6C34878D82A}">
                    <a16:rowId xmlns:a16="http://schemas.microsoft.com/office/drawing/2014/main" val="2074752363"/>
                  </a:ext>
                </a:extLst>
              </a:tr>
              <a:tr h="547264">
                <a:tc>
                  <a:txBody>
                    <a:bodyPr/>
                    <a:lstStyle/>
                    <a:p>
                      <a:pPr algn="ctr"/>
                      <a:r>
                        <a:rPr lang="en-US" dirty="0"/>
                        <a:t>FastText*</a:t>
                      </a:r>
                    </a:p>
                  </a:txBody>
                  <a:tcPr anchor="ctr">
                    <a:cell3D prstMaterial="dkEdge">
                      <a:bevel/>
                      <a:lightRig rig="flood" dir="t"/>
                    </a:cell3D>
                  </a:tcPr>
                </a:tc>
                <a:tc>
                  <a:txBody>
                    <a:bodyPr/>
                    <a:lstStyle/>
                    <a:p>
                      <a:pPr algn="ctr"/>
                      <a:r>
                        <a:rPr lang="en-US" dirty="0"/>
                        <a:t>Yes</a:t>
                      </a:r>
                    </a:p>
                  </a:txBody>
                  <a:tcPr anchor="ctr"/>
                </a:tc>
                <a:tc>
                  <a:txBody>
                    <a:bodyPr/>
                    <a:lstStyle/>
                    <a:p>
                      <a:pPr algn="ctr"/>
                      <a:r>
                        <a:rPr lang="en-US" dirty="0"/>
                        <a:t>Yes, simple Walmart | </a:t>
                      </a:r>
                      <a:br>
                        <a:rPr lang="en-US" dirty="0"/>
                      </a:br>
                      <a:r>
                        <a:rPr lang="en-US" dirty="0"/>
                        <a:t>Train data = 48412</a:t>
                      </a:r>
                    </a:p>
                  </a:txBody>
                  <a:tcPr anchor="ctr"/>
                </a:tc>
                <a:tc>
                  <a:txBody>
                    <a:bodyPr/>
                    <a:lstStyle/>
                    <a:p>
                      <a:pPr algn="ctr"/>
                      <a:r>
                        <a:rPr lang="en-US" dirty="0"/>
                        <a:t>98.66</a:t>
                      </a:r>
                    </a:p>
                  </a:txBody>
                  <a:tcPr anchor="ctr"/>
                </a:tc>
                <a:tc>
                  <a:txBody>
                    <a:bodyPr/>
                    <a:lstStyle/>
                    <a:p>
                      <a:pPr algn="ctr"/>
                      <a:r>
                        <a:rPr lang="en-US" dirty="0"/>
                        <a:t>70.02</a:t>
                      </a:r>
                    </a:p>
                  </a:txBody>
                  <a:tcPr anchor="ctr"/>
                </a:tc>
                <a:tc>
                  <a:txBody>
                    <a:bodyPr/>
                    <a:lstStyle/>
                    <a:p>
                      <a:pPr algn="ctr"/>
                      <a:r>
                        <a:rPr lang="en-US" dirty="0"/>
                        <a:t>69.29</a:t>
                      </a:r>
                    </a:p>
                  </a:txBody>
                  <a:tcPr anchor="ctr"/>
                </a:tc>
                <a:extLst>
                  <a:ext uri="{0D108BD9-81ED-4DB2-BD59-A6C34878D82A}">
                    <a16:rowId xmlns:a16="http://schemas.microsoft.com/office/drawing/2014/main" val="3905633252"/>
                  </a:ext>
                </a:extLst>
              </a:tr>
              <a:tr h="875622">
                <a:tc>
                  <a:txBody>
                    <a:bodyPr/>
                    <a:lstStyle/>
                    <a:p>
                      <a:pPr algn="ctr"/>
                      <a:r>
                        <a:rPr lang="en-US" dirty="0"/>
                        <a:t>FastText*</a:t>
                      </a:r>
                    </a:p>
                  </a:txBody>
                  <a:tcPr anchor="ctr">
                    <a:cell3D prstMaterial="dkEdge">
                      <a:bevel/>
                      <a:lightRig rig="flood" dir="t"/>
                    </a:cell3D>
                  </a:tcPr>
                </a:tc>
                <a:tc>
                  <a:txBody>
                    <a:bodyPr/>
                    <a:lstStyle/>
                    <a:p>
                      <a:pPr algn="ctr"/>
                      <a:r>
                        <a:rPr lang="en-US" dirty="0"/>
                        <a:t>Yes</a:t>
                      </a:r>
                    </a:p>
                  </a:txBody>
                  <a:tcPr anchor="ctr"/>
                </a:tc>
                <a:tc>
                  <a:txBody>
                    <a:bodyPr/>
                    <a:lstStyle/>
                    <a:p>
                      <a:pPr algn="ctr"/>
                      <a:r>
                        <a:rPr lang="en-US" dirty="0"/>
                        <a:t>Yes, complex Walmart | (0.2,0.7,0.1) | Train data= 48298</a:t>
                      </a:r>
                    </a:p>
                  </a:txBody>
                  <a:tcPr anchor="ctr"/>
                </a:tc>
                <a:tc>
                  <a:txBody>
                    <a:bodyPr/>
                    <a:lstStyle/>
                    <a:p>
                      <a:pPr algn="ctr"/>
                      <a:r>
                        <a:rPr lang="en-US" dirty="0"/>
                        <a:t>98.95</a:t>
                      </a:r>
                    </a:p>
                  </a:txBody>
                  <a:tcPr anchor="ctr"/>
                </a:tc>
                <a:tc>
                  <a:txBody>
                    <a:bodyPr/>
                    <a:lstStyle/>
                    <a:p>
                      <a:pPr algn="ctr"/>
                      <a:r>
                        <a:rPr lang="en-US" dirty="0"/>
                        <a:t>70.45</a:t>
                      </a:r>
                    </a:p>
                  </a:txBody>
                  <a:tcPr anchor="ctr"/>
                </a:tc>
                <a:tc>
                  <a:txBody>
                    <a:bodyPr/>
                    <a:lstStyle/>
                    <a:p>
                      <a:pPr algn="ctr"/>
                      <a:r>
                        <a:rPr lang="en-US" dirty="0"/>
                        <a:t>71.58</a:t>
                      </a:r>
                    </a:p>
                  </a:txBody>
                  <a:tcPr anchor="ctr"/>
                </a:tc>
                <a:extLst>
                  <a:ext uri="{0D108BD9-81ED-4DB2-BD59-A6C34878D82A}">
                    <a16:rowId xmlns:a16="http://schemas.microsoft.com/office/drawing/2014/main" val="2407165612"/>
                  </a:ext>
                </a:extLst>
              </a:tr>
            </a:tbl>
          </a:graphicData>
        </a:graphic>
      </p:graphicFrame>
      <p:sp>
        <p:nvSpPr>
          <p:cNvPr id="7" name="TextBox 6">
            <a:extLst>
              <a:ext uri="{FF2B5EF4-FFF2-40B4-BE49-F238E27FC236}">
                <a16:creationId xmlns:a16="http://schemas.microsoft.com/office/drawing/2014/main" id="{546E818F-5EC1-40B1-B1F8-A1C97C769893}"/>
              </a:ext>
            </a:extLst>
          </p:cNvPr>
          <p:cNvSpPr txBox="1"/>
          <p:nvPr/>
        </p:nvSpPr>
        <p:spPr>
          <a:xfrm>
            <a:off x="8360228" y="6372656"/>
            <a:ext cx="3607359" cy="461665"/>
          </a:xfrm>
          <a:prstGeom prst="rect">
            <a:avLst/>
          </a:prstGeom>
          <a:noFill/>
        </p:spPr>
        <p:txBody>
          <a:bodyPr wrap="square" rtlCol="0">
            <a:spAutoFit/>
          </a:bodyPr>
          <a:lstStyle/>
          <a:p>
            <a:r>
              <a:rPr lang="en-US" sz="1200" dirty="0"/>
              <a:t>* Refers to model after hyperparameter tuning; dim=55, </a:t>
            </a:r>
            <a:r>
              <a:rPr lang="en-US" sz="1200" dirty="0" err="1"/>
              <a:t>lr</a:t>
            </a:r>
            <a:r>
              <a:rPr lang="en-US" sz="1200" dirty="0"/>
              <a:t>=0.04, loss=</a:t>
            </a:r>
            <a:r>
              <a:rPr lang="en-US" sz="1200" dirty="0" err="1"/>
              <a:t>softmax</a:t>
            </a:r>
            <a:r>
              <a:rPr lang="en-US" sz="1200" dirty="0"/>
              <a:t>, epochs=47, ws=5, </a:t>
            </a:r>
          </a:p>
        </p:txBody>
      </p:sp>
    </p:spTree>
    <p:extLst>
      <p:ext uri="{BB962C8B-B14F-4D97-AF65-F5344CB8AC3E}">
        <p14:creationId xmlns:p14="http://schemas.microsoft.com/office/powerpoint/2010/main" val="1093311432"/>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8AD4B-B257-4F8B-9B00-BBFA04786F70}"/>
              </a:ext>
            </a:extLst>
          </p:cNvPr>
          <p:cNvSpPr>
            <a:spLocks noGrp="1"/>
          </p:cNvSpPr>
          <p:nvPr>
            <p:ph type="title"/>
          </p:nvPr>
        </p:nvSpPr>
        <p:spPr>
          <a:xfrm>
            <a:off x="197619" y="132247"/>
            <a:ext cx="10515600" cy="579220"/>
          </a:xfrm>
        </p:spPr>
        <p:txBody>
          <a:bodyPr>
            <a:normAutofit fontScale="90000"/>
          </a:bodyPr>
          <a:lstStyle/>
          <a:p>
            <a:r>
              <a:rPr lang="en-US" dirty="0"/>
              <a:t>Voting Classifier: </a:t>
            </a:r>
            <a:r>
              <a:rPr lang="en-US" sz="3100" dirty="0"/>
              <a:t>Random forest and Logistic regression</a:t>
            </a:r>
            <a:endParaRPr lang="en-US" dirty="0"/>
          </a:p>
        </p:txBody>
      </p:sp>
      <p:sp>
        <p:nvSpPr>
          <p:cNvPr id="3" name="Content Placeholder 2">
            <a:extLst>
              <a:ext uri="{FF2B5EF4-FFF2-40B4-BE49-F238E27FC236}">
                <a16:creationId xmlns:a16="http://schemas.microsoft.com/office/drawing/2014/main" id="{275ECA02-467D-436E-8D61-193B2815DD4B}"/>
              </a:ext>
            </a:extLst>
          </p:cNvPr>
          <p:cNvSpPr>
            <a:spLocks noGrp="1"/>
          </p:cNvSpPr>
          <p:nvPr>
            <p:ph idx="1"/>
          </p:nvPr>
        </p:nvSpPr>
        <p:spPr/>
        <p:txBody>
          <a:bodyPr/>
          <a:lstStyle/>
          <a:p>
            <a:endParaRPr lang="en-US" dirty="0"/>
          </a:p>
        </p:txBody>
      </p:sp>
      <p:graphicFrame>
        <p:nvGraphicFramePr>
          <p:cNvPr id="4" name="Table 4">
            <a:extLst>
              <a:ext uri="{FF2B5EF4-FFF2-40B4-BE49-F238E27FC236}">
                <a16:creationId xmlns:a16="http://schemas.microsoft.com/office/drawing/2014/main" id="{6FDA3530-0B15-441B-9A75-32C69AC1CF30}"/>
              </a:ext>
            </a:extLst>
          </p:cNvPr>
          <p:cNvGraphicFramePr>
            <a:graphicFrameLocks/>
          </p:cNvGraphicFramePr>
          <p:nvPr>
            <p:extLst>
              <p:ext uri="{D42A27DB-BD31-4B8C-83A1-F6EECF244321}">
                <p14:modId xmlns:p14="http://schemas.microsoft.com/office/powerpoint/2010/main" val="3652682186"/>
              </p:ext>
            </p:extLst>
          </p:nvPr>
        </p:nvGraphicFramePr>
        <p:xfrm>
          <a:off x="197619" y="831763"/>
          <a:ext cx="11796762" cy="5604380"/>
        </p:xfrm>
        <a:graphic>
          <a:graphicData uri="http://schemas.openxmlformats.org/drawingml/2006/table">
            <a:tbl>
              <a:tblPr firstRow="1" firstCol="1" bandRow="1">
                <a:effectLst>
                  <a:outerShdw blurRad="50800" dist="38100" dir="10800000" algn="r" rotWithShape="0">
                    <a:prstClr val="black">
                      <a:alpha val="40000"/>
                    </a:prstClr>
                  </a:outerShdw>
                </a:effectLst>
                <a:tableStyleId>{5C22544A-7EE6-4342-B048-85BDC9FD1C3A}</a:tableStyleId>
              </a:tblPr>
              <a:tblGrid>
                <a:gridCol w="1483247">
                  <a:extLst>
                    <a:ext uri="{9D8B030D-6E8A-4147-A177-3AD203B41FA5}">
                      <a16:colId xmlns:a16="http://schemas.microsoft.com/office/drawing/2014/main" val="4063345073"/>
                    </a:ext>
                  </a:extLst>
                </a:gridCol>
                <a:gridCol w="1926290">
                  <a:extLst>
                    <a:ext uri="{9D8B030D-6E8A-4147-A177-3AD203B41FA5}">
                      <a16:colId xmlns:a16="http://schemas.microsoft.com/office/drawing/2014/main" val="3803791866"/>
                    </a:ext>
                  </a:extLst>
                </a:gridCol>
                <a:gridCol w="3605376">
                  <a:extLst>
                    <a:ext uri="{9D8B030D-6E8A-4147-A177-3AD203B41FA5}">
                      <a16:colId xmlns:a16="http://schemas.microsoft.com/office/drawing/2014/main" val="235275921"/>
                    </a:ext>
                  </a:extLst>
                </a:gridCol>
                <a:gridCol w="1916327">
                  <a:extLst>
                    <a:ext uri="{9D8B030D-6E8A-4147-A177-3AD203B41FA5}">
                      <a16:colId xmlns:a16="http://schemas.microsoft.com/office/drawing/2014/main" val="4255851108"/>
                    </a:ext>
                  </a:extLst>
                </a:gridCol>
                <a:gridCol w="1425860">
                  <a:extLst>
                    <a:ext uri="{9D8B030D-6E8A-4147-A177-3AD203B41FA5}">
                      <a16:colId xmlns:a16="http://schemas.microsoft.com/office/drawing/2014/main" val="4014875624"/>
                    </a:ext>
                  </a:extLst>
                </a:gridCol>
                <a:gridCol w="1439662">
                  <a:extLst>
                    <a:ext uri="{9D8B030D-6E8A-4147-A177-3AD203B41FA5}">
                      <a16:colId xmlns:a16="http://schemas.microsoft.com/office/drawing/2014/main" val="4284041291"/>
                    </a:ext>
                  </a:extLst>
                </a:gridCol>
              </a:tblGrid>
              <a:tr h="560438">
                <a:tc>
                  <a:txBody>
                    <a:bodyPr/>
                    <a:lstStyle/>
                    <a:p>
                      <a:pPr algn="ctr"/>
                      <a:r>
                        <a:rPr lang="en-US" sz="1400" dirty="0"/>
                        <a:t>Model</a:t>
                      </a:r>
                    </a:p>
                  </a:txBody>
                  <a:tcPr anchor="ctr">
                    <a:lnB w="12700" cap="flat" cmpd="sng" algn="ctr">
                      <a:solidFill>
                        <a:schemeClr val="tx1"/>
                      </a:solidFill>
                      <a:prstDash val="solid"/>
                      <a:round/>
                      <a:headEnd type="none" w="med" len="med"/>
                      <a:tailEnd type="none" w="med" len="med"/>
                    </a:lnB>
                    <a:solidFill>
                      <a:schemeClr val="accent5"/>
                    </a:solidFill>
                  </a:tcPr>
                </a:tc>
                <a:tc>
                  <a:txBody>
                    <a:bodyPr/>
                    <a:lstStyle/>
                    <a:p>
                      <a:pPr algn="ctr"/>
                      <a:r>
                        <a:rPr lang="en-US" sz="1400" dirty="0"/>
                        <a:t>Preprocessing</a:t>
                      </a:r>
                    </a:p>
                  </a:txBody>
                  <a:tcPr anchor="ctr">
                    <a:lnB w="12700" cap="flat" cmpd="sng" algn="ctr">
                      <a:solidFill>
                        <a:schemeClr val="tx1"/>
                      </a:solidFill>
                      <a:prstDash val="solid"/>
                      <a:round/>
                      <a:headEnd type="none" w="med" len="med"/>
                      <a:tailEnd type="none" w="med" len="med"/>
                    </a:lnB>
                  </a:tcPr>
                </a:tc>
                <a:tc>
                  <a:txBody>
                    <a:bodyPr/>
                    <a:lstStyle/>
                    <a:p>
                      <a:pPr algn="ctr"/>
                      <a:r>
                        <a:rPr lang="en-US" sz="1400" dirty="0"/>
                        <a:t>Data augmentation</a:t>
                      </a:r>
                    </a:p>
                  </a:txBody>
                  <a:tcPr anchor="ctr">
                    <a:lnB w="12700" cap="flat" cmpd="sng" algn="ctr">
                      <a:solidFill>
                        <a:schemeClr val="tx1"/>
                      </a:solidFill>
                      <a:prstDash val="solid"/>
                      <a:round/>
                      <a:headEnd type="none" w="med" len="med"/>
                      <a:tailEnd type="none" w="med" len="med"/>
                    </a:lnB>
                  </a:tcPr>
                </a:tc>
                <a:tc>
                  <a:txBody>
                    <a:bodyPr/>
                    <a:lstStyle/>
                    <a:p>
                      <a:pPr algn="ctr"/>
                      <a:r>
                        <a:rPr lang="en-US" sz="1400" dirty="0"/>
                        <a:t>Cross Validation accuracy</a:t>
                      </a:r>
                    </a:p>
                  </a:txBody>
                  <a:tcPr anchor="ctr">
                    <a:lnB w="12700" cap="flat" cmpd="sng" algn="ctr">
                      <a:solidFill>
                        <a:schemeClr val="tx1"/>
                      </a:solidFill>
                      <a:prstDash val="solid"/>
                      <a:round/>
                      <a:headEnd type="none" w="med" len="med"/>
                      <a:tailEnd type="none" w="med" len="med"/>
                    </a:lnB>
                  </a:tcPr>
                </a:tc>
                <a:tc>
                  <a:txBody>
                    <a:bodyPr/>
                    <a:lstStyle/>
                    <a:p>
                      <a:pPr algn="ctr"/>
                      <a:r>
                        <a:rPr lang="en-US" sz="1400" dirty="0"/>
                        <a:t>TF category</a:t>
                      </a:r>
                    </a:p>
                  </a:txBody>
                  <a:tcPr anchor="ctr">
                    <a:lnB w="12700" cap="flat" cmpd="sng" algn="ctr">
                      <a:solidFill>
                        <a:schemeClr val="tx1"/>
                      </a:solidFill>
                      <a:prstDash val="solid"/>
                      <a:round/>
                      <a:headEnd type="none" w="med" len="med"/>
                      <a:tailEnd type="none" w="med" len="med"/>
                    </a:lnB>
                  </a:tcPr>
                </a:tc>
                <a:tc>
                  <a:txBody>
                    <a:bodyPr/>
                    <a:lstStyle/>
                    <a:p>
                      <a:pPr algn="ctr"/>
                      <a:r>
                        <a:rPr lang="en-US" sz="1400" dirty="0"/>
                        <a:t>TF variety</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4846687"/>
                  </a:ext>
                </a:extLst>
              </a:tr>
              <a:tr h="560438">
                <a:tc>
                  <a:txBody>
                    <a:bodyPr/>
                    <a:lstStyle/>
                    <a:p>
                      <a:pPr algn="ctr"/>
                      <a:r>
                        <a:rPr lang="en-US" sz="1400" dirty="0"/>
                        <a:t>Voting Hard(10,000)</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r>
                        <a:rPr lang="en-US" sz="1400" dirty="0"/>
                        <a:t>Yes, without spell correction</a:t>
                      </a:r>
                    </a:p>
                  </a:txBody>
                  <a:tcPr anchor="ctr">
                    <a:lnT w="12700" cap="flat" cmpd="sng" algn="ctr">
                      <a:solidFill>
                        <a:schemeClr val="tx1"/>
                      </a:solidFill>
                      <a:prstDash val="solid"/>
                      <a:round/>
                      <a:headEnd type="none" w="med" len="med"/>
                      <a:tailEnd type="none" w="med" len="med"/>
                    </a:lnT>
                  </a:tcPr>
                </a:tc>
                <a:tc>
                  <a:txBody>
                    <a:bodyPr/>
                    <a:lstStyle/>
                    <a:p>
                      <a:pPr algn="ctr"/>
                      <a:r>
                        <a:rPr lang="en-US" sz="1400" dirty="0"/>
                        <a:t>No</a:t>
                      </a:r>
                    </a:p>
                  </a:txBody>
                  <a:tcPr anchor="ctr">
                    <a:lnT w="12700" cap="flat" cmpd="sng" algn="ctr">
                      <a:solidFill>
                        <a:schemeClr val="tx1"/>
                      </a:solidFill>
                      <a:prstDash val="solid"/>
                      <a:round/>
                      <a:headEnd type="none" w="med" len="med"/>
                      <a:tailEnd type="none" w="med" len="med"/>
                    </a:lnT>
                  </a:tcPr>
                </a:tc>
                <a:tc>
                  <a:txBody>
                    <a:bodyPr/>
                    <a:lstStyle/>
                    <a:p>
                      <a:pPr algn="ctr"/>
                      <a:r>
                        <a:rPr lang="en-US" sz="1400" dirty="0"/>
                        <a:t>98.43</a:t>
                      </a:r>
                    </a:p>
                  </a:txBody>
                  <a:tcPr anchor="ctr">
                    <a:lnT w="12700" cap="flat" cmpd="sng" algn="ctr">
                      <a:solidFill>
                        <a:schemeClr val="tx1"/>
                      </a:solidFill>
                      <a:prstDash val="solid"/>
                      <a:round/>
                      <a:headEnd type="none" w="med" len="med"/>
                      <a:tailEnd type="none" w="med" len="med"/>
                    </a:lnT>
                  </a:tcPr>
                </a:tc>
                <a:tc>
                  <a:txBody>
                    <a:bodyPr/>
                    <a:lstStyle/>
                    <a:p>
                      <a:pPr algn="ctr"/>
                      <a:r>
                        <a:rPr lang="en-US" sz="1400" dirty="0"/>
                        <a:t>67.42</a:t>
                      </a:r>
                    </a:p>
                  </a:txBody>
                  <a:tcPr anchor="ctr">
                    <a:lnT w="12700" cap="flat" cmpd="sng" algn="ctr">
                      <a:solidFill>
                        <a:schemeClr val="tx1"/>
                      </a:solidFill>
                      <a:prstDash val="solid"/>
                      <a:round/>
                      <a:headEnd type="none" w="med" len="med"/>
                      <a:tailEnd type="none" w="med" len="med"/>
                    </a:lnT>
                  </a:tcPr>
                </a:tc>
                <a:tc>
                  <a:txBody>
                    <a:bodyPr/>
                    <a:lstStyle/>
                    <a:p>
                      <a:pPr algn="ctr"/>
                      <a:r>
                        <a:rPr lang="en-US" sz="1400" dirty="0"/>
                        <a:t>79.02</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4054122234"/>
                  </a:ext>
                </a:extLst>
              </a:tr>
              <a:tr h="560438">
                <a:tc>
                  <a:txBody>
                    <a:bodyPr/>
                    <a:lstStyle/>
                    <a:p>
                      <a:pPr algn="ctr"/>
                      <a:r>
                        <a:rPr lang="en-US" sz="1400" dirty="0"/>
                        <a:t>Voting Hard(10,000)</a:t>
                      </a: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r>
                        <a:rPr lang="en-US" sz="1400" dirty="0"/>
                        <a:t>Yes, without spell correction</a:t>
                      </a:r>
                    </a:p>
                  </a:txBody>
                  <a:tcPr anchor="ctr">
                    <a:lnB w="12700" cap="flat" cmpd="sng" algn="ctr">
                      <a:solidFill>
                        <a:schemeClr val="tx1"/>
                      </a:solidFill>
                      <a:prstDash val="solid"/>
                      <a:round/>
                      <a:headEnd type="none" w="med" len="med"/>
                      <a:tailEnd type="none" w="med" len="med"/>
                    </a:lnB>
                  </a:tcPr>
                </a:tc>
                <a:tc>
                  <a:txBody>
                    <a:bodyPr/>
                    <a:lstStyle/>
                    <a:p>
                      <a:pPr algn="ctr"/>
                      <a:r>
                        <a:rPr lang="en-US" sz="1400" dirty="0"/>
                        <a:t>Yes, simple wordnet | Train data= 129523</a:t>
                      </a:r>
                    </a:p>
                  </a:txBody>
                  <a:tcPr anchor="ctr">
                    <a:lnB w="12700" cap="flat" cmpd="sng" algn="ctr">
                      <a:solidFill>
                        <a:schemeClr val="tx1"/>
                      </a:solidFill>
                      <a:prstDash val="solid"/>
                      <a:round/>
                      <a:headEnd type="none" w="med" len="med"/>
                      <a:tailEnd type="none" w="med" len="med"/>
                    </a:lnB>
                  </a:tcPr>
                </a:tc>
                <a:tc>
                  <a:txBody>
                    <a:bodyPr/>
                    <a:lstStyle/>
                    <a:p>
                      <a:pPr algn="ctr"/>
                      <a:r>
                        <a:rPr lang="en-US" sz="1400" dirty="0"/>
                        <a:t>98.7</a:t>
                      </a:r>
                    </a:p>
                  </a:txBody>
                  <a:tcPr anchor="ctr">
                    <a:lnB w="12700" cap="flat" cmpd="sng" algn="ctr">
                      <a:solidFill>
                        <a:schemeClr val="tx1"/>
                      </a:solidFill>
                      <a:prstDash val="solid"/>
                      <a:round/>
                      <a:headEnd type="none" w="med" len="med"/>
                      <a:tailEnd type="none" w="med" len="med"/>
                    </a:lnB>
                  </a:tcPr>
                </a:tc>
                <a:tc>
                  <a:txBody>
                    <a:bodyPr/>
                    <a:lstStyle/>
                    <a:p>
                      <a:pPr algn="ctr"/>
                      <a:r>
                        <a:rPr lang="en-US" sz="1400" dirty="0"/>
                        <a:t>65.56</a:t>
                      </a:r>
                    </a:p>
                  </a:txBody>
                  <a:tcPr anchor="ctr">
                    <a:lnB w="12700" cap="flat" cmpd="sng" algn="ctr">
                      <a:solidFill>
                        <a:schemeClr val="tx1"/>
                      </a:solidFill>
                      <a:prstDash val="solid"/>
                      <a:round/>
                      <a:headEnd type="none" w="med" len="med"/>
                      <a:tailEnd type="none" w="med" len="med"/>
                    </a:lnB>
                  </a:tcPr>
                </a:tc>
                <a:tc>
                  <a:txBody>
                    <a:bodyPr/>
                    <a:lstStyle/>
                    <a:p>
                      <a:pPr algn="ctr"/>
                      <a:r>
                        <a:rPr lang="en-US" sz="1400" dirty="0"/>
                        <a:t>81.79</a:t>
                      </a: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93136118"/>
                  </a:ext>
                </a:extLst>
              </a:tr>
              <a:tr h="560438">
                <a:tc>
                  <a:txBody>
                    <a:bodyPr/>
                    <a:lstStyle/>
                    <a:p>
                      <a:pPr algn="ctr"/>
                      <a:r>
                        <a:rPr lang="en-US" sz="1400" dirty="0"/>
                        <a:t>Voting Hard(100)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t>Yes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t>No</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t>69.13</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t>76.87</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74752363"/>
                  </a:ext>
                </a:extLst>
              </a:tr>
              <a:tr h="560438">
                <a:tc>
                  <a:txBody>
                    <a:bodyPr/>
                    <a:lstStyle/>
                    <a:p>
                      <a:pPr algn="ctr"/>
                      <a:r>
                        <a:rPr lang="en-US" sz="1400" dirty="0"/>
                        <a:t>Voting Hard(100)</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r>
                        <a:rPr lang="en-US" sz="1400" dirty="0"/>
                        <a:t>Yes</a:t>
                      </a:r>
                    </a:p>
                  </a:txBody>
                  <a:tcPr anchor="ctr">
                    <a:lnT w="12700" cap="flat" cmpd="sng" algn="ctr">
                      <a:solidFill>
                        <a:schemeClr val="tx1"/>
                      </a:solidFill>
                      <a:prstDash val="solid"/>
                      <a:round/>
                      <a:headEnd type="none" w="med" len="med"/>
                      <a:tailEnd type="none" w="med" len="med"/>
                    </a:lnT>
                  </a:tcPr>
                </a:tc>
                <a:tc>
                  <a:txBody>
                    <a:bodyPr/>
                    <a:lstStyle/>
                    <a:p>
                      <a:pPr algn="ctr"/>
                      <a:r>
                        <a:rPr lang="en-US" sz="1400" dirty="0"/>
                        <a:t>Yes, </a:t>
                      </a:r>
                      <a:r>
                        <a:rPr lang="en-US" sz="1400" dirty="0">
                          <a:highlight>
                            <a:srgbClr val="FFFF00"/>
                          </a:highlight>
                        </a:rPr>
                        <a:t>simple wordnet </a:t>
                      </a:r>
                      <a:r>
                        <a:rPr lang="en-US" sz="1400" dirty="0"/>
                        <a:t>| </a:t>
                      </a:r>
                      <a:br>
                        <a:rPr lang="en-US" sz="1400" dirty="0"/>
                      </a:br>
                      <a:r>
                        <a:rPr lang="en-US" sz="1400" dirty="0"/>
                        <a:t>Train data = 129663</a:t>
                      </a:r>
                    </a:p>
                  </a:txBody>
                  <a:tcPr anchor="ctr">
                    <a:lnT w="12700" cap="flat" cmpd="sng" algn="ctr">
                      <a:solidFill>
                        <a:schemeClr val="tx1"/>
                      </a:solidFill>
                      <a:prstDash val="solid"/>
                      <a:round/>
                      <a:headEnd type="none" w="med" len="med"/>
                      <a:tailEnd type="none" w="med" len="med"/>
                    </a:lnT>
                  </a:tcPr>
                </a:tc>
                <a:tc>
                  <a:txBody>
                    <a:bodyPr/>
                    <a:lstStyle/>
                    <a:p>
                      <a:pPr algn="ctr"/>
                      <a:r>
                        <a:rPr lang="en-US" sz="1400" dirty="0"/>
                        <a:t>98.36</a:t>
                      </a:r>
                    </a:p>
                  </a:txBody>
                  <a:tcPr anchor="ctr">
                    <a:lnT w="12700" cap="flat" cmpd="sng" algn="ctr">
                      <a:solidFill>
                        <a:schemeClr val="tx1"/>
                      </a:solidFill>
                      <a:prstDash val="solid"/>
                      <a:round/>
                      <a:headEnd type="none" w="med" len="med"/>
                      <a:tailEnd type="none" w="med" len="med"/>
                    </a:lnT>
                  </a:tcPr>
                </a:tc>
                <a:tc>
                  <a:txBody>
                    <a:bodyPr/>
                    <a:lstStyle/>
                    <a:p>
                      <a:pPr algn="ctr"/>
                      <a:r>
                        <a:rPr lang="en-US" sz="1400" dirty="0"/>
                        <a:t>62.73</a:t>
                      </a:r>
                    </a:p>
                  </a:txBody>
                  <a:tcPr anchor="ctr">
                    <a:lnT w="12700" cap="flat" cmpd="sng" algn="ctr">
                      <a:solidFill>
                        <a:schemeClr val="tx1"/>
                      </a:solidFill>
                      <a:prstDash val="solid"/>
                      <a:round/>
                      <a:headEnd type="none" w="med" len="med"/>
                      <a:tailEnd type="none" w="med" len="med"/>
                    </a:lnT>
                  </a:tcPr>
                </a:tc>
                <a:tc>
                  <a:txBody>
                    <a:bodyPr/>
                    <a:lstStyle/>
                    <a:p>
                      <a:pPr algn="ctr"/>
                      <a:r>
                        <a:rPr lang="en-US" sz="1400" dirty="0"/>
                        <a:t>74.22</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905633252"/>
                  </a:ext>
                </a:extLst>
              </a:tr>
              <a:tr h="560438">
                <a:tc>
                  <a:txBody>
                    <a:bodyPr/>
                    <a:lstStyle/>
                    <a:p>
                      <a:pPr algn="ctr"/>
                      <a:r>
                        <a:rPr lang="en-US" sz="1400" dirty="0"/>
                        <a:t>Voting Hard(100)</a:t>
                      </a:r>
                    </a:p>
                  </a:txBody>
                  <a:tcPr anchor="ctr">
                    <a:lnL w="12700" cap="flat" cmpd="sng" algn="ctr">
                      <a:solidFill>
                        <a:schemeClr val="tx1"/>
                      </a:solidFill>
                      <a:prstDash val="solid"/>
                      <a:round/>
                      <a:headEnd type="none" w="med" len="med"/>
                      <a:tailEnd type="none" w="med" len="med"/>
                    </a:lnL>
                  </a:tcPr>
                </a:tc>
                <a:tc>
                  <a:txBody>
                    <a:bodyPr/>
                    <a:lstStyle/>
                    <a:p>
                      <a:pPr algn="ctr"/>
                      <a:r>
                        <a:rPr lang="en-US" sz="1400" dirty="0"/>
                        <a:t>Yes</a:t>
                      </a:r>
                    </a:p>
                  </a:txBody>
                  <a:tcPr anchor="ctr">
                    <a:solidFill>
                      <a:schemeClr val="accent4">
                        <a:lumMod val="40000"/>
                        <a:lumOff val="60000"/>
                      </a:schemeClr>
                    </a:solidFill>
                  </a:tcPr>
                </a:tc>
                <a:tc>
                  <a:txBody>
                    <a:bodyPr/>
                    <a:lstStyle/>
                    <a:p>
                      <a:pPr algn="ctr"/>
                      <a:r>
                        <a:rPr lang="en-US" sz="1400" dirty="0"/>
                        <a:t>Yes, </a:t>
                      </a:r>
                      <a:r>
                        <a:rPr lang="en-US" sz="1400" dirty="0">
                          <a:highlight>
                            <a:srgbClr val="FFFF00"/>
                          </a:highlight>
                        </a:rPr>
                        <a:t>simple Walmart </a:t>
                      </a:r>
                      <a:r>
                        <a:rPr lang="en-US" sz="1400" dirty="0"/>
                        <a:t>|</a:t>
                      </a:r>
                      <a:br>
                        <a:rPr lang="en-US" sz="1400" dirty="0"/>
                      </a:br>
                      <a:r>
                        <a:rPr lang="en-US" sz="1400" dirty="0"/>
                        <a:t> Train data= 48412</a:t>
                      </a:r>
                    </a:p>
                  </a:txBody>
                  <a:tcPr anchor="ctr">
                    <a:solidFill>
                      <a:schemeClr val="accent4">
                        <a:lumMod val="40000"/>
                        <a:lumOff val="60000"/>
                      </a:schemeClr>
                    </a:solidFill>
                  </a:tcPr>
                </a:tc>
                <a:tc>
                  <a:txBody>
                    <a:bodyPr/>
                    <a:lstStyle/>
                    <a:p>
                      <a:pPr algn="ctr"/>
                      <a:endParaRPr lang="en-US" sz="1400" dirty="0"/>
                    </a:p>
                  </a:txBody>
                  <a:tcPr anchor="ctr">
                    <a:solidFill>
                      <a:schemeClr val="accent4">
                        <a:lumMod val="40000"/>
                        <a:lumOff val="60000"/>
                      </a:schemeClr>
                    </a:solidFill>
                  </a:tcPr>
                </a:tc>
                <a:tc>
                  <a:txBody>
                    <a:bodyPr/>
                    <a:lstStyle/>
                    <a:p>
                      <a:pPr algn="ctr"/>
                      <a:r>
                        <a:rPr lang="en-US" sz="1400" dirty="0"/>
                        <a:t>70.58</a:t>
                      </a:r>
                    </a:p>
                  </a:txBody>
                  <a:tcPr anchor="ctr">
                    <a:solidFill>
                      <a:schemeClr val="accent4">
                        <a:lumMod val="40000"/>
                        <a:lumOff val="60000"/>
                      </a:schemeClr>
                    </a:solidFill>
                  </a:tcPr>
                </a:tc>
                <a:tc>
                  <a:txBody>
                    <a:bodyPr/>
                    <a:lstStyle/>
                    <a:p>
                      <a:pPr algn="ctr"/>
                      <a:r>
                        <a:rPr lang="en-US" sz="1400" dirty="0"/>
                        <a:t>80.7</a:t>
                      </a:r>
                    </a:p>
                  </a:txBody>
                  <a:tcPr anchor="ctr">
                    <a:lnR w="12700" cap="flat" cmpd="sng" algn="ctr">
                      <a:solidFill>
                        <a:schemeClr val="tx1"/>
                      </a:solidFill>
                      <a:prstDash val="solid"/>
                      <a:round/>
                      <a:headEnd type="none" w="med" len="med"/>
                      <a:tailEnd type="none" w="med" len="med"/>
                    </a:lnR>
                    <a:solidFill>
                      <a:schemeClr val="accent4">
                        <a:lumMod val="40000"/>
                        <a:lumOff val="60000"/>
                      </a:schemeClr>
                    </a:solidFill>
                  </a:tcPr>
                </a:tc>
                <a:extLst>
                  <a:ext uri="{0D108BD9-81ED-4DB2-BD59-A6C34878D82A}">
                    <a16:rowId xmlns:a16="http://schemas.microsoft.com/office/drawing/2014/main" val="2407165612"/>
                  </a:ext>
                </a:extLst>
              </a:tr>
              <a:tr h="56043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Voting Hard(100)</a:t>
                      </a: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r>
                        <a:rPr lang="en-US" sz="1400" dirty="0"/>
                        <a:t>Yes</a:t>
                      </a:r>
                    </a:p>
                  </a:txBody>
                  <a:tcPr anchor="ctr">
                    <a:lnB w="12700" cap="flat" cmpd="sng" algn="ctr">
                      <a:solidFill>
                        <a:schemeClr val="tx1"/>
                      </a:solidFill>
                      <a:prstDash val="solid"/>
                      <a:round/>
                      <a:headEnd type="none" w="med" len="med"/>
                      <a:tailEnd type="none" w="med" len="med"/>
                    </a:lnB>
                  </a:tcPr>
                </a:tc>
                <a:tc>
                  <a:txBody>
                    <a:bodyPr/>
                    <a:lstStyle/>
                    <a:p>
                      <a:pPr algn="ctr"/>
                      <a:r>
                        <a:rPr lang="en-US" sz="1400" dirty="0"/>
                        <a:t>Yes, </a:t>
                      </a:r>
                      <a:r>
                        <a:rPr lang="en-US" sz="1400" dirty="0">
                          <a:highlight>
                            <a:srgbClr val="FFFF00"/>
                          </a:highlight>
                        </a:rPr>
                        <a:t>complex Walmart </a:t>
                      </a:r>
                      <a:r>
                        <a:rPr lang="en-US" sz="1400" dirty="0"/>
                        <a:t>| (0.2,0.7,0.1) | </a:t>
                      </a:r>
                      <a:br>
                        <a:rPr lang="en-US" sz="1400" dirty="0"/>
                      </a:br>
                      <a:r>
                        <a:rPr lang="en-US" sz="1400" dirty="0"/>
                        <a:t>Train data=48295</a:t>
                      </a:r>
                    </a:p>
                  </a:txBody>
                  <a:tcPr anchor="ctr">
                    <a:lnB w="12700" cap="flat" cmpd="sng" algn="ctr">
                      <a:solidFill>
                        <a:schemeClr val="tx1"/>
                      </a:solidFill>
                      <a:prstDash val="solid"/>
                      <a:round/>
                      <a:headEnd type="none" w="med" len="med"/>
                      <a:tailEnd type="none" w="med" len="med"/>
                    </a:lnB>
                  </a:tcPr>
                </a:tc>
                <a:tc>
                  <a:txBody>
                    <a:bodyPr/>
                    <a:lstStyle/>
                    <a:p>
                      <a:pPr algn="ctr"/>
                      <a:endParaRPr lang="en-US" sz="1400" dirty="0"/>
                    </a:p>
                  </a:txBody>
                  <a:tcPr anchor="ctr">
                    <a:lnB w="12700" cap="flat" cmpd="sng" algn="ctr">
                      <a:solidFill>
                        <a:schemeClr val="tx1"/>
                      </a:solidFill>
                      <a:prstDash val="solid"/>
                      <a:round/>
                      <a:headEnd type="none" w="med" len="med"/>
                      <a:tailEnd type="none" w="med" len="med"/>
                    </a:lnB>
                  </a:tcPr>
                </a:tc>
                <a:tc>
                  <a:txBody>
                    <a:bodyPr/>
                    <a:lstStyle/>
                    <a:p>
                      <a:pPr algn="ctr"/>
                      <a:r>
                        <a:rPr lang="en-US" sz="1400" dirty="0"/>
                        <a:t>72.2</a:t>
                      </a:r>
                    </a:p>
                  </a:txBody>
                  <a:tcPr anchor="ctr">
                    <a:lnB w="12700" cap="flat" cmpd="sng" algn="ctr">
                      <a:solidFill>
                        <a:schemeClr val="tx1"/>
                      </a:solidFill>
                      <a:prstDash val="solid"/>
                      <a:round/>
                      <a:headEnd type="none" w="med" len="med"/>
                      <a:tailEnd type="none" w="med" len="med"/>
                    </a:lnB>
                  </a:tcPr>
                </a:tc>
                <a:tc>
                  <a:txBody>
                    <a:bodyPr/>
                    <a:lstStyle/>
                    <a:p>
                      <a:pPr algn="ctr"/>
                      <a:r>
                        <a:rPr lang="en-US" sz="1400" dirty="0"/>
                        <a:t>72.77</a:t>
                      </a: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5218867"/>
                  </a:ext>
                </a:extLst>
              </a:tr>
              <a:tr h="56043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Voting Hard(100)</a:t>
                      </a:r>
                    </a:p>
                  </a:txBody>
                  <a:tcPr anchor="ctr">
                    <a:lnT w="12700" cap="flat" cmpd="sng" algn="ctr">
                      <a:solidFill>
                        <a:schemeClr val="tx1"/>
                      </a:solidFill>
                      <a:prstDash val="solid"/>
                      <a:round/>
                      <a:headEnd type="none" w="med" len="med"/>
                      <a:tailEnd type="none" w="med" len="med"/>
                    </a:lnT>
                  </a:tcPr>
                </a:tc>
                <a:tc>
                  <a:txBody>
                    <a:bodyPr/>
                    <a:lstStyle/>
                    <a:p>
                      <a:pPr algn="ctr"/>
                      <a:r>
                        <a:rPr lang="en-US" sz="1400" dirty="0"/>
                        <a:t>Yes</a:t>
                      </a:r>
                    </a:p>
                  </a:txBody>
                  <a:tcPr anchor="ctr">
                    <a:lnT w="12700" cap="flat" cmpd="sng" algn="ctr">
                      <a:solidFill>
                        <a:schemeClr val="tx1"/>
                      </a:solidFill>
                      <a:prstDash val="solid"/>
                      <a:round/>
                      <a:headEnd type="none" w="med" len="med"/>
                      <a:tailEnd type="none" w="med" len="med"/>
                    </a:lnT>
                  </a:tcPr>
                </a:tc>
                <a:tc>
                  <a:txBody>
                    <a:bodyPr/>
                    <a:lstStyle/>
                    <a:p>
                      <a:pPr algn="ctr"/>
                      <a:r>
                        <a:rPr lang="en-US" sz="1400" dirty="0"/>
                        <a:t>Yes, complex Walmart | Only verbs | </a:t>
                      </a:r>
                      <a:br>
                        <a:rPr lang="en-US" sz="1400" dirty="0"/>
                      </a:br>
                      <a:r>
                        <a:rPr lang="en-US" sz="1400" dirty="0"/>
                        <a:t>Train data= 48199</a:t>
                      </a:r>
                    </a:p>
                  </a:txBody>
                  <a:tcPr anchor="ctr">
                    <a:lnT w="12700" cap="flat" cmpd="sng" algn="ctr">
                      <a:solidFill>
                        <a:schemeClr val="tx1"/>
                      </a:solidFill>
                      <a:prstDash val="solid"/>
                      <a:round/>
                      <a:headEnd type="none" w="med" len="med"/>
                      <a:tailEnd type="none" w="med" len="med"/>
                    </a:lnT>
                  </a:tcPr>
                </a:tc>
                <a:tc>
                  <a:txBody>
                    <a:bodyPr/>
                    <a:lstStyle/>
                    <a:p>
                      <a:pPr algn="ctr"/>
                      <a:endParaRPr lang="en-US" sz="1400" dirty="0"/>
                    </a:p>
                  </a:txBody>
                  <a:tcPr anchor="ctr">
                    <a:lnT w="12700" cap="flat" cmpd="sng" algn="ctr">
                      <a:solidFill>
                        <a:schemeClr val="tx1"/>
                      </a:solidFill>
                      <a:prstDash val="solid"/>
                      <a:round/>
                      <a:headEnd type="none" w="med" len="med"/>
                      <a:tailEnd type="none" w="med" len="med"/>
                    </a:lnT>
                  </a:tcPr>
                </a:tc>
                <a:tc>
                  <a:txBody>
                    <a:bodyPr/>
                    <a:lstStyle/>
                    <a:p>
                      <a:pPr algn="ctr"/>
                      <a:r>
                        <a:rPr lang="en-US" sz="1400" dirty="0"/>
                        <a:t>68.13</a:t>
                      </a:r>
                    </a:p>
                  </a:txBody>
                  <a:tcPr anchor="ctr">
                    <a:lnT w="12700" cap="flat" cmpd="sng" algn="ctr">
                      <a:solidFill>
                        <a:schemeClr val="tx1"/>
                      </a:solidFill>
                      <a:prstDash val="solid"/>
                      <a:round/>
                      <a:headEnd type="none" w="med" len="med"/>
                      <a:tailEnd type="none" w="med" len="med"/>
                    </a:lnT>
                  </a:tcPr>
                </a:tc>
                <a:tc>
                  <a:txBody>
                    <a:bodyPr/>
                    <a:lstStyle/>
                    <a:p>
                      <a:pPr algn="ctr"/>
                      <a:r>
                        <a:rPr lang="en-US" sz="1400" dirty="0"/>
                        <a:t>77.42</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690053775"/>
                  </a:ext>
                </a:extLst>
              </a:tr>
              <a:tr h="56043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Voting Hard(100)</a:t>
                      </a:r>
                    </a:p>
                  </a:txBody>
                  <a:tcPr anchor="ctr"/>
                </a:tc>
                <a:tc>
                  <a:txBody>
                    <a:bodyPr/>
                    <a:lstStyle/>
                    <a:p>
                      <a:pPr algn="ctr"/>
                      <a:r>
                        <a:rPr lang="en-US" sz="1400" dirty="0"/>
                        <a:t>Yes</a:t>
                      </a:r>
                    </a:p>
                  </a:txBody>
                  <a:tcPr anchor="ctr">
                    <a:solidFill>
                      <a:schemeClr val="accent4">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Yes, complex Walmart | Only nouns | </a:t>
                      </a:r>
                      <a:br>
                        <a:rPr lang="en-US" sz="1400" dirty="0"/>
                      </a:br>
                      <a:r>
                        <a:rPr lang="en-US" sz="1400" dirty="0"/>
                        <a:t>Train data= 48310</a:t>
                      </a:r>
                    </a:p>
                  </a:txBody>
                  <a:tcPr anchor="ctr">
                    <a:solidFill>
                      <a:schemeClr val="accent4">
                        <a:lumMod val="40000"/>
                        <a:lumOff val="60000"/>
                      </a:schemeClr>
                    </a:solidFill>
                  </a:tcPr>
                </a:tc>
                <a:tc>
                  <a:txBody>
                    <a:bodyPr/>
                    <a:lstStyle/>
                    <a:p>
                      <a:pPr algn="ctr"/>
                      <a:endParaRPr lang="en-US" sz="1400" dirty="0"/>
                    </a:p>
                  </a:txBody>
                  <a:tcPr anchor="ctr">
                    <a:solidFill>
                      <a:schemeClr val="accent4">
                        <a:lumMod val="40000"/>
                        <a:lumOff val="60000"/>
                      </a:schemeClr>
                    </a:solidFill>
                  </a:tcPr>
                </a:tc>
                <a:tc>
                  <a:txBody>
                    <a:bodyPr/>
                    <a:lstStyle/>
                    <a:p>
                      <a:pPr algn="ctr"/>
                      <a:r>
                        <a:rPr lang="en-US" sz="1400" dirty="0"/>
                        <a:t>70.16</a:t>
                      </a:r>
                    </a:p>
                  </a:txBody>
                  <a:tcPr anchor="ctr">
                    <a:solidFill>
                      <a:schemeClr val="accent4">
                        <a:lumMod val="40000"/>
                        <a:lumOff val="60000"/>
                      </a:schemeClr>
                    </a:solidFill>
                  </a:tcPr>
                </a:tc>
                <a:tc>
                  <a:txBody>
                    <a:bodyPr/>
                    <a:lstStyle/>
                    <a:p>
                      <a:pPr algn="ctr"/>
                      <a:r>
                        <a:rPr lang="en-US" sz="1400" dirty="0"/>
                        <a:t>79.56</a:t>
                      </a:r>
                    </a:p>
                  </a:txBody>
                  <a:tcPr anchor="ctr">
                    <a:solidFill>
                      <a:schemeClr val="accent4">
                        <a:lumMod val="40000"/>
                        <a:lumOff val="60000"/>
                      </a:schemeClr>
                    </a:solidFill>
                  </a:tcPr>
                </a:tc>
                <a:extLst>
                  <a:ext uri="{0D108BD9-81ED-4DB2-BD59-A6C34878D82A}">
                    <a16:rowId xmlns:a16="http://schemas.microsoft.com/office/drawing/2014/main" val="710425554"/>
                  </a:ext>
                </a:extLst>
              </a:tr>
              <a:tr h="56043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Voting Hard(100)</a:t>
                      </a:r>
                    </a:p>
                  </a:txBody>
                  <a:tcPr anchor="ctr"/>
                </a:tc>
                <a:tc>
                  <a:txBody>
                    <a:bodyPr/>
                    <a:lstStyle/>
                    <a:p>
                      <a:pPr algn="ctr"/>
                      <a:r>
                        <a:rPr lang="en-US" sz="1400" dirty="0"/>
                        <a:t>Yes</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Yes, complex Walmart | Only adjectives | </a:t>
                      </a:r>
                      <a:br>
                        <a:rPr lang="en-US" sz="1400" dirty="0"/>
                      </a:br>
                      <a:r>
                        <a:rPr lang="en-US" sz="1400" dirty="0"/>
                        <a:t>Train data= 48197</a:t>
                      </a:r>
                    </a:p>
                  </a:txBody>
                  <a:tcPr anchor="ctr"/>
                </a:tc>
                <a:tc>
                  <a:txBody>
                    <a:bodyPr/>
                    <a:lstStyle/>
                    <a:p>
                      <a:pPr algn="ctr"/>
                      <a:endParaRPr lang="en-US" sz="1400" dirty="0"/>
                    </a:p>
                  </a:txBody>
                  <a:tcPr anchor="ctr"/>
                </a:tc>
                <a:tc>
                  <a:txBody>
                    <a:bodyPr/>
                    <a:lstStyle/>
                    <a:p>
                      <a:pPr algn="ctr"/>
                      <a:r>
                        <a:rPr lang="en-US" sz="1400" dirty="0"/>
                        <a:t>68.27</a:t>
                      </a:r>
                    </a:p>
                  </a:txBody>
                  <a:tcPr anchor="ctr"/>
                </a:tc>
                <a:tc>
                  <a:txBody>
                    <a:bodyPr/>
                    <a:lstStyle/>
                    <a:p>
                      <a:pPr algn="ctr"/>
                      <a:r>
                        <a:rPr lang="en-US" sz="1400" dirty="0"/>
                        <a:t>77.91</a:t>
                      </a:r>
                    </a:p>
                  </a:txBody>
                  <a:tcPr anchor="ctr"/>
                </a:tc>
                <a:extLst>
                  <a:ext uri="{0D108BD9-81ED-4DB2-BD59-A6C34878D82A}">
                    <a16:rowId xmlns:a16="http://schemas.microsoft.com/office/drawing/2014/main" val="3834758487"/>
                  </a:ext>
                </a:extLst>
              </a:tr>
            </a:tbl>
          </a:graphicData>
        </a:graphic>
      </p:graphicFrame>
    </p:spTree>
    <p:extLst>
      <p:ext uri="{BB962C8B-B14F-4D97-AF65-F5344CB8AC3E}">
        <p14:creationId xmlns:p14="http://schemas.microsoft.com/office/powerpoint/2010/main" val="3906584518"/>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ECD09-8EB7-4757-9D47-521EEE52A892}"/>
              </a:ext>
            </a:extLst>
          </p:cNvPr>
          <p:cNvSpPr>
            <a:spLocks noGrp="1"/>
          </p:cNvSpPr>
          <p:nvPr>
            <p:ph type="title"/>
          </p:nvPr>
        </p:nvSpPr>
        <p:spPr>
          <a:xfrm>
            <a:off x="457200" y="274320"/>
            <a:ext cx="10515600" cy="951579"/>
          </a:xfrm>
        </p:spPr>
        <p:txBody>
          <a:bodyPr/>
          <a:lstStyle/>
          <a:p>
            <a:r>
              <a:rPr lang="en-US" dirty="0"/>
              <a:t>Next steps</a:t>
            </a:r>
          </a:p>
        </p:txBody>
      </p:sp>
      <p:sp>
        <p:nvSpPr>
          <p:cNvPr id="3" name="Content Placeholder 2">
            <a:extLst>
              <a:ext uri="{FF2B5EF4-FFF2-40B4-BE49-F238E27FC236}">
                <a16:creationId xmlns:a16="http://schemas.microsoft.com/office/drawing/2014/main" id="{FB245BE7-1F16-4F31-A606-982FF0766A57}"/>
              </a:ext>
            </a:extLst>
          </p:cNvPr>
          <p:cNvSpPr>
            <a:spLocks noGrp="1"/>
          </p:cNvSpPr>
          <p:nvPr>
            <p:ph idx="1"/>
          </p:nvPr>
        </p:nvSpPr>
        <p:spPr/>
        <p:txBody>
          <a:bodyPr/>
          <a:lstStyle/>
          <a:p>
            <a:r>
              <a:rPr lang="en-US" b="0" dirty="0"/>
              <a:t>Test the performance of the model using the complete synonyms list.</a:t>
            </a:r>
          </a:p>
          <a:p>
            <a:r>
              <a:rPr lang="en-US" b="0" dirty="0"/>
              <a:t>Try out odd number of classifiers inside voting hard.</a:t>
            </a:r>
          </a:p>
          <a:p>
            <a:r>
              <a:rPr lang="en-US" b="0" dirty="0"/>
              <a:t>Can try some other ensemble models like boosting, stacking.</a:t>
            </a:r>
          </a:p>
          <a:p>
            <a:r>
              <a:rPr lang="en-US" b="0" dirty="0"/>
              <a:t>Try deep learning models.</a:t>
            </a:r>
          </a:p>
          <a:p>
            <a:endParaRPr lang="en-US" b="0" dirty="0"/>
          </a:p>
          <a:p>
            <a:endParaRPr lang="en-US" b="0" dirty="0"/>
          </a:p>
        </p:txBody>
      </p:sp>
    </p:spTree>
    <p:extLst>
      <p:ext uri="{BB962C8B-B14F-4D97-AF65-F5344CB8AC3E}">
        <p14:creationId xmlns:p14="http://schemas.microsoft.com/office/powerpoint/2010/main" val="1573071762"/>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604156B-A42A-4D15-9F16-25AAA19D4045}"/>
              </a:ext>
            </a:extLst>
          </p:cNvPr>
          <p:cNvSpPr>
            <a:spLocks noGrp="1"/>
          </p:cNvSpPr>
          <p:nvPr>
            <p:ph type="title"/>
          </p:nvPr>
        </p:nvSpPr>
        <p:spPr/>
        <p:txBody>
          <a:bodyPr/>
          <a:lstStyle/>
          <a:p>
            <a:r>
              <a:rPr lang="en-US" dirty="0" err="1"/>
              <a:t>Fasttext</a:t>
            </a:r>
            <a:endParaRPr lang="en-US" dirty="0"/>
          </a:p>
        </p:txBody>
      </p:sp>
      <p:sp>
        <p:nvSpPr>
          <p:cNvPr id="5" name="Content Placeholder 4">
            <a:extLst>
              <a:ext uri="{FF2B5EF4-FFF2-40B4-BE49-F238E27FC236}">
                <a16:creationId xmlns:a16="http://schemas.microsoft.com/office/drawing/2014/main" id="{E5A2E1FB-6D60-4DB9-BA23-6248F74B5702}"/>
              </a:ext>
            </a:extLst>
          </p:cNvPr>
          <p:cNvSpPr>
            <a:spLocks noGrp="1"/>
          </p:cNvSpPr>
          <p:nvPr>
            <p:ph idx="1"/>
          </p:nvPr>
        </p:nvSpPr>
        <p:spPr/>
        <p:txBody>
          <a:bodyPr/>
          <a:lstStyle/>
          <a:p>
            <a:r>
              <a:rPr lang="en-US" b="0" dirty="0"/>
              <a:t>Ws and wordNgrams</a:t>
            </a:r>
          </a:p>
          <a:p>
            <a:r>
              <a:rPr lang="en-US" b="0" dirty="0"/>
              <a:t>Minn, maxn, wordNgrams</a:t>
            </a:r>
            <a:br>
              <a:rPr lang="en-US" b="0" dirty="0"/>
            </a:br>
            <a:r>
              <a:rPr lang="en-US" b="0" dirty="0">
                <a:hlinkClick r:id="rId2"/>
              </a:rPr>
              <a:t>https://stackoverflow.com/questions/62828346/what-is-the-difference-between-args-wordngrams-minn-and-maxn-in-fassttext-super</a:t>
            </a:r>
            <a:endParaRPr lang="en-US" b="0" dirty="0"/>
          </a:p>
          <a:p>
            <a:endParaRPr lang="en-US" b="0" dirty="0"/>
          </a:p>
        </p:txBody>
      </p:sp>
    </p:spTree>
    <p:extLst>
      <p:ext uri="{BB962C8B-B14F-4D97-AF65-F5344CB8AC3E}">
        <p14:creationId xmlns:p14="http://schemas.microsoft.com/office/powerpoint/2010/main" val="3533774753"/>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ECFAF-1162-4AAA-9D67-66235AF8E9EE}"/>
              </a:ext>
            </a:extLst>
          </p:cNvPr>
          <p:cNvSpPr>
            <a:spLocks noGrp="1"/>
          </p:cNvSpPr>
          <p:nvPr>
            <p:ph type="title"/>
          </p:nvPr>
        </p:nvSpPr>
        <p:spPr/>
        <p:txBody>
          <a:bodyPr/>
          <a:lstStyle/>
          <a:p>
            <a:r>
              <a:rPr lang="en-US" dirty="0"/>
              <a:t>To do</a:t>
            </a:r>
          </a:p>
        </p:txBody>
      </p:sp>
      <p:sp>
        <p:nvSpPr>
          <p:cNvPr id="3" name="Content Placeholder 2">
            <a:extLst>
              <a:ext uri="{FF2B5EF4-FFF2-40B4-BE49-F238E27FC236}">
                <a16:creationId xmlns:a16="http://schemas.microsoft.com/office/drawing/2014/main" id="{5071FFD4-3A2B-4D6F-B1BF-CF4DBC13A715}"/>
              </a:ext>
            </a:extLst>
          </p:cNvPr>
          <p:cNvSpPr>
            <a:spLocks noGrp="1"/>
          </p:cNvSpPr>
          <p:nvPr>
            <p:ph idx="1"/>
          </p:nvPr>
        </p:nvSpPr>
        <p:spPr/>
        <p:txBody>
          <a:bodyPr/>
          <a:lstStyle/>
          <a:p>
            <a:r>
              <a:rPr lang="en-US" dirty="0"/>
              <a:t>Calculate the similarity after data augmentation</a:t>
            </a:r>
          </a:p>
          <a:p>
            <a:r>
              <a:rPr lang="en-US" dirty="0"/>
              <a:t>CNN pretrained model</a:t>
            </a:r>
          </a:p>
          <a:p>
            <a:endParaRPr lang="en-US" dirty="0"/>
          </a:p>
          <a:p>
            <a:endParaRPr lang="en-US" dirty="0"/>
          </a:p>
          <a:p>
            <a:endParaRPr lang="en-US" dirty="0"/>
          </a:p>
        </p:txBody>
      </p:sp>
    </p:spTree>
    <p:extLst>
      <p:ext uri="{BB962C8B-B14F-4D97-AF65-F5344CB8AC3E}">
        <p14:creationId xmlns:p14="http://schemas.microsoft.com/office/powerpoint/2010/main" val="799380822"/>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41D29-47EE-4C17-A7AF-5E8875734245}"/>
              </a:ext>
            </a:extLst>
          </p:cNvPr>
          <p:cNvSpPr>
            <a:spLocks noGrp="1"/>
          </p:cNvSpPr>
          <p:nvPr>
            <p:ph type="title"/>
          </p:nvPr>
        </p:nvSpPr>
        <p:spPr/>
        <p:txBody>
          <a:bodyPr/>
          <a:lstStyle/>
          <a:p>
            <a:r>
              <a:rPr lang="en-US" dirty="0"/>
              <a:t>Doubt</a:t>
            </a:r>
          </a:p>
        </p:txBody>
      </p:sp>
      <p:sp>
        <p:nvSpPr>
          <p:cNvPr id="3" name="Content Placeholder 2">
            <a:extLst>
              <a:ext uri="{FF2B5EF4-FFF2-40B4-BE49-F238E27FC236}">
                <a16:creationId xmlns:a16="http://schemas.microsoft.com/office/drawing/2014/main" id="{E7C55BF5-AEE7-4E4A-B86D-363475568ED8}"/>
              </a:ext>
            </a:extLst>
          </p:cNvPr>
          <p:cNvSpPr>
            <a:spLocks noGrp="1"/>
          </p:cNvSpPr>
          <p:nvPr>
            <p:ph idx="1"/>
          </p:nvPr>
        </p:nvSpPr>
        <p:spPr/>
        <p:txBody>
          <a:bodyPr/>
          <a:lstStyle/>
          <a:p>
            <a:r>
              <a:rPr lang="en-US" dirty="0"/>
              <a:t>&gt;80 or &gt;=80?</a:t>
            </a:r>
          </a:p>
          <a:p>
            <a:endParaRPr lang="en-US" dirty="0"/>
          </a:p>
        </p:txBody>
      </p:sp>
    </p:spTree>
    <p:extLst>
      <p:ext uri="{BB962C8B-B14F-4D97-AF65-F5344CB8AC3E}">
        <p14:creationId xmlns:p14="http://schemas.microsoft.com/office/powerpoint/2010/main" val="3600561813"/>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6E196-F956-49F1-A154-F94622C7516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C8687B3-F893-4C2A-AF42-AB4D5C718283}"/>
              </a:ext>
            </a:extLst>
          </p:cNvPr>
          <p:cNvSpPr>
            <a:spLocks noGrp="1"/>
          </p:cNvSpPr>
          <p:nvPr>
            <p:ph idx="1"/>
          </p:nvPr>
        </p:nvSpPr>
        <p:spPr/>
        <p:txBody>
          <a:bodyPr/>
          <a:lstStyle/>
          <a:p>
            <a:r>
              <a:rPr lang="en-US" dirty="0"/>
              <a:t>136 unique item1_desc are there which are common between test and train; and with train have only 1 target.</a:t>
            </a:r>
          </a:p>
          <a:p>
            <a:r>
              <a:rPr lang="en-US" dirty="0"/>
              <a:t>Total entries is 1750</a:t>
            </a:r>
          </a:p>
          <a:p>
            <a:r>
              <a:rPr lang="en-US" dirty="0"/>
              <a:t>Unique target created are 96. This means for 2 different ITEM1_DESC, its possible that their TARGET is same.</a:t>
            </a:r>
          </a:p>
          <a:p>
            <a:r>
              <a:rPr lang="en-US" dirty="0"/>
              <a:t>After preprocessing applied on ITEM1_DESC</a:t>
            </a:r>
          </a:p>
          <a:p>
            <a:pPr lvl="1"/>
            <a:r>
              <a:rPr lang="en-US" dirty="0"/>
              <a:t>Total entries (6370)</a:t>
            </a:r>
          </a:p>
          <a:p>
            <a:pPr lvl="1"/>
            <a:r>
              <a:rPr lang="en-US" dirty="0"/>
              <a:t>Unique common ITEM1_DESC ( 674)</a:t>
            </a:r>
          </a:p>
        </p:txBody>
      </p:sp>
    </p:spTree>
    <p:extLst>
      <p:ext uri="{BB962C8B-B14F-4D97-AF65-F5344CB8AC3E}">
        <p14:creationId xmlns:p14="http://schemas.microsoft.com/office/powerpoint/2010/main" val="3876319496"/>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3955E-F554-4C70-84F6-537E06600B24}"/>
              </a:ext>
            </a:extLst>
          </p:cNvPr>
          <p:cNvSpPr>
            <a:spLocks noGrp="1"/>
          </p:cNvSpPr>
          <p:nvPr>
            <p:ph type="title"/>
          </p:nvPr>
        </p:nvSpPr>
        <p:spPr/>
        <p:txBody>
          <a:bodyPr/>
          <a:lstStyle/>
          <a:p>
            <a:r>
              <a:rPr lang="en-US" dirty="0"/>
              <a:t>ITEM1_DESC without preprocessing</a:t>
            </a:r>
          </a:p>
        </p:txBody>
      </p:sp>
      <p:sp>
        <p:nvSpPr>
          <p:cNvPr id="3" name="Content Placeholder 2">
            <a:extLst>
              <a:ext uri="{FF2B5EF4-FFF2-40B4-BE49-F238E27FC236}">
                <a16:creationId xmlns:a16="http://schemas.microsoft.com/office/drawing/2014/main" id="{47118CC9-70BD-4404-99B7-37618EF80753}"/>
              </a:ext>
            </a:extLst>
          </p:cNvPr>
          <p:cNvSpPr>
            <a:spLocks noGrp="1"/>
          </p:cNvSpPr>
          <p:nvPr>
            <p:ph idx="1"/>
          </p:nvPr>
        </p:nvSpPr>
        <p:spPr/>
        <p:txBody>
          <a:bodyPr/>
          <a:lstStyle/>
          <a:p>
            <a:r>
              <a:rPr lang="en-US" b="0" dirty="0"/>
              <a:t>TF cat=70.30	</a:t>
            </a:r>
          </a:p>
          <a:p>
            <a:r>
              <a:rPr lang="en-US" b="0" dirty="0"/>
              <a:t>TF var=82.19</a:t>
            </a:r>
          </a:p>
          <a:p>
            <a:r>
              <a:rPr lang="en-US" b="0" dirty="0"/>
              <a:t>2</a:t>
            </a:r>
            <a:r>
              <a:rPr lang="en-US" b="0" baseline="30000" dirty="0"/>
              <a:t>nd</a:t>
            </a:r>
            <a:r>
              <a:rPr lang="en-US" b="0" dirty="0"/>
              <a:t> time</a:t>
            </a:r>
          </a:p>
          <a:p>
            <a:pPr lvl="1"/>
            <a:r>
              <a:rPr lang="en-US" dirty="0"/>
              <a:t>TF cat=</a:t>
            </a:r>
            <a:r>
              <a:rPr lang="en-US" b="0" dirty="0"/>
              <a:t>70.98</a:t>
            </a:r>
          </a:p>
          <a:p>
            <a:pPr lvl="1"/>
            <a:r>
              <a:rPr lang="en-US" dirty="0"/>
              <a:t>TF var=</a:t>
            </a:r>
            <a:r>
              <a:rPr lang="en-US" b="0" dirty="0"/>
              <a:t>80.91</a:t>
            </a:r>
          </a:p>
        </p:txBody>
      </p:sp>
    </p:spTree>
    <p:extLst>
      <p:ext uri="{BB962C8B-B14F-4D97-AF65-F5344CB8AC3E}">
        <p14:creationId xmlns:p14="http://schemas.microsoft.com/office/powerpoint/2010/main" val="2485064717"/>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11407-71F1-4652-B662-A47FABFBF8E1}"/>
              </a:ext>
            </a:extLst>
          </p:cNvPr>
          <p:cNvSpPr>
            <a:spLocks noGrp="1"/>
          </p:cNvSpPr>
          <p:nvPr>
            <p:ph type="title"/>
          </p:nvPr>
        </p:nvSpPr>
        <p:spPr/>
        <p:txBody>
          <a:bodyPr/>
          <a:lstStyle/>
          <a:p>
            <a:r>
              <a:rPr lang="en-US" dirty="0"/>
              <a:t>ITEM1_DESC with preprocessing</a:t>
            </a:r>
          </a:p>
        </p:txBody>
      </p:sp>
      <p:sp>
        <p:nvSpPr>
          <p:cNvPr id="3" name="Content Placeholder 2">
            <a:extLst>
              <a:ext uri="{FF2B5EF4-FFF2-40B4-BE49-F238E27FC236}">
                <a16:creationId xmlns:a16="http://schemas.microsoft.com/office/drawing/2014/main" id="{7B6F912C-038E-4B16-97C0-86FB20BF6429}"/>
              </a:ext>
            </a:extLst>
          </p:cNvPr>
          <p:cNvSpPr>
            <a:spLocks noGrp="1"/>
          </p:cNvSpPr>
          <p:nvPr>
            <p:ph idx="1"/>
          </p:nvPr>
        </p:nvSpPr>
        <p:spPr/>
        <p:txBody>
          <a:bodyPr/>
          <a:lstStyle/>
          <a:p>
            <a:r>
              <a:rPr lang="en-US" b="0" dirty="0"/>
              <a:t>TF cat=69.59	</a:t>
            </a:r>
          </a:p>
          <a:p>
            <a:r>
              <a:rPr lang="en-US" b="0" dirty="0"/>
              <a:t>TF var=80.13</a:t>
            </a:r>
          </a:p>
        </p:txBody>
      </p:sp>
    </p:spTree>
    <p:extLst>
      <p:ext uri="{BB962C8B-B14F-4D97-AF65-F5344CB8AC3E}">
        <p14:creationId xmlns:p14="http://schemas.microsoft.com/office/powerpoint/2010/main" val="3646048846"/>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5F711-A41D-4E31-97F1-AF144D906236}"/>
              </a:ext>
            </a:extLst>
          </p:cNvPr>
          <p:cNvSpPr>
            <a:spLocks noGrp="1"/>
          </p:cNvSpPr>
          <p:nvPr>
            <p:ph type="title"/>
          </p:nvPr>
        </p:nvSpPr>
        <p:spPr/>
        <p:txBody>
          <a:bodyPr/>
          <a:lstStyle/>
          <a:p>
            <a:r>
              <a:rPr lang="en-US" dirty="0"/>
              <a:t>Lemma before grouping</a:t>
            </a:r>
          </a:p>
        </p:txBody>
      </p:sp>
      <p:sp>
        <p:nvSpPr>
          <p:cNvPr id="3" name="Content Placeholder 2">
            <a:extLst>
              <a:ext uri="{FF2B5EF4-FFF2-40B4-BE49-F238E27FC236}">
                <a16:creationId xmlns:a16="http://schemas.microsoft.com/office/drawing/2014/main" id="{B6559296-53B8-416C-A8D7-85BC5A1B21A2}"/>
              </a:ext>
            </a:extLst>
          </p:cNvPr>
          <p:cNvSpPr>
            <a:spLocks noGrp="1"/>
          </p:cNvSpPr>
          <p:nvPr>
            <p:ph idx="1"/>
          </p:nvPr>
        </p:nvSpPr>
        <p:spPr/>
        <p:txBody>
          <a:bodyPr>
            <a:normAutofit lnSpcReduction="10000"/>
          </a:bodyPr>
          <a:lstStyle/>
          <a:p>
            <a:r>
              <a:rPr lang="en-US" b="0" dirty="0"/>
              <a:t>The no of ITEM1_desc with unique count = 1 will go down.</a:t>
            </a:r>
          </a:p>
          <a:p>
            <a:r>
              <a:rPr lang="en-US" b="0" dirty="0"/>
              <a:t>Eg-</a:t>
            </a:r>
          </a:p>
          <a:p>
            <a:endParaRPr lang="en-US" b="0" dirty="0"/>
          </a:p>
          <a:p>
            <a:endParaRPr lang="en-US" b="0" dirty="0"/>
          </a:p>
          <a:p>
            <a:r>
              <a:rPr lang="en-US" b="0" dirty="0"/>
              <a:t>After lemmatization</a:t>
            </a:r>
          </a:p>
          <a:p>
            <a:endParaRPr lang="en-US" b="0" dirty="0"/>
          </a:p>
          <a:p>
            <a:endParaRPr lang="en-US" b="0" dirty="0"/>
          </a:p>
          <a:p>
            <a:endParaRPr lang="en-US" b="0" dirty="0"/>
          </a:p>
          <a:p>
            <a:r>
              <a:rPr lang="en-US" b="0" dirty="0"/>
              <a:t>No. of unique targets is now 2 and hence I won’t consider.</a:t>
            </a:r>
          </a:p>
          <a:p>
            <a:endParaRPr lang="en-US" b="0" dirty="0"/>
          </a:p>
        </p:txBody>
      </p:sp>
      <p:graphicFrame>
        <p:nvGraphicFramePr>
          <p:cNvPr id="4" name="Table 4">
            <a:extLst>
              <a:ext uri="{FF2B5EF4-FFF2-40B4-BE49-F238E27FC236}">
                <a16:creationId xmlns:a16="http://schemas.microsoft.com/office/drawing/2014/main" id="{0D74A3BC-BE5A-4681-842B-9BE553389FDB}"/>
              </a:ext>
            </a:extLst>
          </p:cNvPr>
          <p:cNvGraphicFramePr>
            <a:graphicFrameLocks noGrp="1"/>
          </p:cNvGraphicFramePr>
          <p:nvPr>
            <p:extLst>
              <p:ext uri="{D42A27DB-BD31-4B8C-83A1-F6EECF244321}">
                <p14:modId xmlns:p14="http://schemas.microsoft.com/office/powerpoint/2010/main" val="454001303"/>
              </p:ext>
            </p:extLst>
          </p:nvPr>
        </p:nvGraphicFramePr>
        <p:xfrm>
          <a:off x="1651000" y="2598708"/>
          <a:ext cx="8128000" cy="111252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218649341"/>
                    </a:ext>
                  </a:extLst>
                </a:gridCol>
                <a:gridCol w="4064000">
                  <a:extLst>
                    <a:ext uri="{9D8B030D-6E8A-4147-A177-3AD203B41FA5}">
                      <a16:colId xmlns:a16="http://schemas.microsoft.com/office/drawing/2014/main" val="3620374851"/>
                    </a:ext>
                  </a:extLst>
                </a:gridCol>
              </a:tblGrid>
              <a:tr h="370840">
                <a:tc>
                  <a:txBody>
                    <a:bodyPr/>
                    <a:lstStyle/>
                    <a:p>
                      <a:r>
                        <a:rPr lang="en-US" dirty="0"/>
                        <a:t>ITEM1_DESC</a:t>
                      </a:r>
                    </a:p>
                  </a:txBody>
                  <a:tcPr/>
                </a:tc>
                <a:tc>
                  <a:txBody>
                    <a:bodyPr/>
                    <a:lstStyle/>
                    <a:p>
                      <a:r>
                        <a:rPr lang="en-US" dirty="0"/>
                        <a:t>TARGET</a:t>
                      </a:r>
                    </a:p>
                  </a:txBody>
                  <a:tcPr/>
                </a:tc>
                <a:extLst>
                  <a:ext uri="{0D108BD9-81ED-4DB2-BD59-A6C34878D82A}">
                    <a16:rowId xmlns:a16="http://schemas.microsoft.com/office/drawing/2014/main" val="1721763931"/>
                  </a:ext>
                </a:extLst>
              </a:tr>
              <a:tr h="370840">
                <a:tc>
                  <a:txBody>
                    <a:bodyPr/>
                    <a:lstStyle/>
                    <a:p>
                      <a:r>
                        <a:rPr lang="en-US" dirty="0"/>
                        <a:t>A</a:t>
                      </a:r>
                    </a:p>
                  </a:txBody>
                  <a:tcPr/>
                </a:tc>
                <a:tc>
                  <a:txBody>
                    <a:bodyPr/>
                    <a:lstStyle/>
                    <a:p>
                      <a:r>
                        <a:rPr lang="en-US" dirty="0"/>
                        <a:t>X</a:t>
                      </a:r>
                    </a:p>
                  </a:txBody>
                  <a:tcPr/>
                </a:tc>
                <a:extLst>
                  <a:ext uri="{0D108BD9-81ED-4DB2-BD59-A6C34878D82A}">
                    <a16:rowId xmlns:a16="http://schemas.microsoft.com/office/drawing/2014/main" val="3619558074"/>
                  </a:ext>
                </a:extLst>
              </a:tr>
              <a:tr h="370840">
                <a:tc>
                  <a:txBody>
                    <a:bodyPr/>
                    <a:lstStyle/>
                    <a:p>
                      <a:r>
                        <a:rPr lang="en-US" dirty="0"/>
                        <a:t>B</a:t>
                      </a:r>
                    </a:p>
                  </a:txBody>
                  <a:tcPr/>
                </a:tc>
                <a:tc>
                  <a:txBody>
                    <a:bodyPr/>
                    <a:lstStyle/>
                    <a:p>
                      <a:r>
                        <a:rPr lang="en-US" dirty="0"/>
                        <a:t>Y</a:t>
                      </a:r>
                    </a:p>
                  </a:txBody>
                  <a:tcPr/>
                </a:tc>
                <a:extLst>
                  <a:ext uri="{0D108BD9-81ED-4DB2-BD59-A6C34878D82A}">
                    <a16:rowId xmlns:a16="http://schemas.microsoft.com/office/drawing/2014/main" val="621811906"/>
                  </a:ext>
                </a:extLst>
              </a:tr>
            </a:tbl>
          </a:graphicData>
        </a:graphic>
      </p:graphicFrame>
      <p:graphicFrame>
        <p:nvGraphicFramePr>
          <p:cNvPr id="7" name="Table 4">
            <a:extLst>
              <a:ext uri="{FF2B5EF4-FFF2-40B4-BE49-F238E27FC236}">
                <a16:creationId xmlns:a16="http://schemas.microsoft.com/office/drawing/2014/main" id="{40120321-8CEF-40FC-A6FA-4BBD55BF2698}"/>
              </a:ext>
            </a:extLst>
          </p:cNvPr>
          <p:cNvGraphicFramePr>
            <a:graphicFrameLocks noGrp="1"/>
          </p:cNvGraphicFramePr>
          <p:nvPr>
            <p:extLst>
              <p:ext uri="{D42A27DB-BD31-4B8C-83A1-F6EECF244321}">
                <p14:modId xmlns:p14="http://schemas.microsoft.com/office/powerpoint/2010/main" val="1432713560"/>
              </p:ext>
            </p:extLst>
          </p:nvPr>
        </p:nvGraphicFramePr>
        <p:xfrm>
          <a:off x="1651000" y="4208118"/>
          <a:ext cx="8128000" cy="111252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218649341"/>
                    </a:ext>
                  </a:extLst>
                </a:gridCol>
                <a:gridCol w="4064000">
                  <a:extLst>
                    <a:ext uri="{9D8B030D-6E8A-4147-A177-3AD203B41FA5}">
                      <a16:colId xmlns:a16="http://schemas.microsoft.com/office/drawing/2014/main" val="3620374851"/>
                    </a:ext>
                  </a:extLst>
                </a:gridCol>
              </a:tblGrid>
              <a:tr h="370840">
                <a:tc>
                  <a:txBody>
                    <a:bodyPr/>
                    <a:lstStyle/>
                    <a:p>
                      <a:r>
                        <a:rPr lang="en-US" dirty="0"/>
                        <a:t>ITEM1_DESC</a:t>
                      </a:r>
                    </a:p>
                  </a:txBody>
                  <a:tcPr/>
                </a:tc>
                <a:tc>
                  <a:txBody>
                    <a:bodyPr/>
                    <a:lstStyle/>
                    <a:p>
                      <a:r>
                        <a:rPr lang="en-US" dirty="0"/>
                        <a:t>TARGET</a:t>
                      </a:r>
                    </a:p>
                  </a:txBody>
                  <a:tcPr/>
                </a:tc>
                <a:extLst>
                  <a:ext uri="{0D108BD9-81ED-4DB2-BD59-A6C34878D82A}">
                    <a16:rowId xmlns:a16="http://schemas.microsoft.com/office/drawing/2014/main" val="1721763931"/>
                  </a:ext>
                </a:extLst>
              </a:tr>
              <a:tr h="370840">
                <a:tc>
                  <a:txBody>
                    <a:bodyPr/>
                    <a:lstStyle/>
                    <a:p>
                      <a:r>
                        <a:rPr lang="en-US" dirty="0"/>
                        <a:t>A</a:t>
                      </a:r>
                    </a:p>
                  </a:txBody>
                  <a:tcPr/>
                </a:tc>
                <a:tc>
                  <a:txBody>
                    <a:bodyPr/>
                    <a:lstStyle/>
                    <a:p>
                      <a:r>
                        <a:rPr lang="en-US" dirty="0"/>
                        <a:t>X</a:t>
                      </a:r>
                    </a:p>
                  </a:txBody>
                  <a:tcPr/>
                </a:tc>
                <a:extLst>
                  <a:ext uri="{0D108BD9-81ED-4DB2-BD59-A6C34878D82A}">
                    <a16:rowId xmlns:a16="http://schemas.microsoft.com/office/drawing/2014/main" val="3619558074"/>
                  </a:ext>
                </a:extLst>
              </a:tr>
              <a:tr h="370840">
                <a:tc>
                  <a:txBody>
                    <a:bodyPr/>
                    <a:lstStyle/>
                    <a:p>
                      <a:r>
                        <a:rPr lang="en-US" dirty="0"/>
                        <a:t>A</a:t>
                      </a:r>
                    </a:p>
                  </a:txBody>
                  <a:tcPr/>
                </a:tc>
                <a:tc>
                  <a:txBody>
                    <a:bodyPr/>
                    <a:lstStyle/>
                    <a:p>
                      <a:r>
                        <a:rPr lang="en-US" dirty="0"/>
                        <a:t>Y</a:t>
                      </a:r>
                    </a:p>
                  </a:txBody>
                  <a:tcPr/>
                </a:tc>
                <a:extLst>
                  <a:ext uri="{0D108BD9-81ED-4DB2-BD59-A6C34878D82A}">
                    <a16:rowId xmlns:a16="http://schemas.microsoft.com/office/drawing/2014/main" val="621811906"/>
                  </a:ext>
                </a:extLst>
              </a:tr>
            </a:tbl>
          </a:graphicData>
        </a:graphic>
      </p:graphicFrame>
    </p:spTree>
    <p:extLst>
      <p:ext uri="{BB962C8B-B14F-4D97-AF65-F5344CB8AC3E}">
        <p14:creationId xmlns:p14="http://schemas.microsoft.com/office/powerpoint/2010/main" val="177220327"/>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8539304F-5588-4142-A91C-75DA24DEEA99}"/>
              </a:ext>
            </a:extLst>
          </p:cNvPr>
          <p:cNvPicPr>
            <a:picLocks noChangeAspect="1"/>
          </p:cNvPicPr>
          <p:nvPr/>
        </p:nvPicPr>
        <p:blipFill rotWithShape="1">
          <a:blip r:embed="rId2"/>
          <a:srcRect l="18251" t="14812" r="18640" b="22032"/>
          <a:stretch/>
        </p:blipFill>
        <p:spPr>
          <a:xfrm>
            <a:off x="3985437" y="744906"/>
            <a:ext cx="4221125" cy="3264197"/>
          </a:xfrm>
          <a:prstGeom prst="rect">
            <a:avLst/>
          </a:prstGeom>
        </p:spPr>
      </p:pic>
      <p:sp>
        <p:nvSpPr>
          <p:cNvPr id="13" name="object 10">
            <a:extLst>
              <a:ext uri="{FF2B5EF4-FFF2-40B4-BE49-F238E27FC236}">
                <a16:creationId xmlns:a16="http://schemas.microsoft.com/office/drawing/2014/main" id="{EA4DAB1C-F0D2-1F45-80F4-E09A620A6446}"/>
              </a:ext>
            </a:extLst>
          </p:cNvPr>
          <p:cNvSpPr txBox="1"/>
          <p:nvPr/>
        </p:nvSpPr>
        <p:spPr>
          <a:xfrm>
            <a:off x="241160" y="4327383"/>
            <a:ext cx="11705034" cy="1938992"/>
          </a:xfrm>
          <a:prstGeom prst="rect">
            <a:avLst/>
          </a:prstGeom>
        </p:spPr>
        <p:txBody>
          <a:bodyPr vert="horz" wrap="square" lIns="0" tIns="0" rIns="0" bIns="0" rtlCol="0">
            <a:spAutoFit/>
          </a:bodyPr>
          <a:lstStyle/>
          <a:p>
            <a:pPr marL="7144" algn="ctr">
              <a:lnSpc>
                <a:spcPct val="100000"/>
              </a:lnSpc>
              <a:tabLst>
                <a:tab pos="3071455" algn="l"/>
              </a:tabLst>
            </a:pPr>
            <a:r>
              <a:rPr lang="en-US" sz="3200" dirty="0">
                <a:solidFill>
                  <a:srgbClr val="0D1D2B"/>
                </a:solidFill>
                <a:latin typeface="Bogle"/>
                <a:cs typeface="Bogle"/>
              </a:rPr>
              <a:t>Review Meet: Week 6</a:t>
            </a:r>
          </a:p>
          <a:p>
            <a:pPr marL="7144" algn="ctr">
              <a:lnSpc>
                <a:spcPct val="100000"/>
              </a:lnSpc>
              <a:tabLst>
                <a:tab pos="3071455" algn="l"/>
              </a:tabLst>
            </a:pPr>
            <a:r>
              <a:rPr lang="en-US" sz="3200" dirty="0">
                <a:solidFill>
                  <a:srgbClr val="0D1D2B"/>
                </a:solidFill>
                <a:latin typeface="Bogle"/>
                <a:cs typeface="Bogle"/>
              </a:rPr>
              <a:t>July 5</a:t>
            </a:r>
            <a:r>
              <a:rPr lang="en-US" sz="3200" baseline="30000" dirty="0">
                <a:solidFill>
                  <a:srgbClr val="0D1D2B"/>
                </a:solidFill>
                <a:latin typeface="Bogle"/>
                <a:cs typeface="Bogle"/>
              </a:rPr>
              <a:t>th</a:t>
            </a:r>
            <a:r>
              <a:rPr lang="en-US" sz="3200" dirty="0">
                <a:solidFill>
                  <a:srgbClr val="0D1D2B"/>
                </a:solidFill>
                <a:latin typeface="Bogle"/>
                <a:cs typeface="Bogle"/>
              </a:rPr>
              <a:t>, 2021</a:t>
            </a:r>
            <a:endParaRPr lang="en-US" sz="2800" dirty="0">
              <a:solidFill>
                <a:srgbClr val="0D1D2B"/>
              </a:solidFill>
              <a:latin typeface="Bogle"/>
              <a:cs typeface="Bogle"/>
            </a:endParaRPr>
          </a:p>
          <a:p>
            <a:pPr marL="7144" algn="ctr">
              <a:lnSpc>
                <a:spcPct val="100000"/>
              </a:lnSpc>
              <a:tabLst>
                <a:tab pos="3071455" algn="l"/>
              </a:tabLst>
            </a:pPr>
            <a:endParaRPr lang="en-US" sz="2000" dirty="0">
              <a:solidFill>
                <a:srgbClr val="0D1D2B"/>
              </a:solidFill>
              <a:latin typeface="Bogle"/>
              <a:cs typeface="Bogle"/>
            </a:endParaRPr>
          </a:p>
          <a:p>
            <a:pPr marL="7144" algn="ctr">
              <a:lnSpc>
                <a:spcPct val="100000"/>
              </a:lnSpc>
              <a:tabLst>
                <a:tab pos="3071455" algn="l"/>
              </a:tabLst>
            </a:pPr>
            <a:r>
              <a:rPr lang="en-US" sz="1400" dirty="0">
                <a:solidFill>
                  <a:srgbClr val="0D1D2B"/>
                </a:solidFill>
                <a:latin typeface="Bogle"/>
                <a:cs typeface="Bogle"/>
              </a:rPr>
              <a:t>Name: Rishabh Thapliyal</a:t>
            </a:r>
          </a:p>
          <a:p>
            <a:pPr marL="7144" algn="ctr">
              <a:lnSpc>
                <a:spcPct val="100000"/>
              </a:lnSpc>
              <a:tabLst>
                <a:tab pos="3071455" algn="l"/>
              </a:tabLst>
            </a:pPr>
            <a:r>
              <a:rPr lang="en-US" sz="1400" dirty="0">
                <a:solidFill>
                  <a:srgbClr val="0D1D2B"/>
                </a:solidFill>
                <a:latin typeface="Bogle"/>
                <a:cs typeface="Bogle"/>
              </a:rPr>
              <a:t>Mentor: Syed Faraz Ali &amp; Mallikharjuna MV</a:t>
            </a:r>
          </a:p>
          <a:p>
            <a:pPr marL="7144" algn="ctr">
              <a:lnSpc>
                <a:spcPct val="100000"/>
              </a:lnSpc>
              <a:tabLst>
                <a:tab pos="3071455" algn="l"/>
              </a:tabLst>
            </a:pPr>
            <a:r>
              <a:rPr lang="en-US" sz="1400" dirty="0">
                <a:solidFill>
                  <a:srgbClr val="0D1D2B"/>
                </a:solidFill>
                <a:latin typeface="Bogle"/>
                <a:cs typeface="Bogle"/>
              </a:rPr>
              <a:t>Manager: Subhasish Misra</a:t>
            </a:r>
          </a:p>
        </p:txBody>
      </p:sp>
    </p:spTree>
    <p:extLst>
      <p:ext uri="{BB962C8B-B14F-4D97-AF65-F5344CB8AC3E}">
        <p14:creationId xmlns:p14="http://schemas.microsoft.com/office/powerpoint/2010/main" val="2650799227"/>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1D3FC-09EA-421E-9DF8-3A48AE708EC2}"/>
              </a:ext>
            </a:extLst>
          </p:cNvPr>
          <p:cNvSpPr>
            <a:spLocks noGrp="1"/>
          </p:cNvSpPr>
          <p:nvPr>
            <p:ph type="title"/>
          </p:nvPr>
        </p:nvSpPr>
        <p:spPr>
          <a:xfrm>
            <a:off x="457199" y="274321"/>
            <a:ext cx="10766809" cy="797734"/>
          </a:xfrm>
        </p:spPr>
        <p:style>
          <a:lnRef idx="0">
            <a:schemeClr val="accent1"/>
          </a:lnRef>
          <a:fillRef idx="3">
            <a:schemeClr val="accent1"/>
          </a:fillRef>
          <a:effectRef idx="3">
            <a:schemeClr val="accent1"/>
          </a:effectRef>
          <a:fontRef idx="minor">
            <a:schemeClr val="lt1"/>
          </a:fontRef>
        </p:style>
        <p:txBody>
          <a:bodyPr anchor="ctr">
            <a:normAutofit/>
          </a:bodyPr>
          <a:lstStyle/>
          <a:p>
            <a:r>
              <a:rPr lang="en-US" dirty="0"/>
              <a:t>Agenda</a:t>
            </a:r>
          </a:p>
        </p:txBody>
      </p:sp>
      <p:graphicFrame>
        <p:nvGraphicFramePr>
          <p:cNvPr id="5" name="Content Placeholder 2">
            <a:extLst>
              <a:ext uri="{FF2B5EF4-FFF2-40B4-BE49-F238E27FC236}">
                <a16:creationId xmlns:a16="http://schemas.microsoft.com/office/drawing/2014/main" id="{4CF1DA11-19E4-4712-ACB6-975862A4A3AF}"/>
              </a:ext>
            </a:extLst>
          </p:cNvPr>
          <p:cNvGraphicFramePr>
            <a:graphicFrameLocks noGrp="1"/>
          </p:cNvGraphicFramePr>
          <p:nvPr>
            <p:ph idx="1"/>
            <p:extLst>
              <p:ext uri="{D42A27DB-BD31-4B8C-83A1-F6EECF244321}">
                <p14:modId xmlns:p14="http://schemas.microsoft.com/office/powerpoint/2010/main" val="3454592305"/>
              </p:ext>
            </p:extLst>
          </p:nvPr>
        </p:nvGraphicFramePr>
        <p:xfrm>
          <a:off x="712596" y="1497204"/>
          <a:ext cx="10766808" cy="46756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55185853"/>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9605D-A20F-449C-9146-C434375C720F}"/>
              </a:ext>
            </a:extLst>
          </p:cNvPr>
          <p:cNvSpPr>
            <a:spLocks noGrp="1"/>
          </p:cNvSpPr>
          <p:nvPr>
            <p:ph type="title"/>
          </p:nvPr>
        </p:nvSpPr>
        <p:spPr>
          <a:xfrm>
            <a:off x="457200" y="274320"/>
            <a:ext cx="10515600" cy="800853"/>
          </a:xfrm>
        </p:spPr>
        <p:txBody>
          <a:bodyPr>
            <a:normAutofit/>
          </a:bodyPr>
          <a:lstStyle/>
          <a:p>
            <a:r>
              <a:rPr lang="en-US" dirty="0"/>
              <a:t>Recap</a:t>
            </a:r>
          </a:p>
        </p:txBody>
      </p:sp>
      <p:graphicFrame>
        <p:nvGraphicFramePr>
          <p:cNvPr id="4" name="Content Placeholder 3">
            <a:extLst>
              <a:ext uri="{FF2B5EF4-FFF2-40B4-BE49-F238E27FC236}">
                <a16:creationId xmlns:a16="http://schemas.microsoft.com/office/drawing/2014/main" id="{D1907C1B-AB9B-4289-9595-57D71E08C20C}"/>
              </a:ext>
            </a:extLst>
          </p:cNvPr>
          <p:cNvGraphicFramePr>
            <a:graphicFrameLocks noGrp="1"/>
          </p:cNvGraphicFramePr>
          <p:nvPr>
            <p:ph idx="1"/>
            <p:extLst>
              <p:ext uri="{D42A27DB-BD31-4B8C-83A1-F6EECF244321}">
                <p14:modId xmlns:p14="http://schemas.microsoft.com/office/powerpoint/2010/main" val="8728607"/>
              </p:ext>
            </p:extLst>
          </p:nvPr>
        </p:nvGraphicFramePr>
        <p:xfrm>
          <a:off x="457199" y="1172481"/>
          <a:ext cx="10927583" cy="485652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78992856"/>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DFB3B-E228-4578-9E2F-4226D99484C9}"/>
              </a:ext>
            </a:extLst>
          </p:cNvPr>
          <p:cNvSpPr>
            <a:spLocks noGrp="1"/>
          </p:cNvSpPr>
          <p:nvPr>
            <p:ph type="title"/>
          </p:nvPr>
        </p:nvSpPr>
        <p:spPr>
          <a:xfrm>
            <a:off x="557684" y="263429"/>
            <a:ext cx="10515600" cy="579789"/>
          </a:xfrm>
          <a:noFill/>
          <a:effectLst/>
        </p:spPr>
        <p:style>
          <a:lnRef idx="0">
            <a:schemeClr val="accent5"/>
          </a:lnRef>
          <a:fillRef idx="3">
            <a:schemeClr val="accent5"/>
          </a:fillRef>
          <a:effectRef idx="3">
            <a:schemeClr val="accent5"/>
          </a:effectRef>
          <a:fontRef idx="minor">
            <a:schemeClr val="lt1"/>
          </a:fontRef>
        </p:style>
        <p:txBody>
          <a:bodyPr>
            <a:normAutofit fontScale="90000"/>
          </a:bodyPr>
          <a:lstStyle/>
          <a:p>
            <a:r>
              <a:rPr lang="en-US" dirty="0">
                <a:solidFill>
                  <a:schemeClr val="tx1"/>
                </a:solidFill>
              </a:rPr>
              <a:t>FastText - I</a:t>
            </a:r>
          </a:p>
        </p:txBody>
      </p:sp>
      <p:pic>
        <p:nvPicPr>
          <p:cNvPr id="5" name="Picture 4" descr="Diagram, text&#10;&#10;Description automatically generated">
            <a:extLst>
              <a:ext uri="{FF2B5EF4-FFF2-40B4-BE49-F238E27FC236}">
                <a16:creationId xmlns:a16="http://schemas.microsoft.com/office/drawing/2014/main" id="{99E512B7-E1C3-4751-97F1-0C2EC8D3F6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7684" y="2136676"/>
            <a:ext cx="5039428" cy="2584647"/>
          </a:xfrm>
          <a:prstGeom prst="rect">
            <a:avLst/>
          </a:prstGeom>
          <a:ln>
            <a:solidFill>
              <a:schemeClr val="tx1"/>
            </a:solidFill>
          </a:ln>
          <a:effectLst>
            <a:outerShdw blurRad="50800" dist="38100" dir="8100000" algn="tr" rotWithShape="0">
              <a:prstClr val="black">
                <a:alpha val="40000"/>
              </a:prstClr>
            </a:outerShdw>
          </a:effectLst>
        </p:spPr>
      </p:pic>
      <p:pic>
        <p:nvPicPr>
          <p:cNvPr id="7" name="Picture 6" descr="Diagram, table&#10;&#10;Description automatically generated">
            <a:extLst>
              <a:ext uri="{FF2B5EF4-FFF2-40B4-BE49-F238E27FC236}">
                <a16:creationId xmlns:a16="http://schemas.microsoft.com/office/drawing/2014/main" id="{E8AC98B6-0A43-42A1-9B46-96DF4BBED5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10044" y="2151462"/>
            <a:ext cx="5010849" cy="2584647"/>
          </a:xfrm>
          <a:prstGeom prst="rect">
            <a:avLst/>
          </a:prstGeom>
          <a:ln>
            <a:solidFill>
              <a:schemeClr val="tx1"/>
            </a:solidFill>
          </a:ln>
          <a:effectLst>
            <a:outerShdw blurRad="50800" dist="38100" dir="8100000" algn="tr" rotWithShape="0">
              <a:prstClr val="black">
                <a:alpha val="40000"/>
              </a:prstClr>
            </a:outerShdw>
          </a:effectLst>
        </p:spPr>
      </p:pic>
      <p:sp>
        <p:nvSpPr>
          <p:cNvPr id="8" name="TextBox 7">
            <a:extLst>
              <a:ext uri="{FF2B5EF4-FFF2-40B4-BE49-F238E27FC236}">
                <a16:creationId xmlns:a16="http://schemas.microsoft.com/office/drawing/2014/main" id="{FD87D031-9A5A-4BF5-B226-AB8B9B2D5D7F}"/>
              </a:ext>
            </a:extLst>
          </p:cNvPr>
          <p:cNvSpPr txBox="1"/>
          <p:nvPr/>
        </p:nvSpPr>
        <p:spPr>
          <a:xfrm>
            <a:off x="557684" y="4978236"/>
            <a:ext cx="5039428" cy="646331"/>
          </a:xfrm>
          <a:prstGeom prst="rect">
            <a:avLst/>
          </a:prstGeom>
          <a:noFill/>
          <a:ln>
            <a:solidFill>
              <a:schemeClr val="tx1"/>
            </a:solidFill>
          </a:ln>
          <a:effectLst>
            <a:glow rad="63500">
              <a:schemeClr val="accent4">
                <a:satMod val="175000"/>
                <a:alpha val="40000"/>
              </a:schemeClr>
            </a:glow>
          </a:effectLst>
        </p:spPr>
        <p:txBody>
          <a:bodyPr wrap="square" rtlCol="0">
            <a:spAutoFit/>
          </a:bodyPr>
          <a:lstStyle/>
          <a:p>
            <a:pPr algn="ctr"/>
            <a:r>
              <a:rPr lang="en-US" dirty="0"/>
              <a:t>wordNgrams = 1</a:t>
            </a:r>
          </a:p>
          <a:p>
            <a:pPr algn="ctr"/>
            <a:r>
              <a:rPr lang="en-US" dirty="0"/>
              <a:t>ws = 2</a:t>
            </a:r>
          </a:p>
        </p:txBody>
      </p:sp>
      <p:sp>
        <p:nvSpPr>
          <p:cNvPr id="9" name="TextBox 8">
            <a:extLst>
              <a:ext uri="{FF2B5EF4-FFF2-40B4-BE49-F238E27FC236}">
                <a16:creationId xmlns:a16="http://schemas.microsoft.com/office/drawing/2014/main" id="{25D4295D-280B-46CA-8B67-50A76EB848FC}"/>
              </a:ext>
            </a:extLst>
          </p:cNvPr>
          <p:cNvSpPr txBox="1"/>
          <p:nvPr/>
        </p:nvSpPr>
        <p:spPr>
          <a:xfrm>
            <a:off x="6181465" y="5048575"/>
            <a:ext cx="5039428" cy="646331"/>
          </a:xfrm>
          <a:prstGeom prst="rect">
            <a:avLst/>
          </a:prstGeom>
          <a:noFill/>
          <a:ln>
            <a:solidFill>
              <a:schemeClr val="tx1"/>
            </a:solidFill>
          </a:ln>
          <a:effectLst>
            <a:glow rad="63500">
              <a:schemeClr val="accent4">
                <a:satMod val="175000"/>
                <a:alpha val="40000"/>
              </a:schemeClr>
            </a:glow>
          </a:effectLst>
        </p:spPr>
        <p:txBody>
          <a:bodyPr wrap="square" rtlCol="0">
            <a:spAutoFit/>
          </a:bodyPr>
          <a:lstStyle/>
          <a:p>
            <a:pPr algn="ctr"/>
            <a:r>
              <a:rPr lang="en-US" dirty="0"/>
              <a:t>wordNgrams = 2</a:t>
            </a:r>
          </a:p>
          <a:p>
            <a:pPr algn="ctr"/>
            <a:r>
              <a:rPr lang="en-US" dirty="0"/>
              <a:t>ws = 1</a:t>
            </a:r>
          </a:p>
        </p:txBody>
      </p:sp>
      <p:sp>
        <p:nvSpPr>
          <p:cNvPr id="10" name="TextBox 9">
            <a:extLst>
              <a:ext uri="{FF2B5EF4-FFF2-40B4-BE49-F238E27FC236}">
                <a16:creationId xmlns:a16="http://schemas.microsoft.com/office/drawing/2014/main" id="{58D83B14-A8CB-483E-85D1-1F691B70464D}"/>
              </a:ext>
            </a:extLst>
          </p:cNvPr>
          <p:cNvSpPr txBox="1"/>
          <p:nvPr/>
        </p:nvSpPr>
        <p:spPr>
          <a:xfrm>
            <a:off x="3969278" y="1079446"/>
            <a:ext cx="3848519" cy="584775"/>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pPr algn="ctr"/>
            <a:r>
              <a:rPr lang="en-US" sz="3200" dirty="0"/>
              <a:t>WordNGrams and ws</a:t>
            </a:r>
          </a:p>
        </p:txBody>
      </p:sp>
    </p:spTree>
    <p:extLst>
      <p:ext uri="{BB962C8B-B14F-4D97-AF65-F5344CB8AC3E}">
        <p14:creationId xmlns:p14="http://schemas.microsoft.com/office/powerpoint/2010/main" val="809060606"/>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914D4-A1E0-4D73-A528-A14948EEEF06}"/>
              </a:ext>
            </a:extLst>
          </p:cNvPr>
          <p:cNvSpPr>
            <a:spLocks noGrp="1"/>
          </p:cNvSpPr>
          <p:nvPr>
            <p:ph type="title"/>
          </p:nvPr>
        </p:nvSpPr>
        <p:spPr>
          <a:xfrm>
            <a:off x="396910" y="211393"/>
            <a:ext cx="10515600" cy="514300"/>
          </a:xfrm>
        </p:spPr>
        <p:txBody>
          <a:bodyPr>
            <a:normAutofit fontScale="90000"/>
          </a:bodyPr>
          <a:lstStyle/>
          <a:p>
            <a:r>
              <a:rPr lang="en-US" dirty="0"/>
              <a:t>FastText - II</a:t>
            </a:r>
          </a:p>
        </p:txBody>
      </p:sp>
      <p:sp>
        <p:nvSpPr>
          <p:cNvPr id="3" name="Content Placeholder 2">
            <a:extLst>
              <a:ext uri="{FF2B5EF4-FFF2-40B4-BE49-F238E27FC236}">
                <a16:creationId xmlns:a16="http://schemas.microsoft.com/office/drawing/2014/main" id="{FAD095AE-AC92-4A4A-AC42-8FF87496C6F0}"/>
              </a:ext>
            </a:extLst>
          </p:cNvPr>
          <p:cNvSpPr>
            <a:spLocks noGrp="1"/>
          </p:cNvSpPr>
          <p:nvPr>
            <p:ph idx="1"/>
          </p:nvPr>
        </p:nvSpPr>
        <p:spPr>
          <a:xfrm>
            <a:off x="422030" y="4537085"/>
            <a:ext cx="11073283" cy="1833570"/>
          </a:xfrm>
          <a:ln>
            <a:solidFill>
              <a:schemeClr val="tx1"/>
            </a:solidFill>
          </a:ln>
        </p:spPr>
        <p:txBody>
          <a:bodyPr>
            <a:normAutofit fontScale="62500" lnSpcReduction="20000"/>
          </a:bodyPr>
          <a:lstStyle/>
          <a:p>
            <a:pPr>
              <a:lnSpc>
                <a:spcPct val="120000"/>
              </a:lnSpc>
            </a:pPr>
            <a:r>
              <a:rPr lang="en-US" b="0" dirty="0"/>
              <a:t>For the word love, its </a:t>
            </a:r>
            <a:r>
              <a:rPr lang="en-US" b="0" dirty="0" err="1"/>
              <a:t>fasttext</a:t>
            </a:r>
            <a:r>
              <a:rPr lang="en-US" b="0" dirty="0"/>
              <a:t> embedding = (emb(love) (as a complete word) + emb(&lt;l)+emb(&lt;lo)+....) / n</a:t>
            </a:r>
          </a:p>
          <a:p>
            <a:pPr>
              <a:lnSpc>
                <a:spcPct val="120000"/>
              </a:lnSpc>
            </a:pPr>
            <a:r>
              <a:rPr lang="en-US" b="0" dirty="0"/>
              <a:t>The embedding of the sentence will be the average of the embeddings of individual tokens.</a:t>
            </a:r>
          </a:p>
          <a:p>
            <a:pPr>
              <a:lnSpc>
                <a:spcPct val="120000"/>
              </a:lnSpc>
            </a:pPr>
            <a:r>
              <a:rPr lang="en-US" dirty="0"/>
              <a:t>FastText word vectors are built from vectors of substrings of characters contained in it. This allows to build vectors even for misspelled words or concatenation of words.</a:t>
            </a:r>
            <a:br>
              <a:rPr lang="en-US" dirty="0"/>
            </a:br>
            <a:r>
              <a:rPr lang="en-US" b="0" dirty="0"/>
              <a:t>Example: ‘stupedofanctabulouslyfantastic’</a:t>
            </a:r>
          </a:p>
        </p:txBody>
      </p:sp>
      <p:sp>
        <p:nvSpPr>
          <p:cNvPr id="4" name="Rectangle: Rounded Corners 3">
            <a:extLst>
              <a:ext uri="{FF2B5EF4-FFF2-40B4-BE49-F238E27FC236}">
                <a16:creationId xmlns:a16="http://schemas.microsoft.com/office/drawing/2014/main" id="{7ED650D7-FCAD-43DD-A39D-EA97C36EBB74}"/>
              </a:ext>
            </a:extLst>
          </p:cNvPr>
          <p:cNvSpPr/>
          <p:nvPr/>
        </p:nvSpPr>
        <p:spPr>
          <a:xfrm>
            <a:off x="2824814" y="806603"/>
            <a:ext cx="6211614" cy="590118"/>
          </a:xfrm>
          <a:prstGeom prst="roundRect">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en-US" sz="4000" dirty="0"/>
              <a:t>Minn and Maxn</a:t>
            </a:r>
          </a:p>
        </p:txBody>
      </p:sp>
      <p:sp>
        <p:nvSpPr>
          <p:cNvPr id="7" name="Rectangle: Rounded Corners 6">
            <a:extLst>
              <a:ext uri="{FF2B5EF4-FFF2-40B4-BE49-F238E27FC236}">
                <a16:creationId xmlns:a16="http://schemas.microsoft.com/office/drawing/2014/main" id="{B7F96395-1CA2-4C7B-A0E0-4CD0575BAC6B}"/>
              </a:ext>
            </a:extLst>
          </p:cNvPr>
          <p:cNvSpPr/>
          <p:nvPr/>
        </p:nvSpPr>
        <p:spPr>
          <a:xfrm>
            <a:off x="1899139" y="1595050"/>
            <a:ext cx="2160395" cy="72348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Sentence</a:t>
            </a:r>
          </a:p>
        </p:txBody>
      </p:sp>
      <p:sp>
        <p:nvSpPr>
          <p:cNvPr id="8" name="Rectangle 7">
            <a:extLst>
              <a:ext uri="{FF2B5EF4-FFF2-40B4-BE49-F238E27FC236}">
                <a16:creationId xmlns:a16="http://schemas.microsoft.com/office/drawing/2014/main" id="{9C17CF84-14E7-4D43-945E-05B38E62602F}"/>
              </a:ext>
            </a:extLst>
          </p:cNvPr>
          <p:cNvSpPr/>
          <p:nvPr/>
        </p:nvSpPr>
        <p:spPr>
          <a:xfrm>
            <a:off x="4330840" y="1574824"/>
            <a:ext cx="5426110" cy="72348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I love ML</a:t>
            </a:r>
          </a:p>
        </p:txBody>
      </p:sp>
      <p:sp>
        <p:nvSpPr>
          <p:cNvPr id="9" name="Rectangle: Rounded Corners 8">
            <a:extLst>
              <a:ext uri="{FF2B5EF4-FFF2-40B4-BE49-F238E27FC236}">
                <a16:creationId xmlns:a16="http://schemas.microsoft.com/office/drawing/2014/main" id="{2A8E0932-E6F2-4492-984F-B50BEA58DE8F}"/>
              </a:ext>
            </a:extLst>
          </p:cNvPr>
          <p:cNvSpPr/>
          <p:nvPr/>
        </p:nvSpPr>
        <p:spPr>
          <a:xfrm>
            <a:off x="1899138" y="2514381"/>
            <a:ext cx="2160395" cy="723481"/>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a:t>Parameters</a:t>
            </a:r>
          </a:p>
        </p:txBody>
      </p:sp>
      <p:sp>
        <p:nvSpPr>
          <p:cNvPr id="10" name="Rectangle 9">
            <a:extLst>
              <a:ext uri="{FF2B5EF4-FFF2-40B4-BE49-F238E27FC236}">
                <a16:creationId xmlns:a16="http://schemas.microsoft.com/office/drawing/2014/main" id="{9CD62D2E-420B-4D6E-B0E7-3F4D4ADE24A9}"/>
              </a:ext>
            </a:extLst>
          </p:cNvPr>
          <p:cNvSpPr/>
          <p:nvPr/>
        </p:nvSpPr>
        <p:spPr>
          <a:xfrm>
            <a:off x="4330840" y="2489020"/>
            <a:ext cx="5426110" cy="723481"/>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dirty="0"/>
              <a:t>Minn = 2 and Maxn = 3</a:t>
            </a:r>
          </a:p>
        </p:txBody>
      </p:sp>
      <p:sp>
        <p:nvSpPr>
          <p:cNvPr id="11" name="Rectangle: Rounded Corners 10">
            <a:extLst>
              <a:ext uri="{FF2B5EF4-FFF2-40B4-BE49-F238E27FC236}">
                <a16:creationId xmlns:a16="http://schemas.microsoft.com/office/drawing/2014/main" id="{8E30EA6E-1CF9-4E3A-899C-252F7340A773}"/>
              </a:ext>
            </a:extLst>
          </p:cNvPr>
          <p:cNvSpPr/>
          <p:nvPr/>
        </p:nvSpPr>
        <p:spPr>
          <a:xfrm>
            <a:off x="1899137" y="3444529"/>
            <a:ext cx="2160395" cy="723481"/>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US" dirty="0"/>
              <a:t>Transformed to</a:t>
            </a:r>
          </a:p>
        </p:txBody>
      </p:sp>
      <p:sp>
        <p:nvSpPr>
          <p:cNvPr id="12" name="Rectangle 11">
            <a:extLst>
              <a:ext uri="{FF2B5EF4-FFF2-40B4-BE49-F238E27FC236}">
                <a16:creationId xmlns:a16="http://schemas.microsoft.com/office/drawing/2014/main" id="{CC971E3D-83CC-471D-9EDD-E26DC537182C}"/>
              </a:ext>
            </a:extLst>
          </p:cNvPr>
          <p:cNvSpPr/>
          <p:nvPr/>
        </p:nvSpPr>
        <p:spPr>
          <a:xfrm>
            <a:off x="4330840" y="3423873"/>
            <a:ext cx="5426110" cy="72348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0" dirty="0"/>
              <a:t>[&lt;I, &lt;I&gt;, l&gt;], [&lt;l, &lt;lo, lo, </a:t>
            </a:r>
            <a:r>
              <a:rPr lang="en-US" b="0" dirty="0" err="1"/>
              <a:t>lov</a:t>
            </a:r>
            <a:r>
              <a:rPr lang="en-US" b="0" dirty="0"/>
              <a:t>, </a:t>
            </a:r>
            <a:r>
              <a:rPr lang="en-US" b="0" dirty="0" err="1"/>
              <a:t>ov</a:t>
            </a:r>
            <a:r>
              <a:rPr lang="en-US" b="0" dirty="0"/>
              <a:t>, </a:t>
            </a:r>
            <a:r>
              <a:rPr lang="en-US" b="0" dirty="0" err="1"/>
              <a:t>ove</a:t>
            </a:r>
            <a:r>
              <a:rPr lang="en-US" b="0" dirty="0"/>
              <a:t>, </a:t>
            </a:r>
            <a:r>
              <a:rPr lang="en-US" b="0" dirty="0" err="1"/>
              <a:t>ve</a:t>
            </a:r>
            <a:r>
              <a:rPr lang="en-US" b="0" dirty="0"/>
              <a:t>, </a:t>
            </a:r>
            <a:r>
              <a:rPr lang="en-US" b="0" dirty="0" err="1"/>
              <a:t>ve</a:t>
            </a:r>
            <a:r>
              <a:rPr lang="en-US" b="0" dirty="0"/>
              <a:t>&gt;, e&gt;],[&lt;M, ML, L&gt;]</a:t>
            </a:r>
            <a:endParaRPr lang="en-US" dirty="0"/>
          </a:p>
        </p:txBody>
      </p:sp>
    </p:spTree>
    <p:extLst>
      <p:ext uri="{BB962C8B-B14F-4D97-AF65-F5344CB8AC3E}">
        <p14:creationId xmlns:p14="http://schemas.microsoft.com/office/powerpoint/2010/main" val="2515802210"/>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C2CE5-157F-4D4C-ABB8-752F6BC08AB9}"/>
              </a:ext>
            </a:extLst>
          </p:cNvPr>
          <p:cNvSpPr>
            <a:spLocks noGrp="1"/>
          </p:cNvSpPr>
          <p:nvPr>
            <p:ph type="title"/>
          </p:nvPr>
        </p:nvSpPr>
        <p:spPr>
          <a:xfrm>
            <a:off x="162445" y="150604"/>
            <a:ext cx="10515600" cy="479306"/>
          </a:xfrm>
        </p:spPr>
        <p:txBody>
          <a:bodyPr>
            <a:normAutofit fontScale="90000"/>
          </a:bodyPr>
          <a:lstStyle/>
          <a:p>
            <a:r>
              <a:rPr lang="en-US" dirty="0"/>
              <a:t>FastText - III</a:t>
            </a:r>
          </a:p>
        </p:txBody>
      </p:sp>
      <p:graphicFrame>
        <p:nvGraphicFramePr>
          <p:cNvPr id="6" name="Table 4">
            <a:extLst>
              <a:ext uri="{FF2B5EF4-FFF2-40B4-BE49-F238E27FC236}">
                <a16:creationId xmlns:a16="http://schemas.microsoft.com/office/drawing/2014/main" id="{32C050B5-FD48-4A2B-A288-4AA06F6078FC}"/>
              </a:ext>
            </a:extLst>
          </p:cNvPr>
          <p:cNvGraphicFramePr>
            <a:graphicFrameLocks/>
          </p:cNvGraphicFramePr>
          <p:nvPr>
            <p:extLst>
              <p:ext uri="{D42A27DB-BD31-4B8C-83A1-F6EECF244321}">
                <p14:modId xmlns:p14="http://schemas.microsoft.com/office/powerpoint/2010/main" val="993871277"/>
              </p:ext>
            </p:extLst>
          </p:nvPr>
        </p:nvGraphicFramePr>
        <p:xfrm>
          <a:off x="634718" y="1135777"/>
          <a:ext cx="10890743" cy="5139446"/>
        </p:xfrm>
        <a:graphic>
          <a:graphicData uri="http://schemas.openxmlformats.org/drawingml/2006/table">
            <a:tbl>
              <a:tblPr firstRow="1" firstCol="1" bandRow="1">
                <a:effectLst>
                  <a:outerShdw blurRad="50800" dist="38100" dir="5400000" algn="t" rotWithShape="0">
                    <a:prstClr val="black">
                      <a:alpha val="40000"/>
                    </a:prstClr>
                  </a:outerShdw>
                </a:effectLst>
                <a:tableStyleId>{5C22544A-7EE6-4342-B048-85BDC9FD1C3A}</a:tableStyleId>
              </a:tblPr>
              <a:tblGrid>
                <a:gridCol w="1138353">
                  <a:extLst>
                    <a:ext uri="{9D8B030D-6E8A-4147-A177-3AD203B41FA5}">
                      <a16:colId xmlns:a16="http://schemas.microsoft.com/office/drawing/2014/main" val="4063345073"/>
                    </a:ext>
                  </a:extLst>
                </a:gridCol>
                <a:gridCol w="845423">
                  <a:extLst>
                    <a:ext uri="{9D8B030D-6E8A-4147-A177-3AD203B41FA5}">
                      <a16:colId xmlns:a16="http://schemas.microsoft.com/office/drawing/2014/main" val="3803791866"/>
                    </a:ext>
                  </a:extLst>
                </a:gridCol>
                <a:gridCol w="1289743">
                  <a:extLst>
                    <a:ext uri="{9D8B030D-6E8A-4147-A177-3AD203B41FA5}">
                      <a16:colId xmlns:a16="http://schemas.microsoft.com/office/drawing/2014/main" val="235275921"/>
                    </a:ext>
                  </a:extLst>
                </a:gridCol>
                <a:gridCol w="1083948">
                  <a:extLst>
                    <a:ext uri="{9D8B030D-6E8A-4147-A177-3AD203B41FA5}">
                      <a16:colId xmlns:a16="http://schemas.microsoft.com/office/drawing/2014/main" val="4137612170"/>
                    </a:ext>
                  </a:extLst>
                </a:gridCol>
                <a:gridCol w="966187">
                  <a:extLst>
                    <a:ext uri="{9D8B030D-6E8A-4147-A177-3AD203B41FA5}">
                      <a16:colId xmlns:a16="http://schemas.microsoft.com/office/drawing/2014/main" val="3357353697"/>
                    </a:ext>
                  </a:extLst>
                </a:gridCol>
                <a:gridCol w="1495846">
                  <a:extLst>
                    <a:ext uri="{9D8B030D-6E8A-4147-A177-3AD203B41FA5}">
                      <a16:colId xmlns:a16="http://schemas.microsoft.com/office/drawing/2014/main" val="1532843143"/>
                    </a:ext>
                  </a:extLst>
                </a:gridCol>
                <a:gridCol w="1419970">
                  <a:extLst>
                    <a:ext uri="{9D8B030D-6E8A-4147-A177-3AD203B41FA5}">
                      <a16:colId xmlns:a16="http://schemas.microsoft.com/office/drawing/2014/main" val="602593552"/>
                    </a:ext>
                  </a:extLst>
                </a:gridCol>
                <a:gridCol w="1354933">
                  <a:extLst>
                    <a:ext uri="{9D8B030D-6E8A-4147-A177-3AD203B41FA5}">
                      <a16:colId xmlns:a16="http://schemas.microsoft.com/office/drawing/2014/main" val="4014875624"/>
                    </a:ext>
                  </a:extLst>
                </a:gridCol>
                <a:gridCol w="1296340">
                  <a:extLst>
                    <a:ext uri="{9D8B030D-6E8A-4147-A177-3AD203B41FA5}">
                      <a16:colId xmlns:a16="http://schemas.microsoft.com/office/drawing/2014/main" val="4284041291"/>
                    </a:ext>
                  </a:extLst>
                </a:gridCol>
              </a:tblGrid>
              <a:tr h="358906">
                <a:tc>
                  <a:txBody>
                    <a:bodyPr/>
                    <a:lstStyle/>
                    <a:p>
                      <a:pPr algn="ctr"/>
                      <a:r>
                        <a:rPr lang="en-US" dirty="0"/>
                        <a:t>Model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a:r>
                        <a:rPr lang="en-US" dirty="0"/>
                        <a:t>Lr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Loss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Dim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Ws/neg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err="1"/>
                        <a:t>WordNgram</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Minn/maxn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TF category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TF variety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84846687"/>
                  </a:ext>
                </a:extLst>
              </a:tr>
              <a:tr h="358906">
                <a:tc>
                  <a:txBody>
                    <a:bodyPr/>
                    <a:lstStyle/>
                    <a:p>
                      <a:pPr algn="ctr"/>
                      <a:r>
                        <a:rPr lang="en-US" dirty="0"/>
                        <a:t>FastText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0.085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Softmax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92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66.82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69.79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54122234"/>
                  </a:ext>
                </a:extLst>
              </a:tr>
              <a:tr h="358906">
                <a:tc>
                  <a:txBody>
                    <a:bodyPr/>
                    <a:lstStyle/>
                    <a:p>
                      <a:pPr algn="ctr"/>
                      <a:r>
                        <a:rPr lang="en-US" dirty="0"/>
                        <a:t>FastText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0.085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Softmax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92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en-US" dirty="0"/>
                        <a:t>73.39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US" dirty="0"/>
                        <a:t>72.23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3193136118"/>
                  </a:ext>
                </a:extLst>
              </a:tr>
              <a:tr h="358906">
                <a:tc>
                  <a:txBody>
                    <a:bodyPr/>
                    <a:lstStyle/>
                    <a:p>
                      <a:pPr algn="ctr"/>
                      <a:r>
                        <a:rPr lang="en-US" dirty="0"/>
                        <a:t>FastText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0.085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HS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en-US" dirty="0"/>
                        <a:t>92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65.16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48.1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74752363"/>
                  </a:ext>
                </a:extLst>
              </a:tr>
              <a:tr h="358906">
                <a:tc>
                  <a:txBody>
                    <a:bodyPr/>
                    <a:lstStyle/>
                    <a:p>
                      <a:pPr algn="ctr"/>
                      <a:r>
                        <a:rPr lang="en-US" dirty="0"/>
                        <a:t>FastText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0.084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Softmax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300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en-US"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5/8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74.61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67.57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05633252"/>
                  </a:ext>
                </a:extLst>
              </a:tr>
              <a:tr h="382360">
                <a:tc>
                  <a:txBody>
                    <a:bodyPr/>
                    <a:lstStyle/>
                    <a:p>
                      <a:pPr algn="ctr"/>
                      <a:r>
                        <a:rPr lang="en-US" dirty="0"/>
                        <a:t>FastText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0.084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Softmax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300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en-US" dirty="0"/>
                        <a:t>50.22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42.88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07165612"/>
                  </a:ext>
                </a:extLst>
              </a:tr>
              <a:tr h="358906">
                <a:tc>
                  <a:txBody>
                    <a:bodyPr/>
                    <a:lstStyle/>
                    <a:p>
                      <a:pPr algn="ctr"/>
                      <a:r>
                        <a:rPr lang="en-US" dirty="0"/>
                        <a:t>FastText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Softmax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400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en-US"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5/8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73.04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68.85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06551009"/>
                  </a:ext>
                </a:extLst>
              </a:tr>
              <a:tr h="358906">
                <a:tc>
                  <a:txBody>
                    <a:bodyPr/>
                    <a:lstStyle/>
                    <a:p>
                      <a:pPr algn="ctr"/>
                      <a:r>
                        <a:rPr lang="en-US" dirty="0"/>
                        <a:t>FastText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Softmax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800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en-US"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5/8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74.67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67.03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02412632"/>
                  </a:ext>
                </a:extLst>
              </a:tr>
              <a:tr h="358906">
                <a:tc>
                  <a:txBody>
                    <a:bodyPr/>
                    <a:lstStyle/>
                    <a:p>
                      <a:pPr algn="ctr"/>
                      <a:r>
                        <a:rPr lang="en-US" dirty="0"/>
                        <a:t>FastText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Softmax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1000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en-US"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5/8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73.41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67.26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39354285"/>
                  </a:ext>
                </a:extLst>
              </a:tr>
              <a:tr h="366863">
                <a:tc>
                  <a:txBody>
                    <a:bodyPr/>
                    <a:lstStyle/>
                    <a:p>
                      <a:pPr algn="ctr"/>
                      <a:r>
                        <a:rPr lang="en-US" dirty="0"/>
                        <a:t>FastText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Softmax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1200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5/8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pPr algn="ctr"/>
                      <a:r>
                        <a:rPr lang="en-US" dirty="0"/>
                        <a:t>73.26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63.86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69008536"/>
                  </a:ext>
                </a:extLst>
              </a:tr>
              <a:tr h="366863">
                <a:tc>
                  <a:txBody>
                    <a:bodyPr/>
                    <a:lstStyle/>
                    <a:p>
                      <a:pPr algn="ctr"/>
                      <a:r>
                        <a:rPr lang="en-US" dirty="0"/>
                        <a:t>FastText*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Softmax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92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en-US"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5/10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en-US" dirty="0"/>
                        <a:t>68.15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68.39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34740621"/>
                  </a:ext>
                </a:extLst>
              </a:tr>
              <a:tr h="358906">
                <a:tc>
                  <a:txBody>
                    <a:bodyPr/>
                    <a:lstStyle/>
                    <a:p>
                      <a:pPr algn="ctr"/>
                      <a:r>
                        <a:rPr lang="en-US" dirty="0"/>
                        <a:t>FastText*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Softmax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92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en-US"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en-US" dirty="0"/>
                        <a:t>65.11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55.08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07697500"/>
                  </a:ext>
                </a:extLst>
              </a:tr>
              <a:tr h="358906">
                <a:tc>
                  <a:txBody>
                    <a:bodyPr/>
                    <a:lstStyle/>
                    <a:p>
                      <a:pPr algn="ctr"/>
                      <a:r>
                        <a:rPr lang="en-US" dirty="0"/>
                        <a:t>FastText*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Softmax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92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en-US"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5/8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en-US" dirty="0"/>
                        <a:t>68.66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66.48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37536047"/>
                  </a:ext>
                </a:extLst>
              </a:tr>
              <a:tr h="358906">
                <a:tc>
                  <a:txBody>
                    <a:bodyPr/>
                    <a:lstStyle/>
                    <a:p>
                      <a:pPr algn="ctr"/>
                      <a:r>
                        <a:rPr lang="en-US" dirty="0"/>
                        <a:t>FastText*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Softmax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92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en-US"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en-US" dirty="0"/>
                        <a:t>72.48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US" dirty="0"/>
                        <a:t>70.59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1500709293"/>
                  </a:ext>
                </a:extLst>
              </a:tr>
            </a:tbl>
          </a:graphicData>
        </a:graphic>
      </p:graphicFrame>
      <p:sp>
        <p:nvSpPr>
          <p:cNvPr id="9" name="TextBox 8">
            <a:extLst>
              <a:ext uri="{FF2B5EF4-FFF2-40B4-BE49-F238E27FC236}">
                <a16:creationId xmlns:a16="http://schemas.microsoft.com/office/drawing/2014/main" id="{E7C9CF26-496A-4850-BCF1-03543C989033}"/>
              </a:ext>
            </a:extLst>
          </p:cNvPr>
          <p:cNvSpPr txBox="1"/>
          <p:nvPr/>
        </p:nvSpPr>
        <p:spPr>
          <a:xfrm>
            <a:off x="634716" y="766444"/>
            <a:ext cx="8579621" cy="369332"/>
          </a:xfrm>
          <a:prstGeom prst="rect">
            <a:avLst/>
          </a:prstGeom>
          <a:noFill/>
        </p:spPr>
        <p:txBody>
          <a:bodyPr wrap="square" rtlCol="0">
            <a:spAutoFit/>
          </a:bodyPr>
          <a:lstStyle/>
          <a:p>
            <a:r>
              <a:rPr lang="en-US" dirty="0"/>
              <a:t>Preprocessing </a:t>
            </a:r>
            <a:r>
              <a:rPr lang="en-US" dirty="0">
                <a:sym typeface="Wingdings" panose="05000000000000000000" pitchFamily="2" charset="2"/>
              </a:rPr>
              <a:t> Data augmentation using sample Walmart synonyms list </a:t>
            </a:r>
            <a:endParaRPr lang="en-US" dirty="0"/>
          </a:p>
        </p:txBody>
      </p:sp>
      <p:sp>
        <p:nvSpPr>
          <p:cNvPr id="10" name="TextBox 9">
            <a:extLst>
              <a:ext uri="{FF2B5EF4-FFF2-40B4-BE49-F238E27FC236}">
                <a16:creationId xmlns:a16="http://schemas.microsoft.com/office/drawing/2014/main" id="{2B674513-9F71-4E5D-A325-B57829C59081}"/>
              </a:ext>
            </a:extLst>
          </p:cNvPr>
          <p:cNvSpPr txBox="1"/>
          <p:nvPr/>
        </p:nvSpPr>
        <p:spPr>
          <a:xfrm>
            <a:off x="7798354" y="6285896"/>
            <a:ext cx="3958218" cy="307777"/>
          </a:xfrm>
          <a:prstGeom prst="rect">
            <a:avLst/>
          </a:prstGeom>
          <a:noFill/>
        </p:spPr>
        <p:txBody>
          <a:bodyPr wrap="square" rtlCol="0">
            <a:spAutoFit/>
          </a:bodyPr>
          <a:lstStyle/>
          <a:p>
            <a:r>
              <a:rPr lang="en-US" sz="1400" i="1" dirty="0"/>
              <a:t>*represents oversampling; </a:t>
            </a:r>
            <a:r>
              <a:rPr lang="en-US" sz="1400" i="1" dirty="0" err="1"/>
              <a:t>minCount</a:t>
            </a:r>
            <a:r>
              <a:rPr lang="en-US" sz="1400" i="1" dirty="0"/>
              <a:t> = 1 for all</a:t>
            </a:r>
          </a:p>
        </p:txBody>
      </p:sp>
    </p:spTree>
    <p:extLst>
      <p:ext uri="{BB962C8B-B14F-4D97-AF65-F5344CB8AC3E}">
        <p14:creationId xmlns:p14="http://schemas.microsoft.com/office/powerpoint/2010/main" val="1232060489"/>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D5EF9-7D09-4D38-B275-9DDA734CE6FA}"/>
              </a:ext>
            </a:extLst>
          </p:cNvPr>
          <p:cNvSpPr>
            <a:spLocks noGrp="1"/>
          </p:cNvSpPr>
          <p:nvPr>
            <p:ph type="title"/>
          </p:nvPr>
        </p:nvSpPr>
        <p:spPr>
          <a:xfrm>
            <a:off x="457200" y="274321"/>
            <a:ext cx="10515600" cy="690322"/>
          </a:xfrm>
        </p:spPr>
        <p:txBody>
          <a:bodyPr>
            <a:normAutofit fontScale="90000"/>
          </a:bodyPr>
          <a:lstStyle/>
          <a:p>
            <a:r>
              <a:rPr lang="en-US" dirty="0"/>
              <a:t>Voting Hard ( RF + LR + SVM)</a:t>
            </a:r>
          </a:p>
        </p:txBody>
      </p:sp>
      <p:graphicFrame>
        <p:nvGraphicFramePr>
          <p:cNvPr id="4" name="Table 4">
            <a:extLst>
              <a:ext uri="{FF2B5EF4-FFF2-40B4-BE49-F238E27FC236}">
                <a16:creationId xmlns:a16="http://schemas.microsoft.com/office/drawing/2014/main" id="{462AA791-4120-4390-8482-83E224A4F0A5}"/>
              </a:ext>
            </a:extLst>
          </p:cNvPr>
          <p:cNvGraphicFramePr>
            <a:graphicFrameLocks noGrp="1"/>
          </p:cNvGraphicFramePr>
          <p:nvPr>
            <p:ph idx="1"/>
            <p:extLst>
              <p:ext uri="{D42A27DB-BD31-4B8C-83A1-F6EECF244321}">
                <p14:modId xmlns:p14="http://schemas.microsoft.com/office/powerpoint/2010/main" val="2079563294"/>
              </p:ext>
            </p:extLst>
          </p:nvPr>
        </p:nvGraphicFramePr>
        <p:xfrm>
          <a:off x="838199" y="3250893"/>
          <a:ext cx="10515600" cy="175260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3950264891"/>
                    </a:ext>
                  </a:extLst>
                </a:gridCol>
                <a:gridCol w="2103120">
                  <a:extLst>
                    <a:ext uri="{9D8B030D-6E8A-4147-A177-3AD203B41FA5}">
                      <a16:colId xmlns:a16="http://schemas.microsoft.com/office/drawing/2014/main" val="2217284110"/>
                    </a:ext>
                  </a:extLst>
                </a:gridCol>
                <a:gridCol w="2103120">
                  <a:extLst>
                    <a:ext uri="{9D8B030D-6E8A-4147-A177-3AD203B41FA5}">
                      <a16:colId xmlns:a16="http://schemas.microsoft.com/office/drawing/2014/main" val="3929386889"/>
                    </a:ext>
                  </a:extLst>
                </a:gridCol>
                <a:gridCol w="2103120">
                  <a:extLst>
                    <a:ext uri="{9D8B030D-6E8A-4147-A177-3AD203B41FA5}">
                      <a16:colId xmlns:a16="http://schemas.microsoft.com/office/drawing/2014/main" val="1474253277"/>
                    </a:ext>
                  </a:extLst>
                </a:gridCol>
                <a:gridCol w="2103120">
                  <a:extLst>
                    <a:ext uri="{9D8B030D-6E8A-4147-A177-3AD203B41FA5}">
                      <a16:colId xmlns:a16="http://schemas.microsoft.com/office/drawing/2014/main" val="214975953"/>
                    </a:ext>
                  </a:extLst>
                </a:gridCol>
              </a:tblGrid>
              <a:tr h="370840">
                <a:tc>
                  <a:txBody>
                    <a:bodyPr/>
                    <a:lstStyle/>
                    <a:p>
                      <a:r>
                        <a:rPr lang="en-US" dirty="0"/>
                        <a:t>Model</a:t>
                      </a:r>
                    </a:p>
                  </a:txBody>
                  <a:tcPr/>
                </a:tc>
                <a:tc>
                  <a:txBody>
                    <a:bodyPr/>
                    <a:lstStyle/>
                    <a:p>
                      <a:r>
                        <a:rPr lang="en-US" dirty="0"/>
                        <a:t>SVM parameters</a:t>
                      </a:r>
                    </a:p>
                  </a:txBody>
                  <a:tcPr/>
                </a:tc>
                <a:tc>
                  <a:txBody>
                    <a:bodyPr/>
                    <a:lstStyle/>
                    <a:p>
                      <a:r>
                        <a:rPr lang="en-US" dirty="0"/>
                        <a:t>TF category</a:t>
                      </a:r>
                    </a:p>
                  </a:txBody>
                  <a:tcPr/>
                </a:tc>
                <a:tc>
                  <a:txBody>
                    <a:bodyPr/>
                    <a:lstStyle/>
                    <a:p>
                      <a:r>
                        <a:rPr lang="en-US" dirty="0"/>
                        <a:t>TF variety</a:t>
                      </a:r>
                    </a:p>
                  </a:txBody>
                  <a:tcPr/>
                </a:tc>
                <a:tc>
                  <a:txBody>
                    <a:bodyPr/>
                    <a:lstStyle/>
                    <a:p>
                      <a:endParaRPr lang="en-US" dirty="0"/>
                    </a:p>
                  </a:txBody>
                  <a:tcPr/>
                </a:tc>
                <a:extLst>
                  <a:ext uri="{0D108BD9-81ED-4DB2-BD59-A6C34878D82A}">
                    <a16:rowId xmlns:a16="http://schemas.microsoft.com/office/drawing/2014/main" val="1399361102"/>
                  </a:ext>
                </a:extLst>
              </a:tr>
              <a:tr h="370840">
                <a:tc>
                  <a:txBody>
                    <a:bodyPr/>
                    <a:lstStyle/>
                    <a:p>
                      <a:r>
                        <a:rPr lang="en-US" dirty="0"/>
                        <a:t>Voting hard (100)</a:t>
                      </a:r>
                    </a:p>
                  </a:txBody>
                  <a:tcPr/>
                </a:tc>
                <a:tc>
                  <a:txBody>
                    <a:bodyPr/>
                    <a:lstStyle/>
                    <a:p>
                      <a:r>
                        <a:rPr lang="en-US" dirty="0" err="1"/>
                        <a:t>Countvectorizer</a:t>
                      </a:r>
                      <a:r>
                        <a:rPr lang="en-US" dirty="0"/>
                        <a:t>; kernel = linear</a:t>
                      </a:r>
                    </a:p>
                  </a:txBody>
                  <a:tcPr/>
                </a:tc>
                <a:tc>
                  <a:txBody>
                    <a:bodyPr/>
                    <a:lstStyle/>
                    <a:p>
                      <a:r>
                        <a:rPr lang="en-US" dirty="0"/>
                        <a:t>72.42</a:t>
                      </a:r>
                    </a:p>
                  </a:txBody>
                  <a:tcPr/>
                </a:tc>
                <a:tc>
                  <a:txBody>
                    <a:bodyPr/>
                    <a:lstStyle/>
                    <a:p>
                      <a:r>
                        <a:rPr lang="en-US" dirty="0"/>
                        <a:t>73.56</a:t>
                      </a:r>
                    </a:p>
                  </a:txBody>
                  <a:tcPr/>
                </a:tc>
                <a:tc>
                  <a:txBody>
                    <a:bodyPr/>
                    <a:lstStyle/>
                    <a:p>
                      <a:endParaRPr lang="en-US" dirty="0"/>
                    </a:p>
                  </a:txBody>
                  <a:tcPr/>
                </a:tc>
                <a:extLst>
                  <a:ext uri="{0D108BD9-81ED-4DB2-BD59-A6C34878D82A}">
                    <a16:rowId xmlns:a16="http://schemas.microsoft.com/office/drawing/2014/main" val="3119525820"/>
                  </a:ext>
                </a:extLst>
              </a:tr>
              <a:tr h="370840">
                <a:tc>
                  <a:txBody>
                    <a:bodyPr/>
                    <a:lstStyle/>
                    <a:p>
                      <a:r>
                        <a:rPr lang="en-US" dirty="0"/>
                        <a:t>Voting hard (100)</a:t>
                      </a:r>
                    </a:p>
                  </a:txBody>
                  <a:tcPr/>
                </a:tc>
                <a:tc>
                  <a:txBody>
                    <a:bodyPr/>
                    <a:lstStyle/>
                    <a:p>
                      <a:r>
                        <a:rPr lang="en-US" dirty="0"/>
                        <a:t>Tfidf; kernel = linear</a:t>
                      </a:r>
                    </a:p>
                  </a:txBody>
                  <a:tcPr/>
                </a:tc>
                <a:tc>
                  <a:txBody>
                    <a:bodyPr/>
                    <a:lstStyle/>
                    <a:p>
                      <a:r>
                        <a:rPr lang="en-US" dirty="0"/>
                        <a:t>68.77</a:t>
                      </a:r>
                    </a:p>
                  </a:txBody>
                  <a:tcPr/>
                </a:tc>
                <a:tc>
                  <a:txBody>
                    <a:bodyPr/>
                    <a:lstStyle/>
                    <a:p>
                      <a:r>
                        <a:rPr lang="en-US" dirty="0"/>
                        <a:t>78.25</a:t>
                      </a:r>
                    </a:p>
                  </a:txBody>
                  <a:tcPr/>
                </a:tc>
                <a:tc>
                  <a:txBody>
                    <a:bodyPr/>
                    <a:lstStyle/>
                    <a:p>
                      <a:endParaRPr lang="en-US" dirty="0"/>
                    </a:p>
                  </a:txBody>
                  <a:tcPr/>
                </a:tc>
                <a:extLst>
                  <a:ext uri="{0D108BD9-81ED-4DB2-BD59-A6C34878D82A}">
                    <a16:rowId xmlns:a16="http://schemas.microsoft.com/office/drawing/2014/main" val="3921684223"/>
                  </a:ext>
                </a:extLst>
              </a:tr>
              <a:tr h="370840">
                <a:tc>
                  <a:txBody>
                    <a:bodyPr/>
                    <a:lstStyle/>
                    <a:p>
                      <a:r>
                        <a:rPr lang="en-US" dirty="0"/>
                        <a:t>Voting hard (100)</a:t>
                      </a:r>
                    </a:p>
                  </a:txBody>
                  <a:tcPr/>
                </a:tc>
                <a:tc>
                  <a:txBody>
                    <a:bodyPr/>
                    <a:lstStyle/>
                    <a:p>
                      <a:r>
                        <a:rPr lang="en-US" dirty="0"/>
                        <a:t>Tfidf; kernel = </a:t>
                      </a:r>
                      <a:r>
                        <a:rPr lang="en-US" dirty="0" err="1"/>
                        <a:t>rbf</a:t>
                      </a:r>
                      <a:endParaRPr lang="en-US" dirty="0"/>
                    </a:p>
                  </a:txBody>
                  <a:tcPr/>
                </a:tc>
                <a:tc>
                  <a:txBody>
                    <a:bodyPr/>
                    <a:lstStyle/>
                    <a:p>
                      <a:r>
                        <a:rPr lang="en-US" dirty="0"/>
                        <a:t>66.42</a:t>
                      </a:r>
                    </a:p>
                  </a:txBody>
                  <a:tcPr/>
                </a:tc>
                <a:tc>
                  <a:txBody>
                    <a:bodyPr/>
                    <a:lstStyle/>
                    <a:p>
                      <a:r>
                        <a:rPr lang="en-US" dirty="0"/>
                        <a:t>77.10</a:t>
                      </a:r>
                    </a:p>
                  </a:txBody>
                  <a:tcPr/>
                </a:tc>
                <a:tc>
                  <a:txBody>
                    <a:bodyPr/>
                    <a:lstStyle/>
                    <a:p>
                      <a:endParaRPr lang="en-US" dirty="0"/>
                    </a:p>
                  </a:txBody>
                  <a:tcPr/>
                </a:tc>
                <a:extLst>
                  <a:ext uri="{0D108BD9-81ED-4DB2-BD59-A6C34878D82A}">
                    <a16:rowId xmlns:a16="http://schemas.microsoft.com/office/drawing/2014/main" val="3963577575"/>
                  </a:ext>
                </a:extLst>
              </a:tr>
            </a:tbl>
          </a:graphicData>
        </a:graphic>
      </p:graphicFrame>
      <p:sp>
        <p:nvSpPr>
          <p:cNvPr id="5" name="Content Placeholder 2">
            <a:extLst>
              <a:ext uri="{FF2B5EF4-FFF2-40B4-BE49-F238E27FC236}">
                <a16:creationId xmlns:a16="http://schemas.microsoft.com/office/drawing/2014/main" id="{51D48CD9-D93F-467C-B39B-613CB7539897}"/>
              </a:ext>
            </a:extLst>
          </p:cNvPr>
          <p:cNvSpPr txBox="1">
            <a:spLocks/>
          </p:cNvSpPr>
          <p:nvPr/>
        </p:nvSpPr>
        <p:spPr>
          <a:xfrm>
            <a:off x="559358" y="1190983"/>
            <a:ext cx="11073283" cy="1833570"/>
          </a:xfrm>
          <a:prstGeom prst="rect">
            <a:avLst/>
          </a:prstGeom>
          <a:ln>
            <a:solidFill>
              <a:schemeClr val="tx1"/>
            </a:solidFill>
          </a:ln>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b="1" kern="1200">
                <a:solidFill>
                  <a:srgbClr val="404041"/>
                </a:solidFill>
                <a:latin typeface="Bogle" panose="020B0503020203060203" pitchFamily="34"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404041"/>
                </a:solidFill>
                <a:latin typeface="Bogle" panose="020B0503020203060203" pitchFamily="34"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404041"/>
                </a:solidFill>
                <a:latin typeface="Bogle" panose="020B0503020203060203" pitchFamily="34"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404041"/>
                </a:solidFill>
                <a:latin typeface="Bogle" panose="020B0503020203060203" pitchFamily="34"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404041"/>
                </a:solidFill>
                <a:latin typeface="Bogle" panose="020B05030202030602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lang="en-US" b="0" dirty="0"/>
              <a:t>With even number of classifiers, it was selecting based on alphabetical order, hence I wanted to include one more classifier as well.</a:t>
            </a:r>
          </a:p>
          <a:p>
            <a:pPr>
              <a:lnSpc>
                <a:spcPct val="120000"/>
              </a:lnSpc>
            </a:pPr>
            <a:r>
              <a:rPr lang="en-US" b="0" dirty="0"/>
              <a:t>Below are the trust factors for hard voting classifier using my top 3 models ( Random Forest, Logistic Regression and SVM)</a:t>
            </a:r>
          </a:p>
        </p:txBody>
      </p:sp>
    </p:spTree>
    <p:extLst>
      <p:ext uri="{BB962C8B-B14F-4D97-AF65-F5344CB8AC3E}">
        <p14:creationId xmlns:p14="http://schemas.microsoft.com/office/powerpoint/2010/main" val="1684417610"/>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FA61E-58D6-4125-86B8-C65B73361ADD}"/>
              </a:ext>
            </a:extLst>
          </p:cNvPr>
          <p:cNvSpPr>
            <a:spLocks noGrp="1"/>
          </p:cNvSpPr>
          <p:nvPr>
            <p:ph type="title"/>
          </p:nvPr>
        </p:nvSpPr>
        <p:spPr>
          <a:xfrm>
            <a:off x="366765" y="253882"/>
            <a:ext cx="10515600" cy="479305"/>
          </a:xfrm>
        </p:spPr>
        <p:txBody>
          <a:bodyPr>
            <a:normAutofit fontScale="90000"/>
          </a:bodyPr>
          <a:lstStyle/>
          <a:p>
            <a:r>
              <a:rPr lang="en-US" dirty="0"/>
              <a:t>ITEM1_DESC mapping</a:t>
            </a:r>
          </a:p>
        </p:txBody>
      </p:sp>
      <p:graphicFrame>
        <p:nvGraphicFramePr>
          <p:cNvPr id="4" name="Table 4">
            <a:extLst>
              <a:ext uri="{FF2B5EF4-FFF2-40B4-BE49-F238E27FC236}">
                <a16:creationId xmlns:a16="http://schemas.microsoft.com/office/drawing/2014/main" id="{55812FC3-AD80-40BD-8EA8-1505C070905E}"/>
              </a:ext>
            </a:extLst>
          </p:cNvPr>
          <p:cNvGraphicFramePr>
            <a:graphicFrameLocks noGrp="1"/>
          </p:cNvGraphicFramePr>
          <p:nvPr>
            <p:ph idx="1"/>
            <p:extLst>
              <p:ext uri="{D42A27DB-BD31-4B8C-83A1-F6EECF244321}">
                <p14:modId xmlns:p14="http://schemas.microsoft.com/office/powerpoint/2010/main" val="352094425"/>
              </p:ext>
            </p:extLst>
          </p:nvPr>
        </p:nvGraphicFramePr>
        <p:xfrm>
          <a:off x="530051" y="1488831"/>
          <a:ext cx="5250264" cy="2209270"/>
        </p:xfrm>
        <a:graphic>
          <a:graphicData uri="http://schemas.openxmlformats.org/drawingml/2006/table">
            <a:tbl>
              <a:tblPr firstRow="1" bandRow="1">
                <a:effectLst>
                  <a:outerShdw blurRad="50800" dist="38100" dir="5400000" algn="t" rotWithShape="0">
                    <a:prstClr val="black">
                      <a:alpha val="40000"/>
                    </a:prstClr>
                  </a:outerShdw>
                </a:effectLst>
                <a:tableStyleId>{93296810-A885-4BE3-A3E7-6D5BEEA58F35}</a:tableStyleId>
              </a:tblPr>
              <a:tblGrid>
                <a:gridCol w="2625132">
                  <a:extLst>
                    <a:ext uri="{9D8B030D-6E8A-4147-A177-3AD203B41FA5}">
                      <a16:colId xmlns:a16="http://schemas.microsoft.com/office/drawing/2014/main" val="3074903026"/>
                    </a:ext>
                  </a:extLst>
                </a:gridCol>
                <a:gridCol w="2625132">
                  <a:extLst>
                    <a:ext uri="{9D8B030D-6E8A-4147-A177-3AD203B41FA5}">
                      <a16:colId xmlns:a16="http://schemas.microsoft.com/office/drawing/2014/main" val="2010026567"/>
                    </a:ext>
                  </a:extLst>
                </a:gridCol>
              </a:tblGrid>
              <a:tr h="441854">
                <a:tc>
                  <a:txBody>
                    <a:bodyPr/>
                    <a:lstStyle/>
                    <a:p>
                      <a:pPr algn="ctr"/>
                      <a:r>
                        <a:rPr lang="en-US" dirty="0"/>
                        <a:t>ITEM1_DESC</a:t>
                      </a:r>
                    </a:p>
                  </a:txBody>
                  <a:tcPr/>
                </a:tc>
                <a:tc>
                  <a:txBody>
                    <a:bodyPr/>
                    <a:lstStyle/>
                    <a:p>
                      <a:pPr algn="ctr"/>
                      <a:r>
                        <a:rPr lang="en-US" dirty="0"/>
                        <a:t>TARGET</a:t>
                      </a:r>
                    </a:p>
                  </a:txBody>
                  <a:tcPr/>
                </a:tc>
                <a:extLst>
                  <a:ext uri="{0D108BD9-81ED-4DB2-BD59-A6C34878D82A}">
                    <a16:rowId xmlns:a16="http://schemas.microsoft.com/office/drawing/2014/main" val="1385441972"/>
                  </a:ext>
                </a:extLst>
              </a:tr>
              <a:tr h="441854">
                <a:tc>
                  <a:txBody>
                    <a:bodyPr/>
                    <a:lstStyle/>
                    <a:p>
                      <a:pPr algn="ctr"/>
                      <a:r>
                        <a:rPr lang="en-US" dirty="0"/>
                        <a:t>'RASPBERRY 12OZ'</a:t>
                      </a:r>
                    </a:p>
                  </a:txBody>
                  <a:tcPr/>
                </a:tc>
                <a:tc>
                  <a:txBody>
                    <a:bodyPr/>
                    <a:lstStyle/>
                    <a:p>
                      <a:pPr algn="ctr"/>
                      <a:r>
                        <a:rPr lang="en-US" dirty="0"/>
                        <a:t>X</a:t>
                      </a:r>
                    </a:p>
                  </a:txBody>
                  <a:tcPr/>
                </a:tc>
                <a:extLst>
                  <a:ext uri="{0D108BD9-81ED-4DB2-BD59-A6C34878D82A}">
                    <a16:rowId xmlns:a16="http://schemas.microsoft.com/office/drawing/2014/main" val="2222396600"/>
                  </a:ext>
                </a:extLst>
              </a:tr>
              <a:tr h="44185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'RASPBERRY 12OZ'</a:t>
                      </a:r>
                    </a:p>
                  </a:txBody>
                  <a:tcPr/>
                </a:tc>
                <a:tc>
                  <a:txBody>
                    <a:bodyPr/>
                    <a:lstStyle/>
                    <a:p>
                      <a:pPr algn="ctr"/>
                      <a:r>
                        <a:rPr lang="en-US" dirty="0"/>
                        <a:t>X</a:t>
                      </a:r>
                    </a:p>
                  </a:txBody>
                  <a:tcPr/>
                </a:tc>
                <a:extLst>
                  <a:ext uri="{0D108BD9-81ED-4DB2-BD59-A6C34878D82A}">
                    <a16:rowId xmlns:a16="http://schemas.microsoft.com/office/drawing/2014/main" val="1600519330"/>
                  </a:ext>
                </a:extLst>
              </a:tr>
              <a:tr h="44185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 'APPLE KORU BULK'</a:t>
                      </a:r>
                    </a:p>
                  </a:txBody>
                  <a:tcPr/>
                </a:tc>
                <a:tc>
                  <a:txBody>
                    <a:bodyPr/>
                    <a:lstStyle/>
                    <a:p>
                      <a:pPr algn="ctr"/>
                      <a:r>
                        <a:rPr lang="en-US" dirty="0"/>
                        <a:t>Y</a:t>
                      </a:r>
                    </a:p>
                  </a:txBody>
                  <a:tcPr/>
                </a:tc>
                <a:extLst>
                  <a:ext uri="{0D108BD9-81ED-4DB2-BD59-A6C34878D82A}">
                    <a16:rowId xmlns:a16="http://schemas.microsoft.com/office/drawing/2014/main" val="805661098"/>
                  </a:ext>
                </a:extLst>
              </a:tr>
              <a:tr h="44185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 'APPLE KORU BULK'</a:t>
                      </a:r>
                    </a:p>
                  </a:txBody>
                  <a:tcPr/>
                </a:tc>
                <a:tc>
                  <a:txBody>
                    <a:bodyPr/>
                    <a:lstStyle/>
                    <a:p>
                      <a:pPr algn="ctr"/>
                      <a:r>
                        <a:rPr lang="en-US" dirty="0"/>
                        <a:t>Z</a:t>
                      </a:r>
                    </a:p>
                  </a:txBody>
                  <a:tcPr/>
                </a:tc>
                <a:extLst>
                  <a:ext uri="{0D108BD9-81ED-4DB2-BD59-A6C34878D82A}">
                    <a16:rowId xmlns:a16="http://schemas.microsoft.com/office/drawing/2014/main" val="2949416925"/>
                  </a:ext>
                </a:extLst>
              </a:tr>
            </a:tbl>
          </a:graphicData>
        </a:graphic>
      </p:graphicFrame>
      <p:graphicFrame>
        <p:nvGraphicFramePr>
          <p:cNvPr id="5" name="Table 4">
            <a:extLst>
              <a:ext uri="{FF2B5EF4-FFF2-40B4-BE49-F238E27FC236}">
                <a16:creationId xmlns:a16="http://schemas.microsoft.com/office/drawing/2014/main" id="{21163427-B8BF-4AAB-BAFC-2DCF8544FB1C}"/>
              </a:ext>
            </a:extLst>
          </p:cNvPr>
          <p:cNvGraphicFramePr>
            <a:graphicFrameLocks/>
          </p:cNvGraphicFramePr>
          <p:nvPr>
            <p:extLst>
              <p:ext uri="{D42A27DB-BD31-4B8C-83A1-F6EECF244321}">
                <p14:modId xmlns:p14="http://schemas.microsoft.com/office/powerpoint/2010/main" val="935194868"/>
              </p:ext>
            </p:extLst>
          </p:nvPr>
        </p:nvGraphicFramePr>
        <p:xfrm>
          <a:off x="6286918" y="1488831"/>
          <a:ext cx="5250264" cy="2209270"/>
        </p:xfrm>
        <a:graphic>
          <a:graphicData uri="http://schemas.openxmlformats.org/drawingml/2006/table">
            <a:tbl>
              <a:tblPr firstRow="1" bandRow="1">
                <a:effectLst>
                  <a:outerShdw blurRad="50800" dist="38100" dir="5400000" algn="t" rotWithShape="0">
                    <a:prstClr val="black">
                      <a:alpha val="40000"/>
                    </a:prstClr>
                  </a:outerShdw>
                </a:effectLst>
                <a:tableStyleId>{00A15C55-8517-42AA-B614-E9B94910E393}</a:tableStyleId>
              </a:tblPr>
              <a:tblGrid>
                <a:gridCol w="2625132">
                  <a:extLst>
                    <a:ext uri="{9D8B030D-6E8A-4147-A177-3AD203B41FA5}">
                      <a16:colId xmlns:a16="http://schemas.microsoft.com/office/drawing/2014/main" val="3074903026"/>
                    </a:ext>
                  </a:extLst>
                </a:gridCol>
                <a:gridCol w="2625132">
                  <a:extLst>
                    <a:ext uri="{9D8B030D-6E8A-4147-A177-3AD203B41FA5}">
                      <a16:colId xmlns:a16="http://schemas.microsoft.com/office/drawing/2014/main" val="2010026567"/>
                    </a:ext>
                  </a:extLst>
                </a:gridCol>
              </a:tblGrid>
              <a:tr h="441854">
                <a:tc>
                  <a:txBody>
                    <a:bodyPr/>
                    <a:lstStyle/>
                    <a:p>
                      <a:pPr algn="ctr"/>
                      <a:r>
                        <a:rPr lang="en-US" dirty="0"/>
                        <a:t>ITEM1_DESC</a:t>
                      </a:r>
                    </a:p>
                  </a:txBody>
                  <a:tcPr/>
                </a:tc>
                <a:tc>
                  <a:txBody>
                    <a:bodyPr/>
                    <a:lstStyle/>
                    <a:p>
                      <a:pPr algn="ctr"/>
                      <a:r>
                        <a:rPr lang="en-US" dirty="0"/>
                        <a:t>TARGET</a:t>
                      </a:r>
                    </a:p>
                  </a:txBody>
                  <a:tcPr/>
                </a:tc>
                <a:extLst>
                  <a:ext uri="{0D108BD9-81ED-4DB2-BD59-A6C34878D82A}">
                    <a16:rowId xmlns:a16="http://schemas.microsoft.com/office/drawing/2014/main" val="1385441972"/>
                  </a:ext>
                </a:extLst>
              </a:tr>
              <a:tr h="44185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'RASPBERRY 12OZ'</a:t>
                      </a:r>
                    </a:p>
                  </a:txBody>
                  <a:tcPr/>
                </a:tc>
                <a:tc>
                  <a:txBody>
                    <a:bodyPr/>
                    <a:lstStyle/>
                    <a:p>
                      <a:pPr algn="ctr"/>
                      <a:r>
                        <a:rPr lang="en-US" dirty="0"/>
                        <a:t>X</a:t>
                      </a:r>
                    </a:p>
                  </a:txBody>
                  <a:tcPr/>
                </a:tc>
                <a:extLst>
                  <a:ext uri="{0D108BD9-81ED-4DB2-BD59-A6C34878D82A}">
                    <a16:rowId xmlns:a16="http://schemas.microsoft.com/office/drawing/2014/main" val="2222396600"/>
                  </a:ext>
                </a:extLst>
              </a:tr>
              <a:tr h="44185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'RASPBERRY 12OZ'</a:t>
                      </a:r>
                    </a:p>
                  </a:txBody>
                  <a:tcPr/>
                </a:tc>
                <a:tc>
                  <a:txBody>
                    <a:bodyPr/>
                    <a:lstStyle/>
                    <a:p>
                      <a:pPr algn="ctr"/>
                      <a:r>
                        <a:rPr lang="en-US" dirty="0"/>
                        <a:t>X</a:t>
                      </a:r>
                    </a:p>
                  </a:txBody>
                  <a:tcPr/>
                </a:tc>
                <a:extLst>
                  <a:ext uri="{0D108BD9-81ED-4DB2-BD59-A6C34878D82A}">
                    <a16:rowId xmlns:a16="http://schemas.microsoft.com/office/drawing/2014/main" val="805661098"/>
                  </a:ext>
                </a:extLst>
              </a:tr>
              <a:tr h="44185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'APPLE KORU BULK'</a:t>
                      </a:r>
                    </a:p>
                  </a:txBody>
                  <a:tcPr/>
                </a:tc>
                <a:tc>
                  <a:txBody>
                    <a:bodyPr/>
                    <a:lstStyle/>
                    <a:p>
                      <a:pPr algn="ctr"/>
                      <a:r>
                        <a:rPr lang="en-US" dirty="0"/>
                        <a:t>*by model prediction*</a:t>
                      </a:r>
                    </a:p>
                  </a:txBody>
                  <a:tcPr/>
                </a:tc>
                <a:extLst>
                  <a:ext uri="{0D108BD9-81ED-4DB2-BD59-A6C34878D82A}">
                    <a16:rowId xmlns:a16="http://schemas.microsoft.com/office/drawing/2014/main" val="1579187334"/>
                  </a:ext>
                </a:extLst>
              </a:tr>
              <a:tr h="44185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'APPLE KORU BULK'</a:t>
                      </a:r>
                    </a:p>
                  </a:txBody>
                  <a:tcPr/>
                </a:tc>
                <a:tc>
                  <a:txBody>
                    <a:bodyPr/>
                    <a:lstStyle/>
                    <a:p>
                      <a:pPr algn="ctr"/>
                      <a:r>
                        <a:rPr lang="en-US" dirty="0"/>
                        <a:t>*by model prediction*</a:t>
                      </a:r>
                    </a:p>
                  </a:txBody>
                  <a:tcPr/>
                </a:tc>
                <a:extLst>
                  <a:ext uri="{0D108BD9-81ED-4DB2-BD59-A6C34878D82A}">
                    <a16:rowId xmlns:a16="http://schemas.microsoft.com/office/drawing/2014/main" val="1010367993"/>
                  </a:ext>
                </a:extLst>
              </a:tr>
            </a:tbl>
          </a:graphicData>
        </a:graphic>
      </p:graphicFrame>
      <p:sp>
        <p:nvSpPr>
          <p:cNvPr id="6" name="Wave 5">
            <a:extLst>
              <a:ext uri="{FF2B5EF4-FFF2-40B4-BE49-F238E27FC236}">
                <a16:creationId xmlns:a16="http://schemas.microsoft.com/office/drawing/2014/main" id="{E1369CA5-F200-4465-B36B-834A6A49B5A9}"/>
              </a:ext>
            </a:extLst>
          </p:cNvPr>
          <p:cNvSpPr/>
          <p:nvPr/>
        </p:nvSpPr>
        <p:spPr>
          <a:xfrm>
            <a:off x="1175658" y="946221"/>
            <a:ext cx="3959051" cy="361740"/>
          </a:xfrm>
          <a:prstGeom prst="wave">
            <a:avLst/>
          </a:prstGeom>
          <a:ln>
            <a:solidFill>
              <a:schemeClr val="tx1"/>
            </a:solidFill>
          </a:ln>
        </p:spPr>
        <p:style>
          <a:lnRef idx="0">
            <a:schemeClr val="accent6"/>
          </a:lnRef>
          <a:fillRef idx="3">
            <a:schemeClr val="accent6"/>
          </a:fillRef>
          <a:effectRef idx="3">
            <a:schemeClr val="accent6"/>
          </a:effectRef>
          <a:fontRef idx="minor">
            <a:schemeClr val="lt1"/>
          </a:fontRef>
        </p:style>
        <p:txBody>
          <a:bodyPr rtlCol="0" anchor="ctr"/>
          <a:lstStyle/>
          <a:p>
            <a:pPr algn="ctr"/>
            <a:r>
              <a:rPr lang="en-US" dirty="0"/>
              <a:t>TRAIN DATA</a:t>
            </a:r>
          </a:p>
        </p:txBody>
      </p:sp>
      <p:sp>
        <p:nvSpPr>
          <p:cNvPr id="7" name="Wave 6">
            <a:extLst>
              <a:ext uri="{FF2B5EF4-FFF2-40B4-BE49-F238E27FC236}">
                <a16:creationId xmlns:a16="http://schemas.microsoft.com/office/drawing/2014/main" id="{63FF0B9E-1344-4865-8121-95F9E8F09557}"/>
              </a:ext>
            </a:extLst>
          </p:cNvPr>
          <p:cNvSpPr/>
          <p:nvPr/>
        </p:nvSpPr>
        <p:spPr>
          <a:xfrm>
            <a:off x="6932525" y="930139"/>
            <a:ext cx="3959051" cy="361740"/>
          </a:xfrm>
          <a:prstGeom prst="wave">
            <a:avLst/>
          </a:prstGeom>
          <a:ln>
            <a:solidFill>
              <a:schemeClr val="tx1"/>
            </a:solidFill>
          </a:ln>
        </p:spPr>
        <p:style>
          <a:lnRef idx="0">
            <a:schemeClr val="accent4"/>
          </a:lnRef>
          <a:fillRef idx="3">
            <a:schemeClr val="accent4"/>
          </a:fillRef>
          <a:effectRef idx="3">
            <a:schemeClr val="accent4"/>
          </a:effectRef>
          <a:fontRef idx="minor">
            <a:schemeClr val="lt1"/>
          </a:fontRef>
        </p:style>
        <p:txBody>
          <a:bodyPr rtlCol="0" anchor="ctr"/>
          <a:lstStyle/>
          <a:p>
            <a:pPr algn="ctr"/>
            <a:r>
              <a:rPr lang="en-US" dirty="0"/>
              <a:t>TEST DATA</a:t>
            </a:r>
          </a:p>
        </p:txBody>
      </p:sp>
      <p:sp>
        <p:nvSpPr>
          <p:cNvPr id="9" name="TextBox 8">
            <a:extLst>
              <a:ext uri="{FF2B5EF4-FFF2-40B4-BE49-F238E27FC236}">
                <a16:creationId xmlns:a16="http://schemas.microsoft.com/office/drawing/2014/main" id="{E19BCF62-62B5-40D0-ADA9-13B4D145E898}"/>
              </a:ext>
            </a:extLst>
          </p:cNvPr>
          <p:cNvSpPr txBox="1"/>
          <p:nvPr/>
        </p:nvSpPr>
        <p:spPr>
          <a:xfrm>
            <a:off x="530050" y="3934534"/>
            <a:ext cx="11007131" cy="646331"/>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dirty="0"/>
              <a:t>No. of unique ITEM1_DESC that are common between train and test: 136</a:t>
            </a:r>
          </a:p>
          <a:p>
            <a:pPr marL="285750" indent="-285750">
              <a:buFont typeface="Arial" panose="020B0604020202020204" pitchFamily="34" charset="0"/>
              <a:buChar char="•"/>
            </a:pPr>
            <a:r>
              <a:rPr lang="en-US" dirty="0"/>
              <a:t>Total no. of test data predicted using mapping: 1750 (0.7% of the complete data)</a:t>
            </a:r>
          </a:p>
        </p:txBody>
      </p:sp>
      <p:graphicFrame>
        <p:nvGraphicFramePr>
          <p:cNvPr id="10" name="Table 10">
            <a:extLst>
              <a:ext uri="{FF2B5EF4-FFF2-40B4-BE49-F238E27FC236}">
                <a16:creationId xmlns:a16="http://schemas.microsoft.com/office/drawing/2014/main" id="{37B3E753-737C-4403-8C80-E743C461528F}"/>
              </a:ext>
            </a:extLst>
          </p:cNvPr>
          <p:cNvGraphicFramePr>
            <a:graphicFrameLocks noGrp="1"/>
          </p:cNvGraphicFramePr>
          <p:nvPr>
            <p:extLst>
              <p:ext uri="{D42A27DB-BD31-4B8C-83A1-F6EECF244321}">
                <p14:modId xmlns:p14="http://schemas.microsoft.com/office/powerpoint/2010/main" val="297847887"/>
              </p:ext>
            </p:extLst>
          </p:nvPr>
        </p:nvGraphicFramePr>
        <p:xfrm>
          <a:off x="530050" y="4738361"/>
          <a:ext cx="11007131" cy="1371600"/>
        </p:xfrm>
        <a:graphic>
          <a:graphicData uri="http://schemas.openxmlformats.org/drawingml/2006/table">
            <a:tbl>
              <a:tblPr firstRow="1" bandRow="1">
                <a:tableStyleId>{7DF18680-E054-41AD-8BC1-D1AEF772440D}</a:tableStyleId>
              </a:tblPr>
              <a:tblGrid>
                <a:gridCol w="2201426">
                  <a:extLst>
                    <a:ext uri="{9D8B030D-6E8A-4147-A177-3AD203B41FA5}">
                      <a16:colId xmlns:a16="http://schemas.microsoft.com/office/drawing/2014/main" val="3465245028"/>
                    </a:ext>
                  </a:extLst>
                </a:gridCol>
                <a:gridCol w="2201426">
                  <a:extLst>
                    <a:ext uri="{9D8B030D-6E8A-4147-A177-3AD203B41FA5}">
                      <a16:colId xmlns:a16="http://schemas.microsoft.com/office/drawing/2014/main" val="653141935"/>
                    </a:ext>
                  </a:extLst>
                </a:gridCol>
                <a:gridCol w="2490429">
                  <a:extLst>
                    <a:ext uri="{9D8B030D-6E8A-4147-A177-3AD203B41FA5}">
                      <a16:colId xmlns:a16="http://schemas.microsoft.com/office/drawing/2014/main" val="3569638740"/>
                    </a:ext>
                  </a:extLst>
                </a:gridCol>
                <a:gridCol w="1912424">
                  <a:extLst>
                    <a:ext uri="{9D8B030D-6E8A-4147-A177-3AD203B41FA5}">
                      <a16:colId xmlns:a16="http://schemas.microsoft.com/office/drawing/2014/main" val="2140313689"/>
                    </a:ext>
                  </a:extLst>
                </a:gridCol>
                <a:gridCol w="2201426">
                  <a:extLst>
                    <a:ext uri="{9D8B030D-6E8A-4147-A177-3AD203B41FA5}">
                      <a16:colId xmlns:a16="http://schemas.microsoft.com/office/drawing/2014/main" val="3586710173"/>
                    </a:ext>
                  </a:extLst>
                </a:gridCol>
              </a:tblGrid>
              <a:tr h="425846">
                <a:tc>
                  <a:txBody>
                    <a:bodyPr/>
                    <a:lstStyle/>
                    <a:p>
                      <a:pPr algn="ctr"/>
                      <a:r>
                        <a:rPr lang="en-US" dirty="0"/>
                        <a:t>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Preprocessing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Data augmentation (sample Walmart)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TF category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TF variety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89080663"/>
                  </a:ext>
                </a:extLst>
              </a:tr>
              <a:tr h="353782">
                <a:tc>
                  <a:txBody>
                    <a:bodyPr/>
                    <a:lstStyle/>
                    <a:p>
                      <a:pPr algn="ctr"/>
                      <a:r>
                        <a:rPr lang="en-US" dirty="0"/>
                        <a:t>Voting hard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da-DK" dirty="0"/>
                        <a:t>70.30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82.19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65399166"/>
                  </a:ext>
                </a:extLst>
              </a:tr>
              <a:tr h="353782">
                <a:tc>
                  <a:txBody>
                    <a:bodyPr/>
                    <a:lstStyle/>
                    <a:p>
                      <a:pPr algn="ctr"/>
                      <a:r>
                        <a:rPr lang="en-US" dirty="0"/>
                        <a:t>Voting hard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70.98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80.91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79032717"/>
                  </a:ext>
                </a:extLst>
              </a:tr>
            </a:tbl>
          </a:graphicData>
        </a:graphic>
      </p:graphicFrame>
      <p:sp>
        <p:nvSpPr>
          <p:cNvPr id="11" name="TextBox 10">
            <a:extLst>
              <a:ext uri="{FF2B5EF4-FFF2-40B4-BE49-F238E27FC236}">
                <a16:creationId xmlns:a16="http://schemas.microsoft.com/office/drawing/2014/main" id="{55BE3991-0110-4EF5-9D8E-AADB1D21EC08}"/>
              </a:ext>
            </a:extLst>
          </p:cNvPr>
          <p:cNvSpPr txBox="1"/>
          <p:nvPr/>
        </p:nvSpPr>
        <p:spPr>
          <a:xfrm>
            <a:off x="6652010" y="6109961"/>
            <a:ext cx="4885172" cy="369332"/>
          </a:xfrm>
          <a:prstGeom prst="rect">
            <a:avLst/>
          </a:prstGeom>
          <a:noFill/>
        </p:spPr>
        <p:txBody>
          <a:bodyPr wrap="square" rtlCol="0">
            <a:spAutoFit/>
          </a:bodyPr>
          <a:lstStyle/>
          <a:p>
            <a:r>
              <a:rPr lang="en-US" dirty="0"/>
              <a:t>Previous best with sample Walmart: 70.58, 80.7</a:t>
            </a:r>
          </a:p>
        </p:txBody>
      </p:sp>
    </p:spTree>
    <p:extLst>
      <p:ext uri="{BB962C8B-B14F-4D97-AF65-F5344CB8AC3E}">
        <p14:creationId xmlns:p14="http://schemas.microsoft.com/office/powerpoint/2010/main" val="592635884"/>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5CC06-BEC6-4602-B468-08C092E86C01}"/>
              </a:ext>
            </a:extLst>
          </p:cNvPr>
          <p:cNvSpPr>
            <a:spLocks noGrp="1"/>
          </p:cNvSpPr>
          <p:nvPr>
            <p:ph type="title"/>
          </p:nvPr>
        </p:nvSpPr>
        <p:spPr>
          <a:xfrm>
            <a:off x="457200" y="274320"/>
            <a:ext cx="10515600" cy="720467"/>
          </a:xfrm>
        </p:spPr>
        <p:txBody>
          <a:bodyPr/>
          <a:lstStyle/>
          <a:p>
            <a:r>
              <a:rPr lang="en-US" dirty="0"/>
              <a:t>Next steps</a:t>
            </a:r>
          </a:p>
        </p:txBody>
      </p:sp>
      <p:sp>
        <p:nvSpPr>
          <p:cNvPr id="3" name="Content Placeholder 2">
            <a:extLst>
              <a:ext uri="{FF2B5EF4-FFF2-40B4-BE49-F238E27FC236}">
                <a16:creationId xmlns:a16="http://schemas.microsoft.com/office/drawing/2014/main" id="{ACA3159C-1CB2-4504-94E4-0ACE636E0849}"/>
              </a:ext>
            </a:extLst>
          </p:cNvPr>
          <p:cNvSpPr>
            <a:spLocks noGrp="1"/>
          </p:cNvSpPr>
          <p:nvPr>
            <p:ph idx="1"/>
          </p:nvPr>
        </p:nvSpPr>
        <p:spPr/>
        <p:txBody>
          <a:bodyPr/>
          <a:lstStyle/>
          <a:p>
            <a:r>
              <a:rPr lang="en-US" b="0" dirty="0"/>
              <a:t>Fuzzy matching of FEAT1 of train and test data.</a:t>
            </a:r>
          </a:p>
          <a:p>
            <a:r>
              <a:rPr lang="en-US" b="0" dirty="0"/>
              <a:t>Data augmentation with complete synonyms list.</a:t>
            </a:r>
          </a:p>
          <a:p>
            <a:r>
              <a:rPr lang="en-US" b="0" dirty="0"/>
              <a:t>Try other models</a:t>
            </a:r>
          </a:p>
          <a:p>
            <a:endParaRPr lang="en-US" b="0" dirty="0"/>
          </a:p>
        </p:txBody>
      </p:sp>
    </p:spTree>
    <p:extLst>
      <p:ext uri="{BB962C8B-B14F-4D97-AF65-F5344CB8AC3E}">
        <p14:creationId xmlns:p14="http://schemas.microsoft.com/office/powerpoint/2010/main" val="3511618636"/>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F18A2-6FF5-4CC5-BFD7-3B7A0C60BF0B}"/>
              </a:ext>
            </a:extLst>
          </p:cNvPr>
          <p:cNvSpPr>
            <a:spLocks noGrp="1"/>
          </p:cNvSpPr>
          <p:nvPr>
            <p:ph type="title"/>
          </p:nvPr>
        </p:nvSpPr>
        <p:spPr/>
        <p:txBody>
          <a:bodyPr/>
          <a:lstStyle/>
          <a:p>
            <a:r>
              <a:rPr lang="en-US" dirty="0"/>
              <a:t>To do</a:t>
            </a:r>
          </a:p>
        </p:txBody>
      </p:sp>
      <p:sp>
        <p:nvSpPr>
          <p:cNvPr id="3" name="Content Placeholder 2">
            <a:extLst>
              <a:ext uri="{FF2B5EF4-FFF2-40B4-BE49-F238E27FC236}">
                <a16:creationId xmlns:a16="http://schemas.microsoft.com/office/drawing/2014/main" id="{ECE8FCA9-F9AB-493B-8ABE-9DE78D9915F0}"/>
              </a:ext>
            </a:extLst>
          </p:cNvPr>
          <p:cNvSpPr>
            <a:spLocks noGrp="1"/>
          </p:cNvSpPr>
          <p:nvPr>
            <p:ph idx="1"/>
          </p:nvPr>
        </p:nvSpPr>
        <p:spPr/>
        <p:txBody>
          <a:bodyPr>
            <a:normAutofit lnSpcReduction="10000"/>
          </a:bodyPr>
          <a:lstStyle/>
          <a:p>
            <a:r>
              <a:rPr lang="en-US" b="0" dirty="0"/>
              <a:t>TF cat =1 in </a:t>
            </a:r>
            <a:r>
              <a:rPr lang="en-US" b="0" dirty="0" err="1"/>
              <a:t>fasttext</a:t>
            </a:r>
            <a:r>
              <a:rPr lang="en-US" b="0" dirty="0"/>
              <a:t> and TF cat=0 in voting hard…make sense out of it.</a:t>
            </a:r>
          </a:p>
          <a:p>
            <a:r>
              <a:rPr lang="en-US" b="0" dirty="0"/>
              <a:t>Take some known 3-4 examples and find suitable fuzzy ratio.</a:t>
            </a:r>
          </a:p>
          <a:p>
            <a:r>
              <a:rPr lang="en-US" b="0" dirty="0"/>
              <a:t>Overall data, latest data </a:t>
            </a:r>
            <a:r>
              <a:rPr lang="en-US" b="0" dirty="0">
                <a:sym typeface="Wingdings" panose="05000000000000000000" pitchFamily="2" charset="2"/>
              </a:rPr>
              <a:t> from Faraz and test the performance.</a:t>
            </a:r>
          </a:p>
          <a:p>
            <a:r>
              <a:rPr lang="en-US" b="0" dirty="0"/>
              <a:t>TF weighted with sales</a:t>
            </a:r>
          </a:p>
          <a:p>
            <a:r>
              <a:rPr lang="en-US" b="0" dirty="0"/>
              <a:t>Fuzzy score </a:t>
            </a:r>
            <a:r>
              <a:rPr lang="en-US" b="0" dirty="0" err="1"/>
              <a:t>cal</a:t>
            </a:r>
            <a:r>
              <a:rPr lang="en-US" b="0" dirty="0"/>
              <a:t> should consider the word </a:t>
            </a:r>
            <a:r>
              <a:rPr lang="en-US" b="0" dirty="0" err="1"/>
              <a:t>freq</a:t>
            </a:r>
            <a:endParaRPr lang="en-US" b="0" dirty="0"/>
          </a:p>
          <a:p>
            <a:r>
              <a:rPr lang="en-US" b="0" dirty="0" err="1"/>
              <a:t>Fasttext</a:t>
            </a:r>
            <a:r>
              <a:rPr lang="en-US" b="0" dirty="0"/>
              <a:t> for 300 dim, </a:t>
            </a:r>
            <a:r>
              <a:rPr lang="en-US" b="0" dirty="0" err="1"/>
              <a:t>minn</a:t>
            </a:r>
            <a:r>
              <a:rPr lang="en-US" b="0" dirty="0"/>
              <a:t> = 3, maxn=0</a:t>
            </a:r>
          </a:p>
          <a:p>
            <a:r>
              <a:rPr lang="en-US" b="0" dirty="0"/>
              <a:t>Data augmentation</a:t>
            </a:r>
            <a:r>
              <a:rPr lang="en-US" b="0" dirty="0">
                <a:sym typeface="Wingdings" panose="05000000000000000000" pitchFamily="2" charset="2"/>
              </a:rPr>
              <a:t> Harini</a:t>
            </a:r>
          </a:p>
          <a:p>
            <a:r>
              <a:rPr lang="en-US" b="0" dirty="0">
                <a:sym typeface="Wingdings" panose="05000000000000000000" pitchFamily="2" charset="2"/>
              </a:rPr>
              <a:t>Fuzzy matching FEAT1</a:t>
            </a:r>
            <a:endParaRPr lang="en-US" b="0" dirty="0"/>
          </a:p>
          <a:p>
            <a:endParaRPr lang="en-US" b="0" dirty="0"/>
          </a:p>
        </p:txBody>
      </p:sp>
    </p:spTree>
    <p:extLst>
      <p:ext uri="{BB962C8B-B14F-4D97-AF65-F5344CB8AC3E}">
        <p14:creationId xmlns:p14="http://schemas.microsoft.com/office/powerpoint/2010/main" val="1399294703"/>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F0758-9DB1-4841-A4F0-BBF7A07F63FA}"/>
              </a:ext>
            </a:extLst>
          </p:cNvPr>
          <p:cNvSpPr>
            <a:spLocks noGrp="1"/>
          </p:cNvSpPr>
          <p:nvPr>
            <p:ph type="title"/>
          </p:nvPr>
        </p:nvSpPr>
        <p:spPr/>
        <p:txBody>
          <a:bodyPr/>
          <a:lstStyle/>
          <a:p>
            <a:r>
              <a:rPr lang="en-US" dirty="0"/>
              <a:t>Complete synonyms on old data</a:t>
            </a:r>
          </a:p>
        </p:txBody>
      </p:sp>
      <p:sp>
        <p:nvSpPr>
          <p:cNvPr id="3" name="Content Placeholder 2">
            <a:extLst>
              <a:ext uri="{FF2B5EF4-FFF2-40B4-BE49-F238E27FC236}">
                <a16:creationId xmlns:a16="http://schemas.microsoft.com/office/drawing/2014/main" id="{9A08C3EF-A77C-49E4-BC42-56E858FECDE2}"/>
              </a:ext>
            </a:extLst>
          </p:cNvPr>
          <p:cNvSpPr>
            <a:spLocks noGrp="1"/>
          </p:cNvSpPr>
          <p:nvPr>
            <p:ph idx="1"/>
          </p:nvPr>
        </p:nvSpPr>
        <p:spPr/>
        <p:txBody>
          <a:bodyPr/>
          <a:lstStyle/>
          <a:p>
            <a:r>
              <a:rPr lang="en-US" dirty="0"/>
              <a:t>Total words in synonyms list 4853</a:t>
            </a:r>
          </a:p>
          <a:p>
            <a:r>
              <a:rPr lang="en-US" dirty="0"/>
              <a:t>Updated length of train data 66612</a:t>
            </a:r>
          </a:p>
          <a:p>
            <a:r>
              <a:rPr lang="en-US" dirty="0"/>
              <a:t>66547</a:t>
            </a:r>
          </a:p>
          <a:p>
            <a:r>
              <a:rPr lang="en-US" dirty="0"/>
              <a:t>Results in excel</a:t>
            </a:r>
          </a:p>
          <a:p>
            <a:r>
              <a:rPr lang="en-US" dirty="0"/>
              <a:t>Length of train data: 66609</a:t>
            </a:r>
          </a:p>
          <a:p>
            <a:endParaRPr lang="en-US" dirty="0"/>
          </a:p>
        </p:txBody>
      </p:sp>
    </p:spTree>
    <p:extLst>
      <p:ext uri="{BB962C8B-B14F-4D97-AF65-F5344CB8AC3E}">
        <p14:creationId xmlns:p14="http://schemas.microsoft.com/office/powerpoint/2010/main" val="3617381649"/>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27CFA-A2F6-4FC4-80E4-1EEDB7766A72}"/>
              </a:ext>
            </a:extLst>
          </p:cNvPr>
          <p:cNvSpPr>
            <a:spLocks noGrp="1"/>
          </p:cNvSpPr>
          <p:nvPr>
            <p:ph type="title"/>
          </p:nvPr>
        </p:nvSpPr>
        <p:spPr/>
        <p:txBody>
          <a:bodyPr/>
          <a:lstStyle/>
          <a:p>
            <a:r>
              <a:rPr lang="en-US" dirty="0" err="1"/>
              <a:t>Predicted_target</a:t>
            </a:r>
            <a:r>
              <a:rPr lang="en-US" dirty="0"/>
              <a:t> values fluctuating</a:t>
            </a:r>
          </a:p>
        </p:txBody>
      </p:sp>
      <p:sp>
        <p:nvSpPr>
          <p:cNvPr id="3" name="Content Placeholder 2">
            <a:extLst>
              <a:ext uri="{FF2B5EF4-FFF2-40B4-BE49-F238E27FC236}">
                <a16:creationId xmlns:a16="http://schemas.microsoft.com/office/drawing/2014/main" id="{39D1C186-FACB-40A8-B106-EBBC3467AB45}"/>
              </a:ext>
            </a:extLst>
          </p:cNvPr>
          <p:cNvSpPr>
            <a:spLocks noGrp="1"/>
          </p:cNvSpPr>
          <p:nvPr>
            <p:ph idx="1"/>
          </p:nvPr>
        </p:nvSpPr>
        <p:spPr/>
        <p:txBody>
          <a:bodyPr/>
          <a:lstStyle/>
          <a:p>
            <a:r>
              <a:rPr lang="en-US" dirty="0"/>
              <a:t>Its because of solver=‘saga’</a:t>
            </a:r>
          </a:p>
          <a:p>
            <a:r>
              <a:rPr lang="en-US" dirty="0" err="1"/>
              <a:t>Warm_State</a:t>
            </a:r>
            <a:r>
              <a:rPr lang="en-US" dirty="0"/>
              <a:t>=False</a:t>
            </a:r>
          </a:p>
          <a:p>
            <a:r>
              <a:rPr lang="en-US" dirty="0"/>
              <a:t>Its not because </a:t>
            </a:r>
            <a:r>
              <a:rPr lang="en-US"/>
              <a:t>of penalty</a:t>
            </a:r>
          </a:p>
          <a:p>
            <a:endParaRPr lang="en-US" dirty="0"/>
          </a:p>
        </p:txBody>
      </p:sp>
    </p:spTree>
    <p:extLst>
      <p:ext uri="{BB962C8B-B14F-4D97-AF65-F5344CB8AC3E}">
        <p14:creationId xmlns:p14="http://schemas.microsoft.com/office/powerpoint/2010/main" val="2899197955"/>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0804CD-FA7E-4F27-993C-9DB5F9DDD006}"/>
              </a:ext>
            </a:extLst>
          </p:cNvPr>
          <p:cNvSpPr>
            <a:spLocks noGrp="1"/>
          </p:cNvSpPr>
          <p:nvPr>
            <p:ph type="title"/>
          </p:nvPr>
        </p:nvSpPr>
        <p:spPr/>
        <p:txBody>
          <a:bodyPr/>
          <a:lstStyle/>
          <a:p>
            <a:r>
              <a:rPr lang="en-US" dirty="0"/>
              <a:t>Examples of Synonym change</a:t>
            </a:r>
          </a:p>
        </p:txBody>
      </p:sp>
      <p:sp>
        <p:nvSpPr>
          <p:cNvPr id="3" name="Content Placeholder 2">
            <a:extLst>
              <a:ext uri="{FF2B5EF4-FFF2-40B4-BE49-F238E27FC236}">
                <a16:creationId xmlns:a16="http://schemas.microsoft.com/office/drawing/2014/main" id="{31C7BCBB-497A-4E91-A48B-10062C6997C7}"/>
              </a:ext>
            </a:extLst>
          </p:cNvPr>
          <p:cNvSpPr>
            <a:spLocks noGrp="1"/>
          </p:cNvSpPr>
          <p:nvPr>
            <p:ph idx="1"/>
          </p:nvPr>
        </p:nvSpPr>
        <p:spPr/>
        <p:txBody>
          <a:bodyPr/>
          <a:lstStyle/>
          <a:p>
            <a:r>
              <a:rPr lang="en-US" b="0" dirty="0"/>
              <a:t>'BHF VANILLA CHAI LATTE VANILLA CHAI VANILLA CHAI LATTE PPXBF PREMIUM BEVERAGE SUPER PREMIUM BEVERAGE </a:t>
            </a:r>
            <a:r>
              <a:rPr lang="en-US" dirty="0"/>
              <a:t>NAKED</a:t>
            </a:r>
            <a:r>
              <a:rPr lang="en-US" b="0" dirty="0"/>
              <a:t> BOLTHOUSE'</a:t>
            </a:r>
          </a:p>
          <a:p>
            <a:r>
              <a:rPr lang="en-US" b="0" dirty="0"/>
              <a:t>BHF VANILLA CHAI LATTE VANILLA CHAI VANILLA CHAI LATTE PPXBF PREMIUM BEVERAGE SUPER PREMIUM BEVERAGE  </a:t>
            </a:r>
            <a:r>
              <a:rPr lang="en-US" dirty="0"/>
              <a:t>BARE SKINNED </a:t>
            </a:r>
            <a:r>
              <a:rPr lang="en-US" b="0" dirty="0"/>
              <a:t>BOLTHOUSE’</a:t>
            </a:r>
          </a:p>
          <a:p>
            <a:r>
              <a:rPr lang="en-US" b="0" dirty="0"/>
              <a:t>'ENERGY ACAI BERRY JUICE SAM ENERGY JUICE PREMIUM BEVERAGE SUPER PREMIUM  </a:t>
            </a:r>
            <a:r>
              <a:rPr lang="en-US" dirty="0"/>
              <a:t>BRANDY</a:t>
            </a:r>
            <a:r>
              <a:rPr lang="en-US" b="0" dirty="0"/>
              <a:t> NAKED BOLTHOUSE’</a:t>
            </a:r>
          </a:p>
          <a:p>
            <a:r>
              <a:rPr lang="en-US" b="0" dirty="0"/>
              <a:t>'ENERGY ACAI BERRY JUICE SAM ENERGY JUICE PREMIUM BEVERAGE SUPER PREMIUM </a:t>
            </a:r>
            <a:r>
              <a:rPr lang="en-US" dirty="0"/>
              <a:t>BEVERAGE</a:t>
            </a:r>
            <a:r>
              <a:rPr lang="en-US" b="0" dirty="0"/>
              <a:t> NAKED BOLTHOUSE'</a:t>
            </a:r>
          </a:p>
        </p:txBody>
      </p:sp>
    </p:spTree>
    <p:extLst>
      <p:ext uri="{BB962C8B-B14F-4D97-AF65-F5344CB8AC3E}">
        <p14:creationId xmlns:p14="http://schemas.microsoft.com/office/powerpoint/2010/main" val="876798174"/>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6D574-AD7F-4661-B49D-4B86010C6CFF}"/>
              </a:ext>
            </a:extLst>
          </p:cNvPr>
          <p:cNvSpPr>
            <a:spLocks noGrp="1"/>
          </p:cNvSpPr>
          <p:nvPr>
            <p:ph type="title"/>
          </p:nvPr>
        </p:nvSpPr>
        <p:spPr/>
        <p:txBody>
          <a:bodyPr/>
          <a:lstStyle/>
          <a:p>
            <a:r>
              <a:rPr lang="en-US" dirty="0"/>
              <a:t>New data</a:t>
            </a:r>
          </a:p>
        </p:txBody>
      </p:sp>
      <p:sp>
        <p:nvSpPr>
          <p:cNvPr id="3" name="Content Placeholder 2">
            <a:extLst>
              <a:ext uri="{FF2B5EF4-FFF2-40B4-BE49-F238E27FC236}">
                <a16:creationId xmlns:a16="http://schemas.microsoft.com/office/drawing/2014/main" id="{7F1F807D-0F55-4312-9780-0D4BADAE19B2}"/>
              </a:ext>
            </a:extLst>
          </p:cNvPr>
          <p:cNvSpPr>
            <a:spLocks noGrp="1"/>
          </p:cNvSpPr>
          <p:nvPr>
            <p:ph idx="1"/>
          </p:nvPr>
        </p:nvSpPr>
        <p:spPr/>
        <p:txBody>
          <a:bodyPr>
            <a:normAutofit fontScale="70000" lnSpcReduction="20000"/>
          </a:bodyPr>
          <a:lstStyle/>
          <a:p>
            <a:r>
              <a:rPr lang="en-US" dirty="0"/>
              <a:t>Train data: 50248</a:t>
            </a:r>
          </a:p>
          <a:p>
            <a:r>
              <a:rPr lang="en-US" dirty="0"/>
              <a:t>Test data: 244187</a:t>
            </a:r>
          </a:p>
          <a:p>
            <a:r>
              <a:rPr lang="en-US" dirty="0"/>
              <a:t>Total data: 294435</a:t>
            </a:r>
          </a:p>
          <a:p>
            <a:r>
              <a:rPr lang="en-US" dirty="0"/>
              <a:t>Without data augmentation</a:t>
            </a:r>
          </a:p>
          <a:p>
            <a:pPr lvl="1"/>
            <a:r>
              <a:rPr lang="en-US" dirty="0"/>
              <a:t>TF cat: 64.92</a:t>
            </a:r>
          </a:p>
          <a:p>
            <a:pPr lvl="1"/>
            <a:r>
              <a:rPr lang="en-US" dirty="0"/>
              <a:t>TF var: 72.85</a:t>
            </a:r>
          </a:p>
          <a:p>
            <a:pPr lvl="1"/>
            <a:r>
              <a:rPr lang="en-US" dirty="0"/>
              <a:t>2</a:t>
            </a:r>
            <a:r>
              <a:rPr lang="en-US" baseline="30000" dirty="0"/>
              <a:t>nd</a:t>
            </a:r>
            <a:r>
              <a:rPr lang="en-US" dirty="0"/>
              <a:t> iteration</a:t>
            </a:r>
          </a:p>
          <a:p>
            <a:pPr lvl="2"/>
            <a:r>
              <a:rPr lang="en-US" dirty="0"/>
              <a:t>TF cat: 63.56</a:t>
            </a:r>
          </a:p>
          <a:p>
            <a:pPr lvl="2"/>
            <a:r>
              <a:rPr lang="en-US" dirty="0"/>
              <a:t>TF var: 74.37</a:t>
            </a:r>
          </a:p>
          <a:p>
            <a:pPr lvl="2"/>
            <a:r>
              <a:rPr lang="en-US" dirty="0"/>
              <a:t>Time: 478 secs</a:t>
            </a:r>
          </a:p>
          <a:p>
            <a:r>
              <a:rPr lang="en-US" dirty="0"/>
              <a:t>With data augmentation</a:t>
            </a:r>
          </a:p>
          <a:p>
            <a:pPr lvl="1"/>
            <a:r>
              <a:rPr lang="en-US" dirty="0"/>
              <a:t>Train data: 69996</a:t>
            </a:r>
          </a:p>
          <a:p>
            <a:pPr lvl="1"/>
            <a:r>
              <a:rPr lang="en-US" dirty="0"/>
              <a:t>TF cat: 67.31	</a:t>
            </a:r>
          </a:p>
          <a:p>
            <a:pPr lvl="1"/>
            <a:r>
              <a:rPr lang="en-US" dirty="0"/>
              <a:t>TF var: 79.05</a:t>
            </a:r>
          </a:p>
          <a:p>
            <a:pPr lvl="1"/>
            <a:r>
              <a:rPr lang="en-US" dirty="0"/>
              <a:t>Time: 717 secs</a:t>
            </a:r>
          </a:p>
        </p:txBody>
      </p:sp>
    </p:spTree>
    <p:extLst>
      <p:ext uri="{BB962C8B-B14F-4D97-AF65-F5344CB8AC3E}">
        <p14:creationId xmlns:p14="http://schemas.microsoft.com/office/powerpoint/2010/main" val="132508171"/>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82F78-DD9F-4729-A476-97354BC39F48}"/>
              </a:ext>
            </a:extLst>
          </p:cNvPr>
          <p:cNvSpPr>
            <a:spLocks noGrp="1"/>
          </p:cNvSpPr>
          <p:nvPr>
            <p:ph type="title"/>
          </p:nvPr>
        </p:nvSpPr>
        <p:spPr/>
        <p:txBody>
          <a:bodyPr/>
          <a:lstStyle/>
          <a:p>
            <a:r>
              <a:rPr lang="en-US" dirty="0"/>
              <a:t>TF for Target obtained using item1_mapping (old data)</a:t>
            </a:r>
          </a:p>
        </p:txBody>
      </p:sp>
      <p:sp>
        <p:nvSpPr>
          <p:cNvPr id="3" name="Content Placeholder 2">
            <a:extLst>
              <a:ext uri="{FF2B5EF4-FFF2-40B4-BE49-F238E27FC236}">
                <a16:creationId xmlns:a16="http://schemas.microsoft.com/office/drawing/2014/main" id="{D06B0719-7DF4-417A-B6C4-2592B08DE6A1}"/>
              </a:ext>
            </a:extLst>
          </p:cNvPr>
          <p:cNvSpPr>
            <a:spLocks noGrp="1"/>
          </p:cNvSpPr>
          <p:nvPr>
            <p:ph idx="1"/>
          </p:nvPr>
        </p:nvSpPr>
        <p:spPr/>
        <p:txBody>
          <a:bodyPr/>
          <a:lstStyle/>
          <a:p>
            <a:r>
              <a:rPr lang="en-US" dirty="0"/>
              <a:t>No of data points obtained using item1 mapping: 1750</a:t>
            </a:r>
          </a:p>
          <a:p>
            <a:r>
              <a:rPr lang="en-US" dirty="0"/>
              <a:t>TF cat: 68.28</a:t>
            </a:r>
          </a:p>
          <a:p>
            <a:r>
              <a:rPr lang="en-US" dirty="0"/>
              <a:t>TF var: 93.20</a:t>
            </a:r>
          </a:p>
        </p:txBody>
      </p:sp>
    </p:spTree>
    <p:extLst>
      <p:ext uri="{BB962C8B-B14F-4D97-AF65-F5344CB8AC3E}">
        <p14:creationId xmlns:p14="http://schemas.microsoft.com/office/powerpoint/2010/main" val="2379756341"/>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82F78-DD9F-4729-A476-97354BC39F48}"/>
              </a:ext>
            </a:extLst>
          </p:cNvPr>
          <p:cNvSpPr>
            <a:spLocks noGrp="1"/>
          </p:cNvSpPr>
          <p:nvPr>
            <p:ph type="title"/>
          </p:nvPr>
        </p:nvSpPr>
        <p:spPr/>
        <p:txBody>
          <a:bodyPr/>
          <a:lstStyle/>
          <a:p>
            <a:r>
              <a:rPr lang="en-US" dirty="0"/>
              <a:t>TF for Target obtained using item1_mapping (new data)</a:t>
            </a:r>
          </a:p>
        </p:txBody>
      </p:sp>
      <p:sp>
        <p:nvSpPr>
          <p:cNvPr id="3" name="Content Placeholder 2">
            <a:extLst>
              <a:ext uri="{FF2B5EF4-FFF2-40B4-BE49-F238E27FC236}">
                <a16:creationId xmlns:a16="http://schemas.microsoft.com/office/drawing/2014/main" id="{D06B0719-7DF4-417A-B6C4-2592B08DE6A1}"/>
              </a:ext>
            </a:extLst>
          </p:cNvPr>
          <p:cNvSpPr>
            <a:spLocks noGrp="1"/>
          </p:cNvSpPr>
          <p:nvPr>
            <p:ph idx="1"/>
          </p:nvPr>
        </p:nvSpPr>
        <p:spPr/>
        <p:txBody>
          <a:bodyPr/>
          <a:lstStyle/>
          <a:p>
            <a:r>
              <a:rPr lang="en-US" dirty="0"/>
              <a:t>No of data points obtained using item1 mapping: 1770</a:t>
            </a:r>
          </a:p>
          <a:p>
            <a:r>
              <a:rPr lang="en-US" dirty="0"/>
              <a:t>TF cat: 74.51	</a:t>
            </a:r>
          </a:p>
          <a:p>
            <a:r>
              <a:rPr lang="en-US" dirty="0"/>
              <a:t>TF var: 96.10</a:t>
            </a:r>
          </a:p>
        </p:txBody>
      </p:sp>
    </p:spTree>
    <p:extLst>
      <p:ext uri="{BB962C8B-B14F-4D97-AF65-F5344CB8AC3E}">
        <p14:creationId xmlns:p14="http://schemas.microsoft.com/office/powerpoint/2010/main" val="3363454064"/>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147F8-57B5-497F-924A-F7F2675CFEBB}"/>
              </a:ext>
            </a:extLst>
          </p:cNvPr>
          <p:cNvSpPr>
            <a:spLocks noGrp="1"/>
          </p:cNvSpPr>
          <p:nvPr>
            <p:ph type="title"/>
          </p:nvPr>
        </p:nvSpPr>
        <p:spPr/>
        <p:txBody>
          <a:bodyPr/>
          <a:lstStyle/>
          <a:p>
            <a:r>
              <a:rPr lang="en-US" dirty="0"/>
              <a:t>FEAT1 mapping (</a:t>
            </a:r>
            <a:r>
              <a:rPr lang="en-US" dirty="0" err="1"/>
              <a:t>fuzzy_tfidf</a:t>
            </a:r>
            <a:r>
              <a:rPr lang="en-US" dirty="0"/>
              <a:t>)</a:t>
            </a:r>
          </a:p>
        </p:txBody>
      </p:sp>
      <p:sp>
        <p:nvSpPr>
          <p:cNvPr id="3" name="Content Placeholder 2">
            <a:extLst>
              <a:ext uri="{FF2B5EF4-FFF2-40B4-BE49-F238E27FC236}">
                <a16:creationId xmlns:a16="http://schemas.microsoft.com/office/drawing/2014/main" id="{84DF5ACB-4E67-490C-BE5C-15CAEA42D356}"/>
              </a:ext>
            </a:extLst>
          </p:cNvPr>
          <p:cNvSpPr>
            <a:spLocks noGrp="1"/>
          </p:cNvSpPr>
          <p:nvPr>
            <p:ph idx="1"/>
          </p:nvPr>
        </p:nvSpPr>
        <p:spPr/>
        <p:txBody>
          <a:bodyPr/>
          <a:lstStyle/>
          <a:p>
            <a:r>
              <a:rPr lang="en-US" dirty="0"/>
              <a:t>New data, without data augmentation</a:t>
            </a:r>
          </a:p>
          <a:p>
            <a:r>
              <a:rPr lang="en-US" dirty="0"/>
              <a:t>697 entries, test- 244187</a:t>
            </a:r>
          </a:p>
          <a:p>
            <a:r>
              <a:rPr lang="en-US" dirty="0"/>
              <a:t>Time: 1822 secs</a:t>
            </a:r>
          </a:p>
          <a:p>
            <a:r>
              <a:rPr lang="en-US" dirty="0"/>
              <a:t>Only for this-</a:t>
            </a:r>
          </a:p>
          <a:p>
            <a:pPr lvl="1"/>
            <a:r>
              <a:rPr lang="en-US" dirty="0"/>
              <a:t>TF cat: 96.84</a:t>
            </a:r>
          </a:p>
          <a:p>
            <a:pPr lvl="1"/>
            <a:r>
              <a:rPr lang="en-US" dirty="0"/>
              <a:t>TF var: 96.41</a:t>
            </a:r>
          </a:p>
          <a:p>
            <a:endParaRPr lang="en-US" dirty="0"/>
          </a:p>
        </p:txBody>
      </p:sp>
    </p:spTree>
    <p:extLst>
      <p:ext uri="{BB962C8B-B14F-4D97-AF65-F5344CB8AC3E}">
        <p14:creationId xmlns:p14="http://schemas.microsoft.com/office/powerpoint/2010/main" val="3154329214"/>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8539304F-5588-4142-A91C-75DA24DEEA99}"/>
              </a:ext>
            </a:extLst>
          </p:cNvPr>
          <p:cNvPicPr>
            <a:picLocks noChangeAspect="1"/>
          </p:cNvPicPr>
          <p:nvPr/>
        </p:nvPicPr>
        <p:blipFill rotWithShape="1">
          <a:blip r:embed="rId2"/>
          <a:srcRect l="18251" t="14812" r="18640" b="22032"/>
          <a:stretch/>
        </p:blipFill>
        <p:spPr>
          <a:xfrm>
            <a:off x="3985437" y="744906"/>
            <a:ext cx="4221125" cy="3264197"/>
          </a:xfrm>
          <a:prstGeom prst="rect">
            <a:avLst/>
          </a:prstGeom>
        </p:spPr>
      </p:pic>
      <p:sp>
        <p:nvSpPr>
          <p:cNvPr id="13" name="object 10">
            <a:extLst>
              <a:ext uri="{FF2B5EF4-FFF2-40B4-BE49-F238E27FC236}">
                <a16:creationId xmlns:a16="http://schemas.microsoft.com/office/drawing/2014/main" id="{EA4DAB1C-F0D2-1F45-80F4-E09A620A6446}"/>
              </a:ext>
            </a:extLst>
          </p:cNvPr>
          <p:cNvSpPr txBox="1"/>
          <p:nvPr/>
        </p:nvSpPr>
        <p:spPr>
          <a:xfrm>
            <a:off x="241160" y="4327383"/>
            <a:ext cx="11705034" cy="1938992"/>
          </a:xfrm>
          <a:prstGeom prst="rect">
            <a:avLst/>
          </a:prstGeom>
        </p:spPr>
        <p:txBody>
          <a:bodyPr vert="horz" wrap="square" lIns="0" tIns="0" rIns="0" bIns="0" rtlCol="0">
            <a:spAutoFit/>
          </a:bodyPr>
          <a:lstStyle/>
          <a:p>
            <a:pPr marL="7144" algn="ctr">
              <a:lnSpc>
                <a:spcPct val="100000"/>
              </a:lnSpc>
              <a:tabLst>
                <a:tab pos="3071455" algn="l"/>
              </a:tabLst>
            </a:pPr>
            <a:r>
              <a:rPr lang="en-US" sz="3200" dirty="0">
                <a:solidFill>
                  <a:srgbClr val="0D1D2B"/>
                </a:solidFill>
                <a:latin typeface="Bogle"/>
                <a:cs typeface="Bogle"/>
              </a:rPr>
              <a:t>Review Meet: Week 7</a:t>
            </a:r>
          </a:p>
          <a:p>
            <a:pPr marL="7144" algn="ctr">
              <a:lnSpc>
                <a:spcPct val="100000"/>
              </a:lnSpc>
              <a:tabLst>
                <a:tab pos="3071455" algn="l"/>
              </a:tabLst>
            </a:pPr>
            <a:r>
              <a:rPr lang="en-US" sz="3200" dirty="0">
                <a:solidFill>
                  <a:srgbClr val="0D1D2B"/>
                </a:solidFill>
                <a:latin typeface="Bogle"/>
                <a:cs typeface="Bogle"/>
              </a:rPr>
              <a:t>July 9</a:t>
            </a:r>
            <a:r>
              <a:rPr lang="en-US" sz="3200" baseline="30000" dirty="0">
                <a:solidFill>
                  <a:srgbClr val="0D1D2B"/>
                </a:solidFill>
                <a:latin typeface="Bogle"/>
                <a:cs typeface="Bogle"/>
              </a:rPr>
              <a:t>th</a:t>
            </a:r>
            <a:r>
              <a:rPr lang="en-US" sz="3200" dirty="0">
                <a:solidFill>
                  <a:srgbClr val="0D1D2B"/>
                </a:solidFill>
                <a:latin typeface="Bogle"/>
                <a:cs typeface="Bogle"/>
              </a:rPr>
              <a:t>, 2021</a:t>
            </a:r>
            <a:endParaRPr lang="en-US" sz="2800" dirty="0">
              <a:solidFill>
                <a:srgbClr val="0D1D2B"/>
              </a:solidFill>
              <a:latin typeface="Bogle"/>
              <a:cs typeface="Bogle"/>
            </a:endParaRPr>
          </a:p>
          <a:p>
            <a:pPr marL="7144" algn="ctr">
              <a:lnSpc>
                <a:spcPct val="100000"/>
              </a:lnSpc>
              <a:tabLst>
                <a:tab pos="3071455" algn="l"/>
              </a:tabLst>
            </a:pPr>
            <a:endParaRPr lang="en-US" sz="2000" dirty="0">
              <a:solidFill>
                <a:srgbClr val="0D1D2B"/>
              </a:solidFill>
              <a:latin typeface="Bogle"/>
              <a:cs typeface="Bogle"/>
            </a:endParaRPr>
          </a:p>
          <a:p>
            <a:pPr marL="7144" algn="ctr">
              <a:lnSpc>
                <a:spcPct val="100000"/>
              </a:lnSpc>
              <a:tabLst>
                <a:tab pos="3071455" algn="l"/>
              </a:tabLst>
            </a:pPr>
            <a:r>
              <a:rPr lang="en-US" sz="1400" dirty="0">
                <a:solidFill>
                  <a:srgbClr val="0D1D2B"/>
                </a:solidFill>
                <a:latin typeface="Bogle"/>
                <a:cs typeface="Bogle"/>
              </a:rPr>
              <a:t>Name: Rishabh Thapliyal</a:t>
            </a:r>
          </a:p>
          <a:p>
            <a:pPr marL="7144" algn="ctr">
              <a:lnSpc>
                <a:spcPct val="100000"/>
              </a:lnSpc>
              <a:tabLst>
                <a:tab pos="3071455" algn="l"/>
              </a:tabLst>
            </a:pPr>
            <a:r>
              <a:rPr lang="en-US" sz="1400" dirty="0">
                <a:solidFill>
                  <a:srgbClr val="0D1D2B"/>
                </a:solidFill>
                <a:latin typeface="Bogle"/>
                <a:cs typeface="Bogle"/>
              </a:rPr>
              <a:t>Mentor: Syed Faraz Ali &amp; Mallikharjuna MV</a:t>
            </a:r>
          </a:p>
          <a:p>
            <a:pPr marL="7144" algn="ctr">
              <a:lnSpc>
                <a:spcPct val="100000"/>
              </a:lnSpc>
              <a:tabLst>
                <a:tab pos="3071455" algn="l"/>
              </a:tabLst>
            </a:pPr>
            <a:r>
              <a:rPr lang="en-US" sz="1400" dirty="0">
                <a:solidFill>
                  <a:srgbClr val="0D1D2B"/>
                </a:solidFill>
                <a:latin typeface="Bogle"/>
                <a:cs typeface="Bogle"/>
              </a:rPr>
              <a:t>Manager: Subhasish Misra</a:t>
            </a:r>
          </a:p>
        </p:txBody>
      </p:sp>
    </p:spTree>
    <p:extLst>
      <p:ext uri="{BB962C8B-B14F-4D97-AF65-F5344CB8AC3E}">
        <p14:creationId xmlns:p14="http://schemas.microsoft.com/office/powerpoint/2010/main" val="4268606123"/>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1D3FC-09EA-421E-9DF8-3A48AE708EC2}"/>
              </a:ext>
            </a:extLst>
          </p:cNvPr>
          <p:cNvSpPr>
            <a:spLocks noGrp="1"/>
          </p:cNvSpPr>
          <p:nvPr>
            <p:ph type="title"/>
          </p:nvPr>
        </p:nvSpPr>
        <p:spPr>
          <a:xfrm>
            <a:off x="457199" y="274321"/>
            <a:ext cx="10766809" cy="797734"/>
          </a:xfrm>
        </p:spPr>
        <p:style>
          <a:lnRef idx="0">
            <a:schemeClr val="accent1"/>
          </a:lnRef>
          <a:fillRef idx="3">
            <a:schemeClr val="accent1"/>
          </a:fillRef>
          <a:effectRef idx="3">
            <a:schemeClr val="accent1"/>
          </a:effectRef>
          <a:fontRef idx="minor">
            <a:schemeClr val="lt1"/>
          </a:fontRef>
        </p:style>
        <p:txBody>
          <a:bodyPr anchor="ctr">
            <a:normAutofit/>
          </a:bodyPr>
          <a:lstStyle/>
          <a:p>
            <a:r>
              <a:rPr lang="en-US" dirty="0"/>
              <a:t>Agenda</a:t>
            </a:r>
          </a:p>
        </p:txBody>
      </p:sp>
      <p:graphicFrame>
        <p:nvGraphicFramePr>
          <p:cNvPr id="5" name="Content Placeholder 2">
            <a:extLst>
              <a:ext uri="{FF2B5EF4-FFF2-40B4-BE49-F238E27FC236}">
                <a16:creationId xmlns:a16="http://schemas.microsoft.com/office/drawing/2014/main" id="{4CF1DA11-19E4-4712-ACB6-975862A4A3AF}"/>
              </a:ext>
            </a:extLst>
          </p:cNvPr>
          <p:cNvGraphicFramePr>
            <a:graphicFrameLocks noGrp="1"/>
          </p:cNvGraphicFramePr>
          <p:nvPr>
            <p:ph idx="1"/>
            <p:extLst>
              <p:ext uri="{D42A27DB-BD31-4B8C-83A1-F6EECF244321}">
                <p14:modId xmlns:p14="http://schemas.microsoft.com/office/powerpoint/2010/main" val="2785766897"/>
              </p:ext>
            </p:extLst>
          </p:nvPr>
        </p:nvGraphicFramePr>
        <p:xfrm>
          <a:off x="712596" y="1497204"/>
          <a:ext cx="10766808" cy="46756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53303428"/>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9605D-A20F-449C-9146-C434375C720F}"/>
              </a:ext>
            </a:extLst>
          </p:cNvPr>
          <p:cNvSpPr>
            <a:spLocks noGrp="1"/>
          </p:cNvSpPr>
          <p:nvPr>
            <p:ph type="title"/>
          </p:nvPr>
        </p:nvSpPr>
        <p:spPr>
          <a:xfrm>
            <a:off x="457200" y="274320"/>
            <a:ext cx="10515600" cy="800853"/>
          </a:xfrm>
        </p:spPr>
        <p:txBody>
          <a:bodyPr>
            <a:normAutofit/>
          </a:bodyPr>
          <a:lstStyle/>
          <a:p>
            <a:r>
              <a:rPr lang="en-US" dirty="0"/>
              <a:t>Recap</a:t>
            </a:r>
          </a:p>
        </p:txBody>
      </p:sp>
      <p:graphicFrame>
        <p:nvGraphicFramePr>
          <p:cNvPr id="4" name="Content Placeholder 3">
            <a:extLst>
              <a:ext uri="{FF2B5EF4-FFF2-40B4-BE49-F238E27FC236}">
                <a16:creationId xmlns:a16="http://schemas.microsoft.com/office/drawing/2014/main" id="{D1907C1B-AB9B-4289-9595-57D71E08C20C}"/>
              </a:ext>
            </a:extLst>
          </p:cNvPr>
          <p:cNvGraphicFramePr>
            <a:graphicFrameLocks noGrp="1"/>
          </p:cNvGraphicFramePr>
          <p:nvPr>
            <p:ph idx="1"/>
            <p:extLst>
              <p:ext uri="{D42A27DB-BD31-4B8C-83A1-F6EECF244321}">
                <p14:modId xmlns:p14="http://schemas.microsoft.com/office/powerpoint/2010/main" val="2108248013"/>
              </p:ext>
            </p:extLst>
          </p:nvPr>
        </p:nvGraphicFramePr>
        <p:xfrm>
          <a:off x="140678" y="1225899"/>
          <a:ext cx="11595798" cy="50844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85034544"/>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223A6-EF68-45D9-A56C-D5CF92A3A544}"/>
              </a:ext>
            </a:extLst>
          </p:cNvPr>
          <p:cNvSpPr>
            <a:spLocks noGrp="1"/>
          </p:cNvSpPr>
          <p:nvPr>
            <p:ph type="title"/>
          </p:nvPr>
        </p:nvSpPr>
        <p:spPr>
          <a:xfrm>
            <a:off x="281353" y="193935"/>
            <a:ext cx="10515600" cy="750612"/>
          </a:xfrm>
        </p:spPr>
        <p:txBody>
          <a:bodyPr/>
          <a:lstStyle/>
          <a:p>
            <a:r>
              <a:rPr lang="en-US" dirty="0"/>
              <a:t>Update</a:t>
            </a:r>
          </a:p>
        </p:txBody>
      </p:sp>
      <p:graphicFrame>
        <p:nvGraphicFramePr>
          <p:cNvPr id="4" name="Content Placeholder 3">
            <a:extLst>
              <a:ext uri="{FF2B5EF4-FFF2-40B4-BE49-F238E27FC236}">
                <a16:creationId xmlns:a16="http://schemas.microsoft.com/office/drawing/2014/main" id="{803907D8-032F-41FC-A134-1457CB4D95AD}"/>
              </a:ext>
            </a:extLst>
          </p:cNvPr>
          <p:cNvGraphicFramePr>
            <a:graphicFrameLocks noGrp="1"/>
          </p:cNvGraphicFramePr>
          <p:nvPr>
            <p:ph idx="1"/>
            <p:extLst>
              <p:ext uri="{D42A27DB-BD31-4B8C-83A1-F6EECF244321}">
                <p14:modId xmlns:p14="http://schemas.microsoft.com/office/powerpoint/2010/main" val="410884244"/>
              </p:ext>
            </p:extLst>
          </p:nvPr>
        </p:nvGraphicFramePr>
        <p:xfrm>
          <a:off x="281353" y="1024933"/>
          <a:ext cx="11575701" cy="533567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14902003"/>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FA61E-58D6-4125-86B8-C65B73361ADD}"/>
              </a:ext>
            </a:extLst>
          </p:cNvPr>
          <p:cNvSpPr>
            <a:spLocks noGrp="1"/>
          </p:cNvSpPr>
          <p:nvPr>
            <p:ph type="title"/>
          </p:nvPr>
        </p:nvSpPr>
        <p:spPr>
          <a:xfrm>
            <a:off x="366765" y="253882"/>
            <a:ext cx="10515600" cy="479305"/>
          </a:xfrm>
        </p:spPr>
        <p:txBody>
          <a:bodyPr>
            <a:normAutofit fontScale="90000"/>
          </a:bodyPr>
          <a:lstStyle/>
          <a:p>
            <a:r>
              <a:rPr lang="en-US" dirty="0"/>
              <a:t>ITEM1_DESC mapping</a:t>
            </a:r>
          </a:p>
        </p:txBody>
      </p:sp>
      <p:graphicFrame>
        <p:nvGraphicFramePr>
          <p:cNvPr id="4" name="Table 4">
            <a:extLst>
              <a:ext uri="{FF2B5EF4-FFF2-40B4-BE49-F238E27FC236}">
                <a16:creationId xmlns:a16="http://schemas.microsoft.com/office/drawing/2014/main" id="{55812FC3-AD80-40BD-8EA8-1505C070905E}"/>
              </a:ext>
            </a:extLst>
          </p:cNvPr>
          <p:cNvGraphicFramePr>
            <a:graphicFrameLocks noGrp="1"/>
          </p:cNvGraphicFramePr>
          <p:nvPr>
            <p:ph idx="1"/>
          </p:nvPr>
        </p:nvGraphicFramePr>
        <p:xfrm>
          <a:off x="530051" y="1488831"/>
          <a:ext cx="5250264" cy="2209270"/>
        </p:xfrm>
        <a:graphic>
          <a:graphicData uri="http://schemas.openxmlformats.org/drawingml/2006/table">
            <a:tbl>
              <a:tblPr firstRow="1" bandRow="1">
                <a:effectLst>
                  <a:outerShdw blurRad="50800" dist="38100" dir="5400000" algn="t" rotWithShape="0">
                    <a:prstClr val="black">
                      <a:alpha val="40000"/>
                    </a:prstClr>
                  </a:outerShdw>
                </a:effectLst>
                <a:tableStyleId>{93296810-A885-4BE3-A3E7-6D5BEEA58F35}</a:tableStyleId>
              </a:tblPr>
              <a:tblGrid>
                <a:gridCol w="2625132">
                  <a:extLst>
                    <a:ext uri="{9D8B030D-6E8A-4147-A177-3AD203B41FA5}">
                      <a16:colId xmlns:a16="http://schemas.microsoft.com/office/drawing/2014/main" val="3074903026"/>
                    </a:ext>
                  </a:extLst>
                </a:gridCol>
                <a:gridCol w="2625132">
                  <a:extLst>
                    <a:ext uri="{9D8B030D-6E8A-4147-A177-3AD203B41FA5}">
                      <a16:colId xmlns:a16="http://schemas.microsoft.com/office/drawing/2014/main" val="2010026567"/>
                    </a:ext>
                  </a:extLst>
                </a:gridCol>
              </a:tblGrid>
              <a:tr h="441854">
                <a:tc>
                  <a:txBody>
                    <a:bodyPr/>
                    <a:lstStyle/>
                    <a:p>
                      <a:pPr algn="ctr"/>
                      <a:r>
                        <a:rPr lang="en-US" dirty="0"/>
                        <a:t>ITEM1_DESC</a:t>
                      </a:r>
                    </a:p>
                  </a:txBody>
                  <a:tcPr/>
                </a:tc>
                <a:tc>
                  <a:txBody>
                    <a:bodyPr/>
                    <a:lstStyle/>
                    <a:p>
                      <a:pPr algn="ctr"/>
                      <a:r>
                        <a:rPr lang="en-US" dirty="0"/>
                        <a:t>TARGET</a:t>
                      </a:r>
                    </a:p>
                  </a:txBody>
                  <a:tcPr/>
                </a:tc>
                <a:extLst>
                  <a:ext uri="{0D108BD9-81ED-4DB2-BD59-A6C34878D82A}">
                    <a16:rowId xmlns:a16="http://schemas.microsoft.com/office/drawing/2014/main" val="1385441972"/>
                  </a:ext>
                </a:extLst>
              </a:tr>
              <a:tr h="441854">
                <a:tc>
                  <a:txBody>
                    <a:bodyPr/>
                    <a:lstStyle/>
                    <a:p>
                      <a:pPr algn="ctr"/>
                      <a:r>
                        <a:rPr lang="en-US" dirty="0"/>
                        <a:t>'RASPBERRY 12OZ'</a:t>
                      </a:r>
                    </a:p>
                  </a:txBody>
                  <a:tcPr/>
                </a:tc>
                <a:tc>
                  <a:txBody>
                    <a:bodyPr/>
                    <a:lstStyle/>
                    <a:p>
                      <a:pPr algn="ctr"/>
                      <a:r>
                        <a:rPr lang="en-US" dirty="0"/>
                        <a:t>X</a:t>
                      </a:r>
                    </a:p>
                  </a:txBody>
                  <a:tcPr/>
                </a:tc>
                <a:extLst>
                  <a:ext uri="{0D108BD9-81ED-4DB2-BD59-A6C34878D82A}">
                    <a16:rowId xmlns:a16="http://schemas.microsoft.com/office/drawing/2014/main" val="2222396600"/>
                  </a:ext>
                </a:extLst>
              </a:tr>
              <a:tr h="44185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'RASPBERRY 12OZ'</a:t>
                      </a:r>
                    </a:p>
                  </a:txBody>
                  <a:tcPr/>
                </a:tc>
                <a:tc>
                  <a:txBody>
                    <a:bodyPr/>
                    <a:lstStyle/>
                    <a:p>
                      <a:pPr algn="ctr"/>
                      <a:r>
                        <a:rPr lang="en-US" dirty="0"/>
                        <a:t>X</a:t>
                      </a:r>
                    </a:p>
                  </a:txBody>
                  <a:tcPr/>
                </a:tc>
                <a:extLst>
                  <a:ext uri="{0D108BD9-81ED-4DB2-BD59-A6C34878D82A}">
                    <a16:rowId xmlns:a16="http://schemas.microsoft.com/office/drawing/2014/main" val="1600519330"/>
                  </a:ext>
                </a:extLst>
              </a:tr>
              <a:tr h="44185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 'APPLE KORU BULK'</a:t>
                      </a:r>
                    </a:p>
                  </a:txBody>
                  <a:tcPr/>
                </a:tc>
                <a:tc>
                  <a:txBody>
                    <a:bodyPr/>
                    <a:lstStyle/>
                    <a:p>
                      <a:pPr algn="ctr"/>
                      <a:r>
                        <a:rPr lang="en-US" dirty="0"/>
                        <a:t>Y</a:t>
                      </a:r>
                    </a:p>
                  </a:txBody>
                  <a:tcPr/>
                </a:tc>
                <a:extLst>
                  <a:ext uri="{0D108BD9-81ED-4DB2-BD59-A6C34878D82A}">
                    <a16:rowId xmlns:a16="http://schemas.microsoft.com/office/drawing/2014/main" val="805661098"/>
                  </a:ext>
                </a:extLst>
              </a:tr>
              <a:tr h="44185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 'APPLE KORU BULK'</a:t>
                      </a:r>
                    </a:p>
                  </a:txBody>
                  <a:tcPr/>
                </a:tc>
                <a:tc>
                  <a:txBody>
                    <a:bodyPr/>
                    <a:lstStyle/>
                    <a:p>
                      <a:pPr algn="ctr"/>
                      <a:r>
                        <a:rPr lang="en-US" dirty="0"/>
                        <a:t>Z</a:t>
                      </a:r>
                    </a:p>
                  </a:txBody>
                  <a:tcPr/>
                </a:tc>
                <a:extLst>
                  <a:ext uri="{0D108BD9-81ED-4DB2-BD59-A6C34878D82A}">
                    <a16:rowId xmlns:a16="http://schemas.microsoft.com/office/drawing/2014/main" val="2949416925"/>
                  </a:ext>
                </a:extLst>
              </a:tr>
            </a:tbl>
          </a:graphicData>
        </a:graphic>
      </p:graphicFrame>
      <p:graphicFrame>
        <p:nvGraphicFramePr>
          <p:cNvPr id="5" name="Table 4">
            <a:extLst>
              <a:ext uri="{FF2B5EF4-FFF2-40B4-BE49-F238E27FC236}">
                <a16:creationId xmlns:a16="http://schemas.microsoft.com/office/drawing/2014/main" id="{21163427-B8BF-4AAB-BAFC-2DCF8544FB1C}"/>
              </a:ext>
            </a:extLst>
          </p:cNvPr>
          <p:cNvGraphicFramePr>
            <a:graphicFrameLocks/>
          </p:cNvGraphicFramePr>
          <p:nvPr/>
        </p:nvGraphicFramePr>
        <p:xfrm>
          <a:off x="6286918" y="1488831"/>
          <a:ext cx="5250264" cy="2209270"/>
        </p:xfrm>
        <a:graphic>
          <a:graphicData uri="http://schemas.openxmlformats.org/drawingml/2006/table">
            <a:tbl>
              <a:tblPr firstRow="1" bandRow="1">
                <a:effectLst>
                  <a:outerShdw blurRad="50800" dist="38100" dir="5400000" algn="t" rotWithShape="0">
                    <a:prstClr val="black">
                      <a:alpha val="40000"/>
                    </a:prstClr>
                  </a:outerShdw>
                </a:effectLst>
                <a:tableStyleId>{00A15C55-8517-42AA-B614-E9B94910E393}</a:tableStyleId>
              </a:tblPr>
              <a:tblGrid>
                <a:gridCol w="2625132">
                  <a:extLst>
                    <a:ext uri="{9D8B030D-6E8A-4147-A177-3AD203B41FA5}">
                      <a16:colId xmlns:a16="http://schemas.microsoft.com/office/drawing/2014/main" val="3074903026"/>
                    </a:ext>
                  </a:extLst>
                </a:gridCol>
                <a:gridCol w="2625132">
                  <a:extLst>
                    <a:ext uri="{9D8B030D-6E8A-4147-A177-3AD203B41FA5}">
                      <a16:colId xmlns:a16="http://schemas.microsoft.com/office/drawing/2014/main" val="2010026567"/>
                    </a:ext>
                  </a:extLst>
                </a:gridCol>
              </a:tblGrid>
              <a:tr h="441854">
                <a:tc>
                  <a:txBody>
                    <a:bodyPr/>
                    <a:lstStyle/>
                    <a:p>
                      <a:pPr algn="ctr"/>
                      <a:r>
                        <a:rPr lang="en-US" dirty="0"/>
                        <a:t>ITEM1_DESC</a:t>
                      </a:r>
                    </a:p>
                  </a:txBody>
                  <a:tcPr/>
                </a:tc>
                <a:tc>
                  <a:txBody>
                    <a:bodyPr/>
                    <a:lstStyle/>
                    <a:p>
                      <a:pPr algn="ctr"/>
                      <a:r>
                        <a:rPr lang="en-US" dirty="0"/>
                        <a:t>TARGET</a:t>
                      </a:r>
                    </a:p>
                  </a:txBody>
                  <a:tcPr/>
                </a:tc>
                <a:extLst>
                  <a:ext uri="{0D108BD9-81ED-4DB2-BD59-A6C34878D82A}">
                    <a16:rowId xmlns:a16="http://schemas.microsoft.com/office/drawing/2014/main" val="1385441972"/>
                  </a:ext>
                </a:extLst>
              </a:tr>
              <a:tr h="44185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'RASPBERRY 12OZ'</a:t>
                      </a:r>
                    </a:p>
                  </a:txBody>
                  <a:tcPr/>
                </a:tc>
                <a:tc>
                  <a:txBody>
                    <a:bodyPr/>
                    <a:lstStyle/>
                    <a:p>
                      <a:pPr algn="ctr"/>
                      <a:r>
                        <a:rPr lang="en-US" dirty="0"/>
                        <a:t>X</a:t>
                      </a:r>
                    </a:p>
                  </a:txBody>
                  <a:tcPr/>
                </a:tc>
                <a:extLst>
                  <a:ext uri="{0D108BD9-81ED-4DB2-BD59-A6C34878D82A}">
                    <a16:rowId xmlns:a16="http://schemas.microsoft.com/office/drawing/2014/main" val="2222396600"/>
                  </a:ext>
                </a:extLst>
              </a:tr>
              <a:tr h="44185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'RASPBERRY 12OZ'</a:t>
                      </a:r>
                    </a:p>
                  </a:txBody>
                  <a:tcPr/>
                </a:tc>
                <a:tc>
                  <a:txBody>
                    <a:bodyPr/>
                    <a:lstStyle/>
                    <a:p>
                      <a:pPr algn="ctr"/>
                      <a:r>
                        <a:rPr lang="en-US" dirty="0"/>
                        <a:t>X</a:t>
                      </a:r>
                    </a:p>
                  </a:txBody>
                  <a:tcPr/>
                </a:tc>
                <a:extLst>
                  <a:ext uri="{0D108BD9-81ED-4DB2-BD59-A6C34878D82A}">
                    <a16:rowId xmlns:a16="http://schemas.microsoft.com/office/drawing/2014/main" val="805661098"/>
                  </a:ext>
                </a:extLst>
              </a:tr>
              <a:tr h="44185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'APPLE KORU BULK'</a:t>
                      </a:r>
                    </a:p>
                  </a:txBody>
                  <a:tcPr/>
                </a:tc>
                <a:tc>
                  <a:txBody>
                    <a:bodyPr/>
                    <a:lstStyle/>
                    <a:p>
                      <a:pPr algn="ctr"/>
                      <a:r>
                        <a:rPr lang="en-US" dirty="0"/>
                        <a:t>*by model prediction*</a:t>
                      </a:r>
                    </a:p>
                  </a:txBody>
                  <a:tcPr/>
                </a:tc>
                <a:extLst>
                  <a:ext uri="{0D108BD9-81ED-4DB2-BD59-A6C34878D82A}">
                    <a16:rowId xmlns:a16="http://schemas.microsoft.com/office/drawing/2014/main" val="1579187334"/>
                  </a:ext>
                </a:extLst>
              </a:tr>
              <a:tr h="44185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'APPLE KORU BULK'</a:t>
                      </a:r>
                    </a:p>
                  </a:txBody>
                  <a:tcPr/>
                </a:tc>
                <a:tc>
                  <a:txBody>
                    <a:bodyPr/>
                    <a:lstStyle/>
                    <a:p>
                      <a:pPr algn="ctr"/>
                      <a:r>
                        <a:rPr lang="en-US" dirty="0"/>
                        <a:t>*by model prediction*</a:t>
                      </a:r>
                    </a:p>
                  </a:txBody>
                  <a:tcPr/>
                </a:tc>
                <a:extLst>
                  <a:ext uri="{0D108BD9-81ED-4DB2-BD59-A6C34878D82A}">
                    <a16:rowId xmlns:a16="http://schemas.microsoft.com/office/drawing/2014/main" val="1010367993"/>
                  </a:ext>
                </a:extLst>
              </a:tr>
            </a:tbl>
          </a:graphicData>
        </a:graphic>
      </p:graphicFrame>
      <p:sp>
        <p:nvSpPr>
          <p:cNvPr id="6" name="Wave 5">
            <a:extLst>
              <a:ext uri="{FF2B5EF4-FFF2-40B4-BE49-F238E27FC236}">
                <a16:creationId xmlns:a16="http://schemas.microsoft.com/office/drawing/2014/main" id="{E1369CA5-F200-4465-B36B-834A6A49B5A9}"/>
              </a:ext>
            </a:extLst>
          </p:cNvPr>
          <p:cNvSpPr/>
          <p:nvPr/>
        </p:nvSpPr>
        <p:spPr>
          <a:xfrm>
            <a:off x="1175658" y="946221"/>
            <a:ext cx="3959051" cy="361740"/>
          </a:xfrm>
          <a:prstGeom prst="wave">
            <a:avLst/>
          </a:prstGeom>
          <a:ln>
            <a:solidFill>
              <a:schemeClr val="tx1"/>
            </a:solidFill>
          </a:ln>
        </p:spPr>
        <p:style>
          <a:lnRef idx="0">
            <a:schemeClr val="accent6"/>
          </a:lnRef>
          <a:fillRef idx="3">
            <a:schemeClr val="accent6"/>
          </a:fillRef>
          <a:effectRef idx="3">
            <a:schemeClr val="accent6"/>
          </a:effectRef>
          <a:fontRef idx="minor">
            <a:schemeClr val="lt1"/>
          </a:fontRef>
        </p:style>
        <p:txBody>
          <a:bodyPr rtlCol="0" anchor="ctr"/>
          <a:lstStyle/>
          <a:p>
            <a:pPr algn="ctr"/>
            <a:r>
              <a:rPr lang="en-US" dirty="0"/>
              <a:t>TRAIN DATA</a:t>
            </a:r>
          </a:p>
        </p:txBody>
      </p:sp>
      <p:sp>
        <p:nvSpPr>
          <p:cNvPr id="7" name="Wave 6">
            <a:extLst>
              <a:ext uri="{FF2B5EF4-FFF2-40B4-BE49-F238E27FC236}">
                <a16:creationId xmlns:a16="http://schemas.microsoft.com/office/drawing/2014/main" id="{63FF0B9E-1344-4865-8121-95F9E8F09557}"/>
              </a:ext>
            </a:extLst>
          </p:cNvPr>
          <p:cNvSpPr/>
          <p:nvPr/>
        </p:nvSpPr>
        <p:spPr>
          <a:xfrm>
            <a:off x="6932525" y="930139"/>
            <a:ext cx="3959051" cy="361740"/>
          </a:xfrm>
          <a:prstGeom prst="wave">
            <a:avLst/>
          </a:prstGeom>
          <a:ln>
            <a:solidFill>
              <a:schemeClr val="tx1"/>
            </a:solidFill>
          </a:ln>
        </p:spPr>
        <p:style>
          <a:lnRef idx="0">
            <a:schemeClr val="accent4"/>
          </a:lnRef>
          <a:fillRef idx="3">
            <a:schemeClr val="accent4"/>
          </a:fillRef>
          <a:effectRef idx="3">
            <a:schemeClr val="accent4"/>
          </a:effectRef>
          <a:fontRef idx="minor">
            <a:schemeClr val="lt1"/>
          </a:fontRef>
        </p:style>
        <p:txBody>
          <a:bodyPr rtlCol="0" anchor="ctr"/>
          <a:lstStyle/>
          <a:p>
            <a:pPr algn="ctr"/>
            <a:r>
              <a:rPr lang="en-US" dirty="0"/>
              <a:t>TEST DATA</a:t>
            </a:r>
          </a:p>
        </p:txBody>
      </p:sp>
      <p:sp>
        <p:nvSpPr>
          <p:cNvPr id="9" name="TextBox 8">
            <a:extLst>
              <a:ext uri="{FF2B5EF4-FFF2-40B4-BE49-F238E27FC236}">
                <a16:creationId xmlns:a16="http://schemas.microsoft.com/office/drawing/2014/main" id="{E19BCF62-62B5-40D0-ADA9-13B4D145E898}"/>
              </a:ext>
            </a:extLst>
          </p:cNvPr>
          <p:cNvSpPr txBox="1"/>
          <p:nvPr/>
        </p:nvSpPr>
        <p:spPr>
          <a:xfrm>
            <a:off x="530050" y="3934534"/>
            <a:ext cx="11007131" cy="646331"/>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dirty="0"/>
              <a:t>No. of unique ITEM1_DESC that are common between train and test: 89</a:t>
            </a:r>
          </a:p>
          <a:p>
            <a:pPr marL="285750" indent="-285750">
              <a:buFont typeface="Arial" panose="020B0604020202020204" pitchFamily="34" charset="0"/>
              <a:buChar char="•"/>
            </a:pPr>
            <a:r>
              <a:rPr lang="en-US" dirty="0"/>
              <a:t>Total no. of test data predicted using mapping: 1770 (0.7% of the complete test data)</a:t>
            </a:r>
          </a:p>
        </p:txBody>
      </p:sp>
      <p:sp>
        <p:nvSpPr>
          <p:cNvPr id="3" name="TextBox 2">
            <a:extLst>
              <a:ext uri="{FF2B5EF4-FFF2-40B4-BE49-F238E27FC236}">
                <a16:creationId xmlns:a16="http://schemas.microsoft.com/office/drawing/2014/main" id="{B1FEDD4C-3AD1-4623-AF62-E042416486DB}"/>
              </a:ext>
            </a:extLst>
          </p:cNvPr>
          <p:cNvSpPr txBox="1"/>
          <p:nvPr/>
        </p:nvSpPr>
        <p:spPr>
          <a:xfrm>
            <a:off x="530050" y="4823209"/>
            <a:ext cx="11007131" cy="923330"/>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marL="285750" indent="-285750">
              <a:buFont typeface="Arial" panose="020B0604020202020204" pitchFamily="34" charset="0"/>
              <a:buChar char="•"/>
            </a:pPr>
            <a:r>
              <a:rPr lang="da-DK" dirty="0"/>
              <a:t>Trust factor for TARGETS predicted using ITEM1_DESC mapping-</a:t>
            </a:r>
          </a:p>
          <a:p>
            <a:pPr marL="742950" lvl="1" indent="-285750">
              <a:buFont typeface="Arial" panose="020B0604020202020204" pitchFamily="34" charset="0"/>
              <a:buChar char="•"/>
            </a:pPr>
            <a:r>
              <a:rPr lang="da-DK" dirty="0"/>
              <a:t>TF cat: 74.51	</a:t>
            </a:r>
          </a:p>
          <a:p>
            <a:pPr marL="742950" lvl="1" indent="-285750">
              <a:buFont typeface="Arial" panose="020B0604020202020204" pitchFamily="34" charset="0"/>
              <a:buChar char="•"/>
            </a:pPr>
            <a:r>
              <a:rPr lang="da-DK" dirty="0"/>
              <a:t>TF var: 96.10</a:t>
            </a:r>
          </a:p>
        </p:txBody>
      </p:sp>
    </p:spTree>
    <p:extLst>
      <p:ext uri="{BB962C8B-B14F-4D97-AF65-F5344CB8AC3E}">
        <p14:creationId xmlns:p14="http://schemas.microsoft.com/office/powerpoint/2010/main" val="984738454"/>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C2CE5-157F-4D4C-ABB8-752F6BC08AB9}"/>
              </a:ext>
            </a:extLst>
          </p:cNvPr>
          <p:cNvSpPr>
            <a:spLocks noGrp="1"/>
          </p:cNvSpPr>
          <p:nvPr>
            <p:ph type="title"/>
          </p:nvPr>
        </p:nvSpPr>
        <p:spPr>
          <a:xfrm>
            <a:off x="162445" y="150604"/>
            <a:ext cx="10515600" cy="479306"/>
          </a:xfrm>
        </p:spPr>
        <p:txBody>
          <a:bodyPr>
            <a:normAutofit fontScale="90000"/>
          </a:bodyPr>
          <a:lstStyle/>
          <a:p>
            <a:r>
              <a:rPr lang="en-US" dirty="0"/>
              <a:t>FastText </a:t>
            </a:r>
          </a:p>
        </p:txBody>
      </p:sp>
      <p:graphicFrame>
        <p:nvGraphicFramePr>
          <p:cNvPr id="6" name="Table 4">
            <a:extLst>
              <a:ext uri="{FF2B5EF4-FFF2-40B4-BE49-F238E27FC236}">
                <a16:creationId xmlns:a16="http://schemas.microsoft.com/office/drawing/2014/main" id="{32C050B5-FD48-4A2B-A288-4AA06F6078FC}"/>
              </a:ext>
            </a:extLst>
          </p:cNvPr>
          <p:cNvGraphicFramePr>
            <a:graphicFrameLocks/>
          </p:cNvGraphicFramePr>
          <p:nvPr>
            <p:extLst>
              <p:ext uri="{D42A27DB-BD31-4B8C-83A1-F6EECF244321}">
                <p14:modId xmlns:p14="http://schemas.microsoft.com/office/powerpoint/2010/main" val="4144266774"/>
              </p:ext>
            </p:extLst>
          </p:nvPr>
        </p:nvGraphicFramePr>
        <p:xfrm>
          <a:off x="634716" y="2040129"/>
          <a:ext cx="10890745" cy="2926080"/>
        </p:xfrm>
        <a:graphic>
          <a:graphicData uri="http://schemas.openxmlformats.org/drawingml/2006/table">
            <a:tbl>
              <a:tblPr firstRow="1" firstCol="1" bandRow="1">
                <a:effectLst>
                  <a:outerShdw blurRad="50800" dist="38100" dir="5400000" algn="t" rotWithShape="0">
                    <a:prstClr val="black">
                      <a:alpha val="40000"/>
                    </a:prstClr>
                  </a:outerShdw>
                </a:effectLst>
                <a:tableStyleId>{5C22544A-7EE6-4342-B048-85BDC9FD1C3A}</a:tableStyleId>
              </a:tblPr>
              <a:tblGrid>
                <a:gridCol w="1007051">
                  <a:extLst>
                    <a:ext uri="{9D8B030D-6E8A-4147-A177-3AD203B41FA5}">
                      <a16:colId xmlns:a16="http://schemas.microsoft.com/office/drawing/2014/main" val="4063345073"/>
                    </a:ext>
                  </a:extLst>
                </a:gridCol>
                <a:gridCol w="747908">
                  <a:extLst>
                    <a:ext uri="{9D8B030D-6E8A-4147-A177-3AD203B41FA5}">
                      <a16:colId xmlns:a16="http://schemas.microsoft.com/office/drawing/2014/main" val="3803791866"/>
                    </a:ext>
                  </a:extLst>
                </a:gridCol>
                <a:gridCol w="1016714">
                  <a:extLst>
                    <a:ext uri="{9D8B030D-6E8A-4147-A177-3AD203B41FA5}">
                      <a16:colId xmlns:a16="http://schemas.microsoft.com/office/drawing/2014/main" val="235275921"/>
                    </a:ext>
                  </a:extLst>
                </a:gridCol>
                <a:gridCol w="633046">
                  <a:extLst>
                    <a:ext uri="{9D8B030D-6E8A-4147-A177-3AD203B41FA5}">
                      <a16:colId xmlns:a16="http://schemas.microsoft.com/office/drawing/2014/main" val="4137612170"/>
                    </a:ext>
                  </a:extLst>
                </a:gridCol>
                <a:gridCol w="934497">
                  <a:extLst>
                    <a:ext uri="{9D8B030D-6E8A-4147-A177-3AD203B41FA5}">
                      <a16:colId xmlns:a16="http://schemas.microsoft.com/office/drawing/2014/main" val="3357353697"/>
                    </a:ext>
                  </a:extLst>
                </a:gridCol>
                <a:gridCol w="1396721">
                  <a:extLst>
                    <a:ext uri="{9D8B030D-6E8A-4147-A177-3AD203B41FA5}">
                      <a16:colId xmlns:a16="http://schemas.microsoft.com/office/drawing/2014/main" val="1532843143"/>
                    </a:ext>
                  </a:extLst>
                </a:gridCol>
                <a:gridCol w="1306286">
                  <a:extLst>
                    <a:ext uri="{9D8B030D-6E8A-4147-A177-3AD203B41FA5}">
                      <a16:colId xmlns:a16="http://schemas.microsoft.com/office/drawing/2014/main" val="602593552"/>
                    </a:ext>
                  </a:extLst>
                </a:gridCol>
                <a:gridCol w="1225899">
                  <a:extLst>
                    <a:ext uri="{9D8B030D-6E8A-4147-A177-3AD203B41FA5}">
                      <a16:colId xmlns:a16="http://schemas.microsoft.com/office/drawing/2014/main" val="2899018725"/>
                    </a:ext>
                  </a:extLst>
                </a:gridCol>
                <a:gridCol w="1475808">
                  <a:extLst>
                    <a:ext uri="{9D8B030D-6E8A-4147-A177-3AD203B41FA5}">
                      <a16:colId xmlns:a16="http://schemas.microsoft.com/office/drawing/2014/main" val="4014875624"/>
                    </a:ext>
                  </a:extLst>
                </a:gridCol>
                <a:gridCol w="1146815">
                  <a:extLst>
                    <a:ext uri="{9D8B030D-6E8A-4147-A177-3AD203B41FA5}">
                      <a16:colId xmlns:a16="http://schemas.microsoft.com/office/drawing/2014/main" val="4284041291"/>
                    </a:ext>
                  </a:extLst>
                </a:gridCol>
              </a:tblGrid>
              <a:tr h="358906">
                <a:tc>
                  <a:txBody>
                    <a:bodyPr/>
                    <a:lstStyle/>
                    <a:p>
                      <a:pPr algn="ctr"/>
                      <a:r>
                        <a:rPr lang="en-US" dirty="0"/>
                        <a:t>Model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a:r>
                        <a:rPr lang="en-US" dirty="0"/>
                        <a:t>Lr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Loss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Dim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Ws/neg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err="1"/>
                        <a:t>WordNgram</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Minn/maxn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Train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TF category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TF variety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84846687"/>
                  </a:ext>
                </a:extLst>
              </a:tr>
              <a:tr h="358906">
                <a:tc>
                  <a:txBody>
                    <a:bodyPr/>
                    <a:lstStyle/>
                    <a:p>
                      <a:pPr algn="ctr"/>
                      <a:r>
                        <a:rPr lang="en-US" dirty="0"/>
                        <a:t>FastText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0.085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Softmax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92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69893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71.44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74.66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54122234"/>
                  </a:ext>
                </a:extLst>
              </a:tr>
              <a:tr h="358906">
                <a:tc>
                  <a:txBody>
                    <a:bodyPr/>
                    <a:lstStyle/>
                    <a:p>
                      <a:pPr algn="ctr"/>
                      <a:r>
                        <a:rPr lang="en-US" dirty="0"/>
                        <a:t>FastText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0.085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err="1"/>
                        <a:t>Softmax</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92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69893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66.91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72.45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31778872"/>
                  </a:ext>
                </a:extLst>
              </a:tr>
              <a:tr h="358906">
                <a:tc>
                  <a:txBody>
                    <a:bodyPr/>
                    <a:lstStyle/>
                    <a:p>
                      <a:pPr algn="ctr"/>
                      <a:r>
                        <a:rPr lang="en-US" dirty="0"/>
                        <a:t>FastText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0.085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Softmax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92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69842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70.52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72.76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9300433"/>
                  </a:ext>
                </a:extLst>
              </a:tr>
              <a:tr h="358906">
                <a:tc>
                  <a:txBody>
                    <a:bodyPr/>
                    <a:lstStyle/>
                    <a:p>
                      <a:pPr algn="ctr"/>
                      <a:r>
                        <a:rPr lang="en-US" dirty="0"/>
                        <a:t>FastText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0.085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Softmax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92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69842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68.67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73.70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69352668"/>
                  </a:ext>
                </a:extLst>
              </a:tr>
              <a:tr h="358906">
                <a:tc>
                  <a:txBody>
                    <a:bodyPr/>
                    <a:lstStyle/>
                    <a:p>
                      <a:pPr algn="ctr"/>
                      <a:r>
                        <a:rPr lang="en-US" dirty="0"/>
                        <a:t>FastText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err="1"/>
                        <a:t>Softmax</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92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69875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66.54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73.31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75913210"/>
                  </a:ext>
                </a:extLst>
              </a:tr>
              <a:tr h="358906">
                <a:tc>
                  <a:txBody>
                    <a:bodyPr/>
                    <a:lstStyle/>
                    <a:p>
                      <a:pPr algn="ctr"/>
                      <a:r>
                        <a:rPr lang="en-US" dirty="0"/>
                        <a:t>FastText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0.085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err="1"/>
                        <a:t>Softmax</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300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70131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64.02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70.06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12446237"/>
                  </a:ext>
                </a:extLst>
              </a:tr>
              <a:tr h="358906">
                <a:tc>
                  <a:txBody>
                    <a:bodyPr/>
                    <a:lstStyle/>
                    <a:p>
                      <a:pPr algn="ctr"/>
                      <a:r>
                        <a:rPr lang="en-US" dirty="0"/>
                        <a:t>FastText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0.085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err="1"/>
                        <a:t>Softmax</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300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70131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70.44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71.85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77490452"/>
                  </a:ext>
                </a:extLst>
              </a:tr>
            </a:tbl>
          </a:graphicData>
        </a:graphic>
      </p:graphicFrame>
      <p:sp>
        <p:nvSpPr>
          <p:cNvPr id="9" name="TextBox 8">
            <a:extLst>
              <a:ext uri="{FF2B5EF4-FFF2-40B4-BE49-F238E27FC236}">
                <a16:creationId xmlns:a16="http://schemas.microsoft.com/office/drawing/2014/main" id="{E7C9CF26-496A-4850-BCF1-03543C989033}"/>
              </a:ext>
            </a:extLst>
          </p:cNvPr>
          <p:cNvSpPr txBox="1"/>
          <p:nvPr/>
        </p:nvSpPr>
        <p:spPr>
          <a:xfrm>
            <a:off x="634716" y="1278910"/>
            <a:ext cx="10515600" cy="369332"/>
          </a:xfrm>
          <a:prstGeom prst="rect">
            <a:avLst/>
          </a:prstGeom>
          <a:noFill/>
        </p:spPr>
        <p:txBody>
          <a:bodyPr wrap="square" rtlCol="0">
            <a:spAutoFit/>
          </a:bodyPr>
          <a:lstStyle/>
          <a:p>
            <a:r>
              <a:rPr lang="en-US" dirty="0"/>
              <a:t>Preprocessing </a:t>
            </a:r>
            <a:r>
              <a:rPr lang="en-US" dirty="0">
                <a:sym typeface="Wingdings" panose="05000000000000000000" pitchFamily="2" charset="2"/>
              </a:rPr>
              <a:t> Oversampling and Data augmentation using complete synonyms list  ITEM1_DESC mapping </a:t>
            </a:r>
            <a:endParaRPr lang="en-US" dirty="0"/>
          </a:p>
        </p:txBody>
      </p:sp>
      <p:sp>
        <p:nvSpPr>
          <p:cNvPr id="10" name="TextBox 9">
            <a:extLst>
              <a:ext uri="{FF2B5EF4-FFF2-40B4-BE49-F238E27FC236}">
                <a16:creationId xmlns:a16="http://schemas.microsoft.com/office/drawing/2014/main" id="{2B674513-9F71-4E5D-A325-B57829C59081}"/>
              </a:ext>
            </a:extLst>
          </p:cNvPr>
          <p:cNvSpPr txBox="1"/>
          <p:nvPr/>
        </p:nvSpPr>
        <p:spPr>
          <a:xfrm>
            <a:off x="7798354" y="6285896"/>
            <a:ext cx="3958218" cy="307777"/>
          </a:xfrm>
          <a:prstGeom prst="rect">
            <a:avLst/>
          </a:prstGeom>
          <a:noFill/>
        </p:spPr>
        <p:txBody>
          <a:bodyPr wrap="square" rtlCol="0">
            <a:spAutoFit/>
          </a:bodyPr>
          <a:lstStyle/>
          <a:p>
            <a:r>
              <a:rPr lang="en-US" sz="1400" i="1" dirty="0"/>
              <a:t>*</a:t>
            </a:r>
            <a:r>
              <a:rPr lang="en-US" sz="1400" i="1" dirty="0" err="1"/>
              <a:t>minCount</a:t>
            </a:r>
            <a:r>
              <a:rPr lang="en-US" sz="1400" i="1" dirty="0"/>
              <a:t> = 1, epochs=100 for all</a:t>
            </a:r>
          </a:p>
        </p:txBody>
      </p:sp>
    </p:spTree>
    <p:extLst>
      <p:ext uri="{BB962C8B-B14F-4D97-AF65-F5344CB8AC3E}">
        <p14:creationId xmlns:p14="http://schemas.microsoft.com/office/powerpoint/2010/main" val="4020456675"/>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E78EC-83F8-43CC-B460-8D14A6B66B30}"/>
              </a:ext>
            </a:extLst>
          </p:cNvPr>
          <p:cNvSpPr>
            <a:spLocks noGrp="1"/>
          </p:cNvSpPr>
          <p:nvPr>
            <p:ph type="title"/>
          </p:nvPr>
        </p:nvSpPr>
        <p:spPr>
          <a:xfrm>
            <a:off x="336620" y="236734"/>
            <a:ext cx="10515600" cy="469257"/>
          </a:xfrm>
        </p:spPr>
        <p:txBody>
          <a:bodyPr>
            <a:normAutofit fontScale="90000"/>
          </a:bodyPr>
          <a:lstStyle/>
          <a:p>
            <a:r>
              <a:rPr lang="en-US" dirty="0"/>
              <a:t>Voting Hard: RF + LR</a:t>
            </a:r>
          </a:p>
        </p:txBody>
      </p:sp>
      <p:graphicFrame>
        <p:nvGraphicFramePr>
          <p:cNvPr id="4" name="Table 4">
            <a:extLst>
              <a:ext uri="{FF2B5EF4-FFF2-40B4-BE49-F238E27FC236}">
                <a16:creationId xmlns:a16="http://schemas.microsoft.com/office/drawing/2014/main" id="{E5A2C5FA-552C-4495-848E-96E214A5D4DF}"/>
              </a:ext>
            </a:extLst>
          </p:cNvPr>
          <p:cNvGraphicFramePr>
            <a:graphicFrameLocks noGrp="1"/>
          </p:cNvGraphicFramePr>
          <p:nvPr>
            <p:ph idx="1"/>
            <p:extLst>
              <p:ext uri="{D42A27DB-BD31-4B8C-83A1-F6EECF244321}">
                <p14:modId xmlns:p14="http://schemas.microsoft.com/office/powerpoint/2010/main" val="1665845237"/>
              </p:ext>
            </p:extLst>
          </p:nvPr>
        </p:nvGraphicFramePr>
        <p:xfrm>
          <a:off x="336620" y="984737"/>
          <a:ext cx="11440047" cy="5401900"/>
        </p:xfrm>
        <a:graphic>
          <a:graphicData uri="http://schemas.openxmlformats.org/drawingml/2006/table">
            <a:tbl>
              <a:tblPr firstRow="1" bandRow="1">
                <a:tableStyleId>{5C22544A-7EE6-4342-B048-85BDC9FD1C3A}</a:tableStyleId>
              </a:tblPr>
              <a:tblGrid>
                <a:gridCol w="2929094">
                  <a:extLst>
                    <a:ext uri="{9D8B030D-6E8A-4147-A177-3AD203B41FA5}">
                      <a16:colId xmlns:a16="http://schemas.microsoft.com/office/drawing/2014/main" val="2791277913"/>
                    </a:ext>
                  </a:extLst>
                </a:gridCol>
                <a:gridCol w="1637882">
                  <a:extLst>
                    <a:ext uri="{9D8B030D-6E8A-4147-A177-3AD203B41FA5}">
                      <a16:colId xmlns:a16="http://schemas.microsoft.com/office/drawing/2014/main" val="3136872992"/>
                    </a:ext>
                  </a:extLst>
                </a:gridCol>
                <a:gridCol w="1577591">
                  <a:extLst>
                    <a:ext uri="{9D8B030D-6E8A-4147-A177-3AD203B41FA5}">
                      <a16:colId xmlns:a16="http://schemas.microsoft.com/office/drawing/2014/main" val="655949350"/>
                    </a:ext>
                  </a:extLst>
                </a:gridCol>
                <a:gridCol w="1316334">
                  <a:extLst>
                    <a:ext uri="{9D8B030D-6E8A-4147-A177-3AD203B41FA5}">
                      <a16:colId xmlns:a16="http://schemas.microsoft.com/office/drawing/2014/main" val="1931347418"/>
                    </a:ext>
                  </a:extLst>
                </a:gridCol>
                <a:gridCol w="1477108">
                  <a:extLst>
                    <a:ext uri="{9D8B030D-6E8A-4147-A177-3AD203B41FA5}">
                      <a16:colId xmlns:a16="http://schemas.microsoft.com/office/drawing/2014/main" val="1364821012"/>
                    </a:ext>
                  </a:extLst>
                </a:gridCol>
                <a:gridCol w="1286189">
                  <a:extLst>
                    <a:ext uri="{9D8B030D-6E8A-4147-A177-3AD203B41FA5}">
                      <a16:colId xmlns:a16="http://schemas.microsoft.com/office/drawing/2014/main" val="3537832492"/>
                    </a:ext>
                  </a:extLst>
                </a:gridCol>
                <a:gridCol w="1215849">
                  <a:extLst>
                    <a:ext uri="{9D8B030D-6E8A-4147-A177-3AD203B41FA5}">
                      <a16:colId xmlns:a16="http://schemas.microsoft.com/office/drawing/2014/main" val="2905688231"/>
                    </a:ext>
                  </a:extLst>
                </a:gridCol>
              </a:tblGrid>
              <a:tr h="624679">
                <a:tc>
                  <a:txBody>
                    <a:bodyPr/>
                    <a:lstStyle/>
                    <a:p>
                      <a:r>
                        <a:rPr lang="en-US" dirty="0"/>
                        <a:t>Model</a:t>
                      </a:r>
                    </a:p>
                  </a:txBody>
                  <a:tcPr/>
                </a:tc>
                <a:tc>
                  <a:txBody>
                    <a:bodyPr/>
                    <a:lstStyle/>
                    <a:p>
                      <a:r>
                        <a:rPr lang="en-US" dirty="0"/>
                        <a:t>Pre-processing</a:t>
                      </a:r>
                    </a:p>
                  </a:txBody>
                  <a:tcPr/>
                </a:tc>
                <a:tc>
                  <a:txBody>
                    <a:bodyPr/>
                    <a:lstStyle/>
                    <a:p>
                      <a:r>
                        <a:rPr lang="en-US" dirty="0"/>
                        <a:t>Data augmentation</a:t>
                      </a:r>
                    </a:p>
                  </a:txBody>
                  <a:tcPr/>
                </a:tc>
                <a:tc>
                  <a:txBody>
                    <a:bodyPr/>
                    <a:lstStyle/>
                    <a:p>
                      <a:r>
                        <a:rPr lang="en-US" dirty="0"/>
                        <a:t>Train data</a:t>
                      </a:r>
                    </a:p>
                  </a:txBody>
                  <a:tcPr/>
                </a:tc>
                <a:tc>
                  <a:txBody>
                    <a:bodyPr/>
                    <a:lstStyle/>
                    <a:p>
                      <a:r>
                        <a:rPr lang="en-US" dirty="0"/>
                        <a:t>ITEM1_DESC mapping</a:t>
                      </a:r>
                    </a:p>
                  </a:txBody>
                  <a:tcPr/>
                </a:tc>
                <a:tc>
                  <a:txBody>
                    <a:bodyPr/>
                    <a:lstStyle/>
                    <a:p>
                      <a:r>
                        <a:rPr lang="en-US" dirty="0"/>
                        <a:t>TF category</a:t>
                      </a:r>
                    </a:p>
                  </a:txBody>
                  <a:tcPr/>
                </a:tc>
                <a:tc>
                  <a:txBody>
                    <a:bodyPr/>
                    <a:lstStyle/>
                    <a:p>
                      <a:r>
                        <a:rPr lang="en-US" dirty="0"/>
                        <a:t>TF variety</a:t>
                      </a:r>
                    </a:p>
                  </a:txBody>
                  <a:tcPr/>
                </a:tc>
                <a:extLst>
                  <a:ext uri="{0D108BD9-81ED-4DB2-BD59-A6C34878D82A}">
                    <a16:rowId xmlns:a16="http://schemas.microsoft.com/office/drawing/2014/main" val="1170707996"/>
                  </a:ext>
                </a:extLst>
              </a:tr>
              <a:tr h="356960">
                <a:tc>
                  <a:txBody>
                    <a:bodyPr/>
                    <a:lstStyle/>
                    <a:p>
                      <a:r>
                        <a:rPr lang="en-US" dirty="0"/>
                        <a:t>Voting Hard</a:t>
                      </a:r>
                    </a:p>
                  </a:txBody>
                  <a:tcPr/>
                </a:tc>
                <a:tc>
                  <a:txBody>
                    <a:bodyPr/>
                    <a:lstStyle/>
                    <a:p>
                      <a:r>
                        <a:rPr lang="en-US" dirty="0"/>
                        <a:t>Yes</a:t>
                      </a:r>
                    </a:p>
                  </a:txBody>
                  <a:tcPr/>
                </a:tc>
                <a:tc>
                  <a:txBody>
                    <a:bodyPr/>
                    <a:lstStyle/>
                    <a:p>
                      <a:r>
                        <a:rPr lang="en-US" dirty="0"/>
                        <a:t>Yes</a:t>
                      </a:r>
                    </a:p>
                  </a:txBody>
                  <a:tcPr/>
                </a:tc>
                <a:tc>
                  <a:txBody>
                    <a:bodyPr/>
                    <a:lstStyle/>
                    <a:p>
                      <a:r>
                        <a:rPr lang="en-US" dirty="0"/>
                        <a:t>69996</a:t>
                      </a:r>
                    </a:p>
                  </a:txBody>
                  <a:tcPr/>
                </a:tc>
                <a:tc>
                  <a:txBody>
                    <a:bodyPr/>
                    <a:lstStyle/>
                    <a:p>
                      <a:r>
                        <a:rPr lang="en-US" dirty="0"/>
                        <a:t>Yes</a:t>
                      </a:r>
                    </a:p>
                  </a:txBody>
                  <a:tcPr/>
                </a:tc>
                <a:tc>
                  <a:txBody>
                    <a:bodyPr/>
                    <a:lstStyle/>
                    <a:p>
                      <a:r>
                        <a:rPr lang="en-US" dirty="0"/>
                        <a:t>67.31</a:t>
                      </a:r>
                    </a:p>
                  </a:txBody>
                  <a:tcPr/>
                </a:tc>
                <a:tc>
                  <a:txBody>
                    <a:bodyPr/>
                    <a:lstStyle/>
                    <a:p>
                      <a:r>
                        <a:rPr lang="en-US" dirty="0"/>
                        <a:t>79.05</a:t>
                      </a:r>
                    </a:p>
                  </a:txBody>
                  <a:tcPr/>
                </a:tc>
                <a:extLst>
                  <a:ext uri="{0D108BD9-81ED-4DB2-BD59-A6C34878D82A}">
                    <a16:rowId xmlns:a16="http://schemas.microsoft.com/office/drawing/2014/main" val="2672376542"/>
                  </a:ext>
                </a:extLst>
              </a:tr>
              <a:tr h="356960">
                <a:tc>
                  <a:txBody>
                    <a:bodyPr/>
                    <a:lstStyle/>
                    <a:p>
                      <a:r>
                        <a:rPr lang="en-US" dirty="0"/>
                        <a:t>Voting Hard</a:t>
                      </a:r>
                    </a:p>
                  </a:txBody>
                  <a:tcPr>
                    <a:lnB w="38100" cap="flat" cmpd="sng" algn="ctr">
                      <a:solidFill>
                        <a:schemeClr val="tx1"/>
                      </a:solidFill>
                      <a:prstDash val="solid"/>
                      <a:round/>
                      <a:headEnd type="none" w="med" len="med"/>
                      <a:tailEnd type="none" w="med" len="med"/>
                    </a:lnB>
                  </a:tcPr>
                </a:tc>
                <a:tc>
                  <a:txBody>
                    <a:bodyPr/>
                    <a:lstStyle/>
                    <a:p>
                      <a:r>
                        <a:rPr lang="en-US" dirty="0"/>
                        <a:t>Yes</a:t>
                      </a:r>
                    </a:p>
                  </a:txBody>
                  <a:tcPr>
                    <a:lnB w="38100" cap="flat" cmpd="sng" algn="ctr">
                      <a:solidFill>
                        <a:schemeClr val="tx1"/>
                      </a:solidFill>
                      <a:prstDash val="solid"/>
                      <a:round/>
                      <a:headEnd type="none" w="med" len="med"/>
                      <a:tailEnd type="none" w="med" len="med"/>
                    </a:lnB>
                  </a:tcPr>
                </a:tc>
                <a:tc>
                  <a:txBody>
                    <a:bodyPr/>
                    <a:lstStyle/>
                    <a:p>
                      <a:r>
                        <a:rPr lang="en-US" dirty="0"/>
                        <a:t>Yes</a:t>
                      </a:r>
                    </a:p>
                  </a:txBody>
                  <a:tcPr>
                    <a:lnB w="38100" cap="flat" cmpd="sng" algn="ctr">
                      <a:solidFill>
                        <a:schemeClr val="tx1"/>
                      </a:solidFill>
                      <a:prstDash val="solid"/>
                      <a:round/>
                      <a:headEnd type="none" w="med" len="med"/>
                      <a:tailEnd type="none" w="med" len="med"/>
                    </a:lnB>
                  </a:tcPr>
                </a:tc>
                <a:tc>
                  <a:txBody>
                    <a:bodyPr/>
                    <a:lstStyle/>
                    <a:p>
                      <a:r>
                        <a:rPr lang="en-US" dirty="0"/>
                        <a:t>69886</a:t>
                      </a:r>
                    </a:p>
                  </a:txBody>
                  <a:tcPr>
                    <a:lnB w="38100" cap="flat" cmpd="sng" algn="ctr">
                      <a:solidFill>
                        <a:schemeClr val="tx1"/>
                      </a:solidFill>
                      <a:prstDash val="solid"/>
                      <a:round/>
                      <a:headEnd type="none" w="med" len="med"/>
                      <a:tailEnd type="none" w="med" len="med"/>
                    </a:lnB>
                  </a:tcPr>
                </a:tc>
                <a:tc>
                  <a:txBody>
                    <a:bodyPr/>
                    <a:lstStyle/>
                    <a:p>
                      <a:r>
                        <a:rPr lang="en-US" dirty="0"/>
                        <a:t>Yes</a:t>
                      </a:r>
                    </a:p>
                  </a:txBody>
                  <a:tcPr>
                    <a:lnB w="38100" cap="flat" cmpd="sng" algn="ctr">
                      <a:solidFill>
                        <a:schemeClr val="tx1"/>
                      </a:solidFill>
                      <a:prstDash val="solid"/>
                      <a:round/>
                      <a:headEnd type="none" w="med" len="med"/>
                      <a:tailEnd type="none" w="med" len="med"/>
                    </a:lnB>
                  </a:tcPr>
                </a:tc>
                <a:tc>
                  <a:txBody>
                    <a:bodyPr/>
                    <a:lstStyle/>
                    <a:p>
                      <a:r>
                        <a:rPr lang="en-US" dirty="0"/>
                        <a:t>68.77</a:t>
                      </a:r>
                    </a:p>
                  </a:txBody>
                  <a:tcPr>
                    <a:lnB w="38100" cap="flat" cmpd="sng" algn="ctr">
                      <a:solidFill>
                        <a:schemeClr val="tx1"/>
                      </a:solidFill>
                      <a:prstDash val="solid"/>
                      <a:round/>
                      <a:headEnd type="none" w="med" len="med"/>
                      <a:tailEnd type="none" w="med" len="med"/>
                    </a:lnB>
                  </a:tcPr>
                </a:tc>
                <a:tc>
                  <a:txBody>
                    <a:bodyPr/>
                    <a:lstStyle/>
                    <a:p>
                      <a:r>
                        <a:rPr lang="en-US" dirty="0"/>
                        <a:t>78.29</a:t>
                      </a:r>
                    </a:p>
                  </a:txBody>
                  <a:tcPr>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8334131"/>
                  </a:ext>
                </a:extLst>
              </a:tr>
              <a:tr h="356960">
                <a:tc>
                  <a:txBody>
                    <a:bodyPr/>
                    <a:lstStyle/>
                    <a:p>
                      <a:r>
                        <a:rPr lang="en-US" dirty="0"/>
                        <a:t>Voting Hard</a:t>
                      </a:r>
                    </a:p>
                  </a:txBody>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solidFill>
                      <a:schemeClr val="accent3">
                        <a:lumMod val="20000"/>
                        <a:lumOff val="80000"/>
                      </a:schemeClr>
                    </a:solidFill>
                  </a:tcPr>
                </a:tc>
                <a:tc>
                  <a:txBody>
                    <a:bodyPr/>
                    <a:lstStyle/>
                    <a:p>
                      <a:r>
                        <a:rPr lang="en-US" dirty="0"/>
                        <a:t>Yes</a:t>
                      </a:r>
                    </a:p>
                  </a:txBody>
                  <a:tcPr>
                    <a:lnT w="38100" cap="flat" cmpd="sng" algn="ctr">
                      <a:solidFill>
                        <a:schemeClr val="tx1"/>
                      </a:solidFill>
                      <a:prstDash val="solid"/>
                      <a:round/>
                      <a:headEnd type="none" w="med" len="med"/>
                      <a:tailEnd type="none" w="med" len="med"/>
                    </a:lnT>
                    <a:solidFill>
                      <a:schemeClr val="accent3">
                        <a:lumMod val="20000"/>
                        <a:lumOff val="80000"/>
                      </a:schemeClr>
                    </a:solidFill>
                  </a:tcPr>
                </a:tc>
                <a:tc>
                  <a:txBody>
                    <a:bodyPr/>
                    <a:lstStyle/>
                    <a:p>
                      <a:r>
                        <a:rPr lang="en-US" dirty="0"/>
                        <a:t>Yes</a:t>
                      </a:r>
                    </a:p>
                  </a:txBody>
                  <a:tcPr>
                    <a:lnT w="38100" cap="flat" cmpd="sng" algn="ctr">
                      <a:solidFill>
                        <a:schemeClr val="tx1"/>
                      </a:solidFill>
                      <a:prstDash val="solid"/>
                      <a:round/>
                      <a:headEnd type="none" w="med" len="med"/>
                      <a:tailEnd type="none" w="med" len="med"/>
                    </a:lnT>
                    <a:solidFill>
                      <a:schemeClr val="accent3">
                        <a:lumMod val="20000"/>
                        <a:lumOff val="80000"/>
                      </a:schemeClr>
                    </a:solidFill>
                  </a:tcPr>
                </a:tc>
                <a:tc>
                  <a:txBody>
                    <a:bodyPr/>
                    <a:lstStyle/>
                    <a:p>
                      <a:r>
                        <a:rPr lang="en-US" dirty="0">
                          <a:highlight>
                            <a:srgbClr val="FFFF00"/>
                          </a:highlight>
                        </a:rPr>
                        <a:t>69864</a:t>
                      </a:r>
                    </a:p>
                  </a:txBody>
                  <a:tcPr>
                    <a:lnT w="38100" cap="flat" cmpd="sng" algn="ctr">
                      <a:solidFill>
                        <a:schemeClr val="tx1"/>
                      </a:solidFill>
                      <a:prstDash val="solid"/>
                      <a:round/>
                      <a:headEnd type="none" w="med" len="med"/>
                      <a:tailEnd type="none" w="med" len="med"/>
                    </a:lnT>
                    <a:solidFill>
                      <a:schemeClr val="accent3">
                        <a:lumMod val="20000"/>
                        <a:lumOff val="80000"/>
                      </a:schemeClr>
                    </a:solidFill>
                  </a:tcPr>
                </a:tc>
                <a:tc>
                  <a:txBody>
                    <a:bodyPr/>
                    <a:lstStyle/>
                    <a:p>
                      <a:r>
                        <a:rPr lang="en-US" dirty="0"/>
                        <a:t>Yes</a:t>
                      </a:r>
                    </a:p>
                  </a:txBody>
                  <a:tcPr>
                    <a:lnT w="38100" cap="flat" cmpd="sng" algn="ctr">
                      <a:solidFill>
                        <a:schemeClr val="tx1"/>
                      </a:solidFill>
                      <a:prstDash val="solid"/>
                      <a:round/>
                      <a:headEnd type="none" w="med" len="med"/>
                      <a:tailEnd type="none" w="med" len="med"/>
                    </a:lnT>
                    <a:solidFill>
                      <a:schemeClr val="accent3">
                        <a:lumMod val="20000"/>
                        <a:lumOff val="80000"/>
                      </a:schemeClr>
                    </a:solidFill>
                  </a:tcPr>
                </a:tc>
                <a:tc>
                  <a:txBody>
                    <a:bodyPr/>
                    <a:lstStyle/>
                    <a:p>
                      <a:r>
                        <a:rPr lang="en-US" dirty="0"/>
                        <a:t>72.42</a:t>
                      </a:r>
                    </a:p>
                  </a:txBody>
                  <a:tcPr>
                    <a:lnT w="38100" cap="flat" cmpd="sng" algn="ctr">
                      <a:solidFill>
                        <a:schemeClr val="tx1"/>
                      </a:solidFill>
                      <a:prstDash val="solid"/>
                      <a:round/>
                      <a:headEnd type="none" w="med" len="med"/>
                      <a:tailEnd type="none" w="med" len="med"/>
                    </a:lnT>
                    <a:solidFill>
                      <a:schemeClr val="accent3">
                        <a:lumMod val="20000"/>
                        <a:lumOff val="80000"/>
                      </a:schemeClr>
                    </a:solidFill>
                  </a:tcPr>
                </a:tc>
                <a:tc>
                  <a:txBody>
                    <a:bodyPr/>
                    <a:lstStyle/>
                    <a:p>
                      <a:r>
                        <a:rPr lang="en-US" dirty="0"/>
                        <a:t>77.59</a:t>
                      </a:r>
                    </a:p>
                  </a:txBody>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solidFill>
                      <a:schemeClr val="accent3">
                        <a:lumMod val="20000"/>
                        <a:lumOff val="80000"/>
                      </a:schemeClr>
                    </a:solidFill>
                  </a:tcPr>
                </a:tc>
                <a:extLst>
                  <a:ext uri="{0D108BD9-81ED-4DB2-BD59-A6C34878D82A}">
                    <a16:rowId xmlns:a16="http://schemas.microsoft.com/office/drawing/2014/main" val="2009897175"/>
                  </a:ext>
                </a:extLst>
              </a:tr>
              <a:tr h="356960">
                <a:tc>
                  <a:txBody>
                    <a:bodyPr/>
                    <a:lstStyle/>
                    <a:p>
                      <a:r>
                        <a:rPr lang="en-US" dirty="0"/>
                        <a:t>Voting Hard</a:t>
                      </a:r>
                    </a:p>
                  </a:txBody>
                  <a:tcPr>
                    <a:lnL w="38100" cap="flat" cmpd="sng" algn="ctr">
                      <a:solidFill>
                        <a:schemeClr val="tx1"/>
                      </a:solidFill>
                      <a:prstDash val="solid"/>
                      <a:round/>
                      <a:headEnd type="none" w="med" len="med"/>
                      <a:tailEnd type="none" w="med" len="med"/>
                    </a:lnL>
                    <a:solidFill>
                      <a:schemeClr val="accent3">
                        <a:lumMod val="20000"/>
                        <a:lumOff val="80000"/>
                      </a:schemeClr>
                    </a:solidFill>
                  </a:tcPr>
                </a:tc>
                <a:tc>
                  <a:txBody>
                    <a:bodyPr/>
                    <a:lstStyle/>
                    <a:p>
                      <a:r>
                        <a:rPr lang="en-US" dirty="0"/>
                        <a:t>Yes</a:t>
                      </a:r>
                    </a:p>
                  </a:txBody>
                  <a:tcPr>
                    <a:solidFill>
                      <a:schemeClr val="accent3">
                        <a:lumMod val="20000"/>
                        <a:lumOff val="80000"/>
                      </a:schemeClr>
                    </a:solidFill>
                  </a:tcPr>
                </a:tc>
                <a:tc>
                  <a:txBody>
                    <a:bodyPr/>
                    <a:lstStyle/>
                    <a:p>
                      <a:r>
                        <a:rPr lang="en-US" dirty="0"/>
                        <a:t>Yes</a:t>
                      </a:r>
                    </a:p>
                  </a:txBody>
                  <a:tcPr>
                    <a:solidFill>
                      <a:schemeClr val="accent3">
                        <a:lumMod val="20000"/>
                        <a:lumOff val="80000"/>
                      </a:schemeClr>
                    </a:solidFill>
                  </a:tcPr>
                </a:tc>
                <a:tc>
                  <a:txBody>
                    <a:bodyPr/>
                    <a:lstStyle/>
                    <a:p>
                      <a:r>
                        <a:rPr lang="en-US" dirty="0">
                          <a:highlight>
                            <a:srgbClr val="FFFF00"/>
                          </a:highlight>
                        </a:rPr>
                        <a:t>69864</a:t>
                      </a:r>
                    </a:p>
                  </a:txBody>
                  <a:tcPr>
                    <a:solidFill>
                      <a:schemeClr val="accent3">
                        <a:lumMod val="20000"/>
                        <a:lumOff val="80000"/>
                      </a:schemeClr>
                    </a:solidFill>
                  </a:tcPr>
                </a:tc>
                <a:tc>
                  <a:txBody>
                    <a:bodyPr/>
                    <a:lstStyle/>
                    <a:p>
                      <a:r>
                        <a:rPr lang="en-US" dirty="0"/>
                        <a:t>Yes</a:t>
                      </a:r>
                    </a:p>
                  </a:txBody>
                  <a:tcPr>
                    <a:solidFill>
                      <a:schemeClr val="accent3">
                        <a:lumMod val="20000"/>
                        <a:lumOff val="80000"/>
                      </a:schemeClr>
                    </a:solidFill>
                  </a:tcPr>
                </a:tc>
                <a:tc>
                  <a:txBody>
                    <a:bodyPr/>
                    <a:lstStyle/>
                    <a:p>
                      <a:r>
                        <a:rPr lang="en-US" dirty="0"/>
                        <a:t>68.38</a:t>
                      </a:r>
                    </a:p>
                  </a:txBody>
                  <a:tcPr>
                    <a:solidFill>
                      <a:schemeClr val="accent3">
                        <a:lumMod val="20000"/>
                        <a:lumOff val="80000"/>
                      </a:schemeClr>
                    </a:solidFill>
                  </a:tcPr>
                </a:tc>
                <a:tc>
                  <a:txBody>
                    <a:bodyPr/>
                    <a:lstStyle/>
                    <a:p>
                      <a:r>
                        <a:rPr lang="en-US" dirty="0"/>
                        <a:t>74.86</a:t>
                      </a:r>
                    </a:p>
                  </a:txBody>
                  <a:tcPr>
                    <a:lnR w="38100" cap="flat" cmpd="sng" algn="ctr">
                      <a:solidFill>
                        <a:schemeClr val="tx1"/>
                      </a:solidFill>
                      <a:prstDash val="solid"/>
                      <a:round/>
                      <a:headEnd type="none" w="med" len="med"/>
                      <a:tailEnd type="none" w="med" len="med"/>
                    </a:lnR>
                    <a:solidFill>
                      <a:schemeClr val="accent3">
                        <a:lumMod val="20000"/>
                        <a:lumOff val="80000"/>
                      </a:schemeClr>
                    </a:solidFill>
                  </a:tcPr>
                </a:tc>
                <a:extLst>
                  <a:ext uri="{0D108BD9-81ED-4DB2-BD59-A6C34878D82A}">
                    <a16:rowId xmlns:a16="http://schemas.microsoft.com/office/drawing/2014/main" val="1503850686"/>
                  </a:ext>
                </a:extLst>
              </a:tr>
              <a:tr h="356960">
                <a:tc>
                  <a:txBody>
                    <a:bodyPr/>
                    <a:lstStyle/>
                    <a:p>
                      <a:r>
                        <a:rPr lang="en-US" dirty="0"/>
                        <a:t>Voting Hard</a:t>
                      </a:r>
                    </a:p>
                  </a:txBody>
                  <a:tcPr>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dirty="0"/>
                        <a:t>Yes</a:t>
                      </a:r>
                    </a:p>
                  </a:txBody>
                  <a:tcPr>
                    <a:lnB w="381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dirty="0"/>
                        <a:t>Yes</a:t>
                      </a:r>
                    </a:p>
                  </a:txBody>
                  <a:tcPr>
                    <a:lnB w="381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dirty="0">
                          <a:highlight>
                            <a:srgbClr val="FFFF00"/>
                          </a:highlight>
                        </a:rPr>
                        <a:t>69864</a:t>
                      </a:r>
                    </a:p>
                  </a:txBody>
                  <a:tcPr>
                    <a:lnB w="381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dirty="0"/>
                        <a:t>Yes</a:t>
                      </a:r>
                    </a:p>
                  </a:txBody>
                  <a:tcPr>
                    <a:lnB w="381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dirty="0"/>
                        <a:t>67.71</a:t>
                      </a:r>
                    </a:p>
                  </a:txBody>
                  <a:tcPr>
                    <a:lnB w="381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dirty="0"/>
                        <a:t>73.40</a:t>
                      </a:r>
                    </a:p>
                  </a:txBody>
                  <a:tcPr>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980795466"/>
                  </a:ext>
                </a:extLst>
              </a:tr>
              <a:tr h="356960">
                <a:tc>
                  <a:txBody>
                    <a:bodyPr/>
                    <a:lstStyle/>
                    <a:p>
                      <a:r>
                        <a:rPr lang="en-US" dirty="0"/>
                        <a:t>Voting Hard</a:t>
                      </a:r>
                    </a:p>
                  </a:txBody>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r>
                        <a:rPr lang="en-US" dirty="0"/>
                        <a:t>Yes</a:t>
                      </a:r>
                    </a:p>
                  </a:txBody>
                  <a:tcPr>
                    <a:lnT w="38100" cap="flat" cmpd="sng" algn="ctr">
                      <a:solidFill>
                        <a:schemeClr val="tx1"/>
                      </a:solidFill>
                      <a:prstDash val="solid"/>
                      <a:round/>
                      <a:headEnd type="none" w="med" len="med"/>
                      <a:tailEnd type="none" w="med" len="med"/>
                    </a:lnT>
                  </a:tcPr>
                </a:tc>
                <a:tc>
                  <a:txBody>
                    <a:bodyPr/>
                    <a:lstStyle/>
                    <a:p>
                      <a:r>
                        <a:rPr lang="en-US" dirty="0">
                          <a:highlight>
                            <a:srgbClr val="FFFF00"/>
                          </a:highlight>
                        </a:rPr>
                        <a:t>No</a:t>
                      </a:r>
                    </a:p>
                  </a:txBody>
                  <a:tcPr>
                    <a:lnT w="38100" cap="flat" cmpd="sng" algn="ctr">
                      <a:solidFill>
                        <a:schemeClr val="tx1"/>
                      </a:solidFill>
                      <a:prstDash val="solid"/>
                      <a:round/>
                      <a:headEnd type="none" w="med" len="med"/>
                      <a:tailEnd type="none" w="med" len="med"/>
                    </a:lnT>
                  </a:tcPr>
                </a:tc>
                <a:tc>
                  <a:txBody>
                    <a:bodyPr/>
                    <a:lstStyle/>
                    <a:p>
                      <a:r>
                        <a:rPr lang="en-US" dirty="0"/>
                        <a:t>50248</a:t>
                      </a:r>
                    </a:p>
                  </a:txBody>
                  <a:tcPr>
                    <a:lnT w="38100" cap="flat" cmpd="sng" algn="ctr">
                      <a:solidFill>
                        <a:schemeClr val="tx1"/>
                      </a:solidFill>
                      <a:prstDash val="solid"/>
                      <a:round/>
                      <a:headEnd type="none" w="med" len="med"/>
                      <a:tailEnd type="none" w="med" len="med"/>
                    </a:lnT>
                  </a:tcPr>
                </a:tc>
                <a:tc>
                  <a:txBody>
                    <a:bodyPr/>
                    <a:lstStyle/>
                    <a:p>
                      <a:r>
                        <a:rPr lang="en-US" dirty="0"/>
                        <a:t>Yes</a:t>
                      </a:r>
                    </a:p>
                  </a:txBody>
                  <a:tcPr>
                    <a:lnT w="38100" cap="flat" cmpd="sng" algn="ctr">
                      <a:solidFill>
                        <a:schemeClr val="tx1"/>
                      </a:solidFill>
                      <a:prstDash val="solid"/>
                      <a:round/>
                      <a:headEnd type="none" w="med" len="med"/>
                      <a:tailEnd type="none" w="med" len="med"/>
                    </a:lnT>
                  </a:tcPr>
                </a:tc>
                <a:tc>
                  <a:txBody>
                    <a:bodyPr/>
                    <a:lstStyle/>
                    <a:p>
                      <a:r>
                        <a:rPr lang="en-US" dirty="0"/>
                        <a:t>61.32	</a:t>
                      </a:r>
                    </a:p>
                  </a:txBody>
                  <a:tcPr>
                    <a:lnT w="38100" cap="flat" cmpd="sng" algn="ctr">
                      <a:solidFill>
                        <a:schemeClr val="tx1"/>
                      </a:solidFill>
                      <a:prstDash val="solid"/>
                      <a:round/>
                      <a:headEnd type="none" w="med" len="med"/>
                      <a:tailEnd type="none" w="med" len="med"/>
                    </a:lnT>
                  </a:tcPr>
                </a:tc>
                <a:tc>
                  <a:txBody>
                    <a:bodyPr/>
                    <a:lstStyle/>
                    <a:p>
                      <a:r>
                        <a:rPr lang="en-US" dirty="0"/>
                        <a:t>75.12</a:t>
                      </a:r>
                    </a:p>
                  </a:txBody>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670779521"/>
                  </a:ext>
                </a:extLst>
              </a:tr>
              <a:tr h="356960">
                <a:tc>
                  <a:txBody>
                    <a:bodyPr/>
                    <a:lstStyle/>
                    <a:p>
                      <a:r>
                        <a:rPr lang="en-US" dirty="0"/>
                        <a:t>Voting Hard</a:t>
                      </a:r>
                    </a:p>
                  </a:txBody>
                  <a:tcPr>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r>
                        <a:rPr lang="en-US" dirty="0"/>
                        <a:t>Yes</a:t>
                      </a:r>
                    </a:p>
                  </a:txBody>
                  <a:tcPr>
                    <a:lnB w="38100" cap="flat" cmpd="sng" algn="ctr">
                      <a:solidFill>
                        <a:schemeClr val="tx1"/>
                      </a:solidFill>
                      <a:prstDash val="solid"/>
                      <a:round/>
                      <a:headEnd type="none" w="med" len="med"/>
                      <a:tailEnd type="none" w="med" len="med"/>
                    </a:lnB>
                  </a:tcPr>
                </a:tc>
                <a:tc>
                  <a:txBody>
                    <a:bodyPr/>
                    <a:lstStyle/>
                    <a:p>
                      <a:r>
                        <a:rPr lang="en-US" dirty="0">
                          <a:highlight>
                            <a:srgbClr val="FFFF00"/>
                          </a:highlight>
                        </a:rPr>
                        <a:t>No</a:t>
                      </a:r>
                    </a:p>
                  </a:txBody>
                  <a:tcPr>
                    <a:lnB w="38100" cap="flat" cmpd="sng" algn="ctr">
                      <a:solidFill>
                        <a:schemeClr val="tx1"/>
                      </a:solidFill>
                      <a:prstDash val="solid"/>
                      <a:round/>
                      <a:headEnd type="none" w="med" len="med"/>
                      <a:tailEnd type="none" w="med" len="med"/>
                    </a:lnB>
                  </a:tcPr>
                </a:tc>
                <a:tc>
                  <a:txBody>
                    <a:bodyPr/>
                    <a:lstStyle/>
                    <a:p>
                      <a:r>
                        <a:rPr lang="en-US" dirty="0"/>
                        <a:t>50248</a:t>
                      </a:r>
                    </a:p>
                  </a:txBody>
                  <a:tcPr>
                    <a:lnB w="38100" cap="flat" cmpd="sng" algn="ctr">
                      <a:solidFill>
                        <a:schemeClr val="tx1"/>
                      </a:solidFill>
                      <a:prstDash val="solid"/>
                      <a:round/>
                      <a:headEnd type="none" w="med" len="med"/>
                      <a:tailEnd type="none" w="med" len="med"/>
                    </a:lnB>
                  </a:tcPr>
                </a:tc>
                <a:tc>
                  <a:txBody>
                    <a:bodyPr/>
                    <a:lstStyle/>
                    <a:p>
                      <a:r>
                        <a:rPr lang="en-US" dirty="0"/>
                        <a:t>Yes</a:t>
                      </a:r>
                    </a:p>
                  </a:txBody>
                  <a:tcPr>
                    <a:lnB w="38100" cap="flat" cmpd="sng" algn="ctr">
                      <a:solidFill>
                        <a:schemeClr val="tx1"/>
                      </a:solidFill>
                      <a:prstDash val="solid"/>
                      <a:round/>
                      <a:headEnd type="none" w="med" len="med"/>
                      <a:tailEnd type="none" w="med" len="med"/>
                    </a:lnB>
                  </a:tcPr>
                </a:tc>
                <a:tc>
                  <a:txBody>
                    <a:bodyPr/>
                    <a:lstStyle/>
                    <a:p>
                      <a:r>
                        <a:rPr lang="en-US" dirty="0"/>
                        <a:t>63.99	</a:t>
                      </a:r>
                    </a:p>
                  </a:txBody>
                  <a:tcPr>
                    <a:lnB w="38100" cap="flat" cmpd="sng" algn="ctr">
                      <a:solidFill>
                        <a:schemeClr val="tx1"/>
                      </a:solidFill>
                      <a:prstDash val="solid"/>
                      <a:round/>
                      <a:headEnd type="none" w="med" len="med"/>
                      <a:tailEnd type="none" w="med" len="med"/>
                    </a:lnB>
                  </a:tcPr>
                </a:tc>
                <a:tc>
                  <a:txBody>
                    <a:bodyPr/>
                    <a:lstStyle/>
                    <a:p>
                      <a:r>
                        <a:rPr lang="en-US" dirty="0"/>
                        <a:t>75.88</a:t>
                      </a:r>
                    </a:p>
                  </a:txBody>
                  <a:tcPr>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83846751"/>
                  </a:ext>
                </a:extLst>
              </a:tr>
              <a:tr h="356960">
                <a:tc>
                  <a:txBody>
                    <a:bodyPr/>
                    <a:lstStyle/>
                    <a:p>
                      <a:r>
                        <a:rPr lang="en-US" dirty="0"/>
                        <a:t>Voting Hard (</a:t>
                      </a:r>
                      <a:r>
                        <a:rPr lang="en-US" dirty="0">
                          <a:highlight>
                            <a:srgbClr val="FFFF00"/>
                          </a:highlight>
                        </a:rPr>
                        <a:t>None,42</a:t>
                      </a:r>
                      <a:r>
                        <a:rPr lang="en-US" dirty="0"/>
                        <a:t>)</a:t>
                      </a:r>
                    </a:p>
                  </a:txBody>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solidFill>
                      <a:schemeClr val="accent4">
                        <a:lumMod val="40000"/>
                        <a:lumOff val="60000"/>
                      </a:schemeClr>
                    </a:solidFill>
                  </a:tcPr>
                </a:tc>
                <a:tc>
                  <a:txBody>
                    <a:bodyPr/>
                    <a:lstStyle/>
                    <a:p>
                      <a:r>
                        <a:rPr lang="en-US" dirty="0"/>
                        <a:t>Yes</a:t>
                      </a:r>
                    </a:p>
                  </a:txBody>
                  <a:tcPr>
                    <a:lnT w="38100" cap="flat" cmpd="sng" algn="ctr">
                      <a:solidFill>
                        <a:schemeClr val="tx1"/>
                      </a:solidFill>
                      <a:prstDash val="solid"/>
                      <a:round/>
                      <a:headEnd type="none" w="med" len="med"/>
                      <a:tailEnd type="none" w="med" len="med"/>
                    </a:lnT>
                    <a:solidFill>
                      <a:schemeClr val="accent4">
                        <a:lumMod val="40000"/>
                        <a:lumOff val="60000"/>
                      </a:schemeClr>
                    </a:solidFill>
                  </a:tcPr>
                </a:tc>
                <a:tc>
                  <a:txBody>
                    <a:bodyPr/>
                    <a:lstStyle/>
                    <a:p>
                      <a:r>
                        <a:rPr lang="en-US" dirty="0"/>
                        <a:t>No</a:t>
                      </a:r>
                    </a:p>
                  </a:txBody>
                  <a:tcPr>
                    <a:lnT w="38100" cap="flat" cmpd="sng" algn="ctr">
                      <a:solidFill>
                        <a:schemeClr val="tx1"/>
                      </a:solidFill>
                      <a:prstDash val="solid"/>
                      <a:round/>
                      <a:headEnd type="none" w="med" len="med"/>
                      <a:tailEnd type="none" w="med" len="med"/>
                    </a:lnT>
                    <a:solidFill>
                      <a:schemeClr val="accent4">
                        <a:lumMod val="40000"/>
                        <a:lumOff val="60000"/>
                      </a:schemeClr>
                    </a:solidFill>
                  </a:tcPr>
                </a:tc>
                <a:tc>
                  <a:txBody>
                    <a:bodyPr/>
                    <a:lstStyle/>
                    <a:p>
                      <a:r>
                        <a:rPr lang="en-US" dirty="0"/>
                        <a:t>50248</a:t>
                      </a:r>
                    </a:p>
                  </a:txBody>
                  <a:tcPr>
                    <a:lnT w="38100" cap="flat" cmpd="sng" algn="ctr">
                      <a:solidFill>
                        <a:schemeClr val="tx1"/>
                      </a:solidFill>
                      <a:prstDash val="solid"/>
                      <a:round/>
                      <a:headEnd type="none" w="med" len="med"/>
                      <a:tailEnd type="none" w="med" len="med"/>
                    </a:lnT>
                    <a:solidFill>
                      <a:schemeClr val="accent4">
                        <a:lumMod val="40000"/>
                        <a:lumOff val="60000"/>
                      </a:schemeClr>
                    </a:solidFill>
                  </a:tcPr>
                </a:tc>
                <a:tc>
                  <a:txBody>
                    <a:bodyPr/>
                    <a:lstStyle/>
                    <a:p>
                      <a:r>
                        <a:rPr lang="en-US" dirty="0"/>
                        <a:t>Yes</a:t>
                      </a:r>
                    </a:p>
                  </a:txBody>
                  <a:tcPr>
                    <a:lnT w="38100" cap="flat" cmpd="sng" algn="ctr">
                      <a:solidFill>
                        <a:schemeClr val="tx1"/>
                      </a:solidFill>
                      <a:prstDash val="solid"/>
                      <a:round/>
                      <a:headEnd type="none" w="med" len="med"/>
                      <a:tailEnd type="none" w="med" len="med"/>
                    </a:lnT>
                    <a:solidFill>
                      <a:schemeClr val="accent4">
                        <a:lumMod val="40000"/>
                        <a:lumOff val="60000"/>
                      </a:schemeClr>
                    </a:solidFill>
                  </a:tcPr>
                </a:tc>
                <a:tc>
                  <a:txBody>
                    <a:bodyPr/>
                    <a:lstStyle/>
                    <a:p>
                      <a:r>
                        <a:rPr lang="en-US" dirty="0"/>
                        <a:t>63.60</a:t>
                      </a:r>
                    </a:p>
                  </a:txBody>
                  <a:tcPr>
                    <a:lnT w="38100" cap="flat" cmpd="sng" algn="ctr">
                      <a:solidFill>
                        <a:schemeClr val="tx1"/>
                      </a:solidFill>
                      <a:prstDash val="solid"/>
                      <a:round/>
                      <a:headEnd type="none" w="med" len="med"/>
                      <a:tailEnd type="none" w="med" len="med"/>
                    </a:lnT>
                    <a:solidFill>
                      <a:schemeClr val="accent4">
                        <a:lumMod val="40000"/>
                        <a:lumOff val="60000"/>
                      </a:schemeClr>
                    </a:solidFill>
                  </a:tcPr>
                </a:tc>
                <a:tc>
                  <a:txBody>
                    <a:bodyPr/>
                    <a:lstStyle/>
                    <a:p>
                      <a:r>
                        <a:rPr lang="en-US" dirty="0"/>
                        <a:t>74.40</a:t>
                      </a:r>
                    </a:p>
                  </a:txBody>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solidFill>
                      <a:schemeClr val="accent4">
                        <a:lumMod val="40000"/>
                        <a:lumOff val="60000"/>
                      </a:schemeClr>
                    </a:solidFill>
                  </a:tcPr>
                </a:tc>
                <a:extLst>
                  <a:ext uri="{0D108BD9-81ED-4DB2-BD59-A6C34878D82A}">
                    <a16:rowId xmlns:a16="http://schemas.microsoft.com/office/drawing/2014/main" val="1166001453"/>
                  </a:ext>
                </a:extLst>
              </a:tr>
              <a:tr h="356960">
                <a:tc>
                  <a:txBody>
                    <a:bodyPr/>
                    <a:lstStyle/>
                    <a:p>
                      <a:r>
                        <a:rPr lang="en-US" dirty="0"/>
                        <a:t>Voting Hard (None,42)</a:t>
                      </a:r>
                    </a:p>
                  </a:txBody>
                  <a:tcPr>
                    <a:lnL w="38100" cap="flat" cmpd="sng" algn="ctr">
                      <a:solidFill>
                        <a:schemeClr val="tx1"/>
                      </a:solidFill>
                      <a:prstDash val="solid"/>
                      <a:round/>
                      <a:headEnd type="none" w="med" len="med"/>
                      <a:tailEnd type="none" w="med" len="med"/>
                    </a:lnL>
                    <a:solidFill>
                      <a:schemeClr val="accent4">
                        <a:lumMod val="40000"/>
                        <a:lumOff val="60000"/>
                      </a:schemeClr>
                    </a:solidFill>
                  </a:tcPr>
                </a:tc>
                <a:tc>
                  <a:txBody>
                    <a:bodyPr/>
                    <a:lstStyle/>
                    <a:p>
                      <a:r>
                        <a:rPr lang="en-US" dirty="0"/>
                        <a:t>Yes</a:t>
                      </a:r>
                    </a:p>
                  </a:txBody>
                  <a:tcPr>
                    <a:solidFill>
                      <a:schemeClr val="accent4">
                        <a:lumMod val="40000"/>
                        <a:lumOff val="60000"/>
                      </a:schemeClr>
                    </a:solidFill>
                  </a:tcPr>
                </a:tc>
                <a:tc>
                  <a:txBody>
                    <a:bodyPr/>
                    <a:lstStyle/>
                    <a:p>
                      <a:r>
                        <a:rPr lang="en-US" dirty="0"/>
                        <a:t>No</a:t>
                      </a:r>
                    </a:p>
                  </a:txBody>
                  <a:tcPr>
                    <a:solidFill>
                      <a:schemeClr val="accent4">
                        <a:lumMod val="40000"/>
                        <a:lumOff val="60000"/>
                      </a:schemeClr>
                    </a:solidFill>
                  </a:tcPr>
                </a:tc>
                <a:tc>
                  <a:txBody>
                    <a:bodyPr/>
                    <a:lstStyle/>
                    <a:p>
                      <a:r>
                        <a:rPr lang="en-US" dirty="0"/>
                        <a:t>50248</a:t>
                      </a:r>
                    </a:p>
                  </a:txBody>
                  <a:tcPr>
                    <a:solidFill>
                      <a:schemeClr val="accent4">
                        <a:lumMod val="40000"/>
                        <a:lumOff val="60000"/>
                      </a:schemeClr>
                    </a:solidFill>
                  </a:tcPr>
                </a:tc>
                <a:tc>
                  <a:txBody>
                    <a:bodyPr/>
                    <a:lstStyle/>
                    <a:p>
                      <a:r>
                        <a:rPr lang="en-US" dirty="0"/>
                        <a:t>Yes</a:t>
                      </a:r>
                    </a:p>
                  </a:txBody>
                  <a:tcPr>
                    <a:solidFill>
                      <a:schemeClr val="accent4">
                        <a:lumMod val="40000"/>
                        <a:lumOff val="60000"/>
                      </a:schemeClr>
                    </a:solidFill>
                  </a:tcPr>
                </a:tc>
                <a:tc>
                  <a:txBody>
                    <a:bodyPr/>
                    <a:lstStyle/>
                    <a:p>
                      <a:r>
                        <a:rPr lang="en-US" dirty="0"/>
                        <a:t>68.14	</a:t>
                      </a:r>
                    </a:p>
                  </a:txBody>
                  <a:tcPr>
                    <a:solidFill>
                      <a:schemeClr val="accent4">
                        <a:lumMod val="40000"/>
                        <a:lumOff val="60000"/>
                      </a:schemeClr>
                    </a:solidFill>
                  </a:tcPr>
                </a:tc>
                <a:tc>
                  <a:txBody>
                    <a:bodyPr/>
                    <a:lstStyle/>
                    <a:p>
                      <a:r>
                        <a:rPr lang="en-US" dirty="0"/>
                        <a:t>70.64</a:t>
                      </a:r>
                    </a:p>
                  </a:txBody>
                  <a:tcPr>
                    <a:lnR w="38100" cap="flat" cmpd="sng" algn="ctr">
                      <a:solidFill>
                        <a:schemeClr val="tx1"/>
                      </a:solidFill>
                      <a:prstDash val="solid"/>
                      <a:round/>
                      <a:headEnd type="none" w="med" len="med"/>
                      <a:tailEnd type="none" w="med" len="med"/>
                    </a:lnR>
                    <a:solidFill>
                      <a:schemeClr val="accent4">
                        <a:lumMod val="40000"/>
                        <a:lumOff val="60000"/>
                      </a:schemeClr>
                    </a:solidFill>
                  </a:tcPr>
                </a:tc>
                <a:extLst>
                  <a:ext uri="{0D108BD9-81ED-4DB2-BD59-A6C34878D82A}">
                    <a16:rowId xmlns:a16="http://schemas.microsoft.com/office/drawing/2014/main" val="2123788748"/>
                  </a:ext>
                </a:extLst>
              </a:tr>
              <a:tr h="356960">
                <a:tc>
                  <a:txBody>
                    <a:bodyPr/>
                    <a:lstStyle/>
                    <a:p>
                      <a:r>
                        <a:rPr lang="en-US" dirty="0"/>
                        <a:t>Voting Hard (None,42)</a:t>
                      </a:r>
                    </a:p>
                  </a:txBody>
                  <a:tcPr>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r>
                        <a:rPr lang="en-US" dirty="0"/>
                        <a:t>Yes</a:t>
                      </a:r>
                    </a:p>
                  </a:txBody>
                  <a:tcPr>
                    <a:lnB w="381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r>
                        <a:rPr lang="en-US" dirty="0"/>
                        <a:t>No</a:t>
                      </a:r>
                    </a:p>
                  </a:txBody>
                  <a:tcPr>
                    <a:lnB w="381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r>
                        <a:rPr lang="en-US" dirty="0"/>
                        <a:t>50248</a:t>
                      </a:r>
                    </a:p>
                  </a:txBody>
                  <a:tcPr>
                    <a:lnB w="381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r>
                        <a:rPr lang="en-US" dirty="0"/>
                        <a:t>Yes</a:t>
                      </a:r>
                    </a:p>
                  </a:txBody>
                  <a:tcPr>
                    <a:lnB w="381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r>
                        <a:rPr lang="en-US" dirty="0"/>
                        <a:t>69.33</a:t>
                      </a:r>
                    </a:p>
                  </a:txBody>
                  <a:tcPr>
                    <a:lnB w="381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r>
                        <a:rPr lang="en-US" dirty="0"/>
                        <a:t>67.49</a:t>
                      </a:r>
                    </a:p>
                  </a:txBody>
                  <a:tcPr>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3854519347"/>
                  </a:ext>
                </a:extLst>
              </a:tr>
              <a:tr h="552110">
                <a:tc>
                  <a:txBody>
                    <a:bodyPr/>
                    <a:lstStyle/>
                    <a:p>
                      <a:r>
                        <a:rPr lang="en-US" dirty="0"/>
                        <a:t>Voting Hard(</a:t>
                      </a:r>
                      <a:r>
                        <a:rPr lang="en-US" dirty="0">
                          <a:highlight>
                            <a:srgbClr val="FFFF00"/>
                          </a:highlight>
                        </a:rPr>
                        <a:t>42,42</a:t>
                      </a:r>
                      <a:r>
                        <a:rPr lang="en-US" dirty="0"/>
                        <a:t>)</a:t>
                      </a:r>
                    </a:p>
                  </a:txBody>
                  <a:tcPr>
                    <a:lnT w="38100" cap="flat" cmpd="sng" algn="ctr">
                      <a:solidFill>
                        <a:schemeClr val="tx1"/>
                      </a:solidFill>
                      <a:prstDash val="solid"/>
                      <a:round/>
                      <a:headEnd type="none" w="med" len="med"/>
                      <a:tailEnd type="none" w="med" len="med"/>
                    </a:lnT>
                    <a:solidFill>
                      <a:schemeClr val="accent5">
                        <a:lumMod val="40000"/>
                        <a:lumOff val="60000"/>
                      </a:schemeClr>
                    </a:solidFill>
                  </a:tcPr>
                </a:tc>
                <a:tc>
                  <a:txBody>
                    <a:bodyPr/>
                    <a:lstStyle/>
                    <a:p>
                      <a:r>
                        <a:rPr lang="en-US" dirty="0"/>
                        <a:t>Yes</a:t>
                      </a:r>
                    </a:p>
                  </a:txBody>
                  <a:tcPr>
                    <a:lnT w="38100" cap="flat" cmpd="sng" algn="ctr">
                      <a:solidFill>
                        <a:schemeClr val="tx1"/>
                      </a:solidFill>
                      <a:prstDash val="solid"/>
                      <a:round/>
                      <a:headEnd type="none" w="med" len="med"/>
                      <a:tailEnd type="none" w="med" len="med"/>
                    </a:lnT>
                    <a:solidFill>
                      <a:schemeClr val="accent5">
                        <a:lumMod val="40000"/>
                        <a:lumOff val="60000"/>
                      </a:schemeClr>
                    </a:solidFill>
                  </a:tcPr>
                </a:tc>
                <a:tc>
                  <a:txBody>
                    <a:bodyPr/>
                    <a:lstStyle/>
                    <a:p>
                      <a:r>
                        <a:rPr lang="en-US" dirty="0"/>
                        <a:t>No</a:t>
                      </a:r>
                    </a:p>
                  </a:txBody>
                  <a:tcPr>
                    <a:lnT w="38100" cap="flat" cmpd="sng" algn="ctr">
                      <a:solidFill>
                        <a:schemeClr val="tx1"/>
                      </a:solidFill>
                      <a:prstDash val="solid"/>
                      <a:round/>
                      <a:headEnd type="none" w="med" len="med"/>
                      <a:tailEnd type="none" w="med" len="med"/>
                    </a:lnT>
                    <a:solidFill>
                      <a:schemeClr val="accent5">
                        <a:lumMod val="40000"/>
                        <a:lumOff val="60000"/>
                      </a:schemeClr>
                    </a:solidFill>
                  </a:tcPr>
                </a:tc>
                <a:tc>
                  <a:txBody>
                    <a:bodyPr/>
                    <a:lstStyle/>
                    <a:p>
                      <a:r>
                        <a:rPr lang="en-US" dirty="0"/>
                        <a:t>50248</a:t>
                      </a:r>
                    </a:p>
                  </a:txBody>
                  <a:tcPr>
                    <a:lnT w="38100" cap="flat" cmpd="sng" algn="ctr">
                      <a:solidFill>
                        <a:schemeClr val="tx1"/>
                      </a:solidFill>
                      <a:prstDash val="solid"/>
                      <a:round/>
                      <a:headEnd type="none" w="med" len="med"/>
                      <a:tailEnd type="none" w="med" len="med"/>
                    </a:lnT>
                    <a:solidFill>
                      <a:schemeClr val="accent5">
                        <a:lumMod val="40000"/>
                        <a:lumOff val="60000"/>
                      </a:schemeClr>
                    </a:solidFill>
                  </a:tcPr>
                </a:tc>
                <a:tc>
                  <a:txBody>
                    <a:bodyPr/>
                    <a:lstStyle/>
                    <a:p>
                      <a:r>
                        <a:rPr lang="en-US" dirty="0"/>
                        <a:t>Yes</a:t>
                      </a:r>
                    </a:p>
                  </a:txBody>
                  <a:tcPr>
                    <a:lnT w="38100" cap="flat" cmpd="sng" algn="ctr">
                      <a:solidFill>
                        <a:schemeClr val="tx1"/>
                      </a:solidFill>
                      <a:prstDash val="solid"/>
                      <a:round/>
                      <a:headEnd type="none" w="med" len="med"/>
                      <a:tailEnd type="none" w="med" len="med"/>
                    </a:lnT>
                    <a:solidFill>
                      <a:schemeClr val="accent5">
                        <a:lumMod val="40000"/>
                        <a:lumOff val="60000"/>
                      </a:schemeClr>
                    </a:solidFill>
                  </a:tcPr>
                </a:tc>
                <a:tc>
                  <a:txBody>
                    <a:bodyPr/>
                    <a:lstStyle/>
                    <a:p>
                      <a:r>
                        <a:rPr lang="en-US" dirty="0"/>
                        <a:t>64.31	</a:t>
                      </a:r>
                    </a:p>
                  </a:txBody>
                  <a:tcPr>
                    <a:lnT w="38100" cap="flat" cmpd="sng" algn="ctr">
                      <a:solidFill>
                        <a:schemeClr val="tx1"/>
                      </a:solidFill>
                      <a:prstDash val="solid"/>
                      <a:round/>
                      <a:headEnd type="none" w="med" len="med"/>
                      <a:tailEnd type="none" w="med" len="med"/>
                    </a:lnT>
                    <a:solidFill>
                      <a:schemeClr val="accent5">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72.30</a:t>
                      </a:r>
                    </a:p>
                  </a:txBody>
                  <a:tcPr>
                    <a:lnT w="38100" cap="flat" cmpd="sng" algn="ctr">
                      <a:solidFill>
                        <a:schemeClr val="tx1"/>
                      </a:solidFill>
                      <a:prstDash val="solid"/>
                      <a:round/>
                      <a:headEnd type="none" w="med" len="med"/>
                      <a:tailEnd type="none" w="med" len="med"/>
                    </a:lnT>
                    <a:solidFill>
                      <a:schemeClr val="accent5">
                        <a:lumMod val="40000"/>
                        <a:lumOff val="60000"/>
                      </a:schemeClr>
                    </a:solidFill>
                  </a:tcPr>
                </a:tc>
                <a:extLst>
                  <a:ext uri="{0D108BD9-81ED-4DB2-BD59-A6C34878D82A}">
                    <a16:rowId xmlns:a16="http://schemas.microsoft.com/office/drawing/2014/main" val="2480496179"/>
                  </a:ext>
                </a:extLst>
              </a:tr>
              <a:tr h="552110">
                <a:tc>
                  <a:txBody>
                    <a:bodyPr/>
                    <a:lstStyle/>
                    <a:p>
                      <a:r>
                        <a:rPr lang="en-US" dirty="0"/>
                        <a:t>Voting Hard(42,42)</a:t>
                      </a:r>
                    </a:p>
                  </a:txBody>
                  <a:tcPr>
                    <a:solidFill>
                      <a:schemeClr val="accent5">
                        <a:lumMod val="40000"/>
                        <a:lumOff val="60000"/>
                      </a:schemeClr>
                    </a:solidFill>
                  </a:tcPr>
                </a:tc>
                <a:tc>
                  <a:txBody>
                    <a:bodyPr/>
                    <a:lstStyle/>
                    <a:p>
                      <a:r>
                        <a:rPr lang="en-US" dirty="0"/>
                        <a:t>Yes</a:t>
                      </a:r>
                    </a:p>
                  </a:txBody>
                  <a:tcPr>
                    <a:solidFill>
                      <a:schemeClr val="accent5">
                        <a:lumMod val="40000"/>
                        <a:lumOff val="60000"/>
                      </a:schemeClr>
                    </a:solidFill>
                  </a:tcPr>
                </a:tc>
                <a:tc>
                  <a:txBody>
                    <a:bodyPr/>
                    <a:lstStyle/>
                    <a:p>
                      <a:r>
                        <a:rPr lang="en-US" dirty="0"/>
                        <a:t>No</a:t>
                      </a:r>
                    </a:p>
                  </a:txBody>
                  <a:tcPr>
                    <a:solidFill>
                      <a:schemeClr val="accent5">
                        <a:lumMod val="40000"/>
                        <a:lumOff val="60000"/>
                      </a:schemeClr>
                    </a:solidFill>
                  </a:tcPr>
                </a:tc>
                <a:tc>
                  <a:txBody>
                    <a:bodyPr/>
                    <a:lstStyle/>
                    <a:p>
                      <a:r>
                        <a:rPr lang="en-US" dirty="0"/>
                        <a:t>50248</a:t>
                      </a:r>
                    </a:p>
                  </a:txBody>
                  <a:tcPr>
                    <a:solidFill>
                      <a:schemeClr val="accent5">
                        <a:lumMod val="40000"/>
                        <a:lumOff val="60000"/>
                      </a:schemeClr>
                    </a:solidFill>
                  </a:tcPr>
                </a:tc>
                <a:tc>
                  <a:txBody>
                    <a:bodyPr/>
                    <a:lstStyle/>
                    <a:p>
                      <a:r>
                        <a:rPr lang="en-US" dirty="0"/>
                        <a:t>Yes</a:t>
                      </a:r>
                    </a:p>
                  </a:txBody>
                  <a:tcPr>
                    <a:solidFill>
                      <a:schemeClr val="accent5">
                        <a:lumMod val="40000"/>
                        <a:lumOff val="60000"/>
                      </a:schemeClr>
                    </a:solidFill>
                  </a:tcPr>
                </a:tc>
                <a:tc>
                  <a:txBody>
                    <a:bodyPr/>
                    <a:lstStyle/>
                    <a:p>
                      <a:r>
                        <a:rPr lang="en-US" dirty="0"/>
                        <a:t>64.31	</a:t>
                      </a:r>
                    </a:p>
                  </a:txBody>
                  <a:tcPr>
                    <a:solidFill>
                      <a:schemeClr val="accent5">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72.30</a:t>
                      </a:r>
                    </a:p>
                  </a:txBody>
                  <a:tcPr>
                    <a:solidFill>
                      <a:schemeClr val="accent5">
                        <a:lumMod val="40000"/>
                        <a:lumOff val="60000"/>
                      </a:schemeClr>
                    </a:solidFill>
                  </a:tcPr>
                </a:tc>
                <a:extLst>
                  <a:ext uri="{0D108BD9-81ED-4DB2-BD59-A6C34878D82A}">
                    <a16:rowId xmlns:a16="http://schemas.microsoft.com/office/drawing/2014/main" val="1388105623"/>
                  </a:ext>
                </a:extLst>
              </a:tr>
            </a:tbl>
          </a:graphicData>
        </a:graphic>
      </p:graphicFrame>
    </p:spTree>
    <p:extLst>
      <p:ext uri="{BB962C8B-B14F-4D97-AF65-F5344CB8AC3E}">
        <p14:creationId xmlns:p14="http://schemas.microsoft.com/office/powerpoint/2010/main" val="837180080"/>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E514C-0FAF-47EF-A537-9CD6AE9F60CB}"/>
              </a:ext>
            </a:extLst>
          </p:cNvPr>
          <p:cNvSpPr>
            <a:spLocks noGrp="1"/>
          </p:cNvSpPr>
          <p:nvPr>
            <p:ph type="title"/>
          </p:nvPr>
        </p:nvSpPr>
        <p:spPr>
          <a:xfrm>
            <a:off x="457200" y="274321"/>
            <a:ext cx="10515600" cy="619982"/>
          </a:xfrm>
        </p:spPr>
        <p:style>
          <a:lnRef idx="0">
            <a:schemeClr val="accent5"/>
          </a:lnRef>
          <a:fillRef idx="3">
            <a:schemeClr val="accent5"/>
          </a:fillRef>
          <a:effectRef idx="3">
            <a:schemeClr val="accent5"/>
          </a:effectRef>
          <a:fontRef idx="minor">
            <a:schemeClr val="lt1"/>
          </a:fontRef>
        </p:style>
        <p:txBody>
          <a:bodyPr>
            <a:normAutofit fontScale="90000"/>
          </a:bodyPr>
          <a:lstStyle/>
          <a:p>
            <a:r>
              <a:rPr lang="en-US" dirty="0"/>
              <a:t>Fuzzy Tfidf match for FEAT1</a:t>
            </a:r>
          </a:p>
        </p:txBody>
      </p:sp>
      <p:graphicFrame>
        <p:nvGraphicFramePr>
          <p:cNvPr id="9" name="Table 9">
            <a:extLst>
              <a:ext uri="{FF2B5EF4-FFF2-40B4-BE49-F238E27FC236}">
                <a16:creationId xmlns:a16="http://schemas.microsoft.com/office/drawing/2014/main" id="{78BB5C89-9C5B-44DD-8507-5079E4223ACB}"/>
              </a:ext>
            </a:extLst>
          </p:cNvPr>
          <p:cNvGraphicFramePr>
            <a:graphicFrameLocks noGrp="1"/>
          </p:cNvGraphicFramePr>
          <p:nvPr>
            <p:extLst>
              <p:ext uri="{D42A27DB-BD31-4B8C-83A1-F6EECF244321}">
                <p14:modId xmlns:p14="http://schemas.microsoft.com/office/powerpoint/2010/main" val="914792869"/>
              </p:ext>
            </p:extLst>
          </p:nvPr>
        </p:nvGraphicFramePr>
        <p:xfrm>
          <a:off x="457200" y="1145512"/>
          <a:ext cx="8127999" cy="5237064"/>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1385865817"/>
                    </a:ext>
                  </a:extLst>
                </a:gridCol>
                <a:gridCol w="2709333">
                  <a:extLst>
                    <a:ext uri="{9D8B030D-6E8A-4147-A177-3AD203B41FA5}">
                      <a16:colId xmlns:a16="http://schemas.microsoft.com/office/drawing/2014/main" val="737004334"/>
                    </a:ext>
                  </a:extLst>
                </a:gridCol>
                <a:gridCol w="2709333">
                  <a:extLst>
                    <a:ext uri="{9D8B030D-6E8A-4147-A177-3AD203B41FA5}">
                      <a16:colId xmlns:a16="http://schemas.microsoft.com/office/drawing/2014/main" val="3173139177"/>
                    </a:ext>
                  </a:extLst>
                </a:gridCol>
              </a:tblGrid>
              <a:tr h="368536">
                <a:tc>
                  <a:txBody>
                    <a:bodyPr/>
                    <a:lstStyle/>
                    <a:p>
                      <a:endParaRPr lang="en-US" dirty="0"/>
                    </a:p>
                  </a:txBody>
                  <a:tcPr>
                    <a:lnB w="38100" cap="flat" cmpd="sng" algn="ctr">
                      <a:solidFill>
                        <a:schemeClr val="tx1"/>
                      </a:solidFill>
                      <a:prstDash val="solid"/>
                      <a:round/>
                      <a:headEnd type="none" w="med" len="med"/>
                      <a:tailEnd type="none" w="med" len="med"/>
                    </a:lnB>
                  </a:tcPr>
                </a:tc>
                <a:tc>
                  <a:txBody>
                    <a:bodyPr/>
                    <a:lstStyle/>
                    <a:p>
                      <a:r>
                        <a:rPr lang="en-US" dirty="0"/>
                        <a:t>W/O Data augmentation</a:t>
                      </a:r>
                    </a:p>
                  </a:txBody>
                  <a:tcPr>
                    <a:lnB w="38100" cap="flat" cmpd="sng" algn="ctr">
                      <a:solidFill>
                        <a:schemeClr val="tx1"/>
                      </a:solidFill>
                      <a:prstDash val="solid"/>
                      <a:round/>
                      <a:headEnd type="none" w="med" len="med"/>
                      <a:tailEnd type="none" w="med" len="med"/>
                    </a:lnB>
                  </a:tcPr>
                </a:tc>
                <a:tc>
                  <a:txBody>
                    <a:bodyPr/>
                    <a:lstStyle/>
                    <a:p>
                      <a:r>
                        <a:rPr lang="en-US" dirty="0"/>
                        <a:t>With data augmentation</a:t>
                      </a:r>
                    </a:p>
                  </a:txBody>
                  <a:tcPr>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7656475"/>
                  </a:ext>
                </a:extLst>
              </a:tr>
              <a:tr h="368536">
                <a:tc>
                  <a:txBody>
                    <a:bodyPr/>
                    <a:lstStyle/>
                    <a:p>
                      <a:r>
                        <a:rPr lang="en-US" dirty="0"/>
                        <a:t>Train data</a:t>
                      </a:r>
                    </a:p>
                  </a:txBody>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r>
                        <a:rPr lang="en-US" dirty="0"/>
                        <a:t>50248</a:t>
                      </a:r>
                    </a:p>
                  </a:txBody>
                  <a:tcPr>
                    <a:lnT w="38100" cap="flat" cmpd="sng" algn="ctr">
                      <a:solidFill>
                        <a:schemeClr val="tx1"/>
                      </a:solidFill>
                      <a:prstDash val="solid"/>
                      <a:round/>
                      <a:headEnd type="none" w="med" len="med"/>
                      <a:tailEnd type="none" w="med" len="med"/>
                    </a:lnT>
                  </a:tcPr>
                </a:tc>
                <a:tc>
                  <a:txBody>
                    <a:bodyPr/>
                    <a:lstStyle/>
                    <a:p>
                      <a:r>
                        <a:rPr lang="en-US" dirty="0"/>
                        <a:t>69774</a:t>
                      </a:r>
                    </a:p>
                  </a:txBody>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9991509"/>
                  </a:ext>
                </a:extLst>
              </a:tr>
              <a:tr h="368536">
                <a:tc>
                  <a:txBody>
                    <a:bodyPr/>
                    <a:lstStyle/>
                    <a:p>
                      <a:r>
                        <a:rPr lang="en-US" dirty="0"/>
                        <a:t>Time</a:t>
                      </a:r>
                    </a:p>
                  </a:txBody>
                  <a:tcPr>
                    <a:lnL w="38100" cap="flat" cmpd="sng" algn="ctr">
                      <a:solidFill>
                        <a:schemeClr val="tx1"/>
                      </a:solidFill>
                      <a:prstDash val="solid"/>
                      <a:round/>
                      <a:headEnd type="none" w="med" len="med"/>
                      <a:tailEnd type="none" w="med" len="med"/>
                    </a:lnL>
                  </a:tcPr>
                </a:tc>
                <a:tc>
                  <a:txBody>
                    <a:bodyPr/>
                    <a:lstStyle/>
                    <a:p>
                      <a:r>
                        <a:rPr lang="en-US" dirty="0"/>
                        <a:t>1822 secs</a:t>
                      </a:r>
                    </a:p>
                  </a:txBody>
                  <a:tcPr/>
                </a:tc>
                <a:tc>
                  <a:txBody>
                    <a:bodyPr/>
                    <a:lstStyle/>
                    <a:p>
                      <a:r>
                        <a:rPr lang="en-US" dirty="0"/>
                        <a:t>2437 secs</a:t>
                      </a:r>
                    </a:p>
                  </a:txBody>
                  <a:tcPr>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288510303"/>
                  </a:ext>
                </a:extLst>
              </a:tr>
              <a:tr h="636105">
                <a:tc>
                  <a:txBody>
                    <a:bodyPr/>
                    <a:lstStyle/>
                    <a:p>
                      <a:r>
                        <a:rPr lang="en-US" dirty="0"/>
                        <a:t>No. of observations with Ratio &gt;= 90</a:t>
                      </a:r>
                    </a:p>
                  </a:txBody>
                  <a:tcPr>
                    <a:lnL w="38100" cap="flat" cmpd="sng" algn="ctr">
                      <a:solidFill>
                        <a:schemeClr val="tx1"/>
                      </a:solidFill>
                      <a:prstDash val="solid"/>
                      <a:round/>
                      <a:headEnd type="none" w="med" len="med"/>
                      <a:tailEnd type="none" w="med" len="med"/>
                    </a:lnL>
                    <a:solidFill>
                      <a:schemeClr val="accent4"/>
                    </a:solidFill>
                  </a:tcPr>
                </a:tc>
                <a:tc>
                  <a:txBody>
                    <a:bodyPr/>
                    <a:lstStyle/>
                    <a:p>
                      <a:r>
                        <a:rPr lang="en-US" dirty="0"/>
                        <a:t>697</a:t>
                      </a:r>
                    </a:p>
                  </a:txBody>
                  <a:tcPr/>
                </a:tc>
                <a:tc>
                  <a:txBody>
                    <a:bodyPr/>
                    <a:lstStyle/>
                    <a:p>
                      <a:r>
                        <a:rPr lang="en-US" dirty="0"/>
                        <a:t>699</a:t>
                      </a:r>
                    </a:p>
                  </a:txBody>
                  <a:tcPr>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202405203"/>
                  </a:ext>
                </a:extLst>
              </a:tr>
              <a:tr h="368536">
                <a:tc>
                  <a:txBody>
                    <a:bodyPr/>
                    <a:lstStyle/>
                    <a:p>
                      <a:r>
                        <a:rPr lang="en-US" dirty="0"/>
                        <a:t>TF category</a:t>
                      </a:r>
                    </a:p>
                  </a:txBody>
                  <a:tcPr>
                    <a:lnL w="38100" cap="flat" cmpd="sng" algn="ctr">
                      <a:solidFill>
                        <a:schemeClr val="tx1"/>
                      </a:solidFill>
                      <a:prstDash val="solid"/>
                      <a:round/>
                      <a:headEnd type="none" w="med" len="med"/>
                      <a:tailEnd type="none" w="med" len="med"/>
                    </a:lnL>
                  </a:tcPr>
                </a:tc>
                <a:tc>
                  <a:txBody>
                    <a:bodyPr/>
                    <a:lstStyle/>
                    <a:p>
                      <a:r>
                        <a:rPr lang="en-US" dirty="0"/>
                        <a:t>96.84</a:t>
                      </a:r>
                    </a:p>
                  </a:txBody>
                  <a:tcPr/>
                </a:tc>
                <a:tc>
                  <a:txBody>
                    <a:bodyPr/>
                    <a:lstStyle/>
                    <a:p>
                      <a:r>
                        <a:rPr lang="en-US" dirty="0"/>
                        <a:t>96.85</a:t>
                      </a:r>
                    </a:p>
                  </a:txBody>
                  <a:tcPr>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439310619"/>
                  </a:ext>
                </a:extLst>
              </a:tr>
              <a:tr h="368536">
                <a:tc>
                  <a:txBody>
                    <a:bodyPr/>
                    <a:lstStyle/>
                    <a:p>
                      <a:r>
                        <a:rPr lang="en-US" dirty="0"/>
                        <a:t>TF variety</a:t>
                      </a:r>
                    </a:p>
                  </a:txBody>
                  <a:tcPr>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r>
                        <a:rPr lang="en-US" dirty="0"/>
                        <a:t>96.41</a:t>
                      </a:r>
                    </a:p>
                  </a:txBody>
                  <a:tcPr>
                    <a:lnB w="38100" cap="flat" cmpd="sng" algn="ctr">
                      <a:solidFill>
                        <a:schemeClr val="tx1"/>
                      </a:solidFill>
                      <a:prstDash val="solid"/>
                      <a:round/>
                      <a:headEnd type="none" w="med" len="med"/>
                      <a:tailEnd type="none" w="med" len="med"/>
                    </a:lnB>
                  </a:tcPr>
                </a:tc>
                <a:tc>
                  <a:txBody>
                    <a:bodyPr/>
                    <a:lstStyle/>
                    <a:p>
                      <a:r>
                        <a:rPr lang="en-US" dirty="0"/>
                        <a:t>95.85</a:t>
                      </a:r>
                    </a:p>
                  </a:txBody>
                  <a:tcPr>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69022154"/>
                  </a:ext>
                </a:extLst>
              </a:tr>
              <a:tr h="63610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 of observations with Ratio &gt;= 80</a:t>
                      </a:r>
                    </a:p>
                  </a:txBody>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solidFill>
                      <a:schemeClr val="accent4"/>
                    </a:solidFill>
                  </a:tcPr>
                </a:tc>
                <a:tc>
                  <a:txBody>
                    <a:bodyPr/>
                    <a:lstStyle/>
                    <a:p>
                      <a:endParaRPr lang="en-US" dirty="0"/>
                    </a:p>
                  </a:txBody>
                  <a:tcPr>
                    <a:lnT w="38100" cap="flat" cmpd="sng" algn="ctr">
                      <a:solidFill>
                        <a:schemeClr val="tx1"/>
                      </a:solidFill>
                      <a:prstDash val="solid"/>
                      <a:round/>
                      <a:headEnd type="none" w="med" len="med"/>
                      <a:tailEnd type="none" w="med" len="med"/>
                    </a:lnT>
                  </a:tcPr>
                </a:tc>
                <a:tc>
                  <a:txBody>
                    <a:bodyPr/>
                    <a:lstStyle/>
                    <a:p>
                      <a:r>
                        <a:rPr lang="en-US" dirty="0"/>
                        <a:t>8453</a:t>
                      </a:r>
                    </a:p>
                  </a:txBody>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868971093"/>
                  </a:ext>
                </a:extLst>
              </a:tr>
              <a:tr h="3685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TF category</a:t>
                      </a:r>
                    </a:p>
                  </a:txBody>
                  <a:tcPr>
                    <a:lnL w="38100" cap="flat" cmpd="sng" algn="ctr">
                      <a:solidFill>
                        <a:schemeClr val="tx1"/>
                      </a:solidFill>
                      <a:prstDash val="solid"/>
                      <a:round/>
                      <a:headEnd type="none" w="med" len="med"/>
                      <a:tailEnd type="none" w="med" len="med"/>
                    </a:lnL>
                  </a:tcPr>
                </a:tc>
                <a:tc>
                  <a:txBody>
                    <a:bodyPr/>
                    <a:lstStyle/>
                    <a:p>
                      <a:endParaRPr lang="en-US" dirty="0"/>
                    </a:p>
                  </a:txBody>
                  <a:tcPr/>
                </a:tc>
                <a:tc>
                  <a:txBody>
                    <a:bodyPr/>
                    <a:lstStyle/>
                    <a:p>
                      <a:r>
                        <a:rPr lang="en-US" dirty="0"/>
                        <a:t>97.27	</a:t>
                      </a:r>
                    </a:p>
                  </a:txBody>
                  <a:tcPr>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108858067"/>
                  </a:ext>
                </a:extLst>
              </a:tr>
              <a:tr h="3685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TF variety</a:t>
                      </a:r>
                    </a:p>
                  </a:txBody>
                  <a:tcPr>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dirty="0"/>
                    </a:p>
                  </a:txBody>
                  <a:tcPr>
                    <a:lnB w="38100" cap="flat" cmpd="sng" algn="ctr">
                      <a:solidFill>
                        <a:schemeClr val="tx1"/>
                      </a:solidFill>
                      <a:prstDash val="solid"/>
                      <a:round/>
                      <a:headEnd type="none" w="med" len="med"/>
                      <a:tailEnd type="none" w="med" len="med"/>
                    </a:lnB>
                  </a:tcPr>
                </a:tc>
                <a:tc>
                  <a:txBody>
                    <a:bodyPr/>
                    <a:lstStyle/>
                    <a:p>
                      <a:r>
                        <a:rPr lang="en-US" dirty="0"/>
                        <a:t>98.37</a:t>
                      </a:r>
                    </a:p>
                  </a:txBody>
                  <a:tcPr>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93865067"/>
                  </a:ext>
                </a:extLst>
              </a:tr>
              <a:tr h="63610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 of observations with Ratio &gt;= 70</a:t>
                      </a:r>
                    </a:p>
                  </a:txBody>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solidFill>
                      <a:schemeClr val="accent4"/>
                    </a:solidFill>
                  </a:tcPr>
                </a:tc>
                <a:tc>
                  <a:txBody>
                    <a:bodyPr/>
                    <a:lstStyle/>
                    <a:p>
                      <a:endParaRPr lang="en-US" dirty="0"/>
                    </a:p>
                  </a:txBody>
                  <a:tcPr>
                    <a:lnT w="38100" cap="flat" cmpd="sng" algn="ctr">
                      <a:solidFill>
                        <a:schemeClr val="tx1"/>
                      </a:solidFill>
                      <a:prstDash val="solid"/>
                      <a:round/>
                      <a:headEnd type="none" w="med" len="med"/>
                      <a:tailEnd type="none" w="med" len="med"/>
                    </a:lnT>
                  </a:tcPr>
                </a:tc>
                <a:tc>
                  <a:txBody>
                    <a:bodyPr/>
                    <a:lstStyle/>
                    <a:p>
                      <a:r>
                        <a:rPr lang="en-US" dirty="0"/>
                        <a:t>32398</a:t>
                      </a:r>
                    </a:p>
                  </a:txBody>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572442657"/>
                  </a:ext>
                </a:extLst>
              </a:tr>
              <a:tr h="3685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TF category</a:t>
                      </a:r>
                    </a:p>
                  </a:txBody>
                  <a:tcPr>
                    <a:lnL w="38100" cap="flat" cmpd="sng" algn="ctr">
                      <a:solidFill>
                        <a:schemeClr val="tx1"/>
                      </a:solidFill>
                      <a:prstDash val="solid"/>
                      <a:round/>
                      <a:headEnd type="none" w="med" len="med"/>
                      <a:tailEnd type="none" w="med" len="med"/>
                    </a:lnL>
                  </a:tcPr>
                </a:tc>
                <a:tc>
                  <a:txBody>
                    <a:bodyPr/>
                    <a:lstStyle/>
                    <a:p>
                      <a:endParaRPr lang="en-US" dirty="0"/>
                    </a:p>
                  </a:txBody>
                  <a:tcPr/>
                </a:tc>
                <a:tc>
                  <a:txBody>
                    <a:bodyPr/>
                    <a:lstStyle/>
                    <a:p>
                      <a:r>
                        <a:rPr lang="en-US" dirty="0"/>
                        <a:t>94.69	</a:t>
                      </a:r>
                    </a:p>
                  </a:txBody>
                  <a:tcPr>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922863414"/>
                  </a:ext>
                </a:extLst>
              </a:tr>
              <a:tr h="3685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TF variety</a:t>
                      </a:r>
                    </a:p>
                  </a:txBody>
                  <a:tcPr>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dirty="0"/>
                    </a:p>
                  </a:txBody>
                  <a:tcPr>
                    <a:lnB w="38100" cap="flat" cmpd="sng" algn="ctr">
                      <a:solidFill>
                        <a:schemeClr val="tx1"/>
                      </a:solidFill>
                      <a:prstDash val="solid"/>
                      <a:round/>
                      <a:headEnd type="none" w="med" len="med"/>
                      <a:tailEnd type="none" w="med" len="med"/>
                    </a:lnB>
                  </a:tcPr>
                </a:tc>
                <a:tc>
                  <a:txBody>
                    <a:bodyPr/>
                    <a:lstStyle/>
                    <a:p>
                      <a:r>
                        <a:rPr lang="en-US" dirty="0"/>
                        <a:t>96.55</a:t>
                      </a:r>
                    </a:p>
                  </a:txBody>
                  <a:tcPr>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40400217"/>
                  </a:ext>
                </a:extLst>
              </a:tr>
            </a:tbl>
          </a:graphicData>
        </a:graphic>
      </p:graphicFrame>
      <p:sp>
        <p:nvSpPr>
          <p:cNvPr id="12" name="TextBox 11">
            <a:extLst>
              <a:ext uri="{FF2B5EF4-FFF2-40B4-BE49-F238E27FC236}">
                <a16:creationId xmlns:a16="http://schemas.microsoft.com/office/drawing/2014/main" id="{EDAEBC2F-26B6-4A31-A8A0-B9CEC70238C4}"/>
              </a:ext>
            </a:extLst>
          </p:cNvPr>
          <p:cNvSpPr txBox="1"/>
          <p:nvPr/>
        </p:nvSpPr>
        <p:spPr>
          <a:xfrm>
            <a:off x="8932985" y="1336431"/>
            <a:ext cx="2642716" cy="1754326"/>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marL="285750" indent="-285750">
              <a:buFont typeface="Arial" panose="020B0604020202020204" pitchFamily="34" charset="0"/>
              <a:buChar char="•"/>
            </a:pPr>
            <a:r>
              <a:rPr lang="en-US" dirty="0"/>
              <a:t>For fuzzy Tfidf match-</a:t>
            </a:r>
          </a:p>
          <a:p>
            <a:pPr marL="742950" lvl="1" indent="-285750">
              <a:buFont typeface="Arial" panose="020B0604020202020204" pitchFamily="34" charset="0"/>
              <a:buChar char="•"/>
            </a:pPr>
            <a:r>
              <a:rPr lang="en-US" dirty="0"/>
              <a:t>Partial = False</a:t>
            </a:r>
          </a:p>
          <a:p>
            <a:pPr marL="742950" lvl="1" indent="-285750">
              <a:buFont typeface="Arial" panose="020B0604020202020204" pitchFamily="34" charset="0"/>
              <a:buChar char="•"/>
            </a:pPr>
            <a:r>
              <a:rPr lang="en-US" dirty="0"/>
              <a:t>Ratio = sort</a:t>
            </a:r>
          </a:p>
          <a:p>
            <a:pPr marL="285750" indent="-285750">
              <a:buFont typeface="Arial" panose="020B0604020202020204" pitchFamily="34" charset="0"/>
              <a:buChar char="•"/>
            </a:pPr>
            <a:r>
              <a:rPr lang="en-US" dirty="0"/>
              <a:t>For Trust factor-</a:t>
            </a:r>
          </a:p>
          <a:p>
            <a:pPr marL="742950" lvl="1" indent="-285750">
              <a:buFont typeface="Arial" panose="020B0604020202020204" pitchFamily="34" charset="0"/>
              <a:buChar char="•"/>
            </a:pPr>
            <a:r>
              <a:rPr lang="en-US" dirty="0"/>
              <a:t>Partial token set ratio</a:t>
            </a:r>
          </a:p>
        </p:txBody>
      </p:sp>
    </p:spTree>
    <p:extLst>
      <p:ext uri="{BB962C8B-B14F-4D97-AF65-F5344CB8AC3E}">
        <p14:creationId xmlns:p14="http://schemas.microsoft.com/office/powerpoint/2010/main" val="3797748295"/>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B160857-697A-4114-987C-8D20DF1401E4}"/>
              </a:ext>
            </a:extLst>
          </p:cNvPr>
          <p:cNvSpPr>
            <a:spLocks noGrp="1"/>
          </p:cNvSpPr>
          <p:nvPr>
            <p:ph type="title"/>
          </p:nvPr>
        </p:nvSpPr>
        <p:spPr/>
        <p:txBody>
          <a:bodyPr/>
          <a:lstStyle/>
          <a:p>
            <a:r>
              <a:rPr lang="en-US" dirty="0"/>
              <a:t>Next steps</a:t>
            </a:r>
          </a:p>
        </p:txBody>
      </p:sp>
      <p:sp>
        <p:nvSpPr>
          <p:cNvPr id="8" name="Content Placeholder 7">
            <a:extLst>
              <a:ext uri="{FF2B5EF4-FFF2-40B4-BE49-F238E27FC236}">
                <a16:creationId xmlns:a16="http://schemas.microsoft.com/office/drawing/2014/main" id="{F968FA43-5419-4CAF-A133-687275FDEAE0}"/>
              </a:ext>
            </a:extLst>
          </p:cNvPr>
          <p:cNvSpPr>
            <a:spLocks noGrp="1"/>
          </p:cNvSpPr>
          <p:nvPr>
            <p:ph idx="1"/>
          </p:nvPr>
        </p:nvSpPr>
        <p:spPr/>
        <p:txBody>
          <a:bodyPr/>
          <a:lstStyle/>
          <a:p>
            <a:r>
              <a:rPr lang="en-US" dirty="0"/>
              <a:t>Us fuzzy matching of FEAT1</a:t>
            </a:r>
          </a:p>
          <a:p>
            <a:r>
              <a:rPr lang="en-US" dirty="0"/>
              <a:t>Make the predictions consistent for FastText.</a:t>
            </a:r>
          </a:p>
          <a:p>
            <a:r>
              <a:rPr lang="en-US" dirty="0"/>
              <a:t>How to get the best predictions from voting classifier?</a:t>
            </a:r>
          </a:p>
          <a:p>
            <a:pPr lvl="1"/>
            <a:r>
              <a:rPr lang="en-US" dirty="0"/>
              <a:t>Maybe now using Voting for RF+LR+SVM ?</a:t>
            </a:r>
          </a:p>
          <a:p>
            <a:pPr lvl="1"/>
            <a:endParaRPr lang="en-US" dirty="0"/>
          </a:p>
          <a:p>
            <a:endParaRPr lang="en-US" dirty="0"/>
          </a:p>
        </p:txBody>
      </p:sp>
    </p:spTree>
    <p:extLst>
      <p:ext uri="{BB962C8B-B14F-4D97-AF65-F5344CB8AC3E}">
        <p14:creationId xmlns:p14="http://schemas.microsoft.com/office/powerpoint/2010/main" val="3478164246"/>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AD70779-1A4E-4C0C-8645-1A306809ED83}"/>
              </a:ext>
            </a:extLst>
          </p:cNvPr>
          <p:cNvSpPr>
            <a:spLocks noGrp="1"/>
          </p:cNvSpPr>
          <p:nvPr>
            <p:ph type="title"/>
          </p:nvPr>
        </p:nvSpPr>
        <p:spPr/>
        <p:txBody>
          <a:bodyPr/>
          <a:lstStyle/>
          <a:p>
            <a:endParaRPr lang="en-US"/>
          </a:p>
        </p:txBody>
      </p:sp>
      <p:sp>
        <p:nvSpPr>
          <p:cNvPr id="4" name="Content Placeholder 3">
            <a:extLst>
              <a:ext uri="{FF2B5EF4-FFF2-40B4-BE49-F238E27FC236}">
                <a16:creationId xmlns:a16="http://schemas.microsoft.com/office/drawing/2014/main" id="{A2B35651-67C8-4E97-87DB-C84FBF861542}"/>
              </a:ext>
            </a:extLst>
          </p:cNvPr>
          <p:cNvSpPr>
            <a:spLocks noGrp="1"/>
          </p:cNvSpPr>
          <p:nvPr>
            <p:ph idx="1"/>
          </p:nvPr>
        </p:nvSpPr>
        <p:spPr/>
        <p:txBody>
          <a:bodyPr/>
          <a:lstStyle/>
          <a:p>
            <a:r>
              <a:rPr lang="en-US" dirty="0"/>
              <a:t>Test ka feat1:</a:t>
            </a:r>
            <a:br>
              <a:rPr lang="en-US" dirty="0"/>
            </a:br>
            <a:r>
              <a:rPr lang="en-US" dirty="0"/>
              <a:t>CUSTOMER ORDERED PROGRAM COP LEATHER LEAF CUSTOMER ORDER PROGRAM FLORAL MISC FLORAL CUSTOMER ORDER PROGRAM</a:t>
            </a:r>
          </a:p>
          <a:p>
            <a:r>
              <a:rPr lang="en-US" dirty="0"/>
              <a:t>Train ka feat1:</a:t>
            </a:r>
            <a:br>
              <a:rPr lang="en-US" dirty="0"/>
            </a:br>
            <a:r>
              <a:rPr lang="en-US" dirty="0"/>
              <a:t>CUSTOMER ORDERED PROGRAM COP HYDRG BLUE CUSTOMER ORDER PROGRAM FLORAL CONSUMER BUNCH  SHOPPER BUNCH EVERYDAY CUSTOMER ORDER</a:t>
            </a:r>
          </a:p>
          <a:p>
            <a:r>
              <a:rPr lang="en-US" dirty="0"/>
              <a:t>Ratio= 72</a:t>
            </a:r>
          </a:p>
        </p:txBody>
      </p:sp>
    </p:spTree>
    <p:extLst>
      <p:ext uri="{BB962C8B-B14F-4D97-AF65-F5344CB8AC3E}">
        <p14:creationId xmlns:p14="http://schemas.microsoft.com/office/powerpoint/2010/main" val="3565990378"/>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70525-62D4-4A00-99BA-0D1B14E19DD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E06675B-0F0E-4550-A434-09FA3CCCF92C}"/>
              </a:ext>
            </a:extLst>
          </p:cNvPr>
          <p:cNvSpPr>
            <a:spLocks noGrp="1"/>
          </p:cNvSpPr>
          <p:nvPr>
            <p:ph idx="1"/>
          </p:nvPr>
        </p:nvSpPr>
        <p:spPr/>
        <p:txBody>
          <a:bodyPr/>
          <a:lstStyle/>
          <a:p>
            <a:endParaRPr lang="en-US" dirty="0"/>
          </a:p>
        </p:txBody>
      </p:sp>
      <p:graphicFrame>
        <p:nvGraphicFramePr>
          <p:cNvPr id="4" name="Table 4">
            <a:extLst>
              <a:ext uri="{FF2B5EF4-FFF2-40B4-BE49-F238E27FC236}">
                <a16:creationId xmlns:a16="http://schemas.microsoft.com/office/drawing/2014/main" id="{5D369122-548E-40F1-87B4-2647C347FF15}"/>
              </a:ext>
            </a:extLst>
          </p:cNvPr>
          <p:cNvGraphicFramePr>
            <a:graphicFrameLocks/>
          </p:cNvGraphicFramePr>
          <p:nvPr>
            <p:extLst>
              <p:ext uri="{D42A27DB-BD31-4B8C-83A1-F6EECF244321}">
                <p14:modId xmlns:p14="http://schemas.microsoft.com/office/powerpoint/2010/main" val="175989285"/>
              </p:ext>
            </p:extLst>
          </p:nvPr>
        </p:nvGraphicFramePr>
        <p:xfrm>
          <a:off x="336620" y="984737"/>
          <a:ext cx="11440047" cy="2848520"/>
        </p:xfrm>
        <a:graphic>
          <a:graphicData uri="http://schemas.openxmlformats.org/drawingml/2006/table">
            <a:tbl>
              <a:tblPr firstRow="1" bandRow="1">
                <a:tableStyleId>{5C22544A-7EE6-4342-B048-85BDC9FD1C3A}</a:tableStyleId>
              </a:tblPr>
              <a:tblGrid>
                <a:gridCol w="2929094">
                  <a:extLst>
                    <a:ext uri="{9D8B030D-6E8A-4147-A177-3AD203B41FA5}">
                      <a16:colId xmlns:a16="http://schemas.microsoft.com/office/drawing/2014/main" val="2791277913"/>
                    </a:ext>
                  </a:extLst>
                </a:gridCol>
                <a:gridCol w="1637882">
                  <a:extLst>
                    <a:ext uri="{9D8B030D-6E8A-4147-A177-3AD203B41FA5}">
                      <a16:colId xmlns:a16="http://schemas.microsoft.com/office/drawing/2014/main" val="3136872992"/>
                    </a:ext>
                  </a:extLst>
                </a:gridCol>
                <a:gridCol w="1577591">
                  <a:extLst>
                    <a:ext uri="{9D8B030D-6E8A-4147-A177-3AD203B41FA5}">
                      <a16:colId xmlns:a16="http://schemas.microsoft.com/office/drawing/2014/main" val="655949350"/>
                    </a:ext>
                  </a:extLst>
                </a:gridCol>
                <a:gridCol w="1316334">
                  <a:extLst>
                    <a:ext uri="{9D8B030D-6E8A-4147-A177-3AD203B41FA5}">
                      <a16:colId xmlns:a16="http://schemas.microsoft.com/office/drawing/2014/main" val="1931347418"/>
                    </a:ext>
                  </a:extLst>
                </a:gridCol>
                <a:gridCol w="1477108">
                  <a:extLst>
                    <a:ext uri="{9D8B030D-6E8A-4147-A177-3AD203B41FA5}">
                      <a16:colId xmlns:a16="http://schemas.microsoft.com/office/drawing/2014/main" val="1364821012"/>
                    </a:ext>
                  </a:extLst>
                </a:gridCol>
                <a:gridCol w="1286189">
                  <a:extLst>
                    <a:ext uri="{9D8B030D-6E8A-4147-A177-3AD203B41FA5}">
                      <a16:colId xmlns:a16="http://schemas.microsoft.com/office/drawing/2014/main" val="3537832492"/>
                    </a:ext>
                  </a:extLst>
                </a:gridCol>
                <a:gridCol w="1215849">
                  <a:extLst>
                    <a:ext uri="{9D8B030D-6E8A-4147-A177-3AD203B41FA5}">
                      <a16:colId xmlns:a16="http://schemas.microsoft.com/office/drawing/2014/main" val="2905688231"/>
                    </a:ext>
                  </a:extLst>
                </a:gridCol>
              </a:tblGrid>
              <a:tr h="624679">
                <a:tc>
                  <a:txBody>
                    <a:bodyPr/>
                    <a:lstStyle/>
                    <a:p>
                      <a:r>
                        <a:rPr lang="en-US" dirty="0"/>
                        <a:t>Model</a:t>
                      </a:r>
                    </a:p>
                  </a:txBody>
                  <a:tcPr/>
                </a:tc>
                <a:tc>
                  <a:txBody>
                    <a:bodyPr/>
                    <a:lstStyle/>
                    <a:p>
                      <a:r>
                        <a:rPr lang="en-US" dirty="0"/>
                        <a:t>Pre-processing</a:t>
                      </a:r>
                    </a:p>
                  </a:txBody>
                  <a:tcPr/>
                </a:tc>
                <a:tc>
                  <a:txBody>
                    <a:bodyPr/>
                    <a:lstStyle/>
                    <a:p>
                      <a:r>
                        <a:rPr lang="en-US" dirty="0"/>
                        <a:t>Data augmentation</a:t>
                      </a:r>
                    </a:p>
                  </a:txBody>
                  <a:tcPr/>
                </a:tc>
                <a:tc>
                  <a:txBody>
                    <a:bodyPr/>
                    <a:lstStyle/>
                    <a:p>
                      <a:r>
                        <a:rPr lang="en-US" dirty="0"/>
                        <a:t>Train data</a:t>
                      </a:r>
                    </a:p>
                  </a:txBody>
                  <a:tcPr/>
                </a:tc>
                <a:tc>
                  <a:txBody>
                    <a:bodyPr/>
                    <a:lstStyle/>
                    <a:p>
                      <a:r>
                        <a:rPr lang="en-US" dirty="0"/>
                        <a:t>ITEM1_DESC mapping</a:t>
                      </a:r>
                    </a:p>
                  </a:txBody>
                  <a:tcPr/>
                </a:tc>
                <a:tc>
                  <a:txBody>
                    <a:bodyPr/>
                    <a:lstStyle/>
                    <a:p>
                      <a:r>
                        <a:rPr lang="en-US" dirty="0"/>
                        <a:t>TF category</a:t>
                      </a:r>
                    </a:p>
                  </a:txBody>
                  <a:tcPr/>
                </a:tc>
                <a:tc>
                  <a:txBody>
                    <a:bodyPr/>
                    <a:lstStyle/>
                    <a:p>
                      <a:r>
                        <a:rPr lang="en-US" dirty="0"/>
                        <a:t>TF variety</a:t>
                      </a:r>
                    </a:p>
                  </a:txBody>
                  <a:tcPr/>
                </a:tc>
                <a:extLst>
                  <a:ext uri="{0D108BD9-81ED-4DB2-BD59-A6C34878D82A}">
                    <a16:rowId xmlns:a16="http://schemas.microsoft.com/office/drawing/2014/main" val="1170707996"/>
                  </a:ext>
                </a:extLst>
              </a:tr>
              <a:tr h="552110">
                <a:tc>
                  <a:txBody>
                    <a:bodyPr/>
                    <a:lstStyle/>
                    <a:p>
                      <a:r>
                        <a:rPr lang="en-US" dirty="0"/>
                        <a:t>Voting Hard(</a:t>
                      </a:r>
                      <a:r>
                        <a:rPr lang="en-US" dirty="0">
                          <a:highlight>
                            <a:srgbClr val="FFFF00"/>
                          </a:highlight>
                        </a:rPr>
                        <a:t>42,42</a:t>
                      </a:r>
                      <a:r>
                        <a:rPr lang="en-US" dirty="0"/>
                        <a:t>)</a:t>
                      </a:r>
                    </a:p>
                  </a:txBody>
                  <a:tcPr>
                    <a:solidFill>
                      <a:schemeClr val="accent5">
                        <a:lumMod val="40000"/>
                        <a:lumOff val="60000"/>
                      </a:schemeClr>
                    </a:solidFill>
                  </a:tcPr>
                </a:tc>
                <a:tc>
                  <a:txBody>
                    <a:bodyPr/>
                    <a:lstStyle/>
                    <a:p>
                      <a:r>
                        <a:rPr lang="en-US" dirty="0"/>
                        <a:t>Yes</a:t>
                      </a:r>
                    </a:p>
                  </a:txBody>
                  <a:tcPr>
                    <a:solidFill>
                      <a:schemeClr val="accent5">
                        <a:lumMod val="40000"/>
                        <a:lumOff val="60000"/>
                      </a:schemeClr>
                    </a:solidFill>
                  </a:tcPr>
                </a:tc>
                <a:tc>
                  <a:txBody>
                    <a:bodyPr/>
                    <a:lstStyle/>
                    <a:p>
                      <a:r>
                        <a:rPr lang="en-US" dirty="0"/>
                        <a:t>No</a:t>
                      </a:r>
                    </a:p>
                  </a:txBody>
                  <a:tcPr>
                    <a:solidFill>
                      <a:schemeClr val="accent5">
                        <a:lumMod val="40000"/>
                        <a:lumOff val="60000"/>
                      </a:schemeClr>
                    </a:solidFill>
                  </a:tcPr>
                </a:tc>
                <a:tc>
                  <a:txBody>
                    <a:bodyPr/>
                    <a:lstStyle/>
                    <a:p>
                      <a:r>
                        <a:rPr lang="en-US" dirty="0"/>
                        <a:t>50248</a:t>
                      </a:r>
                    </a:p>
                  </a:txBody>
                  <a:tcPr>
                    <a:solidFill>
                      <a:schemeClr val="accent5">
                        <a:lumMod val="40000"/>
                        <a:lumOff val="60000"/>
                      </a:schemeClr>
                    </a:solidFill>
                  </a:tcPr>
                </a:tc>
                <a:tc>
                  <a:txBody>
                    <a:bodyPr/>
                    <a:lstStyle/>
                    <a:p>
                      <a:r>
                        <a:rPr lang="en-US" dirty="0"/>
                        <a:t>Yes</a:t>
                      </a:r>
                    </a:p>
                  </a:txBody>
                  <a:tcPr>
                    <a:solidFill>
                      <a:schemeClr val="accent5">
                        <a:lumMod val="40000"/>
                        <a:lumOff val="60000"/>
                      </a:schemeClr>
                    </a:solidFill>
                  </a:tcPr>
                </a:tc>
                <a:tc>
                  <a:txBody>
                    <a:bodyPr/>
                    <a:lstStyle/>
                    <a:p>
                      <a:r>
                        <a:rPr lang="en-US" dirty="0"/>
                        <a:t>64.31	</a:t>
                      </a:r>
                    </a:p>
                  </a:txBody>
                  <a:tcPr>
                    <a:solidFill>
                      <a:schemeClr val="accent5">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72.30</a:t>
                      </a:r>
                    </a:p>
                  </a:txBody>
                  <a:tcPr>
                    <a:solidFill>
                      <a:schemeClr val="accent5">
                        <a:lumMod val="40000"/>
                        <a:lumOff val="60000"/>
                      </a:schemeClr>
                    </a:solidFill>
                  </a:tcPr>
                </a:tc>
                <a:extLst>
                  <a:ext uri="{0D108BD9-81ED-4DB2-BD59-A6C34878D82A}">
                    <a16:rowId xmlns:a16="http://schemas.microsoft.com/office/drawing/2014/main" val="2480496179"/>
                  </a:ext>
                </a:extLst>
              </a:tr>
              <a:tr h="552110">
                <a:tc>
                  <a:txBody>
                    <a:bodyPr/>
                    <a:lstStyle/>
                    <a:p>
                      <a:r>
                        <a:rPr lang="en-US" dirty="0"/>
                        <a:t>Voting Hard(42,42)</a:t>
                      </a:r>
                    </a:p>
                  </a:txBody>
                  <a:tcPr>
                    <a:solidFill>
                      <a:schemeClr val="accent5">
                        <a:lumMod val="40000"/>
                        <a:lumOff val="60000"/>
                      </a:schemeClr>
                    </a:solidFill>
                  </a:tcPr>
                </a:tc>
                <a:tc>
                  <a:txBody>
                    <a:bodyPr/>
                    <a:lstStyle/>
                    <a:p>
                      <a:r>
                        <a:rPr lang="en-US" dirty="0"/>
                        <a:t>Yes</a:t>
                      </a:r>
                    </a:p>
                  </a:txBody>
                  <a:tcPr>
                    <a:solidFill>
                      <a:schemeClr val="accent5">
                        <a:lumMod val="40000"/>
                        <a:lumOff val="60000"/>
                      </a:schemeClr>
                    </a:solidFill>
                  </a:tcPr>
                </a:tc>
                <a:tc>
                  <a:txBody>
                    <a:bodyPr/>
                    <a:lstStyle/>
                    <a:p>
                      <a:r>
                        <a:rPr lang="en-US" dirty="0"/>
                        <a:t>No</a:t>
                      </a:r>
                    </a:p>
                  </a:txBody>
                  <a:tcPr>
                    <a:solidFill>
                      <a:schemeClr val="accent5">
                        <a:lumMod val="40000"/>
                        <a:lumOff val="60000"/>
                      </a:schemeClr>
                    </a:solidFill>
                  </a:tcPr>
                </a:tc>
                <a:tc>
                  <a:txBody>
                    <a:bodyPr/>
                    <a:lstStyle/>
                    <a:p>
                      <a:r>
                        <a:rPr lang="en-US" dirty="0"/>
                        <a:t>50248</a:t>
                      </a:r>
                    </a:p>
                  </a:txBody>
                  <a:tcPr>
                    <a:solidFill>
                      <a:schemeClr val="accent5">
                        <a:lumMod val="40000"/>
                        <a:lumOff val="60000"/>
                      </a:schemeClr>
                    </a:solidFill>
                  </a:tcPr>
                </a:tc>
                <a:tc>
                  <a:txBody>
                    <a:bodyPr/>
                    <a:lstStyle/>
                    <a:p>
                      <a:r>
                        <a:rPr lang="en-US" dirty="0"/>
                        <a:t>Yes</a:t>
                      </a:r>
                    </a:p>
                  </a:txBody>
                  <a:tcPr>
                    <a:solidFill>
                      <a:schemeClr val="accent5">
                        <a:lumMod val="40000"/>
                        <a:lumOff val="60000"/>
                      </a:schemeClr>
                    </a:solidFill>
                  </a:tcPr>
                </a:tc>
                <a:tc>
                  <a:txBody>
                    <a:bodyPr/>
                    <a:lstStyle/>
                    <a:p>
                      <a:r>
                        <a:rPr lang="en-US" dirty="0"/>
                        <a:t>64.31	</a:t>
                      </a:r>
                    </a:p>
                  </a:txBody>
                  <a:tcPr>
                    <a:solidFill>
                      <a:schemeClr val="accent5">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72.30</a:t>
                      </a:r>
                    </a:p>
                  </a:txBody>
                  <a:tcPr>
                    <a:solidFill>
                      <a:schemeClr val="accent5">
                        <a:lumMod val="40000"/>
                        <a:lumOff val="60000"/>
                      </a:schemeClr>
                    </a:solidFill>
                  </a:tcPr>
                </a:tc>
                <a:extLst>
                  <a:ext uri="{0D108BD9-81ED-4DB2-BD59-A6C34878D82A}">
                    <a16:rowId xmlns:a16="http://schemas.microsoft.com/office/drawing/2014/main" val="1388105623"/>
                  </a:ext>
                </a:extLst>
              </a:tr>
              <a:tr h="55211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Voting Hard(42,42,l1,saga)</a:t>
                      </a:r>
                    </a:p>
                  </a:txBody>
                  <a:tcPr>
                    <a:solidFill>
                      <a:schemeClr val="accent5">
                        <a:lumMod val="40000"/>
                        <a:lumOff val="60000"/>
                      </a:schemeClr>
                    </a:solidFill>
                  </a:tcPr>
                </a:tc>
                <a:tc>
                  <a:txBody>
                    <a:bodyPr/>
                    <a:lstStyle/>
                    <a:p>
                      <a:r>
                        <a:rPr lang="en-US" dirty="0"/>
                        <a:t>Yes</a:t>
                      </a:r>
                    </a:p>
                  </a:txBody>
                  <a:tcPr>
                    <a:solidFill>
                      <a:schemeClr val="accent5">
                        <a:lumMod val="40000"/>
                        <a:lumOff val="60000"/>
                      </a:schemeClr>
                    </a:solidFill>
                  </a:tcPr>
                </a:tc>
                <a:tc>
                  <a:txBody>
                    <a:bodyPr/>
                    <a:lstStyle/>
                    <a:p>
                      <a:r>
                        <a:rPr lang="en-US" dirty="0"/>
                        <a:t>Yes</a:t>
                      </a:r>
                    </a:p>
                  </a:txBody>
                  <a:tcPr>
                    <a:solidFill>
                      <a:schemeClr val="accent5">
                        <a:lumMod val="40000"/>
                        <a:lumOff val="60000"/>
                      </a:schemeClr>
                    </a:solidFill>
                  </a:tcPr>
                </a:tc>
                <a:tc>
                  <a:txBody>
                    <a:bodyPr/>
                    <a:lstStyle/>
                    <a:p>
                      <a:r>
                        <a:rPr lang="en-US" dirty="0"/>
                        <a:t>70098</a:t>
                      </a:r>
                    </a:p>
                  </a:txBody>
                  <a:tcPr>
                    <a:solidFill>
                      <a:schemeClr val="accent5">
                        <a:lumMod val="40000"/>
                        <a:lumOff val="60000"/>
                      </a:schemeClr>
                    </a:solidFill>
                  </a:tcPr>
                </a:tc>
                <a:tc>
                  <a:txBody>
                    <a:bodyPr/>
                    <a:lstStyle/>
                    <a:p>
                      <a:r>
                        <a:rPr lang="en-US" dirty="0"/>
                        <a:t>No</a:t>
                      </a:r>
                    </a:p>
                  </a:txBody>
                  <a:tcPr>
                    <a:solidFill>
                      <a:schemeClr val="accent5">
                        <a:lumMod val="40000"/>
                        <a:lumOff val="60000"/>
                      </a:schemeClr>
                    </a:solidFill>
                  </a:tcPr>
                </a:tc>
                <a:tc>
                  <a:txBody>
                    <a:bodyPr/>
                    <a:lstStyle/>
                    <a:p>
                      <a:r>
                        <a:rPr lang="en-US" dirty="0"/>
                        <a:t>73.32</a:t>
                      </a:r>
                    </a:p>
                  </a:txBody>
                  <a:tcPr>
                    <a:solidFill>
                      <a:schemeClr val="accent5">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80.63</a:t>
                      </a:r>
                    </a:p>
                  </a:txBody>
                  <a:tcPr>
                    <a:solidFill>
                      <a:schemeClr val="accent5">
                        <a:lumMod val="40000"/>
                        <a:lumOff val="60000"/>
                      </a:schemeClr>
                    </a:solidFill>
                  </a:tcPr>
                </a:tc>
                <a:extLst>
                  <a:ext uri="{0D108BD9-81ED-4DB2-BD59-A6C34878D82A}">
                    <a16:rowId xmlns:a16="http://schemas.microsoft.com/office/drawing/2014/main" val="720076183"/>
                  </a:ext>
                </a:extLst>
              </a:tr>
              <a:tr h="55211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Voting Hard(42,42,l1,lbfgs)</a:t>
                      </a:r>
                    </a:p>
                  </a:txBody>
                  <a:tcPr>
                    <a:solidFill>
                      <a:schemeClr val="accent5">
                        <a:lumMod val="40000"/>
                        <a:lumOff val="60000"/>
                      </a:schemeClr>
                    </a:solidFill>
                  </a:tcPr>
                </a:tc>
                <a:tc>
                  <a:txBody>
                    <a:bodyPr/>
                    <a:lstStyle/>
                    <a:p>
                      <a:r>
                        <a:rPr lang="en-US" dirty="0"/>
                        <a:t>Yes</a:t>
                      </a:r>
                    </a:p>
                  </a:txBody>
                  <a:tcPr>
                    <a:solidFill>
                      <a:schemeClr val="accent5">
                        <a:lumMod val="40000"/>
                        <a:lumOff val="60000"/>
                      </a:schemeClr>
                    </a:solidFill>
                  </a:tcPr>
                </a:tc>
                <a:tc>
                  <a:txBody>
                    <a:bodyPr/>
                    <a:lstStyle/>
                    <a:p>
                      <a:r>
                        <a:rPr lang="en-US" dirty="0"/>
                        <a:t>Yes</a:t>
                      </a:r>
                    </a:p>
                  </a:txBody>
                  <a:tcPr>
                    <a:solidFill>
                      <a:schemeClr val="accent5">
                        <a:lumMod val="40000"/>
                        <a:lumOff val="60000"/>
                      </a:schemeClr>
                    </a:solidFill>
                  </a:tcPr>
                </a:tc>
                <a:tc>
                  <a:txBody>
                    <a:bodyPr/>
                    <a:lstStyle/>
                    <a:p>
                      <a:r>
                        <a:rPr lang="en-US" dirty="0"/>
                        <a:t>70098</a:t>
                      </a:r>
                    </a:p>
                  </a:txBody>
                  <a:tcPr>
                    <a:solidFill>
                      <a:schemeClr val="accent5">
                        <a:lumMod val="40000"/>
                        <a:lumOff val="60000"/>
                      </a:schemeClr>
                    </a:solidFill>
                  </a:tcPr>
                </a:tc>
                <a:tc>
                  <a:txBody>
                    <a:bodyPr/>
                    <a:lstStyle/>
                    <a:p>
                      <a:r>
                        <a:rPr lang="en-US" dirty="0"/>
                        <a:t>No</a:t>
                      </a:r>
                    </a:p>
                  </a:txBody>
                  <a:tcPr>
                    <a:solidFill>
                      <a:schemeClr val="accent5">
                        <a:lumMod val="40000"/>
                        <a:lumOff val="60000"/>
                      </a:schemeClr>
                    </a:solidFill>
                  </a:tcPr>
                </a:tc>
                <a:tc>
                  <a:txBody>
                    <a:bodyPr/>
                    <a:lstStyle/>
                    <a:p>
                      <a:r>
                        <a:rPr lang="en-US" dirty="0"/>
                        <a:t>70.03</a:t>
                      </a:r>
                    </a:p>
                  </a:txBody>
                  <a:tcPr>
                    <a:solidFill>
                      <a:schemeClr val="accent5">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81.08</a:t>
                      </a:r>
                    </a:p>
                  </a:txBody>
                  <a:tcPr>
                    <a:solidFill>
                      <a:schemeClr val="accent5">
                        <a:lumMod val="40000"/>
                        <a:lumOff val="60000"/>
                      </a:schemeClr>
                    </a:solidFill>
                  </a:tcPr>
                </a:tc>
                <a:extLst>
                  <a:ext uri="{0D108BD9-81ED-4DB2-BD59-A6C34878D82A}">
                    <a16:rowId xmlns:a16="http://schemas.microsoft.com/office/drawing/2014/main" val="2105096178"/>
                  </a:ext>
                </a:extLst>
              </a:tr>
            </a:tbl>
          </a:graphicData>
        </a:graphic>
      </p:graphicFrame>
    </p:spTree>
    <p:extLst>
      <p:ext uri="{BB962C8B-B14F-4D97-AF65-F5344CB8AC3E}">
        <p14:creationId xmlns:p14="http://schemas.microsoft.com/office/powerpoint/2010/main" val="625293632"/>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530D5-A601-446E-BDA6-B1F08787965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B543EAA-166C-4A47-BF65-BAC1A85B1F1E}"/>
              </a:ext>
            </a:extLst>
          </p:cNvPr>
          <p:cNvSpPr>
            <a:spLocks noGrp="1"/>
          </p:cNvSpPr>
          <p:nvPr>
            <p:ph idx="1"/>
          </p:nvPr>
        </p:nvSpPr>
        <p:spPr/>
        <p:txBody>
          <a:bodyPr/>
          <a:lstStyle/>
          <a:p>
            <a:endParaRPr lang="en-US"/>
          </a:p>
        </p:txBody>
      </p:sp>
      <p:graphicFrame>
        <p:nvGraphicFramePr>
          <p:cNvPr id="4" name="Table 9">
            <a:extLst>
              <a:ext uri="{FF2B5EF4-FFF2-40B4-BE49-F238E27FC236}">
                <a16:creationId xmlns:a16="http://schemas.microsoft.com/office/drawing/2014/main" id="{88EB2447-C24F-4A46-B2AB-41FC9CC3FC6E}"/>
              </a:ext>
            </a:extLst>
          </p:cNvPr>
          <p:cNvGraphicFramePr>
            <a:graphicFrameLocks noGrp="1"/>
          </p:cNvGraphicFramePr>
          <p:nvPr>
            <p:extLst>
              <p:ext uri="{D42A27DB-BD31-4B8C-83A1-F6EECF244321}">
                <p14:modId xmlns:p14="http://schemas.microsoft.com/office/powerpoint/2010/main" val="445584286"/>
              </p:ext>
            </p:extLst>
          </p:nvPr>
        </p:nvGraphicFramePr>
        <p:xfrm>
          <a:off x="1482131" y="571363"/>
          <a:ext cx="8127999" cy="560560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1385865817"/>
                    </a:ext>
                  </a:extLst>
                </a:gridCol>
                <a:gridCol w="2709333">
                  <a:extLst>
                    <a:ext uri="{9D8B030D-6E8A-4147-A177-3AD203B41FA5}">
                      <a16:colId xmlns:a16="http://schemas.microsoft.com/office/drawing/2014/main" val="737004334"/>
                    </a:ext>
                  </a:extLst>
                </a:gridCol>
                <a:gridCol w="2709333">
                  <a:extLst>
                    <a:ext uri="{9D8B030D-6E8A-4147-A177-3AD203B41FA5}">
                      <a16:colId xmlns:a16="http://schemas.microsoft.com/office/drawing/2014/main" val="3173139177"/>
                    </a:ext>
                  </a:extLst>
                </a:gridCol>
              </a:tblGrid>
              <a:tr h="368536">
                <a:tc>
                  <a:txBody>
                    <a:bodyPr/>
                    <a:lstStyle/>
                    <a:p>
                      <a:endParaRPr lang="en-US" dirty="0"/>
                    </a:p>
                  </a:txBody>
                  <a:tcPr>
                    <a:lnB w="38100" cap="flat" cmpd="sng" algn="ctr">
                      <a:solidFill>
                        <a:schemeClr val="tx1"/>
                      </a:solidFill>
                      <a:prstDash val="solid"/>
                      <a:round/>
                      <a:headEnd type="none" w="med" len="med"/>
                      <a:tailEnd type="none" w="med" len="med"/>
                    </a:lnB>
                  </a:tcPr>
                </a:tc>
                <a:tc>
                  <a:txBody>
                    <a:bodyPr/>
                    <a:lstStyle/>
                    <a:p>
                      <a:r>
                        <a:rPr lang="en-US" dirty="0"/>
                        <a:t>W/O Data augmentation</a:t>
                      </a:r>
                    </a:p>
                  </a:txBody>
                  <a:tcPr>
                    <a:lnB w="38100" cap="flat" cmpd="sng" algn="ctr">
                      <a:solidFill>
                        <a:schemeClr val="tx1"/>
                      </a:solidFill>
                      <a:prstDash val="solid"/>
                      <a:round/>
                      <a:headEnd type="none" w="med" len="med"/>
                      <a:tailEnd type="none" w="med" len="med"/>
                    </a:lnB>
                  </a:tcPr>
                </a:tc>
                <a:tc>
                  <a:txBody>
                    <a:bodyPr/>
                    <a:lstStyle/>
                    <a:p>
                      <a:r>
                        <a:rPr lang="en-US" dirty="0"/>
                        <a:t>With data augmentation</a:t>
                      </a:r>
                    </a:p>
                  </a:txBody>
                  <a:tcPr>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7656475"/>
                  </a:ext>
                </a:extLst>
              </a:tr>
              <a:tr h="368536">
                <a:tc>
                  <a:txBody>
                    <a:bodyPr/>
                    <a:lstStyle/>
                    <a:p>
                      <a:r>
                        <a:rPr lang="en-US" dirty="0"/>
                        <a:t>Train data</a:t>
                      </a:r>
                    </a:p>
                  </a:txBody>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dirty="0"/>
                    </a:p>
                  </a:txBody>
                  <a:tcPr>
                    <a:lnT w="38100" cap="flat" cmpd="sng" algn="ctr">
                      <a:solidFill>
                        <a:schemeClr val="tx1"/>
                      </a:solidFill>
                      <a:prstDash val="solid"/>
                      <a:round/>
                      <a:headEnd type="none" w="med" len="med"/>
                      <a:tailEnd type="none" w="med" len="med"/>
                    </a:lnT>
                  </a:tcPr>
                </a:tc>
                <a:tc>
                  <a:txBody>
                    <a:bodyPr/>
                    <a:lstStyle/>
                    <a:p>
                      <a:r>
                        <a:rPr lang="en-US" dirty="0"/>
                        <a:t>69935</a:t>
                      </a:r>
                    </a:p>
                  </a:txBody>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9991509"/>
                  </a:ext>
                </a:extLst>
              </a:tr>
              <a:tr h="368536">
                <a:tc>
                  <a:txBody>
                    <a:bodyPr/>
                    <a:lstStyle/>
                    <a:p>
                      <a:r>
                        <a:rPr lang="en-US" dirty="0"/>
                        <a:t>Time</a:t>
                      </a:r>
                    </a:p>
                  </a:txBody>
                  <a:tcPr>
                    <a:lnL w="38100" cap="flat" cmpd="sng" algn="ctr">
                      <a:solidFill>
                        <a:schemeClr val="tx1"/>
                      </a:solidFill>
                      <a:prstDash val="solid"/>
                      <a:round/>
                      <a:headEnd type="none" w="med" len="med"/>
                      <a:tailEnd type="none" w="med" len="med"/>
                    </a:lnL>
                  </a:tcPr>
                </a:tc>
                <a:tc>
                  <a:txBody>
                    <a:bodyPr/>
                    <a:lstStyle/>
                    <a:p>
                      <a:endParaRPr lang="en-US" dirty="0"/>
                    </a:p>
                  </a:txBody>
                  <a:tcPr/>
                </a:tc>
                <a:tc>
                  <a:txBody>
                    <a:bodyPr/>
                    <a:lstStyle/>
                    <a:p>
                      <a:r>
                        <a:rPr lang="en-US" dirty="0"/>
                        <a:t>~40 mins</a:t>
                      </a:r>
                    </a:p>
                  </a:txBody>
                  <a:tcPr>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288510303"/>
                  </a:ext>
                </a:extLst>
              </a:tr>
              <a:tr h="636105">
                <a:tc>
                  <a:txBody>
                    <a:bodyPr/>
                    <a:lstStyle/>
                    <a:p>
                      <a:r>
                        <a:rPr lang="en-US" dirty="0"/>
                        <a:t>No. of observations with Ratio &gt;= 70</a:t>
                      </a:r>
                    </a:p>
                  </a:txBody>
                  <a:tcPr>
                    <a:lnL w="38100" cap="flat" cmpd="sng" algn="ctr">
                      <a:solidFill>
                        <a:schemeClr val="tx1"/>
                      </a:solidFill>
                      <a:prstDash val="solid"/>
                      <a:round/>
                      <a:headEnd type="none" w="med" len="med"/>
                      <a:tailEnd type="none" w="med" len="med"/>
                    </a:lnL>
                    <a:solidFill>
                      <a:schemeClr val="accent4"/>
                    </a:solidFill>
                  </a:tcPr>
                </a:tc>
                <a:tc>
                  <a:txBody>
                    <a:bodyPr/>
                    <a:lstStyle/>
                    <a:p>
                      <a:endParaRPr lang="en-US" dirty="0"/>
                    </a:p>
                  </a:txBody>
                  <a:tcPr/>
                </a:tc>
                <a:tc>
                  <a:txBody>
                    <a:bodyPr/>
                    <a:lstStyle/>
                    <a:p>
                      <a:r>
                        <a:rPr lang="en-US" dirty="0"/>
                        <a:t>32521</a:t>
                      </a:r>
                    </a:p>
                  </a:txBody>
                  <a:tcPr>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202405203"/>
                  </a:ext>
                </a:extLst>
              </a:tr>
              <a:tr h="368536">
                <a:tc>
                  <a:txBody>
                    <a:bodyPr/>
                    <a:lstStyle/>
                    <a:p>
                      <a:r>
                        <a:rPr lang="en-US" dirty="0"/>
                        <a:t>TF category</a:t>
                      </a:r>
                    </a:p>
                  </a:txBody>
                  <a:tcPr>
                    <a:lnL w="38100" cap="flat" cmpd="sng" algn="ctr">
                      <a:solidFill>
                        <a:schemeClr val="tx1"/>
                      </a:solidFill>
                      <a:prstDash val="solid"/>
                      <a:round/>
                      <a:headEnd type="none" w="med" len="med"/>
                      <a:tailEnd type="none" w="med" len="med"/>
                    </a:lnL>
                  </a:tcPr>
                </a:tc>
                <a:tc>
                  <a:txBody>
                    <a:bodyPr/>
                    <a:lstStyle/>
                    <a:p>
                      <a:endParaRPr lang="en-US" dirty="0"/>
                    </a:p>
                  </a:txBody>
                  <a:tcPr/>
                </a:tc>
                <a:tc>
                  <a:txBody>
                    <a:bodyPr/>
                    <a:lstStyle/>
                    <a:p>
                      <a:r>
                        <a:rPr lang="en-US" dirty="0"/>
                        <a:t>94.75</a:t>
                      </a:r>
                    </a:p>
                  </a:txBody>
                  <a:tcPr>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439310619"/>
                  </a:ext>
                </a:extLst>
              </a:tr>
              <a:tr h="368536">
                <a:tc>
                  <a:txBody>
                    <a:bodyPr/>
                    <a:lstStyle/>
                    <a:p>
                      <a:r>
                        <a:rPr lang="en-US" dirty="0"/>
                        <a:t>TF variety</a:t>
                      </a:r>
                    </a:p>
                  </a:txBody>
                  <a:tcPr>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dirty="0"/>
                    </a:p>
                  </a:txBody>
                  <a:tcPr>
                    <a:lnB w="38100" cap="flat" cmpd="sng" algn="ctr">
                      <a:solidFill>
                        <a:schemeClr val="tx1"/>
                      </a:solidFill>
                      <a:prstDash val="solid"/>
                      <a:round/>
                      <a:headEnd type="none" w="med" len="med"/>
                      <a:tailEnd type="none" w="med" len="med"/>
                    </a:lnB>
                  </a:tcPr>
                </a:tc>
                <a:tc>
                  <a:txBody>
                    <a:bodyPr/>
                    <a:lstStyle/>
                    <a:p>
                      <a:r>
                        <a:rPr lang="en-US" dirty="0"/>
                        <a:t>96.54</a:t>
                      </a:r>
                    </a:p>
                  </a:txBody>
                  <a:tcPr>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69022154"/>
                  </a:ext>
                </a:extLst>
              </a:tr>
              <a:tr h="63610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 of observations with Ratio &gt;= 60</a:t>
                      </a:r>
                    </a:p>
                  </a:txBody>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solidFill>
                      <a:schemeClr val="accent4"/>
                    </a:solidFill>
                  </a:tcPr>
                </a:tc>
                <a:tc>
                  <a:txBody>
                    <a:bodyPr/>
                    <a:lstStyle/>
                    <a:p>
                      <a:endParaRPr lang="en-US" dirty="0"/>
                    </a:p>
                  </a:txBody>
                  <a:tcPr>
                    <a:lnT w="38100" cap="flat" cmpd="sng" algn="ctr">
                      <a:solidFill>
                        <a:schemeClr val="tx1"/>
                      </a:solidFill>
                      <a:prstDash val="solid"/>
                      <a:round/>
                      <a:headEnd type="none" w="med" len="med"/>
                      <a:tailEnd type="none" w="med" len="med"/>
                    </a:lnT>
                  </a:tcPr>
                </a:tc>
                <a:tc>
                  <a:txBody>
                    <a:bodyPr/>
                    <a:lstStyle/>
                    <a:p>
                      <a:r>
                        <a:rPr lang="en-US" dirty="0"/>
                        <a:t>109061</a:t>
                      </a:r>
                    </a:p>
                  </a:txBody>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868971093"/>
                  </a:ext>
                </a:extLst>
              </a:tr>
              <a:tr h="3685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TF category</a:t>
                      </a:r>
                    </a:p>
                  </a:txBody>
                  <a:tcPr>
                    <a:lnL w="38100" cap="flat" cmpd="sng" algn="ctr">
                      <a:solidFill>
                        <a:schemeClr val="tx1"/>
                      </a:solidFill>
                      <a:prstDash val="solid"/>
                      <a:round/>
                      <a:headEnd type="none" w="med" len="med"/>
                      <a:tailEnd type="none" w="med" len="med"/>
                    </a:lnL>
                  </a:tcPr>
                </a:tc>
                <a:tc>
                  <a:txBody>
                    <a:bodyPr/>
                    <a:lstStyle/>
                    <a:p>
                      <a:endParaRPr lang="en-US" dirty="0"/>
                    </a:p>
                  </a:txBody>
                  <a:tcPr/>
                </a:tc>
                <a:tc>
                  <a:txBody>
                    <a:bodyPr/>
                    <a:lstStyle/>
                    <a:p>
                      <a:r>
                        <a:rPr lang="en-US" dirty="0"/>
                        <a:t>89.68	</a:t>
                      </a:r>
                    </a:p>
                  </a:txBody>
                  <a:tcPr>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108858067"/>
                  </a:ext>
                </a:extLst>
              </a:tr>
              <a:tr h="3685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TF variety</a:t>
                      </a:r>
                    </a:p>
                  </a:txBody>
                  <a:tcPr>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dirty="0"/>
                    </a:p>
                  </a:txBody>
                  <a:tcPr>
                    <a:lnB w="38100" cap="flat" cmpd="sng" algn="ctr">
                      <a:solidFill>
                        <a:schemeClr val="tx1"/>
                      </a:solidFill>
                      <a:prstDash val="solid"/>
                      <a:round/>
                      <a:headEnd type="none" w="med" len="med"/>
                      <a:tailEnd type="none" w="med" len="med"/>
                    </a:lnB>
                  </a:tcPr>
                </a:tc>
                <a:tc>
                  <a:txBody>
                    <a:bodyPr/>
                    <a:lstStyle/>
                    <a:p>
                      <a:r>
                        <a:rPr lang="en-US" dirty="0"/>
                        <a:t>91.24</a:t>
                      </a:r>
                    </a:p>
                  </a:txBody>
                  <a:tcPr>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93865067"/>
                  </a:ext>
                </a:extLst>
              </a:tr>
              <a:tr h="63610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 of observations with Ratio &gt;= 50</a:t>
                      </a:r>
                    </a:p>
                  </a:txBody>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solidFill>
                      <a:schemeClr val="accent4"/>
                    </a:solidFill>
                  </a:tcPr>
                </a:tc>
                <a:tc>
                  <a:txBody>
                    <a:bodyPr/>
                    <a:lstStyle/>
                    <a:p>
                      <a:endParaRPr lang="en-US" dirty="0"/>
                    </a:p>
                  </a:txBody>
                  <a:tcPr>
                    <a:lnT w="38100" cap="flat" cmpd="sng" algn="ctr">
                      <a:solidFill>
                        <a:schemeClr val="tx1"/>
                      </a:solidFill>
                      <a:prstDash val="solid"/>
                      <a:round/>
                      <a:headEnd type="none" w="med" len="med"/>
                      <a:tailEnd type="none" w="med" len="med"/>
                    </a:lnT>
                  </a:tcPr>
                </a:tc>
                <a:tc>
                  <a:txBody>
                    <a:bodyPr/>
                    <a:lstStyle/>
                    <a:p>
                      <a:r>
                        <a:rPr lang="en-US" dirty="0"/>
                        <a:t>223808</a:t>
                      </a:r>
                    </a:p>
                  </a:txBody>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572442657"/>
                  </a:ext>
                </a:extLst>
              </a:tr>
              <a:tr h="3685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TF category</a:t>
                      </a:r>
                    </a:p>
                  </a:txBody>
                  <a:tcPr>
                    <a:lnL w="38100" cap="flat" cmpd="sng" algn="ctr">
                      <a:solidFill>
                        <a:schemeClr val="tx1"/>
                      </a:solidFill>
                      <a:prstDash val="solid"/>
                      <a:round/>
                      <a:headEnd type="none" w="med" len="med"/>
                      <a:tailEnd type="none" w="med" len="med"/>
                    </a:lnL>
                  </a:tcPr>
                </a:tc>
                <a:tc>
                  <a:txBody>
                    <a:bodyPr/>
                    <a:lstStyle/>
                    <a:p>
                      <a:endParaRPr lang="en-US" dirty="0"/>
                    </a:p>
                  </a:txBody>
                  <a:tcPr/>
                </a:tc>
                <a:tc>
                  <a:txBody>
                    <a:bodyPr/>
                    <a:lstStyle/>
                    <a:p>
                      <a:r>
                        <a:rPr lang="en-US" dirty="0"/>
                        <a:t>81.69	</a:t>
                      </a:r>
                    </a:p>
                  </a:txBody>
                  <a:tcPr>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922863414"/>
                  </a:ext>
                </a:extLst>
              </a:tr>
              <a:tr h="3685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TF variety</a:t>
                      </a:r>
                    </a:p>
                  </a:txBody>
                  <a:tcPr>
                    <a:lnL w="38100" cap="flat" cmpd="sng" algn="ctr">
                      <a:solidFill>
                        <a:schemeClr val="tx1"/>
                      </a:solidFill>
                      <a:prstDash val="solid"/>
                      <a:round/>
                      <a:headEnd type="none" w="med" len="med"/>
                      <a:tailEnd type="none" w="med" len="med"/>
                    </a:lnL>
                  </a:tcPr>
                </a:tc>
                <a:tc>
                  <a:txBody>
                    <a:bodyPr/>
                    <a:lstStyle/>
                    <a:p>
                      <a:endParaRPr lang="en-US" dirty="0"/>
                    </a:p>
                  </a:txBody>
                  <a:tcPr/>
                </a:tc>
                <a:tc>
                  <a:txBody>
                    <a:bodyPr/>
                    <a:lstStyle/>
                    <a:p>
                      <a:r>
                        <a:rPr lang="en-US" dirty="0"/>
                        <a:t>82.99</a:t>
                      </a:r>
                    </a:p>
                  </a:txBody>
                  <a:tcPr>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240400217"/>
                  </a:ext>
                </a:extLst>
              </a:tr>
              <a:tr h="3685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txBody>
                  <a:tcPr>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dirty="0"/>
                    </a:p>
                  </a:txBody>
                  <a:tcPr>
                    <a:lnB w="38100" cap="flat" cmpd="sng" algn="ctr">
                      <a:solidFill>
                        <a:schemeClr val="tx1"/>
                      </a:solidFill>
                      <a:prstDash val="solid"/>
                      <a:round/>
                      <a:headEnd type="none" w="med" len="med"/>
                      <a:tailEnd type="none" w="med" len="med"/>
                    </a:lnB>
                  </a:tcPr>
                </a:tc>
                <a:tc>
                  <a:txBody>
                    <a:bodyPr/>
                    <a:lstStyle/>
                    <a:p>
                      <a:endParaRPr lang="en-US" dirty="0"/>
                    </a:p>
                  </a:txBody>
                  <a:tcPr>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9359329"/>
                  </a:ext>
                </a:extLst>
              </a:tr>
            </a:tbl>
          </a:graphicData>
        </a:graphic>
      </p:graphicFrame>
    </p:spTree>
    <p:extLst>
      <p:ext uri="{BB962C8B-B14F-4D97-AF65-F5344CB8AC3E}">
        <p14:creationId xmlns:p14="http://schemas.microsoft.com/office/powerpoint/2010/main" val="1836843714"/>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4A9A5-88C0-48DA-959F-C201E841347B}"/>
              </a:ext>
            </a:extLst>
          </p:cNvPr>
          <p:cNvSpPr>
            <a:spLocks noGrp="1"/>
          </p:cNvSpPr>
          <p:nvPr>
            <p:ph type="title"/>
          </p:nvPr>
        </p:nvSpPr>
        <p:spPr/>
        <p:txBody>
          <a:bodyPr/>
          <a:lstStyle/>
          <a:p>
            <a:r>
              <a:rPr lang="en-US" dirty="0"/>
              <a:t>All correction updated</a:t>
            </a:r>
          </a:p>
        </p:txBody>
      </p:sp>
      <p:sp>
        <p:nvSpPr>
          <p:cNvPr id="3" name="Content Placeholder 2">
            <a:extLst>
              <a:ext uri="{FF2B5EF4-FFF2-40B4-BE49-F238E27FC236}">
                <a16:creationId xmlns:a16="http://schemas.microsoft.com/office/drawing/2014/main" id="{91E6AA87-836B-448E-BC84-24B0BC67424C}"/>
              </a:ext>
            </a:extLst>
          </p:cNvPr>
          <p:cNvSpPr>
            <a:spLocks noGrp="1"/>
          </p:cNvSpPr>
          <p:nvPr>
            <p:ph idx="1"/>
          </p:nvPr>
        </p:nvSpPr>
        <p:spPr/>
        <p:txBody>
          <a:bodyPr/>
          <a:lstStyle/>
          <a:p>
            <a:r>
              <a:rPr lang="en-US" dirty="0"/>
              <a:t>Total words= 8038</a:t>
            </a:r>
          </a:p>
          <a:p>
            <a:r>
              <a:rPr lang="en-US" dirty="0"/>
              <a:t>ABALONES	ABALONE</a:t>
            </a:r>
          </a:p>
          <a:p>
            <a:r>
              <a:rPr lang="en-US" dirty="0"/>
              <a:t>ABALONE	ABALONE</a:t>
            </a:r>
          </a:p>
          <a:p>
            <a:r>
              <a:rPr lang="en-US" dirty="0"/>
              <a:t>YOURS	YOUR</a:t>
            </a:r>
          </a:p>
          <a:p>
            <a:r>
              <a:rPr lang="en-US" dirty="0"/>
              <a:t>YOUR	YOUR</a:t>
            </a:r>
          </a:p>
          <a:p>
            <a:r>
              <a:rPr lang="en-US" dirty="0"/>
              <a:t>HUGS	HUGS</a:t>
            </a:r>
          </a:p>
          <a:p>
            <a:r>
              <a:rPr lang="en-US" dirty="0"/>
              <a:t>HUG	HUGS</a:t>
            </a:r>
          </a:p>
        </p:txBody>
      </p:sp>
    </p:spTree>
    <p:extLst>
      <p:ext uri="{BB962C8B-B14F-4D97-AF65-F5344CB8AC3E}">
        <p14:creationId xmlns:p14="http://schemas.microsoft.com/office/powerpoint/2010/main" val="2385916433"/>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F23EB-1405-44FD-82E6-09BAC512D5F4}"/>
              </a:ext>
            </a:extLst>
          </p:cNvPr>
          <p:cNvSpPr>
            <a:spLocks noGrp="1"/>
          </p:cNvSpPr>
          <p:nvPr>
            <p:ph type="title"/>
          </p:nvPr>
        </p:nvSpPr>
        <p:spPr/>
        <p:txBody>
          <a:bodyPr/>
          <a:lstStyle/>
          <a:p>
            <a:r>
              <a:rPr lang="en-US" dirty="0"/>
              <a:t>To do</a:t>
            </a:r>
          </a:p>
        </p:txBody>
      </p:sp>
      <p:sp>
        <p:nvSpPr>
          <p:cNvPr id="3" name="Content Placeholder 2">
            <a:extLst>
              <a:ext uri="{FF2B5EF4-FFF2-40B4-BE49-F238E27FC236}">
                <a16:creationId xmlns:a16="http://schemas.microsoft.com/office/drawing/2014/main" id="{330BB65C-8EF5-4649-B09E-40E918119A46}"/>
              </a:ext>
            </a:extLst>
          </p:cNvPr>
          <p:cNvSpPr>
            <a:spLocks noGrp="1"/>
          </p:cNvSpPr>
          <p:nvPr>
            <p:ph idx="1"/>
          </p:nvPr>
        </p:nvSpPr>
        <p:spPr/>
        <p:txBody>
          <a:bodyPr/>
          <a:lstStyle/>
          <a:p>
            <a:r>
              <a:rPr lang="en-US" dirty="0"/>
              <a:t>New train df, augment and save</a:t>
            </a:r>
          </a:p>
          <a:p>
            <a:r>
              <a:rPr lang="en-US" dirty="0" err="1"/>
              <a:t>Finalise</a:t>
            </a:r>
            <a:r>
              <a:rPr lang="en-US" dirty="0"/>
              <a:t> </a:t>
            </a:r>
            <a:r>
              <a:rPr lang="en-US" dirty="0" err="1"/>
              <a:t>fuzzy_tfidf</a:t>
            </a:r>
            <a:endParaRPr lang="en-US" dirty="0"/>
          </a:p>
          <a:p>
            <a:r>
              <a:rPr lang="en-US" dirty="0"/>
              <a:t>Cossine similarity and </a:t>
            </a:r>
            <a:r>
              <a:rPr lang="en-US" dirty="0" err="1"/>
              <a:t>jaccard</a:t>
            </a:r>
            <a:r>
              <a:rPr lang="en-US" dirty="0"/>
              <a:t> similarity</a:t>
            </a:r>
          </a:p>
          <a:p>
            <a:endParaRPr lang="en-US" dirty="0"/>
          </a:p>
          <a:p>
            <a:endParaRPr lang="en-US" dirty="0"/>
          </a:p>
        </p:txBody>
      </p:sp>
    </p:spTree>
    <p:extLst>
      <p:ext uri="{BB962C8B-B14F-4D97-AF65-F5344CB8AC3E}">
        <p14:creationId xmlns:p14="http://schemas.microsoft.com/office/powerpoint/2010/main" val="1451127904"/>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47805-8F95-4874-BD2F-217E8CCF20E5}"/>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B838A517-A57C-4A8D-A80A-3F045D0871A2}"/>
              </a:ext>
            </a:extLst>
          </p:cNvPr>
          <p:cNvSpPr>
            <a:spLocks noGrp="1"/>
          </p:cNvSpPr>
          <p:nvPr>
            <p:ph idx="1"/>
          </p:nvPr>
        </p:nvSpPr>
        <p:spPr/>
        <p:txBody>
          <a:bodyPr/>
          <a:lstStyle/>
          <a:p>
            <a:r>
              <a:rPr lang="en-US" dirty="0"/>
              <a:t>70.5255	81.25</a:t>
            </a:r>
          </a:p>
          <a:p>
            <a:endParaRPr lang="en-US" dirty="0"/>
          </a:p>
        </p:txBody>
      </p:sp>
    </p:spTree>
    <p:extLst>
      <p:ext uri="{BB962C8B-B14F-4D97-AF65-F5344CB8AC3E}">
        <p14:creationId xmlns:p14="http://schemas.microsoft.com/office/powerpoint/2010/main" val="3500322160"/>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8F47B-3CDC-4A57-88BF-2E4EFC4F46C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ED35F9E-410D-4F8B-AB5E-D210A666A7ED}"/>
              </a:ext>
            </a:extLst>
          </p:cNvPr>
          <p:cNvSpPr>
            <a:spLocks noGrp="1"/>
          </p:cNvSpPr>
          <p:nvPr>
            <p:ph idx="1"/>
          </p:nvPr>
        </p:nvSpPr>
        <p:spPr/>
        <p:txBody>
          <a:bodyPr/>
          <a:lstStyle/>
          <a:p>
            <a:r>
              <a:rPr lang="en-US" dirty="0"/>
              <a:t>All </a:t>
            </a:r>
            <a:r>
              <a:rPr lang="en-US" dirty="0" err="1"/>
              <a:t>correction+data</a:t>
            </a:r>
            <a:r>
              <a:rPr lang="en-US" dirty="0"/>
              <a:t> </a:t>
            </a:r>
            <a:r>
              <a:rPr lang="en-US" dirty="0" err="1"/>
              <a:t>augment+lbfgs+fuzzy</a:t>
            </a:r>
            <a:r>
              <a:rPr lang="en-US" dirty="0"/>
              <a:t> matching of feat1</a:t>
            </a:r>
          </a:p>
          <a:p>
            <a:r>
              <a:rPr lang="en-US" dirty="0"/>
              <a:t>TF cat=69.96</a:t>
            </a:r>
          </a:p>
          <a:p>
            <a:r>
              <a:rPr lang="en-US" dirty="0"/>
              <a:t>TF var=82.05</a:t>
            </a:r>
          </a:p>
          <a:p>
            <a:r>
              <a:rPr lang="en-US" dirty="0"/>
              <a:t>Train data=69873</a:t>
            </a:r>
          </a:p>
          <a:p>
            <a:r>
              <a:rPr lang="en-US" dirty="0"/>
              <a:t>&gt;=70 matched are=32206</a:t>
            </a:r>
          </a:p>
        </p:txBody>
      </p:sp>
    </p:spTree>
    <p:extLst>
      <p:ext uri="{BB962C8B-B14F-4D97-AF65-F5344CB8AC3E}">
        <p14:creationId xmlns:p14="http://schemas.microsoft.com/office/powerpoint/2010/main" val="4219567299"/>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921C4-32E6-4968-ADC8-0E5E81CFE069}"/>
              </a:ext>
            </a:extLst>
          </p:cNvPr>
          <p:cNvSpPr>
            <a:spLocks noGrp="1"/>
          </p:cNvSpPr>
          <p:nvPr>
            <p:ph type="title"/>
          </p:nvPr>
        </p:nvSpPr>
        <p:spPr/>
        <p:txBody>
          <a:bodyPr/>
          <a:lstStyle/>
          <a:p>
            <a:endParaRPr lang="en-US"/>
          </a:p>
        </p:txBody>
      </p:sp>
      <p:graphicFrame>
        <p:nvGraphicFramePr>
          <p:cNvPr id="4" name="Table 4">
            <a:extLst>
              <a:ext uri="{FF2B5EF4-FFF2-40B4-BE49-F238E27FC236}">
                <a16:creationId xmlns:a16="http://schemas.microsoft.com/office/drawing/2014/main" id="{6674F890-5E05-41C1-AAAD-1F142E7AE2B3}"/>
              </a:ext>
            </a:extLst>
          </p:cNvPr>
          <p:cNvGraphicFramePr>
            <a:graphicFrameLocks noGrp="1"/>
          </p:cNvGraphicFramePr>
          <p:nvPr>
            <p:ph idx="1"/>
            <p:extLst>
              <p:ext uri="{D42A27DB-BD31-4B8C-83A1-F6EECF244321}">
                <p14:modId xmlns:p14="http://schemas.microsoft.com/office/powerpoint/2010/main" val="3400044149"/>
              </p:ext>
            </p:extLst>
          </p:nvPr>
        </p:nvGraphicFramePr>
        <p:xfrm>
          <a:off x="457200" y="1825625"/>
          <a:ext cx="10515600" cy="259588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3828389806"/>
                    </a:ext>
                  </a:extLst>
                </a:gridCol>
                <a:gridCol w="2103120">
                  <a:extLst>
                    <a:ext uri="{9D8B030D-6E8A-4147-A177-3AD203B41FA5}">
                      <a16:colId xmlns:a16="http://schemas.microsoft.com/office/drawing/2014/main" val="838899630"/>
                    </a:ext>
                  </a:extLst>
                </a:gridCol>
                <a:gridCol w="2103120">
                  <a:extLst>
                    <a:ext uri="{9D8B030D-6E8A-4147-A177-3AD203B41FA5}">
                      <a16:colId xmlns:a16="http://schemas.microsoft.com/office/drawing/2014/main" val="2929191382"/>
                    </a:ext>
                  </a:extLst>
                </a:gridCol>
                <a:gridCol w="2103120">
                  <a:extLst>
                    <a:ext uri="{9D8B030D-6E8A-4147-A177-3AD203B41FA5}">
                      <a16:colId xmlns:a16="http://schemas.microsoft.com/office/drawing/2014/main" val="3837223384"/>
                    </a:ext>
                  </a:extLst>
                </a:gridCol>
                <a:gridCol w="2103120">
                  <a:extLst>
                    <a:ext uri="{9D8B030D-6E8A-4147-A177-3AD203B41FA5}">
                      <a16:colId xmlns:a16="http://schemas.microsoft.com/office/drawing/2014/main" val="3041908683"/>
                    </a:ext>
                  </a:extLst>
                </a:gridCol>
              </a:tblGrid>
              <a:tr h="370840">
                <a:tc>
                  <a:txBody>
                    <a:bodyPr/>
                    <a:lstStyle/>
                    <a:p>
                      <a:endParaRPr lang="en-US" dirty="0"/>
                    </a:p>
                  </a:txBody>
                  <a:tcPr/>
                </a:tc>
                <a:tc>
                  <a:txBody>
                    <a:bodyPr/>
                    <a:lstStyle/>
                    <a:p>
                      <a:r>
                        <a:rPr lang="en-US" dirty="0"/>
                        <a:t>Length</a:t>
                      </a:r>
                    </a:p>
                  </a:txBody>
                  <a:tcPr/>
                </a:tc>
                <a:tc>
                  <a:txBody>
                    <a:bodyPr/>
                    <a:lstStyle/>
                    <a:p>
                      <a:r>
                        <a:rPr lang="en-US" dirty="0"/>
                        <a:t>Jaccard similarity</a:t>
                      </a:r>
                    </a:p>
                  </a:txBody>
                  <a:tcPr/>
                </a:tc>
                <a:tc>
                  <a:txBody>
                    <a:bodyPr/>
                    <a:lstStyle/>
                    <a:p>
                      <a:r>
                        <a:rPr lang="en-US" dirty="0"/>
                        <a:t>Cossine similarity</a:t>
                      </a:r>
                    </a:p>
                  </a:txBody>
                  <a:tcPr/>
                </a:tc>
                <a:tc>
                  <a:txBody>
                    <a:bodyPr/>
                    <a:lstStyle/>
                    <a:p>
                      <a:endParaRPr lang="en-US" dirty="0"/>
                    </a:p>
                  </a:txBody>
                  <a:tcPr/>
                </a:tc>
                <a:extLst>
                  <a:ext uri="{0D108BD9-81ED-4DB2-BD59-A6C34878D82A}">
                    <a16:rowId xmlns:a16="http://schemas.microsoft.com/office/drawing/2014/main" val="2415296735"/>
                  </a:ext>
                </a:extLst>
              </a:tr>
              <a:tr h="370840">
                <a:tc>
                  <a:txBody>
                    <a:bodyPr/>
                    <a:lstStyle/>
                    <a:p>
                      <a:r>
                        <a:rPr lang="en-US" dirty="0" err="1"/>
                        <a:t>Train_df</a:t>
                      </a:r>
                      <a:endParaRPr lang="en-US" dirty="0"/>
                    </a:p>
                  </a:txBody>
                  <a:tcPr/>
                </a:tc>
                <a:tc>
                  <a:txBody>
                    <a:bodyPr/>
                    <a:lstStyle/>
                    <a:p>
                      <a:r>
                        <a:rPr lang="en-US" dirty="0"/>
                        <a:t>50248</a:t>
                      </a:r>
                    </a:p>
                  </a:txBody>
                  <a:tcPr/>
                </a:tc>
                <a:tc>
                  <a:txBody>
                    <a:bodyPr/>
                    <a:lstStyle/>
                    <a:p>
                      <a:r>
                        <a:rPr lang="en-US" dirty="0"/>
                        <a:t>9.77</a:t>
                      </a:r>
                    </a:p>
                  </a:txBody>
                  <a:tcPr/>
                </a:tc>
                <a:tc>
                  <a:txBody>
                    <a:bodyPr/>
                    <a:lstStyle/>
                    <a:p>
                      <a:r>
                        <a:rPr lang="en-US" dirty="0"/>
                        <a:t>34.31</a:t>
                      </a:r>
                    </a:p>
                  </a:txBody>
                  <a:tcPr/>
                </a:tc>
                <a:tc>
                  <a:txBody>
                    <a:bodyPr/>
                    <a:lstStyle/>
                    <a:p>
                      <a:endParaRPr lang="en-US" dirty="0"/>
                    </a:p>
                  </a:txBody>
                  <a:tcPr/>
                </a:tc>
                <a:extLst>
                  <a:ext uri="{0D108BD9-81ED-4DB2-BD59-A6C34878D82A}">
                    <a16:rowId xmlns:a16="http://schemas.microsoft.com/office/drawing/2014/main" val="418063672"/>
                  </a:ext>
                </a:extLst>
              </a:tr>
              <a:tr h="370840">
                <a:tc>
                  <a:txBody>
                    <a:bodyPr/>
                    <a:lstStyle/>
                    <a:p>
                      <a:r>
                        <a:rPr lang="en-US" dirty="0"/>
                        <a:t>Augmented(2)</a:t>
                      </a:r>
                    </a:p>
                  </a:txBody>
                  <a:tcPr/>
                </a:tc>
                <a:tc>
                  <a:txBody>
                    <a:bodyPr/>
                    <a:lstStyle/>
                    <a:p>
                      <a:r>
                        <a:rPr lang="en-US" dirty="0"/>
                        <a:t>69842</a:t>
                      </a:r>
                    </a:p>
                  </a:txBody>
                  <a:tcPr/>
                </a:tc>
                <a:tc>
                  <a:txBody>
                    <a:bodyPr/>
                    <a:lstStyle/>
                    <a:p>
                      <a:r>
                        <a:rPr lang="en-US" dirty="0"/>
                        <a:t>10.26</a:t>
                      </a:r>
                    </a:p>
                  </a:txBody>
                  <a:tcPr/>
                </a:tc>
                <a:tc>
                  <a:txBody>
                    <a:bodyPr/>
                    <a:lstStyle/>
                    <a:p>
                      <a:r>
                        <a:rPr lang="en-US" dirty="0"/>
                        <a:t>35.24</a:t>
                      </a:r>
                    </a:p>
                  </a:txBody>
                  <a:tcPr/>
                </a:tc>
                <a:tc>
                  <a:txBody>
                    <a:bodyPr/>
                    <a:lstStyle/>
                    <a:p>
                      <a:endParaRPr lang="en-US" dirty="0"/>
                    </a:p>
                  </a:txBody>
                  <a:tcPr/>
                </a:tc>
                <a:extLst>
                  <a:ext uri="{0D108BD9-81ED-4DB2-BD59-A6C34878D82A}">
                    <a16:rowId xmlns:a16="http://schemas.microsoft.com/office/drawing/2014/main" val="3249672083"/>
                  </a:ext>
                </a:extLst>
              </a:tr>
              <a:tr h="370840">
                <a:tc>
                  <a:txBody>
                    <a:bodyPr/>
                    <a:lstStyle/>
                    <a:p>
                      <a:r>
                        <a:rPr lang="en-US" dirty="0"/>
                        <a:t>Augmented(3)</a:t>
                      </a:r>
                    </a:p>
                  </a:txBody>
                  <a:tcPr/>
                </a:tc>
                <a:tc>
                  <a:txBody>
                    <a:bodyPr/>
                    <a:lstStyle/>
                    <a:p>
                      <a:r>
                        <a:rPr lang="en-US" dirty="0"/>
                        <a:t>79972</a:t>
                      </a:r>
                    </a:p>
                  </a:txBody>
                  <a:tcPr/>
                </a:tc>
                <a:tc>
                  <a:txBody>
                    <a:bodyPr/>
                    <a:lstStyle/>
                    <a:p>
                      <a:r>
                        <a:rPr lang="en-US" dirty="0"/>
                        <a:t>10.33</a:t>
                      </a:r>
                    </a:p>
                  </a:txBody>
                  <a:tcPr/>
                </a:tc>
                <a:tc>
                  <a:txBody>
                    <a:bodyPr/>
                    <a:lstStyle/>
                    <a:p>
                      <a:r>
                        <a:rPr lang="en-US" dirty="0"/>
                        <a:t>35.39</a:t>
                      </a:r>
                    </a:p>
                  </a:txBody>
                  <a:tcPr/>
                </a:tc>
                <a:tc>
                  <a:txBody>
                    <a:bodyPr/>
                    <a:lstStyle/>
                    <a:p>
                      <a:endParaRPr lang="en-US" dirty="0"/>
                    </a:p>
                  </a:txBody>
                  <a:tcPr/>
                </a:tc>
                <a:extLst>
                  <a:ext uri="{0D108BD9-81ED-4DB2-BD59-A6C34878D82A}">
                    <a16:rowId xmlns:a16="http://schemas.microsoft.com/office/drawing/2014/main" val="2169565638"/>
                  </a:ext>
                </a:extLst>
              </a:tr>
              <a:tr h="370840">
                <a:tc>
                  <a:txBody>
                    <a:bodyPr/>
                    <a:lstStyle/>
                    <a:p>
                      <a:r>
                        <a:rPr lang="en-US" dirty="0"/>
                        <a:t>Augmented(5)</a:t>
                      </a:r>
                    </a:p>
                  </a:txBody>
                  <a:tcPr/>
                </a:tc>
                <a:tc>
                  <a:txBody>
                    <a:bodyPr/>
                    <a:lstStyle/>
                    <a:p>
                      <a:r>
                        <a:rPr lang="en-US" dirty="0"/>
                        <a:t>99056</a:t>
                      </a:r>
                    </a:p>
                  </a:txBody>
                  <a:tcPr/>
                </a:tc>
                <a:tc>
                  <a:txBody>
                    <a:bodyPr/>
                    <a:lstStyle/>
                    <a:p>
                      <a:r>
                        <a:rPr lang="en-US" dirty="0"/>
                        <a:t>10.41</a:t>
                      </a:r>
                    </a:p>
                  </a:txBody>
                  <a:tcPr/>
                </a:tc>
                <a:tc>
                  <a:txBody>
                    <a:bodyPr/>
                    <a:lstStyle/>
                    <a:p>
                      <a:r>
                        <a:rPr lang="en-US" dirty="0"/>
                        <a:t>35.55</a:t>
                      </a:r>
                    </a:p>
                  </a:txBody>
                  <a:tcPr/>
                </a:tc>
                <a:tc>
                  <a:txBody>
                    <a:bodyPr/>
                    <a:lstStyle/>
                    <a:p>
                      <a:endParaRPr lang="en-US" dirty="0"/>
                    </a:p>
                  </a:txBody>
                  <a:tcPr/>
                </a:tc>
                <a:extLst>
                  <a:ext uri="{0D108BD9-81ED-4DB2-BD59-A6C34878D82A}">
                    <a16:rowId xmlns:a16="http://schemas.microsoft.com/office/drawing/2014/main" val="3601394699"/>
                  </a:ext>
                </a:extLst>
              </a:tr>
              <a:tr h="370840">
                <a:tc>
                  <a:txBody>
                    <a:bodyPr/>
                    <a:lstStyle/>
                    <a:p>
                      <a:r>
                        <a:rPr lang="en-US" dirty="0"/>
                        <a:t>Augmented(10)</a:t>
                      </a:r>
                    </a:p>
                  </a:txBody>
                  <a:tcPr/>
                </a:tc>
                <a:tc>
                  <a:txBody>
                    <a:bodyPr/>
                    <a:lstStyle/>
                    <a:p>
                      <a:r>
                        <a:rPr lang="en-US" dirty="0"/>
                        <a:t>148432</a:t>
                      </a:r>
                    </a:p>
                  </a:txBody>
                  <a:tcPr/>
                </a:tc>
                <a:tc>
                  <a:txBody>
                    <a:bodyPr/>
                    <a:lstStyle/>
                    <a:p>
                      <a:r>
                        <a:rPr lang="en-US" dirty="0"/>
                        <a:t>10.53</a:t>
                      </a:r>
                    </a:p>
                  </a:txBody>
                  <a:tcPr/>
                </a:tc>
                <a:tc>
                  <a:txBody>
                    <a:bodyPr/>
                    <a:lstStyle/>
                    <a:p>
                      <a:r>
                        <a:rPr lang="en-US" dirty="0"/>
                        <a:t>35.3</a:t>
                      </a:r>
                    </a:p>
                  </a:txBody>
                  <a:tcPr/>
                </a:tc>
                <a:tc>
                  <a:txBody>
                    <a:bodyPr/>
                    <a:lstStyle/>
                    <a:p>
                      <a:endParaRPr lang="en-US" dirty="0"/>
                    </a:p>
                  </a:txBody>
                  <a:tcPr/>
                </a:tc>
                <a:extLst>
                  <a:ext uri="{0D108BD9-81ED-4DB2-BD59-A6C34878D82A}">
                    <a16:rowId xmlns:a16="http://schemas.microsoft.com/office/drawing/2014/main" val="3119453605"/>
                  </a:ext>
                </a:extLst>
              </a:tr>
              <a:tr h="370840">
                <a:tc>
                  <a:txBody>
                    <a:bodyPr/>
                    <a:lstStyle/>
                    <a:p>
                      <a:r>
                        <a:rPr lang="en-US" dirty="0"/>
                        <a:t>Augmented(2)</a:t>
                      </a:r>
                    </a:p>
                  </a:txBody>
                  <a:tcPr>
                    <a:solidFill>
                      <a:schemeClr val="accent5"/>
                    </a:solidFill>
                  </a:tcPr>
                </a:tc>
                <a:tc>
                  <a:txBody>
                    <a:bodyPr/>
                    <a:lstStyle/>
                    <a:p>
                      <a:r>
                        <a:rPr lang="en-US" dirty="0"/>
                        <a:t>69937</a:t>
                      </a:r>
                    </a:p>
                  </a:txBody>
                  <a:tcPr>
                    <a:solidFill>
                      <a:schemeClr val="accent5"/>
                    </a:solidFill>
                  </a:tcPr>
                </a:tc>
                <a:tc>
                  <a:txBody>
                    <a:bodyPr/>
                    <a:lstStyle/>
                    <a:p>
                      <a:r>
                        <a:rPr lang="en-US" dirty="0"/>
                        <a:t>10.32</a:t>
                      </a:r>
                    </a:p>
                  </a:txBody>
                  <a:tcPr>
                    <a:solidFill>
                      <a:schemeClr val="accent5"/>
                    </a:solidFill>
                  </a:tcPr>
                </a:tc>
                <a:tc>
                  <a:txBody>
                    <a:bodyPr/>
                    <a:lstStyle/>
                    <a:p>
                      <a:r>
                        <a:rPr lang="en-US" dirty="0"/>
                        <a:t>35.28</a:t>
                      </a:r>
                    </a:p>
                  </a:txBody>
                  <a:tcPr>
                    <a:solidFill>
                      <a:schemeClr val="accent5"/>
                    </a:solidFill>
                  </a:tcPr>
                </a:tc>
                <a:tc>
                  <a:txBody>
                    <a:bodyPr/>
                    <a:lstStyle/>
                    <a:p>
                      <a:endParaRPr lang="en-US" dirty="0"/>
                    </a:p>
                  </a:txBody>
                  <a:tcPr/>
                </a:tc>
                <a:extLst>
                  <a:ext uri="{0D108BD9-81ED-4DB2-BD59-A6C34878D82A}">
                    <a16:rowId xmlns:a16="http://schemas.microsoft.com/office/drawing/2014/main" val="1979525880"/>
                  </a:ext>
                </a:extLst>
              </a:tr>
            </a:tbl>
          </a:graphicData>
        </a:graphic>
      </p:graphicFrame>
    </p:spTree>
    <p:extLst>
      <p:ext uri="{BB962C8B-B14F-4D97-AF65-F5344CB8AC3E}">
        <p14:creationId xmlns:p14="http://schemas.microsoft.com/office/powerpoint/2010/main" val="1211978945"/>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E5993-050E-4305-B2F8-D08FC7DD7511}"/>
              </a:ext>
            </a:extLst>
          </p:cNvPr>
          <p:cNvSpPr>
            <a:spLocks noGrp="1"/>
          </p:cNvSpPr>
          <p:nvPr>
            <p:ph type="title"/>
          </p:nvPr>
        </p:nvSpPr>
        <p:spPr/>
        <p:txBody>
          <a:bodyPr/>
          <a:lstStyle/>
          <a:p>
            <a:r>
              <a:rPr lang="en-US" dirty="0"/>
              <a:t>Final best</a:t>
            </a:r>
          </a:p>
        </p:txBody>
      </p:sp>
      <p:sp>
        <p:nvSpPr>
          <p:cNvPr id="3" name="Content Placeholder 2">
            <a:extLst>
              <a:ext uri="{FF2B5EF4-FFF2-40B4-BE49-F238E27FC236}">
                <a16:creationId xmlns:a16="http://schemas.microsoft.com/office/drawing/2014/main" id="{3F5696DF-9B03-4D68-9111-A3428E3BC728}"/>
              </a:ext>
            </a:extLst>
          </p:cNvPr>
          <p:cNvSpPr>
            <a:spLocks noGrp="1"/>
          </p:cNvSpPr>
          <p:nvPr>
            <p:ph idx="1"/>
          </p:nvPr>
        </p:nvSpPr>
        <p:spPr/>
        <p:txBody>
          <a:bodyPr/>
          <a:lstStyle/>
          <a:p>
            <a:r>
              <a:rPr lang="en-US" dirty="0"/>
              <a:t>Augmented data, 69937, then fuzzy matching&gt;=70,32186</a:t>
            </a:r>
          </a:p>
          <a:p>
            <a:r>
              <a:rPr lang="en-US" dirty="0"/>
              <a:t>TF cat: 68.36	</a:t>
            </a:r>
          </a:p>
          <a:p>
            <a:r>
              <a:rPr lang="en-US" dirty="0"/>
              <a:t>TF var: 80.32</a:t>
            </a:r>
          </a:p>
          <a:p>
            <a:r>
              <a:rPr lang="en-US" dirty="0"/>
              <a:t>2</a:t>
            </a:r>
            <a:r>
              <a:rPr lang="en-US" baseline="30000" dirty="0"/>
              <a:t>nd</a:t>
            </a:r>
            <a:r>
              <a:rPr lang="en-US" dirty="0"/>
              <a:t> iteration</a:t>
            </a:r>
          </a:p>
          <a:p>
            <a:r>
              <a:rPr lang="en-US" dirty="0"/>
              <a:t>TF cat: 67.75</a:t>
            </a:r>
          </a:p>
          <a:p>
            <a:r>
              <a:rPr lang="en-US" dirty="0"/>
              <a:t>TF var: 80.06</a:t>
            </a:r>
          </a:p>
        </p:txBody>
      </p:sp>
    </p:spTree>
    <p:extLst>
      <p:ext uri="{BB962C8B-B14F-4D97-AF65-F5344CB8AC3E}">
        <p14:creationId xmlns:p14="http://schemas.microsoft.com/office/powerpoint/2010/main" val="612724463"/>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8DC0E-6317-483E-B1FE-5B89A4B31AD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728D14B-F61F-4E2D-ACA8-264315C282A0}"/>
              </a:ext>
            </a:extLst>
          </p:cNvPr>
          <p:cNvSpPr>
            <a:spLocks noGrp="1"/>
          </p:cNvSpPr>
          <p:nvPr>
            <p:ph idx="1"/>
          </p:nvPr>
        </p:nvSpPr>
        <p:spPr/>
        <p:txBody>
          <a:bodyPr/>
          <a:lstStyle/>
          <a:p>
            <a:r>
              <a:rPr lang="en-US" dirty="0"/>
              <a:t>FEAT1 grouping and then </a:t>
            </a:r>
            <a:r>
              <a:rPr lang="en-US" dirty="0" err="1"/>
              <a:t>nunique</a:t>
            </a:r>
            <a:r>
              <a:rPr lang="en-US" dirty="0"/>
              <a:t> TARGET</a:t>
            </a:r>
          </a:p>
          <a:p>
            <a:r>
              <a:rPr lang="en-US" dirty="0"/>
              <a:t>FastText</a:t>
            </a:r>
          </a:p>
          <a:p>
            <a:r>
              <a:rPr lang="en-US" dirty="0"/>
              <a:t>Final PPT</a:t>
            </a:r>
          </a:p>
        </p:txBody>
      </p:sp>
    </p:spTree>
    <p:extLst>
      <p:ext uri="{BB962C8B-B14F-4D97-AF65-F5344CB8AC3E}">
        <p14:creationId xmlns:p14="http://schemas.microsoft.com/office/powerpoint/2010/main" val="2483558910"/>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48A57-9D1F-46AD-91DF-F680091EAFE8}"/>
              </a:ext>
            </a:extLst>
          </p:cNvPr>
          <p:cNvSpPr>
            <a:spLocks noGrp="1"/>
          </p:cNvSpPr>
          <p:nvPr>
            <p:ph type="title"/>
          </p:nvPr>
        </p:nvSpPr>
        <p:spPr/>
        <p:txBody>
          <a:bodyPr/>
          <a:lstStyle/>
          <a:p>
            <a:r>
              <a:rPr lang="en-US" dirty="0"/>
              <a:t>FastText with my </a:t>
            </a:r>
            <a:r>
              <a:rPr lang="en-US" dirty="0" err="1"/>
              <a:t>train_df_augmented</a:t>
            </a:r>
            <a:endParaRPr lang="en-US" dirty="0"/>
          </a:p>
        </p:txBody>
      </p:sp>
      <p:sp>
        <p:nvSpPr>
          <p:cNvPr id="3" name="Content Placeholder 2">
            <a:extLst>
              <a:ext uri="{FF2B5EF4-FFF2-40B4-BE49-F238E27FC236}">
                <a16:creationId xmlns:a16="http://schemas.microsoft.com/office/drawing/2014/main" id="{8A715359-3E75-4A6A-BBB5-899A4F6C7AE5}"/>
              </a:ext>
            </a:extLst>
          </p:cNvPr>
          <p:cNvSpPr>
            <a:spLocks noGrp="1"/>
          </p:cNvSpPr>
          <p:nvPr>
            <p:ph idx="1"/>
          </p:nvPr>
        </p:nvSpPr>
        <p:spPr/>
        <p:txBody>
          <a:bodyPr>
            <a:normAutofit fontScale="92500" lnSpcReduction="20000"/>
          </a:bodyPr>
          <a:lstStyle/>
          <a:p>
            <a:r>
              <a:rPr lang="en-US" b="0" dirty="0"/>
              <a:t>Train data: 69937</a:t>
            </a:r>
          </a:p>
          <a:p>
            <a:r>
              <a:rPr lang="en-US" b="0" dirty="0"/>
              <a:t>TF cat: 63.77</a:t>
            </a:r>
          </a:p>
          <a:p>
            <a:r>
              <a:rPr lang="en-US" b="0" dirty="0"/>
              <a:t>TF var: 69.44</a:t>
            </a:r>
          </a:p>
          <a:p>
            <a:r>
              <a:rPr lang="en-US" b="0" dirty="0"/>
              <a:t>2</a:t>
            </a:r>
            <a:r>
              <a:rPr lang="en-US" b="0" baseline="30000" dirty="0"/>
              <a:t>nd</a:t>
            </a:r>
            <a:r>
              <a:rPr lang="en-US" b="0" dirty="0"/>
              <a:t> iteration</a:t>
            </a:r>
          </a:p>
          <a:p>
            <a:r>
              <a:rPr lang="en-US" b="0" dirty="0"/>
              <a:t>TF cat: 64.95</a:t>
            </a:r>
          </a:p>
          <a:p>
            <a:r>
              <a:rPr lang="en-US" b="0" dirty="0"/>
              <a:t>TF var: 70.97</a:t>
            </a:r>
          </a:p>
          <a:p>
            <a:r>
              <a:rPr lang="en-US" b="0" dirty="0" err="1"/>
              <a:t>Predicted_target</a:t>
            </a:r>
            <a:r>
              <a:rPr lang="en-US" b="0" dirty="0"/>
              <a:t> different: 73597 (30%)</a:t>
            </a:r>
          </a:p>
          <a:p>
            <a:r>
              <a:rPr lang="en-US" b="0" dirty="0"/>
              <a:t>Category different: 58737 (24%)</a:t>
            </a:r>
          </a:p>
          <a:p>
            <a:r>
              <a:rPr lang="en-US" b="0" dirty="0"/>
              <a:t>Variety different: 73291 (30%)</a:t>
            </a:r>
          </a:p>
          <a:p>
            <a:r>
              <a:rPr lang="en-US" b="0" dirty="0"/>
              <a:t>Test data total: 244187</a:t>
            </a:r>
          </a:p>
          <a:p>
            <a:endParaRPr lang="en-US" b="0" dirty="0"/>
          </a:p>
        </p:txBody>
      </p:sp>
    </p:spTree>
    <p:extLst>
      <p:ext uri="{BB962C8B-B14F-4D97-AF65-F5344CB8AC3E}">
        <p14:creationId xmlns:p14="http://schemas.microsoft.com/office/powerpoint/2010/main" val="2674994089"/>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8539304F-5588-4142-A91C-75DA24DEEA99}"/>
              </a:ext>
            </a:extLst>
          </p:cNvPr>
          <p:cNvPicPr>
            <a:picLocks noChangeAspect="1"/>
          </p:cNvPicPr>
          <p:nvPr/>
        </p:nvPicPr>
        <p:blipFill rotWithShape="1">
          <a:blip r:embed="rId2"/>
          <a:srcRect l="18251" t="14812" r="18640" b="22032"/>
          <a:stretch/>
        </p:blipFill>
        <p:spPr>
          <a:xfrm>
            <a:off x="3985437" y="744906"/>
            <a:ext cx="4221125" cy="3264197"/>
          </a:xfrm>
          <a:prstGeom prst="rect">
            <a:avLst/>
          </a:prstGeom>
        </p:spPr>
      </p:pic>
      <p:sp>
        <p:nvSpPr>
          <p:cNvPr id="13" name="object 10">
            <a:extLst>
              <a:ext uri="{FF2B5EF4-FFF2-40B4-BE49-F238E27FC236}">
                <a16:creationId xmlns:a16="http://schemas.microsoft.com/office/drawing/2014/main" id="{EA4DAB1C-F0D2-1F45-80F4-E09A620A6446}"/>
              </a:ext>
            </a:extLst>
          </p:cNvPr>
          <p:cNvSpPr txBox="1"/>
          <p:nvPr/>
        </p:nvSpPr>
        <p:spPr>
          <a:xfrm>
            <a:off x="241160" y="4327383"/>
            <a:ext cx="11705034" cy="1938992"/>
          </a:xfrm>
          <a:prstGeom prst="rect">
            <a:avLst/>
          </a:prstGeom>
        </p:spPr>
        <p:txBody>
          <a:bodyPr vert="horz" wrap="square" lIns="0" tIns="0" rIns="0" bIns="0" rtlCol="0">
            <a:spAutoFit/>
          </a:bodyPr>
          <a:lstStyle/>
          <a:p>
            <a:pPr marL="7144" algn="ctr">
              <a:lnSpc>
                <a:spcPct val="100000"/>
              </a:lnSpc>
              <a:tabLst>
                <a:tab pos="3071455" algn="l"/>
              </a:tabLst>
            </a:pPr>
            <a:r>
              <a:rPr lang="en-US" sz="3200" dirty="0">
                <a:solidFill>
                  <a:srgbClr val="0D1D2B"/>
                </a:solidFill>
                <a:latin typeface="Bogle"/>
                <a:cs typeface="Bogle"/>
              </a:rPr>
              <a:t>Review Meet: Week 8</a:t>
            </a:r>
          </a:p>
          <a:p>
            <a:pPr marL="7144" algn="ctr">
              <a:lnSpc>
                <a:spcPct val="100000"/>
              </a:lnSpc>
              <a:tabLst>
                <a:tab pos="3071455" algn="l"/>
              </a:tabLst>
            </a:pPr>
            <a:r>
              <a:rPr lang="en-US" sz="3200" dirty="0">
                <a:solidFill>
                  <a:srgbClr val="0D1D2B"/>
                </a:solidFill>
                <a:latin typeface="Bogle"/>
                <a:cs typeface="Bogle"/>
              </a:rPr>
              <a:t>July 16</a:t>
            </a:r>
            <a:r>
              <a:rPr lang="en-US" sz="3200" baseline="30000" dirty="0">
                <a:solidFill>
                  <a:srgbClr val="0D1D2B"/>
                </a:solidFill>
                <a:latin typeface="Bogle"/>
                <a:cs typeface="Bogle"/>
              </a:rPr>
              <a:t>th</a:t>
            </a:r>
            <a:r>
              <a:rPr lang="en-US" sz="3200" dirty="0">
                <a:solidFill>
                  <a:srgbClr val="0D1D2B"/>
                </a:solidFill>
                <a:latin typeface="Bogle"/>
                <a:cs typeface="Bogle"/>
              </a:rPr>
              <a:t>, 2021</a:t>
            </a:r>
            <a:endParaRPr lang="en-US" sz="2800" dirty="0">
              <a:solidFill>
                <a:srgbClr val="0D1D2B"/>
              </a:solidFill>
              <a:latin typeface="Bogle"/>
              <a:cs typeface="Bogle"/>
            </a:endParaRPr>
          </a:p>
          <a:p>
            <a:pPr marL="7144" algn="ctr">
              <a:lnSpc>
                <a:spcPct val="100000"/>
              </a:lnSpc>
              <a:tabLst>
                <a:tab pos="3071455" algn="l"/>
              </a:tabLst>
            </a:pPr>
            <a:endParaRPr lang="en-US" sz="2000" dirty="0">
              <a:solidFill>
                <a:srgbClr val="0D1D2B"/>
              </a:solidFill>
              <a:latin typeface="Bogle"/>
              <a:cs typeface="Bogle"/>
            </a:endParaRPr>
          </a:p>
          <a:p>
            <a:pPr marL="7144" algn="ctr">
              <a:lnSpc>
                <a:spcPct val="100000"/>
              </a:lnSpc>
              <a:tabLst>
                <a:tab pos="3071455" algn="l"/>
              </a:tabLst>
            </a:pPr>
            <a:r>
              <a:rPr lang="en-US" sz="1400" dirty="0">
                <a:solidFill>
                  <a:srgbClr val="0D1D2B"/>
                </a:solidFill>
                <a:latin typeface="Bogle"/>
                <a:cs typeface="Bogle"/>
              </a:rPr>
              <a:t>Name: Rishabh Thapliyal</a:t>
            </a:r>
          </a:p>
          <a:p>
            <a:pPr marL="7144" algn="ctr">
              <a:lnSpc>
                <a:spcPct val="100000"/>
              </a:lnSpc>
              <a:tabLst>
                <a:tab pos="3071455" algn="l"/>
              </a:tabLst>
            </a:pPr>
            <a:r>
              <a:rPr lang="en-US" sz="1400" dirty="0">
                <a:solidFill>
                  <a:srgbClr val="0D1D2B"/>
                </a:solidFill>
                <a:latin typeface="Bogle"/>
                <a:cs typeface="Bogle"/>
              </a:rPr>
              <a:t>Mentor: Syed Faraz Ali &amp; Mallikharjuna MV</a:t>
            </a:r>
          </a:p>
          <a:p>
            <a:pPr marL="7144" algn="ctr">
              <a:lnSpc>
                <a:spcPct val="100000"/>
              </a:lnSpc>
              <a:tabLst>
                <a:tab pos="3071455" algn="l"/>
              </a:tabLst>
            </a:pPr>
            <a:r>
              <a:rPr lang="en-US" sz="1400" dirty="0">
                <a:solidFill>
                  <a:srgbClr val="0D1D2B"/>
                </a:solidFill>
                <a:latin typeface="Bogle"/>
                <a:cs typeface="Bogle"/>
              </a:rPr>
              <a:t>Manager: Subhasish Misra</a:t>
            </a:r>
          </a:p>
        </p:txBody>
      </p:sp>
    </p:spTree>
    <p:extLst>
      <p:ext uri="{BB962C8B-B14F-4D97-AF65-F5344CB8AC3E}">
        <p14:creationId xmlns:p14="http://schemas.microsoft.com/office/powerpoint/2010/main" val="4261181042"/>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1D3FC-09EA-421E-9DF8-3A48AE708EC2}"/>
              </a:ext>
            </a:extLst>
          </p:cNvPr>
          <p:cNvSpPr>
            <a:spLocks noGrp="1"/>
          </p:cNvSpPr>
          <p:nvPr>
            <p:ph type="title"/>
          </p:nvPr>
        </p:nvSpPr>
        <p:spPr>
          <a:xfrm>
            <a:off x="457199" y="274321"/>
            <a:ext cx="10766809" cy="797734"/>
          </a:xfrm>
        </p:spPr>
        <p:style>
          <a:lnRef idx="0">
            <a:schemeClr val="accent1"/>
          </a:lnRef>
          <a:fillRef idx="3">
            <a:schemeClr val="accent1"/>
          </a:fillRef>
          <a:effectRef idx="3">
            <a:schemeClr val="accent1"/>
          </a:effectRef>
          <a:fontRef idx="minor">
            <a:schemeClr val="lt1"/>
          </a:fontRef>
        </p:style>
        <p:txBody>
          <a:bodyPr anchor="ctr">
            <a:normAutofit/>
          </a:bodyPr>
          <a:lstStyle/>
          <a:p>
            <a:r>
              <a:rPr lang="en-US"/>
              <a:t>Agenda</a:t>
            </a:r>
            <a:endParaRPr lang="en-US" dirty="0"/>
          </a:p>
        </p:txBody>
      </p:sp>
      <p:graphicFrame>
        <p:nvGraphicFramePr>
          <p:cNvPr id="5" name="Content Placeholder 2">
            <a:extLst>
              <a:ext uri="{FF2B5EF4-FFF2-40B4-BE49-F238E27FC236}">
                <a16:creationId xmlns:a16="http://schemas.microsoft.com/office/drawing/2014/main" id="{4CF1DA11-19E4-4712-ACB6-975862A4A3AF}"/>
              </a:ext>
            </a:extLst>
          </p:cNvPr>
          <p:cNvGraphicFramePr>
            <a:graphicFrameLocks noGrp="1"/>
          </p:cNvGraphicFramePr>
          <p:nvPr>
            <p:ph idx="1"/>
            <p:extLst>
              <p:ext uri="{D42A27DB-BD31-4B8C-83A1-F6EECF244321}">
                <p14:modId xmlns:p14="http://schemas.microsoft.com/office/powerpoint/2010/main" val="2344016446"/>
              </p:ext>
            </p:extLst>
          </p:nvPr>
        </p:nvGraphicFramePr>
        <p:xfrm>
          <a:off x="712596" y="1497204"/>
          <a:ext cx="10766808" cy="46756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17447629"/>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9605D-A20F-449C-9146-C434375C720F}"/>
              </a:ext>
            </a:extLst>
          </p:cNvPr>
          <p:cNvSpPr>
            <a:spLocks noGrp="1"/>
          </p:cNvSpPr>
          <p:nvPr>
            <p:ph type="title"/>
          </p:nvPr>
        </p:nvSpPr>
        <p:spPr>
          <a:xfrm>
            <a:off x="457200" y="274320"/>
            <a:ext cx="10515600" cy="800853"/>
          </a:xfrm>
        </p:spPr>
        <p:txBody>
          <a:bodyPr>
            <a:normAutofit/>
          </a:bodyPr>
          <a:lstStyle/>
          <a:p>
            <a:r>
              <a:rPr lang="en-US" dirty="0"/>
              <a:t>Recap</a:t>
            </a:r>
          </a:p>
        </p:txBody>
      </p:sp>
      <p:graphicFrame>
        <p:nvGraphicFramePr>
          <p:cNvPr id="4" name="Content Placeholder 3">
            <a:extLst>
              <a:ext uri="{FF2B5EF4-FFF2-40B4-BE49-F238E27FC236}">
                <a16:creationId xmlns:a16="http://schemas.microsoft.com/office/drawing/2014/main" id="{D1907C1B-AB9B-4289-9595-57D71E08C20C}"/>
              </a:ext>
            </a:extLst>
          </p:cNvPr>
          <p:cNvGraphicFramePr>
            <a:graphicFrameLocks noGrp="1"/>
          </p:cNvGraphicFramePr>
          <p:nvPr>
            <p:ph idx="1"/>
            <p:extLst>
              <p:ext uri="{D42A27DB-BD31-4B8C-83A1-F6EECF244321}">
                <p14:modId xmlns:p14="http://schemas.microsoft.com/office/powerpoint/2010/main" val="1573203690"/>
              </p:ext>
            </p:extLst>
          </p:nvPr>
        </p:nvGraphicFramePr>
        <p:xfrm>
          <a:off x="140678" y="1225899"/>
          <a:ext cx="11595798" cy="50844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37572893"/>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929574-2350-41EC-8021-2FC75D4449A5}"/>
              </a:ext>
            </a:extLst>
          </p:cNvPr>
          <p:cNvSpPr>
            <a:spLocks noGrp="1"/>
          </p:cNvSpPr>
          <p:nvPr>
            <p:ph type="title"/>
          </p:nvPr>
        </p:nvSpPr>
        <p:spPr>
          <a:xfrm>
            <a:off x="457200" y="391142"/>
            <a:ext cx="10515600" cy="579790"/>
          </a:xfrm>
        </p:spPr>
        <p:style>
          <a:lnRef idx="0">
            <a:schemeClr val="accent5"/>
          </a:lnRef>
          <a:fillRef idx="3">
            <a:schemeClr val="accent5"/>
          </a:fillRef>
          <a:effectRef idx="3">
            <a:schemeClr val="accent5"/>
          </a:effectRef>
          <a:fontRef idx="minor">
            <a:schemeClr val="lt1"/>
          </a:fontRef>
        </p:style>
        <p:txBody>
          <a:bodyPr>
            <a:normAutofit fontScale="90000"/>
          </a:bodyPr>
          <a:lstStyle/>
          <a:p>
            <a:r>
              <a:rPr lang="en-US" dirty="0"/>
              <a:t>All correction list updated</a:t>
            </a:r>
          </a:p>
        </p:txBody>
      </p:sp>
      <p:sp>
        <p:nvSpPr>
          <p:cNvPr id="6" name="Content Placeholder 5">
            <a:extLst>
              <a:ext uri="{FF2B5EF4-FFF2-40B4-BE49-F238E27FC236}">
                <a16:creationId xmlns:a16="http://schemas.microsoft.com/office/drawing/2014/main" id="{AC52AD5A-7552-4D44-BBF6-0FB9E080A2C9}"/>
              </a:ext>
            </a:extLst>
          </p:cNvPr>
          <p:cNvSpPr>
            <a:spLocks noGrp="1"/>
          </p:cNvSpPr>
          <p:nvPr>
            <p:ph idx="1"/>
          </p:nvPr>
        </p:nvSpPr>
        <p:spPr>
          <a:effectLst>
            <a:glow rad="63500">
              <a:schemeClr val="accent4">
                <a:satMod val="175000"/>
                <a:alpha val="40000"/>
              </a:schemeClr>
            </a:glow>
          </a:effectLst>
        </p:spPr>
        <p:style>
          <a:lnRef idx="2">
            <a:schemeClr val="dk1"/>
          </a:lnRef>
          <a:fillRef idx="1">
            <a:schemeClr val="lt1"/>
          </a:fillRef>
          <a:effectRef idx="0">
            <a:schemeClr val="dk1"/>
          </a:effectRef>
          <a:fontRef idx="minor">
            <a:schemeClr val="dk1"/>
          </a:fontRef>
        </p:style>
        <p:txBody>
          <a:bodyPr>
            <a:normAutofit lnSpcReduction="10000"/>
          </a:bodyPr>
          <a:lstStyle/>
          <a:p>
            <a:r>
              <a:rPr lang="en-US" b="0" dirty="0"/>
              <a:t>Total words = 8038</a:t>
            </a:r>
          </a:p>
          <a:p>
            <a:r>
              <a:rPr lang="en-US" b="0" dirty="0"/>
              <a:t>Few examples-</a:t>
            </a:r>
          </a:p>
          <a:p>
            <a:endParaRPr lang="en-US" b="0" dirty="0"/>
          </a:p>
          <a:p>
            <a:endParaRPr lang="en-US" b="0" dirty="0"/>
          </a:p>
          <a:p>
            <a:endParaRPr lang="en-US" b="0" dirty="0"/>
          </a:p>
          <a:p>
            <a:endParaRPr lang="en-US" b="0" dirty="0"/>
          </a:p>
          <a:p>
            <a:endParaRPr lang="en-US" b="0" dirty="0"/>
          </a:p>
          <a:p>
            <a:endParaRPr lang="en-US" b="0" dirty="0"/>
          </a:p>
          <a:p>
            <a:r>
              <a:rPr lang="en-US" b="0" dirty="0"/>
              <a:t>Hence, I’ll perform lemmatization after applying all corrections.</a:t>
            </a:r>
          </a:p>
        </p:txBody>
      </p:sp>
      <p:graphicFrame>
        <p:nvGraphicFramePr>
          <p:cNvPr id="7" name="Table 7">
            <a:extLst>
              <a:ext uri="{FF2B5EF4-FFF2-40B4-BE49-F238E27FC236}">
                <a16:creationId xmlns:a16="http://schemas.microsoft.com/office/drawing/2014/main" id="{B5BB30C4-A389-484A-B050-E08D0EAF1DF3}"/>
              </a:ext>
            </a:extLst>
          </p:cNvPr>
          <p:cNvGraphicFramePr>
            <a:graphicFrameLocks noGrp="1"/>
          </p:cNvGraphicFramePr>
          <p:nvPr>
            <p:extLst>
              <p:ext uri="{D42A27DB-BD31-4B8C-83A1-F6EECF244321}">
                <p14:modId xmlns:p14="http://schemas.microsoft.com/office/powerpoint/2010/main" val="2448650244"/>
              </p:ext>
            </p:extLst>
          </p:nvPr>
        </p:nvGraphicFramePr>
        <p:xfrm>
          <a:off x="1999622" y="2809723"/>
          <a:ext cx="8370277" cy="2560320"/>
        </p:xfrm>
        <a:graphic>
          <a:graphicData uri="http://schemas.openxmlformats.org/drawingml/2006/table">
            <a:tbl>
              <a:tblPr firstRow="1" bandRow="1">
                <a:effectLst>
                  <a:outerShdw blurRad="50800" dist="38100" dir="8100000" algn="tr" rotWithShape="0">
                    <a:prstClr val="black">
                      <a:alpha val="40000"/>
                    </a:prstClr>
                  </a:outerShdw>
                </a:effectLst>
                <a:tableStyleId>{5C22544A-7EE6-4342-B048-85BDC9FD1C3A}</a:tableStyleId>
              </a:tblPr>
              <a:tblGrid>
                <a:gridCol w="4180544">
                  <a:extLst>
                    <a:ext uri="{9D8B030D-6E8A-4147-A177-3AD203B41FA5}">
                      <a16:colId xmlns:a16="http://schemas.microsoft.com/office/drawing/2014/main" val="3246523022"/>
                    </a:ext>
                  </a:extLst>
                </a:gridCol>
                <a:gridCol w="4189733">
                  <a:extLst>
                    <a:ext uri="{9D8B030D-6E8A-4147-A177-3AD203B41FA5}">
                      <a16:colId xmlns:a16="http://schemas.microsoft.com/office/drawing/2014/main" val="1442327102"/>
                    </a:ext>
                  </a:extLst>
                </a:gridCol>
              </a:tblGrid>
              <a:tr h="363721">
                <a:tc>
                  <a:txBody>
                    <a:bodyPr/>
                    <a:lstStyle/>
                    <a:p>
                      <a:pPr algn="ctr"/>
                      <a:r>
                        <a:rPr lang="en-US" dirty="0"/>
                        <a:t>Original word</a:t>
                      </a:r>
                    </a:p>
                  </a:txBody>
                  <a:tcPr/>
                </a:tc>
                <a:tc>
                  <a:txBody>
                    <a:bodyPr/>
                    <a:lstStyle/>
                    <a:p>
                      <a:pPr algn="ctr"/>
                      <a:r>
                        <a:rPr lang="en-US" dirty="0"/>
                        <a:t>Corrected to</a:t>
                      </a:r>
                    </a:p>
                  </a:txBody>
                  <a:tcPr/>
                </a:tc>
                <a:extLst>
                  <a:ext uri="{0D108BD9-81ED-4DB2-BD59-A6C34878D82A}">
                    <a16:rowId xmlns:a16="http://schemas.microsoft.com/office/drawing/2014/main" val="3448923315"/>
                  </a:ext>
                </a:extLst>
              </a:tr>
              <a:tr h="36372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0" dirty="0"/>
                        <a:t>ABALONES</a:t>
                      </a:r>
                    </a:p>
                  </a:txBody>
                  <a:tcPr/>
                </a:tc>
                <a:tc>
                  <a:txBody>
                    <a:bodyPr/>
                    <a:lstStyle/>
                    <a:p>
                      <a:pPr algn="ctr"/>
                      <a:r>
                        <a:rPr lang="en-US" dirty="0"/>
                        <a:t>ABALONE</a:t>
                      </a:r>
                    </a:p>
                  </a:txBody>
                  <a:tcPr/>
                </a:tc>
                <a:extLst>
                  <a:ext uri="{0D108BD9-81ED-4DB2-BD59-A6C34878D82A}">
                    <a16:rowId xmlns:a16="http://schemas.microsoft.com/office/drawing/2014/main" val="3022835169"/>
                  </a:ext>
                </a:extLst>
              </a:tr>
              <a:tr h="36372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0" dirty="0"/>
                        <a:t>ABALONE	</a:t>
                      </a:r>
                    </a:p>
                  </a:txBody>
                  <a:tcPr/>
                </a:tc>
                <a:tc>
                  <a:txBody>
                    <a:bodyPr/>
                    <a:lstStyle/>
                    <a:p>
                      <a:pPr algn="ctr"/>
                      <a:r>
                        <a:rPr lang="en-US" dirty="0"/>
                        <a:t>ABALONE</a:t>
                      </a:r>
                    </a:p>
                  </a:txBody>
                  <a:tcPr/>
                </a:tc>
                <a:extLst>
                  <a:ext uri="{0D108BD9-81ED-4DB2-BD59-A6C34878D82A}">
                    <a16:rowId xmlns:a16="http://schemas.microsoft.com/office/drawing/2014/main" val="110669366"/>
                  </a:ext>
                </a:extLst>
              </a:tr>
              <a:tr h="36372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0" dirty="0"/>
                        <a:t>YOURS</a:t>
                      </a:r>
                    </a:p>
                  </a:txBody>
                  <a:tcPr/>
                </a:tc>
                <a:tc>
                  <a:txBody>
                    <a:bodyPr/>
                    <a:lstStyle/>
                    <a:p>
                      <a:pPr algn="ctr"/>
                      <a:r>
                        <a:rPr lang="en-US" dirty="0"/>
                        <a:t>YOUR</a:t>
                      </a:r>
                    </a:p>
                  </a:txBody>
                  <a:tcPr/>
                </a:tc>
                <a:extLst>
                  <a:ext uri="{0D108BD9-81ED-4DB2-BD59-A6C34878D82A}">
                    <a16:rowId xmlns:a16="http://schemas.microsoft.com/office/drawing/2014/main" val="2121677059"/>
                  </a:ext>
                </a:extLst>
              </a:tr>
              <a:tr h="36372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0" dirty="0"/>
                        <a:t>YOUR</a:t>
                      </a:r>
                    </a:p>
                  </a:txBody>
                  <a:tcPr/>
                </a:tc>
                <a:tc>
                  <a:txBody>
                    <a:bodyPr/>
                    <a:lstStyle/>
                    <a:p>
                      <a:pPr algn="ctr"/>
                      <a:r>
                        <a:rPr lang="en-US" dirty="0"/>
                        <a:t>YOUR</a:t>
                      </a:r>
                    </a:p>
                  </a:txBody>
                  <a:tcPr/>
                </a:tc>
                <a:extLst>
                  <a:ext uri="{0D108BD9-81ED-4DB2-BD59-A6C34878D82A}">
                    <a16:rowId xmlns:a16="http://schemas.microsoft.com/office/drawing/2014/main" val="3900642246"/>
                  </a:ext>
                </a:extLst>
              </a:tr>
              <a:tr h="36372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0" dirty="0"/>
                        <a:t>HUGS</a:t>
                      </a:r>
                    </a:p>
                  </a:txBody>
                  <a:tcPr/>
                </a:tc>
                <a:tc>
                  <a:txBody>
                    <a:bodyPr/>
                    <a:lstStyle/>
                    <a:p>
                      <a:pPr algn="ctr"/>
                      <a:r>
                        <a:rPr lang="en-US" dirty="0"/>
                        <a:t>HUGS</a:t>
                      </a:r>
                    </a:p>
                  </a:txBody>
                  <a:tcPr/>
                </a:tc>
                <a:extLst>
                  <a:ext uri="{0D108BD9-81ED-4DB2-BD59-A6C34878D82A}">
                    <a16:rowId xmlns:a16="http://schemas.microsoft.com/office/drawing/2014/main" val="971741494"/>
                  </a:ext>
                </a:extLst>
              </a:tr>
              <a:tr h="36372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0" dirty="0"/>
                        <a:t>HUG</a:t>
                      </a:r>
                    </a:p>
                  </a:txBody>
                  <a:tcPr/>
                </a:tc>
                <a:tc>
                  <a:txBody>
                    <a:bodyPr/>
                    <a:lstStyle/>
                    <a:p>
                      <a:pPr algn="ctr"/>
                      <a:r>
                        <a:rPr lang="en-US" dirty="0"/>
                        <a:t>HUGS</a:t>
                      </a:r>
                    </a:p>
                  </a:txBody>
                  <a:tcPr/>
                </a:tc>
                <a:extLst>
                  <a:ext uri="{0D108BD9-81ED-4DB2-BD59-A6C34878D82A}">
                    <a16:rowId xmlns:a16="http://schemas.microsoft.com/office/drawing/2014/main" val="2032465947"/>
                  </a:ext>
                </a:extLst>
              </a:tr>
            </a:tbl>
          </a:graphicData>
        </a:graphic>
      </p:graphicFrame>
    </p:spTree>
    <p:extLst>
      <p:ext uri="{BB962C8B-B14F-4D97-AF65-F5344CB8AC3E}">
        <p14:creationId xmlns:p14="http://schemas.microsoft.com/office/powerpoint/2010/main" val="2015867584"/>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DEE80-A5A4-43BB-9F7E-A30DED5DA9B3}"/>
              </a:ext>
            </a:extLst>
          </p:cNvPr>
          <p:cNvSpPr>
            <a:spLocks noGrp="1"/>
          </p:cNvSpPr>
          <p:nvPr>
            <p:ph type="title"/>
          </p:nvPr>
        </p:nvSpPr>
        <p:spPr>
          <a:xfrm>
            <a:off x="457200" y="290659"/>
            <a:ext cx="10515600" cy="780757"/>
          </a:xfrm>
        </p:spPr>
        <p:txBody>
          <a:bodyPr/>
          <a:lstStyle/>
          <a:p>
            <a:r>
              <a:rPr lang="en-US" dirty="0"/>
              <a:t>Train data</a:t>
            </a:r>
          </a:p>
        </p:txBody>
      </p:sp>
      <p:sp>
        <p:nvSpPr>
          <p:cNvPr id="3" name="Content Placeholder 2">
            <a:extLst>
              <a:ext uri="{FF2B5EF4-FFF2-40B4-BE49-F238E27FC236}">
                <a16:creationId xmlns:a16="http://schemas.microsoft.com/office/drawing/2014/main" id="{F37F94B6-7E69-40EF-954F-1342515D660C}"/>
              </a:ext>
            </a:extLst>
          </p:cNvPr>
          <p:cNvSpPr>
            <a:spLocks noGrp="1"/>
          </p:cNvSpPr>
          <p:nvPr>
            <p:ph idx="1"/>
          </p:nvPr>
        </p:nvSpPr>
        <p:spPr>
          <a:xfrm>
            <a:off x="457200" y="4130686"/>
            <a:ext cx="10977824" cy="2046277"/>
          </a:xfrm>
        </p:spPr>
        <p:style>
          <a:lnRef idx="2">
            <a:schemeClr val="accent1"/>
          </a:lnRef>
          <a:fillRef idx="1">
            <a:schemeClr val="lt1"/>
          </a:fillRef>
          <a:effectRef idx="0">
            <a:schemeClr val="accent1"/>
          </a:effectRef>
          <a:fontRef idx="minor">
            <a:schemeClr val="dk1"/>
          </a:fontRef>
        </p:style>
        <p:txBody>
          <a:bodyPr>
            <a:normAutofit fontScale="92500" lnSpcReduction="20000"/>
          </a:bodyPr>
          <a:lstStyle/>
          <a:p>
            <a:r>
              <a:rPr lang="en-US" b="0" dirty="0"/>
              <a:t>Old data had Jaccard similarity around 11%; this decrease can be because of below reasons-</a:t>
            </a:r>
          </a:p>
          <a:p>
            <a:pPr lvl="1"/>
            <a:r>
              <a:rPr lang="en-US" dirty="0"/>
              <a:t>Increase in the total data (</a:t>
            </a:r>
            <a:r>
              <a:rPr lang="en-US" dirty="0" err="1"/>
              <a:t>Test+Train</a:t>
            </a:r>
            <a:r>
              <a:rPr lang="en-US" dirty="0"/>
              <a:t>)</a:t>
            </a:r>
          </a:p>
          <a:p>
            <a:pPr lvl="1"/>
            <a:r>
              <a:rPr lang="en-US" b="0" dirty="0"/>
              <a:t>Earlier it wasn’t clean, so numbers and 2 char words were present</a:t>
            </a:r>
          </a:p>
          <a:p>
            <a:r>
              <a:rPr lang="en-US" dirty="0">
                <a:solidFill>
                  <a:srgbClr val="FF0000"/>
                </a:solidFill>
              </a:rPr>
              <a:t>Conclusion</a:t>
            </a:r>
            <a:r>
              <a:rPr lang="en-US" b="0" dirty="0"/>
              <a:t>: Data augmentation with 2 new entries per observation is good enough.</a:t>
            </a:r>
          </a:p>
        </p:txBody>
      </p:sp>
      <p:graphicFrame>
        <p:nvGraphicFramePr>
          <p:cNvPr id="4" name="Table 4">
            <a:extLst>
              <a:ext uri="{FF2B5EF4-FFF2-40B4-BE49-F238E27FC236}">
                <a16:creationId xmlns:a16="http://schemas.microsoft.com/office/drawing/2014/main" id="{9DA46E66-B68A-4D08-87B1-D0B905BADD18}"/>
              </a:ext>
            </a:extLst>
          </p:cNvPr>
          <p:cNvGraphicFramePr>
            <a:graphicFrameLocks/>
          </p:cNvGraphicFramePr>
          <p:nvPr>
            <p:extLst>
              <p:ext uri="{D42A27DB-BD31-4B8C-83A1-F6EECF244321}">
                <p14:modId xmlns:p14="http://schemas.microsoft.com/office/powerpoint/2010/main" val="1689976868"/>
              </p:ext>
            </p:extLst>
          </p:nvPr>
        </p:nvGraphicFramePr>
        <p:xfrm>
          <a:off x="1508760" y="1303111"/>
          <a:ext cx="8412480" cy="2595880"/>
        </p:xfrm>
        <a:graphic>
          <a:graphicData uri="http://schemas.openxmlformats.org/drawingml/2006/table">
            <a:tbl>
              <a:tblPr firstRow="1" bandRow="1">
                <a:effectLst>
                  <a:outerShdw blurRad="50800" dist="38100" dir="8100000" algn="tr" rotWithShape="0">
                    <a:prstClr val="black">
                      <a:alpha val="40000"/>
                    </a:prstClr>
                  </a:outerShdw>
                </a:effectLst>
                <a:tableStyleId>{5C22544A-7EE6-4342-B048-85BDC9FD1C3A}</a:tableStyleId>
              </a:tblPr>
              <a:tblGrid>
                <a:gridCol w="3401367">
                  <a:extLst>
                    <a:ext uri="{9D8B030D-6E8A-4147-A177-3AD203B41FA5}">
                      <a16:colId xmlns:a16="http://schemas.microsoft.com/office/drawing/2014/main" val="3828389806"/>
                    </a:ext>
                  </a:extLst>
                </a:gridCol>
                <a:gridCol w="1296237">
                  <a:extLst>
                    <a:ext uri="{9D8B030D-6E8A-4147-A177-3AD203B41FA5}">
                      <a16:colId xmlns:a16="http://schemas.microsoft.com/office/drawing/2014/main" val="838899630"/>
                    </a:ext>
                  </a:extLst>
                </a:gridCol>
                <a:gridCol w="1848897">
                  <a:extLst>
                    <a:ext uri="{9D8B030D-6E8A-4147-A177-3AD203B41FA5}">
                      <a16:colId xmlns:a16="http://schemas.microsoft.com/office/drawing/2014/main" val="2929191382"/>
                    </a:ext>
                  </a:extLst>
                </a:gridCol>
                <a:gridCol w="1865979">
                  <a:extLst>
                    <a:ext uri="{9D8B030D-6E8A-4147-A177-3AD203B41FA5}">
                      <a16:colId xmlns:a16="http://schemas.microsoft.com/office/drawing/2014/main" val="3837223384"/>
                    </a:ext>
                  </a:extLst>
                </a:gridCol>
              </a:tblGrid>
              <a:tr h="370840">
                <a:tc>
                  <a:txBody>
                    <a:bodyPr/>
                    <a:lstStyle/>
                    <a:p>
                      <a:pPr algn="ctr"/>
                      <a:r>
                        <a:rPr lang="en-US" dirty="0"/>
                        <a:t>Data</a:t>
                      </a:r>
                    </a:p>
                  </a:txBody>
                  <a:tcPr/>
                </a:tc>
                <a:tc>
                  <a:txBody>
                    <a:bodyPr/>
                    <a:lstStyle/>
                    <a:p>
                      <a:pPr algn="ctr"/>
                      <a:r>
                        <a:rPr lang="en-US" dirty="0"/>
                        <a:t>Length</a:t>
                      </a:r>
                    </a:p>
                  </a:txBody>
                  <a:tcPr/>
                </a:tc>
                <a:tc>
                  <a:txBody>
                    <a:bodyPr/>
                    <a:lstStyle/>
                    <a:p>
                      <a:pPr algn="ctr"/>
                      <a:r>
                        <a:rPr lang="en-US" dirty="0"/>
                        <a:t>Jaccard similarity</a:t>
                      </a:r>
                    </a:p>
                  </a:txBody>
                  <a:tcPr/>
                </a:tc>
                <a:tc>
                  <a:txBody>
                    <a:bodyPr/>
                    <a:lstStyle/>
                    <a:p>
                      <a:pPr algn="ctr"/>
                      <a:r>
                        <a:rPr lang="en-US" dirty="0"/>
                        <a:t>Cossine similarity</a:t>
                      </a:r>
                    </a:p>
                  </a:txBody>
                  <a:tcPr/>
                </a:tc>
                <a:extLst>
                  <a:ext uri="{0D108BD9-81ED-4DB2-BD59-A6C34878D82A}">
                    <a16:rowId xmlns:a16="http://schemas.microsoft.com/office/drawing/2014/main" val="2415296735"/>
                  </a:ext>
                </a:extLst>
              </a:tr>
              <a:tr h="370840">
                <a:tc>
                  <a:txBody>
                    <a:bodyPr/>
                    <a:lstStyle/>
                    <a:p>
                      <a:pPr algn="ctr"/>
                      <a:r>
                        <a:rPr lang="en-US" dirty="0"/>
                        <a:t>Train_df original</a:t>
                      </a:r>
                    </a:p>
                  </a:txBody>
                  <a:tcPr/>
                </a:tc>
                <a:tc>
                  <a:txBody>
                    <a:bodyPr/>
                    <a:lstStyle/>
                    <a:p>
                      <a:pPr algn="ctr"/>
                      <a:r>
                        <a:rPr lang="en-US" dirty="0"/>
                        <a:t>50248</a:t>
                      </a:r>
                    </a:p>
                  </a:txBody>
                  <a:tcPr/>
                </a:tc>
                <a:tc>
                  <a:txBody>
                    <a:bodyPr/>
                    <a:lstStyle/>
                    <a:p>
                      <a:pPr algn="ctr"/>
                      <a:r>
                        <a:rPr lang="en-US" dirty="0"/>
                        <a:t>9.77</a:t>
                      </a:r>
                    </a:p>
                  </a:txBody>
                  <a:tcPr/>
                </a:tc>
                <a:tc>
                  <a:txBody>
                    <a:bodyPr/>
                    <a:lstStyle/>
                    <a:p>
                      <a:pPr algn="ctr"/>
                      <a:r>
                        <a:rPr lang="en-US" dirty="0"/>
                        <a:t>34.31</a:t>
                      </a:r>
                    </a:p>
                  </a:txBody>
                  <a:tcPr/>
                </a:tc>
                <a:extLst>
                  <a:ext uri="{0D108BD9-81ED-4DB2-BD59-A6C34878D82A}">
                    <a16:rowId xmlns:a16="http://schemas.microsoft.com/office/drawing/2014/main" val="418063672"/>
                  </a:ext>
                </a:extLst>
              </a:tr>
              <a:tr h="370840">
                <a:tc>
                  <a:txBody>
                    <a:bodyPr/>
                    <a:lstStyle/>
                    <a:p>
                      <a:pPr algn="ctr"/>
                      <a:r>
                        <a:rPr lang="en-US" dirty="0"/>
                        <a:t>Augmented(n_per_original=2)</a:t>
                      </a:r>
                    </a:p>
                  </a:txBody>
                  <a:tcPr/>
                </a:tc>
                <a:tc>
                  <a:txBody>
                    <a:bodyPr/>
                    <a:lstStyle/>
                    <a:p>
                      <a:pPr algn="ctr"/>
                      <a:r>
                        <a:rPr lang="en-US" dirty="0"/>
                        <a:t>69842</a:t>
                      </a:r>
                    </a:p>
                  </a:txBody>
                  <a:tcPr/>
                </a:tc>
                <a:tc>
                  <a:txBody>
                    <a:bodyPr/>
                    <a:lstStyle/>
                    <a:p>
                      <a:pPr algn="ctr"/>
                      <a:r>
                        <a:rPr lang="en-US" dirty="0"/>
                        <a:t>10.26</a:t>
                      </a:r>
                    </a:p>
                  </a:txBody>
                  <a:tcPr/>
                </a:tc>
                <a:tc>
                  <a:txBody>
                    <a:bodyPr/>
                    <a:lstStyle/>
                    <a:p>
                      <a:pPr algn="ctr"/>
                      <a:r>
                        <a:rPr lang="en-US" dirty="0"/>
                        <a:t>35.24</a:t>
                      </a:r>
                    </a:p>
                  </a:txBody>
                  <a:tcPr/>
                </a:tc>
                <a:extLst>
                  <a:ext uri="{0D108BD9-81ED-4DB2-BD59-A6C34878D82A}">
                    <a16:rowId xmlns:a16="http://schemas.microsoft.com/office/drawing/2014/main" val="3249672083"/>
                  </a:ext>
                </a:extLst>
              </a:tr>
              <a:tr h="370840">
                <a:tc>
                  <a:txBody>
                    <a:bodyPr/>
                    <a:lstStyle/>
                    <a:p>
                      <a:pPr algn="ctr"/>
                      <a:r>
                        <a:rPr lang="en-US" dirty="0"/>
                        <a:t>Augmented(n_per_original=3)</a:t>
                      </a:r>
                    </a:p>
                  </a:txBody>
                  <a:tcPr/>
                </a:tc>
                <a:tc>
                  <a:txBody>
                    <a:bodyPr/>
                    <a:lstStyle/>
                    <a:p>
                      <a:pPr algn="ctr"/>
                      <a:r>
                        <a:rPr lang="en-US" dirty="0"/>
                        <a:t>79972</a:t>
                      </a:r>
                    </a:p>
                  </a:txBody>
                  <a:tcPr/>
                </a:tc>
                <a:tc>
                  <a:txBody>
                    <a:bodyPr/>
                    <a:lstStyle/>
                    <a:p>
                      <a:pPr algn="ctr"/>
                      <a:r>
                        <a:rPr lang="en-US" dirty="0"/>
                        <a:t>10.33</a:t>
                      </a:r>
                    </a:p>
                  </a:txBody>
                  <a:tcPr/>
                </a:tc>
                <a:tc>
                  <a:txBody>
                    <a:bodyPr/>
                    <a:lstStyle/>
                    <a:p>
                      <a:pPr algn="ctr"/>
                      <a:r>
                        <a:rPr lang="en-US" dirty="0"/>
                        <a:t>35.39</a:t>
                      </a:r>
                    </a:p>
                  </a:txBody>
                  <a:tcPr/>
                </a:tc>
                <a:extLst>
                  <a:ext uri="{0D108BD9-81ED-4DB2-BD59-A6C34878D82A}">
                    <a16:rowId xmlns:a16="http://schemas.microsoft.com/office/drawing/2014/main" val="2169565638"/>
                  </a:ext>
                </a:extLst>
              </a:tr>
              <a:tr h="370840">
                <a:tc>
                  <a:txBody>
                    <a:bodyPr/>
                    <a:lstStyle/>
                    <a:p>
                      <a:pPr algn="ctr"/>
                      <a:r>
                        <a:rPr lang="en-US" dirty="0"/>
                        <a:t>Augmented(n_per_original=5)</a:t>
                      </a:r>
                    </a:p>
                  </a:txBody>
                  <a:tcPr/>
                </a:tc>
                <a:tc>
                  <a:txBody>
                    <a:bodyPr/>
                    <a:lstStyle/>
                    <a:p>
                      <a:pPr algn="ctr"/>
                      <a:r>
                        <a:rPr lang="en-US" dirty="0"/>
                        <a:t>99056</a:t>
                      </a:r>
                    </a:p>
                  </a:txBody>
                  <a:tcPr/>
                </a:tc>
                <a:tc>
                  <a:txBody>
                    <a:bodyPr/>
                    <a:lstStyle/>
                    <a:p>
                      <a:pPr algn="ctr"/>
                      <a:r>
                        <a:rPr lang="en-US" dirty="0"/>
                        <a:t>10.41</a:t>
                      </a:r>
                    </a:p>
                  </a:txBody>
                  <a:tcPr/>
                </a:tc>
                <a:tc>
                  <a:txBody>
                    <a:bodyPr/>
                    <a:lstStyle/>
                    <a:p>
                      <a:pPr algn="ctr"/>
                      <a:r>
                        <a:rPr lang="en-US" dirty="0"/>
                        <a:t>35.55</a:t>
                      </a:r>
                    </a:p>
                  </a:txBody>
                  <a:tcPr/>
                </a:tc>
                <a:extLst>
                  <a:ext uri="{0D108BD9-81ED-4DB2-BD59-A6C34878D82A}">
                    <a16:rowId xmlns:a16="http://schemas.microsoft.com/office/drawing/2014/main" val="3601394699"/>
                  </a:ext>
                </a:extLst>
              </a:tr>
              <a:tr h="370840">
                <a:tc>
                  <a:txBody>
                    <a:bodyPr/>
                    <a:lstStyle/>
                    <a:p>
                      <a:pPr algn="ctr"/>
                      <a:r>
                        <a:rPr lang="en-US" dirty="0"/>
                        <a:t>Augmented(n_per_original=10)</a:t>
                      </a:r>
                    </a:p>
                  </a:txBody>
                  <a:tcPr>
                    <a:lnB w="19050" cap="flat" cmpd="sng" algn="ctr">
                      <a:solidFill>
                        <a:schemeClr val="tx1"/>
                      </a:solidFill>
                      <a:prstDash val="solid"/>
                      <a:round/>
                      <a:headEnd type="none" w="med" len="med"/>
                      <a:tailEnd type="none" w="med" len="med"/>
                    </a:lnB>
                  </a:tcPr>
                </a:tc>
                <a:tc>
                  <a:txBody>
                    <a:bodyPr/>
                    <a:lstStyle/>
                    <a:p>
                      <a:pPr algn="ctr"/>
                      <a:r>
                        <a:rPr lang="en-US" dirty="0"/>
                        <a:t>148432</a:t>
                      </a:r>
                    </a:p>
                  </a:txBody>
                  <a:tcPr>
                    <a:lnB w="19050" cap="flat" cmpd="sng" algn="ctr">
                      <a:solidFill>
                        <a:schemeClr val="tx1"/>
                      </a:solidFill>
                      <a:prstDash val="solid"/>
                      <a:round/>
                      <a:headEnd type="none" w="med" len="med"/>
                      <a:tailEnd type="none" w="med" len="med"/>
                    </a:lnB>
                  </a:tcPr>
                </a:tc>
                <a:tc>
                  <a:txBody>
                    <a:bodyPr/>
                    <a:lstStyle/>
                    <a:p>
                      <a:pPr algn="ctr"/>
                      <a:r>
                        <a:rPr lang="en-US" dirty="0"/>
                        <a:t>10.53</a:t>
                      </a:r>
                    </a:p>
                  </a:txBody>
                  <a:tcPr>
                    <a:lnB w="19050" cap="flat" cmpd="sng" algn="ctr">
                      <a:solidFill>
                        <a:schemeClr val="tx1"/>
                      </a:solidFill>
                      <a:prstDash val="solid"/>
                      <a:round/>
                      <a:headEnd type="none" w="med" len="med"/>
                      <a:tailEnd type="none" w="med" len="med"/>
                    </a:lnB>
                  </a:tcPr>
                </a:tc>
                <a:tc>
                  <a:txBody>
                    <a:bodyPr/>
                    <a:lstStyle/>
                    <a:p>
                      <a:pPr algn="ctr"/>
                      <a:r>
                        <a:rPr lang="en-US" dirty="0"/>
                        <a:t>35.3</a:t>
                      </a:r>
                    </a:p>
                  </a:txBody>
                  <a:tcPr>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19453605"/>
                  </a:ext>
                </a:extLst>
              </a:tr>
              <a:tr h="370840">
                <a:tc>
                  <a:txBody>
                    <a:bodyPr/>
                    <a:lstStyle/>
                    <a:p>
                      <a:pPr algn="ctr"/>
                      <a:r>
                        <a:rPr lang="en-US" dirty="0"/>
                        <a:t>Augmented(n_per_original=2)</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en-US" dirty="0"/>
                        <a:t>69937</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en-US" dirty="0"/>
                        <a:t>10.32</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en-US" dirty="0"/>
                        <a:t>35.28</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1979525880"/>
                  </a:ext>
                </a:extLst>
              </a:tr>
            </a:tbl>
          </a:graphicData>
        </a:graphic>
      </p:graphicFrame>
    </p:spTree>
    <p:extLst>
      <p:ext uri="{BB962C8B-B14F-4D97-AF65-F5344CB8AC3E}">
        <p14:creationId xmlns:p14="http://schemas.microsoft.com/office/powerpoint/2010/main" val="3298924710"/>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DCFDA-CB57-4E14-9BCB-204117CD8462}"/>
              </a:ext>
            </a:extLst>
          </p:cNvPr>
          <p:cNvSpPr>
            <a:spLocks noGrp="1"/>
          </p:cNvSpPr>
          <p:nvPr>
            <p:ph type="title"/>
          </p:nvPr>
        </p:nvSpPr>
        <p:spPr>
          <a:xfrm>
            <a:off x="457200" y="456769"/>
            <a:ext cx="10515600" cy="546561"/>
          </a:xfrm>
        </p:spPr>
        <p:txBody>
          <a:bodyPr>
            <a:normAutofit fontScale="90000"/>
          </a:bodyPr>
          <a:lstStyle/>
          <a:p>
            <a:r>
              <a:rPr lang="en-US" dirty="0"/>
              <a:t>Fuzzy TF-IDF matching of FEAT1</a:t>
            </a:r>
          </a:p>
        </p:txBody>
      </p:sp>
      <p:graphicFrame>
        <p:nvGraphicFramePr>
          <p:cNvPr id="4" name="Table 4">
            <a:extLst>
              <a:ext uri="{FF2B5EF4-FFF2-40B4-BE49-F238E27FC236}">
                <a16:creationId xmlns:a16="http://schemas.microsoft.com/office/drawing/2014/main" id="{2207C61F-E429-40C1-93DD-A7E0058287D0}"/>
              </a:ext>
            </a:extLst>
          </p:cNvPr>
          <p:cNvGraphicFramePr>
            <a:graphicFrameLocks noGrp="1"/>
          </p:cNvGraphicFramePr>
          <p:nvPr>
            <p:ph idx="1"/>
          </p:nvPr>
        </p:nvGraphicFramePr>
        <p:xfrm>
          <a:off x="716972" y="1367269"/>
          <a:ext cx="8042564" cy="2225040"/>
        </p:xfrm>
        <a:graphic>
          <a:graphicData uri="http://schemas.openxmlformats.org/drawingml/2006/table">
            <a:tbl>
              <a:tblPr firstRow="1" bandRow="1">
                <a:tableStyleId>{5C22544A-7EE6-4342-B048-85BDC9FD1C3A}</a:tableStyleId>
              </a:tblPr>
              <a:tblGrid>
                <a:gridCol w="1839191">
                  <a:extLst>
                    <a:ext uri="{9D8B030D-6E8A-4147-A177-3AD203B41FA5}">
                      <a16:colId xmlns:a16="http://schemas.microsoft.com/office/drawing/2014/main" val="3565917646"/>
                    </a:ext>
                  </a:extLst>
                </a:gridCol>
                <a:gridCol w="2701636">
                  <a:extLst>
                    <a:ext uri="{9D8B030D-6E8A-4147-A177-3AD203B41FA5}">
                      <a16:colId xmlns:a16="http://schemas.microsoft.com/office/drawing/2014/main" val="2929747970"/>
                    </a:ext>
                  </a:extLst>
                </a:gridCol>
                <a:gridCol w="1808018">
                  <a:extLst>
                    <a:ext uri="{9D8B030D-6E8A-4147-A177-3AD203B41FA5}">
                      <a16:colId xmlns:a16="http://schemas.microsoft.com/office/drawing/2014/main" val="1008622269"/>
                    </a:ext>
                  </a:extLst>
                </a:gridCol>
                <a:gridCol w="1693719">
                  <a:extLst>
                    <a:ext uri="{9D8B030D-6E8A-4147-A177-3AD203B41FA5}">
                      <a16:colId xmlns:a16="http://schemas.microsoft.com/office/drawing/2014/main" val="4111887013"/>
                    </a:ext>
                  </a:extLst>
                </a:gridCol>
              </a:tblGrid>
              <a:tr h="370840">
                <a:tc>
                  <a:txBody>
                    <a:bodyPr/>
                    <a:lstStyle/>
                    <a:p>
                      <a:pPr algn="ctr"/>
                      <a:r>
                        <a:rPr lang="en-US" dirty="0"/>
                        <a:t>Ratio</a:t>
                      </a:r>
                    </a:p>
                  </a:txBody>
                  <a:tcPr/>
                </a:tc>
                <a:tc>
                  <a:txBody>
                    <a:bodyPr/>
                    <a:lstStyle/>
                    <a:p>
                      <a:pPr algn="ctr"/>
                      <a:r>
                        <a:rPr lang="en-US" dirty="0"/>
                        <a:t>Observations matched</a:t>
                      </a:r>
                    </a:p>
                  </a:txBody>
                  <a:tcPr/>
                </a:tc>
                <a:tc>
                  <a:txBody>
                    <a:bodyPr/>
                    <a:lstStyle/>
                    <a:p>
                      <a:pPr algn="ctr"/>
                      <a:r>
                        <a:rPr lang="en-US" dirty="0"/>
                        <a:t>TF category</a:t>
                      </a:r>
                    </a:p>
                  </a:txBody>
                  <a:tcPr/>
                </a:tc>
                <a:tc>
                  <a:txBody>
                    <a:bodyPr/>
                    <a:lstStyle/>
                    <a:p>
                      <a:pPr algn="ctr"/>
                      <a:r>
                        <a:rPr lang="en-US" dirty="0"/>
                        <a:t>TF variety</a:t>
                      </a:r>
                    </a:p>
                  </a:txBody>
                  <a:tcPr/>
                </a:tc>
                <a:extLst>
                  <a:ext uri="{0D108BD9-81ED-4DB2-BD59-A6C34878D82A}">
                    <a16:rowId xmlns:a16="http://schemas.microsoft.com/office/drawing/2014/main" val="1404639473"/>
                  </a:ext>
                </a:extLst>
              </a:tr>
              <a:tr h="370840">
                <a:tc>
                  <a:txBody>
                    <a:bodyPr/>
                    <a:lstStyle/>
                    <a:p>
                      <a:pPr algn="ctr"/>
                      <a:r>
                        <a:rPr lang="en-US" dirty="0"/>
                        <a:t>&gt;=90</a:t>
                      </a:r>
                    </a:p>
                  </a:txBody>
                  <a:tcPr/>
                </a:tc>
                <a:tc>
                  <a:txBody>
                    <a:bodyPr/>
                    <a:lstStyle/>
                    <a:p>
                      <a:pPr algn="ctr"/>
                      <a:r>
                        <a:rPr lang="en-US" dirty="0"/>
                        <a:t>699</a:t>
                      </a:r>
                    </a:p>
                  </a:txBody>
                  <a:tcPr/>
                </a:tc>
                <a:tc>
                  <a:txBody>
                    <a:bodyPr/>
                    <a:lstStyle/>
                    <a:p>
                      <a:pPr algn="ctr"/>
                      <a:r>
                        <a:rPr lang="en-US" dirty="0"/>
                        <a:t>96.85</a:t>
                      </a:r>
                    </a:p>
                  </a:txBody>
                  <a:tcPr/>
                </a:tc>
                <a:tc>
                  <a:txBody>
                    <a:bodyPr/>
                    <a:lstStyle/>
                    <a:p>
                      <a:pPr algn="ctr"/>
                      <a:r>
                        <a:rPr lang="en-US" dirty="0"/>
                        <a:t>95.85</a:t>
                      </a:r>
                    </a:p>
                  </a:txBody>
                  <a:tcPr/>
                </a:tc>
                <a:extLst>
                  <a:ext uri="{0D108BD9-81ED-4DB2-BD59-A6C34878D82A}">
                    <a16:rowId xmlns:a16="http://schemas.microsoft.com/office/drawing/2014/main" val="3910476582"/>
                  </a:ext>
                </a:extLst>
              </a:tr>
              <a:tr h="370840">
                <a:tc>
                  <a:txBody>
                    <a:bodyPr/>
                    <a:lstStyle/>
                    <a:p>
                      <a:pPr algn="ctr"/>
                      <a:r>
                        <a:rPr lang="en-US" dirty="0"/>
                        <a:t>&gt;=80</a:t>
                      </a:r>
                    </a:p>
                  </a:txBody>
                  <a:tcPr>
                    <a:lnB w="19050" cap="flat" cmpd="sng" algn="ctr">
                      <a:solidFill>
                        <a:schemeClr val="tx1"/>
                      </a:solidFill>
                      <a:prstDash val="solid"/>
                      <a:round/>
                      <a:headEnd type="none" w="med" len="med"/>
                      <a:tailEnd type="none" w="med" len="med"/>
                    </a:lnB>
                  </a:tcPr>
                </a:tc>
                <a:tc>
                  <a:txBody>
                    <a:bodyPr/>
                    <a:lstStyle/>
                    <a:p>
                      <a:pPr algn="ctr"/>
                      <a:r>
                        <a:rPr lang="en-US" dirty="0"/>
                        <a:t>8453</a:t>
                      </a:r>
                    </a:p>
                  </a:txBody>
                  <a:tcPr>
                    <a:lnB w="19050" cap="flat" cmpd="sng" algn="ctr">
                      <a:solidFill>
                        <a:schemeClr val="tx1"/>
                      </a:solidFill>
                      <a:prstDash val="solid"/>
                      <a:round/>
                      <a:headEnd type="none" w="med" len="med"/>
                      <a:tailEnd type="none" w="med" len="med"/>
                    </a:lnB>
                  </a:tcPr>
                </a:tc>
                <a:tc>
                  <a:txBody>
                    <a:bodyPr/>
                    <a:lstStyle/>
                    <a:p>
                      <a:pPr algn="ctr"/>
                      <a:r>
                        <a:rPr lang="en-US" dirty="0"/>
                        <a:t>97.27</a:t>
                      </a:r>
                    </a:p>
                  </a:txBody>
                  <a:tcPr>
                    <a:lnB w="19050" cap="flat" cmpd="sng" algn="ctr">
                      <a:solidFill>
                        <a:schemeClr val="tx1"/>
                      </a:solidFill>
                      <a:prstDash val="solid"/>
                      <a:round/>
                      <a:headEnd type="none" w="med" len="med"/>
                      <a:tailEnd type="none" w="med" len="med"/>
                    </a:lnB>
                  </a:tcPr>
                </a:tc>
                <a:tc>
                  <a:txBody>
                    <a:bodyPr/>
                    <a:lstStyle/>
                    <a:p>
                      <a:pPr algn="ctr"/>
                      <a:r>
                        <a:rPr lang="en-US" dirty="0"/>
                        <a:t>98.37</a:t>
                      </a:r>
                    </a:p>
                  </a:txBody>
                  <a:tcPr>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95116654"/>
                  </a:ext>
                </a:extLst>
              </a:tr>
              <a:tr h="370840">
                <a:tc>
                  <a:txBody>
                    <a:bodyPr/>
                    <a:lstStyle/>
                    <a:p>
                      <a:pPr algn="ctr"/>
                      <a:r>
                        <a:rPr lang="en-US" dirty="0"/>
                        <a:t>&gt;=70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4"/>
                    </a:solidFill>
                  </a:tcPr>
                </a:tc>
                <a:tc>
                  <a:txBody>
                    <a:bodyPr/>
                    <a:lstStyle/>
                    <a:p>
                      <a:pPr algn="ctr"/>
                      <a:r>
                        <a:rPr lang="en-US" dirty="0"/>
                        <a:t>32521</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4"/>
                    </a:solidFill>
                  </a:tcPr>
                </a:tc>
                <a:tc>
                  <a:txBody>
                    <a:bodyPr/>
                    <a:lstStyle/>
                    <a:p>
                      <a:pPr algn="ctr"/>
                      <a:r>
                        <a:rPr lang="en-US" dirty="0"/>
                        <a:t>94.75</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4"/>
                    </a:solidFill>
                  </a:tcPr>
                </a:tc>
                <a:tc>
                  <a:txBody>
                    <a:bodyPr/>
                    <a:lstStyle/>
                    <a:p>
                      <a:pPr algn="ctr"/>
                      <a:r>
                        <a:rPr lang="en-US" dirty="0"/>
                        <a:t>96.54</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4"/>
                    </a:solidFill>
                  </a:tcPr>
                </a:tc>
                <a:extLst>
                  <a:ext uri="{0D108BD9-81ED-4DB2-BD59-A6C34878D82A}">
                    <a16:rowId xmlns:a16="http://schemas.microsoft.com/office/drawing/2014/main" val="2322373185"/>
                  </a:ext>
                </a:extLst>
              </a:tr>
              <a:tr h="370840">
                <a:tc>
                  <a:txBody>
                    <a:bodyPr/>
                    <a:lstStyle/>
                    <a:p>
                      <a:pPr algn="ctr"/>
                      <a:r>
                        <a:rPr lang="en-US" dirty="0"/>
                        <a:t>&gt;=60</a:t>
                      </a:r>
                    </a:p>
                  </a:txBody>
                  <a:tcPr>
                    <a:lnT w="19050" cap="flat" cmpd="sng" algn="ctr">
                      <a:solidFill>
                        <a:schemeClr val="tx1"/>
                      </a:solidFill>
                      <a:prstDash val="solid"/>
                      <a:round/>
                      <a:headEnd type="none" w="med" len="med"/>
                      <a:tailEnd type="none" w="med" len="med"/>
                    </a:lnT>
                  </a:tcPr>
                </a:tc>
                <a:tc>
                  <a:txBody>
                    <a:bodyPr/>
                    <a:lstStyle/>
                    <a:p>
                      <a:pPr algn="ctr"/>
                      <a:r>
                        <a:rPr lang="en-US" dirty="0"/>
                        <a:t>109061</a:t>
                      </a:r>
                    </a:p>
                  </a:txBody>
                  <a:tcPr>
                    <a:lnT w="19050" cap="flat" cmpd="sng" algn="ctr">
                      <a:solidFill>
                        <a:schemeClr val="tx1"/>
                      </a:solidFill>
                      <a:prstDash val="solid"/>
                      <a:round/>
                      <a:headEnd type="none" w="med" len="med"/>
                      <a:tailEnd type="none" w="med" len="med"/>
                    </a:lnT>
                  </a:tcPr>
                </a:tc>
                <a:tc>
                  <a:txBody>
                    <a:bodyPr/>
                    <a:lstStyle/>
                    <a:p>
                      <a:pPr algn="ctr"/>
                      <a:r>
                        <a:rPr lang="en-US" dirty="0"/>
                        <a:t>89.68</a:t>
                      </a:r>
                    </a:p>
                  </a:txBody>
                  <a:tcPr>
                    <a:lnT w="19050" cap="flat" cmpd="sng" algn="ctr">
                      <a:solidFill>
                        <a:schemeClr val="tx1"/>
                      </a:solidFill>
                      <a:prstDash val="solid"/>
                      <a:round/>
                      <a:headEnd type="none" w="med" len="med"/>
                      <a:tailEnd type="none" w="med" len="med"/>
                    </a:lnT>
                  </a:tcPr>
                </a:tc>
                <a:tc>
                  <a:txBody>
                    <a:bodyPr/>
                    <a:lstStyle/>
                    <a:p>
                      <a:pPr algn="ctr"/>
                      <a:r>
                        <a:rPr lang="en-US" dirty="0"/>
                        <a:t>91.24</a:t>
                      </a:r>
                    </a:p>
                  </a:txBody>
                  <a:tcPr>
                    <a:lnT w="1905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188018389"/>
                  </a:ext>
                </a:extLst>
              </a:tr>
              <a:tr h="370840">
                <a:tc>
                  <a:txBody>
                    <a:bodyPr/>
                    <a:lstStyle/>
                    <a:p>
                      <a:pPr algn="ctr"/>
                      <a:r>
                        <a:rPr lang="en-US" dirty="0"/>
                        <a:t>&gt;=50</a:t>
                      </a:r>
                    </a:p>
                  </a:txBody>
                  <a:tcPr/>
                </a:tc>
                <a:tc>
                  <a:txBody>
                    <a:bodyPr/>
                    <a:lstStyle/>
                    <a:p>
                      <a:pPr algn="ctr"/>
                      <a:r>
                        <a:rPr lang="en-US" dirty="0"/>
                        <a:t>223808</a:t>
                      </a:r>
                    </a:p>
                  </a:txBody>
                  <a:tcPr/>
                </a:tc>
                <a:tc>
                  <a:txBody>
                    <a:bodyPr/>
                    <a:lstStyle/>
                    <a:p>
                      <a:pPr algn="ctr"/>
                      <a:r>
                        <a:rPr lang="en-US" dirty="0"/>
                        <a:t>81.69</a:t>
                      </a:r>
                    </a:p>
                  </a:txBody>
                  <a:tcPr/>
                </a:tc>
                <a:tc>
                  <a:txBody>
                    <a:bodyPr/>
                    <a:lstStyle/>
                    <a:p>
                      <a:pPr algn="ctr"/>
                      <a:r>
                        <a:rPr lang="en-US" dirty="0"/>
                        <a:t>82.99</a:t>
                      </a:r>
                    </a:p>
                  </a:txBody>
                  <a:tcPr/>
                </a:tc>
                <a:extLst>
                  <a:ext uri="{0D108BD9-81ED-4DB2-BD59-A6C34878D82A}">
                    <a16:rowId xmlns:a16="http://schemas.microsoft.com/office/drawing/2014/main" val="1007016954"/>
                  </a:ext>
                </a:extLst>
              </a:tr>
            </a:tbl>
          </a:graphicData>
        </a:graphic>
      </p:graphicFrame>
      <p:sp>
        <p:nvSpPr>
          <p:cNvPr id="6" name="TextBox 5">
            <a:extLst>
              <a:ext uri="{FF2B5EF4-FFF2-40B4-BE49-F238E27FC236}">
                <a16:creationId xmlns:a16="http://schemas.microsoft.com/office/drawing/2014/main" id="{F66584D6-24C0-465A-8410-AD302388F18A}"/>
              </a:ext>
            </a:extLst>
          </p:cNvPr>
          <p:cNvSpPr txBox="1"/>
          <p:nvPr/>
        </p:nvSpPr>
        <p:spPr>
          <a:xfrm>
            <a:off x="716972" y="6107162"/>
            <a:ext cx="10758056" cy="369332"/>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marL="285750" indent="-285750">
              <a:buFont typeface="Arial" panose="020B0604020202020204" pitchFamily="34" charset="0"/>
              <a:buChar char="•"/>
            </a:pPr>
            <a:r>
              <a:rPr lang="en-US" b="1" dirty="0">
                <a:solidFill>
                  <a:srgbClr val="FF0000"/>
                </a:solidFill>
              </a:rPr>
              <a:t>Conclusion</a:t>
            </a:r>
            <a:r>
              <a:rPr lang="en-US" dirty="0"/>
              <a:t>: I’ll take my ration as greater than and equal to 70</a:t>
            </a:r>
          </a:p>
        </p:txBody>
      </p:sp>
      <p:sp>
        <p:nvSpPr>
          <p:cNvPr id="7" name="TextBox 6">
            <a:extLst>
              <a:ext uri="{FF2B5EF4-FFF2-40B4-BE49-F238E27FC236}">
                <a16:creationId xmlns:a16="http://schemas.microsoft.com/office/drawing/2014/main" id="{5B5C619A-D6B0-4713-80F7-1B38EE10BF20}"/>
              </a:ext>
            </a:extLst>
          </p:cNvPr>
          <p:cNvSpPr txBox="1"/>
          <p:nvPr/>
        </p:nvSpPr>
        <p:spPr>
          <a:xfrm>
            <a:off x="8998795" y="1602626"/>
            <a:ext cx="2476233" cy="1754326"/>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marL="285750" indent="-285750">
              <a:buFont typeface="Arial" panose="020B0604020202020204" pitchFamily="34" charset="0"/>
              <a:buChar char="•"/>
            </a:pPr>
            <a:r>
              <a:rPr lang="en-US" dirty="0"/>
              <a:t>For fuzzy Tfidf match-</a:t>
            </a:r>
          </a:p>
          <a:p>
            <a:pPr marL="742950" lvl="1" indent="-285750">
              <a:buFont typeface="Arial" panose="020B0604020202020204" pitchFamily="34" charset="0"/>
              <a:buChar char="•"/>
            </a:pPr>
            <a:r>
              <a:rPr lang="en-US" dirty="0"/>
              <a:t>Partial = False</a:t>
            </a:r>
          </a:p>
          <a:p>
            <a:pPr marL="742950" lvl="1" indent="-285750">
              <a:buFont typeface="Arial" panose="020B0604020202020204" pitchFamily="34" charset="0"/>
              <a:buChar char="•"/>
            </a:pPr>
            <a:r>
              <a:rPr lang="en-US" dirty="0"/>
              <a:t>Ratio = sort</a:t>
            </a:r>
          </a:p>
          <a:p>
            <a:pPr marL="285750" indent="-285750">
              <a:buFont typeface="Arial" panose="020B0604020202020204" pitchFamily="34" charset="0"/>
              <a:buChar char="•"/>
            </a:pPr>
            <a:r>
              <a:rPr lang="en-US" dirty="0"/>
              <a:t>For Trust factor-</a:t>
            </a:r>
          </a:p>
          <a:p>
            <a:pPr marL="742950" lvl="1" indent="-285750">
              <a:buFont typeface="Arial" panose="020B0604020202020204" pitchFamily="34" charset="0"/>
              <a:buChar char="•"/>
            </a:pPr>
            <a:r>
              <a:rPr lang="en-US" dirty="0"/>
              <a:t>Partial token set ratio</a:t>
            </a:r>
          </a:p>
        </p:txBody>
      </p:sp>
      <p:graphicFrame>
        <p:nvGraphicFramePr>
          <p:cNvPr id="8" name="Table 8">
            <a:extLst>
              <a:ext uri="{FF2B5EF4-FFF2-40B4-BE49-F238E27FC236}">
                <a16:creationId xmlns:a16="http://schemas.microsoft.com/office/drawing/2014/main" id="{DF464DFE-EE2B-47D5-BB0E-BA9F0D621BC4}"/>
              </a:ext>
            </a:extLst>
          </p:cNvPr>
          <p:cNvGraphicFramePr>
            <a:graphicFrameLocks noGrp="1"/>
          </p:cNvGraphicFramePr>
          <p:nvPr/>
        </p:nvGraphicFramePr>
        <p:xfrm>
          <a:off x="676275" y="4275178"/>
          <a:ext cx="10798753" cy="1651000"/>
        </p:xfrm>
        <a:graphic>
          <a:graphicData uri="http://schemas.openxmlformats.org/drawingml/2006/table">
            <a:tbl>
              <a:tblPr firstRow="1" firstCol="1" bandRow="1">
                <a:tableStyleId>{7DF18680-E054-41AD-8BC1-D1AEF772440D}</a:tableStyleId>
              </a:tblPr>
              <a:tblGrid>
                <a:gridCol w="1386658">
                  <a:extLst>
                    <a:ext uri="{9D8B030D-6E8A-4147-A177-3AD203B41FA5}">
                      <a16:colId xmlns:a16="http://schemas.microsoft.com/office/drawing/2014/main" val="515348064"/>
                    </a:ext>
                  </a:extLst>
                </a:gridCol>
                <a:gridCol w="8145083">
                  <a:extLst>
                    <a:ext uri="{9D8B030D-6E8A-4147-A177-3AD203B41FA5}">
                      <a16:colId xmlns:a16="http://schemas.microsoft.com/office/drawing/2014/main" val="2962953335"/>
                    </a:ext>
                  </a:extLst>
                </a:gridCol>
                <a:gridCol w="1267012">
                  <a:extLst>
                    <a:ext uri="{9D8B030D-6E8A-4147-A177-3AD203B41FA5}">
                      <a16:colId xmlns:a16="http://schemas.microsoft.com/office/drawing/2014/main" val="4091123897"/>
                    </a:ext>
                  </a:extLst>
                </a:gridCol>
              </a:tblGrid>
              <a:tr h="370840">
                <a:tc>
                  <a:txBody>
                    <a:bodyPr/>
                    <a:lstStyle/>
                    <a:p>
                      <a:pPr algn="ctr"/>
                      <a:r>
                        <a:rPr lang="en-US" dirty="0"/>
                        <a:t> Data</a:t>
                      </a:r>
                    </a:p>
                  </a:txBody>
                  <a:tcPr anchor="ctr"/>
                </a:tc>
                <a:tc>
                  <a:txBody>
                    <a:bodyPr/>
                    <a:lstStyle/>
                    <a:p>
                      <a:pPr algn="ctr"/>
                      <a:r>
                        <a:rPr lang="en-US" dirty="0"/>
                        <a:t>FEAT1</a:t>
                      </a:r>
                    </a:p>
                  </a:txBody>
                  <a:tcPr anchor="ctr"/>
                </a:tc>
                <a:tc>
                  <a:txBody>
                    <a:bodyPr/>
                    <a:lstStyle/>
                    <a:p>
                      <a:pPr algn="ctr"/>
                      <a:r>
                        <a:rPr lang="en-US" dirty="0"/>
                        <a:t>Ratio</a:t>
                      </a:r>
                    </a:p>
                  </a:txBody>
                  <a:tcPr anchor="ctr"/>
                </a:tc>
                <a:extLst>
                  <a:ext uri="{0D108BD9-81ED-4DB2-BD59-A6C34878D82A}">
                    <a16:rowId xmlns:a16="http://schemas.microsoft.com/office/drawing/2014/main" val="2993698222"/>
                  </a:ext>
                </a:extLst>
              </a:tr>
              <a:tr h="370840">
                <a:tc>
                  <a:txBody>
                    <a:bodyPr/>
                    <a:lstStyle/>
                    <a:p>
                      <a:pPr algn="ctr"/>
                      <a:r>
                        <a:rPr lang="en-US" dirty="0"/>
                        <a:t>Test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CUSTOMER ORDERED PROGRAM COP </a:t>
                      </a:r>
                      <a:r>
                        <a:rPr lang="en-US" dirty="0">
                          <a:highlight>
                            <a:srgbClr val="FFFF00"/>
                          </a:highlight>
                        </a:rPr>
                        <a:t>LEATHER LEAF </a:t>
                      </a:r>
                      <a:r>
                        <a:rPr lang="en-US" dirty="0"/>
                        <a:t>CUSTOMER ORDER PROGRAM FLORAL </a:t>
                      </a:r>
                      <a:r>
                        <a:rPr lang="en-US" dirty="0">
                          <a:highlight>
                            <a:srgbClr val="FFFF00"/>
                          </a:highlight>
                        </a:rPr>
                        <a:t>MISC FLORAL </a:t>
                      </a:r>
                      <a:r>
                        <a:rPr lang="en-US" dirty="0"/>
                        <a:t>CUSTOMER ORDER PROGRAM</a:t>
                      </a:r>
                    </a:p>
                  </a:txBody>
                  <a:tcPr anchor="ctr"/>
                </a:tc>
                <a:tc rowSpan="2">
                  <a:txBody>
                    <a:bodyPr/>
                    <a:lstStyle/>
                    <a:p>
                      <a:pPr algn="ctr"/>
                      <a:r>
                        <a:rPr lang="en-US" dirty="0"/>
                        <a:t>72</a:t>
                      </a:r>
                    </a:p>
                  </a:txBody>
                  <a:tcPr anchor="ctr"/>
                </a:tc>
                <a:extLst>
                  <a:ext uri="{0D108BD9-81ED-4DB2-BD59-A6C34878D82A}">
                    <a16:rowId xmlns:a16="http://schemas.microsoft.com/office/drawing/2014/main" val="1457775615"/>
                  </a:ext>
                </a:extLst>
              </a:tr>
              <a:tr h="370840">
                <a:tc>
                  <a:txBody>
                    <a:bodyPr/>
                    <a:lstStyle/>
                    <a:p>
                      <a:pPr algn="ctr"/>
                      <a:r>
                        <a:rPr lang="en-US" dirty="0"/>
                        <a:t>Train</a:t>
                      </a:r>
                    </a:p>
                  </a:txBody>
                  <a:tcPr anchor="ctr"/>
                </a:tc>
                <a:tc>
                  <a:txBody>
                    <a:bodyPr/>
                    <a:lstStyle/>
                    <a:p>
                      <a:pPr algn="ctr"/>
                      <a:r>
                        <a:rPr lang="en-US" dirty="0"/>
                        <a:t>CUSTOMER ORDERED PROGRAM COP </a:t>
                      </a:r>
                      <a:r>
                        <a:rPr lang="en-US" dirty="0">
                          <a:highlight>
                            <a:srgbClr val="FFFF00"/>
                          </a:highlight>
                        </a:rPr>
                        <a:t>HYDRG BLUE </a:t>
                      </a:r>
                      <a:r>
                        <a:rPr lang="en-US" dirty="0"/>
                        <a:t>CUSTOMER ORDER PROGRAM FLORAL CONSUMER </a:t>
                      </a:r>
                      <a:r>
                        <a:rPr lang="en-US" dirty="0">
                          <a:highlight>
                            <a:srgbClr val="FFFF00"/>
                          </a:highlight>
                        </a:rPr>
                        <a:t>BUNCH  SHOPPER BUNCH EVERYDAY </a:t>
                      </a:r>
                      <a:r>
                        <a:rPr lang="en-US" dirty="0"/>
                        <a:t>CUSTOMER ORDER</a:t>
                      </a:r>
                    </a:p>
                  </a:txBody>
                  <a:tcPr anchor="ctr"/>
                </a:tc>
                <a:tc vMerge="1">
                  <a:txBody>
                    <a:bodyPr/>
                    <a:lstStyle/>
                    <a:p>
                      <a:endParaRPr lang="en-US" dirty="0"/>
                    </a:p>
                  </a:txBody>
                  <a:tcPr/>
                </a:tc>
                <a:extLst>
                  <a:ext uri="{0D108BD9-81ED-4DB2-BD59-A6C34878D82A}">
                    <a16:rowId xmlns:a16="http://schemas.microsoft.com/office/drawing/2014/main" val="1846200809"/>
                  </a:ext>
                </a:extLst>
              </a:tr>
            </a:tbl>
          </a:graphicData>
        </a:graphic>
      </p:graphicFrame>
      <p:sp>
        <p:nvSpPr>
          <p:cNvPr id="11" name="TextBox 10">
            <a:extLst>
              <a:ext uri="{FF2B5EF4-FFF2-40B4-BE49-F238E27FC236}">
                <a16:creationId xmlns:a16="http://schemas.microsoft.com/office/drawing/2014/main" id="{8C0240E9-CBB7-4076-A5DB-6594704A5514}"/>
              </a:ext>
            </a:extLst>
          </p:cNvPr>
          <p:cNvSpPr txBox="1"/>
          <p:nvPr/>
        </p:nvSpPr>
        <p:spPr>
          <a:xfrm>
            <a:off x="676275" y="3877378"/>
            <a:ext cx="2638425" cy="369332"/>
          </a:xfrm>
          <a:prstGeom prst="rect">
            <a:avLst/>
          </a:prstGeom>
          <a:noFill/>
        </p:spPr>
        <p:txBody>
          <a:bodyPr wrap="square" rtlCol="0">
            <a:spAutoFit/>
          </a:bodyPr>
          <a:lstStyle/>
          <a:p>
            <a:r>
              <a:rPr lang="en-US" dirty="0"/>
              <a:t>Example :-</a:t>
            </a:r>
          </a:p>
        </p:txBody>
      </p:sp>
    </p:spTree>
    <p:extLst>
      <p:ext uri="{BB962C8B-B14F-4D97-AF65-F5344CB8AC3E}">
        <p14:creationId xmlns:p14="http://schemas.microsoft.com/office/powerpoint/2010/main" val="3184851207"/>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E7B63-E3A4-42C2-9211-3417244C95B8}"/>
              </a:ext>
            </a:extLst>
          </p:cNvPr>
          <p:cNvSpPr>
            <a:spLocks noGrp="1"/>
          </p:cNvSpPr>
          <p:nvPr>
            <p:ph type="title"/>
          </p:nvPr>
        </p:nvSpPr>
        <p:spPr>
          <a:xfrm>
            <a:off x="457199" y="342900"/>
            <a:ext cx="10515600" cy="581232"/>
          </a:xfrm>
        </p:spPr>
        <p:txBody>
          <a:bodyPr anchor="ctr">
            <a:normAutofit fontScale="90000"/>
          </a:bodyPr>
          <a:lstStyle/>
          <a:p>
            <a:r>
              <a:rPr lang="en-US" dirty="0"/>
              <a:t>Finalizing the optimizer for LR</a:t>
            </a:r>
          </a:p>
        </p:txBody>
      </p:sp>
      <p:graphicFrame>
        <p:nvGraphicFramePr>
          <p:cNvPr id="8" name="Table 7">
            <a:extLst>
              <a:ext uri="{FF2B5EF4-FFF2-40B4-BE49-F238E27FC236}">
                <a16:creationId xmlns:a16="http://schemas.microsoft.com/office/drawing/2014/main" id="{34FCEB39-3D35-4B46-8FEA-B6B8352E1AA7}"/>
              </a:ext>
            </a:extLst>
          </p:cNvPr>
          <p:cNvGraphicFramePr>
            <a:graphicFrameLocks noGrp="1"/>
          </p:cNvGraphicFramePr>
          <p:nvPr/>
        </p:nvGraphicFramePr>
        <p:xfrm>
          <a:off x="457201" y="1599883"/>
          <a:ext cx="11180618" cy="2535636"/>
        </p:xfrm>
        <a:graphic>
          <a:graphicData uri="http://schemas.openxmlformats.org/drawingml/2006/table">
            <a:tbl>
              <a:tblPr firstRow="1" bandRow="1">
                <a:tableStyleId>{5C22544A-7EE6-4342-B048-85BDC9FD1C3A}</a:tableStyleId>
              </a:tblPr>
              <a:tblGrid>
                <a:gridCol w="1296408">
                  <a:extLst>
                    <a:ext uri="{9D8B030D-6E8A-4147-A177-3AD203B41FA5}">
                      <a16:colId xmlns:a16="http://schemas.microsoft.com/office/drawing/2014/main" val="4109622592"/>
                    </a:ext>
                  </a:extLst>
                </a:gridCol>
                <a:gridCol w="1574509">
                  <a:extLst>
                    <a:ext uri="{9D8B030D-6E8A-4147-A177-3AD203B41FA5}">
                      <a16:colId xmlns:a16="http://schemas.microsoft.com/office/drawing/2014/main" val="3012188933"/>
                    </a:ext>
                  </a:extLst>
                </a:gridCol>
                <a:gridCol w="849371">
                  <a:extLst>
                    <a:ext uri="{9D8B030D-6E8A-4147-A177-3AD203B41FA5}">
                      <a16:colId xmlns:a16="http://schemas.microsoft.com/office/drawing/2014/main" val="2202877708"/>
                    </a:ext>
                  </a:extLst>
                </a:gridCol>
                <a:gridCol w="631050">
                  <a:extLst>
                    <a:ext uri="{9D8B030D-6E8A-4147-A177-3AD203B41FA5}">
                      <a16:colId xmlns:a16="http://schemas.microsoft.com/office/drawing/2014/main" val="1220529161"/>
                    </a:ext>
                  </a:extLst>
                </a:gridCol>
                <a:gridCol w="1065094">
                  <a:extLst>
                    <a:ext uri="{9D8B030D-6E8A-4147-A177-3AD203B41FA5}">
                      <a16:colId xmlns:a16="http://schemas.microsoft.com/office/drawing/2014/main" val="1109790834"/>
                    </a:ext>
                  </a:extLst>
                </a:gridCol>
                <a:gridCol w="927342">
                  <a:extLst>
                    <a:ext uri="{9D8B030D-6E8A-4147-A177-3AD203B41FA5}">
                      <a16:colId xmlns:a16="http://schemas.microsoft.com/office/drawing/2014/main" val="2968858806"/>
                    </a:ext>
                  </a:extLst>
                </a:gridCol>
                <a:gridCol w="981924">
                  <a:extLst>
                    <a:ext uri="{9D8B030D-6E8A-4147-A177-3AD203B41FA5}">
                      <a16:colId xmlns:a16="http://schemas.microsoft.com/office/drawing/2014/main" val="906497963"/>
                    </a:ext>
                  </a:extLst>
                </a:gridCol>
                <a:gridCol w="836377">
                  <a:extLst>
                    <a:ext uri="{9D8B030D-6E8A-4147-A177-3AD203B41FA5}">
                      <a16:colId xmlns:a16="http://schemas.microsoft.com/office/drawing/2014/main" val="89945823"/>
                    </a:ext>
                  </a:extLst>
                </a:gridCol>
                <a:gridCol w="761004">
                  <a:extLst>
                    <a:ext uri="{9D8B030D-6E8A-4147-A177-3AD203B41FA5}">
                      <a16:colId xmlns:a16="http://schemas.microsoft.com/office/drawing/2014/main" val="3224681592"/>
                    </a:ext>
                  </a:extLst>
                </a:gridCol>
                <a:gridCol w="1509530">
                  <a:extLst>
                    <a:ext uri="{9D8B030D-6E8A-4147-A177-3AD203B41FA5}">
                      <a16:colId xmlns:a16="http://schemas.microsoft.com/office/drawing/2014/main" val="2819833925"/>
                    </a:ext>
                  </a:extLst>
                </a:gridCol>
                <a:gridCol w="748009">
                  <a:extLst>
                    <a:ext uri="{9D8B030D-6E8A-4147-A177-3AD203B41FA5}">
                      <a16:colId xmlns:a16="http://schemas.microsoft.com/office/drawing/2014/main" val="1038606782"/>
                    </a:ext>
                  </a:extLst>
                </a:gridCol>
              </a:tblGrid>
              <a:tr h="633909">
                <a:tc>
                  <a:txBody>
                    <a:bodyPr/>
                    <a:lstStyle/>
                    <a:p>
                      <a:pPr algn="ctr" fontAlgn="b"/>
                      <a:r>
                        <a:rPr lang="en-US" sz="1700" u="none" strike="noStrike">
                          <a:effectLst/>
                        </a:rPr>
                        <a:t>Pre-processing</a:t>
                      </a:r>
                      <a:endParaRPr lang="en-US" sz="1700" b="0" i="0" u="none" strike="noStrike">
                        <a:solidFill>
                          <a:srgbClr val="000000"/>
                        </a:solidFill>
                        <a:effectLst/>
                        <a:latin typeface="Calibri" panose="020F0502020204030204" pitchFamily="34" charset="0"/>
                      </a:endParaRPr>
                    </a:p>
                  </a:txBody>
                  <a:tcPr marL="11733" marR="11733" marT="11733" marB="0" anchor="ctr"/>
                </a:tc>
                <a:tc>
                  <a:txBody>
                    <a:bodyPr/>
                    <a:lstStyle/>
                    <a:p>
                      <a:pPr algn="ctr" fontAlgn="b"/>
                      <a:r>
                        <a:rPr lang="en-US" sz="1700" u="none" strike="noStrike">
                          <a:effectLst/>
                        </a:rPr>
                        <a:t>Data augmentation</a:t>
                      </a:r>
                      <a:endParaRPr lang="en-US" sz="1700" b="0" i="0" u="none" strike="noStrike">
                        <a:solidFill>
                          <a:srgbClr val="000000"/>
                        </a:solidFill>
                        <a:effectLst/>
                        <a:latin typeface="Calibri" panose="020F0502020204030204" pitchFamily="34" charset="0"/>
                      </a:endParaRPr>
                    </a:p>
                  </a:txBody>
                  <a:tcPr marL="11733" marR="11733" marT="11733" marB="0" anchor="ctr"/>
                </a:tc>
                <a:tc>
                  <a:txBody>
                    <a:bodyPr/>
                    <a:lstStyle/>
                    <a:p>
                      <a:pPr algn="ctr" fontAlgn="b"/>
                      <a:r>
                        <a:rPr lang="en-US" sz="1700" u="none" strike="noStrike" dirty="0">
                          <a:effectLst/>
                        </a:rPr>
                        <a:t>Model</a:t>
                      </a:r>
                      <a:endParaRPr lang="en-US" sz="1700" b="0" i="0" u="none" strike="noStrike" dirty="0">
                        <a:solidFill>
                          <a:srgbClr val="000000"/>
                        </a:solidFill>
                        <a:effectLst/>
                        <a:latin typeface="Calibri" panose="020F0502020204030204" pitchFamily="34" charset="0"/>
                      </a:endParaRPr>
                    </a:p>
                  </a:txBody>
                  <a:tcPr marL="11733" marR="11733" marT="11733" marB="0" anchor="ctr"/>
                </a:tc>
                <a:tc>
                  <a:txBody>
                    <a:bodyPr/>
                    <a:lstStyle/>
                    <a:p>
                      <a:pPr algn="ctr" fontAlgn="b"/>
                      <a:r>
                        <a:rPr lang="en-US" sz="1700" u="none" strike="noStrike">
                          <a:effectLst/>
                        </a:rPr>
                        <a:t>max iter</a:t>
                      </a:r>
                      <a:endParaRPr lang="en-US" sz="1700" b="0" i="0" u="none" strike="noStrike">
                        <a:solidFill>
                          <a:srgbClr val="000000"/>
                        </a:solidFill>
                        <a:effectLst/>
                        <a:latin typeface="Calibri" panose="020F0502020204030204" pitchFamily="34" charset="0"/>
                      </a:endParaRPr>
                    </a:p>
                  </a:txBody>
                  <a:tcPr marL="11733" marR="11733" marT="11733" marB="0" anchor="ctr"/>
                </a:tc>
                <a:tc>
                  <a:txBody>
                    <a:bodyPr/>
                    <a:lstStyle/>
                    <a:p>
                      <a:pPr algn="ctr" fontAlgn="b"/>
                      <a:r>
                        <a:rPr lang="en-US" sz="1700" u="none" strike="noStrike">
                          <a:effectLst/>
                        </a:rPr>
                        <a:t>Random state</a:t>
                      </a:r>
                      <a:endParaRPr lang="en-US" sz="1700" b="0" i="0" u="none" strike="noStrike">
                        <a:solidFill>
                          <a:srgbClr val="000000"/>
                        </a:solidFill>
                        <a:effectLst/>
                        <a:latin typeface="Calibri" panose="020F0502020204030204" pitchFamily="34" charset="0"/>
                      </a:endParaRPr>
                    </a:p>
                  </a:txBody>
                  <a:tcPr marL="11733" marR="11733" marT="11733" marB="0" anchor="ctr"/>
                </a:tc>
                <a:tc>
                  <a:txBody>
                    <a:bodyPr/>
                    <a:lstStyle/>
                    <a:p>
                      <a:pPr algn="ctr" fontAlgn="b"/>
                      <a:r>
                        <a:rPr lang="en-US" sz="1700" u="none" strike="noStrike">
                          <a:effectLst/>
                        </a:rPr>
                        <a:t>penalty</a:t>
                      </a:r>
                      <a:endParaRPr lang="en-US" sz="1700" b="0" i="0" u="none" strike="noStrike">
                        <a:solidFill>
                          <a:srgbClr val="000000"/>
                        </a:solidFill>
                        <a:effectLst/>
                        <a:latin typeface="Calibri" panose="020F0502020204030204" pitchFamily="34" charset="0"/>
                      </a:endParaRPr>
                    </a:p>
                  </a:txBody>
                  <a:tcPr marL="11733" marR="11733" marT="11733" marB="0" anchor="ctr"/>
                </a:tc>
                <a:tc>
                  <a:txBody>
                    <a:bodyPr/>
                    <a:lstStyle/>
                    <a:p>
                      <a:pPr algn="ctr" fontAlgn="b"/>
                      <a:r>
                        <a:rPr lang="en-US" sz="1700" u="none" strike="noStrike">
                          <a:effectLst/>
                        </a:rPr>
                        <a:t>Solver</a:t>
                      </a:r>
                      <a:endParaRPr lang="en-US" sz="1700" b="0" i="0" u="none" strike="noStrike">
                        <a:solidFill>
                          <a:srgbClr val="000000"/>
                        </a:solidFill>
                        <a:effectLst/>
                        <a:latin typeface="Calibri" panose="020F0502020204030204" pitchFamily="34" charset="0"/>
                      </a:endParaRPr>
                    </a:p>
                  </a:txBody>
                  <a:tcPr marL="11733" marR="11733" marT="11733" marB="0" anchor="ctr"/>
                </a:tc>
                <a:tc>
                  <a:txBody>
                    <a:bodyPr/>
                    <a:lstStyle/>
                    <a:p>
                      <a:pPr algn="ctr" fontAlgn="b"/>
                      <a:r>
                        <a:rPr lang="en-US" sz="1700" u="none" strike="noStrike">
                          <a:effectLst/>
                        </a:rPr>
                        <a:t>TF cat</a:t>
                      </a:r>
                      <a:endParaRPr lang="en-US" sz="1700" b="0" i="0" u="none" strike="noStrike">
                        <a:solidFill>
                          <a:srgbClr val="000000"/>
                        </a:solidFill>
                        <a:effectLst/>
                        <a:latin typeface="Calibri" panose="020F0502020204030204" pitchFamily="34" charset="0"/>
                      </a:endParaRPr>
                    </a:p>
                  </a:txBody>
                  <a:tcPr marL="11733" marR="11733" marT="11733" marB="0" anchor="ctr"/>
                </a:tc>
                <a:tc>
                  <a:txBody>
                    <a:bodyPr/>
                    <a:lstStyle/>
                    <a:p>
                      <a:pPr algn="ctr" fontAlgn="b"/>
                      <a:r>
                        <a:rPr lang="en-US" sz="1700" u="none" strike="noStrike">
                          <a:effectLst/>
                        </a:rPr>
                        <a:t>TF var</a:t>
                      </a:r>
                      <a:endParaRPr lang="en-US" sz="1700" b="0" i="0" u="none" strike="noStrike">
                        <a:solidFill>
                          <a:srgbClr val="000000"/>
                        </a:solidFill>
                        <a:effectLst/>
                        <a:latin typeface="Calibri" panose="020F0502020204030204" pitchFamily="34" charset="0"/>
                      </a:endParaRPr>
                    </a:p>
                  </a:txBody>
                  <a:tcPr marL="11733" marR="11733" marT="11733" marB="0" anchor="ctr"/>
                </a:tc>
                <a:tc>
                  <a:txBody>
                    <a:bodyPr/>
                    <a:lstStyle/>
                    <a:p>
                      <a:pPr algn="ctr" fontAlgn="b"/>
                      <a:r>
                        <a:rPr lang="en-US" sz="1700" u="none" strike="noStrike">
                          <a:effectLst/>
                        </a:rPr>
                        <a:t>comment</a:t>
                      </a:r>
                      <a:endParaRPr lang="en-US" sz="1700" b="0" i="0" u="none" strike="noStrike">
                        <a:solidFill>
                          <a:srgbClr val="000000"/>
                        </a:solidFill>
                        <a:effectLst/>
                        <a:latin typeface="Calibri" panose="020F0502020204030204" pitchFamily="34" charset="0"/>
                      </a:endParaRPr>
                    </a:p>
                  </a:txBody>
                  <a:tcPr marL="11733" marR="11733" marT="11733" marB="0" anchor="ctr"/>
                </a:tc>
                <a:tc>
                  <a:txBody>
                    <a:bodyPr/>
                    <a:lstStyle/>
                    <a:p>
                      <a:pPr algn="ctr" fontAlgn="b"/>
                      <a:r>
                        <a:rPr lang="en-US" sz="1700" u="none" strike="noStrike">
                          <a:effectLst/>
                        </a:rPr>
                        <a:t>Time</a:t>
                      </a:r>
                      <a:endParaRPr lang="en-US" sz="1700" b="0" i="0" u="none" strike="noStrike">
                        <a:solidFill>
                          <a:srgbClr val="000000"/>
                        </a:solidFill>
                        <a:effectLst/>
                        <a:latin typeface="Calibri" panose="020F0502020204030204" pitchFamily="34" charset="0"/>
                      </a:endParaRPr>
                    </a:p>
                  </a:txBody>
                  <a:tcPr marL="11733" marR="11733" marT="11733" marB="0" anchor="ctr"/>
                </a:tc>
                <a:extLst>
                  <a:ext uri="{0D108BD9-81ED-4DB2-BD59-A6C34878D82A}">
                    <a16:rowId xmlns:a16="http://schemas.microsoft.com/office/drawing/2014/main" val="709665339"/>
                  </a:ext>
                </a:extLst>
              </a:tr>
              <a:tr h="633909">
                <a:tc>
                  <a:txBody>
                    <a:bodyPr/>
                    <a:lstStyle/>
                    <a:p>
                      <a:pPr algn="ctr" fontAlgn="b"/>
                      <a:r>
                        <a:rPr lang="en-US" sz="1700" u="none" strike="noStrike">
                          <a:effectLst/>
                        </a:rPr>
                        <a:t>Yes</a:t>
                      </a:r>
                      <a:endParaRPr lang="en-US" sz="1700" b="0" i="0" u="none" strike="noStrike">
                        <a:solidFill>
                          <a:srgbClr val="000000"/>
                        </a:solidFill>
                        <a:effectLst/>
                        <a:latin typeface="Calibri" panose="020F0502020204030204" pitchFamily="34" charset="0"/>
                      </a:endParaRPr>
                    </a:p>
                  </a:txBody>
                  <a:tcPr marL="11733" marR="11733" marT="11733" marB="0" anchor="ctr">
                    <a:lnB w="19050" cap="flat" cmpd="sng" algn="ctr">
                      <a:solidFill>
                        <a:schemeClr val="tx1"/>
                      </a:solidFill>
                      <a:prstDash val="solid"/>
                      <a:round/>
                      <a:headEnd type="none" w="med" len="med"/>
                      <a:tailEnd type="none" w="med" len="med"/>
                    </a:lnB>
                  </a:tcPr>
                </a:tc>
                <a:tc>
                  <a:txBody>
                    <a:bodyPr/>
                    <a:lstStyle/>
                    <a:p>
                      <a:pPr algn="ctr" fontAlgn="b"/>
                      <a:r>
                        <a:rPr lang="en-US" sz="1700" u="none" strike="noStrike" dirty="0">
                          <a:effectLst/>
                        </a:rPr>
                        <a:t>70098</a:t>
                      </a:r>
                      <a:endParaRPr lang="en-US" sz="1700" b="0" i="0" u="none" strike="noStrike" dirty="0">
                        <a:solidFill>
                          <a:srgbClr val="000000"/>
                        </a:solidFill>
                        <a:effectLst/>
                        <a:latin typeface="Calibri" panose="020F0502020204030204" pitchFamily="34" charset="0"/>
                      </a:endParaRPr>
                    </a:p>
                  </a:txBody>
                  <a:tcPr marL="11733" marR="11733" marT="11733" marB="0" anchor="ctr">
                    <a:lnB w="19050" cap="flat" cmpd="sng" algn="ctr">
                      <a:solidFill>
                        <a:schemeClr val="tx1"/>
                      </a:solidFill>
                      <a:prstDash val="solid"/>
                      <a:round/>
                      <a:headEnd type="none" w="med" len="med"/>
                      <a:tailEnd type="none" w="med" len="med"/>
                    </a:lnB>
                  </a:tcPr>
                </a:tc>
                <a:tc>
                  <a:txBody>
                    <a:bodyPr/>
                    <a:lstStyle/>
                    <a:p>
                      <a:pPr algn="ctr" fontAlgn="b"/>
                      <a:r>
                        <a:rPr lang="en-US" sz="1700" u="none" strike="noStrike">
                          <a:effectLst/>
                        </a:rPr>
                        <a:t>Voting hard</a:t>
                      </a:r>
                      <a:endParaRPr lang="en-US" sz="1700" b="0" i="0" u="none" strike="noStrike">
                        <a:solidFill>
                          <a:srgbClr val="000000"/>
                        </a:solidFill>
                        <a:effectLst/>
                        <a:latin typeface="Calibri" panose="020F0502020204030204" pitchFamily="34" charset="0"/>
                      </a:endParaRPr>
                    </a:p>
                  </a:txBody>
                  <a:tcPr marL="11733" marR="11733" marT="11733" marB="0" anchor="ctr">
                    <a:lnB w="19050" cap="flat" cmpd="sng" algn="ctr">
                      <a:solidFill>
                        <a:schemeClr val="tx1"/>
                      </a:solidFill>
                      <a:prstDash val="solid"/>
                      <a:round/>
                      <a:headEnd type="none" w="med" len="med"/>
                      <a:tailEnd type="none" w="med" len="med"/>
                    </a:lnB>
                  </a:tcPr>
                </a:tc>
                <a:tc>
                  <a:txBody>
                    <a:bodyPr/>
                    <a:lstStyle/>
                    <a:p>
                      <a:pPr algn="ctr" fontAlgn="b"/>
                      <a:r>
                        <a:rPr lang="en-US" sz="1700" u="none" strike="noStrike">
                          <a:effectLst/>
                        </a:rPr>
                        <a:t>100</a:t>
                      </a:r>
                      <a:endParaRPr lang="en-US" sz="1700" b="0" i="0" u="none" strike="noStrike">
                        <a:solidFill>
                          <a:srgbClr val="000000"/>
                        </a:solidFill>
                        <a:effectLst/>
                        <a:latin typeface="Calibri" panose="020F0502020204030204" pitchFamily="34" charset="0"/>
                      </a:endParaRPr>
                    </a:p>
                  </a:txBody>
                  <a:tcPr marL="11733" marR="11733" marT="11733" marB="0" anchor="ctr">
                    <a:lnB w="19050" cap="flat" cmpd="sng" algn="ctr">
                      <a:solidFill>
                        <a:schemeClr val="tx1"/>
                      </a:solidFill>
                      <a:prstDash val="solid"/>
                      <a:round/>
                      <a:headEnd type="none" w="med" len="med"/>
                      <a:tailEnd type="none" w="med" len="med"/>
                    </a:lnB>
                  </a:tcPr>
                </a:tc>
                <a:tc>
                  <a:txBody>
                    <a:bodyPr/>
                    <a:lstStyle/>
                    <a:p>
                      <a:pPr algn="ctr" fontAlgn="b"/>
                      <a:r>
                        <a:rPr lang="en-US" sz="1700" u="none" strike="noStrike">
                          <a:effectLst/>
                        </a:rPr>
                        <a:t>42</a:t>
                      </a:r>
                      <a:endParaRPr lang="en-US" sz="1700" b="0" i="0" u="none" strike="noStrike">
                        <a:solidFill>
                          <a:srgbClr val="000000"/>
                        </a:solidFill>
                        <a:effectLst/>
                        <a:latin typeface="Calibri" panose="020F0502020204030204" pitchFamily="34" charset="0"/>
                      </a:endParaRPr>
                    </a:p>
                  </a:txBody>
                  <a:tcPr marL="11733" marR="11733" marT="11733" marB="0" anchor="ctr">
                    <a:lnB w="19050" cap="flat" cmpd="sng" algn="ctr">
                      <a:solidFill>
                        <a:schemeClr val="tx1"/>
                      </a:solidFill>
                      <a:prstDash val="solid"/>
                      <a:round/>
                      <a:headEnd type="none" w="med" len="med"/>
                      <a:tailEnd type="none" w="med" len="med"/>
                    </a:lnB>
                  </a:tcPr>
                </a:tc>
                <a:tc>
                  <a:txBody>
                    <a:bodyPr/>
                    <a:lstStyle/>
                    <a:p>
                      <a:pPr algn="ctr" fontAlgn="b"/>
                      <a:r>
                        <a:rPr lang="en-US" sz="1700" u="none" strike="noStrike">
                          <a:effectLst/>
                        </a:rPr>
                        <a:t>l1</a:t>
                      </a:r>
                      <a:endParaRPr lang="en-US" sz="1700" b="0" i="0" u="none" strike="noStrike">
                        <a:solidFill>
                          <a:srgbClr val="000000"/>
                        </a:solidFill>
                        <a:effectLst/>
                        <a:latin typeface="Calibri" panose="020F0502020204030204" pitchFamily="34" charset="0"/>
                      </a:endParaRPr>
                    </a:p>
                  </a:txBody>
                  <a:tcPr marL="11733" marR="11733" marT="11733" marB="0" anchor="ctr">
                    <a:lnB w="19050" cap="flat" cmpd="sng" algn="ctr">
                      <a:solidFill>
                        <a:schemeClr val="tx1"/>
                      </a:solidFill>
                      <a:prstDash val="solid"/>
                      <a:round/>
                      <a:headEnd type="none" w="med" len="med"/>
                      <a:tailEnd type="none" w="med" len="med"/>
                    </a:lnB>
                  </a:tcPr>
                </a:tc>
                <a:tc>
                  <a:txBody>
                    <a:bodyPr/>
                    <a:lstStyle/>
                    <a:p>
                      <a:pPr algn="ctr" fontAlgn="b"/>
                      <a:r>
                        <a:rPr lang="en-US" sz="1700" u="none" strike="noStrike">
                          <a:effectLst/>
                        </a:rPr>
                        <a:t>saga</a:t>
                      </a:r>
                      <a:endParaRPr lang="en-US" sz="1700" b="0" i="0" u="none" strike="noStrike">
                        <a:solidFill>
                          <a:srgbClr val="000000"/>
                        </a:solidFill>
                        <a:effectLst/>
                        <a:latin typeface="Calibri" panose="020F0502020204030204" pitchFamily="34" charset="0"/>
                      </a:endParaRPr>
                    </a:p>
                  </a:txBody>
                  <a:tcPr marL="11733" marR="11733" marT="11733" marB="0" anchor="ctr">
                    <a:lnB w="19050" cap="flat" cmpd="sng" algn="ctr">
                      <a:solidFill>
                        <a:schemeClr val="tx1"/>
                      </a:solidFill>
                      <a:prstDash val="solid"/>
                      <a:round/>
                      <a:headEnd type="none" w="med" len="med"/>
                      <a:tailEnd type="none" w="med" len="med"/>
                    </a:lnB>
                  </a:tcPr>
                </a:tc>
                <a:tc>
                  <a:txBody>
                    <a:bodyPr/>
                    <a:lstStyle/>
                    <a:p>
                      <a:pPr algn="ctr" fontAlgn="b"/>
                      <a:r>
                        <a:rPr lang="en-US" sz="1700" u="none" strike="noStrike">
                          <a:effectLst/>
                        </a:rPr>
                        <a:t>73.32</a:t>
                      </a:r>
                      <a:endParaRPr lang="en-US" sz="1700" b="0" i="0" u="none" strike="noStrike">
                        <a:solidFill>
                          <a:srgbClr val="000000"/>
                        </a:solidFill>
                        <a:effectLst/>
                        <a:latin typeface="Calibri" panose="020F0502020204030204" pitchFamily="34" charset="0"/>
                      </a:endParaRPr>
                    </a:p>
                  </a:txBody>
                  <a:tcPr marL="11733" marR="11733" marT="11733" marB="0" anchor="ctr">
                    <a:lnB w="19050" cap="flat" cmpd="sng" algn="ctr">
                      <a:solidFill>
                        <a:schemeClr val="tx1"/>
                      </a:solidFill>
                      <a:prstDash val="solid"/>
                      <a:round/>
                      <a:headEnd type="none" w="med" len="med"/>
                      <a:tailEnd type="none" w="med" len="med"/>
                    </a:lnB>
                  </a:tcPr>
                </a:tc>
                <a:tc>
                  <a:txBody>
                    <a:bodyPr/>
                    <a:lstStyle/>
                    <a:p>
                      <a:pPr algn="ctr" fontAlgn="b"/>
                      <a:r>
                        <a:rPr lang="en-US" sz="1700" u="none" strike="noStrike">
                          <a:effectLst/>
                        </a:rPr>
                        <a:t>80.63</a:t>
                      </a:r>
                      <a:endParaRPr lang="en-US" sz="1700" b="0" i="0" u="none" strike="noStrike">
                        <a:solidFill>
                          <a:srgbClr val="000000"/>
                        </a:solidFill>
                        <a:effectLst/>
                        <a:latin typeface="Calibri" panose="020F0502020204030204" pitchFamily="34" charset="0"/>
                      </a:endParaRPr>
                    </a:p>
                  </a:txBody>
                  <a:tcPr marL="11733" marR="11733" marT="11733" marB="0" anchor="ctr">
                    <a:lnB w="19050" cap="flat" cmpd="sng" algn="ctr">
                      <a:solidFill>
                        <a:schemeClr val="tx1"/>
                      </a:solidFill>
                      <a:prstDash val="solid"/>
                      <a:round/>
                      <a:headEnd type="none" w="med" len="med"/>
                      <a:tailEnd type="none" w="med" len="med"/>
                    </a:lnB>
                  </a:tcPr>
                </a:tc>
                <a:tc>
                  <a:txBody>
                    <a:bodyPr/>
                    <a:lstStyle/>
                    <a:p>
                      <a:pPr algn="ctr" fontAlgn="b"/>
                      <a:r>
                        <a:rPr lang="en-US" sz="1700" u="none" strike="noStrike">
                          <a:effectLst/>
                        </a:rPr>
                        <a:t>convergence warning</a:t>
                      </a:r>
                      <a:endParaRPr lang="en-US" sz="1700" b="0" i="0" u="none" strike="noStrike">
                        <a:solidFill>
                          <a:srgbClr val="000000"/>
                        </a:solidFill>
                        <a:effectLst/>
                        <a:latin typeface="Calibri" panose="020F0502020204030204" pitchFamily="34" charset="0"/>
                      </a:endParaRPr>
                    </a:p>
                  </a:txBody>
                  <a:tcPr marL="11733" marR="11733" marT="11733" marB="0" anchor="ctr">
                    <a:lnB w="19050" cap="flat" cmpd="sng" algn="ctr">
                      <a:solidFill>
                        <a:schemeClr val="tx1"/>
                      </a:solidFill>
                      <a:prstDash val="solid"/>
                      <a:round/>
                      <a:headEnd type="none" w="med" len="med"/>
                      <a:tailEnd type="none" w="med" len="med"/>
                    </a:lnB>
                  </a:tcPr>
                </a:tc>
                <a:tc>
                  <a:txBody>
                    <a:bodyPr/>
                    <a:lstStyle/>
                    <a:p>
                      <a:pPr algn="ctr" fontAlgn="b"/>
                      <a:r>
                        <a:rPr lang="en-US" sz="1700" u="none" strike="noStrike">
                          <a:effectLst/>
                        </a:rPr>
                        <a:t>12 min</a:t>
                      </a:r>
                      <a:endParaRPr lang="en-US" sz="1700" b="0" i="0" u="none" strike="noStrike">
                        <a:solidFill>
                          <a:srgbClr val="000000"/>
                        </a:solidFill>
                        <a:effectLst/>
                        <a:latin typeface="Calibri" panose="020F0502020204030204" pitchFamily="34" charset="0"/>
                      </a:endParaRPr>
                    </a:p>
                  </a:txBody>
                  <a:tcPr marL="11733" marR="11733" marT="11733" marB="0" anchor="ctr">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0034098"/>
                  </a:ext>
                </a:extLst>
              </a:tr>
              <a:tr h="633909">
                <a:tc>
                  <a:txBody>
                    <a:bodyPr/>
                    <a:lstStyle/>
                    <a:p>
                      <a:pPr algn="ctr" fontAlgn="b"/>
                      <a:r>
                        <a:rPr lang="en-US" sz="1700" u="none" strike="noStrike" dirty="0">
                          <a:effectLst/>
                        </a:rPr>
                        <a:t>Yes</a:t>
                      </a:r>
                      <a:endParaRPr lang="en-US" sz="1700" b="0" i="0" u="none" strike="noStrike" dirty="0">
                        <a:solidFill>
                          <a:srgbClr val="000000"/>
                        </a:solidFill>
                        <a:effectLst/>
                        <a:latin typeface="Calibri" panose="020F0502020204030204" pitchFamily="34" charset="0"/>
                      </a:endParaRPr>
                    </a:p>
                  </a:txBody>
                  <a:tcPr marL="11733" marR="11733" marT="11733"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4"/>
                    </a:solidFill>
                  </a:tcPr>
                </a:tc>
                <a:tc>
                  <a:txBody>
                    <a:bodyPr/>
                    <a:lstStyle/>
                    <a:p>
                      <a:pPr algn="ctr" fontAlgn="b"/>
                      <a:r>
                        <a:rPr lang="en-US" sz="1700" u="none" strike="noStrike">
                          <a:effectLst/>
                        </a:rPr>
                        <a:t>70098</a:t>
                      </a:r>
                      <a:endParaRPr lang="en-US" sz="1700" b="0" i="0" u="none" strike="noStrike">
                        <a:solidFill>
                          <a:srgbClr val="000000"/>
                        </a:solidFill>
                        <a:effectLst/>
                        <a:latin typeface="Calibri" panose="020F0502020204030204" pitchFamily="34" charset="0"/>
                      </a:endParaRPr>
                    </a:p>
                  </a:txBody>
                  <a:tcPr marL="11733" marR="11733" marT="11733"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4"/>
                    </a:solidFill>
                  </a:tcPr>
                </a:tc>
                <a:tc>
                  <a:txBody>
                    <a:bodyPr/>
                    <a:lstStyle/>
                    <a:p>
                      <a:pPr algn="ctr" fontAlgn="b"/>
                      <a:r>
                        <a:rPr lang="en-US" sz="1700" u="none" strike="noStrike" dirty="0">
                          <a:effectLst/>
                        </a:rPr>
                        <a:t>Voting hard</a:t>
                      </a:r>
                      <a:endParaRPr lang="en-US" sz="1700" b="0" i="0" u="none" strike="noStrike" dirty="0">
                        <a:solidFill>
                          <a:srgbClr val="000000"/>
                        </a:solidFill>
                        <a:effectLst/>
                        <a:latin typeface="Calibri" panose="020F0502020204030204" pitchFamily="34" charset="0"/>
                      </a:endParaRPr>
                    </a:p>
                  </a:txBody>
                  <a:tcPr marL="11733" marR="11733" marT="11733"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4"/>
                    </a:solidFill>
                  </a:tcPr>
                </a:tc>
                <a:tc>
                  <a:txBody>
                    <a:bodyPr/>
                    <a:lstStyle/>
                    <a:p>
                      <a:pPr algn="ctr" fontAlgn="b"/>
                      <a:r>
                        <a:rPr lang="en-US" sz="1700" u="none" strike="noStrike" dirty="0">
                          <a:effectLst/>
                        </a:rPr>
                        <a:t>100</a:t>
                      </a:r>
                      <a:endParaRPr lang="en-US" sz="1700" b="0" i="0" u="none" strike="noStrike" dirty="0">
                        <a:solidFill>
                          <a:srgbClr val="000000"/>
                        </a:solidFill>
                        <a:effectLst/>
                        <a:latin typeface="Calibri" panose="020F0502020204030204" pitchFamily="34" charset="0"/>
                      </a:endParaRPr>
                    </a:p>
                  </a:txBody>
                  <a:tcPr marL="11733" marR="11733" marT="11733"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4"/>
                    </a:solidFill>
                  </a:tcPr>
                </a:tc>
                <a:tc>
                  <a:txBody>
                    <a:bodyPr/>
                    <a:lstStyle/>
                    <a:p>
                      <a:pPr algn="ctr" fontAlgn="b"/>
                      <a:r>
                        <a:rPr lang="en-US" sz="1700" u="none" strike="noStrike" dirty="0">
                          <a:effectLst/>
                        </a:rPr>
                        <a:t>42</a:t>
                      </a:r>
                      <a:endParaRPr lang="en-US" sz="1700" b="0" i="0" u="none" strike="noStrike" dirty="0">
                        <a:solidFill>
                          <a:srgbClr val="000000"/>
                        </a:solidFill>
                        <a:effectLst/>
                        <a:latin typeface="Calibri" panose="020F0502020204030204" pitchFamily="34" charset="0"/>
                      </a:endParaRPr>
                    </a:p>
                  </a:txBody>
                  <a:tcPr marL="11733" marR="11733" marT="11733"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4"/>
                    </a:solidFill>
                  </a:tcPr>
                </a:tc>
                <a:tc>
                  <a:txBody>
                    <a:bodyPr/>
                    <a:lstStyle/>
                    <a:p>
                      <a:pPr algn="ctr" fontAlgn="b"/>
                      <a:r>
                        <a:rPr lang="en-US" sz="1700" u="none" strike="noStrike" dirty="0">
                          <a:effectLst/>
                        </a:rPr>
                        <a:t>l2</a:t>
                      </a:r>
                      <a:endParaRPr lang="en-US" sz="1700" b="0" i="0" u="none" strike="noStrike" dirty="0">
                        <a:solidFill>
                          <a:srgbClr val="000000"/>
                        </a:solidFill>
                        <a:effectLst/>
                        <a:latin typeface="Calibri" panose="020F0502020204030204" pitchFamily="34" charset="0"/>
                      </a:endParaRPr>
                    </a:p>
                  </a:txBody>
                  <a:tcPr marL="11733" marR="11733" marT="11733"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4"/>
                    </a:solidFill>
                  </a:tcPr>
                </a:tc>
                <a:tc>
                  <a:txBody>
                    <a:bodyPr/>
                    <a:lstStyle/>
                    <a:p>
                      <a:pPr algn="ctr" fontAlgn="b"/>
                      <a:r>
                        <a:rPr lang="en-US" sz="1700" u="none" strike="noStrike" dirty="0" err="1">
                          <a:effectLst/>
                        </a:rPr>
                        <a:t>lbfgs</a:t>
                      </a:r>
                      <a:endParaRPr lang="en-US" sz="1700" b="0" i="0" u="none" strike="noStrike" dirty="0">
                        <a:solidFill>
                          <a:srgbClr val="000000"/>
                        </a:solidFill>
                        <a:effectLst/>
                        <a:latin typeface="Calibri" panose="020F0502020204030204" pitchFamily="34" charset="0"/>
                      </a:endParaRPr>
                    </a:p>
                  </a:txBody>
                  <a:tcPr marL="11733" marR="11733" marT="11733"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4"/>
                    </a:solidFill>
                  </a:tcPr>
                </a:tc>
                <a:tc>
                  <a:txBody>
                    <a:bodyPr/>
                    <a:lstStyle/>
                    <a:p>
                      <a:pPr algn="ctr" fontAlgn="b"/>
                      <a:r>
                        <a:rPr lang="en-US" sz="1700" u="none" strike="noStrike" dirty="0">
                          <a:effectLst/>
                        </a:rPr>
                        <a:t>70.03</a:t>
                      </a:r>
                      <a:endParaRPr lang="en-US" sz="1700" b="0" i="0" u="none" strike="noStrike" dirty="0">
                        <a:solidFill>
                          <a:srgbClr val="000000"/>
                        </a:solidFill>
                        <a:effectLst/>
                        <a:latin typeface="Calibri" panose="020F0502020204030204" pitchFamily="34" charset="0"/>
                      </a:endParaRPr>
                    </a:p>
                  </a:txBody>
                  <a:tcPr marL="11733" marR="11733" marT="11733"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4"/>
                    </a:solidFill>
                  </a:tcPr>
                </a:tc>
                <a:tc>
                  <a:txBody>
                    <a:bodyPr/>
                    <a:lstStyle/>
                    <a:p>
                      <a:pPr algn="ctr" fontAlgn="b"/>
                      <a:r>
                        <a:rPr lang="en-US" sz="1700" u="none" strike="noStrike" dirty="0">
                          <a:effectLst/>
                        </a:rPr>
                        <a:t>81.08</a:t>
                      </a:r>
                      <a:endParaRPr lang="en-US" sz="1700" b="0" i="0" u="none" strike="noStrike" dirty="0">
                        <a:solidFill>
                          <a:srgbClr val="000000"/>
                        </a:solidFill>
                        <a:effectLst/>
                        <a:latin typeface="Calibri" panose="020F0502020204030204" pitchFamily="34" charset="0"/>
                      </a:endParaRPr>
                    </a:p>
                  </a:txBody>
                  <a:tcPr marL="11733" marR="11733" marT="11733"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4"/>
                    </a:solidFill>
                  </a:tcPr>
                </a:tc>
                <a:tc>
                  <a:txBody>
                    <a:bodyPr/>
                    <a:lstStyle/>
                    <a:p>
                      <a:pPr algn="ctr" fontAlgn="b"/>
                      <a:r>
                        <a:rPr lang="en-US" sz="1700" u="none" strike="noStrike" dirty="0">
                          <a:effectLst/>
                        </a:rPr>
                        <a:t>convergence warning</a:t>
                      </a:r>
                      <a:endParaRPr lang="en-US" sz="1700" b="0" i="0" u="none" strike="noStrike" dirty="0">
                        <a:solidFill>
                          <a:srgbClr val="000000"/>
                        </a:solidFill>
                        <a:effectLst/>
                        <a:latin typeface="Calibri" panose="020F0502020204030204" pitchFamily="34" charset="0"/>
                      </a:endParaRPr>
                    </a:p>
                  </a:txBody>
                  <a:tcPr marL="11733" marR="11733" marT="11733"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4"/>
                    </a:solidFill>
                  </a:tcPr>
                </a:tc>
                <a:tc>
                  <a:txBody>
                    <a:bodyPr/>
                    <a:lstStyle/>
                    <a:p>
                      <a:pPr algn="ctr" fontAlgn="b"/>
                      <a:r>
                        <a:rPr lang="en-US" sz="1700" u="none" strike="noStrike" dirty="0">
                          <a:effectLst/>
                        </a:rPr>
                        <a:t>7 min</a:t>
                      </a:r>
                      <a:endParaRPr lang="en-US" sz="1700" b="0" i="0" u="none" strike="noStrike" dirty="0">
                        <a:solidFill>
                          <a:srgbClr val="000000"/>
                        </a:solidFill>
                        <a:effectLst/>
                        <a:latin typeface="Calibri" panose="020F0502020204030204" pitchFamily="34" charset="0"/>
                      </a:endParaRPr>
                    </a:p>
                  </a:txBody>
                  <a:tcPr marL="11733" marR="11733" marT="11733"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4"/>
                    </a:solidFill>
                  </a:tcPr>
                </a:tc>
                <a:extLst>
                  <a:ext uri="{0D108BD9-81ED-4DB2-BD59-A6C34878D82A}">
                    <a16:rowId xmlns:a16="http://schemas.microsoft.com/office/drawing/2014/main" val="3963219703"/>
                  </a:ext>
                </a:extLst>
              </a:tr>
              <a:tr h="633909">
                <a:tc>
                  <a:txBody>
                    <a:bodyPr/>
                    <a:lstStyle/>
                    <a:p>
                      <a:pPr algn="ctr" fontAlgn="b"/>
                      <a:r>
                        <a:rPr lang="en-US" sz="1700" u="none" strike="noStrike">
                          <a:effectLst/>
                        </a:rPr>
                        <a:t>Yes</a:t>
                      </a:r>
                      <a:endParaRPr lang="en-US" sz="1700" b="0" i="0" u="none" strike="noStrike">
                        <a:solidFill>
                          <a:srgbClr val="000000"/>
                        </a:solidFill>
                        <a:effectLst/>
                        <a:latin typeface="Calibri" panose="020F0502020204030204" pitchFamily="34" charset="0"/>
                      </a:endParaRPr>
                    </a:p>
                  </a:txBody>
                  <a:tcPr marL="11733" marR="11733" marT="11733" marB="0" anchor="ctr">
                    <a:lnT w="19050" cap="flat" cmpd="sng" algn="ctr">
                      <a:solidFill>
                        <a:schemeClr val="tx1"/>
                      </a:solidFill>
                      <a:prstDash val="solid"/>
                      <a:round/>
                      <a:headEnd type="none" w="med" len="med"/>
                      <a:tailEnd type="none" w="med" len="med"/>
                    </a:lnT>
                  </a:tcPr>
                </a:tc>
                <a:tc>
                  <a:txBody>
                    <a:bodyPr/>
                    <a:lstStyle/>
                    <a:p>
                      <a:pPr algn="ctr" fontAlgn="b"/>
                      <a:r>
                        <a:rPr lang="en-US" sz="1700" u="none" strike="noStrike">
                          <a:effectLst/>
                        </a:rPr>
                        <a:t>70098</a:t>
                      </a:r>
                      <a:endParaRPr lang="en-US" sz="1700" b="0" i="0" u="none" strike="noStrike">
                        <a:solidFill>
                          <a:srgbClr val="000000"/>
                        </a:solidFill>
                        <a:effectLst/>
                        <a:latin typeface="Calibri" panose="020F0502020204030204" pitchFamily="34" charset="0"/>
                      </a:endParaRPr>
                    </a:p>
                  </a:txBody>
                  <a:tcPr marL="11733" marR="11733" marT="11733" marB="0" anchor="ctr">
                    <a:lnT w="19050" cap="flat" cmpd="sng" algn="ctr">
                      <a:solidFill>
                        <a:schemeClr val="tx1"/>
                      </a:solidFill>
                      <a:prstDash val="solid"/>
                      <a:round/>
                      <a:headEnd type="none" w="med" len="med"/>
                      <a:tailEnd type="none" w="med" len="med"/>
                    </a:lnT>
                  </a:tcPr>
                </a:tc>
                <a:tc>
                  <a:txBody>
                    <a:bodyPr/>
                    <a:lstStyle/>
                    <a:p>
                      <a:pPr algn="ctr" fontAlgn="b"/>
                      <a:r>
                        <a:rPr lang="en-US" sz="1700" u="none" strike="noStrike" dirty="0">
                          <a:effectLst/>
                        </a:rPr>
                        <a:t>Voting hard</a:t>
                      </a:r>
                      <a:endParaRPr lang="en-US" sz="1700" b="0" i="0" u="none" strike="noStrike" dirty="0">
                        <a:solidFill>
                          <a:srgbClr val="000000"/>
                        </a:solidFill>
                        <a:effectLst/>
                        <a:latin typeface="Calibri" panose="020F0502020204030204" pitchFamily="34" charset="0"/>
                      </a:endParaRPr>
                    </a:p>
                  </a:txBody>
                  <a:tcPr marL="11733" marR="11733" marT="11733" marB="0" anchor="ctr">
                    <a:lnT w="19050" cap="flat" cmpd="sng" algn="ctr">
                      <a:solidFill>
                        <a:schemeClr val="tx1"/>
                      </a:solidFill>
                      <a:prstDash val="solid"/>
                      <a:round/>
                      <a:headEnd type="none" w="med" len="med"/>
                      <a:tailEnd type="none" w="med" len="med"/>
                    </a:lnT>
                  </a:tcPr>
                </a:tc>
                <a:tc>
                  <a:txBody>
                    <a:bodyPr/>
                    <a:lstStyle/>
                    <a:p>
                      <a:pPr algn="ctr" fontAlgn="b"/>
                      <a:r>
                        <a:rPr lang="en-US" sz="1700" u="none" strike="noStrike">
                          <a:effectLst/>
                        </a:rPr>
                        <a:t>100</a:t>
                      </a:r>
                      <a:endParaRPr lang="en-US" sz="1700" b="0" i="0" u="none" strike="noStrike">
                        <a:solidFill>
                          <a:srgbClr val="000000"/>
                        </a:solidFill>
                        <a:effectLst/>
                        <a:latin typeface="Calibri" panose="020F0502020204030204" pitchFamily="34" charset="0"/>
                      </a:endParaRPr>
                    </a:p>
                  </a:txBody>
                  <a:tcPr marL="11733" marR="11733" marT="11733" marB="0" anchor="ctr">
                    <a:lnT w="19050" cap="flat" cmpd="sng" algn="ctr">
                      <a:solidFill>
                        <a:schemeClr val="tx1"/>
                      </a:solidFill>
                      <a:prstDash val="solid"/>
                      <a:round/>
                      <a:headEnd type="none" w="med" len="med"/>
                      <a:tailEnd type="none" w="med" len="med"/>
                    </a:lnT>
                  </a:tcPr>
                </a:tc>
                <a:tc>
                  <a:txBody>
                    <a:bodyPr/>
                    <a:lstStyle/>
                    <a:p>
                      <a:pPr algn="ctr" fontAlgn="b"/>
                      <a:r>
                        <a:rPr lang="en-US" sz="1700" u="none" strike="noStrike">
                          <a:effectLst/>
                        </a:rPr>
                        <a:t>42</a:t>
                      </a:r>
                      <a:endParaRPr lang="en-US" sz="1700" b="0" i="0" u="none" strike="noStrike">
                        <a:solidFill>
                          <a:srgbClr val="000000"/>
                        </a:solidFill>
                        <a:effectLst/>
                        <a:latin typeface="Calibri" panose="020F0502020204030204" pitchFamily="34" charset="0"/>
                      </a:endParaRPr>
                    </a:p>
                  </a:txBody>
                  <a:tcPr marL="11733" marR="11733" marT="11733" marB="0" anchor="ctr">
                    <a:lnT w="19050" cap="flat" cmpd="sng" algn="ctr">
                      <a:solidFill>
                        <a:schemeClr val="tx1"/>
                      </a:solidFill>
                      <a:prstDash val="solid"/>
                      <a:round/>
                      <a:headEnd type="none" w="med" len="med"/>
                      <a:tailEnd type="none" w="med" len="med"/>
                    </a:lnT>
                  </a:tcPr>
                </a:tc>
                <a:tc>
                  <a:txBody>
                    <a:bodyPr/>
                    <a:lstStyle/>
                    <a:p>
                      <a:pPr algn="ctr" fontAlgn="b"/>
                      <a:r>
                        <a:rPr lang="en-US" sz="1700" u="none" strike="noStrike">
                          <a:effectLst/>
                        </a:rPr>
                        <a:t>l2</a:t>
                      </a:r>
                      <a:endParaRPr lang="en-US" sz="1700" b="0" i="0" u="none" strike="noStrike">
                        <a:solidFill>
                          <a:srgbClr val="000000"/>
                        </a:solidFill>
                        <a:effectLst/>
                        <a:latin typeface="Calibri" panose="020F0502020204030204" pitchFamily="34" charset="0"/>
                      </a:endParaRPr>
                    </a:p>
                  </a:txBody>
                  <a:tcPr marL="11733" marR="11733" marT="11733" marB="0" anchor="ctr">
                    <a:lnT w="19050" cap="flat" cmpd="sng" algn="ctr">
                      <a:solidFill>
                        <a:schemeClr val="tx1"/>
                      </a:solidFill>
                      <a:prstDash val="solid"/>
                      <a:round/>
                      <a:headEnd type="none" w="med" len="med"/>
                      <a:tailEnd type="none" w="med" len="med"/>
                    </a:lnT>
                  </a:tcPr>
                </a:tc>
                <a:tc>
                  <a:txBody>
                    <a:bodyPr/>
                    <a:lstStyle/>
                    <a:p>
                      <a:pPr algn="ctr" fontAlgn="b"/>
                      <a:r>
                        <a:rPr lang="en-US" sz="1700" u="none" strike="noStrike">
                          <a:effectLst/>
                        </a:rPr>
                        <a:t>liblinear</a:t>
                      </a:r>
                      <a:endParaRPr lang="en-US" sz="1700" b="0" i="0" u="none" strike="noStrike">
                        <a:solidFill>
                          <a:srgbClr val="000000"/>
                        </a:solidFill>
                        <a:effectLst/>
                        <a:latin typeface="Calibri" panose="020F0502020204030204" pitchFamily="34" charset="0"/>
                      </a:endParaRPr>
                    </a:p>
                  </a:txBody>
                  <a:tcPr marL="11733" marR="11733" marT="11733" marB="0" anchor="ctr">
                    <a:lnT w="19050" cap="flat" cmpd="sng" algn="ctr">
                      <a:solidFill>
                        <a:schemeClr val="tx1"/>
                      </a:solidFill>
                      <a:prstDash val="solid"/>
                      <a:round/>
                      <a:headEnd type="none" w="med" len="med"/>
                      <a:tailEnd type="none" w="med" len="med"/>
                    </a:lnT>
                  </a:tcPr>
                </a:tc>
                <a:tc>
                  <a:txBody>
                    <a:bodyPr/>
                    <a:lstStyle/>
                    <a:p>
                      <a:pPr algn="ctr" fontAlgn="b"/>
                      <a:r>
                        <a:rPr lang="en-US" sz="1700" u="none" strike="noStrike">
                          <a:effectLst/>
                        </a:rPr>
                        <a:t>66.8</a:t>
                      </a:r>
                      <a:endParaRPr lang="en-US" sz="1700" b="0" i="0" u="none" strike="noStrike">
                        <a:solidFill>
                          <a:srgbClr val="000000"/>
                        </a:solidFill>
                        <a:effectLst/>
                        <a:latin typeface="Calibri" panose="020F0502020204030204" pitchFamily="34" charset="0"/>
                      </a:endParaRPr>
                    </a:p>
                  </a:txBody>
                  <a:tcPr marL="11733" marR="11733" marT="11733" marB="0" anchor="ctr">
                    <a:lnT w="19050" cap="flat" cmpd="sng" algn="ctr">
                      <a:solidFill>
                        <a:schemeClr val="tx1"/>
                      </a:solidFill>
                      <a:prstDash val="solid"/>
                      <a:round/>
                      <a:headEnd type="none" w="med" len="med"/>
                      <a:tailEnd type="none" w="med" len="med"/>
                    </a:lnT>
                  </a:tcPr>
                </a:tc>
                <a:tc>
                  <a:txBody>
                    <a:bodyPr/>
                    <a:lstStyle/>
                    <a:p>
                      <a:pPr algn="ctr" fontAlgn="b"/>
                      <a:r>
                        <a:rPr lang="en-US" sz="1700" u="none" strike="noStrike">
                          <a:effectLst/>
                        </a:rPr>
                        <a:t>80.02</a:t>
                      </a:r>
                      <a:endParaRPr lang="en-US" sz="1700" b="0" i="0" u="none" strike="noStrike">
                        <a:solidFill>
                          <a:srgbClr val="000000"/>
                        </a:solidFill>
                        <a:effectLst/>
                        <a:latin typeface="Calibri" panose="020F0502020204030204" pitchFamily="34" charset="0"/>
                      </a:endParaRPr>
                    </a:p>
                  </a:txBody>
                  <a:tcPr marL="11733" marR="11733" marT="11733" marB="0" anchor="ctr">
                    <a:lnT w="19050" cap="flat" cmpd="sng" algn="ctr">
                      <a:solidFill>
                        <a:schemeClr val="tx1"/>
                      </a:solidFill>
                      <a:prstDash val="solid"/>
                      <a:round/>
                      <a:headEnd type="none" w="med" len="med"/>
                      <a:tailEnd type="none" w="med" len="med"/>
                    </a:lnT>
                  </a:tcPr>
                </a:tc>
                <a:tc>
                  <a:txBody>
                    <a:bodyPr/>
                    <a:lstStyle/>
                    <a:p>
                      <a:pPr algn="ctr" fontAlgn="b"/>
                      <a:r>
                        <a:rPr lang="en-US" sz="1700" u="none" strike="noStrike">
                          <a:effectLst/>
                        </a:rPr>
                        <a:t>Converged!</a:t>
                      </a:r>
                      <a:endParaRPr lang="en-US" sz="1700" b="0" i="0" u="none" strike="noStrike">
                        <a:solidFill>
                          <a:srgbClr val="000000"/>
                        </a:solidFill>
                        <a:effectLst/>
                        <a:latin typeface="Calibri" panose="020F0502020204030204" pitchFamily="34" charset="0"/>
                      </a:endParaRPr>
                    </a:p>
                  </a:txBody>
                  <a:tcPr marL="11733" marR="11733" marT="11733" marB="0" anchor="ctr">
                    <a:lnT w="19050" cap="flat" cmpd="sng" algn="ctr">
                      <a:solidFill>
                        <a:schemeClr val="tx1"/>
                      </a:solidFill>
                      <a:prstDash val="solid"/>
                      <a:round/>
                      <a:headEnd type="none" w="med" len="med"/>
                      <a:tailEnd type="none" w="med" len="med"/>
                    </a:lnT>
                  </a:tcPr>
                </a:tc>
                <a:tc>
                  <a:txBody>
                    <a:bodyPr/>
                    <a:lstStyle/>
                    <a:p>
                      <a:pPr algn="ctr" fontAlgn="b"/>
                      <a:r>
                        <a:rPr lang="en-US" sz="1700" u="none" strike="noStrike" dirty="0">
                          <a:effectLst/>
                        </a:rPr>
                        <a:t>3 min</a:t>
                      </a:r>
                      <a:endParaRPr lang="en-US" sz="1700" b="0" i="0" u="none" strike="noStrike" dirty="0">
                        <a:solidFill>
                          <a:srgbClr val="000000"/>
                        </a:solidFill>
                        <a:effectLst/>
                        <a:latin typeface="Calibri" panose="020F0502020204030204" pitchFamily="34" charset="0"/>
                      </a:endParaRPr>
                    </a:p>
                  </a:txBody>
                  <a:tcPr marL="11733" marR="11733" marT="11733" marB="0" anchor="ctr">
                    <a:lnT w="1905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69563014"/>
                  </a:ext>
                </a:extLst>
              </a:tr>
            </a:tbl>
          </a:graphicData>
        </a:graphic>
      </p:graphicFrame>
      <p:sp>
        <p:nvSpPr>
          <p:cNvPr id="10" name="Content Placeholder 2">
            <a:extLst>
              <a:ext uri="{FF2B5EF4-FFF2-40B4-BE49-F238E27FC236}">
                <a16:creationId xmlns:a16="http://schemas.microsoft.com/office/drawing/2014/main" id="{D38648F7-5CAD-4290-AA8C-ED542A3DCBEF}"/>
              </a:ext>
            </a:extLst>
          </p:cNvPr>
          <p:cNvSpPr>
            <a:spLocks noGrp="1"/>
          </p:cNvSpPr>
          <p:nvPr>
            <p:ph idx="1"/>
          </p:nvPr>
        </p:nvSpPr>
        <p:spPr>
          <a:xfrm>
            <a:off x="457199" y="4988296"/>
            <a:ext cx="11180617" cy="945572"/>
          </a:xfrm>
        </p:spPr>
        <p:style>
          <a:lnRef idx="2">
            <a:schemeClr val="accent1"/>
          </a:lnRef>
          <a:fillRef idx="1">
            <a:schemeClr val="lt1"/>
          </a:fillRef>
          <a:effectRef idx="0">
            <a:schemeClr val="accent1"/>
          </a:effectRef>
          <a:fontRef idx="minor">
            <a:schemeClr val="dk1"/>
          </a:fontRef>
        </p:style>
        <p:txBody>
          <a:bodyPr>
            <a:normAutofit/>
          </a:bodyPr>
          <a:lstStyle/>
          <a:p>
            <a:r>
              <a:rPr lang="en-US" b="0" dirty="0">
                <a:solidFill>
                  <a:srgbClr val="FF0000"/>
                </a:solidFill>
              </a:rPr>
              <a:t>Conclusion</a:t>
            </a:r>
            <a:r>
              <a:rPr lang="en-US" b="0" dirty="0"/>
              <a:t>: Use </a:t>
            </a:r>
            <a:r>
              <a:rPr lang="en-US" b="0" dirty="0" err="1"/>
              <a:t>lbfgs</a:t>
            </a:r>
            <a:r>
              <a:rPr lang="en-US" b="0" dirty="0"/>
              <a:t> as the optimization algorithm to minimize the loss function.</a:t>
            </a:r>
          </a:p>
        </p:txBody>
      </p:sp>
    </p:spTree>
    <p:extLst>
      <p:ext uri="{BB962C8B-B14F-4D97-AF65-F5344CB8AC3E}">
        <p14:creationId xmlns:p14="http://schemas.microsoft.com/office/powerpoint/2010/main" val="3741921624"/>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82FB6-B303-4584-A6BC-2B584BAA914F}"/>
              </a:ext>
            </a:extLst>
          </p:cNvPr>
          <p:cNvSpPr>
            <a:spLocks noGrp="1"/>
          </p:cNvSpPr>
          <p:nvPr>
            <p:ph type="title"/>
          </p:nvPr>
        </p:nvSpPr>
        <p:spPr>
          <a:xfrm>
            <a:off x="457200" y="354707"/>
            <a:ext cx="10515600" cy="499403"/>
          </a:xfrm>
        </p:spPr>
        <p:txBody>
          <a:bodyPr>
            <a:normAutofit fontScale="90000"/>
          </a:bodyPr>
          <a:lstStyle/>
          <a:p>
            <a:r>
              <a:rPr lang="en-US" dirty="0"/>
              <a:t>Voting Hard Classifier: RF+LR</a:t>
            </a:r>
          </a:p>
        </p:txBody>
      </p:sp>
      <p:graphicFrame>
        <p:nvGraphicFramePr>
          <p:cNvPr id="4" name="Content Placeholder 3">
            <a:extLst>
              <a:ext uri="{FF2B5EF4-FFF2-40B4-BE49-F238E27FC236}">
                <a16:creationId xmlns:a16="http://schemas.microsoft.com/office/drawing/2014/main" id="{69D79EBC-8CB0-4FF5-9FE5-45E33780CFEF}"/>
              </a:ext>
            </a:extLst>
          </p:cNvPr>
          <p:cNvGraphicFramePr>
            <a:graphicFrameLocks noGrp="1"/>
          </p:cNvGraphicFramePr>
          <p:nvPr>
            <p:ph idx="1"/>
          </p:nvPr>
        </p:nvGraphicFramePr>
        <p:xfrm>
          <a:off x="457199" y="1544272"/>
          <a:ext cx="11068259"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02603971"/>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2D2E7-BEAA-4EA4-941F-0E2014F952A0}"/>
              </a:ext>
            </a:extLst>
          </p:cNvPr>
          <p:cNvSpPr>
            <a:spLocks noGrp="1"/>
          </p:cNvSpPr>
          <p:nvPr>
            <p:ph type="title"/>
          </p:nvPr>
        </p:nvSpPr>
        <p:spPr>
          <a:xfrm>
            <a:off x="457200" y="274320"/>
            <a:ext cx="10515600" cy="599887"/>
          </a:xfrm>
        </p:spPr>
        <p:txBody>
          <a:bodyPr>
            <a:normAutofit fontScale="90000"/>
          </a:bodyPr>
          <a:lstStyle/>
          <a:p>
            <a:r>
              <a:rPr lang="en-US" dirty="0"/>
              <a:t>Results for FastText</a:t>
            </a:r>
          </a:p>
        </p:txBody>
      </p:sp>
      <p:graphicFrame>
        <p:nvGraphicFramePr>
          <p:cNvPr id="5" name="Table 5">
            <a:extLst>
              <a:ext uri="{FF2B5EF4-FFF2-40B4-BE49-F238E27FC236}">
                <a16:creationId xmlns:a16="http://schemas.microsoft.com/office/drawing/2014/main" id="{53390BB8-04E9-4F97-BADC-DCE17C1E091B}"/>
              </a:ext>
            </a:extLst>
          </p:cNvPr>
          <p:cNvGraphicFramePr>
            <a:graphicFrameLocks noGrp="1"/>
          </p:cNvGraphicFramePr>
          <p:nvPr>
            <p:ph idx="1"/>
          </p:nvPr>
        </p:nvGraphicFramePr>
        <p:xfrm>
          <a:off x="538656" y="1426232"/>
          <a:ext cx="11114688" cy="1097280"/>
        </p:xfrm>
        <a:graphic>
          <a:graphicData uri="http://schemas.openxmlformats.org/drawingml/2006/table">
            <a:tbl>
              <a:tblPr firstRow="1" bandRow="1">
                <a:tableStyleId>{5C22544A-7EE6-4342-B048-85BDC9FD1C3A}</a:tableStyleId>
              </a:tblPr>
              <a:tblGrid>
                <a:gridCol w="3704896">
                  <a:extLst>
                    <a:ext uri="{9D8B030D-6E8A-4147-A177-3AD203B41FA5}">
                      <a16:colId xmlns:a16="http://schemas.microsoft.com/office/drawing/2014/main" val="1719442785"/>
                    </a:ext>
                  </a:extLst>
                </a:gridCol>
                <a:gridCol w="3704896">
                  <a:extLst>
                    <a:ext uri="{9D8B030D-6E8A-4147-A177-3AD203B41FA5}">
                      <a16:colId xmlns:a16="http://schemas.microsoft.com/office/drawing/2014/main" val="3028470554"/>
                    </a:ext>
                  </a:extLst>
                </a:gridCol>
                <a:gridCol w="3704896">
                  <a:extLst>
                    <a:ext uri="{9D8B030D-6E8A-4147-A177-3AD203B41FA5}">
                      <a16:colId xmlns:a16="http://schemas.microsoft.com/office/drawing/2014/main" val="1231077953"/>
                    </a:ext>
                  </a:extLst>
                </a:gridCol>
              </a:tblGrid>
              <a:tr h="365417">
                <a:tc>
                  <a:txBody>
                    <a:bodyPr/>
                    <a:lstStyle/>
                    <a:p>
                      <a:pPr algn="ctr"/>
                      <a:r>
                        <a:rPr lang="en-US" dirty="0"/>
                        <a:t>Attempt</a:t>
                      </a:r>
                    </a:p>
                  </a:txBody>
                  <a:tcPr/>
                </a:tc>
                <a:tc>
                  <a:txBody>
                    <a:bodyPr/>
                    <a:lstStyle/>
                    <a:p>
                      <a:pPr algn="ctr"/>
                      <a:r>
                        <a:rPr lang="en-US" dirty="0"/>
                        <a:t>TF category</a:t>
                      </a:r>
                    </a:p>
                  </a:txBody>
                  <a:tcPr/>
                </a:tc>
                <a:tc>
                  <a:txBody>
                    <a:bodyPr/>
                    <a:lstStyle/>
                    <a:p>
                      <a:pPr algn="ctr"/>
                      <a:r>
                        <a:rPr lang="en-US" dirty="0"/>
                        <a:t>TF variety</a:t>
                      </a:r>
                    </a:p>
                  </a:txBody>
                  <a:tcPr/>
                </a:tc>
                <a:extLst>
                  <a:ext uri="{0D108BD9-81ED-4DB2-BD59-A6C34878D82A}">
                    <a16:rowId xmlns:a16="http://schemas.microsoft.com/office/drawing/2014/main" val="2364153381"/>
                  </a:ext>
                </a:extLst>
              </a:tr>
              <a:tr h="365417">
                <a:tc>
                  <a:txBody>
                    <a:bodyPr/>
                    <a:lstStyle/>
                    <a:p>
                      <a:pPr algn="ctr"/>
                      <a:r>
                        <a:rPr lang="en-US" dirty="0"/>
                        <a:t>1</a:t>
                      </a:r>
                    </a:p>
                  </a:txBody>
                  <a:tcPr/>
                </a:tc>
                <a:tc>
                  <a:txBody>
                    <a:bodyPr/>
                    <a:lstStyle/>
                    <a:p>
                      <a:pPr algn="ctr"/>
                      <a:r>
                        <a:rPr lang="en-US" dirty="0"/>
                        <a:t>63.77</a:t>
                      </a:r>
                    </a:p>
                  </a:txBody>
                  <a:tcPr/>
                </a:tc>
                <a:tc>
                  <a:txBody>
                    <a:bodyPr/>
                    <a:lstStyle/>
                    <a:p>
                      <a:pPr algn="ctr"/>
                      <a:r>
                        <a:rPr lang="en-US" dirty="0"/>
                        <a:t>69.44</a:t>
                      </a:r>
                    </a:p>
                  </a:txBody>
                  <a:tcPr/>
                </a:tc>
                <a:extLst>
                  <a:ext uri="{0D108BD9-81ED-4DB2-BD59-A6C34878D82A}">
                    <a16:rowId xmlns:a16="http://schemas.microsoft.com/office/drawing/2014/main" val="3994930267"/>
                  </a:ext>
                </a:extLst>
              </a:tr>
              <a:tr h="365417">
                <a:tc>
                  <a:txBody>
                    <a:bodyPr/>
                    <a:lstStyle/>
                    <a:p>
                      <a:pPr algn="ctr"/>
                      <a:r>
                        <a:rPr lang="en-US" dirty="0"/>
                        <a:t>2</a:t>
                      </a:r>
                    </a:p>
                  </a:txBody>
                  <a:tcPr/>
                </a:tc>
                <a:tc>
                  <a:txBody>
                    <a:bodyPr/>
                    <a:lstStyle/>
                    <a:p>
                      <a:pPr algn="ctr"/>
                      <a:r>
                        <a:rPr lang="en-US" dirty="0"/>
                        <a:t>64.95</a:t>
                      </a:r>
                    </a:p>
                  </a:txBody>
                  <a:tcPr/>
                </a:tc>
                <a:tc>
                  <a:txBody>
                    <a:bodyPr/>
                    <a:lstStyle/>
                    <a:p>
                      <a:pPr algn="ctr"/>
                      <a:r>
                        <a:rPr lang="en-US" dirty="0"/>
                        <a:t>70.97</a:t>
                      </a:r>
                    </a:p>
                  </a:txBody>
                  <a:tcPr/>
                </a:tc>
                <a:extLst>
                  <a:ext uri="{0D108BD9-81ED-4DB2-BD59-A6C34878D82A}">
                    <a16:rowId xmlns:a16="http://schemas.microsoft.com/office/drawing/2014/main" val="1844762364"/>
                  </a:ext>
                </a:extLst>
              </a:tr>
            </a:tbl>
          </a:graphicData>
        </a:graphic>
      </p:graphicFrame>
      <p:graphicFrame>
        <p:nvGraphicFramePr>
          <p:cNvPr id="6" name="Table 6">
            <a:extLst>
              <a:ext uri="{FF2B5EF4-FFF2-40B4-BE49-F238E27FC236}">
                <a16:creationId xmlns:a16="http://schemas.microsoft.com/office/drawing/2014/main" id="{84875683-730A-474F-9732-A17CE7979CB1}"/>
              </a:ext>
            </a:extLst>
          </p:cNvPr>
          <p:cNvGraphicFramePr>
            <a:graphicFrameLocks noGrp="1"/>
          </p:cNvGraphicFramePr>
          <p:nvPr/>
        </p:nvGraphicFramePr>
        <p:xfrm>
          <a:off x="2032000" y="3151561"/>
          <a:ext cx="8128000" cy="1366752"/>
        </p:xfrm>
        <a:graphic>
          <a:graphicData uri="http://schemas.openxmlformats.org/drawingml/2006/table">
            <a:tbl>
              <a:tblPr firstCol="1" bandRow="1">
                <a:tableStyleId>{5C22544A-7EE6-4342-B048-85BDC9FD1C3A}</a:tableStyleId>
              </a:tblPr>
              <a:tblGrid>
                <a:gridCol w="5143936">
                  <a:extLst>
                    <a:ext uri="{9D8B030D-6E8A-4147-A177-3AD203B41FA5}">
                      <a16:colId xmlns:a16="http://schemas.microsoft.com/office/drawing/2014/main" val="2269611716"/>
                    </a:ext>
                  </a:extLst>
                </a:gridCol>
                <a:gridCol w="2984064">
                  <a:extLst>
                    <a:ext uri="{9D8B030D-6E8A-4147-A177-3AD203B41FA5}">
                      <a16:colId xmlns:a16="http://schemas.microsoft.com/office/drawing/2014/main" val="1001735868"/>
                    </a:ext>
                  </a:extLst>
                </a:gridCol>
              </a:tblGrid>
              <a:tr h="455584">
                <a:tc>
                  <a:txBody>
                    <a:bodyPr/>
                    <a:lstStyle/>
                    <a:p>
                      <a:r>
                        <a:rPr lang="en-US" dirty="0"/>
                        <a:t>No. of observations with different predicted target</a:t>
                      </a:r>
                    </a:p>
                  </a:txBody>
                  <a:tcPr/>
                </a:tc>
                <a:tc>
                  <a:txBody>
                    <a:bodyPr/>
                    <a:lstStyle/>
                    <a:p>
                      <a:r>
                        <a:rPr lang="en-US" dirty="0"/>
                        <a:t>73597 (~30% of the test data)</a:t>
                      </a:r>
                    </a:p>
                  </a:txBody>
                  <a:tcPr/>
                </a:tc>
                <a:extLst>
                  <a:ext uri="{0D108BD9-81ED-4DB2-BD59-A6C34878D82A}">
                    <a16:rowId xmlns:a16="http://schemas.microsoft.com/office/drawing/2014/main" val="2894721166"/>
                  </a:ext>
                </a:extLst>
              </a:tr>
              <a:tr h="455584">
                <a:tc>
                  <a:txBody>
                    <a:bodyPr/>
                    <a:lstStyle/>
                    <a:p>
                      <a:r>
                        <a:rPr lang="en-US" dirty="0"/>
                        <a:t>No. of observations with different </a:t>
                      </a:r>
                      <a:r>
                        <a:rPr lang="en-US" dirty="0" err="1"/>
                        <a:t>predicte</a:t>
                      </a:r>
                      <a:r>
                        <a:rPr lang="en-US" dirty="0"/>
                        <a:t> category</a:t>
                      </a:r>
                    </a:p>
                  </a:txBody>
                  <a:tcPr/>
                </a:tc>
                <a:tc>
                  <a:txBody>
                    <a:bodyPr/>
                    <a:lstStyle/>
                    <a:p>
                      <a:r>
                        <a:rPr lang="en-US" dirty="0"/>
                        <a:t>58737 (~24% of the test data)</a:t>
                      </a:r>
                    </a:p>
                  </a:txBody>
                  <a:tcPr/>
                </a:tc>
                <a:extLst>
                  <a:ext uri="{0D108BD9-81ED-4DB2-BD59-A6C34878D82A}">
                    <a16:rowId xmlns:a16="http://schemas.microsoft.com/office/drawing/2014/main" val="411145432"/>
                  </a:ext>
                </a:extLst>
              </a:tr>
              <a:tr h="455584">
                <a:tc>
                  <a:txBody>
                    <a:bodyPr/>
                    <a:lstStyle/>
                    <a:p>
                      <a:r>
                        <a:rPr lang="en-US" dirty="0"/>
                        <a:t>No. of observations with different predicted variety</a:t>
                      </a:r>
                    </a:p>
                  </a:txBody>
                  <a:tcPr/>
                </a:tc>
                <a:tc>
                  <a:txBody>
                    <a:bodyPr/>
                    <a:lstStyle/>
                    <a:p>
                      <a:r>
                        <a:rPr lang="en-US" dirty="0"/>
                        <a:t>73291 (~30% of the test data)</a:t>
                      </a:r>
                    </a:p>
                  </a:txBody>
                  <a:tcPr/>
                </a:tc>
                <a:extLst>
                  <a:ext uri="{0D108BD9-81ED-4DB2-BD59-A6C34878D82A}">
                    <a16:rowId xmlns:a16="http://schemas.microsoft.com/office/drawing/2014/main" val="484116054"/>
                  </a:ext>
                </a:extLst>
              </a:tr>
            </a:tbl>
          </a:graphicData>
        </a:graphic>
      </p:graphicFrame>
    </p:spTree>
    <p:extLst>
      <p:ext uri="{BB962C8B-B14F-4D97-AF65-F5344CB8AC3E}">
        <p14:creationId xmlns:p14="http://schemas.microsoft.com/office/powerpoint/2010/main" val="1443026281"/>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58F08-BB07-4145-B3AD-DF4DB120B034}"/>
              </a:ext>
            </a:extLst>
          </p:cNvPr>
          <p:cNvSpPr>
            <a:spLocks noGrp="1"/>
          </p:cNvSpPr>
          <p:nvPr>
            <p:ph type="title"/>
          </p:nvPr>
        </p:nvSpPr>
        <p:spPr/>
        <p:txBody>
          <a:bodyPr/>
          <a:lstStyle/>
          <a:p>
            <a:r>
              <a:rPr lang="en-US" dirty="0"/>
              <a:t>Way ahead</a:t>
            </a:r>
          </a:p>
        </p:txBody>
      </p:sp>
      <p:sp>
        <p:nvSpPr>
          <p:cNvPr id="3" name="Content Placeholder 2">
            <a:extLst>
              <a:ext uri="{FF2B5EF4-FFF2-40B4-BE49-F238E27FC236}">
                <a16:creationId xmlns:a16="http://schemas.microsoft.com/office/drawing/2014/main" id="{66595294-FE7F-4795-A57C-FF7DC640249D}"/>
              </a:ext>
            </a:extLst>
          </p:cNvPr>
          <p:cNvSpPr>
            <a:spLocks noGrp="1"/>
          </p:cNvSpPr>
          <p:nvPr>
            <p:ph idx="1"/>
          </p:nvPr>
        </p:nvSpPr>
        <p:spPr/>
        <p:txBody>
          <a:bodyPr/>
          <a:lstStyle/>
          <a:p>
            <a:r>
              <a:rPr lang="en-US" dirty="0"/>
              <a:t>Prepare for final presentation.</a:t>
            </a:r>
          </a:p>
        </p:txBody>
      </p:sp>
    </p:spTree>
    <p:extLst>
      <p:ext uri="{BB962C8B-B14F-4D97-AF65-F5344CB8AC3E}">
        <p14:creationId xmlns:p14="http://schemas.microsoft.com/office/powerpoint/2010/main" val="3961796317"/>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C1164D6-40F2-455A-8550-3D0FB9E821F1}"/>
              </a:ext>
            </a:extLst>
          </p:cNvPr>
          <p:cNvSpPr>
            <a:spLocks noGrp="1"/>
          </p:cNvSpPr>
          <p:nvPr>
            <p:ph type="ctrTitle"/>
          </p:nvPr>
        </p:nvSpPr>
        <p:spPr>
          <a:xfrm>
            <a:off x="1187669" y="1734206"/>
            <a:ext cx="9144000" cy="1828308"/>
          </a:xfrm>
        </p:spPr>
        <p:txBody>
          <a:bodyPr anchor="b">
            <a:normAutofit/>
            <a:scene3d>
              <a:camera prst="orthographicFront"/>
              <a:lightRig rig="threePt" dir="t"/>
            </a:scene3d>
            <a:sp3d extrusionH="57150">
              <a:bevelT w="38100" h="38100"/>
            </a:sp3d>
          </a:bodyPr>
          <a:lstStyle/>
          <a:p>
            <a:r>
              <a:rPr lang="en-US"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THANK YOU!!</a:t>
            </a:r>
          </a:p>
        </p:txBody>
      </p:sp>
      <p:sp>
        <p:nvSpPr>
          <p:cNvPr id="6" name="Smiley Face 5">
            <a:extLst>
              <a:ext uri="{FF2B5EF4-FFF2-40B4-BE49-F238E27FC236}">
                <a16:creationId xmlns:a16="http://schemas.microsoft.com/office/drawing/2014/main" id="{894CD6D7-1743-477C-8AD3-1DDFC3655A69}"/>
              </a:ext>
            </a:extLst>
          </p:cNvPr>
          <p:cNvSpPr/>
          <p:nvPr/>
        </p:nvSpPr>
        <p:spPr>
          <a:xfrm>
            <a:off x="8996854" y="2483069"/>
            <a:ext cx="830318" cy="945931"/>
          </a:xfrm>
          <a:prstGeom prst="smileyFace">
            <a:avLst/>
          </a:prstGeom>
          <a:ln>
            <a:solidFill>
              <a:schemeClr val="tx1"/>
            </a:solidFill>
          </a:ln>
          <a:effectLst>
            <a:glow rad="63500">
              <a:schemeClr val="accent4">
                <a:satMod val="175000"/>
                <a:alpha val="40000"/>
              </a:schemeClr>
            </a:glow>
          </a:effectLst>
          <a:scene3d>
            <a:camera prst="orthographicFront"/>
            <a:lightRig rig="threePt" dir="t"/>
          </a:scene3d>
          <a:sp3d>
            <a:bevelT prst="relaxedInset"/>
          </a:sp3d>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53289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anim calcmode="lin" valueType="num">
                                      <p:cBhvr>
                                        <p:cTn id="8" dur="2000" fill="hold"/>
                                        <p:tgtEl>
                                          <p:spTgt spid="4"/>
                                        </p:tgtEl>
                                        <p:attrNameLst>
                                          <p:attrName>ppt_w</p:attrName>
                                        </p:attrNameLst>
                                      </p:cBhvr>
                                      <p:tavLst>
                                        <p:tav tm="0" fmla="#ppt_w*sin(2.5*pi*$)">
                                          <p:val>
                                            <p:fltVal val="0"/>
                                          </p:val>
                                        </p:tav>
                                        <p:tav tm="100000">
                                          <p:val>
                                            <p:fltVal val="1"/>
                                          </p:val>
                                        </p:tav>
                                      </p:tavLst>
                                    </p:anim>
                                    <p:anim calcmode="lin" valueType="num">
                                      <p:cBhvr>
                                        <p:cTn id="9" dur="2000" fill="hold"/>
                                        <p:tgtEl>
                                          <p:spTgt spid="4"/>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26"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down)">
                                      <p:cBhvr>
                                        <p:cTn id="14" dur="580">
                                          <p:stCondLst>
                                            <p:cond delay="0"/>
                                          </p:stCondLst>
                                        </p:cTn>
                                        <p:tgtEl>
                                          <p:spTgt spid="6"/>
                                        </p:tgtEl>
                                      </p:cBhvr>
                                    </p:animEffect>
                                    <p:anim calcmode="lin" valueType="num">
                                      <p:cBhvr>
                                        <p:cTn id="15"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16"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7"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18"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19"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20" dur="26">
                                          <p:stCondLst>
                                            <p:cond delay="650"/>
                                          </p:stCondLst>
                                        </p:cTn>
                                        <p:tgtEl>
                                          <p:spTgt spid="6"/>
                                        </p:tgtEl>
                                      </p:cBhvr>
                                      <p:to x="100000" y="60000"/>
                                    </p:animScale>
                                    <p:animScale>
                                      <p:cBhvr>
                                        <p:cTn id="21" dur="166" decel="50000">
                                          <p:stCondLst>
                                            <p:cond delay="676"/>
                                          </p:stCondLst>
                                        </p:cTn>
                                        <p:tgtEl>
                                          <p:spTgt spid="6"/>
                                        </p:tgtEl>
                                      </p:cBhvr>
                                      <p:to x="100000" y="100000"/>
                                    </p:animScale>
                                    <p:animScale>
                                      <p:cBhvr>
                                        <p:cTn id="22" dur="26">
                                          <p:stCondLst>
                                            <p:cond delay="1312"/>
                                          </p:stCondLst>
                                        </p:cTn>
                                        <p:tgtEl>
                                          <p:spTgt spid="6"/>
                                        </p:tgtEl>
                                      </p:cBhvr>
                                      <p:to x="100000" y="80000"/>
                                    </p:animScale>
                                    <p:animScale>
                                      <p:cBhvr>
                                        <p:cTn id="23" dur="166" decel="50000">
                                          <p:stCondLst>
                                            <p:cond delay="1338"/>
                                          </p:stCondLst>
                                        </p:cTn>
                                        <p:tgtEl>
                                          <p:spTgt spid="6"/>
                                        </p:tgtEl>
                                      </p:cBhvr>
                                      <p:to x="100000" y="100000"/>
                                    </p:animScale>
                                    <p:animScale>
                                      <p:cBhvr>
                                        <p:cTn id="24" dur="26">
                                          <p:stCondLst>
                                            <p:cond delay="1642"/>
                                          </p:stCondLst>
                                        </p:cTn>
                                        <p:tgtEl>
                                          <p:spTgt spid="6"/>
                                        </p:tgtEl>
                                      </p:cBhvr>
                                      <p:to x="100000" y="90000"/>
                                    </p:animScale>
                                    <p:animScale>
                                      <p:cBhvr>
                                        <p:cTn id="25" dur="166" decel="50000">
                                          <p:stCondLst>
                                            <p:cond delay="1668"/>
                                          </p:stCondLst>
                                        </p:cTn>
                                        <p:tgtEl>
                                          <p:spTgt spid="6"/>
                                        </p:tgtEl>
                                      </p:cBhvr>
                                      <p:to x="100000" y="100000"/>
                                    </p:animScale>
                                    <p:animScale>
                                      <p:cBhvr>
                                        <p:cTn id="26" dur="26">
                                          <p:stCondLst>
                                            <p:cond delay="1808"/>
                                          </p:stCondLst>
                                        </p:cTn>
                                        <p:tgtEl>
                                          <p:spTgt spid="6"/>
                                        </p:tgtEl>
                                      </p:cBhvr>
                                      <p:to x="100000" y="95000"/>
                                    </p:animScale>
                                    <p:animScale>
                                      <p:cBhvr>
                                        <p:cTn id="27" dur="166" decel="50000">
                                          <p:stCondLst>
                                            <p:cond delay="1834"/>
                                          </p:stCondLst>
                                        </p:cTn>
                                        <p:tgtEl>
                                          <p:spTgt spid="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animBg="1"/>
    </p:bld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3A6ED-9FD6-4592-AC67-04ED73F7D3A1}"/>
              </a:ext>
            </a:extLst>
          </p:cNvPr>
          <p:cNvSpPr>
            <a:spLocks noGrp="1"/>
          </p:cNvSpPr>
          <p:nvPr>
            <p:ph type="title"/>
          </p:nvPr>
        </p:nvSpPr>
        <p:spPr/>
        <p:txBody>
          <a:bodyPr/>
          <a:lstStyle/>
          <a:p>
            <a:r>
              <a:rPr lang="en-US" dirty="0"/>
              <a:t>Grouping by FEAT1, </a:t>
            </a:r>
            <a:r>
              <a:rPr lang="en-US" dirty="0" err="1"/>
              <a:t>nunique</a:t>
            </a:r>
            <a:r>
              <a:rPr lang="en-US" dirty="0"/>
              <a:t> of Target</a:t>
            </a:r>
          </a:p>
        </p:txBody>
      </p:sp>
      <p:sp>
        <p:nvSpPr>
          <p:cNvPr id="3" name="Content Placeholder 2">
            <a:extLst>
              <a:ext uri="{FF2B5EF4-FFF2-40B4-BE49-F238E27FC236}">
                <a16:creationId xmlns:a16="http://schemas.microsoft.com/office/drawing/2014/main" id="{B41C096C-00B7-470F-BBAA-28AD92CD180C}"/>
              </a:ext>
            </a:extLst>
          </p:cNvPr>
          <p:cNvSpPr>
            <a:spLocks noGrp="1"/>
          </p:cNvSpPr>
          <p:nvPr>
            <p:ph idx="1"/>
          </p:nvPr>
        </p:nvSpPr>
        <p:spPr/>
        <p:txBody>
          <a:bodyPr>
            <a:normAutofit fontScale="92500" lnSpcReduction="10000"/>
          </a:bodyPr>
          <a:lstStyle/>
          <a:p>
            <a:r>
              <a:rPr lang="en-US" dirty="0"/>
              <a:t>4LB BAG BARTLETT PEAR </a:t>
            </a:r>
            <a:r>
              <a:rPr lang="en-US" dirty="0" err="1"/>
              <a:t>PEAR</a:t>
            </a:r>
            <a:r>
              <a:rPr lang="en-US" dirty="0"/>
              <a:t> BART 4 4 PEAR </a:t>
            </a:r>
            <a:r>
              <a:rPr lang="en-US" dirty="0" err="1"/>
              <a:t>PEAR</a:t>
            </a:r>
            <a:r>
              <a:rPr lang="en-US" dirty="0"/>
              <a:t> </a:t>
            </a:r>
            <a:r>
              <a:rPr lang="en-US" dirty="0" err="1"/>
              <a:t>PEAR</a:t>
            </a:r>
            <a:r>
              <a:rPr lang="en-US" dirty="0"/>
              <a:t> BULK PEAR TAYLORGOLD BULK</a:t>
            </a:r>
          </a:p>
          <a:p>
            <a:r>
              <a:rPr lang="en-US" dirty="0"/>
              <a:t>Revised category: Pears</a:t>
            </a:r>
          </a:p>
          <a:p>
            <a:r>
              <a:rPr lang="en-US" dirty="0"/>
              <a:t>Revised variety: PEAR TAYLOR GOLD</a:t>
            </a:r>
          </a:p>
          <a:p>
            <a:r>
              <a:rPr lang="en-US" dirty="0"/>
              <a:t>4LB BAG BARTLETT PEAR </a:t>
            </a:r>
            <a:r>
              <a:rPr lang="en-US" dirty="0" err="1"/>
              <a:t>PEAR</a:t>
            </a:r>
            <a:r>
              <a:rPr lang="en-US" dirty="0"/>
              <a:t> BART 4 CA 4 PEAR </a:t>
            </a:r>
            <a:r>
              <a:rPr lang="en-US" dirty="0" err="1"/>
              <a:t>PEAR</a:t>
            </a:r>
            <a:r>
              <a:rPr lang="en-US" dirty="0"/>
              <a:t> </a:t>
            </a:r>
            <a:r>
              <a:rPr lang="en-US" dirty="0" err="1"/>
              <a:t>PEAR</a:t>
            </a:r>
            <a:r>
              <a:rPr lang="en-US" dirty="0"/>
              <a:t> BULK PEAR TAYLORGOLD BULK</a:t>
            </a:r>
          </a:p>
          <a:p>
            <a:r>
              <a:rPr lang="en-US" dirty="0"/>
              <a:t>Revised category: PEARS</a:t>
            </a:r>
          </a:p>
          <a:p>
            <a:r>
              <a:rPr lang="en-US" dirty="0"/>
              <a:t>Revised variety: PEAR BARTLETT</a:t>
            </a:r>
          </a:p>
          <a:p>
            <a:endParaRPr lang="en-US" dirty="0"/>
          </a:p>
          <a:p>
            <a:r>
              <a:rPr lang="en-US" dirty="0"/>
              <a:t>There are 31 such observations where same FEAT1 is having 2 TARGETs</a:t>
            </a:r>
          </a:p>
          <a:p>
            <a:endParaRPr lang="en-US" dirty="0"/>
          </a:p>
          <a:p>
            <a:endParaRPr lang="en-US" dirty="0"/>
          </a:p>
        </p:txBody>
      </p:sp>
    </p:spTree>
    <p:extLst>
      <p:ext uri="{BB962C8B-B14F-4D97-AF65-F5344CB8AC3E}">
        <p14:creationId xmlns:p14="http://schemas.microsoft.com/office/powerpoint/2010/main" val="1168260076"/>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719E9-8BA0-4FE1-AFAA-68A9729DC5C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604F162-C3AD-48FE-8AC9-4C77484E8661}"/>
              </a:ext>
            </a:extLst>
          </p:cNvPr>
          <p:cNvSpPr>
            <a:spLocks noGrp="1"/>
          </p:cNvSpPr>
          <p:nvPr>
            <p:ph idx="1"/>
          </p:nvPr>
        </p:nvSpPr>
        <p:spPr/>
        <p:txBody>
          <a:bodyPr/>
          <a:lstStyle/>
          <a:p>
            <a:r>
              <a:rPr lang="en-US" dirty="0"/>
              <a:t>All correction list- SBU class under food</a:t>
            </a:r>
          </a:p>
        </p:txBody>
      </p:sp>
    </p:spTree>
    <p:extLst>
      <p:ext uri="{BB962C8B-B14F-4D97-AF65-F5344CB8AC3E}">
        <p14:creationId xmlns:p14="http://schemas.microsoft.com/office/powerpoint/2010/main" val="3723678464"/>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0EE66-2B91-4BCF-9F8D-1DC0EF39FF7A}"/>
              </a:ext>
            </a:extLst>
          </p:cNvPr>
          <p:cNvSpPr>
            <a:spLocks noGrp="1"/>
          </p:cNvSpPr>
          <p:nvPr>
            <p:ph type="title"/>
          </p:nvPr>
        </p:nvSpPr>
        <p:spPr/>
        <p:txBody>
          <a:bodyPr/>
          <a:lstStyle/>
          <a:p>
            <a:r>
              <a:rPr lang="en-US" dirty="0"/>
              <a:t>About item matching</a:t>
            </a:r>
          </a:p>
        </p:txBody>
      </p:sp>
      <p:sp>
        <p:nvSpPr>
          <p:cNvPr id="3" name="Content Placeholder 2">
            <a:extLst>
              <a:ext uri="{FF2B5EF4-FFF2-40B4-BE49-F238E27FC236}">
                <a16:creationId xmlns:a16="http://schemas.microsoft.com/office/drawing/2014/main" id="{827FF9F2-6C28-4432-81CA-9D4E225EB54E}"/>
              </a:ext>
            </a:extLst>
          </p:cNvPr>
          <p:cNvSpPr>
            <a:spLocks noGrp="1"/>
          </p:cNvSpPr>
          <p:nvPr>
            <p:ph idx="1"/>
          </p:nvPr>
        </p:nvSpPr>
        <p:spPr/>
        <p:txBody>
          <a:bodyPr/>
          <a:lstStyle/>
          <a:p>
            <a:r>
              <a:rPr lang="it-IT" dirty="0"/>
              <a:t>Sum of 4 columns-</a:t>
            </a:r>
            <a:br>
              <a:rPr lang="it-IT" dirty="0"/>
            </a:br>
            <a:r>
              <a:rPr lang="it-IT" dirty="0"/>
              <a:t>CAMEO APPLE BULKAPPLE CAMEO 11EURO 1 2 CARTONCAMEO APPLE</a:t>
            </a:r>
          </a:p>
          <a:p>
            <a:r>
              <a:rPr lang="it-IT" dirty="0"/>
              <a:t>Corresponds to 2 targets-</a:t>
            </a:r>
            <a:br>
              <a:rPr lang="it-IT" dirty="0"/>
            </a:br>
            <a:r>
              <a:rPr lang="it-IT" dirty="0"/>
              <a:t>11 entries – APPLES_MISC</a:t>
            </a:r>
            <a:br>
              <a:rPr lang="en-US" dirty="0"/>
            </a:br>
            <a:r>
              <a:rPr lang="en-US" dirty="0"/>
              <a:t>1 entry – APPLES_KANZI</a:t>
            </a:r>
          </a:p>
          <a:p>
            <a:endParaRPr lang="en-US" dirty="0"/>
          </a:p>
          <a:p>
            <a:r>
              <a:rPr lang="en-US" dirty="0"/>
              <a:t>There are 10 such </a:t>
            </a:r>
            <a:r>
              <a:rPr lang="en-US" dirty="0" err="1"/>
              <a:t>about_item</a:t>
            </a:r>
            <a:r>
              <a:rPr lang="en-US" dirty="0"/>
              <a:t> which have 2 Targets</a:t>
            </a:r>
          </a:p>
          <a:p>
            <a:r>
              <a:rPr lang="it-IT"/>
              <a:t>35373 observations have non-NA value in about_item.</a:t>
            </a:r>
            <a:endParaRPr lang="it-IT" dirty="0"/>
          </a:p>
        </p:txBody>
      </p:sp>
    </p:spTree>
    <p:extLst>
      <p:ext uri="{BB962C8B-B14F-4D97-AF65-F5344CB8AC3E}">
        <p14:creationId xmlns:p14="http://schemas.microsoft.com/office/powerpoint/2010/main" val="1604985086"/>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89234-73B9-4A2D-829C-F85F58FE0BA3}"/>
              </a:ext>
            </a:extLst>
          </p:cNvPr>
          <p:cNvSpPr>
            <a:spLocks noGrp="1"/>
          </p:cNvSpPr>
          <p:nvPr>
            <p:ph type="title"/>
          </p:nvPr>
        </p:nvSpPr>
        <p:spPr/>
        <p:txBody>
          <a:bodyPr/>
          <a:lstStyle/>
          <a:p>
            <a:r>
              <a:rPr lang="en-US" dirty="0"/>
              <a:t>Before pre-processing</a:t>
            </a:r>
          </a:p>
        </p:txBody>
      </p:sp>
      <p:sp>
        <p:nvSpPr>
          <p:cNvPr id="3" name="Content Placeholder 2">
            <a:extLst>
              <a:ext uri="{FF2B5EF4-FFF2-40B4-BE49-F238E27FC236}">
                <a16:creationId xmlns:a16="http://schemas.microsoft.com/office/drawing/2014/main" id="{BB672CDC-169B-4B3F-AF65-E0A9BCDF5202}"/>
              </a:ext>
            </a:extLst>
          </p:cNvPr>
          <p:cNvSpPr>
            <a:spLocks noGrp="1"/>
          </p:cNvSpPr>
          <p:nvPr>
            <p:ph idx="1"/>
          </p:nvPr>
        </p:nvSpPr>
        <p:spPr/>
        <p:txBody>
          <a:bodyPr/>
          <a:lstStyle/>
          <a:p>
            <a:r>
              <a:rPr lang="en-US" dirty="0"/>
              <a:t>Test has 99618 unique </a:t>
            </a:r>
            <a:r>
              <a:rPr lang="en-US" dirty="0" err="1"/>
              <a:t>about_item</a:t>
            </a:r>
            <a:endParaRPr lang="en-US" dirty="0"/>
          </a:p>
          <a:p>
            <a:r>
              <a:rPr lang="en-US" dirty="0"/>
              <a:t>Train has 13734 unique </a:t>
            </a:r>
            <a:r>
              <a:rPr lang="en-US" dirty="0" err="1"/>
              <a:t>about_item</a:t>
            </a:r>
            <a:endParaRPr lang="en-US" dirty="0"/>
          </a:p>
          <a:p>
            <a:r>
              <a:rPr lang="en-US" dirty="0"/>
              <a:t>And only 1 is common between them-</a:t>
            </a:r>
            <a:br>
              <a:rPr lang="en-US" dirty="0"/>
            </a:br>
            <a:r>
              <a:rPr lang="en-US" dirty="0"/>
              <a:t>APRICOTC APRICOT HMSELF SCALE ITEMAPRICOT</a:t>
            </a:r>
          </a:p>
          <a:p>
            <a:endParaRPr lang="en-US" dirty="0"/>
          </a:p>
          <a:p>
            <a:r>
              <a:rPr lang="en-US" dirty="0"/>
              <a:t>Even after pre-processing, there is still only 1 common</a:t>
            </a:r>
          </a:p>
          <a:p>
            <a:endParaRPr lang="en-US" dirty="0"/>
          </a:p>
          <a:p>
            <a:endParaRPr lang="en-US" dirty="0"/>
          </a:p>
        </p:txBody>
      </p:sp>
    </p:spTree>
    <p:extLst>
      <p:ext uri="{BB962C8B-B14F-4D97-AF65-F5344CB8AC3E}">
        <p14:creationId xmlns:p14="http://schemas.microsoft.com/office/powerpoint/2010/main" val="4066109110"/>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6E1D9E-7740-445E-B932-812E8220FB97}"/>
              </a:ext>
            </a:extLst>
          </p:cNvPr>
          <p:cNvSpPr>
            <a:spLocks noGrp="1"/>
          </p:cNvSpPr>
          <p:nvPr>
            <p:ph type="title"/>
          </p:nvPr>
        </p:nvSpPr>
        <p:spPr/>
        <p:txBody>
          <a:bodyPr/>
          <a:lstStyle/>
          <a:p>
            <a:endParaRPr lang="en-US" dirty="0"/>
          </a:p>
        </p:txBody>
      </p:sp>
      <p:graphicFrame>
        <p:nvGraphicFramePr>
          <p:cNvPr id="4" name="Table 4">
            <a:extLst>
              <a:ext uri="{FF2B5EF4-FFF2-40B4-BE49-F238E27FC236}">
                <a16:creationId xmlns:a16="http://schemas.microsoft.com/office/drawing/2014/main" id="{C4048506-3CCF-42EB-91E9-2D33E6F16B4D}"/>
              </a:ext>
            </a:extLst>
          </p:cNvPr>
          <p:cNvGraphicFramePr>
            <a:graphicFrameLocks noGrp="1"/>
          </p:cNvGraphicFramePr>
          <p:nvPr>
            <p:ph idx="1"/>
            <p:extLst>
              <p:ext uri="{D42A27DB-BD31-4B8C-83A1-F6EECF244321}">
                <p14:modId xmlns:p14="http://schemas.microsoft.com/office/powerpoint/2010/main" val="3016466995"/>
              </p:ext>
            </p:extLst>
          </p:nvPr>
        </p:nvGraphicFramePr>
        <p:xfrm>
          <a:off x="457200" y="1825625"/>
          <a:ext cx="10515600" cy="222504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1585495426"/>
                    </a:ext>
                  </a:extLst>
                </a:gridCol>
                <a:gridCol w="2103120">
                  <a:extLst>
                    <a:ext uri="{9D8B030D-6E8A-4147-A177-3AD203B41FA5}">
                      <a16:colId xmlns:a16="http://schemas.microsoft.com/office/drawing/2014/main" val="2464435234"/>
                    </a:ext>
                  </a:extLst>
                </a:gridCol>
                <a:gridCol w="2103120">
                  <a:extLst>
                    <a:ext uri="{9D8B030D-6E8A-4147-A177-3AD203B41FA5}">
                      <a16:colId xmlns:a16="http://schemas.microsoft.com/office/drawing/2014/main" val="4166588773"/>
                    </a:ext>
                  </a:extLst>
                </a:gridCol>
                <a:gridCol w="2103120">
                  <a:extLst>
                    <a:ext uri="{9D8B030D-6E8A-4147-A177-3AD203B41FA5}">
                      <a16:colId xmlns:a16="http://schemas.microsoft.com/office/drawing/2014/main" val="3705362974"/>
                    </a:ext>
                  </a:extLst>
                </a:gridCol>
                <a:gridCol w="2103120">
                  <a:extLst>
                    <a:ext uri="{9D8B030D-6E8A-4147-A177-3AD203B41FA5}">
                      <a16:colId xmlns:a16="http://schemas.microsoft.com/office/drawing/2014/main" val="4075656219"/>
                    </a:ext>
                  </a:extLst>
                </a:gridCol>
              </a:tblGrid>
              <a:tr h="370840">
                <a:tc>
                  <a:txBody>
                    <a:bodyPr/>
                    <a:lstStyle/>
                    <a:p>
                      <a:endParaRPr lang="en-US"/>
                    </a:p>
                  </a:txBody>
                  <a:tcPr/>
                </a:tc>
                <a:tc>
                  <a:txBody>
                    <a:bodyPr/>
                    <a:lstStyle/>
                    <a:p>
                      <a:endParaRPr lang="en-US" dirty="0"/>
                    </a:p>
                  </a:txBody>
                  <a:tcPr/>
                </a:tc>
                <a:tc>
                  <a:txBody>
                    <a:bodyPr/>
                    <a:lstStyle/>
                    <a:p>
                      <a:r>
                        <a:rPr lang="en-US" dirty="0"/>
                        <a:t>TF cat</a:t>
                      </a:r>
                    </a:p>
                  </a:txBody>
                  <a:tcPr/>
                </a:tc>
                <a:tc>
                  <a:txBody>
                    <a:bodyPr/>
                    <a:lstStyle/>
                    <a:p>
                      <a:r>
                        <a:rPr lang="en-US" dirty="0"/>
                        <a:t>TF var</a:t>
                      </a:r>
                    </a:p>
                  </a:txBody>
                  <a:tcPr/>
                </a:tc>
                <a:tc>
                  <a:txBody>
                    <a:bodyPr/>
                    <a:lstStyle/>
                    <a:p>
                      <a:endParaRPr lang="en-US"/>
                    </a:p>
                  </a:txBody>
                  <a:tcPr/>
                </a:tc>
                <a:extLst>
                  <a:ext uri="{0D108BD9-81ED-4DB2-BD59-A6C34878D82A}">
                    <a16:rowId xmlns:a16="http://schemas.microsoft.com/office/drawing/2014/main" val="921814150"/>
                  </a:ext>
                </a:extLst>
              </a:tr>
              <a:tr h="370840">
                <a:tc>
                  <a:txBody>
                    <a:bodyPr/>
                    <a:lstStyle/>
                    <a:p>
                      <a:r>
                        <a:rPr lang="en-US" dirty="0"/>
                        <a:t>&gt;=90</a:t>
                      </a:r>
                    </a:p>
                  </a:txBody>
                  <a:tcPr/>
                </a:tc>
                <a:tc>
                  <a:txBody>
                    <a:bodyPr/>
                    <a:lstStyle/>
                    <a:p>
                      <a:r>
                        <a:rPr lang="en-US" dirty="0"/>
                        <a:t>83</a:t>
                      </a:r>
                    </a:p>
                  </a:txBody>
                  <a:tcPr/>
                </a:tc>
                <a:tc>
                  <a:txBody>
                    <a:bodyPr/>
                    <a:lstStyle/>
                    <a:p>
                      <a:r>
                        <a:rPr lang="en-US" dirty="0"/>
                        <a:t>99.40</a:t>
                      </a:r>
                    </a:p>
                  </a:txBody>
                  <a:tcPr/>
                </a:tc>
                <a:tc>
                  <a:txBody>
                    <a:bodyPr/>
                    <a:lstStyle/>
                    <a:p>
                      <a:r>
                        <a:rPr lang="en-US" dirty="0"/>
                        <a:t>100</a:t>
                      </a:r>
                    </a:p>
                  </a:txBody>
                  <a:tcPr/>
                </a:tc>
                <a:tc>
                  <a:txBody>
                    <a:bodyPr/>
                    <a:lstStyle/>
                    <a:p>
                      <a:endParaRPr lang="en-US" dirty="0"/>
                    </a:p>
                  </a:txBody>
                  <a:tcPr/>
                </a:tc>
                <a:extLst>
                  <a:ext uri="{0D108BD9-81ED-4DB2-BD59-A6C34878D82A}">
                    <a16:rowId xmlns:a16="http://schemas.microsoft.com/office/drawing/2014/main" val="3601419370"/>
                  </a:ext>
                </a:extLst>
              </a:tr>
              <a:tr h="370840">
                <a:tc>
                  <a:txBody>
                    <a:bodyPr/>
                    <a:lstStyle/>
                    <a:p>
                      <a:r>
                        <a:rPr lang="en-US" dirty="0"/>
                        <a:t>&gt;=80</a:t>
                      </a:r>
                    </a:p>
                  </a:txBody>
                  <a:tcPr/>
                </a:tc>
                <a:tc>
                  <a:txBody>
                    <a:bodyPr/>
                    <a:lstStyle/>
                    <a:p>
                      <a:r>
                        <a:rPr lang="en-US" dirty="0"/>
                        <a:t>1325</a:t>
                      </a:r>
                    </a:p>
                  </a:txBody>
                  <a:tcPr/>
                </a:tc>
                <a:tc>
                  <a:txBody>
                    <a:bodyPr/>
                    <a:lstStyle/>
                    <a:p>
                      <a:r>
                        <a:rPr lang="en-US" dirty="0"/>
                        <a:t>89.50</a:t>
                      </a:r>
                    </a:p>
                  </a:txBody>
                  <a:tcPr/>
                </a:tc>
                <a:tc>
                  <a:txBody>
                    <a:bodyPr/>
                    <a:lstStyle/>
                    <a:p>
                      <a:r>
                        <a:rPr lang="en-US" dirty="0"/>
                        <a:t>99.47</a:t>
                      </a:r>
                    </a:p>
                  </a:txBody>
                  <a:tcPr/>
                </a:tc>
                <a:tc>
                  <a:txBody>
                    <a:bodyPr/>
                    <a:lstStyle/>
                    <a:p>
                      <a:endParaRPr lang="en-US" dirty="0"/>
                    </a:p>
                  </a:txBody>
                  <a:tcPr/>
                </a:tc>
                <a:extLst>
                  <a:ext uri="{0D108BD9-81ED-4DB2-BD59-A6C34878D82A}">
                    <a16:rowId xmlns:a16="http://schemas.microsoft.com/office/drawing/2014/main" val="1930399290"/>
                  </a:ext>
                </a:extLst>
              </a:tr>
              <a:tr h="370840">
                <a:tc>
                  <a:txBody>
                    <a:bodyPr/>
                    <a:lstStyle/>
                    <a:p>
                      <a:r>
                        <a:rPr lang="en-US" dirty="0"/>
                        <a:t>&gt;=70</a:t>
                      </a:r>
                    </a:p>
                  </a:txBody>
                  <a:tcPr/>
                </a:tc>
                <a:tc>
                  <a:txBody>
                    <a:bodyPr/>
                    <a:lstStyle/>
                    <a:p>
                      <a:r>
                        <a:rPr lang="en-US" dirty="0"/>
                        <a:t>15200</a:t>
                      </a:r>
                    </a:p>
                  </a:txBody>
                  <a:tcPr/>
                </a:tc>
                <a:tc>
                  <a:txBody>
                    <a:bodyPr/>
                    <a:lstStyle/>
                    <a:p>
                      <a:r>
                        <a:rPr lang="en-US" dirty="0"/>
                        <a:t>91.26</a:t>
                      </a:r>
                    </a:p>
                  </a:txBody>
                  <a:tcPr/>
                </a:tc>
                <a:tc>
                  <a:txBody>
                    <a:bodyPr/>
                    <a:lstStyle/>
                    <a:p>
                      <a:r>
                        <a:rPr lang="en-US" dirty="0"/>
                        <a:t>98.24</a:t>
                      </a:r>
                    </a:p>
                  </a:txBody>
                  <a:tcPr/>
                </a:tc>
                <a:tc>
                  <a:txBody>
                    <a:bodyPr/>
                    <a:lstStyle/>
                    <a:p>
                      <a:endParaRPr lang="en-US" dirty="0"/>
                    </a:p>
                  </a:txBody>
                  <a:tcPr/>
                </a:tc>
                <a:extLst>
                  <a:ext uri="{0D108BD9-81ED-4DB2-BD59-A6C34878D82A}">
                    <a16:rowId xmlns:a16="http://schemas.microsoft.com/office/drawing/2014/main" val="3337066936"/>
                  </a:ext>
                </a:extLst>
              </a:tr>
              <a:tr h="370840">
                <a:tc>
                  <a:txBody>
                    <a:bodyPr/>
                    <a:lstStyle/>
                    <a:p>
                      <a:r>
                        <a:rPr lang="en-US" dirty="0"/>
                        <a:t>&gt;=60</a:t>
                      </a:r>
                    </a:p>
                  </a:txBody>
                  <a:tcPr/>
                </a:tc>
                <a:tc>
                  <a:txBody>
                    <a:bodyPr/>
                    <a:lstStyle/>
                    <a:p>
                      <a:r>
                        <a:rPr lang="en-US" dirty="0"/>
                        <a:t>69111</a:t>
                      </a:r>
                    </a:p>
                  </a:txBody>
                  <a:tcPr/>
                </a:tc>
                <a:tc>
                  <a:txBody>
                    <a:bodyPr/>
                    <a:lstStyle/>
                    <a:p>
                      <a:r>
                        <a:rPr lang="en-US" dirty="0"/>
                        <a:t>93.79	</a:t>
                      </a:r>
                    </a:p>
                  </a:txBody>
                  <a:tcPr/>
                </a:tc>
                <a:tc>
                  <a:txBody>
                    <a:bodyPr/>
                    <a:lstStyle/>
                    <a:p>
                      <a:r>
                        <a:rPr lang="en-US" dirty="0"/>
                        <a:t>96.01</a:t>
                      </a:r>
                    </a:p>
                  </a:txBody>
                  <a:tcPr/>
                </a:tc>
                <a:tc>
                  <a:txBody>
                    <a:bodyPr/>
                    <a:lstStyle/>
                    <a:p>
                      <a:endParaRPr lang="en-US" dirty="0"/>
                    </a:p>
                  </a:txBody>
                  <a:tcPr/>
                </a:tc>
                <a:extLst>
                  <a:ext uri="{0D108BD9-81ED-4DB2-BD59-A6C34878D82A}">
                    <a16:rowId xmlns:a16="http://schemas.microsoft.com/office/drawing/2014/main" val="142945039"/>
                  </a:ext>
                </a:extLst>
              </a:tr>
              <a:tr h="370840">
                <a:tc>
                  <a:txBody>
                    <a:bodyPr/>
                    <a:lstStyle/>
                    <a:p>
                      <a:r>
                        <a:rPr lang="en-US" dirty="0"/>
                        <a:t>&gt;=50</a:t>
                      </a:r>
                    </a:p>
                  </a:txBody>
                  <a:tcPr/>
                </a:tc>
                <a:tc>
                  <a:txBody>
                    <a:bodyPr/>
                    <a:lstStyle/>
                    <a:p>
                      <a:r>
                        <a:rPr lang="en-US" dirty="0"/>
                        <a:t>171742</a:t>
                      </a:r>
                    </a:p>
                  </a:txBody>
                  <a:tcPr/>
                </a:tc>
                <a:tc>
                  <a:txBody>
                    <a:bodyPr/>
                    <a:lstStyle/>
                    <a:p>
                      <a:r>
                        <a:rPr lang="en-US" dirty="0"/>
                        <a:t>72.01</a:t>
                      </a:r>
                    </a:p>
                  </a:txBody>
                  <a:tcPr/>
                </a:tc>
                <a:tc>
                  <a:txBody>
                    <a:bodyPr/>
                    <a:lstStyle/>
                    <a:p>
                      <a:r>
                        <a:rPr lang="en-US" dirty="0"/>
                        <a:t>80.77</a:t>
                      </a:r>
                    </a:p>
                  </a:txBody>
                  <a:tcPr/>
                </a:tc>
                <a:tc>
                  <a:txBody>
                    <a:bodyPr/>
                    <a:lstStyle/>
                    <a:p>
                      <a:endParaRPr lang="en-US" dirty="0"/>
                    </a:p>
                  </a:txBody>
                  <a:tcPr/>
                </a:tc>
                <a:extLst>
                  <a:ext uri="{0D108BD9-81ED-4DB2-BD59-A6C34878D82A}">
                    <a16:rowId xmlns:a16="http://schemas.microsoft.com/office/drawing/2014/main" val="3843241319"/>
                  </a:ext>
                </a:extLst>
              </a:tr>
            </a:tbl>
          </a:graphicData>
        </a:graphic>
      </p:graphicFrame>
    </p:spTree>
    <p:extLst>
      <p:ext uri="{BB962C8B-B14F-4D97-AF65-F5344CB8AC3E}">
        <p14:creationId xmlns:p14="http://schemas.microsoft.com/office/powerpoint/2010/main" val="2099329864"/>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8539304F-5588-4142-A91C-75DA24DEEA99}"/>
              </a:ext>
            </a:extLst>
          </p:cNvPr>
          <p:cNvPicPr>
            <a:picLocks noChangeAspect="1"/>
          </p:cNvPicPr>
          <p:nvPr/>
        </p:nvPicPr>
        <p:blipFill rotWithShape="1">
          <a:blip r:embed="rId2"/>
          <a:srcRect l="18251" t="14812" r="18640" b="22032"/>
          <a:stretch/>
        </p:blipFill>
        <p:spPr>
          <a:xfrm>
            <a:off x="3985437" y="744906"/>
            <a:ext cx="4221125" cy="3264197"/>
          </a:xfrm>
          <a:prstGeom prst="rect">
            <a:avLst/>
          </a:prstGeom>
        </p:spPr>
      </p:pic>
      <p:sp>
        <p:nvSpPr>
          <p:cNvPr id="13" name="object 10">
            <a:extLst>
              <a:ext uri="{FF2B5EF4-FFF2-40B4-BE49-F238E27FC236}">
                <a16:creationId xmlns:a16="http://schemas.microsoft.com/office/drawing/2014/main" id="{EA4DAB1C-F0D2-1F45-80F4-E09A620A6446}"/>
              </a:ext>
            </a:extLst>
          </p:cNvPr>
          <p:cNvSpPr txBox="1"/>
          <p:nvPr/>
        </p:nvSpPr>
        <p:spPr>
          <a:xfrm>
            <a:off x="241160" y="4327383"/>
            <a:ext cx="11705034" cy="1446550"/>
          </a:xfrm>
          <a:prstGeom prst="rect">
            <a:avLst/>
          </a:prstGeom>
        </p:spPr>
        <p:txBody>
          <a:bodyPr vert="horz" wrap="square" lIns="0" tIns="0" rIns="0" bIns="0" rtlCol="0">
            <a:spAutoFit/>
          </a:bodyPr>
          <a:lstStyle/>
          <a:p>
            <a:pPr marL="7144" algn="ctr">
              <a:lnSpc>
                <a:spcPct val="100000"/>
              </a:lnSpc>
              <a:tabLst>
                <a:tab pos="3071455" algn="l"/>
              </a:tabLst>
            </a:pPr>
            <a:r>
              <a:rPr lang="en-US" sz="3200" b="1" dirty="0">
                <a:solidFill>
                  <a:srgbClr val="0D1D2B"/>
                </a:solidFill>
                <a:latin typeface="Bogle"/>
                <a:cs typeface="Bogle"/>
              </a:rPr>
              <a:t>MMIC Problem Statement</a:t>
            </a:r>
          </a:p>
          <a:p>
            <a:pPr marL="7144" algn="ctr">
              <a:lnSpc>
                <a:spcPct val="100000"/>
              </a:lnSpc>
              <a:tabLst>
                <a:tab pos="3071455" algn="l"/>
              </a:tabLst>
            </a:pPr>
            <a:endParaRPr lang="en-US" sz="2000" dirty="0">
              <a:solidFill>
                <a:srgbClr val="0D1D2B"/>
              </a:solidFill>
              <a:latin typeface="Bogle"/>
              <a:cs typeface="Bogle"/>
            </a:endParaRPr>
          </a:p>
          <a:p>
            <a:pPr marL="7144" algn="ctr">
              <a:lnSpc>
                <a:spcPct val="100000"/>
              </a:lnSpc>
              <a:tabLst>
                <a:tab pos="3071455" algn="l"/>
              </a:tabLst>
            </a:pPr>
            <a:r>
              <a:rPr lang="en-US" sz="1400" dirty="0">
                <a:solidFill>
                  <a:srgbClr val="0D1D2B"/>
                </a:solidFill>
                <a:latin typeface="Bogle"/>
                <a:cs typeface="Bogle"/>
              </a:rPr>
              <a:t>Name: Rishabh Thapliyal</a:t>
            </a:r>
          </a:p>
          <a:p>
            <a:pPr marL="7144" algn="ctr">
              <a:lnSpc>
                <a:spcPct val="100000"/>
              </a:lnSpc>
              <a:tabLst>
                <a:tab pos="3071455" algn="l"/>
              </a:tabLst>
            </a:pPr>
            <a:r>
              <a:rPr lang="en-US" sz="1400" dirty="0">
                <a:solidFill>
                  <a:srgbClr val="0D1D2B"/>
                </a:solidFill>
                <a:latin typeface="Bogle"/>
                <a:cs typeface="Bogle"/>
              </a:rPr>
              <a:t>Mentor: Syed Faraz Ali &amp; Mallikharjuna MV</a:t>
            </a:r>
          </a:p>
          <a:p>
            <a:pPr marL="7144" algn="ctr">
              <a:lnSpc>
                <a:spcPct val="100000"/>
              </a:lnSpc>
              <a:tabLst>
                <a:tab pos="3071455" algn="l"/>
              </a:tabLst>
            </a:pPr>
            <a:r>
              <a:rPr lang="en-US" sz="1400" dirty="0">
                <a:solidFill>
                  <a:srgbClr val="0D1D2B"/>
                </a:solidFill>
                <a:latin typeface="Bogle"/>
                <a:cs typeface="Bogle"/>
              </a:rPr>
              <a:t>Manager: Subhasish Misra</a:t>
            </a:r>
          </a:p>
        </p:txBody>
      </p:sp>
      <p:sp>
        <p:nvSpPr>
          <p:cNvPr id="2" name="TextBox 1">
            <a:extLst>
              <a:ext uri="{FF2B5EF4-FFF2-40B4-BE49-F238E27FC236}">
                <a16:creationId xmlns:a16="http://schemas.microsoft.com/office/drawing/2014/main" id="{06DCA871-E2A3-45B2-8375-5E9A8FDFE760}"/>
              </a:ext>
            </a:extLst>
          </p:cNvPr>
          <p:cNvSpPr txBox="1"/>
          <p:nvPr/>
        </p:nvSpPr>
        <p:spPr>
          <a:xfrm>
            <a:off x="3985437" y="6018963"/>
            <a:ext cx="4384840" cy="369332"/>
          </a:xfrm>
          <a:prstGeom prst="rect">
            <a:avLst/>
          </a:prstGeom>
          <a:noFill/>
        </p:spPr>
        <p:txBody>
          <a:bodyPr wrap="square" rtlCol="0">
            <a:spAutoFit/>
          </a:bodyPr>
          <a:lstStyle/>
          <a:p>
            <a:pPr algn="ctr"/>
            <a:r>
              <a:rPr lang="en-US" dirty="0">
                <a:solidFill>
                  <a:schemeClr val="accent2"/>
                </a:solidFill>
              </a:rPr>
              <a:t>July 21</a:t>
            </a:r>
            <a:r>
              <a:rPr lang="en-US" baseline="30000" dirty="0">
                <a:solidFill>
                  <a:schemeClr val="accent2"/>
                </a:solidFill>
              </a:rPr>
              <a:t>st</a:t>
            </a:r>
            <a:r>
              <a:rPr lang="en-US" dirty="0">
                <a:solidFill>
                  <a:schemeClr val="accent2"/>
                </a:solidFill>
              </a:rPr>
              <a:t>, 2021</a:t>
            </a:r>
          </a:p>
        </p:txBody>
      </p:sp>
    </p:spTree>
    <p:extLst>
      <p:ext uri="{BB962C8B-B14F-4D97-AF65-F5344CB8AC3E}">
        <p14:creationId xmlns:p14="http://schemas.microsoft.com/office/powerpoint/2010/main" val="3803767627"/>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B180B-BD0F-4236-BB11-FE77924241F5}"/>
              </a:ext>
            </a:extLst>
          </p:cNvPr>
          <p:cNvSpPr>
            <a:spLocks noGrp="1"/>
          </p:cNvSpPr>
          <p:nvPr>
            <p:ph type="title"/>
          </p:nvPr>
        </p:nvSpPr>
        <p:spPr>
          <a:xfrm>
            <a:off x="457200" y="274320"/>
            <a:ext cx="10515600" cy="1325563"/>
          </a:xfrm>
        </p:spPr>
        <p:txBody>
          <a:bodyPr anchor="ctr">
            <a:normAutofit/>
          </a:bodyPr>
          <a:lstStyle/>
          <a:p>
            <a:r>
              <a:rPr lang="en-US" dirty="0"/>
              <a:t>Agenda</a:t>
            </a:r>
          </a:p>
        </p:txBody>
      </p:sp>
      <p:graphicFrame>
        <p:nvGraphicFramePr>
          <p:cNvPr id="5" name="Content Placeholder 2">
            <a:extLst>
              <a:ext uri="{FF2B5EF4-FFF2-40B4-BE49-F238E27FC236}">
                <a16:creationId xmlns:a16="http://schemas.microsoft.com/office/drawing/2014/main" id="{A57568BC-A82D-4628-B323-055F4C043C05}"/>
              </a:ext>
            </a:extLst>
          </p:cNvPr>
          <p:cNvGraphicFramePr>
            <a:graphicFrameLocks noGrp="1"/>
          </p:cNvGraphicFramePr>
          <p:nvPr>
            <p:ph idx="1"/>
            <p:extLst>
              <p:ext uri="{D42A27DB-BD31-4B8C-83A1-F6EECF244321}">
                <p14:modId xmlns:p14="http://schemas.microsoft.com/office/powerpoint/2010/main" val="2377317705"/>
              </p:ext>
            </p:extLst>
          </p:nvPr>
        </p:nvGraphicFramePr>
        <p:xfrm>
          <a:off x="457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58194117"/>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8E75E-89E3-44E8-AACE-9C390E0F3C53}"/>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FC6E0423-1B73-49A8-91C1-E274D79E04A3}"/>
              </a:ext>
            </a:extLst>
          </p:cNvPr>
          <p:cNvSpPr>
            <a:spLocks noGrp="1"/>
          </p:cNvSpPr>
          <p:nvPr>
            <p:ph idx="1"/>
          </p:nvPr>
        </p:nvSpPr>
        <p:spPr/>
        <p:txBody>
          <a:bodyPr/>
          <a:lstStyle/>
          <a:p>
            <a:r>
              <a:rPr lang="en-US" dirty="0"/>
              <a:t>Problem Statement</a:t>
            </a:r>
          </a:p>
          <a:p>
            <a:r>
              <a:rPr lang="en-US" dirty="0"/>
              <a:t>Approach</a:t>
            </a:r>
          </a:p>
          <a:p>
            <a:r>
              <a:rPr lang="en-US" dirty="0"/>
              <a:t>Project Overview</a:t>
            </a:r>
          </a:p>
          <a:p>
            <a:r>
              <a:rPr lang="en-US" dirty="0"/>
              <a:t>Results</a:t>
            </a:r>
          </a:p>
        </p:txBody>
      </p:sp>
    </p:spTree>
    <p:extLst>
      <p:ext uri="{BB962C8B-B14F-4D97-AF65-F5344CB8AC3E}">
        <p14:creationId xmlns:p14="http://schemas.microsoft.com/office/powerpoint/2010/main" val="3122746874"/>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F637F-3E17-464C-A4A9-920D3FADA875}"/>
              </a:ext>
            </a:extLst>
          </p:cNvPr>
          <p:cNvSpPr>
            <a:spLocks noGrp="1"/>
          </p:cNvSpPr>
          <p:nvPr>
            <p:ph type="title"/>
          </p:nvPr>
        </p:nvSpPr>
        <p:spPr>
          <a:xfrm>
            <a:off x="457200" y="274321"/>
            <a:ext cx="10515600" cy="469258"/>
          </a:xfrm>
        </p:spPr>
        <p:txBody>
          <a:bodyPr>
            <a:normAutofit fontScale="90000"/>
          </a:bodyPr>
          <a:lstStyle/>
          <a:p>
            <a:r>
              <a:rPr lang="en-US" dirty="0"/>
              <a:t>Problem Statement</a:t>
            </a:r>
          </a:p>
        </p:txBody>
      </p:sp>
      <p:graphicFrame>
        <p:nvGraphicFramePr>
          <p:cNvPr id="4" name="Diagram 3">
            <a:extLst>
              <a:ext uri="{FF2B5EF4-FFF2-40B4-BE49-F238E27FC236}">
                <a16:creationId xmlns:a16="http://schemas.microsoft.com/office/drawing/2014/main" id="{3CCBE263-6DF0-47A7-A319-0BD9B15B9725}"/>
              </a:ext>
            </a:extLst>
          </p:cNvPr>
          <p:cNvGraphicFramePr/>
          <p:nvPr>
            <p:extLst>
              <p:ext uri="{D42A27DB-BD31-4B8C-83A1-F6EECF244321}">
                <p14:modId xmlns:p14="http://schemas.microsoft.com/office/powerpoint/2010/main" val="2880733399"/>
              </p:ext>
            </p:extLst>
          </p:nvPr>
        </p:nvGraphicFramePr>
        <p:xfrm>
          <a:off x="457201" y="984738"/>
          <a:ext cx="11239080" cy="52954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23265810"/>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CBD6B-E692-417F-B120-D3F82335A9A3}"/>
              </a:ext>
            </a:extLst>
          </p:cNvPr>
          <p:cNvSpPr>
            <a:spLocks noGrp="1"/>
          </p:cNvSpPr>
          <p:nvPr>
            <p:ph type="title"/>
          </p:nvPr>
        </p:nvSpPr>
        <p:spPr/>
        <p:txBody>
          <a:bodyPr/>
          <a:lstStyle/>
          <a:p>
            <a:r>
              <a:rPr lang="en-US" dirty="0"/>
              <a:t>Approach</a:t>
            </a:r>
          </a:p>
        </p:txBody>
      </p:sp>
      <p:sp>
        <p:nvSpPr>
          <p:cNvPr id="3" name="Content Placeholder 2">
            <a:extLst>
              <a:ext uri="{FF2B5EF4-FFF2-40B4-BE49-F238E27FC236}">
                <a16:creationId xmlns:a16="http://schemas.microsoft.com/office/drawing/2014/main" id="{8F7E24DD-3CEE-4C34-AD1F-19AFF95A908B}"/>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1220114266"/>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B9B57-276B-413C-9645-9BFC9991E0F6}"/>
              </a:ext>
            </a:extLst>
          </p:cNvPr>
          <p:cNvSpPr>
            <a:spLocks noGrp="1"/>
          </p:cNvSpPr>
          <p:nvPr>
            <p:ph type="title"/>
          </p:nvPr>
        </p:nvSpPr>
        <p:spPr>
          <a:xfrm>
            <a:off x="215462" y="363658"/>
            <a:ext cx="10515600" cy="461404"/>
          </a:xfrm>
        </p:spPr>
        <p:txBody>
          <a:bodyPr>
            <a:normAutofit fontScale="90000"/>
          </a:bodyPr>
          <a:lstStyle/>
          <a:p>
            <a:r>
              <a:rPr lang="en-US" dirty="0"/>
              <a:t>Project Overview - 1</a:t>
            </a:r>
          </a:p>
        </p:txBody>
      </p:sp>
      <p:graphicFrame>
        <p:nvGraphicFramePr>
          <p:cNvPr id="7" name="Content Placeholder 6">
            <a:extLst>
              <a:ext uri="{FF2B5EF4-FFF2-40B4-BE49-F238E27FC236}">
                <a16:creationId xmlns:a16="http://schemas.microsoft.com/office/drawing/2014/main" id="{FC4E60AB-BDA7-4E16-88AF-26458E8F1D89}"/>
              </a:ext>
            </a:extLst>
          </p:cNvPr>
          <p:cNvGraphicFramePr>
            <a:graphicFrameLocks noGrp="1"/>
          </p:cNvGraphicFramePr>
          <p:nvPr>
            <p:ph idx="1"/>
            <p:extLst>
              <p:ext uri="{D42A27DB-BD31-4B8C-83A1-F6EECF244321}">
                <p14:modId xmlns:p14="http://schemas.microsoft.com/office/powerpoint/2010/main" val="3382643630"/>
              </p:ext>
            </p:extLst>
          </p:nvPr>
        </p:nvGraphicFramePr>
        <p:xfrm>
          <a:off x="-516324" y="1334814"/>
          <a:ext cx="9553904" cy="51595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Arrow: Right 2">
            <a:extLst>
              <a:ext uri="{FF2B5EF4-FFF2-40B4-BE49-F238E27FC236}">
                <a16:creationId xmlns:a16="http://schemas.microsoft.com/office/drawing/2014/main" id="{4ED9901F-6ADD-45B4-BB27-582AC03A8F08}"/>
              </a:ext>
            </a:extLst>
          </p:cNvPr>
          <p:cNvSpPr/>
          <p:nvPr/>
        </p:nvSpPr>
        <p:spPr>
          <a:xfrm>
            <a:off x="2374659" y="1533236"/>
            <a:ext cx="230909" cy="24014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rrow: Right 5">
            <a:extLst>
              <a:ext uri="{FF2B5EF4-FFF2-40B4-BE49-F238E27FC236}">
                <a16:creationId xmlns:a16="http://schemas.microsoft.com/office/drawing/2014/main" id="{AF72C0D8-9DC3-4C9C-8759-39D136C6E1AF}"/>
              </a:ext>
            </a:extLst>
          </p:cNvPr>
          <p:cNvSpPr/>
          <p:nvPr/>
        </p:nvSpPr>
        <p:spPr>
          <a:xfrm>
            <a:off x="4145174" y="1533236"/>
            <a:ext cx="230909" cy="24014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rrow: Right 8">
            <a:extLst>
              <a:ext uri="{FF2B5EF4-FFF2-40B4-BE49-F238E27FC236}">
                <a16:creationId xmlns:a16="http://schemas.microsoft.com/office/drawing/2014/main" id="{7BCE53E3-5A16-4B9F-A79C-B0F2E8BC2D84}"/>
              </a:ext>
            </a:extLst>
          </p:cNvPr>
          <p:cNvSpPr/>
          <p:nvPr/>
        </p:nvSpPr>
        <p:spPr>
          <a:xfrm>
            <a:off x="5915689" y="1533236"/>
            <a:ext cx="230909" cy="24014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row: Right 10">
            <a:extLst>
              <a:ext uri="{FF2B5EF4-FFF2-40B4-BE49-F238E27FC236}">
                <a16:creationId xmlns:a16="http://schemas.microsoft.com/office/drawing/2014/main" id="{E83809B6-B9D9-4402-91F6-133AB08EB9DA}"/>
              </a:ext>
            </a:extLst>
          </p:cNvPr>
          <p:cNvSpPr/>
          <p:nvPr/>
        </p:nvSpPr>
        <p:spPr>
          <a:xfrm>
            <a:off x="8608291" y="2918691"/>
            <a:ext cx="3140364" cy="1727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Baseline Model</a:t>
            </a:r>
          </a:p>
        </p:txBody>
      </p:sp>
    </p:spTree>
    <p:extLst>
      <p:ext uri="{BB962C8B-B14F-4D97-AF65-F5344CB8AC3E}">
        <p14:creationId xmlns:p14="http://schemas.microsoft.com/office/powerpoint/2010/main" val="2438383820"/>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891D5-DFB5-46A1-97E5-1DD747559144}"/>
              </a:ext>
            </a:extLst>
          </p:cNvPr>
          <p:cNvSpPr>
            <a:spLocks noGrp="1"/>
          </p:cNvSpPr>
          <p:nvPr>
            <p:ph type="title"/>
          </p:nvPr>
        </p:nvSpPr>
        <p:spPr>
          <a:xfrm>
            <a:off x="320565" y="347364"/>
            <a:ext cx="10515600" cy="513956"/>
          </a:xfrm>
        </p:spPr>
        <p:txBody>
          <a:bodyPr>
            <a:normAutofit fontScale="90000"/>
          </a:bodyPr>
          <a:lstStyle/>
          <a:p>
            <a:r>
              <a:rPr lang="en-US" dirty="0"/>
              <a:t>Project Overview - 2</a:t>
            </a:r>
          </a:p>
        </p:txBody>
      </p:sp>
      <p:graphicFrame>
        <p:nvGraphicFramePr>
          <p:cNvPr id="4" name="Diagram 3">
            <a:extLst>
              <a:ext uri="{FF2B5EF4-FFF2-40B4-BE49-F238E27FC236}">
                <a16:creationId xmlns:a16="http://schemas.microsoft.com/office/drawing/2014/main" id="{45F8B119-94AB-4CD5-A0B5-E6FC9BA696D8}"/>
              </a:ext>
            </a:extLst>
          </p:cNvPr>
          <p:cNvGraphicFramePr/>
          <p:nvPr>
            <p:extLst>
              <p:ext uri="{D42A27DB-BD31-4B8C-83A1-F6EECF244321}">
                <p14:modId xmlns:p14="http://schemas.microsoft.com/office/powerpoint/2010/main" val="1051085384"/>
              </p:ext>
            </p:extLst>
          </p:nvPr>
        </p:nvGraphicFramePr>
        <p:xfrm>
          <a:off x="220717" y="1283307"/>
          <a:ext cx="9680028" cy="49703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mc:AlternateContent xmlns:mc="http://schemas.openxmlformats.org/markup-compatibility/2006">
        <mc:Choice xmlns:am3d="http://schemas.microsoft.com/office/drawing/2017/model3d" Requires="am3d">
          <p:graphicFrame>
            <p:nvGraphicFramePr>
              <p:cNvPr id="3" name="3D Model 2" descr="Trophy">
                <a:extLst>
                  <a:ext uri="{FF2B5EF4-FFF2-40B4-BE49-F238E27FC236}">
                    <a16:creationId xmlns:a16="http://schemas.microsoft.com/office/drawing/2014/main" id="{DAFE7E96-6A1A-4085-8538-C19F4DCCE4B5}"/>
                  </a:ext>
                </a:extLst>
              </p:cNvPr>
              <p:cNvGraphicFramePr>
                <a:graphicFrameLocks noChangeAspect="1"/>
              </p:cNvGraphicFramePr>
              <p:nvPr>
                <p:extLst>
                  <p:ext uri="{D42A27DB-BD31-4B8C-83A1-F6EECF244321}">
                    <p14:modId xmlns:p14="http://schemas.microsoft.com/office/powerpoint/2010/main" val="3749326365"/>
                  </p:ext>
                </p:extLst>
              </p:nvPr>
            </p:nvGraphicFramePr>
            <p:xfrm>
              <a:off x="10012034" y="1651317"/>
              <a:ext cx="1959249" cy="2225554"/>
            </p:xfrm>
            <a:graphic>
              <a:graphicData uri="http://schemas.microsoft.com/office/drawing/2017/model3d">
                <am3d:model3d r:embed="rId7">
                  <am3d:spPr>
                    <a:xfrm>
                      <a:off x="0" y="0"/>
                      <a:ext cx="1959249" cy="2225554"/>
                    </a:xfrm>
                    <a:prstGeom prst="rect">
                      <a:avLst/>
                    </a:prstGeom>
                  </am3d:spPr>
                  <am3d:camera>
                    <am3d:pos x="0" y="0" z="72591244"/>
                    <am3d:up dx="0" dy="36000000" dz="0"/>
                    <am3d:lookAt x="0" y="0" z="0"/>
                    <am3d:perspective fov="2700000"/>
                  </am3d:camera>
                  <am3d:trans>
                    <am3d:meterPerModelUnit n="9481211" d="1000000"/>
                    <am3d:preTrans dx="0" dy="-17921674" dz="3"/>
                    <am3d:scale>
                      <am3d:sx n="1000000" d="1000000"/>
                      <am3d:sy n="1000000" d="1000000"/>
                      <am3d:sz n="1000000" d="1000000"/>
                    </am3d:scale>
                    <am3d:rot ax="292596" ay="-1573212" az="-129528"/>
                    <am3d:postTrans dx="0" dy="0" dz="0"/>
                  </am3d:trans>
                  <am3d:raster rName="Office3DRenderer" rVer="16.0.8326">
                    <am3d:blip r:embed="rId8"/>
                  </am3d:raster>
                  <am3d:objViewport viewportSz="3043493"/>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 name="3D Model 2" descr="Trophy">
                <a:extLst>
                  <a:ext uri="{FF2B5EF4-FFF2-40B4-BE49-F238E27FC236}">
                    <a16:creationId xmlns:a16="http://schemas.microsoft.com/office/drawing/2014/main" id="{DAFE7E96-6A1A-4085-8538-C19F4DCCE4B5}"/>
                  </a:ext>
                </a:extLst>
              </p:cNvPr>
              <p:cNvPicPr>
                <a:picLocks noGrp="1" noRot="1" noChangeAspect="1" noMove="1" noResize="1" noEditPoints="1" noAdjustHandles="1" noChangeArrowheads="1" noChangeShapeType="1" noCrop="1"/>
              </p:cNvPicPr>
              <p:nvPr/>
            </p:nvPicPr>
            <p:blipFill>
              <a:blip r:embed="rId8"/>
              <a:stretch>
                <a:fillRect/>
              </a:stretch>
            </p:blipFill>
            <p:spPr>
              <a:xfrm>
                <a:off x="10012034" y="1651317"/>
                <a:ext cx="1959249" cy="2225554"/>
              </a:xfrm>
              <a:prstGeom prst="rect">
                <a:avLst/>
              </a:prstGeom>
            </p:spPr>
          </p:pic>
        </mc:Fallback>
      </mc:AlternateContent>
      <p:sp>
        <p:nvSpPr>
          <p:cNvPr id="6" name="Ribbon: Tilted Down 5">
            <a:extLst>
              <a:ext uri="{FF2B5EF4-FFF2-40B4-BE49-F238E27FC236}">
                <a16:creationId xmlns:a16="http://schemas.microsoft.com/office/drawing/2014/main" id="{7DB2153E-C4E4-498F-8E8C-7F179BA7D38E}"/>
              </a:ext>
            </a:extLst>
          </p:cNvPr>
          <p:cNvSpPr/>
          <p:nvPr/>
        </p:nvSpPr>
        <p:spPr>
          <a:xfrm>
            <a:off x="10131865" y="4247865"/>
            <a:ext cx="1839418" cy="838005"/>
          </a:xfrm>
          <a:prstGeom prst="ribb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Final Results</a:t>
            </a:r>
          </a:p>
        </p:txBody>
      </p:sp>
      <p:sp>
        <p:nvSpPr>
          <p:cNvPr id="7" name="Arrow: Right 6">
            <a:extLst>
              <a:ext uri="{FF2B5EF4-FFF2-40B4-BE49-F238E27FC236}">
                <a16:creationId xmlns:a16="http://schemas.microsoft.com/office/drawing/2014/main" id="{829AF4F0-DE08-4C77-BB89-E403029FD78B}"/>
              </a:ext>
            </a:extLst>
          </p:cNvPr>
          <p:cNvSpPr/>
          <p:nvPr/>
        </p:nvSpPr>
        <p:spPr>
          <a:xfrm>
            <a:off x="1617277" y="1985818"/>
            <a:ext cx="230909" cy="24014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Arrow: Right 7">
            <a:extLst>
              <a:ext uri="{FF2B5EF4-FFF2-40B4-BE49-F238E27FC236}">
                <a16:creationId xmlns:a16="http://schemas.microsoft.com/office/drawing/2014/main" id="{38C51596-9C91-43BF-B703-BAEF6A94E019}"/>
              </a:ext>
            </a:extLst>
          </p:cNvPr>
          <p:cNvSpPr/>
          <p:nvPr/>
        </p:nvSpPr>
        <p:spPr>
          <a:xfrm>
            <a:off x="3280757" y="1985815"/>
            <a:ext cx="230909" cy="24014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rrow: Right 8">
            <a:extLst>
              <a:ext uri="{FF2B5EF4-FFF2-40B4-BE49-F238E27FC236}">
                <a16:creationId xmlns:a16="http://schemas.microsoft.com/office/drawing/2014/main" id="{EF9AF1A4-EF40-4B0A-9CAA-41A7BB106290}"/>
              </a:ext>
            </a:extLst>
          </p:cNvPr>
          <p:cNvSpPr/>
          <p:nvPr/>
        </p:nvSpPr>
        <p:spPr>
          <a:xfrm>
            <a:off x="4945276" y="1985817"/>
            <a:ext cx="230909" cy="24014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rrow: Right 9">
            <a:extLst>
              <a:ext uri="{FF2B5EF4-FFF2-40B4-BE49-F238E27FC236}">
                <a16:creationId xmlns:a16="http://schemas.microsoft.com/office/drawing/2014/main" id="{DA75BB26-0D5A-4CCA-B035-FE943CA6C333}"/>
              </a:ext>
            </a:extLst>
          </p:cNvPr>
          <p:cNvSpPr/>
          <p:nvPr/>
        </p:nvSpPr>
        <p:spPr>
          <a:xfrm>
            <a:off x="6608756" y="1985816"/>
            <a:ext cx="230909" cy="24014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row: Right 10">
            <a:extLst>
              <a:ext uri="{FF2B5EF4-FFF2-40B4-BE49-F238E27FC236}">
                <a16:creationId xmlns:a16="http://schemas.microsoft.com/office/drawing/2014/main" id="{EEFA5115-E399-471E-86EF-E9A7FDF12533}"/>
              </a:ext>
            </a:extLst>
          </p:cNvPr>
          <p:cNvSpPr/>
          <p:nvPr/>
        </p:nvSpPr>
        <p:spPr>
          <a:xfrm>
            <a:off x="8272236" y="1985816"/>
            <a:ext cx="230909" cy="24014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26926607"/>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5D04A-2731-4830-896D-776BAE506A1B}"/>
              </a:ext>
            </a:extLst>
          </p:cNvPr>
          <p:cNvSpPr>
            <a:spLocks noGrp="1"/>
          </p:cNvSpPr>
          <p:nvPr>
            <p:ph type="title"/>
          </p:nvPr>
        </p:nvSpPr>
        <p:spPr/>
        <p:txBody>
          <a:bodyPr/>
          <a:lstStyle/>
          <a:p>
            <a:r>
              <a:rPr lang="en-US" dirty="0"/>
              <a:t>Data preparation</a:t>
            </a:r>
          </a:p>
        </p:txBody>
      </p:sp>
      <p:sp>
        <p:nvSpPr>
          <p:cNvPr id="3" name="Content Placeholder 2">
            <a:extLst>
              <a:ext uri="{FF2B5EF4-FFF2-40B4-BE49-F238E27FC236}">
                <a16:creationId xmlns:a16="http://schemas.microsoft.com/office/drawing/2014/main" id="{3C406AB6-2A98-49DE-B017-BD19EADE2481}"/>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090190084"/>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BDD04-11DC-4D98-A410-67FBE777EE5F}"/>
              </a:ext>
            </a:extLst>
          </p:cNvPr>
          <p:cNvSpPr>
            <a:spLocks noGrp="1"/>
          </p:cNvSpPr>
          <p:nvPr>
            <p:ph type="title"/>
          </p:nvPr>
        </p:nvSpPr>
        <p:spPr>
          <a:xfrm>
            <a:off x="199103" y="165524"/>
            <a:ext cx="10515600" cy="622683"/>
          </a:xfrm>
        </p:spPr>
        <p:txBody>
          <a:bodyPr>
            <a:noAutofit/>
          </a:bodyPr>
          <a:lstStyle/>
          <a:p>
            <a:r>
              <a:rPr lang="en-US" sz="4000" dirty="0"/>
              <a:t>EDA results</a:t>
            </a:r>
          </a:p>
        </p:txBody>
      </p:sp>
      <p:graphicFrame>
        <p:nvGraphicFramePr>
          <p:cNvPr id="5" name="Content Placeholder 2">
            <a:extLst>
              <a:ext uri="{FF2B5EF4-FFF2-40B4-BE49-F238E27FC236}">
                <a16:creationId xmlns:a16="http://schemas.microsoft.com/office/drawing/2014/main" id="{5C89F204-36F5-4418-9927-B1A235702896}"/>
              </a:ext>
            </a:extLst>
          </p:cNvPr>
          <p:cNvGraphicFramePr>
            <a:graphicFrameLocks noGrp="1"/>
          </p:cNvGraphicFramePr>
          <p:nvPr>
            <p:ph idx="1"/>
          </p:nvPr>
        </p:nvGraphicFramePr>
        <p:xfrm>
          <a:off x="199104" y="1828800"/>
          <a:ext cx="7145593" cy="463099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Wave 5">
            <a:extLst>
              <a:ext uri="{FF2B5EF4-FFF2-40B4-BE49-F238E27FC236}">
                <a16:creationId xmlns:a16="http://schemas.microsoft.com/office/drawing/2014/main" id="{9F66DB5E-BDC7-4C42-9A28-0FE3B9B28FF7}"/>
              </a:ext>
            </a:extLst>
          </p:cNvPr>
          <p:cNvSpPr/>
          <p:nvPr/>
        </p:nvSpPr>
        <p:spPr>
          <a:xfrm>
            <a:off x="383458" y="1163457"/>
            <a:ext cx="2861187" cy="766915"/>
          </a:xfrm>
          <a:prstGeom prst="wave">
            <a:avLst/>
          </a:prstGeom>
          <a:effectLst>
            <a:outerShdw blurRad="50800" dist="38100" dir="16200000"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sz="3200" dirty="0">
                <a:effectLst>
                  <a:outerShdw blurRad="50800" dist="38100" algn="l" rotWithShape="0">
                    <a:prstClr val="black">
                      <a:alpha val="40000"/>
                    </a:prstClr>
                  </a:outerShdw>
                </a:effectLst>
              </a:rPr>
              <a:t>Country</a:t>
            </a:r>
          </a:p>
        </p:txBody>
      </p:sp>
      <p:sp>
        <p:nvSpPr>
          <p:cNvPr id="13" name="Wave 12">
            <a:extLst>
              <a:ext uri="{FF2B5EF4-FFF2-40B4-BE49-F238E27FC236}">
                <a16:creationId xmlns:a16="http://schemas.microsoft.com/office/drawing/2014/main" id="{4310AA9E-FB09-4FA5-82E8-A6ABDAD1BDB9}"/>
              </a:ext>
            </a:extLst>
          </p:cNvPr>
          <p:cNvSpPr/>
          <p:nvPr/>
        </p:nvSpPr>
        <p:spPr>
          <a:xfrm>
            <a:off x="4076700" y="1167560"/>
            <a:ext cx="2760406" cy="758708"/>
          </a:xfrm>
          <a:prstGeom prst="wave">
            <a:avLst/>
          </a:prstGeom>
          <a:effectLst>
            <a:outerShdw blurRad="50800" dist="38100" dir="16200000"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sz="3200" dirty="0">
                <a:effectLst>
                  <a:outerShdw blurRad="50800" dist="38100" algn="l" rotWithShape="0">
                    <a:prstClr val="black">
                      <a:alpha val="40000"/>
                    </a:prstClr>
                  </a:outerShdw>
                </a:effectLst>
              </a:rPr>
              <a:t>FEAT1</a:t>
            </a:r>
          </a:p>
        </p:txBody>
      </p:sp>
      <p:sp>
        <p:nvSpPr>
          <p:cNvPr id="14" name="Wave 13">
            <a:extLst>
              <a:ext uri="{FF2B5EF4-FFF2-40B4-BE49-F238E27FC236}">
                <a16:creationId xmlns:a16="http://schemas.microsoft.com/office/drawing/2014/main" id="{8923636E-C9FF-492A-A0CA-25309FFE7D5D}"/>
              </a:ext>
            </a:extLst>
          </p:cNvPr>
          <p:cNvSpPr/>
          <p:nvPr/>
        </p:nvSpPr>
        <p:spPr>
          <a:xfrm>
            <a:off x="8302138" y="1175768"/>
            <a:ext cx="2760406" cy="758708"/>
          </a:xfrm>
          <a:prstGeom prst="wave">
            <a:avLst/>
          </a:prstGeom>
          <a:effectLst>
            <a:outerShdw blurRad="50800" dist="38100" dir="16200000"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sz="3200" dirty="0">
                <a:effectLst>
                  <a:outerShdw blurRad="50800" dist="38100" algn="l" rotWithShape="0">
                    <a:prstClr val="black">
                      <a:alpha val="40000"/>
                    </a:prstClr>
                  </a:outerShdw>
                </a:effectLst>
              </a:rPr>
              <a:t>Target</a:t>
            </a:r>
          </a:p>
        </p:txBody>
      </p:sp>
      <p:pic>
        <p:nvPicPr>
          <p:cNvPr id="15" name="Content Placeholder 5" descr="Text&#10;&#10;Description automatically generated">
            <a:extLst>
              <a:ext uri="{FF2B5EF4-FFF2-40B4-BE49-F238E27FC236}">
                <a16:creationId xmlns:a16="http://schemas.microsoft.com/office/drawing/2014/main" id="{2DF628ED-FA22-4625-8AFA-4DEA2C34932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543802" y="2214538"/>
            <a:ext cx="4382727" cy="3134210"/>
          </a:xfrm>
          <a:prstGeom prst="rect">
            <a:avLst/>
          </a:prstGeom>
          <a:ln>
            <a:solidFill>
              <a:schemeClr val="tx1"/>
            </a:solidFill>
          </a:ln>
        </p:spPr>
      </p:pic>
    </p:spTree>
    <p:extLst>
      <p:ext uri="{BB962C8B-B14F-4D97-AF65-F5344CB8AC3E}">
        <p14:creationId xmlns:p14="http://schemas.microsoft.com/office/powerpoint/2010/main" val="1216558087"/>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93A9A-D031-4EC9-BD15-6F6B82C950BE}"/>
              </a:ext>
            </a:extLst>
          </p:cNvPr>
          <p:cNvSpPr>
            <a:spLocks noGrp="1"/>
          </p:cNvSpPr>
          <p:nvPr>
            <p:ph type="title"/>
          </p:nvPr>
        </p:nvSpPr>
        <p:spPr>
          <a:xfrm>
            <a:off x="152521" y="190902"/>
            <a:ext cx="9918290" cy="526048"/>
          </a:xfrm>
        </p:spPr>
        <p:txBody>
          <a:bodyPr>
            <a:noAutofit/>
          </a:bodyPr>
          <a:lstStyle/>
          <a:p>
            <a:r>
              <a:rPr lang="en-US" sz="4000" dirty="0"/>
              <a:t>Comparison of </a:t>
            </a:r>
            <a:r>
              <a:rPr lang="en-US" sz="3600" dirty="0"/>
              <a:t>test</a:t>
            </a:r>
            <a:r>
              <a:rPr lang="en-US" sz="4000" dirty="0"/>
              <a:t> and train data </a:t>
            </a:r>
          </a:p>
        </p:txBody>
      </p:sp>
      <p:graphicFrame>
        <p:nvGraphicFramePr>
          <p:cNvPr id="10" name="Content Placeholder 7">
            <a:extLst>
              <a:ext uri="{FF2B5EF4-FFF2-40B4-BE49-F238E27FC236}">
                <a16:creationId xmlns:a16="http://schemas.microsoft.com/office/drawing/2014/main" id="{BF2E8E7F-6E46-40B9-8810-CF61B6AF659C}"/>
              </a:ext>
            </a:extLst>
          </p:cNvPr>
          <p:cNvGraphicFramePr>
            <a:graphicFrameLocks noGrp="1"/>
          </p:cNvGraphicFramePr>
          <p:nvPr>
            <p:ph idx="1"/>
          </p:nvPr>
        </p:nvGraphicFramePr>
        <p:xfrm>
          <a:off x="152521" y="1064186"/>
          <a:ext cx="6263640" cy="5504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1" name="Picture 10" descr="Text&#10;&#10;Description automatically generated">
            <a:extLst>
              <a:ext uri="{FF2B5EF4-FFF2-40B4-BE49-F238E27FC236}">
                <a16:creationId xmlns:a16="http://schemas.microsoft.com/office/drawing/2014/main" id="{2EA5BD47-0A52-4627-B634-BC1C9B59F39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609524" y="2605921"/>
            <a:ext cx="2086266" cy="3962953"/>
          </a:xfrm>
          <a:prstGeom prst="rect">
            <a:avLst/>
          </a:prstGeom>
          <a:ln>
            <a:solidFill>
              <a:schemeClr val="tx1"/>
            </a:solidFill>
          </a:ln>
        </p:spPr>
      </p:pic>
      <p:pic>
        <p:nvPicPr>
          <p:cNvPr id="13" name="Picture 12" descr="Text, letter&#10;&#10;Description automatically generated">
            <a:extLst>
              <a:ext uri="{FF2B5EF4-FFF2-40B4-BE49-F238E27FC236}">
                <a16:creationId xmlns:a16="http://schemas.microsoft.com/office/drawing/2014/main" id="{3CF98B26-5DE4-4E9E-BB7C-C8ED85772C9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893202" y="2605921"/>
            <a:ext cx="1886213" cy="3953427"/>
          </a:xfrm>
          <a:prstGeom prst="rect">
            <a:avLst/>
          </a:prstGeom>
          <a:ln>
            <a:solidFill>
              <a:schemeClr val="tx1"/>
            </a:solidFill>
          </a:ln>
        </p:spPr>
      </p:pic>
      <p:sp>
        <p:nvSpPr>
          <p:cNvPr id="17" name="TextBox 16">
            <a:extLst>
              <a:ext uri="{FF2B5EF4-FFF2-40B4-BE49-F238E27FC236}">
                <a16:creationId xmlns:a16="http://schemas.microsoft.com/office/drawing/2014/main" id="{E62722B1-DBBB-4B98-882E-94D15E5FD828}"/>
              </a:ext>
            </a:extLst>
          </p:cNvPr>
          <p:cNvSpPr txBox="1"/>
          <p:nvPr/>
        </p:nvSpPr>
        <p:spPr>
          <a:xfrm>
            <a:off x="6893202" y="1514167"/>
            <a:ext cx="1690359" cy="923330"/>
          </a:xfrm>
          <a:prstGeom prst="rect">
            <a:avLst/>
          </a:prstGeom>
          <a:ln/>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en-US" dirty="0"/>
              <a:t>Frequency of top 20 words in TRAIN set</a:t>
            </a:r>
          </a:p>
        </p:txBody>
      </p:sp>
      <p:sp>
        <p:nvSpPr>
          <p:cNvPr id="19" name="TextBox 18">
            <a:extLst>
              <a:ext uri="{FF2B5EF4-FFF2-40B4-BE49-F238E27FC236}">
                <a16:creationId xmlns:a16="http://schemas.microsoft.com/office/drawing/2014/main" id="{0099ADDC-9221-440E-9057-265F602FF355}"/>
              </a:ext>
            </a:extLst>
          </p:cNvPr>
          <p:cNvSpPr txBox="1"/>
          <p:nvPr/>
        </p:nvSpPr>
        <p:spPr>
          <a:xfrm>
            <a:off x="9700312" y="1514167"/>
            <a:ext cx="1690359" cy="923330"/>
          </a:xfrm>
          <a:prstGeom prst="rect">
            <a:avLst/>
          </a:prstGeom>
          <a:ln/>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en-US" dirty="0"/>
              <a:t>Frequency of top 20 words in TEST set</a:t>
            </a:r>
          </a:p>
        </p:txBody>
      </p:sp>
      <p:cxnSp>
        <p:nvCxnSpPr>
          <p:cNvPr id="30" name="Connector: Elbow 29">
            <a:extLst>
              <a:ext uri="{FF2B5EF4-FFF2-40B4-BE49-F238E27FC236}">
                <a16:creationId xmlns:a16="http://schemas.microsoft.com/office/drawing/2014/main" id="{A4C20A72-73E7-4B12-9E8F-713A04BC63A8}"/>
              </a:ext>
            </a:extLst>
          </p:cNvPr>
          <p:cNvCxnSpPr>
            <a:cxnSpLocks/>
          </p:cNvCxnSpPr>
          <p:nvPr/>
        </p:nvCxnSpPr>
        <p:spPr>
          <a:xfrm>
            <a:off x="8445121" y="2958420"/>
            <a:ext cx="1337976" cy="815716"/>
          </a:xfrm>
          <a:prstGeom prst="bentConnector3">
            <a:avLst>
              <a:gd name="adj1" fmla="val 50000"/>
            </a:avLst>
          </a:prstGeom>
          <a:ln w="9525" cap="flat" cmpd="sng" algn="ctr">
            <a:solidFill>
              <a:srgbClr val="FF0000"/>
            </a:solidFill>
            <a:prstDash val="solid"/>
            <a:round/>
            <a:headEnd type="oval" w="med" len="med"/>
            <a:tailEnd type="oval" w="med" len="med"/>
          </a:ln>
        </p:spPr>
        <p:style>
          <a:lnRef idx="0">
            <a:scrgbClr r="0" g="0" b="0"/>
          </a:lnRef>
          <a:fillRef idx="0">
            <a:scrgbClr r="0" g="0" b="0"/>
          </a:fillRef>
          <a:effectRef idx="0">
            <a:scrgbClr r="0" g="0" b="0"/>
          </a:effectRef>
          <a:fontRef idx="minor">
            <a:schemeClr val="tx1"/>
          </a:fontRef>
        </p:style>
      </p:cxnSp>
      <p:cxnSp>
        <p:nvCxnSpPr>
          <p:cNvPr id="34" name="Connector: Elbow 33">
            <a:extLst>
              <a:ext uri="{FF2B5EF4-FFF2-40B4-BE49-F238E27FC236}">
                <a16:creationId xmlns:a16="http://schemas.microsoft.com/office/drawing/2014/main" id="{BB5DDEDF-1D71-497E-B6B4-18D589A28D4C}"/>
              </a:ext>
            </a:extLst>
          </p:cNvPr>
          <p:cNvCxnSpPr>
            <a:cxnSpLocks/>
          </p:cNvCxnSpPr>
          <p:nvPr/>
        </p:nvCxnSpPr>
        <p:spPr>
          <a:xfrm>
            <a:off x="8371774" y="3960769"/>
            <a:ext cx="1411323" cy="1201166"/>
          </a:xfrm>
          <a:prstGeom prst="bentConnector3">
            <a:avLst>
              <a:gd name="adj1" fmla="val 50000"/>
            </a:avLst>
          </a:prstGeom>
          <a:ln w="9525" cap="flat" cmpd="sng" algn="ctr">
            <a:solidFill>
              <a:srgbClr val="FF0000"/>
            </a:solidFill>
            <a:prstDash val="solid"/>
            <a:round/>
            <a:headEnd type="oval" w="med" len="med"/>
            <a:tailEnd type="oval" w="med" len="med"/>
          </a:ln>
        </p:spPr>
        <p:style>
          <a:lnRef idx="0">
            <a:scrgbClr r="0" g="0" b="0"/>
          </a:lnRef>
          <a:fillRef idx="0">
            <a:scrgbClr r="0" g="0" b="0"/>
          </a:fillRef>
          <a:effectRef idx="0">
            <a:scrgbClr r="0" g="0" b="0"/>
          </a:effectRef>
          <a:fontRef idx="minor">
            <a:schemeClr val="tx1"/>
          </a:fontRef>
        </p:style>
      </p:cxnSp>
      <p:cxnSp>
        <p:nvCxnSpPr>
          <p:cNvPr id="44" name="Connector: Elbow 43">
            <a:extLst>
              <a:ext uri="{FF2B5EF4-FFF2-40B4-BE49-F238E27FC236}">
                <a16:creationId xmlns:a16="http://schemas.microsoft.com/office/drawing/2014/main" id="{106306CE-5C72-4247-99A1-6CCDF1F67CDA}"/>
              </a:ext>
            </a:extLst>
          </p:cNvPr>
          <p:cNvCxnSpPr>
            <a:cxnSpLocks/>
          </p:cNvCxnSpPr>
          <p:nvPr/>
        </p:nvCxnSpPr>
        <p:spPr>
          <a:xfrm rot="16200000" flipH="1">
            <a:off x="8133872" y="4873675"/>
            <a:ext cx="2029074" cy="1129696"/>
          </a:xfrm>
          <a:prstGeom prst="bentConnector3">
            <a:avLst>
              <a:gd name="adj1" fmla="val 83435"/>
            </a:avLst>
          </a:prstGeom>
          <a:ln w="9525" cap="flat" cmpd="sng" algn="ctr">
            <a:solidFill>
              <a:srgbClr val="FF0000"/>
            </a:solidFill>
            <a:prstDash val="solid"/>
            <a:round/>
            <a:headEnd type="oval" w="med" len="med"/>
            <a:tailEnd type="oval" w="med" len="med"/>
          </a:ln>
        </p:spPr>
        <p:style>
          <a:lnRef idx="0">
            <a:scrgbClr r="0" g="0" b="0"/>
          </a:lnRef>
          <a:fillRef idx="0">
            <a:scrgbClr r="0" g="0" b="0"/>
          </a:fillRef>
          <a:effectRef idx="0">
            <a:scrgbClr r="0" g="0" b="0"/>
          </a:effectRef>
          <a:fontRef idx="minor">
            <a:schemeClr val="tx1"/>
          </a:fontRef>
        </p:style>
      </p:cxnSp>
      <p:cxnSp>
        <p:nvCxnSpPr>
          <p:cNvPr id="55" name="Connector: Elbow 54">
            <a:extLst>
              <a:ext uri="{FF2B5EF4-FFF2-40B4-BE49-F238E27FC236}">
                <a16:creationId xmlns:a16="http://schemas.microsoft.com/office/drawing/2014/main" id="{06BF1C8F-90C3-4330-929C-173CC0A2C553}"/>
              </a:ext>
            </a:extLst>
          </p:cNvPr>
          <p:cNvCxnSpPr>
            <a:cxnSpLocks/>
          </p:cNvCxnSpPr>
          <p:nvPr/>
        </p:nvCxnSpPr>
        <p:spPr>
          <a:xfrm>
            <a:off x="8461147" y="4955458"/>
            <a:ext cx="1321950" cy="599771"/>
          </a:xfrm>
          <a:prstGeom prst="bentConnector3">
            <a:avLst>
              <a:gd name="adj1" fmla="val 34381"/>
            </a:avLst>
          </a:prstGeom>
          <a:ln w="9525" cap="flat" cmpd="sng" algn="ctr">
            <a:solidFill>
              <a:srgbClr val="FF0000"/>
            </a:solidFill>
            <a:prstDash val="solid"/>
            <a:round/>
            <a:headEnd type="oval" w="med" len="med"/>
            <a:tailEnd type="oval"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445654882"/>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224C6-30FE-4E86-BC7D-8282A0D6C55F}"/>
              </a:ext>
            </a:extLst>
          </p:cNvPr>
          <p:cNvSpPr>
            <a:spLocks noGrp="1"/>
          </p:cNvSpPr>
          <p:nvPr>
            <p:ph type="title"/>
          </p:nvPr>
        </p:nvSpPr>
        <p:spPr>
          <a:xfrm>
            <a:off x="262871" y="254597"/>
            <a:ext cx="10515600" cy="549275"/>
          </a:xfrm>
        </p:spPr>
        <p:txBody>
          <a:bodyPr>
            <a:normAutofit fontScale="90000"/>
          </a:bodyPr>
          <a:lstStyle/>
          <a:p>
            <a:r>
              <a:rPr lang="en-US" dirty="0"/>
              <a:t>Pre-processing</a:t>
            </a:r>
          </a:p>
        </p:txBody>
      </p:sp>
      <p:graphicFrame>
        <p:nvGraphicFramePr>
          <p:cNvPr id="4" name="Diagram 3">
            <a:extLst>
              <a:ext uri="{FF2B5EF4-FFF2-40B4-BE49-F238E27FC236}">
                <a16:creationId xmlns:a16="http://schemas.microsoft.com/office/drawing/2014/main" id="{857B45B4-8F5E-4A85-9DC3-F56D22A4A2EB}"/>
              </a:ext>
            </a:extLst>
          </p:cNvPr>
          <p:cNvGraphicFramePr/>
          <p:nvPr>
            <p:extLst>
              <p:ext uri="{D42A27DB-BD31-4B8C-83A1-F6EECF244321}">
                <p14:modId xmlns:p14="http://schemas.microsoft.com/office/powerpoint/2010/main" val="3044316445"/>
              </p:ext>
            </p:extLst>
          </p:nvPr>
        </p:nvGraphicFramePr>
        <p:xfrm>
          <a:off x="262871" y="1184737"/>
          <a:ext cx="11192387" cy="502687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28353194"/>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F12DC-5D26-4B59-8E25-EED0A3075620}"/>
              </a:ext>
            </a:extLst>
          </p:cNvPr>
          <p:cNvSpPr>
            <a:spLocks noGrp="1"/>
          </p:cNvSpPr>
          <p:nvPr>
            <p:ph type="title"/>
          </p:nvPr>
        </p:nvSpPr>
        <p:spPr>
          <a:xfrm>
            <a:off x="457200" y="274321"/>
            <a:ext cx="10515600" cy="699074"/>
          </a:xfrm>
        </p:spPr>
        <p:txBody>
          <a:bodyPr>
            <a:normAutofit fontScale="90000"/>
          </a:bodyPr>
          <a:lstStyle/>
          <a:p>
            <a:r>
              <a:rPr lang="en-US" dirty="0"/>
              <a:t>Stop words which are removed</a:t>
            </a:r>
          </a:p>
        </p:txBody>
      </p:sp>
      <p:graphicFrame>
        <p:nvGraphicFramePr>
          <p:cNvPr id="4" name="Table 4">
            <a:extLst>
              <a:ext uri="{FF2B5EF4-FFF2-40B4-BE49-F238E27FC236}">
                <a16:creationId xmlns:a16="http://schemas.microsoft.com/office/drawing/2014/main" id="{C02A4B5F-81AE-4BC1-A501-D35C74D331B9}"/>
              </a:ext>
            </a:extLst>
          </p:cNvPr>
          <p:cNvGraphicFramePr>
            <a:graphicFrameLocks noGrp="1"/>
          </p:cNvGraphicFramePr>
          <p:nvPr>
            <p:ph idx="1"/>
          </p:nvPr>
        </p:nvGraphicFramePr>
        <p:xfrm>
          <a:off x="2638977" y="1362424"/>
          <a:ext cx="6697736" cy="1483360"/>
        </p:xfrm>
        <a:graphic>
          <a:graphicData uri="http://schemas.openxmlformats.org/drawingml/2006/table">
            <a:tbl>
              <a:tblPr firstRow="1" bandRow="1">
                <a:effectLst>
                  <a:outerShdw blurRad="50800" dist="38100" dir="16200000" rotWithShape="0">
                    <a:prstClr val="black">
                      <a:alpha val="40000"/>
                    </a:prstClr>
                  </a:outerShdw>
                </a:effectLst>
                <a:tableStyleId>{5C22544A-7EE6-4342-B048-85BDC9FD1C3A}</a:tableStyleId>
              </a:tblPr>
              <a:tblGrid>
                <a:gridCol w="1674434">
                  <a:extLst>
                    <a:ext uri="{9D8B030D-6E8A-4147-A177-3AD203B41FA5}">
                      <a16:colId xmlns:a16="http://schemas.microsoft.com/office/drawing/2014/main" val="3024726951"/>
                    </a:ext>
                  </a:extLst>
                </a:gridCol>
                <a:gridCol w="1674434">
                  <a:extLst>
                    <a:ext uri="{9D8B030D-6E8A-4147-A177-3AD203B41FA5}">
                      <a16:colId xmlns:a16="http://schemas.microsoft.com/office/drawing/2014/main" val="1357230214"/>
                    </a:ext>
                  </a:extLst>
                </a:gridCol>
                <a:gridCol w="1674434">
                  <a:extLst>
                    <a:ext uri="{9D8B030D-6E8A-4147-A177-3AD203B41FA5}">
                      <a16:colId xmlns:a16="http://schemas.microsoft.com/office/drawing/2014/main" val="2760023444"/>
                    </a:ext>
                  </a:extLst>
                </a:gridCol>
                <a:gridCol w="1674434">
                  <a:extLst>
                    <a:ext uri="{9D8B030D-6E8A-4147-A177-3AD203B41FA5}">
                      <a16:colId xmlns:a16="http://schemas.microsoft.com/office/drawing/2014/main" val="1214264165"/>
                    </a:ext>
                  </a:extLst>
                </a:gridCol>
              </a:tblGrid>
              <a:tr h="370840">
                <a:tc>
                  <a:txBody>
                    <a:bodyPr/>
                    <a:lstStyle/>
                    <a:p>
                      <a:r>
                        <a:rPr lang="en-US" dirty="0"/>
                        <a:t>CAN</a:t>
                      </a:r>
                    </a:p>
                  </a:txBody>
                  <a:tcPr>
                    <a:solidFill>
                      <a:schemeClr val="accent2"/>
                    </a:solidFill>
                  </a:tcPr>
                </a:tc>
                <a:tc>
                  <a:txBody>
                    <a:bodyPr/>
                    <a:lstStyle/>
                    <a:p>
                      <a:r>
                        <a:rPr lang="en-US" dirty="0"/>
                        <a:t>D</a:t>
                      </a:r>
                    </a:p>
                  </a:txBody>
                  <a:tcPr>
                    <a:solidFill>
                      <a:schemeClr val="accent2"/>
                    </a:solidFill>
                  </a:tcPr>
                </a:tc>
                <a:tc>
                  <a:txBody>
                    <a:bodyPr/>
                    <a:lstStyle/>
                    <a:p>
                      <a:r>
                        <a:rPr lang="en-US" dirty="0"/>
                        <a:t>DON</a:t>
                      </a:r>
                    </a:p>
                  </a:txBody>
                  <a:tcPr>
                    <a:solidFill>
                      <a:schemeClr val="accent2"/>
                    </a:solidFill>
                  </a:tcPr>
                </a:tc>
                <a:tc>
                  <a:txBody>
                    <a:bodyPr/>
                    <a:lstStyle/>
                    <a:p>
                      <a:r>
                        <a:rPr lang="en-US" dirty="0"/>
                        <a:t>JUST</a:t>
                      </a:r>
                    </a:p>
                  </a:txBody>
                  <a:tcPr>
                    <a:solidFill>
                      <a:schemeClr val="accent2"/>
                    </a:solidFill>
                  </a:tcPr>
                </a:tc>
                <a:extLst>
                  <a:ext uri="{0D108BD9-81ED-4DB2-BD59-A6C34878D82A}">
                    <a16:rowId xmlns:a16="http://schemas.microsoft.com/office/drawing/2014/main" val="22210380"/>
                  </a:ext>
                </a:extLst>
              </a:tr>
              <a:tr h="370840">
                <a:tc>
                  <a:txBody>
                    <a:bodyPr/>
                    <a:lstStyle/>
                    <a:p>
                      <a:r>
                        <a:rPr lang="en-US" dirty="0"/>
                        <a:t>LL</a:t>
                      </a:r>
                    </a:p>
                  </a:txBody>
                  <a:tcPr/>
                </a:tc>
                <a:tc>
                  <a:txBody>
                    <a:bodyPr/>
                    <a:lstStyle/>
                    <a:p>
                      <a:r>
                        <a:rPr lang="en-US" dirty="0"/>
                        <a:t>M</a:t>
                      </a:r>
                    </a:p>
                  </a:txBody>
                  <a:tcPr/>
                </a:tc>
                <a:tc>
                  <a:txBody>
                    <a:bodyPr/>
                    <a:lstStyle/>
                    <a:p>
                      <a:r>
                        <a:rPr lang="en-US" dirty="0"/>
                        <a:t>MA</a:t>
                      </a:r>
                    </a:p>
                  </a:txBody>
                  <a:tcPr/>
                </a:tc>
                <a:tc>
                  <a:txBody>
                    <a:bodyPr/>
                    <a:lstStyle/>
                    <a:p>
                      <a:r>
                        <a:rPr lang="en-US" dirty="0"/>
                        <a:t>NO</a:t>
                      </a:r>
                    </a:p>
                  </a:txBody>
                  <a:tcPr/>
                </a:tc>
                <a:extLst>
                  <a:ext uri="{0D108BD9-81ED-4DB2-BD59-A6C34878D82A}">
                    <a16:rowId xmlns:a16="http://schemas.microsoft.com/office/drawing/2014/main" val="3487214788"/>
                  </a:ext>
                </a:extLst>
              </a:tr>
              <a:tr h="370840">
                <a:tc>
                  <a:txBody>
                    <a:bodyPr/>
                    <a:lstStyle/>
                    <a:p>
                      <a:r>
                        <a:rPr lang="en-US" dirty="0"/>
                        <a:t>O</a:t>
                      </a:r>
                    </a:p>
                  </a:txBody>
                  <a:tcPr>
                    <a:solidFill>
                      <a:schemeClr val="accent2"/>
                    </a:solidFill>
                  </a:tcPr>
                </a:tc>
                <a:tc>
                  <a:txBody>
                    <a:bodyPr/>
                    <a:lstStyle/>
                    <a:p>
                      <a:r>
                        <a:rPr lang="en-US" dirty="0"/>
                        <a:t>RE</a:t>
                      </a:r>
                    </a:p>
                  </a:txBody>
                  <a:tcPr>
                    <a:solidFill>
                      <a:schemeClr val="accent2"/>
                    </a:solidFill>
                  </a:tcPr>
                </a:tc>
                <a:tc>
                  <a:txBody>
                    <a:bodyPr/>
                    <a:lstStyle/>
                    <a:p>
                      <a:r>
                        <a:rPr lang="en-US" dirty="0"/>
                        <a:t>S</a:t>
                      </a:r>
                    </a:p>
                  </a:txBody>
                  <a:tcPr>
                    <a:solidFill>
                      <a:schemeClr val="accent2"/>
                    </a:solidFill>
                  </a:tcPr>
                </a:tc>
                <a:tc>
                  <a:txBody>
                    <a:bodyPr/>
                    <a:lstStyle/>
                    <a:p>
                      <a:r>
                        <a:rPr lang="en-US" dirty="0"/>
                        <a:t>T</a:t>
                      </a:r>
                    </a:p>
                  </a:txBody>
                  <a:tcPr>
                    <a:solidFill>
                      <a:schemeClr val="accent2"/>
                    </a:solidFill>
                  </a:tcPr>
                </a:tc>
                <a:extLst>
                  <a:ext uri="{0D108BD9-81ED-4DB2-BD59-A6C34878D82A}">
                    <a16:rowId xmlns:a16="http://schemas.microsoft.com/office/drawing/2014/main" val="3725246674"/>
                  </a:ext>
                </a:extLst>
              </a:tr>
              <a:tr h="370840">
                <a:tc>
                  <a:txBody>
                    <a:bodyPr/>
                    <a:lstStyle/>
                    <a:p>
                      <a:r>
                        <a:rPr lang="en-US" dirty="0"/>
                        <a:t>VE</a:t>
                      </a:r>
                    </a:p>
                  </a:txBody>
                  <a:tcPr/>
                </a:tc>
                <a:tc>
                  <a:txBody>
                    <a:bodyPr/>
                    <a:lstStyle/>
                    <a:p>
                      <a:r>
                        <a:rPr lang="en-US" dirty="0"/>
                        <a:t>WITH</a:t>
                      </a:r>
                    </a:p>
                  </a:txBody>
                  <a:tcPr/>
                </a:tc>
                <a:tc>
                  <a:txBody>
                    <a:bodyPr/>
                    <a:lstStyle/>
                    <a:p>
                      <a:r>
                        <a:rPr lang="en-US" dirty="0"/>
                        <a:t>WON</a:t>
                      </a:r>
                    </a:p>
                  </a:txBody>
                  <a:tcPr/>
                </a:tc>
                <a:tc>
                  <a:txBody>
                    <a:bodyPr/>
                    <a:lstStyle/>
                    <a:p>
                      <a:r>
                        <a:rPr lang="en-US" dirty="0"/>
                        <a:t>Y</a:t>
                      </a:r>
                    </a:p>
                  </a:txBody>
                  <a:tcPr/>
                </a:tc>
                <a:extLst>
                  <a:ext uri="{0D108BD9-81ED-4DB2-BD59-A6C34878D82A}">
                    <a16:rowId xmlns:a16="http://schemas.microsoft.com/office/drawing/2014/main" val="2714911087"/>
                  </a:ext>
                </a:extLst>
              </a:tr>
            </a:tbl>
          </a:graphicData>
        </a:graphic>
      </p:graphicFrame>
      <p:sp>
        <p:nvSpPr>
          <p:cNvPr id="5" name="TextBox 4">
            <a:extLst>
              <a:ext uri="{FF2B5EF4-FFF2-40B4-BE49-F238E27FC236}">
                <a16:creationId xmlns:a16="http://schemas.microsoft.com/office/drawing/2014/main" id="{A3A8FE2F-F1A9-4DBC-917D-0053B5FBD801}"/>
              </a:ext>
            </a:extLst>
          </p:cNvPr>
          <p:cNvSpPr txBox="1"/>
          <p:nvPr/>
        </p:nvSpPr>
        <p:spPr>
          <a:xfrm>
            <a:off x="1002890" y="3234813"/>
            <a:ext cx="9969910" cy="304698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5"/>
          </a:lnRef>
          <a:fillRef idx="1">
            <a:schemeClr val="lt1"/>
          </a:fillRef>
          <a:effectRef idx="0">
            <a:schemeClr val="accent5"/>
          </a:effectRef>
          <a:fontRef idx="minor">
            <a:schemeClr val="dk1"/>
          </a:fontRef>
        </p:style>
        <p:txBody>
          <a:bodyPr wrap="square" rtlCol="0">
            <a:spAutoFit/>
          </a:bodyPr>
          <a:lstStyle/>
          <a:p>
            <a:pPr marL="285750" indent="-285750">
              <a:buFont typeface="Arial" panose="020B0604020202020204" pitchFamily="34" charset="0"/>
              <a:buChar char="•"/>
            </a:pPr>
            <a:r>
              <a:rPr lang="en-US" sz="2400" dirty="0">
                <a:latin typeface="Bogle" panose="020B0503020203060203" pitchFamily="34" charset="0"/>
              </a:rPr>
              <a:t>Unique stop words are 16</a:t>
            </a:r>
          </a:p>
          <a:p>
            <a:pPr marL="285750" indent="-285750">
              <a:buFont typeface="Arial" panose="020B0604020202020204" pitchFamily="34" charset="0"/>
              <a:buChar char="•"/>
            </a:pPr>
            <a:r>
              <a:rPr lang="en-US" sz="2400" dirty="0">
                <a:latin typeface="Bogle" panose="020B0503020203060203" pitchFamily="34" charset="0"/>
              </a:rPr>
              <a:t>Total occurrence of these stop words in the train data is 2237 (0.2% of the train data)</a:t>
            </a:r>
          </a:p>
          <a:p>
            <a:pPr marL="285750" indent="-285750">
              <a:buFont typeface="Arial" panose="020B0604020202020204" pitchFamily="34" charset="0"/>
              <a:buChar char="•"/>
            </a:pPr>
            <a:endParaRPr lang="en-US" sz="2400" dirty="0">
              <a:latin typeface="Bogle" panose="020B0503020203060203" pitchFamily="34" charset="0"/>
            </a:endParaRPr>
          </a:p>
          <a:p>
            <a:pPr marL="285750" indent="-285750">
              <a:buFont typeface="Arial" panose="020B0604020202020204" pitchFamily="34" charset="0"/>
              <a:buChar char="•"/>
            </a:pPr>
            <a:r>
              <a:rPr lang="en-US" sz="2400" dirty="0">
                <a:latin typeface="Bogle" panose="020B0503020203060203" pitchFamily="34" charset="0"/>
              </a:rPr>
              <a:t>English stop words vocabulary from the </a:t>
            </a:r>
            <a:r>
              <a:rPr lang="en-US" sz="2400" dirty="0" err="1">
                <a:latin typeface="Bogle" panose="020B0503020203060203" pitchFamily="34" charset="0"/>
              </a:rPr>
              <a:t>nltk</a:t>
            </a:r>
            <a:r>
              <a:rPr lang="en-US" sz="2400" dirty="0">
                <a:latin typeface="Bogle" panose="020B0503020203060203" pitchFamily="34" charset="0"/>
              </a:rPr>
              <a:t> corpus. It has total 179 different stop words in it.</a:t>
            </a:r>
          </a:p>
          <a:p>
            <a:pPr marL="285750" indent="-285750">
              <a:buFont typeface="Arial" panose="020B0604020202020204" pitchFamily="34" charset="0"/>
              <a:buChar char="•"/>
            </a:pPr>
            <a:r>
              <a:rPr lang="en-US" sz="2400" dirty="0">
                <a:latin typeface="Bogle" panose="020B0503020203060203" pitchFamily="34" charset="0"/>
              </a:rPr>
              <a:t>from nltk.corpus import </a:t>
            </a:r>
            <a:r>
              <a:rPr lang="en-US" sz="2400" dirty="0" err="1">
                <a:latin typeface="Bogle" panose="020B0503020203060203" pitchFamily="34" charset="0"/>
              </a:rPr>
              <a:t>stopwords</a:t>
            </a:r>
            <a:endParaRPr lang="en-US" sz="2400" dirty="0">
              <a:latin typeface="Bogle" panose="020B0503020203060203" pitchFamily="34" charset="0"/>
            </a:endParaRPr>
          </a:p>
          <a:p>
            <a:pPr marL="285750" indent="-285750">
              <a:buFont typeface="Arial" panose="020B0604020202020204" pitchFamily="34" charset="0"/>
              <a:buChar char="•"/>
            </a:pPr>
            <a:r>
              <a:rPr lang="en-US" sz="2400" dirty="0">
                <a:latin typeface="Bogle" panose="020B0503020203060203" pitchFamily="34" charset="0"/>
              </a:rPr>
              <a:t>stop_words = </a:t>
            </a:r>
            <a:r>
              <a:rPr lang="en-US" sz="2400" dirty="0" err="1">
                <a:latin typeface="Bogle" panose="020B0503020203060203" pitchFamily="34" charset="0"/>
              </a:rPr>
              <a:t>stopwords.words</a:t>
            </a:r>
            <a:r>
              <a:rPr lang="en-US" sz="2400" dirty="0">
                <a:latin typeface="Bogle" panose="020B0503020203060203" pitchFamily="34" charset="0"/>
              </a:rPr>
              <a:t>('</a:t>
            </a:r>
            <a:r>
              <a:rPr lang="en-US" sz="2400" dirty="0" err="1">
                <a:latin typeface="Bogle" panose="020B0503020203060203" pitchFamily="34" charset="0"/>
              </a:rPr>
              <a:t>english</a:t>
            </a:r>
            <a:r>
              <a:rPr lang="en-US" sz="2400" dirty="0">
                <a:latin typeface="Bogle" panose="020B0503020203060203" pitchFamily="34" charset="0"/>
              </a:rPr>
              <a:t>')</a:t>
            </a:r>
          </a:p>
        </p:txBody>
      </p:sp>
    </p:spTree>
    <p:extLst>
      <p:ext uri="{BB962C8B-B14F-4D97-AF65-F5344CB8AC3E}">
        <p14:creationId xmlns:p14="http://schemas.microsoft.com/office/powerpoint/2010/main" val="2099530183"/>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637B5-12ED-4ECD-950C-298362B2F81F}"/>
              </a:ext>
            </a:extLst>
          </p:cNvPr>
          <p:cNvSpPr>
            <a:spLocks noGrp="1"/>
          </p:cNvSpPr>
          <p:nvPr>
            <p:ph type="title"/>
          </p:nvPr>
        </p:nvSpPr>
        <p:spPr>
          <a:xfrm>
            <a:off x="457200" y="274321"/>
            <a:ext cx="10515600" cy="640079"/>
          </a:xfrm>
        </p:spPr>
        <p:txBody>
          <a:bodyPr>
            <a:normAutofit fontScale="90000"/>
          </a:bodyPr>
          <a:lstStyle/>
          <a:p>
            <a:r>
              <a:rPr lang="en-US" dirty="0"/>
              <a:t>Lemmatized words</a:t>
            </a:r>
          </a:p>
        </p:txBody>
      </p:sp>
      <p:sp>
        <p:nvSpPr>
          <p:cNvPr id="3" name="Content Placeholder 2">
            <a:extLst>
              <a:ext uri="{FF2B5EF4-FFF2-40B4-BE49-F238E27FC236}">
                <a16:creationId xmlns:a16="http://schemas.microsoft.com/office/drawing/2014/main" id="{0D9ECB9E-FA09-4222-A94D-B4C517A495F6}"/>
              </a:ext>
            </a:extLst>
          </p:cNvPr>
          <p:cNvSpPr>
            <a:spLocks noGrp="1"/>
          </p:cNvSpPr>
          <p:nvPr>
            <p:ph idx="1"/>
          </p:nvPr>
        </p:nvSpPr>
        <p:spPr>
          <a:xfrm>
            <a:off x="238432" y="1336845"/>
            <a:ext cx="11715136" cy="2663987"/>
          </a:xfrm>
          <a:ln>
            <a:solidFill>
              <a:schemeClr val="accent4"/>
            </a:solidFill>
          </a:ln>
          <a:effectLst>
            <a:outerShdw blurRad="50800" dist="38100" dir="18900000" algn="b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numCol="6">
            <a:normAutofit/>
          </a:bodyPr>
          <a:lstStyle/>
          <a:p>
            <a:r>
              <a:rPr lang="en-US" sz="1200" b="0" dirty="0"/>
              <a:t>AM - AMS</a:t>
            </a:r>
          </a:p>
          <a:p>
            <a:r>
              <a:rPr lang="en-US" sz="1200" b="0" dirty="0"/>
              <a:t>BA - BAS</a:t>
            </a:r>
          </a:p>
          <a:p>
            <a:r>
              <a:rPr lang="en-US" sz="1200" b="0" dirty="0"/>
              <a:t>BH - BHS</a:t>
            </a:r>
          </a:p>
          <a:p>
            <a:r>
              <a:rPr lang="en-US" sz="1200" b="0" dirty="0"/>
              <a:t>BOX - BOXES</a:t>
            </a:r>
          </a:p>
          <a:p>
            <a:r>
              <a:rPr lang="en-US" sz="1200" b="0" dirty="0"/>
              <a:t>BUSHMAN - BUSHMANS</a:t>
            </a:r>
          </a:p>
          <a:p>
            <a:r>
              <a:rPr lang="en-US" sz="1200" b="0" dirty="0"/>
              <a:t>CA - CASS</a:t>
            </a:r>
          </a:p>
          <a:p>
            <a:r>
              <a:rPr lang="en-US" sz="1200" b="0" dirty="0"/>
              <a:t>CF - CFS</a:t>
            </a:r>
          </a:p>
          <a:p>
            <a:r>
              <a:rPr lang="en-US" sz="1200" b="0" dirty="0"/>
              <a:t>CHICKPEA - CHICKPEAS</a:t>
            </a:r>
          </a:p>
          <a:p>
            <a:r>
              <a:rPr lang="en-US" sz="1200" b="0" dirty="0"/>
              <a:t>CL - CLS</a:t>
            </a:r>
          </a:p>
          <a:p>
            <a:r>
              <a:rPr lang="en-US" sz="1200" b="0" dirty="0"/>
              <a:t>CLAMSHELL - CLAMSHELLS</a:t>
            </a:r>
          </a:p>
          <a:p>
            <a:r>
              <a:rPr lang="en-US" sz="1200" b="0" dirty="0"/>
              <a:t>COLOUR - COLOURS</a:t>
            </a:r>
          </a:p>
          <a:p>
            <a:r>
              <a:rPr lang="en-US" sz="1200" b="0" dirty="0"/>
              <a:t>CR - CRSS</a:t>
            </a:r>
          </a:p>
          <a:p>
            <a:r>
              <a:rPr lang="en-US" sz="1200" b="0" dirty="0"/>
              <a:t>CT - CTS</a:t>
            </a:r>
          </a:p>
          <a:p>
            <a:r>
              <a:rPr lang="en-US" sz="1200" b="0" dirty="0"/>
              <a:t>CUKE - CUKES</a:t>
            </a:r>
          </a:p>
          <a:p>
            <a:r>
              <a:rPr lang="en-US" sz="1200" b="0" dirty="0"/>
              <a:t>DA - DAS</a:t>
            </a:r>
          </a:p>
          <a:p>
            <a:r>
              <a:rPr lang="en-US" sz="1200" b="0" dirty="0"/>
              <a:t>DC - DCS</a:t>
            </a:r>
          </a:p>
          <a:p>
            <a:r>
              <a:rPr lang="en-US" sz="1200" b="0" dirty="0"/>
              <a:t>EA - EAS</a:t>
            </a:r>
          </a:p>
          <a:p>
            <a:r>
              <a:rPr lang="en-US" sz="1200" b="0" dirty="0"/>
              <a:t>ES - ESS</a:t>
            </a:r>
          </a:p>
          <a:p>
            <a:r>
              <a:rPr lang="en-US" sz="1200" b="0" dirty="0"/>
              <a:t>EX - EXS</a:t>
            </a:r>
          </a:p>
          <a:p>
            <a:r>
              <a:rPr lang="en-US" sz="1200" b="0" dirty="0"/>
              <a:t>FRY - FRIES</a:t>
            </a:r>
          </a:p>
          <a:p>
            <a:r>
              <a:rPr lang="en-US" sz="1200" b="0" dirty="0"/>
              <a:t>GD - GDS</a:t>
            </a:r>
          </a:p>
          <a:p>
            <a:r>
              <a:rPr lang="en-US" sz="1200" b="0" dirty="0"/>
              <a:t>GUPY - GUPPIES</a:t>
            </a:r>
          </a:p>
          <a:p>
            <a:r>
              <a:rPr lang="en-US" sz="1200" b="0" dirty="0"/>
              <a:t>HA - HASS</a:t>
            </a:r>
          </a:p>
          <a:p>
            <a:r>
              <a:rPr lang="en-US" sz="1200" b="0" dirty="0"/>
              <a:t>HFC - HFCS</a:t>
            </a:r>
          </a:p>
          <a:p>
            <a:r>
              <a:rPr lang="en-US" sz="1200" b="0" dirty="0"/>
              <a:t>HM - HMS</a:t>
            </a:r>
          </a:p>
          <a:p>
            <a:r>
              <a:rPr lang="en-US" sz="1200" b="0" dirty="0"/>
              <a:t>IN - INS</a:t>
            </a:r>
          </a:p>
          <a:p>
            <a:r>
              <a:rPr lang="en-US" sz="1200" b="0" dirty="0"/>
              <a:t>JIMMY - JIMMYS</a:t>
            </a:r>
          </a:p>
          <a:p>
            <a:r>
              <a:rPr lang="en-US" sz="1200" b="0" dirty="0"/>
              <a:t>KABOB - KABOBS</a:t>
            </a:r>
          </a:p>
          <a:p>
            <a:r>
              <a:rPr lang="en-US" sz="1200" b="0" dirty="0"/>
              <a:t>KANSA - KANSAS</a:t>
            </a:r>
          </a:p>
          <a:p>
            <a:r>
              <a:rPr lang="en-US" sz="1200" b="0" dirty="0"/>
              <a:t>KID - KIDS</a:t>
            </a:r>
          </a:p>
          <a:p>
            <a:r>
              <a:rPr lang="en-US" sz="1200" b="0" dirty="0"/>
              <a:t>LA - LAS</a:t>
            </a:r>
          </a:p>
          <a:p>
            <a:r>
              <a:rPr lang="en-US" sz="1200" b="0" dirty="0"/>
              <a:t>LB - LBS</a:t>
            </a:r>
          </a:p>
          <a:p>
            <a:r>
              <a:rPr lang="en-US" sz="1200" b="0" dirty="0"/>
              <a:t>MARY - MARIES</a:t>
            </a:r>
          </a:p>
          <a:p>
            <a:r>
              <a:rPr lang="en-US" sz="1200" b="0" dirty="0"/>
              <a:t>MEATBALLMELISSA</a:t>
            </a:r>
          </a:p>
          <a:p>
            <a:r>
              <a:rPr lang="en-US" sz="1200" b="0" dirty="0"/>
              <a:t>MIX - MIXES</a:t>
            </a:r>
          </a:p>
          <a:p>
            <a:r>
              <a:rPr lang="en-US" sz="1200" b="0" dirty="0"/>
              <a:t>MOTT - MOTTS</a:t>
            </a:r>
          </a:p>
          <a:p>
            <a:r>
              <a:rPr lang="en-US" sz="1200" b="0" dirty="0"/>
              <a:t>MU - MUS</a:t>
            </a:r>
          </a:p>
          <a:p>
            <a:r>
              <a:rPr lang="en-US" sz="1200" b="0" dirty="0"/>
              <a:t>NA - NAS</a:t>
            </a:r>
          </a:p>
          <a:p>
            <a:r>
              <a:rPr lang="en-US" sz="1200" b="0" dirty="0"/>
              <a:t>NJ - NJS</a:t>
            </a:r>
          </a:p>
          <a:p>
            <a:r>
              <a:rPr lang="en-US" sz="1200" b="0" dirty="0"/>
              <a:t>ORNAMENTAL</a:t>
            </a:r>
          </a:p>
          <a:p>
            <a:r>
              <a:rPr lang="en-US" sz="1200" b="0" dirty="0"/>
              <a:t>PA - PAS</a:t>
            </a:r>
          </a:p>
          <a:p>
            <a:r>
              <a:rPr lang="en-US" sz="1200" b="0" dirty="0"/>
              <a:t>PB - PBS</a:t>
            </a:r>
          </a:p>
          <a:p>
            <a:r>
              <a:rPr lang="en-US" sz="1200" b="0" dirty="0"/>
              <a:t>PC - PCS</a:t>
            </a:r>
          </a:p>
          <a:p>
            <a:r>
              <a:rPr lang="en-US" sz="1200" b="0" dirty="0"/>
              <a:t>PO - POS</a:t>
            </a:r>
          </a:p>
          <a:p>
            <a:r>
              <a:rPr lang="en-US" sz="1200" b="0" dirty="0"/>
              <a:t>POMP</a:t>
            </a:r>
          </a:p>
          <a:p>
            <a:r>
              <a:rPr lang="en-US" sz="1200" b="0" dirty="0"/>
              <a:t>POUCH - POUCHES</a:t>
            </a:r>
          </a:p>
          <a:p>
            <a:r>
              <a:rPr lang="en-US" sz="1200" b="0" dirty="0"/>
              <a:t>PUMPKINSEED</a:t>
            </a:r>
          </a:p>
          <a:p>
            <a:r>
              <a:rPr lang="en-US" sz="1200" b="0" dirty="0"/>
              <a:t>RA</a:t>
            </a:r>
          </a:p>
          <a:p>
            <a:r>
              <a:rPr lang="en-US" sz="1200" b="0" dirty="0"/>
              <a:t>ROM</a:t>
            </a:r>
          </a:p>
          <a:p>
            <a:r>
              <a:rPr lang="en-US" sz="1200" b="0" dirty="0"/>
              <a:t>SAT - SATS</a:t>
            </a:r>
          </a:p>
          <a:p>
            <a:r>
              <a:rPr lang="en-US" sz="1200" b="0" dirty="0"/>
              <a:t>SG - SGS</a:t>
            </a:r>
          </a:p>
          <a:p>
            <a:r>
              <a:rPr lang="en-US" sz="1200" b="0" dirty="0"/>
              <a:t>SL - SLS</a:t>
            </a:r>
          </a:p>
        </p:txBody>
      </p:sp>
      <p:sp>
        <p:nvSpPr>
          <p:cNvPr id="6" name="TextBox 5">
            <a:extLst>
              <a:ext uri="{FF2B5EF4-FFF2-40B4-BE49-F238E27FC236}">
                <a16:creationId xmlns:a16="http://schemas.microsoft.com/office/drawing/2014/main" id="{0B7E96D5-46E0-4CB5-9688-F130CEE6388E}"/>
              </a:ext>
            </a:extLst>
          </p:cNvPr>
          <p:cNvSpPr txBox="1"/>
          <p:nvPr/>
        </p:nvSpPr>
        <p:spPr>
          <a:xfrm>
            <a:off x="1002890" y="4452773"/>
            <a:ext cx="9969910" cy="1569660"/>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5"/>
          </a:lnRef>
          <a:fillRef idx="1">
            <a:schemeClr val="lt1"/>
          </a:fillRef>
          <a:effectRef idx="0">
            <a:schemeClr val="accent5"/>
          </a:effectRef>
          <a:fontRef idx="minor">
            <a:schemeClr val="dk1"/>
          </a:fontRef>
        </p:style>
        <p:txBody>
          <a:bodyPr wrap="square" rtlCol="0">
            <a:spAutoFit/>
          </a:bodyPr>
          <a:lstStyle/>
          <a:p>
            <a:pPr marL="285750" indent="-285750">
              <a:buFont typeface="Arial" panose="020B0604020202020204" pitchFamily="34" charset="0"/>
              <a:buChar char="•"/>
            </a:pPr>
            <a:r>
              <a:rPr lang="en-US" sz="2400" dirty="0">
                <a:latin typeface="Bogle" panose="020B0503020203060203" pitchFamily="34" charset="0"/>
              </a:rPr>
              <a:t>Count of the unique words is 53</a:t>
            </a:r>
          </a:p>
          <a:p>
            <a:pPr marL="285750" indent="-285750">
              <a:buFont typeface="Arial" panose="020B0604020202020204" pitchFamily="34" charset="0"/>
              <a:buChar char="•"/>
            </a:pPr>
            <a:r>
              <a:rPr lang="en-US" sz="2400" dirty="0">
                <a:latin typeface="Bogle" panose="020B0503020203060203" pitchFamily="34" charset="0"/>
              </a:rPr>
              <a:t>Total occurrence of these words in the train data is 1530</a:t>
            </a:r>
          </a:p>
          <a:p>
            <a:pPr marL="285750" indent="-285750">
              <a:buFont typeface="Arial" panose="020B0604020202020204" pitchFamily="34" charset="0"/>
              <a:buChar char="•"/>
            </a:pPr>
            <a:r>
              <a:rPr lang="en-US" sz="2400" dirty="0">
                <a:latin typeface="Bogle" panose="020B0503020203060203" pitchFamily="34" charset="0"/>
              </a:rPr>
              <a:t>No. of features on vectorizing the training data after removing stop words and performing lemmatization were reduced by 31.</a:t>
            </a:r>
          </a:p>
        </p:txBody>
      </p:sp>
      <p:sp>
        <p:nvSpPr>
          <p:cNvPr id="7" name="TextBox 6">
            <a:extLst>
              <a:ext uri="{FF2B5EF4-FFF2-40B4-BE49-F238E27FC236}">
                <a16:creationId xmlns:a16="http://schemas.microsoft.com/office/drawing/2014/main" id="{DFCED9C1-A24E-4735-ADCC-D27D69FAF842}"/>
              </a:ext>
            </a:extLst>
          </p:cNvPr>
          <p:cNvSpPr txBox="1"/>
          <p:nvPr/>
        </p:nvSpPr>
        <p:spPr>
          <a:xfrm>
            <a:off x="631723" y="6245125"/>
            <a:ext cx="11321845" cy="338554"/>
          </a:xfrm>
          <a:prstGeom prst="rect">
            <a:avLst/>
          </a:prstGeom>
          <a:noFill/>
        </p:spPr>
        <p:txBody>
          <a:bodyPr wrap="square" rtlCol="0">
            <a:spAutoFit/>
          </a:bodyPr>
          <a:lstStyle/>
          <a:p>
            <a:r>
              <a:rPr lang="en-US" sz="1600" i="1" dirty="0"/>
              <a:t>Note: Words like RS, CS, </a:t>
            </a:r>
            <a:r>
              <a:rPr lang="en-US" sz="1600" i="1" dirty="0" err="1"/>
              <a:t>etc</a:t>
            </a:r>
            <a:r>
              <a:rPr lang="en-US" sz="1600" i="1" dirty="0"/>
              <a:t> were also lemmatized to R, C respectively. The above analysis is after removing single char words.</a:t>
            </a:r>
          </a:p>
        </p:txBody>
      </p:sp>
    </p:spTree>
    <p:extLst>
      <p:ext uri="{BB962C8B-B14F-4D97-AF65-F5344CB8AC3E}">
        <p14:creationId xmlns:p14="http://schemas.microsoft.com/office/powerpoint/2010/main" val="1019027818"/>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E228F-F3F0-4315-BFE3-EAB054F82355}"/>
              </a:ext>
            </a:extLst>
          </p:cNvPr>
          <p:cNvSpPr>
            <a:spLocks noGrp="1"/>
          </p:cNvSpPr>
          <p:nvPr>
            <p:ph type="title"/>
          </p:nvPr>
        </p:nvSpPr>
        <p:spPr>
          <a:xfrm>
            <a:off x="140110" y="178313"/>
            <a:ext cx="10515600" cy="576983"/>
          </a:xfrm>
        </p:spPr>
        <p:txBody>
          <a:bodyPr>
            <a:normAutofit fontScale="90000"/>
          </a:bodyPr>
          <a:lstStyle/>
          <a:p>
            <a:r>
              <a:rPr lang="en-US" dirty="0"/>
              <a:t>Modelling using multiple metrics</a:t>
            </a:r>
          </a:p>
        </p:txBody>
      </p:sp>
      <p:graphicFrame>
        <p:nvGraphicFramePr>
          <p:cNvPr id="4" name="Table 4">
            <a:extLst>
              <a:ext uri="{FF2B5EF4-FFF2-40B4-BE49-F238E27FC236}">
                <a16:creationId xmlns:a16="http://schemas.microsoft.com/office/drawing/2014/main" id="{B96B9C71-9E9A-4A8D-B0CB-B9FEE1AF092D}"/>
              </a:ext>
            </a:extLst>
          </p:cNvPr>
          <p:cNvGraphicFramePr>
            <a:graphicFrameLocks noGrp="1"/>
          </p:cNvGraphicFramePr>
          <p:nvPr>
            <p:ph idx="1"/>
            <p:extLst>
              <p:ext uri="{D42A27DB-BD31-4B8C-83A1-F6EECF244321}">
                <p14:modId xmlns:p14="http://schemas.microsoft.com/office/powerpoint/2010/main" val="3207893660"/>
              </p:ext>
            </p:extLst>
          </p:nvPr>
        </p:nvGraphicFramePr>
        <p:xfrm>
          <a:off x="273269" y="1014720"/>
          <a:ext cx="11508827" cy="2537776"/>
        </p:xfrm>
        <a:graphic>
          <a:graphicData uri="http://schemas.openxmlformats.org/drawingml/2006/table">
            <a:tbl>
              <a:tblPr firstRow="1" bandRow="1">
                <a:effectLst>
                  <a:innerShdw blurRad="63500" dist="50800" dir="2700000">
                    <a:prstClr val="black">
                      <a:alpha val="50000"/>
                    </a:prstClr>
                  </a:innerShdw>
                </a:effectLst>
                <a:tableStyleId>{5C22544A-7EE6-4342-B048-85BDC9FD1C3A}</a:tableStyleId>
              </a:tblPr>
              <a:tblGrid>
                <a:gridCol w="817404">
                  <a:extLst>
                    <a:ext uri="{9D8B030D-6E8A-4147-A177-3AD203B41FA5}">
                      <a16:colId xmlns:a16="http://schemas.microsoft.com/office/drawing/2014/main" val="3002165624"/>
                    </a:ext>
                  </a:extLst>
                </a:gridCol>
                <a:gridCol w="2992631">
                  <a:extLst>
                    <a:ext uri="{9D8B030D-6E8A-4147-A177-3AD203B41FA5}">
                      <a16:colId xmlns:a16="http://schemas.microsoft.com/office/drawing/2014/main" val="156477634"/>
                    </a:ext>
                  </a:extLst>
                </a:gridCol>
                <a:gridCol w="1520451">
                  <a:extLst>
                    <a:ext uri="{9D8B030D-6E8A-4147-A177-3AD203B41FA5}">
                      <a16:colId xmlns:a16="http://schemas.microsoft.com/office/drawing/2014/main" val="1468779556"/>
                    </a:ext>
                  </a:extLst>
                </a:gridCol>
                <a:gridCol w="1350549">
                  <a:extLst>
                    <a:ext uri="{9D8B030D-6E8A-4147-A177-3AD203B41FA5}">
                      <a16:colId xmlns:a16="http://schemas.microsoft.com/office/drawing/2014/main" val="3918074769"/>
                    </a:ext>
                  </a:extLst>
                </a:gridCol>
                <a:gridCol w="1507835">
                  <a:extLst>
                    <a:ext uri="{9D8B030D-6E8A-4147-A177-3AD203B41FA5}">
                      <a16:colId xmlns:a16="http://schemas.microsoft.com/office/drawing/2014/main" val="1945801089"/>
                    </a:ext>
                  </a:extLst>
                </a:gridCol>
                <a:gridCol w="3319957">
                  <a:extLst>
                    <a:ext uri="{9D8B030D-6E8A-4147-A177-3AD203B41FA5}">
                      <a16:colId xmlns:a16="http://schemas.microsoft.com/office/drawing/2014/main" val="2513375502"/>
                    </a:ext>
                  </a:extLst>
                </a:gridCol>
              </a:tblGrid>
              <a:tr h="657660">
                <a:tc>
                  <a:txBody>
                    <a:bodyPr/>
                    <a:lstStyle/>
                    <a:p>
                      <a:pPr algn="ctr"/>
                      <a:r>
                        <a:rPr lang="en-US" dirty="0" err="1"/>
                        <a:t>S.No</a:t>
                      </a:r>
                      <a:endParaRPr lang="en-US" dirty="0"/>
                    </a:p>
                  </a:txBody>
                  <a:tcPr/>
                </a:tc>
                <a:tc>
                  <a:txBody>
                    <a:bodyPr/>
                    <a:lstStyle/>
                    <a:p>
                      <a:pPr algn="ctr"/>
                      <a:r>
                        <a:rPr lang="en-US" dirty="0"/>
                        <a:t>Model</a:t>
                      </a:r>
                    </a:p>
                  </a:txBody>
                  <a:tcPr/>
                </a:tc>
                <a:tc>
                  <a:txBody>
                    <a:bodyPr/>
                    <a:lstStyle/>
                    <a:p>
                      <a:pPr algn="ctr"/>
                      <a:r>
                        <a:rPr lang="en-US" dirty="0"/>
                        <a:t>Accuracy</a:t>
                      </a:r>
                    </a:p>
                  </a:txBody>
                  <a:tcPr/>
                </a:tc>
                <a:tc>
                  <a:txBody>
                    <a:bodyPr/>
                    <a:lstStyle/>
                    <a:p>
                      <a:pPr algn="ctr"/>
                      <a:r>
                        <a:rPr lang="en-US" dirty="0"/>
                        <a:t>Precision (Micro)</a:t>
                      </a:r>
                    </a:p>
                  </a:txBody>
                  <a:tcPr/>
                </a:tc>
                <a:tc>
                  <a:txBody>
                    <a:bodyPr/>
                    <a:lstStyle/>
                    <a:p>
                      <a:pPr algn="ctr"/>
                      <a:r>
                        <a:rPr lang="en-US" dirty="0"/>
                        <a:t>Recall (Micro)</a:t>
                      </a:r>
                    </a:p>
                  </a:txBody>
                  <a:tcPr/>
                </a:tc>
                <a:tc>
                  <a:txBody>
                    <a:bodyPr/>
                    <a:lstStyle/>
                    <a:p>
                      <a:pPr algn="ctr"/>
                      <a:r>
                        <a:rPr lang="en-US" dirty="0"/>
                        <a:t>Accuracy after hyperparameter tuning</a:t>
                      </a:r>
                    </a:p>
                  </a:txBody>
                  <a:tcPr/>
                </a:tc>
                <a:extLst>
                  <a:ext uri="{0D108BD9-81ED-4DB2-BD59-A6C34878D82A}">
                    <a16:rowId xmlns:a16="http://schemas.microsoft.com/office/drawing/2014/main" val="4264442226"/>
                  </a:ext>
                </a:extLst>
              </a:tr>
              <a:tr h="37580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Random Forest</a:t>
                      </a:r>
                    </a:p>
                  </a:txBody>
                  <a:tcPr/>
                </a:tc>
                <a:tc>
                  <a:txBody>
                    <a:bodyPr/>
                    <a:lstStyle/>
                    <a:p>
                      <a:pPr algn="ctr"/>
                      <a:r>
                        <a:rPr lang="en-US" dirty="0"/>
                        <a:t>0.98900</a:t>
                      </a:r>
                    </a:p>
                  </a:txBody>
                  <a:tcPr/>
                </a:tc>
                <a:tc>
                  <a:txBody>
                    <a:bodyPr/>
                    <a:lstStyle/>
                    <a:p>
                      <a:pPr algn="ctr"/>
                      <a:r>
                        <a:rPr lang="en-US" dirty="0"/>
                        <a:t>0.98900</a:t>
                      </a:r>
                    </a:p>
                  </a:txBody>
                  <a:tcPr/>
                </a:tc>
                <a:tc>
                  <a:txBody>
                    <a:bodyPr/>
                    <a:lstStyle/>
                    <a:p>
                      <a:pPr algn="ctr"/>
                      <a:r>
                        <a:rPr lang="en-US" dirty="0"/>
                        <a:t>0.98900</a:t>
                      </a:r>
                    </a:p>
                  </a:txBody>
                  <a:tcPr/>
                </a:tc>
                <a:tc>
                  <a:txBody>
                    <a:bodyPr/>
                    <a:lstStyle/>
                    <a:p>
                      <a:pPr algn="ctr"/>
                      <a:r>
                        <a:rPr lang="en-US" dirty="0"/>
                        <a:t>98.917</a:t>
                      </a:r>
                    </a:p>
                  </a:txBody>
                  <a:tcPr/>
                </a:tc>
                <a:extLst>
                  <a:ext uri="{0D108BD9-81ED-4DB2-BD59-A6C34878D82A}">
                    <a16:rowId xmlns:a16="http://schemas.microsoft.com/office/drawing/2014/main" val="324554656"/>
                  </a:ext>
                </a:extLst>
              </a:tr>
              <a:tr h="375805">
                <a:tc>
                  <a:txBody>
                    <a:bodyPr/>
                    <a:lstStyle/>
                    <a:p>
                      <a:pPr algn="ctr"/>
                      <a:r>
                        <a:rPr lang="en-US" dirty="0"/>
                        <a:t>2.</a:t>
                      </a:r>
                    </a:p>
                  </a:txBody>
                  <a:tcPr/>
                </a:tc>
                <a:tc>
                  <a:txBody>
                    <a:bodyPr/>
                    <a:lstStyle/>
                    <a:p>
                      <a:pPr algn="ctr"/>
                      <a:r>
                        <a:rPr lang="en-US" dirty="0"/>
                        <a:t>SVM</a:t>
                      </a:r>
                    </a:p>
                  </a:txBody>
                  <a:tcPr/>
                </a:tc>
                <a:tc>
                  <a:txBody>
                    <a:bodyPr/>
                    <a:lstStyle/>
                    <a:p>
                      <a:pPr algn="ctr"/>
                      <a:r>
                        <a:rPr lang="en-US" dirty="0"/>
                        <a:t>0.98100</a:t>
                      </a:r>
                    </a:p>
                  </a:txBody>
                  <a:tcPr/>
                </a:tc>
                <a:tc>
                  <a:txBody>
                    <a:bodyPr/>
                    <a:lstStyle/>
                    <a:p>
                      <a:pPr algn="ctr"/>
                      <a:r>
                        <a:rPr lang="en-US" dirty="0"/>
                        <a:t>0.98100</a:t>
                      </a:r>
                    </a:p>
                  </a:txBody>
                  <a:tcPr/>
                </a:tc>
                <a:tc>
                  <a:txBody>
                    <a:bodyPr/>
                    <a:lstStyle/>
                    <a:p>
                      <a:pPr algn="ctr"/>
                      <a:r>
                        <a:rPr lang="en-US" dirty="0"/>
                        <a:t>0.98100</a:t>
                      </a:r>
                    </a:p>
                  </a:txBody>
                  <a:tcPr/>
                </a:tc>
                <a:tc>
                  <a:txBody>
                    <a:bodyPr/>
                    <a:lstStyle/>
                    <a:p>
                      <a:pPr algn="ctr"/>
                      <a:r>
                        <a:rPr lang="en-US" dirty="0"/>
                        <a:t>98.489</a:t>
                      </a:r>
                    </a:p>
                  </a:txBody>
                  <a:tcPr/>
                </a:tc>
                <a:extLst>
                  <a:ext uri="{0D108BD9-81ED-4DB2-BD59-A6C34878D82A}">
                    <a16:rowId xmlns:a16="http://schemas.microsoft.com/office/drawing/2014/main" val="2909922850"/>
                  </a:ext>
                </a:extLst>
              </a:tr>
              <a:tr h="375805">
                <a:tc>
                  <a:txBody>
                    <a:bodyPr/>
                    <a:lstStyle/>
                    <a:p>
                      <a:pPr algn="ctr"/>
                      <a:r>
                        <a:rPr lang="en-US" dirty="0"/>
                        <a:t>3.</a:t>
                      </a:r>
                    </a:p>
                  </a:txBody>
                  <a:tcPr/>
                </a:tc>
                <a:tc>
                  <a:txBody>
                    <a:bodyPr/>
                    <a:lstStyle/>
                    <a:p>
                      <a:pPr algn="ctr"/>
                      <a:r>
                        <a:rPr lang="en-US" dirty="0"/>
                        <a:t>Logistic Regression</a:t>
                      </a:r>
                    </a:p>
                  </a:txBody>
                  <a:tcPr/>
                </a:tc>
                <a:tc>
                  <a:txBody>
                    <a:bodyPr/>
                    <a:lstStyle/>
                    <a:p>
                      <a:pPr algn="ctr"/>
                      <a:r>
                        <a:rPr lang="en-US" dirty="0"/>
                        <a:t>0.97743</a:t>
                      </a:r>
                    </a:p>
                  </a:txBody>
                  <a:tcPr/>
                </a:tc>
                <a:tc>
                  <a:txBody>
                    <a:bodyPr/>
                    <a:lstStyle/>
                    <a:p>
                      <a:pPr algn="ctr"/>
                      <a:r>
                        <a:rPr lang="en-US" dirty="0"/>
                        <a:t>0.97743</a:t>
                      </a:r>
                    </a:p>
                  </a:txBody>
                  <a:tcPr/>
                </a:tc>
                <a:tc>
                  <a:txBody>
                    <a:bodyPr/>
                    <a:lstStyle/>
                    <a:p>
                      <a:pPr algn="ctr"/>
                      <a:r>
                        <a:rPr lang="en-US" dirty="0"/>
                        <a:t>0.97743</a:t>
                      </a:r>
                    </a:p>
                  </a:txBody>
                  <a:tcPr/>
                </a:tc>
                <a:tc>
                  <a:txBody>
                    <a:bodyPr/>
                    <a:lstStyle/>
                    <a:p>
                      <a:pPr algn="ctr"/>
                      <a:r>
                        <a:rPr lang="en-US" dirty="0"/>
                        <a:t>98.908</a:t>
                      </a:r>
                    </a:p>
                  </a:txBody>
                  <a:tcPr/>
                </a:tc>
                <a:extLst>
                  <a:ext uri="{0D108BD9-81ED-4DB2-BD59-A6C34878D82A}">
                    <a16:rowId xmlns:a16="http://schemas.microsoft.com/office/drawing/2014/main" val="997623852"/>
                  </a:ext>
                </a:extLst>
              </a:tr>
              <a:tr h="375805">
                <a:tc>
                  <a:txBody>
                    <a:bodyPr/>
                    <a:lstStyle/>
                    <a:p>
                      <a:pPr algn="ctr"/>
                      <a:r>
                        <a:rPr lang="en-US" dirty="0"/>
                        <a:t>4.</a:t>
                      </a:r>
                    </a:p>
                  </a:txBody>
                  <a:tcPr/>
                </a:tc>
                <a:tc>
                  <a:txBody>
                    <a:bodyPr/>
                    <a:lstStyle/>
                    <a:p>
                      <a:pPr algn="ctr"/>
                      <a:r>
                        <a:rPr lang="en-US" dirty="0"/>
                        <a:t>KNN</a:t>
                      </a:r>
                    </a:p>
                  </a:txBody>
                  <a:tcPr/>
                </a:tc>
                <a:tc>
                  <a:txBody>
                    <a:bodyPr/>
                    <a:lstStyle/>
                    <a:p>
                      <a:pPr algn="ctr"/>
                      <a:r>
                        <a:rPr lang="en-US" dirty="0"/>
                        <a:t>0.96050</a:t>
                      </a:r>
                    </a:p>
                  </a:txBody>
                  <a:tcPr/>
                </a:tc>
                <a:tc>
                  <a:txBody>
                    <a:bodyPr/>
                    <a:lstStyle/>
                    <a:p>
                      <a:pPr algn="ctr"/>
                      <a:r>
                        <a:rPr lang="en-US" dirty="0"/>
                        <a:t>0.96050</a:t>
                      </a:r>
                    </a:p>
                  </a:txBody>
                  <a:tcPr/>
                </a:tc>
                <a:tc>
                  <a:txBody>
                    <a:bodyPr/>
                    <a:lstStyle/>
                    <a:p>
                      <a:pPr algn="ctr"/>
                      <a:r>
                        <a:rPr lang="en-US" dirty="0"/>
                        <a:t>0.96050</a:t>
                      </a:r>
                    </a:p>
                  </a:txBody>
                  <a:tcPr/>
                </a:tc>
                <a:tc>
                  <a:txBody>
                    <a:bodyPr/>
                    <a:lstStyle/>
                    <a:p>
                      <a:pPr algn="ctr"/>
                      <a:r>
                        <a:rPr lang="en-US" dirty="0"/>
                        <a:t>X</a:t>
                      </a:r>
                    </a:p>
                  </a:txBody>
                  <a:tcPr/>
                </a:tc>
                <a:extLst>
                  <a:ext uri="{0D108BD9-81ED-4DB2-BD59-A6C34878D82A}">
                    <a16:rowId xmlns:a16="http://schemas.microsoft.com/office/drawing/2014/main" val="3303264038"/>
                  </a:ext>
                </a:extLst>
              </a:tr>
              <a:tr h="376896">
                <a:tc>
                  <a:txBody>
                    <a:bodyPr/>
                    <a:lstStyle/>
                    <a:p>
                      <a:pPr algn="ctr"/>
                      <a:r>
                        <a:rPr lang="en-US" dirty="0"/>
                        <a:t>5.</a:t>
                      </a:r>
                    </a:p>
                  </a:txBody>
                  <a:tcPr/>
                </a:tc>
                <a:tc>
                  <a:txBody>
                    <a:bodyPr/>
                    <a:lstStyle/>
                    <a:p>
                      <a:pPr algn="ctr"/>
                      <a:r>
                        <a:rPr lang="en-US" dirty="0"/>
                        <a:t>Multinomial Naïve Bayes</a:t>
                      </a:r>
                    </a:p>
                  </a:txBody>
                  <a:tcPr/>
                </a:tc>
                <a:tc>
                  <a:txBody>
                    <a:bodyPr/>
                    <a:lstStyle/>
                    <a:p>
                      <a:pPr algn="ctr"/>
                      <a:r>
                        <a:rPr lang="en-US" dirty="0"/>
                        <a:t>0.79816</a:t>
                      </a:r>
                    </a:p>
                  </a:txBody>
                  <a:tcPr/>
                </a:tc>
                <a:tc>
                  <a:txBody>
                    <a:bodyPr/>
                    <a:lstStyle/>
                    <a:p>
                      <a:pPr algn="ctr"/>
                      <a:r>
                        <a:rPr lang="en-US" dirty="0"/>
                        <a:t>0.79816</a:t>
                      </a:r>
                    </a:p>
                  </a:txBody>
                  <a:tcPr/>
                </a:tc>
                <a:tc>
                  <a:txBody>
                    <a:bodyPr/>
                    <a:lstStyle/>
                    <a:p>
                      <a:pPr algn="ctr"/>
                      <a:r>
                        <a:rPr lang="en-US" dirty="0"/>
                        <a:t>0.79816</a:t>
                      </a:r>
                    </a:p>
                  </a:txBody>
                  <a:tcPr/>
                </a:tc>
                <a:tc>
                  <a:txBody>
                    <a:bodyPr/>
                    <a:lstStyle/>
                    <a:p>
                      <a:pPr algn="ctr"/>
                      <a:r>
                        <a:rPr lang="en-US" dirty="0"/>
                        <a:t>X</a:t>
                      </a:r>
                    </a:p>
                  </a:txBody>
                  <a:tcPr/>
                </a:tc>
                <a:extLst>
                  <a:ext uri="{0D108BD9-81ED-4DB2-BD59-A6C34878D82A}">
                    <a16:rowId xmlns:a16="http://schemas.microsoft.com/office/drawing/2014/main" val="3893127814"/>
                  </a:ext>
                </a:extLst>
              </a:tr>
            </a:tbl>
          </a:graphicData>
        </a:graphic>
      </p:graphicFrame>
      <p:sp>
        <p:nvSpPr>
          <p:cNvPr id="10" name="TextBox 9">
            <a:extLst>
              <a:ext uri="{FF2B5EF4-FFF2-40B4-BE49-F238E27FC236}">
                <a16:creationId xmlns:a16="http://schemas.microsoft.com/office/drawing/2014/main" id="{A960B182-9E75-40B7-8F60-992E2CC2A1D6}"/>
              </a:ext>
            </a:extLst>
          </p:cNvPr>
          <p:cNvSpPr txBox="1"/>
          <p:nvPr/>
        </p:nvSpPr>
        <p:spPr>
          <a:xfrm>
            <a:off x="457199" y="4647180"/>
            <a:ext cx="5653549" cy="1200329"/>
          </a:xfrm>
          <a:prstGeom prst="rect">
            <a:avLst/>
          </a:prstGeom>
          <a:effectLst>
            <a:outerShdw blurRad="50800" dist="38100" dir="5400000" algn="t"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wrap="square" rtlCol="0">
            <a:spAutoFit/>
          </a:bodyPr>
          <a:lstStyle/>
          <a:p>
            <a:pPr marL="285750" indent="-285750">
              <a:buFont typeface="Arial" panose="020B0604020202020204" pitchFamily="34" charset="0"/>
              <a:buChar char="•"/>
            </a:pPr>
            <a:r>
              <a:rPr lang="en-US" dirty="0"/>
              <a:t>Total classes = 533</a:t>
            </a:r>
          </a:p>
          <a:p>
            <a:pPr marL="285750" indent="-285750">
              <a:buFont typeface="Arial" panose="020B0604020202020204" pitchFamily="34" charset="0"/>
              <a:buChar char="•"/>
            </a:pPr>
            <a:r>
              <a:rPr lang="en-US" dirty="0"/>
              <a:t>5-fold cross validation performed</a:t>
            </a:r>
          </a:p>
          <a:p>
            <a:pPr marL="285750" indent="-285750">
              <a:buFont typeface="Arial" panose="020B0604020202020204" pitchFamily="34" charset="0"/>
              <a:buChar char="•"/>
            </a:pPr>
            <a:r>
              <a:rPr lang="en-US" dirty="0"/>
              <a:t>Class_weight = balanced used for RF, LR and SVM</a:t>
            </a:r>
          </a:p>
          <a:p>
            <a:pPr marL="285750" indent="-285750">
              <a:buFont typeface="Arial" panose="020B0604020202020204" pitchFamily="34" charset="0"/>
              <a:buChar char="•"/>
            </a:pPr>
            <a:r>
              <a:rPr lang="en-US" dirty="0"/>
              <a:t>Tfidf vectorizer used for all with min_df = 1 (default)</a:t>
            </a:r>
          </a:p>
        </p:txBody>
      </p:sp>
      <p:sp>
        <p:nvSpPr>
          <p:cNvPr id="11" name="TextBox 10">
            <a:extLst>
              <a:ext uri="{FF2B5EF4-FFF2-40B4-BE49-F238E27FC236}">
                <a16:creationId xmlns:a16="http://schemas.microsoft.com/office/drawing/2014/main" id="{9AA06E35-D3E0-42B0-BBA5-9EFC5A71BD27}"/>
              </a:ext>
            </a:extLst>
          </p:cNvPr>
          <p:cNvSpPr txBox="1"/>
          <p:nvPr/>
        </p:nvSpPr>
        <p:spPr>
          <a:xfrm>
            <a:off x="6779342" y="4730164"/>
            <a:ext cx="5132439" cy="646331"/>
          </a:xfrm>
          <a:prstGeom prst="rect">
            <a:avLst/>
          </a:prstGeom>
          <a:effectLst>
            <a:outerShdw blurRad="50800" dist="38100" dir="5400000" algn="t"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rtlCol="0">
            <a:spAutoFit/>
          </a:bodyPr>
          <a:lstStyle/>
          <a:p>
            <a:pPr marL="285750" indent="-285750">
              <a:buFont typeface="Arial" panose="020B0604020202020204" pitchFamily="34" charset="0"/>
              <a:buChar char="•"/>
            </a:pPr>
            <a:r>
              <a:rPr lang="en-US" dirty="0"/>
              <a:t>Same accuracy, precision and recall score on cross validation.</a:t>
            </a:r>
          </a:p>
        </p:txBody>
      </p:sp>
      <p:sp>
        <p:nvSpPr>
          <p:cNvPr id="12" name="TextBox 11">
            <a:extLst>
              <a:ext uri="{FF2B5EF4-FFF2-40B4-BE49-F238E27FC236}">
                <a16:creationId xmlns:a16="http://schemas.microsoft.com/office/drawing/2014/main" id="{60462991-2551-48FA-8CBF-602F68B8E71E}"/>
              </a:ext>
            </a:extLst>
          </p:cNvPr>
          <p:cNvSpPr txBox="1"/>
          <p:nvPr/>
        </p:nvSpPr>
        <p:spPr>
          <a:xfrm>
            <a:off x="1170039" y="4153506"/>
            <a:ext cx="4227871" cy="369332"/>
          </a:xfrm>
          <a:prstGeom prst="rect">
            <a:avLst/>
          </a:prstGeom>
          <a:solidFill>
            <a:srgbClr val="78B9E7"/>
          </a:solidFill>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b="1" dirty="0"/>
              <a:t>CONDITIONS</a:t>
            </a:r>
          </a:p>
        </p:txBody>
      </p:sp>
      <p:sp>
        <p:nvSpPr>
          <p:cNvPr id="14" name="TextBox 13">
            <a:extLst>
              <a:ext uri="{FF2B5EF4-FFF2-40B4-BE49-F238E27FC236}">
                <a16:creationId xmlns:a16="http://schemas.microsoft.com/office/drawing/2014/main" id="{0C21A1E8-C9BC-4416-96FD-B7C9904BB8ED}"/>
              </a:ext>
            </a:extLst>
          </p:cNvPr>
          <p:cNvSpPr txBox="1"/>
          <p:nvPr/>
        </p:nvSpPr>
        <p:spPr>
          <a:xfrm>
            <a:off x="6985818" y="4153506"/>
            <a:ext cx="4227871" cy="369332"/>
          </a:xfrm>
          <a:prstGeom prst="rect">
            <a:avLst/>
          </a:prstGeom>
          <a:solidFill>
            <a:srgbClr val="F47521"/>
          </a:solidFill>
        </p:spPr>
        <p:style>
          <a:lnRef idx="0">
            <a:schemeClr val="accent6"/>
          </a:lnRef>
          <a:fillRef idx="3">
            <a:schemeClr val="accent6"/>
          </a:fillRef>
          <a:effectRef idx="3">
            <a:schemeClr val="accent6"/>
          </a:effectRef>
          <a:fontRef idx="minor">
            <a:schemeClr val="lt1"/>
          </a:fontRef>
        </p:style>
        <p:txBody>
          <a:bodyPr wrap="square" rtlCol="0">
            <a:spAutoFit/>
          </a:bodyPr>
          <a:lstStyle/>
          <a:p>
            <a:pPr algn="ctr"/>
            <a:r>
              <a:rPr lang="en-US" b="1" dirty="0"/>
              <a:t>RESULTS</a:t>
            </a:r>
          </a:p>
        </p:txBody>
      </p:sp>
    </p:spTree>
    <p:extLst>
      <p:ext uri="{BB962C8B-B14F-4D97-AF65-F5344CB8AC3E}">
        <p14:creationId xmlns:p14="http://schemas.microsoft.com/office/powerpoint/2010/main" val="397810291"/>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F411D-A414-466F-BE7A-9ABD4AB0AB38}"/>
              </a:ext>
            </a:extLst>
          </p:cNvPr>
          <p:cNvSpPr>
            <a:spLocks noGrp="1"/>
          </p:cNvSpPr>
          <p:nvPr>
            <p:ph type="title"/>
          </p:nvPr>
        </p:nvSpPr>
        <p:spPr>
          <a:xfrm>
            <a:off x="457200" y="274320"/>
            <a:ext cx="10515600" cy="667789"/>
          </a:xfrm>
        </p:spPr>
        <p:txBody>
          <a:bodyPr>
            <a:normAutofit fontScale="90000"/>
          </a:bodyPr>
          <a:lstStyle/>
          <a:p>
            <a:r>
              <a:rPr lang="en-US" dirty="0"/>
              <a:t>Baseline models</a:t>
            </a:r>
          </a:p>
        </p:txBody>
      </p:sp>
      <p:sp>
        <p:nvSpPr>
          <p:cNvPr id="5" name="TextBox 4">
            <a:extLst>
              <a:ext uri="{FF2B5EF4-FFF2-40B4-BE49-F238E27FC236}">
                <a16:creationId xmlns:a16="http://schemas.microsoft.com/office/drawing/2014/main" id="{2F5D2E08-D4CC-4B33-842B-D9D44ACA4143}"/>
              </a:ext>
            </a:extLst>
          </p:cNvPr>
          <p:cNvSpPr txBox="1"/>
          <p:nvPr/>
        </p:nvSpPr>
        <p:spPr>
          <a:xfrm>
            <a:off x="212622" y="3844704"/>
            <a:ext cx="4926937" cy="1384995"/>
          </a:xfrm>
          <a:prstGeom prst="rect">
            <a:avLst/>
          </a:prstGeom>
          <a:solidFill>
            <a:schemeClr val="accent6">
              <a:lumMod val="60000"/>
              <a:lumOff val="4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pPr marL="285750" indent="-285750">
              <a:buFont typeface="Arial" panose="020B0604020202020204" pitchFamily="34" charset="0"/>
              <a:buChar char="•"/>
            </a:pPr>
            <a:r>
              <a:rPr lang="en-US" sz="2800" dirty="0">
                <a:solidFill>
                  <a:schemeClr val="tx1"/>
                </a:solidFill>
              </a:rPr>
              <a:t>N_estimators = 120</a:t>
            </a:r>
          </a:p>
          <a:p>
            <a:pPr marL="285750" indent="-285750">
              <a:buFont typeface="Arial" panose="020B0604020202020204" pitchFamily="34" charset="0"/>
              <a:buChar char="•"/>
            </a:pPr>
            <a:r>
              <a:rPr lang="en-US" sz="2800" dirty="0">
                <a:solidFill>
                  <a:schemeClr val="tx1"/>
                </a:solidFill>
              </a:rPr>
              <a:t>Class_weight = balanced</a:t>
            </a:r>
          </a:p>
          <a:p>
            <a:pPr marL="285750" indent="-285750">
              <a:buFont typeface="Arial" panose="020B0604020202020204" pitchFamily="34" charset="0"/>
              <a:buChar char="•"/>
            </a:pPr>
            <a:r>
              <a:rPr lang="en-US" sz="2800" dirty="0">
                <a:solidFill>
                  <a:schemeClr val="tx1"/>
                </a:solidFill>
              </a:rPr>
              <a:t>Tfidf vectorizer (</a:t>
            </a:r>
            <a:r>
              <a:rPr lang="en-US" sz="2800" dirty="0" err="1">
                <a:solidFill>
                  <a:schemeClr val="tx1"/>
                </a:solidFill>
              </a:rPr>
              <a:t>min_df</a:t>
            </a:r>
            <a:r>
              <a:rPr lang="en-US" sz="2800" dirty="0">
                <a:solidFill>
                  <a:schemeClr val="tx1"/>
                </a:solidFill>
              </a:rPr>
              <a:t> = 10)</a:t>
            </a:r>
          </a:p>
        </p:txBody>
      </p:sp>
      <p:sp>
        <p:nvSpPr>
          <p:cNvPr id="6" name="Content Placeholder 2">
            <a:extLst>
              <a:ext uri="{FF2B5EF4-FFF2-40B4-BE49-F238E27FC236}">
                <a16:creationId xmlns:a16="http://schemas.microsoft.com/office/drawing/2014/main" id="{AF5D1080-99FB-43DB-96DB-BCB40D3732EC}"/>
              </a:ext>
            </a:extLst>
          </p:cNvPr>
          <p:cNvSpPr txBox="1">
            <a:spLocks/>
          </p:cNvSpPr>
          <p:nvPr/>
        </p:nvSpPr>
        <p:spPr>
          <a:xfrm>
            <a:off x="5311072" y="2079921"/>
            <a:ext cx="4301612" cy="2698157"/>
          </a:xfrm>
          <a:prstGeom prst="rect">
            <a:avLst/>
          </a:prstGeom>
          <a:solidFill>
            <a:schemeClr val="accent2">
              <a:lumMod val="20000"/>
              <a:lumOff val="80000"/>
            </a:schemeClr>
          </a:solidFill>
          <a:effectLst>
            <a:outerShdw blurRad="63500" sx="102000" sy="102000" algn="ctr" rotWithShape="0">
              <a:prstClr val="black">
                <a:alpha val="40000"/>
              </a:prstClr>
            </a:outerShdw>
          </a:effectLst>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C= 215.4464</a:t>
            </a:r>
          </a:p>
          <a:p>
            <a:r>
              <a:rPr lang="en-US" sz="2000" dirty="0"/>
              <a:t>Penalty = l1</a:t>
            </a:r>
          </a:p>
          <a:p>
            <a:r>
              <a:rPr lang="en-US" sz="2000" dirty="0" err="1"/>
              <a:t>class_weight</a:t>
            </a:r>
            <a:r>
              <a:rPr lang="en-US" sz="2000" dirty="0"/>
              <a:t>= 'balanced'</a:t>
            </a:r>
          </a:p>
          <a:p>
            <a:r>
              <a:rPr lang="en-US" sz="2000" dirty="0"/>
              <a:t>solver= ‘saga’</a:t>
            </a:r>
          </a:p>
          <a:p>
            <a:r>
              <a:rPr lang="en-US" sz="2000" dirty="0"/>
              <a:t>Tfidf vectorizer (min_df= 10)</a:t>
            </a:r>
          </a:p>
          <a:p>
            <a:r>
              <a:rPr lang="en-US" sz="2000" dirty="0"/>
              <a:t>Accuracy = 0.98908</a:t>
            </a:r>
          </a:p>
        </p:txBody>
      </p:sp>
      <p:sp>
        <p:nvSpPr>
          <p:cNvPr id="7" name="Content Placeholder 2">
            <a:extLst>
              <a:ext uri="{FF2B5EF4-FFF2-40B4-BE49-F238E27FC236}">
                <a16:creationId xmlns:a16="http://schemas.microsoft.com/office/drawing/2014/main" id="{96649AE2-A3E0-424E-BB8E-A1B998F7EFDE}"/>
              </a:ext>
            </a:extLst>
          </p:cNvPr>
          <p:cNvSpPr>
            <a:spLocks noGrp="1"/>
          </p:cNvSpPr>
          <p:nvPr>
            <p:ph idx="1"/>
          </p:nvPr>
        </p:nvSpPr>
        <p:spPr>
          <a:xfrm>
            <a:off x="5628205" y="4996360"/>
            <a:ext cx="5102858" cy="1667199"/>
          </a:xfrm>
          <a:solidFill>
            <a:schemeClr val="accent6">
              <a:lumMod val="20000"/>
              <a:lumOff val="80000"/>
            </a:schemeClr>
          </a:solidFill>
        </p:spPr>
        <p:txBody>
          <a:bodyPr/>
          <a:lstStyle/>
          <a:p>
            <a:r>
              <a:rPr lang="en-US" b="0" dirty="0"/>
              <a:t>Class_weight = balanced</a:t>
            </a:r>
          </a:p>
          <a:p>
            <a:r>
              <a:rPr lang="en-US" b="0" dirty="0"/>
              <a:t>Kernel = linear</a:t>
            </a:r>
          </a:p>
          <a:p>
            <a:r>
              <a:rPr lang="en-US" b="0" dirty="0"/>
              <a:t>Count vectorizer (</a:t>
            </a:r>
            <a:r>
              <a:rPr lang="en-US" b="0" dirty="0" err="1"/>
              <a:t>min_df</a:t>
            </a:r>
            <a:r>
              <a:rPr lang="en-US" b="0" dirty="0"/>
              <a:t> = 10)</a:t>
            </a:r>
          </a:p>
        </p:txBody>
      </p:sp>
    </p:spTree>
    <p:extLst>
      <p:ext uri="{BB962C8B-B14F-4D97-AF65-F5344CB8AC3E}">
        <p14:creationId xmlns:p14="http://schemas.microsoft.com/office/powerpoint/2010/main" val="420123419"/>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13E85-2CA6-4779-A7CC-35D3EC2F2D61}"/>
              </a:ext>
            </a:extLst>
          </p:cNvPr>
          <p:cNvSpPr>
            <a:spLocks noGrp="1"/>
          </p:cNvSpPr>
          <p:nvPr>
            <p:ph type="title"/>
          </p:nvPr>
        </p:nvSpPr>
        <p:spPr>
          <a:xfrm>
            <a:off x="286378" y="187402"/>
            <a:ext cx="10515600" cy="519500"/>
          </a:xfrm>
        </p:spPr>
        <p:txBody>
          <a:bodyPr>
            <a:normAutofit fontScale="90000"/>
          </a:bodyPr>
          <a:lstStyle/>
          <a:p>
            <a:r>
              <a:rPr lang="en-US" dirty="0"/>
              <a:t>Feature cleaning</a:t>
            </a:r>
          </a:p>
        </p:txBody>
      </p:sp>
      <p:graphicFrame>
        <p:nvGraphicFramePr>
          <p:cNvPr id="4" name="Diagram 3">
            <a:extLst>
              <a:ext uri="{FF2B5EF4-FFF2-40B4-BE49-F238E27FC236}">
                <a16:creationId xmlns:a16="http://schemas.microsoft.com/office/drawing/2014/main" id="{C86A0575-8A35-4C60-A596-ED06D65CEDE3}"/>
              </a:ext>
            </a:extLst>
          </p:cNvPr>
          <p:cNvGraphicFramePr/>
          <p:nvPr/>
        </p:nvGraphicFramePr>
        <p:xfrm>
          <a:off x="432080" y="900536"/>
          <a:ext cx="11224008" cy="55103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2896387"/>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D9612E-AB40-4CE5-B2A2-40FE9929DA52}"/>
              </a:ext>
            </a:extLst>
          </p:cNvPr>
          <p:cNvSpPr>
            <a:spLocks noGrp="1"/>
          </p:cNvSpPr>
          <p:nvPr>
            <p:ph type="title"/>
          </p:nvPr>
        </p:nvSpPr>
        <p:spPr>
          <a:xfrm>
            <a:off x="457200" y="274320"/>
            <a:ext cx="10515600" cy="790805"/>
          </a:xfrm>
        </p:spPr>
        <p:txBody>
          <a:bodyPr/>
          <a:lstStyle/>
          <a:p>
            <a:r>
              <a:rPr lang="en-US" dirty="0"/>
              <a:t>Manually found incorrect features</a:t>
            </a:r>
          </a:p>
        </p:txBody>
      </p:sp>
      <p:sp>
        <p:nvSpPr>
          <p:cNvPr id="3" name="Content Placeholder 2">
            <a:extLst>
              <a:ext uri="{FF2B5EF4-FFF2-40B4-BE49-F238E27FC236}">
                <a16:creationId xmlns:a16="http://schemas.microsoft.com/office/drawing/2014/main" id="{E997DCDD-2D4C-4B36-8261-BD0C61D9B95F}"/>
              </a:ext>
            </a:extLst>
          </p:cNvPr>
          <p:cNvSpPr>
            <a:spLocks noGrp="1"/>
          </p:cNvSpPr>
          <p:nvPr>
            <p:ph idx="1"/>
          </p:nvPr>
        </p:nvSpPr>
        <p:spPr>
          <a:xfrm>
            <a:off x="457200" y="1205803"/>
            <a:ext cx="11198888" cy="3868616"/>
          </a:xfrm>
          <a:ln>
            <a:solidFill>
              <a:schemeClr val="tx1"/>
            </a:solidFill>
          </a:ln>
          <a:effectLst>
            <a:glow rad="63500">
              <a:schemeClr val="accent5">
                <a:satMod val="175000"/>
                <a:alpha val="40000"/>
              </a:schemeClr>
            </a:glow>
          </a:effectLst>
        </p:spPr>
        <p:txBody>
          <a:bodyPr numCol="3">
            <a:normAutofit lnSpcReduction="10000"/>
          </a:bodyPr>
          <a:lstStyle/>
          <a:p>
            <a:pPr marL="342900" indent="-342900">
              <a:buFont typeface="+mj-lt"/>
              <a:buAutoNum type="arabicPeriod"/>
            </a:pPr>
            <a:r>
              <a:rPr lang="en-US" sz="1800" b="0" dirty="0"/>
              <a:t>Almd – almond</a:t>
            </a:r>
          </a:p>
          <a:p>
            <a:pPr marL="342900" indent="-342900">
              <a:buFont typeface="+mj-lt"/>
              <a:buAutoNum type="arabicPeriod"/>
            </a:pPr>
            <a:r>
              <a:rPr lang="en-US" sz="1800" b="0" dirty="0" err="1"/>
              <a:t>Bacn</a:t>
            </a:r>
            <a:r>
              <a:rPr lang="en-US" sz="1800" b="0" dirty="0"/>
              <a:t> – bacon</a:t>
            </a:r>
          </a:p>
          <a:p>
            <a:pPr marL="342900" indent="-342900">
              <a:buFont typeface="+mj-lt"/>
              <a:buAutoNum type="arabicPeriod"/>
            </a:pPr>
            <a:r>
              <a:rPr lang="en-US" sz="1800" b="0" dirty="0"/>
              <a:t>Blu – blue</a:t>
            </a:r>
          </a:p>
          <a:p>
            <a:pPr marL="342900" indent="-342900">
              <a:buFont typeface="+mj-lt"/>
              <a:buAutoNum type="arabicPeriod"/>
            </a:pPr>
            <a:r>
              <a:rPr lang="en-US" sz="1800" b="0" dirty="0"/>
              <a:t>Bleu – blue</a:t>
            </a:r>
          </a:p>
          <a:p>
            <a:pPr marL="342900" indent="-342900">
              <a:buFont typeface="+mj-lt"/>
              <a:buAutoNum type="arabicPeriod"/>
            </a:pPr>
            <a:r>
              <a:rPr lang="en-US" sz="1800" b="0" dirty="0"/>
              <a:t>Blk - bulk</a:t>
            </a:r>
          </a:p>
          <a:p>
            <a:pPr marL="342900" indent="-342900">
              <a:buFont typeface="+mj-lt"/>
              <a:buAutoNum type="arabicPeriod"/>
            </a:pPr>
            <a:r>
              <a:rPr lang="en-US" sz="1800" b="0" dirty="0" err="1"/>
              <a:t>Cartn</a:t>
            </a:r>
            <a:r>
              <a:rPr lang="en-US" sz="1800" b="0" dirty="0"/>
              <a:t> – carton</a:t>
            </a:r>
          </a:p>
          <a:p>
            <a:pPr marL="342900" indent="-342900">
              <a:buFont typeface="+mj-lt"/>
              <a:buAutoNum type="arabicPeriod"/>
            </a:pPr>
            <a:r>
              <a:rPr lang="en-US" sz="1800" b="0" dirty="0" err="1"/>
              <a:t>Ccandy</a:t>
            </a:r>
            <a:r>
              <a:rPr lang="en-US" sz="1800" b="0" dirty="0"/>
              <a:t> – candy</a:t>
            </a:r>
          </a:p>
          <a:p>
            <a:pPr marL="342900" indent="-342900">
              <a:buFont typeface="+mj-lt"/>
              <a:buAutoNum type="arabicPeriod"/>
            </a:pPr>
            <a:r>
              <a:rPr lang="en-US" sz="1800" b="0" dirty="0" err="1"/>
              <a:t>Carn</a:t>
            </a:r>
            <a:r>
              <a:rPr lang="en-US" sz="1800" b="0" dirty="0"/>
              <a:t> – </a:t>
            </a:r>
            <a:r>
              <a:rPr lang="en-US" sz="1800" b="0" dirty="0" err="1"/>
              <a:t>carns</a:t>
            </a:r>
            <a:endParaRPr lang="en-US" sz="1800" b="0" dirty="0"/>
          </a:p>
          <a:p>
            <a:pPr marL="342900" indent="-342900">
              <a:buFont typeface="+mj-lt"/>
              <a:buAutoNum type="arabicPeriod"/>
            </a:pPr>
            <a:r>
              <a:rPr lang="en-US" sz="1800" b="0" dirty="0" err="1"/>
              <a:t>Chickn</a:t>
            </a:r>
            <a:r>
              <a:rPr lang="en-US" sz="1800" b="0" dirty="0"/>
              <a:t> – chicken</a:t>
            </a:r>
          </a:p>
          <a:p>
            <a:pPr marL="342900" indent="-342900">
              <a:buFont typeface="+mj-lt"/>
              <a:buAutoNum type="arabicPeriod"/>
            </a:pPr>
            <a:r>
              <a:rPr lang="en-US" sz="1800" b="0" dirty="0"/>
              <a:t>Chili – chilies</a:t>
            </a:r>
          </a:p>
          <a:p>
            <a:pPr marL="342900" indent="-342900">
              <a:buFont typeface="+mj-lt"/>
              <a:buAutoNum type="arabicPeriod"/>
            </a:pPr>
            <a:r>
              <a:rPr lang="en-US" sz="1800" b="0" dirty="0" err="1"/>
              <a:t>Chnk</a:t>
            </a:r>
            <a:r>
              <a:rPr lang="en-US" sz="1800" b="0" dirty="0"/>
              <a:t> – </a:t>
            </a:r>
            <a:r>
              <a:rPr lang="en-US" sz="1800" b="0" dirty="0" err="1"/>
              <a:t>chnks</a:t>
            </a:r>
            <a:endParaRPr lang="en-US" sz="1800" b="0" dirty="0"/>
          </a:p>
          <a:p>
            <a:pPr marL="342900" indent="-342900">
              <a:buFont typeface="+mj-lt"/>
              <a:buAutoNum type="arabicPeriod"/>
            </a:pPr>
            <a:r>
              <a:rPr lang="en-US" sz="1800" b="0" dirty="0"/>
              <a:t>Choc – chocolate</a:t>
            </a:r>
          </a:p>
          <a:p>
            <a:pPr marL="342900" indent="-342900">
              <a:buFont typeface="+mj-lt"/>
              <a:buAutoNum type="arabicPeriod"/>
            </a:pPr>
            <a:r>
              <a:rPr lang="en-US" sz="1800" b="0" dirty="0" err="1"/>
              <a:t>Choppd</a:t>
            </a:r>
            <a:r>
              <a:rPr lang="en-US" sz="1800" b="0" dirty="0"/>
              <a:t> – chopped</a:t>
            </a:r>
          </a:p>
          <a:p>
            <a:pPr marL="342900" indent="-342900">
              <a:buFont typeface="+mj-lt"/>
              <a:buAutoNum type="arabicPeriod"/>
            </a:pPr>
            <a:r>
              <a:rPr lang="en-US" sz="1800" b="0" dirty="0"/>
              <a:t>Clem – </a:t>
            </a:r>
            <a:r>
              <a:rPr lang="en-US" sz="1800" b="0" dirty="0" err="1"/>
              <a:t>clems</a:t>
            </a:r>
            <a:endParaRPr lang="en-US" sz="1800" b="0" dirty="0"/>
          </a:p>
          <a:p>
            <a:pPr marL="342900" indent="-342900">
              <a:buFont typeface="+mj-lt"/>
              <a:buAutoNum type="arabicPeriod"/>
            </a:pPr>
            <a:r>
              <a:rPr lang="en-US" sz="1800" b="0" dirty="0"/>
              <a:t>Cob – cobb</a:t>
            </a:r>
          </a:p>
          <a:p>
            <a:pPr marL="342900" indent="-342900">
              <a:buFont typeface="+mj-lt"/>
              <a:buAutoNum type="arabicPeriod"/>
            </a:pPr>
            <a:r>
              <a:rPr lang="en-US" sz="1800" b="0" dirty="0"/>
              <a:t>Cocktail – </a:t>
            </a:r>
            <a:r>
              <a:rPr lang="en-US" sz="1800" b="0" dirty="0" err="1"/>
              <a:t>cokcatail</a:t>
            </a:r>
            <a:endParaRPr lang="en-US" sz="1800" b="0" dirty="0"/>
          </a:p>
          <a:p>
            <a:pPr marL="342900" indent="-342900">
              <a:buFont typeface="+mj-lt"/>
              <a:buAutoNum type="arabicPeriod"/>
            </a:pPr>
            <a:r>
              <a:rPr lang="en-US" sz="1800" b="0" dirty="0"/>
              <a:t>Concord – </a:t>
            </a:r>
            <a:r>
              <a:rPr lang="en-US" sz="1800" b="0" dirty="0" err="1"/>
              <a:t>concorde</a:t>
            </a:r>
            <a:endParaRPr lang="en-US" sz="1800" b="0" dirty="0"/>
          </a:p>
          <a:p>
            <a:pPr marL="342900" indent="-342900">
              <a:buFont typeface="+mj-lt"/>
              <a:buAutoNum type="arabicPeriod"/>
            </a:pPr>
            <a:r>
              <a:rPr lang="en-US" sz="1800" b="0" dirty="0"/>
              <a:t>Corrogated – corrugated</a:t>
            </a:r>
          </a:p>
          <a:p>
            <a:pPr marL="342900" indent="-342900">
              <a:buFont typeface="+mj-lt"/>
              <a:buAutoNum type="arabicPeriod"/>
            </a:pPr>
            <a:r>
              <a:rPr lang="en-US" sz="1800" b="0" dirty="0" err="1"/>
              <a:t>Crsp</a:t>
            </a:r>
            <a:r>
              <a:rPr lang="en-US" sz="1800" b="0" dirty="0"/>
              <a:t> – crisp</a:t>
            </a:r>
          </a:p>
          <a:p>
            <a:pPr marL="342900" indent="-342900">
              <a:buFont typeface="+mj-lt"/>
              <a:buAutoNum type="arabicPeriod"/>
            </a:pPr>
            <a:r>
              <a:rPr lang="en-US" sz="1800" b="0" dirty="0" err="1"/>
              <a:t>Eng</a:t>
            </a:r>
            <a:r>
              <a:rPr lang="en-US" sz="1800" b="0" dirty="0"/>
              <a:t> – English</a:t>
            </a:r>
          </a:p>
          <a:p>
            <a:pPr marL="342900" indent="-342900">
              <a:buFont typeface="+mj-lt"/>
              <a:buAutoNum type="arabicPeriod"/>
            </a:pPr>
            <a:r>
              <a:rPr lang="en-US" sz="1800" b="0" dirty="0"/>
              <a:t>Exp – express</a:t>
            </a:r>
          </a:p>
          <a:p>
            <a:pPr marL="342900" indent="-342900">
              <a:buFont typeface="+mj-lt"/>
              <a:buAutoNum type="arabicPeriod"/>
            </a:pPr>
            <a:r>
              <a:rPr lang="en-US" sz="1800" b="0" dirty="0" err="1"/>
              <a:t>Elevte</a:t>
            </a:r>
            <a:r>
              <a:rPr lang="en-US" sz="1800" b="0" dirty="0"/>
              <a:t> – elevate</a:t>
            </a:r>
          </a:p>
          <a:p>
            <a:pPr marL="342900" indent="-342900">
              <a:buFont typeface="+mj-lt"/>
              <a:buAutoNum type="arabicPeriod"/>
            </a:pPr>
            <a:r>
              <a:rPr lang="en-US" sz="1800" b="0" dirty="0" err="1"/>
              <a:t>Flvrd</a:t>
            </a:r>
            <a:r>
              <a:rPr lang="en-US" sz="1800" b="0" dirty="0"/>
              <a:t> – </a:t>
            </a:r>
            <a:r>
              <a:rPr lang="en-US" sz="1800" b="0" dirty="0" err="1"/>
              <a:t>flavrd</a:t>
            </a:r>
            <a:r>
              <a:rPr lang="en-US" sz="1800" b="0" dirty="0"/>
              <a:t> – </a:t>
            </a:r>
            <a:r>
              <a:rPr lang="en-US" sz="1800" b="0" dirty="0" err="1"/>
              <a:t>flavoured</a:t>
            </a:r>
            <a:endParaRPr lang="en-US" sz="1800" b="0" dirty="0"/>
          </a:p>
          <a:p>
            <a:pPr marL="342900" indent="-342900">
              <a:buFont typeface="+mj-lt"/>
              <a:buAutoNum type="arabicPeriod"/>
            </a:pPr>
            <a:r>
              <a:rPr lang="en-US" sz="1800" b="0" dirty="0" err="1"/>
              <a:t>Juici</a:t>
            </a:r>
            <a:r>
              <a:rPr lang="en-US" sz="1800" b="0" dirty="0"/>
              <a:t> – juicing – juice</a:t>
            </a:r>
          </a:p>
          <a:p>
            <a:pPr marL="342900" indent="-342900">
              <a:buFont typeface="+mj-lt"/>
              <a:buAutoNum type="arabicPeriod"/>
            </a:pPr>
            <a:r>
              <a:rPr lang="en-US" sz="1800" b="0" dirty="0"/>
              <a:t>Minneola- </a:t>
            </a:r>
            <a:r>
              <a:rPr lang="en-US" sz="1800" b="0" dirty="0" err="1"/>
              <a:t>minneolas</a:t>
            </a:r>
            <a:endParaRPr lang="en-US" sz="1800" b="0" dirty="0"/>
          </a:p>
          <a:p>
            <a:pPr marL="342900" indent="-342900">
              <a:buFont typeface="+mj-lt"/>
              <a:buAutoNum type="arabicPeriod"/>
            </a:pPr>
            <a:r>
              <a:rPr lang="en-US" sz="1800" b="0" dirty="0" err="1"/>
              <a:t>Pinklady</a:t>
            </a:r>
            <a:r>
              <a:rPr lang="en-US" sz="1800" b="0" dirty="0"/>
              <a:t> – </a:t>
            </a:r>
            <a:r>
              <a:rPr lang="en-US" sz="1800" b="0" dirty="0" err="1"/>
              <a:t>pinkldy</a:t>
            </a:r>
            <a:endParaRPr lang="en-US" sz="1800" b="0" dirty="0"/>
          </a:p>
          <a:p>
            <a:pPr marL="342900" indent="-342900">
              <a:buFont typeface="+mj-lt"/>
              <a:buAutoNum type="arabicPeriod"/>
            </a:pPr>
            <a:r>
              <a:rPr lang="en-US" sz="1800" b="0" dirty="0"/>
              <a:t>Ref – reference</a:t>
            </a:r>
          </a:p>
          <a:p>
            <a:pPr marL="342900" indent="-342900">
              <a:buFont typeface="+mj-lt"/>
              <a:buAutoNum type="arabicPeriod"/>
            </a:pPr>
            <a:r>
              <a:rPr lang="en-US" sz="1800" b="0" dirty="0" err="1"/>
              <a:t>Sunflwer</a:t>
            </a:r>
            <a:r>
              <a:rPr lang="en-US" sz="1800" b="0" dirty="0"/>
              <a:t> – sunflower</a:t>
            </a:r>
          </a:p>
          <a:p>
            <a:pPr marL="342900" indent="-342900">
              <a:buFont typeface="+mj-lt"/>
              <a:buAutoNum type="arabicPeriod"/>
            </a:pPr>
            <a:r>
              <a:rPr lang="en-US" sz="1800" b="0" dirty="0" err="1"/>
              <a:t>Superseedz</a:t>
            </a:r>
            <a:r>
              <a:rPr lang="en-US" sz="1800" b="0" dirty="0"/>
              <a:t> – supersedes</a:t>
            </a:r>
          </a:p>
          <a:p>
            <a:pPr marL="342900" indent="-342900">
              <a:buFont typeface="+mj-lt"/>
              <a:buAutoNum type="arabicPeriod"/>
            </a:pPr>
            <a:r>
              <a:rPr lang="en-US" sz="1800" b="0" dirty="0"/>
              <a:t>Tov – </a:t>
            </a:r>
            <a:r>
              <a:rPr lang="en-US" sz="1800" b="0" dirty="0" err="1"/>
              <a:t>tovs</a:t>
            </a:r>
            <a:endParaRPr lang="en-US" sz="1800" b="0" dirty="0"/>
          </a:p>
          <a:p>
            <a:pPr marL="342900" indent="-342900">
              <a:buFont typeface="+mj-lt"/>
              <a:buAutoNum type="arabicPeriod"/>
            </a:pPr>
            <a:r>
              <a:rPr lang="en-US" sz="1800" b="0" dirty="0"/>
              <a:t>Tropical – </a:t>
            </a:r>
            <a:r>
              <a:rPr lang="en-US" sz="1800" b="0" dirty="0" err="1"/>
              <a:t>tropicals</a:t>
            </a:r>
            <a:endParaRPr lang="en-US" sz="1800" b="0" dirty="0"/>
          </a:p>
        </p:txBody>
      </p:sp>
      <p:sp>
        <p:nvSpPr>
          <p:cNvPr id="4" name="TextBox 3">
            <a:extLst>
              <a:ext uri="{FF2B5EF4-FFF2-40B4-BE49-F238E27FC236}">
                <a16:creationId xmlns:a16="http://schemas.microsoft.com/office/drawing/2014/main" id="{CD0E3843-7102-4224-A46F-1F9855193D34}"/>
              </a:ext>
            </a:extLst>
          </p:cNvPr>
          <p:cNvSpPr txBox="1"/>
          <p:nvPr/>
        </p:nvSpPr>
        <p:spPr>
          <a:xfrm>
            <a:off x="791307" y="5329031"/>
            <a:ext cx="10369899"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285750" indent="-285750">
              <a:buFont typeface="Arial" panose="020B0604020202020204" pitchFamily="34" charset="0"/>
              <a:buChar char="•"/>
            </a:pPr>
            <a:r>
              <a:rPr lang="en-US" dirty="0"/>
              <a:t>These are the features which are coming in more than 10 data entries.</a:t>
            </a:r>
          </a:p>
          <a:p>
            <a:pPr marL="285750" indent="-285750">
              <a:buFont typeface="Arial" panose="020B0604020202020204" pitchFamily="34" charset="0"/>
              <a:buChar char="•"/>
            </a:pPr>
            <a:r>
              <a:rPr lang="en-US" dirty="0"/>
              <a:t>I would like to correct them by creating a dictionary and replacing these words with the correct spelling.</a:t>
            </a:r>
          </a:p>
        </p:txBody>
      </p:sp>
    </p:spTree>
    <p:extLst>
      <p:ext uri="{BB962C8B-B14F-4D97-AF65-F5344CB8AC3E}">
        <p14:creationId xmlns:p14="http://schemas.microsoft.com/office/powerpoint/2010/main" val="1204392060"/>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578A7-1F25-416C-A03A-4009D267EF73}"/>
              </a:ext>
            </a:extLst>
          </p:cNvPr>
          <p:cNvSpPr>
            <a:spLocks noGrp="1"/>
          </p:cNvSpPr>
          <p:nvPr>
            <p:ph type="title"/>
          </p:nvPr>
        </p:nvSpPr>
        <p:spPr>
          <a:xfrm>
            <a:off x="133783" y="218121"/>
            <a:ext cx="10515600" cy="485608"/>
          </a:xfrm>
        </p:spPr>
        <p:txBody>
          <a:bodyPr>
            <a:noAutofit/>
          </a:bodyPr>
          <a:lstStyle/>
          <a:p>
            <a:r>
              <a:rPr lang="en-US" dirty="0"/>
              <a:t>Fuzzy score &amp; Trust factor</a:t>
            </a:r>
          </a:p>
        </p:txBody>
      </p:sp>
      <p:sp>
        <p:nvSpPr>
          <p:cNvPr id="4" name="Rectangle: Rounded Corners 3">
            <a:extLst>
              <a:ext uri="{FF2B5EF4-FFF2-40B4-BE49-F238E27FC236}">
                <a16:creationId xmlns:a16="http://schemas.microsoft.com/office/drawing/2014/main" id="{80540770-814B-47E8-91D1-EA51C8C0EC30}"/>
              </a:ext>
            </a:extLst>
          </p:cNvPr>
          <p:cNvSpPr/>
          <p:nvPr/>
        </p:nvSpPr>
        <p:spPr>
          <a:xfrm>
            <a:off x="2793402" y="1126093"/>
            <a:ext cx="1891977" cy="394891"/>
          </a:xfrm>
          <a:prstGeom prst="roundRect">
            <a:avLst/>
          </a:prstGeom>
          <a:effectLst/>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a:t>Target Column</a:t>
            </a:r>
          </a:p>
        </p:txBody>
      </p:sp>
      <p:sp>
        <p:nvSpPr>
          <p:cNvPr id="5" name="Rectangle: Rounded Corners 4">
            <a:extLst>
              <a:ext uri="{FF2B5EF4-FFF2-40B4-BE49-F238E27FC236}">
                <a16:creationId xmlns:a16="http://schemas.microsoft.com/office/drawing/2014/main" id="{DAA96190-2D68-4C14-B32B-A19DE7C48F16}"/>
              </a:ext>
            </a:extLst>
          </p:cNvPr>
          <p:cNvSpPr/>
          <p:nvPr/>
        </p:nvSpPr>
        <p:spPr>
          <a:xfrm>
            <a:off x="1309544" y="2218289"/>
            <a:ext cx="1106129" cy="395661"/>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a:t>Category</a:t>
            </a:r>
          </a:p>
        </p:txBody>
      </p:sp>
      <p:sp>
        <p:nvSpPr>
          <p:cNvPr id="6" name="Rectangle: Rounded Corners 5">
            <a:extLst>
              <a:ext uri="{FF2B5EF4-FFF2-40B4-BE49-F238E27FC236}">
                <a16:creationId xmlns:a16="http://schemas.microsoft.com/office/drawing/2014/main" id="{23B00CF3-603D-41EB-97C5-D77C69C15893}"/>
              </a:ext>
            </a:extLst>
          </p:cNvPr>
          <p:cNvSpPr/>
          <p:nvPr/>
        </p:nvSpPr>
        <p:spPr>
          <a:xfrm>
            <a:off x="5116749" y="2227054"/>
            <a:ext cx="979251" cy="395661"/>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Variety</a:t>
            </a:r>
          </a:p>
        </p:txBody>
      </p:sp>
      <p:cxnSp>
        <p:nvCxnSpPr>
          <p:cNvPr id="8" name="Connector: Elbow 7">
            <a:extLst>
              <a:ext uri="{FF2B5EF4-FFF2-40B4-BE49-F238E27FC236}">
                <a16:creationId xmlns:a16="http://schemas.microsoft.com/office/drawing/2014/main" id="{97E2A1D7-2C2A-4674-A1B5-4006F6C708F9}"/>
              </a:ext>
            </a:extLst>
          </p:cNvPr>
          <p:cNvCxnSpPr>
            <a:cxnSpLocks/>
            <a:stCxn id="4" idx="2"/>
            <a:endCxn id="5" idx="0"/>
          </p:cNvCxnSpPr>
          <p:nvPr/>
        </p:nvCxnSpPr>
        <p:spPr>
          <a:xfrm rot="5400000">
            <a:off x="2452348" y="931245"/>
            <a:ext cx="697305" cy="1876782"/>
          </a:xfrm>
          <a:prstGeom prst="bentConnector3">
            <a:avLst/>
          </a:prstGeom>
          <a:ln>
            <a:tailEnd type="triangle"/>
          </a:ln>
        </p:spPr>
        <p:style>
          <a:lnRef idx="2">
            <a:schemeClr val="dk1"/>
          </a:lnRef>
          <a:fillRef idx="0">
            <a:schemeClr val="dk1"/>
          </a:fillRef>
          <a:effectRef idx="1">
            <a:schemeClr val="dk1"/>
          </a:effectRef>
          <a:fontRef idx="minor">
            <a:schemeClr val="tx1"/>
          </a:fontRef>
        </p:style>
      </p:cxnSp>
      <p:cxnSp>
        <p:nvCxnSpPr>
          <p:cNvPr id="9" name="Connector: Elbow 8">
            <a:extLst>
              <a:ext uri="{FF2B5EF4-FFF2-40B4-BE49-F238E27FC236}">
                <a16:creationId xmlns:a16="http://schemas.microsoft.com/office/drawing/2014/main" id="{34827B40-5B14-4FFC-B0A6-96BA12A9970C}"/>
              </a:ext>
            </a:extLst>
          </p:cNvPr>
          <p:cNvCxnSpPr>
            <a:cxnSpLocks/>
            <a:stCxn id="4" idx="2"/>
            <a:endCxn id="6" idx="0"/>
          </p:cNvCxnSpPr>
          <p:nvPr/>
        </p:nvCxnSpPr>
        <p:spPr>
          <a:xfrm rot="16200000" flipH="1">
            <a:off x="4319848" y="940527"/>
            <a:ext cx="706070" cy="1866984"/>
          </a:xfrm>
          <a:prstGeom prst="bent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sp>
        <p:nvSpPr>
          <p:cNvPr id="24" name="Rectangle: Rounded Corners 23">
            <a:extLst>
              <a:ext uri="{FF2B5EF4-FFF2-40B4-BE49-F238E27FC236}">
                <a16:creationId xmlns:a16="http://schemas.microsoft.com/office/drawing/2014/main" id="{0515F79E-6577-4459-8BED-54238A8383A5}"/>
              </a:ext>
            </a:extLst>
          </p:cNvPr>
          <p:cNvSpPr/>
          <p:nvPr/>
        </p:nvSpPr>
        <p:spPr>
          <a:xfrm>
            <a:off x="213168" y="3203059"/>
            <a:ext cx="2059857" cy="498306"/>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dirty="0"/>
              <a:t>If Fuzzy score &gt; =80</a:t>
            </a:r>
          </a:p>
        </p:txBody>
      </p:sp>
      <p:sp>
        <p:nvSpPr>
          <p:cNvPr id="25" name="Rectangle: Rounded Corners 24">
            <a:extLst>
              <a:ext uri="{FF2B5EF4-FFF2-40B4-BE49-F238E27FC236}">
                <a16:creationId xmlns:a16="http://schemas.microsoft.com/office/drawing/2014/main" id="{61F34687-63C3-4F23-B226-C9C7C8AC7906}"/>
              </a:ext>
            </a:extLst>
          </p:cNvPr>
          <p:cNvSpPr/>
          <p:nvPr/>
        </p:nvSpPr>
        <p:spPr>
          <a:xfrm>
            <a:off x="2543615" y="3237314"/>
            <a:ext cx="1480517" cy="467517"/>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dirty="0"/>
              <a:t>Else</a:t>
            </a:r>
          </a:p>
        </p:txBody>
      </p:sp>
      <p:cxnSp>
        <p:nvCxnSpPr>
          <p:cNvPr id="26" name="Connector: Elbow 25">
            <a:extLst>
              <a:ext uri="{FF2B5EF4-FFF2-40B4-BE49-F238E27FC236}">
                <a16:creationId xmlns:a16="http://schemas.microsoft.com/office/drawing/2014/main" id="{DF85B2DA-562C-41AC-8C45-7A531CD3A323}"/>
              </a:ext>
            </a:extLst>
          </p:cNvPr>
          <p:cNvCxnSpPr>
            <a:cxnSpLocks/>
            <a:stCxn id="5" idx="2"/>
            <a:endCxn id="24" idx="0"/>
          </p:cNvCxnSpPr>
          <p:nvPr/>
        </p:nvCxnSpPr>
        <p:spPr>
          <a:xfrm rot="5400000">
            <a:off x="1258299" y="2598748"/>
            <a:ext cx="589109" cy="619512"/>
          </a:xfrm>
          <a:prstGeom prst="bentConnector3">
            <a:avLst/>
          </a:prstGeom>
          <a:ln>
            <a:tailEnd type="triangle"/>
          </a:ln>
        </p:spPr>
        <p:style>
          <a:lnRef idx="2">
            <a:schemeClr val="dk1"/>
          </a:lnRef>
          <a:fillRef idx="0">
            <a:schemeClr val="dk1"/>
          </a:fillRef>
          <a:effectRef idx="1">
            <a:schemeClr val="dk1"/>
          </a:effectRef>
          <a:fontRef idx="minor">
            <a:schemeClr val="tx1"/>
          </a:fontRef>
        </p:style>
      </p:cxnSp>
      <p:cxnSp>
        <p:nvCxnSpPr>
          <p:cNvPr id="27" name="Connector: Elbow 26">
            <a:extLst>
              <a:ext uri="{FF2B5EF4-FFF2-40B4-BE49-F238E27FC236}">
                <a16:creationId xmlns:a16="http://schemas.microsoft.com/office/drawing/2014/main" id="{DB285636-FB63-400E-A24F-0DF7C1F04539}"/>
              </a:ext>
            </a:extLst>
          </p:cNvPr>
          <p:cNvCxnSpPr>
            <a:cxnSpLocks/>
          </p:cNvCxnSpPr>
          <p:nvPr/>
        </p:nvCxnSpPr>
        <p:spPr>
          <a:xfrm rot="16200000" flipH="1">
            <a:off x="2275731" y="2204963"/>
            <a:ext cx="623364" cy="1421265"/>
          </a:xfrm>
          <a:prstGeom prst="bent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sp>
        <p:nvSpPr>
          <p:cNvPr id="36" name="Rectangle: Rounded Corners 35">
            <a:extLst>
              <a:ext uri="{FF2B5EF4-FFF2-40B4-BE49-F238E27FC236}">
                <a16:creationId xmlns:a16="http://schemas.microsoft.com/office/drawing/2014/main" id="{9D2BEF63-D322-4BBF-A9CF-2240647981D5}"/>
              </a:ext>
            </a:extLst>
          </p:cNvPr>
          <p:cNvSpPr/>
          <p:nvPr/>
        </p:nvSpPr>
        <p:spPr>
          <a:xfrm>
            <a:off x="4410454" y="3243887"/>
            <a:ext cx="2078294" cy="46752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If Fuzzy score &gt; 80</a:t>
            </a:r>
          </a:p>
        </p:txBody>
      </p:sp>
      <p:sp>
        <p:nvSpPr>
          <p:cNvPr id="37" name="Rectangle: Rounded Corners 36">
            <a:extLst>
              <a:ext uri="{FF2B5EF4-FFF2-40B4-BE49-F238E27FC236}">
                <a16:creationId xmlns:a16="http://schemas.microsoft.com/office/drawing/2014/main" id="{68FB6468-6C30-4D72-9182-26BC56F6747E}"/>
              </a:ext>
            </a:extLst>
          </p:cNvPr>
          <p:cNvSpPr/>
          <p:nvPr/>
        </p:nvSpPr>
        <p:spPr>
          <a:xfrm>
            <a:off x="6781693" y="3266110"/>
            <a:ext cx="1480977" cy="46752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Else</a:t>
            </a:r>
          </a:p>
        </p:txBody>
      </p:sp>
      <p:cxnSp>
        <p:nvCxnSpPr>
          <p:cNvPr id="38" name="Connector: Elbow 37">
            <a:extLst>
              <a:ext uri="{FF2B5EF4-FFF2-40B4-BE49-F238E27FC236}">
                <a16:creationId xmlns:a16="http://schemas.microsoft.com/office/drawing/2014/main" id="{6C49B8B8-EBA3-49A8-8D6A-E35C966A7BAC}"/>
              </a:ext>
            </a:extLst>
          </p:cNvPr>
          <p:cNvCxnSpPr>
            <a:cxnSpLocks/>
            <a:stCxn id="6" idx="2"/>
            <a:endCxn id="37" idx="0"/>
          </p:cNvCxnSpPr>
          <p:nvPr/>
        </p:nvCxnSpPr>
        <p:spPr>
          <a:xfrm rot="16200000" flipH="1">
            <a:off x="6242581" y="1986508"/>
            <a:ext cx="643395" cy="1915807"/>
          </a:xfrm>
          <a:prstGeom prst="bent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cxnSp>
        <p:nvCxnSpPr>
          <p:cNvPr id="43" name="Connector: Elbow 42">
            <a:extLst>
              <a:ext uri="{FF2B5EF4-FFF2-40B4-BE49-F238E27FC236}">
                <a16:creationId xmlns:a16="http://schemas.microsoft.com/office/drawing/2014/main" id="{807B9B4C-98F5-4797-B889-73DE7DCCF65B}"/>
              </a:ext>
            </a:extLst>
          </p:cNvPr>
          <p:cNvCxnSpPr>
            <a:cxnSpLocks/>
          </p:cNvCxnSpPr>
          <p:nvPr/>
        </p:nvCxnSpPr>
        <p:spPr>
          <a:xfrm rot="5400000">
            <a:off x="5217402" y="2864586"/>
            <a:ext cx="621172" cy="156774"/>
          </a:xfrm>
          <a:prstGeom prst="bent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sp>
        <p:nvSpPr>
          <p:cNvPr id="47" name="Rectangle: Rounded Corners 46">
            <a:extLst>
              <a:ext uri="{FF2B5EF4-FFF2-40B4-BE49-F238E27FC236}">
                <a16:creationId xmlns:a16="http://schemas.microsoft.com/office/drawing/2014/main" id="{6DCDC866-3FEC-4568-9452-045002653196}"/>
              </a:ext>
            </a:extLst>
          </p:cNvPr>
          <p:cNvSpPr/>
          <p:nvPr/>
        </p:nvSpPr>
        <p:spPr>
          <a:xfrm>
            <a:off x="377667" y="4290474"/>
            <a:ext cx="1730858" cy="559457"/>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dirty="0"/>
              <a:t>Trust factor = 1</a:t>
            </a:r>
          </a:p>
        </p:txBody>
      </p:sp>
      <p:sp>
        <p:nvSpPr>
          <p:cNvPr id="79" name="Rectangle: Rounded Corners 78">
            <a:extLst>
              <a:ext uri="{FF2B5EF4-FFF2-40B4-BE49-F238E27FC236}">
                <a16:creationId xmlns:a16="http://schemas.microsoft.com/office/drawing/2014/main" id="{40036675-76F2-4DEA-9229-27DCBA7E9E93}"/>
              </a:ext>
            </a:extLst>
          </p:cNvPr>
          <p:cNvSpPr/>
          <p:nvPr/>
        </p:nvSpPr>
        <p:spPr>
          <a:xfrm>
            <a:off x="4459001" y="4270074"/>
            <a:ext cx="1981200" cy="53274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Trust factor = 1</a:t>
            </a:r>
          </a:p>
        </p:txBody>
      </p:sp>
      <p:sp>
        <p:nvSpPr>
          <p:cNvPr id="80" name="Rectangle: Rounded Corners 79">
            <a:extLst>
              <a:ext uri="{FF2B5EF4-FFF2-40B4-BE49-F238E27FC236}">
                <a16:creationId xmlns:a16="http://schemas.microsoft.com/office/drawing/2014/main" id="{183D220E-3E31-4B6B-AB40-D503A1DA29D9}"/>
              </a:ext>
            </a:extLst>
          </p:cNvPr>
          <p:cNvSpPr/>
          <p:nvPr/>
        </p:nvSpPr>
        <p:spPr>
          <a:xfrm>
            <a:off x="2402879" y="4262104"/>
            <a:ext cx="1730857" cy="559457"/>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dirty="0"/>
              <a:t>Trust factor = 0</a:t>
            </a:r>
          </a:p>
        </p:txBody>
      </p:sp>
      <p:sp>
        <p:nvSpPr>
          <p:cNvPr id="81" name="Rectangle: Rounded Corners 80">
            <a:extLst>
              <a:ext uri="{FF2B5EF4-FFF2-40B4-BE49-F238E27FC236}">
                <a16:creationId xmlns:a16="http://schemas.microsoft.com/office/drawing/2014/main" id="{53984191-F6C9-47A7-8C7B-0EC6A0C2C10E}"/>
              </a:ext>
            </a:extLst>
          </p:cNvPr>
          <p:cNvSpPr/>
          <p:nvPr/>
        </p:nvSpPr>
        <p:spPr>
          <a:xfrm>
            <a:off x="6688426" y="4270073"/>
            <a:ext cx="1674388" cy="42787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Trust factor = 0</a:t>
            </a:r>
          </a:p>
        </p:txBody>
      </p:sp>
      <p:cxnSp>
        <p:nvCxnSpPr>
          <p:cNvPr id="83" name="Connector: Elbow 82">
            <a:extLst>
              <a:ext uri="{FF2B5EF4-FFF2-40B4-BE49-F238E27FC236}">
                <a16:creationId xmlns:a16="http://schemas.microsoft.com/office/drawing/2014/main" id="{2BEC170E-EC91-4599-A7C5-3B9527B01572}"/>
              </a:ext>
            </a:extLst>
          </p:cNvPr>
          <p:cNvCxnSpPr>
            <a:cxnSpLocks/>
            <a:stCxn id="25" idx="2"/>
            <a:endCxn id="80" idx="0"/>
          </p:cNvCxnSpPr>
          <p:nvPr/>
        </p:nvCxnSpPr>
        <p:spPr>
          <a:xfrm rot="5400000">
            <a:off x="2997455" y="3975684"/>
            <a:ext cx="557273" cy="15566"/>
          </a:xfrm>
          <a:prstGeom prst="bent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cxnSp>
        <p:nvCxnSpPr>
          <p:cNvPr id="88" name="Connector: Elbow 87">
            <a:extLst>
              <a:ext uri="{FF2B5EF4-FFF2-40B4-BE49-F238E27FC236}">
                <a16:creationId xmlns:a16="http://schemas.microsoft.com/office/drawing/2014/main" id="{9A5FEF8C-14CC-4EC7-A6FC-9CF0A8DBAE5F}"/>
              </a:ext>
            </a:extLst>
          </p:cNvPr>
          <p:cNvCxnSpPr>
            <a:cxnSpLocks/>
            <a:stCxn id="24" idx="2"/>
            <a:endCxn id="47" idx="0"/>
          </p:cNvCxnSpPr>
          <p:nvPr/>
        </p:nvCxnSpPr>
        <p:spPr>
          <a:xfrm rot="5400000">
            <a:off x="948543" y="3995919"/>
            <a:ext cx="589109" cy="1"/>
          </a:xfrm>
          <a:prstGeom prst="bent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cxnSp>
        <p:nvCxnSpPr>
          <p:cNvPr id="94" name="Connector: Elbow 93">
            <a:extLst>
              <a:ext uri="{FF2B5EF4-FFF2-40B4-BE49-F238E27FC236}">
                <a16:creationId xmlns:a16="http://schemas.microsoft.com/office/drawing/2014/main" id="{A905285F-FA8C-4D94-B45F-5F3EEC0A8F4D}"/>
              </a:ext>
            </a:extLst>
          </p:cNvPr>
          <p:cNvCxnSpPr>
            <a:cxnSpLocks/>
            <a:stCxn id="36" idx="2"/>
            <a:endCxn id="79" idx="0"/>
          </p:cNvCxnSpPr>
          <p:nvPr/>
        </p:nvCxnSpPr>
        <p:spPr>
          <a:xfrm rot="5400000">
            <a:off x="5170268" y="3990740"/>
            <a:ext cx="558667" cy="12700"/>
          </a:xfrm>
          <a:prstGeom prst="bent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cxnSp>
        <p:nvCxnSpPr>
          <p:cNvPr id="98" name="Connector: Elbow 97">
            <a:extLst>
              <a:ext uri="{FF2B5EF4-FFF2-40B4-BE49-F238E27FC236}">
                <a16:creationId xmlns:a16="http://schemas.microsoft.com/office/drawing/2014/main" id="{B1EAA62C-886A-4504-AD6E-FD751B868C10}"/>
              </a:ext>
            </a:extLst>
          </p:cNvPr>
          <p:cNvCxnSpPr>
            <a:cxnSpLocks/>
            <a:stCxn id="37" idx="2"/>
            <a:endCxn id="81" idx="0"/>
          </p:cNvCxnSpPr>
          <p:nvPr/>
        </p:nvCxnSpPr>
        <p:spPr>
          <a:xfrm rot="16200000" flipH="1">
            <a:off x="7255680" y="4000132"/>
            <a:ext cx="536443" cy="3438"/>
          </a:xfrm>
          <a:prstGeom prst="bent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sp>
        <p:nvSpPr>
          <p:cNvPr id="120" name="TextBox 119">
            <a:extLst>
              <a:ext uri="{FF2B5EF4-FFF2-40B4-BE49-F238E27FC236}">
                <a16:creationId xmlns:a16="http://schemas.microsoft.com/office/drawing/2014/main" id="{33673EFF-841E-4A74-804F-67B5B937A03F}"/>
              </a:ext>
            </a:extLst>
          </p:cNvPr>
          <p:cNvSpPr txBox="1"/>
          <p:nvPr/>
        </p:nvSpPr>
        <p:spPr>
          <a:xfrm>
            <a:off x="9014379" y="1294959"/>
            <a:ext cx="2911250" cy="4154984"/>
          </a:xfrm>
          <a:prstGeom prst="rect">
            <a:avLst/>
          </a:prstGeom>
          <a:noFill/>
          <a:ln>
            <a:solidFill>
              <a:schemeClr val="tx1"/>
            </a:solidFill>
            <a:prstDash val="dash"/>
          </a:ln>
        </p:spPr>
        <p:txBody>
          <a:bodyPr wrap="square" rtlCol="0">
            <a:spAutoFit/>
          </a:bodyPr>
          <a:lstStyle/>
          <a:p>
            <a:r>
              <a:rPr lang="en-US" b="1" u="sng" dirty="0">
                <a:solidFill>
                  <a:srgbClr val="FF0000"/>
                </a:solidFill>
              </a:rPr>
              <a:t>Note:</a:t>
            </a:r>
            <a:r>
              <a:rPr lang="en-US" dirty="0">
                <a:solidFill>
                  <a:srgbClr val="FF0000"/>
                </a:solidFill>
              </a:rPr>
              <a:t> </a:t>
            </a:r>
            <a:r>
              <a:rPr lang="en-US" dirty="0"/>
              <a:t>Partial token set ratio is used to calculate the fuzzy score.</a:t>
            </a:r>
          </a:p>
          <a:p>
            <a:endParaRPr lang="en-US" i="1" dirty="0"/>
          </a:p>
          <a:p>
            <a:r>
              <a:rPr lang="en-US" b="1" i="1" u="sng" dirty="0">
                <a:solidFill>
                  <a:srgbClr val="FF0000"/>
                </a:solidFill>
              </a:rPr>
              <a:t>Example:</a:t>
            </a:r>
          </a:p>
          <a:p>
            <a:r>
              <a:rPr lang="en-US" sz="1600" b="1" dirty="0">
                <a:solidFill>
                  <a:schemeClr val="tx2"/>
                </a:solidFill>
              </a:rPr>
              <a:t>str1</a:t>
            </a:r>
            <a:r>
              <a:rPr lang="en-US" sz="1600" dirty="0"/>
              <a:t> = "CHOCOLATE </a:t>
            </a:r>
            <a:r>
              <a:rPr lang="en-US" sz="1600" dirty="0" err="1"/>
              <a:t>CHOCOLATE</a:t>
            </a:r>
            <a:r>
              <a:rPr lang="en-US" sz="1600" dirty="0"/>
              <a:t> BRANDS MID TIER" </a:t>
            </a:r>
          </a:p>
          <a:p>
            <a:r>
              <a:rPr lang="en-US" sz="1600" b="1" dirty="0">
                <a:solidFill>
                  <a:schemeClr val="tx2"/>
                </a:solidFill>
              </a:rPr>
              <a:t>str2</a:t>
            </a:r>
            <a:r>
              <a:rPr lang="en-US" sz="1600" dirty="0"/>
              <a:t> = "brands; chocolate" </a:t>
            </a:r>
          </a:p>
          <a:p>
            <a:r>
              <a:rPr lang="en-US" sz="1600" dirty="0" err="1"/>
              <a:t>Fuzz.partial_token_set_ratio</a:t>
            </a:r>
            <a:r>
              <a:rPr lang="en-US" sz="1600" dirty="0"/>
              <a:t>  = 100</a:t>
            </a:r>
          </a:p>
          <a:p>
            <a:endParaRPr lang="en-US" i="1" dirty="0"/>
          </a:p>
          <a:p>
            <a:r>
              <a:rPr lang="en-US" b="1" u="sng" dirty="0">
                <a:solidFill>
                  <a:srgbClr val="FF0000"/>
                </a:solidFill>
              </a:rPr>
              <a:t>Logistic regression results-</a:t>
            </a:r>
          </a:p>
          <a:p>
            <a:r>
              <a:rPr lang="en-US" i="1" dirty="0"/>
              <a:t>TF category: 65.8</a:t>
            </a:r>
          </a:p>
          <a:p>
            <a:r>
              <a:rPr lang="en-US" i="1" dirty="0"/>
              <a:t>TF variety: 79.9</a:t>
            </a:r>
          </a:p>
          <a:p>
            <a:endParaRPr lang="en-US" i="1" dirty="0"/>
          </a:p>
        </p:txBody>
      </p:sp>
      <p:sp>
        <p:nvSpPr>
          <p:cNvPr id="39" name="Rectangle: Rounded Corners 38">
            <a:extLst>
              <a:ext uri="{FF2B5EF4-FFF2-40B4-BE49-F238E27FC236}">
                <a16:creationId xmlns:a16="http://schemas.microsoft.com/office/drawing/2014/main" id="{87C3063C-6F7B-4D8A-9195-BF0142761AF7}"/>
              </a:ext>
            </a:extLst>
          </p:cNvPr>
          <p:cNvSpPr/>
          <p:nvPr/>
        </p:nvSpPr>
        <p:spPr>
          <a:xfrm>
            <a:off x="604456" y="5530867"/>
            <a:ext cx="3878318" cy="532745"/>
          </a:xfrm>
          <a:prstGeom prst="roundRect">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r>
              <a:rPr lang="en-US" dirty="0"/>
              <a:t>Trust factor Category</a:t>
            </a:r>
          </a:p>
        </p:txBody>
      </p:sp>
      <p:sp>
        <p:nvSpPr>
          <p:cNvPr id="40" name="Rectangle: Rounded Corners 39">
            <a:extLst>
              <a:ext uri="{FF2B5EF4-FFF2-40B4-BE49-F238E27FC236}">
                <a16:creationId xmlns:a16="http://schemas.microsoft.com/office/drawing/2014/main" id="{E06C6966-EB18-417C-A549-C6535BB81C8B}"/>
              </a:ext>
            </a:extLst>
          </p:cNvPr>
          <p:cNvSpPr/>
          <p:nvPr/>
        </p:nvSpPr>
        <p:spPr>
          <a:xfrm>
            <a:off x="5296201" y="5527344"/>
            <a:ext cx="3381888" cy="532745"/>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US" dirty="0"/>
              <a:t>Trust factor Variety</a:t>
            </a:r>
          </a:p>
        </p:txBody>
      </p:sp>
      <p:cxnSp>
        <p:nvCxnSpPr>
          <p:cNvPr id="41" name="Connector: Elbow 40">
            <a:extLst>
              <a:ext uri="{FF2B5EF4-FFF2-40B4-BE49-F238E27FC236}">
                <a16:creationId xmlns:a16="http://schemas.microsoft.com/office/drawing/2014/main" id="{655EFA9D-2E71-44C1-98EF-0D5086C9088C}"/>
              </a:ext>
            </a:extLst>
          </p:cNvPr>
          <p:cNvCxnSpPr>
            <a:cxnSpLocks/>
            <a:stCxn id="47" idx="2"/>
            <a:endCxn id="39" idx="0"/>
          </p:cNvCxnSpPr>
          <p:nvPr/>
        </p:nvCxnSpPr>
        <p:spPr>
          <a:xfrm rot="16200000" flipH="1">
            <a:off x="1552887" y="4540139"/>
            <a:ext cx="680936" cy="1300519"/>
          </a:xfrm>
          <a:prstGeom prst="bent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cxnSp>
        <p:nvCxnSpPr>
          <p:cNvPr id="44" name="Connector: Elbow 43">
            <a:extLst>
              <a:ext uri="{FF2B5EF4-FFF2-40B4-BE49-F238E27FC236}">
                <a16:creationId xmlns:a16="http://schemas.microsoft.com/office/drawing/2014/main" id="{3DA189E1-2033-42AA-BF79-3ABEECDFA1EC}"/>
              </a:ext>
            </a:extLst>
          </p:cNvPr>
          <p:cNvCxnSpPr>
            <a:cxnSpLocks/>
          </p:cNvCxnSpPr>
          <p:nvPr/>
        </p:nvCxnSpPr>
        <p:spPr>
          <a:xfrm rot="5400000">
            <a:off x="2559091" y="4824923"/>
            <a:ext cx="709306" cy="724693"/>
          </a:xfrm>
          <a:prstGeom prst="bent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cxnSp>
        <p:nvCxnSpPr>
          <p:cNvPr id="48" name="Connector: Elbow 47">
            <a:extLst>
              <a:ext uri="{FF2B5EF4-FFF2-40B4-BE49-F238E27FC236}">
                <a16:creationId xmlns:a16="http://schemas.microsoft.com/office/drawing/2014/main" id="{01B0927A-DEAC-402D-9031-69377F79BCD0}"/>
              </a:ext>
            </a:extLst>
          </p:cNvPr>
          <p:cNvCxnSpPr>
            <a:cxnSpLocks/>
            <a:stCxn id="79" idx="2"/>
            <a:endCxn id="40" idx="0"/>
          </p:cNvCxnSpPr>
          <p:nvPr/>
        </p:nvCxnSpPr>
        <p:spPr>
          <a:xfrm rot="16200000" flipH="1">
            <a:off x="5856111" y="4396309"/>
            <a:ext cx="724525" cy="1537544"/>
          </a:xfrm>
          <a:prstGeom prst="bent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cxnSp>
        <p:nvCxnSpPr>
          <p:cNvPr id="51" name="Connector: Elbow 50">
            <a:extLst>
              <a:ext uri="{FF2B5EF4-FFF2-40B4-BE49-F238E27FC236}">
                <a16:creationId xmlns:a16="http://schemas.microsoft.com/office/drawing/2014/main" id="{B8E1F0E1-BCE5-48BA-8C87-6AAF49557CBD}"/>
              </a:ext>
            </a:extLst>
          </p:cNvPr>
          <p:cNvCxnSpPr>
            <a:cxnSpLocks/>
            <a:stCxn id="81" idx="2"/>
            <a:endCxn id="40" idx="0"/>
          </p:cNvCxnSpPr>
          <p:nvPr/>
        </p:nvCxnSpPr>
        <p:spPr>
          <a:xfrm rot="5400000">
            <a:off x="6841683" y="4843406"/>
            <a:ext cx="829401" cy="538475"/>
          </a:xfrm>
          <a:prstGeom prst="bentConnector3">
            <a:avLst>
              <a:gd name="adj1" fmla="val 55568"/>
            </a:avLst>
          </a:prstGeom>
          <a:ln>
            <a:tailEnd type="triangle"/>
          </a:ln>
        </p:spPr>
        <p:style>
          <a:lnRef idx="2">
            <a:schemeClr val="dk1"/>
          </a:lnRef>
          <a:fillRef idx="0">
            <a:schemeClr val="dk1"/>
          </a:fillRef>
          <a:effectRef idx="1">
            <a:schemeClr val="dk1"/>
          </a:effectRef>
          <a:fontRef idx="minor">
            <a:schemeClr val="tx1"/>
          </a:fontRef>
        </p:style>
      </p:cxnSp>
      <p:cxnSp>
        <p:nvCxnSpPr>
          <p:cNvPr id="117" name="Straight Connector 116">
            <a:extLst>
              <a:ext uri="{FF2B5EF4-FFF2-40B4-BE49-F238E27FC236}">
                <a16:creationId xmlns:a16="http://schemas.microsoft.com/office/drawing/2014/main" id="{60CB5A04-EDC2-42E4-86DE-12D61D449808}"/>
              </a:ext>
            </a:extLst>
          </p:cNvPr>
          <p:cNvCxnSpPr>
            <a:cxnSpLocks/>
          </p:cNvCxnSpPr>
          <p:nvPr/>
        </p:nvCxnSpPr>
        <p:spPr>
          <a:xfrm flipH="1">
            <a:off x="8831489" y="1294959"/>
            <a:ext cx="11393" cy="5164207"/>
          </a:xfrm>
          <a:prstGeom prst="line">
            <a:avLst/>
          </a:prstGeom>
          <a:ln>
            <a:solidFill>
              <a:schemeClr val="tx1"/>
            </a:solidFill>
          </a:ln>
          <a:effectLst>
            <a:outerShdw blurRad="50800" dist="38100" dir="8100000" algn="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5316341"/>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1DFA5-C3D6-48C3-8D44-9D3495450973}"/>
              </a:ext>
            </a:extLst>
          </p:cNvPr>
          <p:cNvSpPr>
            <a:spLocks noGrp="1"/>
          </p:cNvSpPr>
          <p:nvPr>
            <p:ph type="title"/>
          </p:nvPr>
        </p:nvSpPr>
        <p:spPr>
          <a:xfrm>
            <a:off x="457200" y="244175"/>
            <a:ext cx="10515600" cy="670225"/>
          </a:xfrm>
        </p:spPr>
        <p:txBody>
          <a:bodyPr>
            <a:normAutofit fontScale="90000"/>
          </a:bodyPr>
          <a:lstStyle/>
          <a:p>
            <a:r>
              <a:rPr lang="en-US" dirty="0"/>
              <a:t>Data Augmentation</a:t>
            </a:r>
          </a:p>
        </p:txBody>
      </p:sp>
      <p:graphicFrame>
        <p:nvGraphicFramePr>
          <p:cNvPr id="4" name="Diagram 3">
            <a:extLst>
              <a:ext uri="{FF2B5EF4-FFF2-40B4-BE49-F238E27FC236}">
                <a16:creationId xmlns:a16="http://schemas.microsoft.com/office/drawing/2014/main" id="{D2C8A3B1-BAB0-46ED-97E1-00D9D21C35E2}"/>
              </a:ext>
            </a:extLst>
          </p:cNvPr>
          <p:cNvGraphicFramePr/>
          <p:nvPr>
            <p:extLst>
              <p:ext uri="{D42A27DB-BD31-4B8C-83A1-F6EECF244321}">
                <p14:modId xmlns:p14="http://schemas.microsoft.com/office/powerpoint/2010/main" val="52919615"/>
              </p:ext>
            </p:extLst>
          </p:nvPr>
        </p:nvGraphicFramePr>
        <p:xfrm>
          <a:off x="271061" y="1001949"/>
          <a:ext cx="7939083"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Box 2">
            <a:extLst>
              <a:ext uri="{FF2B5EF4-FFF2-40B4-BE49-F238E27FC236}">
                <a16:creationId xmlns:a16="http://schemas.microsoft.com/office/drawing/2014/main" id="{84A3CDA3-A2D0-489F-9449-CDF6D87EFA4C}"/>
              </a:ext>
            </a:extLst>
          </p:cNvPr>
          <p:cNvSpPr txBox="1"/>
          <p:nvPr/>
        </p:nvSpPr>
        <p:spPr>
          <a:xfrm>
            <a:off x="8891081" y="1235413"/>
            <a:ext cx="2743200" cy="1352144"/>
          </a:xfrm>
          <a:prstGeom prst="rect">
            <a:avLst/>
          </a:prstGeom>
          <a:noFill/>
          <a:ln>
            <a:solidFill>
              <a:schemeClr val="tx1"/>
            </a:solidFill>
            <a:prstDash val="sysDash"/>
          </a:ln>
        </p:spPr>
        <p:txBody>
          <a:bodyPr wrap="square" rtlCol="0">
            <a:spAutoFit/>
          </a:bodyPr>
          <a:lstStyle/>
          <a:p>
            <a:endParaRPr lang="en-US" dirty="0"/>
          </a:p>
        </p:txBody>
      </p:sp>
      <p:sp>
        <p:nvSpPr>
          <p:cNvPr id="5" name="TextBox 4">
            <a:extLst>
              <a:ext uri="{FF2B5EF4-FFF2-40B4-BE49-F238E27FC236}">
                <a16:creationId xmlns:a16="http://schemas.microsoft.com/office/drawing/2014/main" id="{2F196E39-0B72-498D-84D4-0148BD0AAA8B}"/>
              </a:ext>
            </a:extLst>
          </p:cNvPr>
          <p:cNvSpPr txBox="1"/>
          <p:nvPr/>
        </p:nvSpPr>
        <p:spPr>
          <a:xfrm>
            <a:off x="8891081" y="2889114"/>
            <a:ext cx="2743200" cy="1352144"/>
          </a:xfrm>
          <a:prstGeom prst="rect">
            <a:avLst/>
          </a:prstGeom>
          <a:noFill/>
          <a:ln>
            <a:solidFill>
              <a:schemeClr val="tx1"/>
            </a:solidFill>
            <a:prstDash val="sysDash"/>
          </a:ln>
        </p:spPr>
        <p:txBody>
          <a:bodyPr wrap="square" rtlCol="0">
            <a:spAutoFit/>
          </a:bodyPr>
          <a:lstStyle/>
          <a:p>
            <a:endParaRPr lang="en-US" dirty="0"/>
          </a:p>
        </p:txBody>
      </p:sp>
      <p:sp>
        <p:nvSpPr>
          <p:cNvPr id="6" name="TextBox 5">
            <a:extLst>
              <a:ext uri="{FF2B5EF4-FFF2-40B4-BE49-F238E27FC236}">
                <a16:creationId xmlns:a16="http://schemas.microsoft.com/office/drawing/2014/main" id="{C514F424-C243-4FC3-9C7B-3756A6A0E1A0}"/>
              </a:ext>
            </a:extLst>
          </p:cNvPr>
          <p:cNvSpPr txBox="1"/>
          <p:nvPr/>
        </p:nvSpPr>
        <p:spPr>
          <a:xfrm>
            <a:off x="8891081" y="4542815"/>
            <a:ext cx="2743200" cy="1352144"/>
          </a:xfrm>
          <a:prstGeom prst="rect">
            <a:avLst/>
          </a:prstGeom>
          <a:noFill/>
          <a:ln>
            <a:solidFill>
              <a:schemeClr val="tx1"/>
            </a:solidFill>
            <a:prstDash val="sysDash"/>
          </a:ln>
        </p:spPr>
        <p:txBody>
          <a:bodyPr wrap="square" rtlCol="0">
            <a:spAutoFit/>
          </a:bodyPr>
          <a:lstStyle/>
          <a:p>
            <a:endParaRPr lang="en-US" dirty="0"/>
          </a:p>
        </p:txBody>
      </p:sp>
    </p:spTree>
    <p:extLst>
      <p:ext uri="{BB962C8B-B14F-4D97-AF65-F5344CB8AC3E}">
        <p14:creationId xmlns:p14="http://schemas.microsoft.com/office/powerpoint/2010/main" val="1081173701"/>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223A6-EF68-45D9-A56C-D5CF92A3A544}"/>
              </a:ext>
            </a:extLst>
          </p:cNvPr>
          <p:cNvSpPr>
            <a:spLocks noGrp="1"/>
          </p:cNvSpPr>
          <p:nvPr>
            <p:ph type="title"/>
          </p:nvPr>
        </p:nvSpPr>
        <p:spPr>
          <a:xfrm>
            <a:off x="281353" y="193935"/>
            <a:ext cx="10515600" cy="750612"/>
          </a:xfrm>
        </p:spPr>
        <p:txBody>
          <a:bodyPr/>
          <a:lstStyle/>
          <a:p>
            <a:r>
              <a:rPr lang="en-US" dirty="0"/>
              <a:t>Data Update</a:t>
            </a:r>
          </a:p>
        </p:txBody>
      </p:sp>
      <p:graphicFrame>
        <p:nvGraphicFramePr>
          <p:cNvPr id="4" name="Content Placeholder 3">
            <a:extLst>
              <a:ext uri="{FF2B5EF4-FFF2-40B4-BE49-F238E27FC236}">
                <a16:creationId xmlns:a16="http://schemas.microsoft.com/office/drawing/2014/main" id="{803907D8-032F-41FC-A134-1457CB4D95AD}"/>
              </a:ext>
            </a:extLst>
          </p:cNvPr>
          <p:cNvGraphicFramePr>
            <a:graphicFrameLocks noGrp="1"/>
          </p:cNvGraphicFramePr>
          <p:nvPr>
            <p:ph idx="1"/>
            <p:extLst>
              <p:ext uri="{D42A27DB-BD31-4B8C-83A1-F6EECF244321}">
                <p14:modId xmlns:p14="http://schemas.microsoft.com/office/powerpoint/2010/main" val="2584032387"/>
              </p:ext>
            </p:extLst>
          </p:nvPr>
        </p:nvGraphicFramePr>
        <p:xfrm>
          <a:off x="281353" y="1024933"/>
          <a:ext cx="11575701" cy="533567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04960876"/>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DEE80-A5A4-43BB-9F7E-A30DED5DA9B3}"/>
              </a:ext>
            </a:extLst>
          </p:cNvPr>
          <p:cNvSpPr>
            <a:spLocks noGrp="1"/>
          </p:cNvSpPr>
          <p:nvPr>
            <p:ph type="title"/>
          </p:nvPr>
        </p:nvSpPr>
        <p:spPr>
          <a:xfrm>
            <a:off x="457200" y="290659"/>
            <a:ext cx="10515600" cy="780757"/>
          </a:xfrm>
        </p:spPr>
        <p:txBody>
          <a:bodyPr/>
          <a:lstStyle/>
          <a:p>
            <a:r>
              <a:rPr lang="en-US" dirty="0"/>
              <a:t>Augmented Train data</a:t>
            </a:r>
          </a:p>
        </p:txBody>
      </p:sp>
      <p:sp>
        <p:nvSpPr>
          <p:cNvPr id="3" name="Content Placeholder 2">
            <a:extLst>
              <a:ext uri="{FF2B5EF4-FFF2-40B4-BE49-F238E27FC236}">
                <a16:creationId xmlns:a16="http://schemas.microsoft.com/office/drawing/2014/main" id="{F37F94B6-7E69-40EF-954F-1342515D660C}"/>
              </a:ext>
            </a:extLst>
          </p:cNvPr>
          <p:cNvSpPr>
            <a:spLocks noGrp="1"/>
          </p:cNvSpPr>
          <p:nvPr>
            <p:ph idx="1"/>
          </p:nvPr>
        </p:nvSpPr>
        <p:spPr>
          <a:xfrm>
            <a:off x="457200" y="4130686"/>
            <a:ext cx="10977824" cy="2046277"/>
          </a:xfrm>
        </p:spPr>
        <p:style>
          <a:lnRef idx="2">
            <a:schemeClr val="accent1"/>
          </a:lnRef>
          <a:fillRef idx="1">
            <a:schemeClr val="lt1"/>
          </a:fillRef>
          <a:effectRef idx="0">
            <a:schemeClr val="accent1"/>
          </a:effectRef>
          <a:fontRef idx="minor">
            <a:schemeClr val="dk1"/>
          </a:fontRef>
        </p:style>
        <p:txBody>
          <a:bodyPr>
            <a:normAutofit fontScale="92500" lnSpcReduction="20000"/>
          </a:bodyPr>
          <a:lstStyle/>
          <a:p>
            <a:r>
              <a:rPr lang="en-US" b="0" dirty="0"/>
              <a:t>Old data had Jaccard similarity around 11%; this decrease can be because of below reasons-</a:t>
            </a:r>
          </a:p>
          <a:p>
            <a:pPr lvl="1"/>
            <a:r>
              <a:rPr lang="en-US" dirty="0"/>
              <a:t>Increase in the total data (</a:t>
            </a:r>
            <a:r>
              <a:rPr lang="en-US" dirty="0" err="1"/>
              <a:t>Test+Train</a:t>
            </a:r>
            <a:r>
              <a:rPr lang="en-US" dirty="0"/>
              <a:t>)</a:t>
            </a:r>
          </a:p>
          <a:p>
            <a:pPr lvl="1"/>
            <a:r>
              <a:rPr lang="en-US" b="0" dirty="0"/>
              <a:t>Earlier it wasn’t clean, so numbers and 2 char words were present</a:t>
            </a:r>
          </a:p>
          <a:p>
            <a:r>
              <a:rPr lang="en-US" dirty="0">
                <a:solidFill>
                  <a:srgbClr val="FF0000"/>
                </a:solidFill>
              </a:rPr>
              <a:t>Conclusion</a:t>
            </a:r>
            <a:r>
              <a:rPr lang="en-US" b="0" dirty="0"/>
              <a:t>: Data augmentation with 2 new entries per observation is good enough.</a:t>
            </a:r>
          </a:p>
        </p:txBody>
      </p:sp>
      <p:graphicFrame>
        <p:nvGraphicFramePr>
          <p:cNvPr id="4" name="Table 4">
            <a:extLst>
              <a:ext uri="{FF2B5EF4-FFF2-40B4-BE49-F238E27FC236}">
                <a16:creationId xmlns:a16="http://schemas.microsoft.com/office/drawing/2014/main" id="{9DA46E66-B68A-4D08-87B1-D0B905BADD18}"/>
              </a:ext>
            </a:extLst>
          </p:cNvPr>
          <p:cNvGraphicFramePr>
            <a:graphicFrameLocks/>
          </p:cNvGraphicFramePr>
          <p:nvPr/>
        </p:nvGraphicFramePr>
        <p:xfrm>
          <a:off x="1508760" y="1303111"/>
          <a:ext cx="8412480" cy="2595880"/>
        </p:xfrm>
        <a:graphic>
          <a:graphicData uri="http://schemas.openxmlformats.org/drawingml/2006/table">
            <a:tbl>
              <a:tblPr firstRow="1" bandRow="1">
                <a:effectLst>
                  <a:outerShdw blurRad="50800" dist="38100" dir="8100000" algn="tr" rotWithShape="0">
                    <a:prstClr val="black">
                      <a:alpha val="40000"/>
                    </a:prstClr>
                  </a:outerShdw>
                </a:effectLst>
                <a:tableStyleId>{5C22544A-7EE6-4342-B048-85BDC9FD1C3A}</a:tableStyleId>
              </a:tblPr>
              <a:tblGrid>
                <a:gridCol w="3401367">
                  <a:extLst>
                    <a:ext uri="{9D8B030D-6E8A-4147-A177-3AD203B41FA5}">
                      <a16:colId xmlns:a16="http://schemas.microsoft.com/office/drawing/2014/main" val="3828389806"/>
                    </a:ext>
                  </a:extLst>
                </a:gridCol>
                <a:gridCol w="1296237">
                  <a:extLst>
                    <a:ext uri="{9D8B030D-6E8A-4147-A177-3AD203B41FA5}">
                      <a16:colId xmlns:a16="http://schemas.microsoft.com/office/drawing/2014/main" val="838899630"/>
                    </a:ext>
                  </a:extLst>
                </a:gridCol>
                <a:gridCol w="1848897">
                  <a:extLst>
                    <a:ext uri="{9D8B030D-6E8A-4147-A177-3AD203B41FA5}">
                      <a16:colId xmlns:a16="http://schemas.microsoft.com/office/drawing/2014/main" val="2929191382"/>
                    </a:ext>
                  </a:extLst>
                </a:gridCol>
                <a:gridCol w="1865979">
                  <a:extLst>
                    <a:ext uri="{9D8B030D-6E8A-4147-A177-3AD203B41FA5}">
                      <a16:colId xmlns:a16="http://schemas.microsoft.com/office/drawing/2014/main" val="3837223384"/>
                    </a:ext>
                  </a:extLst>
                </a:gridCol>
              </a:tblGrid>
              <a:tr h="370840">
                <a:tc>
                  <a:txBody>
                    <a:bodyPr/>
                    <a:lstStyle/>
                    <a:p>
                      <a:pPr algn="ctr"/>
                      <a:r>
                        <a:rPr lang="en-US" dirty="0"/>
                        <a:t>Data</a:t>
                      </a:r>
                    </a:p>
                  </a:txBody>
                  <a:tcPr/>
                </a:tc>
                <a:tc>
                  <a:txBody>
                    <a:bodyPr/>
                    <a:lstStyle/>
                    <a:p>
                      <a:pPr algn="ctr"/>
                      <a:r>
                        <a:rPr lang="en-US" dirty="0"/>
                        <a:t>Length</a:t>
                      </a:r>
                    </a:p>
                  </a:txBody>
                  <a:tcPr/>
                </a:tc>
                <a:tc>
                  <a:txBody>
                    <a:bodyPr/>
                    <a:lstStyle/>
                    <a:p>
                      <a:pPr algn="ctr"/>
                      <a:r>
                        <a:rPr lang="en-US" dirty="0"/>
                        <a:t>Jaccard similarity</a:t>
                      </a:r>
                    </a:p>
                  </a:txBody>
                  <a:tcPr/>
                </a:tc>
                <a:tc>
                  <a:txBody>
                    <a:bodyPr/>
                    <a:lstStyle/>
                    <a:p>
                      <a:pPr algn="ctr"/>
                      <a:r>
                        <a:rPr lang="en-US" dirty="0"/>
                        <a:t>Cossine similarity</a:t>
                      </a:r>
                    </a:p>
                  </a:txBody>
                  <a:tcPr/>
                </a:tc>
                <a:extLst>
                  <a:ext uri="{0D108BD9-81ED-4DB2-BD59-A6C34878D82A}">
                    <a16:rowId xmlns:a16="http://schemas.microsoft.com/office/drawing/2014/main" val="2415296735"/>
                  </a:ext>
                </a:extLst>
              </a:tr>
              <a:tr h="370840">
                <a:tc>
                  <a:txBody>
                    <a:bodyPr/>
                    <a:lstStyle/>
                    <a:p>
                      <a:pPr algn="ctr"/>
                      <a:r>
                        <a:rPr lang="en-US" dirty="0"/>
                        <a:t>Train_df original</a:t>
                      </a:r>
                    </a:p>
                  </a:txBody>
                  <a:tcPr/>
                </a:tc>
                <a:tc>
                  <a:txBody>
                    <a:bodyPr/>
                    <a:lstStyle/>
                    <a:p>
                      <a:pPr algn="ctr"/>
                      <a:r>
                        <a:rPr lang="en-US" dirty="0"/>
                        <a:t>50248</a:t>
                      </a:r>
                    </a:p>
                  </a:txBody>
                  <a:tcPr/>
                </a:tc>
                <a:tc>
                  <a:txBody>
                    <a:bodyPr/>
                    <a:lstStyle/>
                    <a:p>
                      <a:pPr algn="ctr"/>
                      <a:r>
                        <a:rPr lang="en-US" dirty="0"/>
                        <a:t>9.77</a:t>
                      </a:r>
                    </a:p>
                  </a:txBody>
                  <a:tcPr/>
                </a:tc>
                <a:tc>
                  <a:txBody>
                    <a:bodyPr/>
                    <a:lstStyle/>
                    <a:p>
                      <a:pPr algn="ctr"/>
                      <a:r>
                        <a:rPr lang="en-US" dirty="0"/>
                        <a:t>34.31</a:t>
                      </a:r>
                    </a:p>
                  </a:txBody>
                  <a:tcPr/>
                </a:tc>
                <a:extLst>
                  <a:ext uri="{0D108BD9-81ED-4DB2-BD59-A6C34878D82A}">
                    <a16:rowId xmlns:a16="http://schemas.microsoft.com/office/drawing/2014/main" val="418063672"/>
                  </a:ext>
                </a:extLst>
              </a:tr>
              <a:tr h="370840">
                <a:tc>
                  <a:txBody>
                    <a:bodyPr/>
                    <a:lstStyle/>
                    <a:p>
                      <a:pPr algn="ctr"/>
                      <a:r>
                        <a:rPr lang="en-US" dirty="0"/>
                        <a:t>Augmented(n_per_original=2)</a:t>
                      </a:r>
                    </a:p>
                  </a:txBody>
                  <a:tcPr/>
                </a:tc>
                <a:tc>
                  <a:txBody>
                    <a:bodyPr/>
                    <a:lstStyle/>
                    <a:p>
                      <a:pPr algn="ctr"/>
                      <a:r>
                        <a:rPr lang="en-US" dirty="0"/>
                        <a:t>69842</a:t>
                      </a:r>
                    </a:p>
                  </a:txBody>
                  <a:tcPr/>
                </a:tc>
                <a:tc>
                  <a:txBody>
                    <a:bodyPr/>
                    <a:lstStyle/>
                    <a:p>
                      <a:pPr algn="ctr"/>
                      <a:r>
                        <a:rPr lang="en-US" dirty="0"/>
                        <a:t>10.26</a:t>
                      </a:r>
                    </a:p>
                  </a:txBody>
                  <a:tcPr/>
                </a:tc>
                <a:tc>
                  <a:txBody>
                    <a:bodyPr/>
                    <a:lstStyle/>
                    <a:p>
                      <a:pPr algn="ctr"/>
                      <a:r>
                        <a:rPr lang="en-US" dirty="0"/>
                        <a:t>35.24</a:t>
                      </a:r>
                    </a:p>
                  </a:txBody>
                  <a:tcPr/>
                </a:tc>
                <a:extLst>
                  <a:ext uri="{0D108BD9-81ED-4DB2-BD59-A6C34878D82A}">
                    <a16:rowId xmlns:a16="http://schemas.microsoft.com/office/drawing/2014/main" val="3249672083"/>
                  </a:ext>
                </a:extLst>
              </a:tr>
              <a:tr h="370840">
                <a:tc>
                  <a:txBody>
                    <a:bodyPr/>
                    <a:lstStyle/>
                    <a:p>
                      <a:pPr algn="ctr"/>
                      <a:r>
                        <a:rPr lang="en-US" dirty="0"/>
                        <a:t>Augmented(n_per_original=3)</a:t>
                      </a:r>
                    </a:p>
                  </a:txBody>
                  <a:tcPr/>
                </a:tc>
                <a:tc>
                  <a:txBody>
                    <a:bodyPr/>
                    <a:lstStyle/>
                    <a:p>
                      <a:pPr algn="ctr"/>
                      <a:r>
                        <a:rPr lang="en-US" dirty="0"/>
                        <a:t>79972</a:t>
                      </a:r>
                    </a:p>
                  </a:txBody>
                  <a:tcPr/>
                </a:tc>
                <a:tc>
                  <a:txBody>
                    <a:bodyPr/>
                    <a:lstStyle/>
                    <a:p>
                      <a:pPr algn="ctr"/>
                      <a:r>
                        <a:rPr lang="en-US" dirty="0"/>
                        <a:t>10.33</a:t>
                      </a:r>
                    </a:p>
                  </a:txBody>
                  <a:tcPr/>
                </a:tc>
                <a:tc>
                  <a:txBody>
                    <a:bodyPr/>
                    <a:lstStyle/>
                    <a:p>
                      <a:pPr algn="ctr"/>
                      <a:r>
                        <a:rPr lang="en-US" dirty="0"/>
                        <a:t>35.39</a:t>
                      </a:r>
                    </a:p>
                  </a:txBody>
                  <a:tcPr/>
                </a:tc>
                <a:extLst>
                  <a:ext uri="{0D108BD9-81ED-4DB2-BD59-A6C34878D82A}">
                    <a16:rowId xmlns:a16="http://schemas.microsoft.com/office/drawing/2014/main" val="2169565638"/>
                  </a:ext>
                </a:extLst>
              </a:tr>
              <a:tr h="370840">
                <a:tc>
                  <a:txBody>
                    <a:bodyPr/>
                    <a:lstStyle/>
                    <a:p>
                      <a:pPr algn="ctr"/>
                      <a:r>
                        <a:rPr lang="en-US" dirty="0"/>
                        <a:t>Augmented(n_per_original=5)</a:t>
                      </a:r>
                    </a:p>
                  </a:txBody>
                  <a:tcPr/>
                </a:tc>
                <a:tc>
                  <a:txBody>
                    <a:bodyPr/>
                    <a:lstStyle/>
                    <a:p>
                      <a:pPr algn="ctr"/>
                      <a:r>
                        <a:rPr lang="en-US" dirty="0"/>
                        <a:t>99056</a:t>
                      </a:r>
                    </a:p>
                  </a:txBody>
                  <a:tcPr/>
                </a:tc>
                <a:tc>
                  <a:txBody>
                    <a:bodyPr/>
                    <a:lstStyle/>
                    <a:p>
                      <a:pPr algn="ctr"/>
                      <a:r>
                        <a:rPr lang="en-US" dirty="0"/>
                        <a:t>10.41</a:t>
                      </a:r>
                    </a:p>
                  </a:txBody>
                  <a:tcPr/>
                </a:tc>
                <a:tc>
                  <a:txBody>
                    <a:bodyPr/>
                    <a:lstStyle/>
                    <a:p>
                      <a:pPr algn="ctr"/>
                      <a:r>
                        <a:rPr lang="en-US" dirty="0"/>
                        <a:t>35.55</a:t>
                      </a:r>
                    </a:p>
                  </a:txBody>
                  <a:tcPr/>
                </a:tc>
                <a:extLst>
                  <a:ext uri="{0D108BD9-81ED-4DB2-BD59-A6C34878D82A}">
                    <a16:rowId xmlns:a16="http://schemas.microsoft.com/office/drawing/2014/main" val="3601394699"/>
                  </a:ext>
                </a:extLst>
              </a:tr>
              <a:tr h="370840">
                <a:tc>
                  <a:txBody>
                    <a:bodyPr/>
                    <a:lstStyle/>
                    <a:p>
                      <a:pPr algn="ctr"/>
                      <a:r>
                        <a:rPr lang="en-US" dirty="0"/>
                        <a:t>Augmented(n_per_original=10)</a:t>
                      </a:r>
                    </a:p>
                  </a:txBody>
                  <a:tcPr>
                    <a:lnB w="19050" cap="flat" cmpd="sng" algn="ctr">
                      <a:solidFill>
                        <a:schemeClr val="tx1"/>
                      </a:solidFill>
                      <a:prstDash val="solid"/>
                      <a:round/>
                      <a:headEnd type="none" w="med" len="med"/>
                      <a:tailEnd type="none" w="med" len="med"/>
                    </a:lnB>
                  </a:tcPr>
                </a:tc>
                <a:tc>
                  <a:txBody>
                    <a:bodyPr/>
                    <a:lstStyle/>
                    <a:p>
                      <a:pPr algn="ctr"/>
                      <a:r>
                        <a:rPr lang="en-US" dirty="0"/>
                        <a:t>148432</a:t>
                      </a:r>
                    </a:p>
                  </a:txBody>
                  <a:tcPr>
                    <a:lnB w="19050" cap="flat" cmpd="sng" algn="ctr">
                      <a:solidFill>
                        <a:schemeClr val="tx1"/>
                      </a:solidFill>
                      <a:prstDash val="solid"/>
                      <a:round/>
                      <a:headEnd type="none" w="med" len="med"/>
                      <a:tailEnd type="none" w="med" len="med"/>
                    </a:lnB>
                  </a:tcPr>
                </a:tc>
                <a:tc>
                  <a:txBody>
                    <a:bodyPr/>
                    <a:lstStyle/>
                    <a:p>
                      <a:pPr algn="ctr"/>
                      <a:r>
                        <a:rPr lang="en-US" dirty="0"/>
                        <a:t>10.53</a:t>
                      </a:r>
                    </a:p>
                  </a:txBody>
                  <a:tcPr>
                    <a:lnB w="19050" cap="flat" cmpd="sng" algn="ctr">
                      <a:solidFill>
                        <a:schemeClr val="tx1"/>
                      </a:solidFill>
                      <a:prstDash val="solid"/>
                      <a:round/>
                      <a:headEnd type="none" w="med" len="med"/>
                      <a:tailEnd type="none" w="med" len="med"/>
                    </a:lnB>
                  </a:tcPr>
                </a:tc>
                <a:tc>
                  <a:txBody>
                    <a:bodyPr/>
                    <a:lstStyle/>
                    <a:p>
                      <a:pPr algn="ctr"/>
                      <a:r>
                        <a:rPr lang="en-US" dirty="0"/>
                        <a:t>35.3</a:t>
                      </a:r>
                    </a:p>
                  </a:txBody>
                  <a:tcPr>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19453605"/>
                  </a:ext>
                </a:extLst>
              </a:tr>
              <a:tr h="370840">
                <a:tc>
                  <a:txBody>
                    <a:bodyPr/>
                    <a:lstStyle/>
                    <a:p>
                      <a:pPr algn="ctr"/>
                      <a:r>
                        <a:rPr lang="en-US" dirty="0"/>
                        <a:t>Augmented(n_per_original=2)</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en-US" dirty="0"/>
                        <a:t>69937</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en-US" dirty="0"/>
                        <a:t>10.32</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en-US" dirty="0"/>
                        <a:t>35.28</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1979525880"/>
                  </a:ext>
                </a:extLst>
              </a:tr>
            </a:tbl>
          </a:graphicData>
        </a:graphic>
      </p:graphicFrame>
    </p:spTree>
    <p:extLst>
      <p:ext uri="{BB962C8B-B14F-4D97-AF65-F5344CB8AC3E}">
        <p14:creationId xmlns:p14="http://schemas.microsoft.com/office/powerpoint/2010/main" val="2480312891"/>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6DA8B-EBD1-4B02-85A5-B31D7928D272}"/>
              </a:ext>
            </a:extLst>
          </p:cNvPr>
          <p:cNvSpPr>
            <a:spLocks noGrp="1"/>
          </p:cNvSpPr>
          <p:nvPr>
            <p:ph type="title"/>
          </p:nvPr>
        </p:nvSpPr>
        <p:spPr>
          <a:xfrm>
            <a:off x="147061" y="239135"/>
            <a:ext cx="10515600" cy="429202"/>
          </a:xfrm>
        </p:spPr>
        <p:txBody>
          <a:bodyPr>
            <a:normAutofit fontScale="90000"/>
          </a:bodyPr>
          <a:lstStyle/>
          <a:p>
            <a:r>
              <a:rPr lang="en-US" dirty="0"/>
              <a:t>New Models</a:t>
            </a:r>
          </a:p>
        </p:txBody>
      </p:sp>
      <p:sp>
        <p:nvSpPr>
          <p:cNvPr id="4" name="Text Placeholder 3">
            <a:extLst>
              <a:ext uri="{FF2B5EF4-FFF2-40B4-BE49-F238E27FC236}">
                <a16:creationId xmlns:a16="http://schemas.microsoft.com/office/drawing/2014/main" id="{B1F5DEAB-6BCB-4510-A52B-F1D9C6561494}"/>
              </a:ext>
            </a:extLst>
          </p:cNvPr>
          <p:cNvSpPr>
            <a:spLocks noGrp="1"/>
          </p:cNvSpPr>
          <p:nvPr>
            <p:ph type="body" idx="1"/>
          </p:nvPr>
        </p:nvSpPr>
        <p:spPr>
          <a:xfrm>
            <a:off x="434109" y="942903"/>
            <a:ext cx="5661892" cy="429202"/>
          </a:xfrm>
          <a:ln/>
        </p:spPr>
        <p:style>
          <a:lnRef idx="0">
            <a:schemeClr val="accent6"/>
          </a:lnRef>
          <a:fillRef idx="3">
            <a:schemeClr val="accent6"/>
          </a:fillRef>
          <a:effectRef idx="3">
            <a:schemeClr val="accent6"/>
          </a:effectRef>
          <a:fontRef idx="minor">
            <a:schemeClr val="lt1"/>
          </a:fontRef>
        </p:style>
        <p:txBody>
          <a:bodyPr/>
          <a:lstStyle/>
          <a:p>
            <a:pPr algn="ctr"/>
            <a:r>
              <a:rPr lang="en-US" dirty="0"/>
              <a:t>Voting classifier</a:t>
            </a:r>
          </a:p>
        </p:txBody>
      </p:sp>
      <p:sp>
        <p:nvSpPr>
          <p:cNvPr id="5" name="Content Placeholder 4">
            <a:extLst>
              <a:ext uri="{FF2B5EF4-FFF2-40B4-BE49-F238E27FC236}">
                <a16:creationId xmlns:a16="http://schemas.microsoft.com/office/drawing/2014/main" id="{298F1723-62C7-4244-B038-ABF43611CBD3}"/>
              </a:ext>
            </a:extLst>
          </p:cNvPr>
          <p:cNvSpPr>
            <a:spLocks noGrp="1"/>
          </p:cNvSpPr>
          <p:nvPr>
            <p:ph sz="half" idx="2"/>
          </p:nvPr>
        </p:nvSpPr>
        <p:spPr>
          <a:xfrm>
            <a:off x="434109" y="1372104"/>
            <a:ext cx="5661891" cy="5121060"/>
          </a:xfrm>
          <a:ln>
            <a:solidFill>
              <a:schemeClr val="tx1"/>
            </a:solidFill>
            <a:prstDash val="dash"/>
          </a:ln>
        </p:spPr>
        <p:txBody>
          <a:bodyPr>
            <a:normAutofit/>
          </a:bodyPr>
          <a:lstStyle/>
          <a:p>
            <a:r>
              <a:rPr lang="en-US" b="0" dirty="0"/>
              <a:t>ML model based on ensemble learning.</a:t>
            </a:r>
          </a:p>
          <a:p>
            <a:r>
              <a:rPr lang="en-US" b="0" dirty="0"/>
              <a:t>Hard voting: </a:t>
            </a:r>
          </a:p>
          <a:p>
            <a:pPr lvl="1"/>
            <a:r>
              <a:rPr lang="en-US" dirty="0"/>
              <a:t>Classifier 1 = class B</a:t>
            </a:r>
          </a:p>
          <a:p>
            <a:pPr lvl="1"/>
            <a:r>
              <a:rPr lang="en-US" b="0" dirty="0"/>
              <a:t>Classifier 2 = class A</a:t>
            </a:r>
          </a:p>
          <a:p>
            <a:pPr lvl="1"/>
            <a:r>
              <a:rPr lang="en-US" dirty="0"/>
              <a:t>Classifier 3 = class B</a:t>
            </a:r>
          </a:p>
          <a:p>
            <a:r>
              <a:rPr lang="en-US" b="0" dirty="0"/>
              <a:t>Soft voting:  </a:t>
            </a:r>
          </a:p>
          <a:p>
            <a:pPr lvl="1"/>
            <a:r>
              <a:rPr lang="en-US" b="0" dirty="0"/>
              <a:t>Class A = (0.30, 0.47, 0.53) and Class B = (0.20, 0.32, 0.40)</a:t>
            </a:r>
          </a:p>
          <a:p>
            <a:endParaRPr lang="en-US" dirty="0"/>
          </a:p>
          <a:p>
            <a:endParaRPr lang="en-US" b="0" dirty="0"/>
          </a:p>
        </p:txBody>
      </p:sp>
      <p:sp>
        <p:nvSpPr>
          <p:cNvPr id="6" name="Text Placeholder 5">
            <a:extLst>
              <a:ext uri="{FF2B5EF4-FFF2-40B4-BE49-F238E27FC236}">
                <a16:creationId xmlns:a16="http://schemas.microsoft.com/office/drawing/2014/main" id="{B2478EE5-F87C-4666-B3B0-FD10E5AF59FF}"/>
              </a:ext>
            </a:extLst>
          </p:cNvPr>
          <p:cNvSpPr>
            <a:spLocks noGrp="1"/>
          </p:cNvSpPr>
          <p:nvPr>
            <p:ph type="body" sz="quarter" idx="3"/>
          </p:nvPr>
        </p:nvSpPr>
        <p:spPr>
          <a:xfrm>
            <a:off x="6194428" y="942903"/>
            <a:ext cx="5661890" cy="429201"/>
          </a:xfrm>
          <a:ln/>
        </p:spPr>
        <p:style>
          <a:lnRef idx="0">
            <a:schemeClr val="accent5"/>
          </a:lnRef>
          <a:fillRef idx="3">
            <a:schemeClr val="accent5"/>
          </a:fillRef>
          <a:effectRef idx="3">
            <a:schemeClr val="accent5"/>
          </a:effectRef>
          <a:fontRef idx="minor">
            <a:schemeClr val="lt1"/>
          </a:fontRef>
        </p:style>
        <p:txBody>
          <a:bodyPr/>
          <a:lstStyle/>
          <a:p>
            <a:pPr algn="ctr"/>
            <a:r>
              <a:rPr lang="en-US" dirty="0"/>
              <a:t>FastText</a:t>
            </a:r>
          </a:p>
        </p:txBody>
      </p:sp>
      <p:sp>
        <p:nvSpPr>
          <p:cNvPr id="7" name="Content Placeholder 6">
            <a:extLst>
              <a:ext uri="{FF2B5EF4-FFF2-40B4-BE49-F238E27FC236}">
                <a16:creationId xmlns:a16="http://schemas.microsoft.com/office/drawing/2014/main" id="{9A479DF3-ADD0-4B8D-B752-2F0E0A07B374}"/>
              </a:ext>
            </a:extLst>
          </p:cNvPr>
          <p:cNvSpPr>
            <a:spLocks noGrp="1"/>
          </p:cNvSpPr>
          <p:nvPr>
            <p:ph sz="quarter" idx="4"/>
          </p:nvPr>
        </p:nvSpPr>
        <p:spPr>
          <a:xfrm>
            <a:off x="6194427" y="1372105"/>
            <a:ext cx="5661891" cy="5121059"/>
          </a:xfrm>
          <a:ln>
            <a:solidFill>
              <a:schemeClr val="tx1"/>
            </a:solidFill>
            <a:prstDash val="dash"/>
          </a:ln>
        </p:spPr>
        <p:txBody>
          <a:bodyPr>
            <a:normAutofit/>
          </a:bodyPr>
          <a:lstStyle/>
          <a:p>
            <a:r>
              <a:rPr lang="en-US" b="0" dirty="0"/>
              <a:t>It is an open-source, free, lightweight library created by the Facebook for efficient learning of word representations and sentence classification.</a:t>
            </a:r>
          </a:p>
          <a:p>
            <a:r>
              <a:rPr lang="en-US" b="0" dirty="0"/>
              <a:t>Has few advantages over Word2Vec and </a:t>
            </a:r>
            <a:r>
              <a:rPr lang="en-US" b="0" dirty="0" err="1"/>
              <a:t>GloVe</a:t>
            </a:r>
            <a:endParaRPr lang="en-US" b="0" dirty="0"/>
          </a:p>
          <a:p>
            <a:r>
              <a:rPr lang="en-US" b="0" dirty="0"/>
              <a:t>It is extremely fast.</a:t>
            </a:r>
          </a:p>
          <a:p>
            <a:endParaRPr lang="en-US" b="0" dirty="0"/>
          </a:p>
          <a:p>
            <a:endParaRPr lang="en-US" b="0" dirty="0"/>
          </a:p>
        </p:txBody>
      </p:sp>
      <p:graphicFrame>
        <p:nvGraphicFramePr>
          <p:cNvPr id="8" name="Table 4">
            <a:extLst>
              <a:ext uri="{FF2B5EF4-FFF2-40B4-BE49-F238E27FC236}">
                <a16:creationId xmlns:a16="http://schemas.microsoft.com/office/drawing/2014/main" id="{324834FF-0B48-4AC2-8A8C-9B199D7E7840}"/>
              </a:ext>
            </a:extLst>
          </p:cNvPr>
          <p:cNvGraphicFramePr>
            <a:graphicFrameLocks noGrp="1"/>
          </p:cNvGraphicFramePr>
          <p:nvPr>
            <p:extLst>
              <p:ext uri="{D42A27DB-BD31-4B8C-83A1-F6EECF244321}">
                <p14:modId xmlns:p14="http://schemas.microsoft.com/office/powerpoint/2010/main" val="602683857"/>
              </p:ext>
            </p:extLst>
          </p:nvPr>
        </p:nvGraphicFramePr>
        <p:xfrm>
          <a:off x="568900" y="5214458"/>
          <a:ext cx="5428676" cy="1135820"/>
        </p:xfrm>
        <a:graphic>
          <a:graphicData uri="http://schemas.openxmlformats.org/drawingml/2006/table">
            <a:tbl>
              <a:tblPr firstRow="1" bandRow="1">
                <a:effectLst>
                  <a:outerShdw blurRad="63500" sx="102000" sy="102000" algn="ctr" rotWithShape="0">
                    <a:prstClr val="black">
                      <a:alpha val="40000"/>
                    </a:prstClr>
                  </a:outerShdw>
                </a:effectLst>
                <a:tableStyleId>{5C22544A-7EE6-4342-B048-85BDC9FD1C3A}</a:tableStyleId>
              </a:tblPr>
              <a:tblGrid>
                <a:gridCol w="1657064">
                  <a:extLst>
                    <a:ext uri="{9D8B030D-6E8A-4147-A177-3AD203B41FA5}">
                      <a16:colId xmlns:a16="http://schemas.microsoft.com/office/drawing/2014/main" val="2598978099"/>
                    </a:ext>
                  </a:extLst>
                </a:gridCol>
                <a:gridCol w="1057274">
                  <a:extLst>
                    <a:ext uri="{9D8B030D-6E8A-4147-A177-3AD203B41FA5}">
                      <a16:colId xmlns:a16="http://schemas.microsoft.com/office/drawing/2014/main" val="2451390439"/>
                    </a:ext>
                  </a:extLst>
                </a:gridCol>
                <a:gridCol w="1334944">
                  <a:extLst>
                    <a:ext uri="{9D8B030D-6E8A-4147-A177-3AD203B41FA5}">
                      <a16:colId xmlns:a16="http://schemas.microsoft.com/office/drawing/2014/main" val="2125581942"/>
                    </a:ext>
                  </a:extLst>
                </a:gridCol>
                <a:gridCol w="1379394">
                  <a:extLst>
                    <a:ext uri="{9D8B030D-6E8A-4147-A177-3AD203B41FA5}">
                      <a16:colId xmlns:a16="http://schemas.microsoft.com/office/drawing/2014/main" val="3720194085"/>
                    </a:ext>
                  </a:extLst>
                </a:gridCol>
              </a:tblGrid>
              <a:tr h="346490">
                <a:tc>
                  <a:txBody>
                    <a:bodyPr/>
                    <a:lstStyle/>
                    <a:p>
                      <a:pPr algn="ctr"/>
                      <a:r>
                        <a:rPr lang="en-US" dirty="0"/>
                        <a:t>Model</a:t>
                      </a:r>
                    </a:p>
                  </a:txBody>
                  <a:tcPr/>
                </a:tc>
                <a:tc>
                  <a:txBody>
                    <a:bodyPr/>
                    <a:lstStyle/>
                    <a:p>
                      <a:pPr algn="ctr"/>
                      <a:r>
                        <a:rPr lang="en-US" dirty="0"/>
                        <a:t>CV score</a:t>
                      </a:r>
                    </a:p>
                  </a:txBody>
                  <a:tcPr/>
                </a:tc>
                <a:tc>
                  <a:txBody>
                    <a:bodyPr/>
                    <a:lstStyle/>
                    <a:p>
                      <a:pPr algn="ctr"/>
                      <a:r>
                        <a:rPr lang="en-US" dirty="0"/>
                        <a:t>TF category</a:t>
                      </a:r>
                    </a:p>
                  </a:txBody>
                  <a:tcPr/>
                </a:tc>
                <a:tc>
                  <a:txBody>
                    <a:bodyPr/>
                    <a:lstStyle/>
                    <a:p>
                      <a:pPr algn="ctr"/>
                      <a:r>
                        <a:rPr lang="en-US" dirty="0"/>
                        <a:t>TF variety</a:t>
                      </a:r>
                    </a:p>
                  </a:txBody>
                  <a:tcPr/>
                </a:tc>
                <a:extLst>
                  <a:ext uri="{0D108BD9-81ED-4DB2-BD59-A6C34878D82A}">
                    <a16:rowId xmlns:a16="http://schemas.microsoft.com/office/drawing/2014/main" val="1115541082"/>
                  </a:ext>
                </a:extLst>
              </a:tr>
              <a:tr h="404300">
                <a:tc>
                  <a:txBody>
                    <a:bodyPr/>
                    <a:lstStyle/>
                    <a:p>
                      <a:pPr algn="ctr"/>
                      <a:r>
                        <a:rPr lang="en-US" dirty="0"/>
                        <a:t>Voting (hard)</a:t>
                      </a:r>
                    </a:p>
                  </a:txBody>
                  <a:tcPr/>
                </a:tc>
                <a:tc>
                  <a:txBody>
                    <a:bodyPr/>
                    <a:lstStyle/>
                    <a:p>
                      <a:pPr algn="ctr"/>
                      <a:r>
                        <a:rPr lang="en-US" dirty="0"/>
                        <a:t>98.46</a:t>
                      </a:r>
                    </a:p>
                  </a:txBody>
                  <a:tcPr/>
                </a:tc>
                <a:tc>
                  <a:txBody>
                    <a:bodyPr/>
                    <a:lstStyle/>
                    <a:p>
                      <a:pPr algn="ctr"/>
                      <a:r>
                        <a:rPr lang="en-US" dirty="0"/>
                        <a:t>66.12</a:t>
                      </a:r>
                    </a:p>
                  </a:txBody>
                  <a:tcPr/>
                </a:tc>
                <a:tc>
                  <a:txBody>
                    <a:bodyPr/>
                    <a:lstStyle/>
                    <a:p>
                      <a:pPr algn="ctr"/>
                      <a:r>
                        <a:rPr lang="en-US" dirty="0"/>
                        <a:t>78.44</a:t>
                      </a:r>
                    </a:p>
                  </a:txBody>
                  <a:tcPr/>
                </a:tc>
                <a:extLst>
                  <a:ext uri="{0D108BD9-81ED-4DB2-BD59-A6C34878D82A}">
                    <a16:rowId xmlns:a16="http://schemas.microsoft.com/office/drawing/2014/main" val="3576674453"/>
                  </a:ext>
                </a:extLst>
              </a:tr>
              <a:tr h="346490">
                <a:tc>
                  <a:txBody>
                    <a:bodyPr/>
                    <a:lstStyle/>
                    <a:p>
                      <a:pPr algn="ctr"/>
                      <a:r>
                        <a:rPr lang="en-US" dirty="0"/>
                        <a:t>Voting (soft)</a:t>
                      </a:r>
                    </a:p>
                  </a:txBody>
                  <a:tcPr/>
                </a:tc>
                <a:tc>
                  <a:txBody>
                    <a:bodyPr/>
                    <a:lstStyle/>
                    <a:p>
                      <a:pPr algn="ctr"/>
                      <a:r>
                        <a:rPr lang="en-US" dirty="0"/>
                        <a:t>98.39</a:t>
                      </a:r>
                    </a:p>
                  </a:txBody>
                  <a:tcPr/>
                </a:tc>
                <a:tc>
                  <a:txBody>
                    <a:bodyPr/>
                    <a:lstStyle/>
                    <a:p>
                      <a:pPr algn="ctr"/>
                      <a:r>
                        <a:rPr lang="en-US" dirty="0"/>
                        <a:t>64.47</a:t>
                      </a:r>
                    </a:p>
                  </a:txBody>
                  <a:tcPr/>
                </a:tc>
                <a:tc>
                  <a:txBody>
                    <a:bodyPr/>
                    <a:lstStyle/>
                    <a:p>
                      <a:pPr algn="ctr"/>
                      <a:r>
                        <a:rPr lang="en-US" dirty="0"/>
                        <a:t>72.58</a:t>
                      </a:r>
                    </a:p>
                  </a:txBody>
                  <a:tcPr/>
                </a:tc>
                <a:extLst>
                  <a:ext uri="{0D108BD9-81ED-4DB2-BD59-A6C34878D82A}">
                    <a16:rowId xmlns:a16="http://schemas.microsoft.com/office/drawing/2014/main" val="1721975116"/>
                  </a:ext>
                </a:extLst>
              </a:tr>
            </a:tbl>
          </a:graphicData>
        </a:graphic>
      </p:graphicFrame>
      <p:graphicFrame>
        <p:nvGraphicFramePr>
          <p:cNvPr id="10" name="Table 4">
            <a:extLst>
              <a:ext uri="{FF2B5EF4-FFF2-40B4-BE49-F238E27FC236}">
                <a16:creationId xmlns:a16="http://schemas.microsoft.com/office/drawing/2014/main" id="{1CEC5BE1-6390-43AE-B43D-2FC9D01E14E4}"/>
              </a:ext>
            </a:extLst>
          </p:cNvPr>
          <p:cNvGraphicFramePr>
            <a:graphicFrameLocks noGrp="1"/>
          </p:cNvGraphicFramePr>
          <p:nvPr>
            <p:extLst>
              <p:ext uri="{D42A27DB-BD31-4B8C-83A1-F6EECF244321}">
                <p14:modId xmlns:p14="http://schemas.microsoft.com/office/powerpoint/2010/main" val="221407561"/>
              </p:ext>
            </p:extLst>
          </p:nvPr>
        </p:nvGraphicFramePr>
        <p:xfrm>
          <a:off x="6311034" y="4848698"/>
          <a:ext cx="5428676" cy="1501580"/>
        </p:xfrm>
        <a:graphic>
          <a:graphicData uri="http://schemas.openxmlformats.org/drawingml/2006/table">
            <a:tbl>
              <a:tblPr firstRow="1" bandRow="1">
                <a:effectLst>
                  <a:outerShdw blurRad="63500" sx="102000" sy="102000" algn="ctr" rotWithShape="0">
                    <a:prstClr val="black">
                      <a:alpha val="40000"/>
                    </a:prstClr>
                  </a:outerShdw>
                </a:effectLst>
                <a:tableStyleId>{5C22544A-7EE6-4342-B048-85BDC9FD1C3A}</a:tableStyleId>
              </a:tblPr>
              <a:tblGrid>
                <a:gridCol w="1657064">
                  <a:extLst>
                    <a:ext uri="{9D8B030D-6E8A-4147-A177-3AD203B41FA5}">
                      <a16:colId xmlns:a16="http://schemas.microsoft.com/office/drawing/2014/main" val="2598978099"/>
                    </a:ext>
                  </a:extLst>
                </a:gridCol>
                <a:gridCol w="1057274">
                  <a:extLst>
                    <a:ext uri="{9D8B030D-6E8A-4147-A177-3AD203B41FA5}">
                      <a16:colId xmlns:a16="http://schemas.microsoft.com/office/drawing/2014/main" val="2451390439"/>
                    </a:ext>
                  </a:extLst>
                </a:gridCol>
                <a:gridCol w="1334944">
                  <a:extLst>
                    <a:ext uri="{9D8B030D-6E8A-4147-A177-3AD203B41FA5}">
                      <a16:colId xmlns:a16="http://schemas.microsoft.com/office/drawing/2014/main" val="2125581942"/>
                    </a:ext>
                  </a:extLst>
                </a:gridCol>
                <a:gridCol w="1379394">
                  <a:extLst>
                    <a:ext uri="{9D8B030D-6E8A-4147-A177-3AD203B41FA5}">
                      <a16:colId xmlns:a16="http://schemas.microsoft.com/office/drawing/2014/main" val="3720194085"/>
                    </a:ext>
                  </a:extLst>
                </a:gridCol>
              </a:tblGrid>
              <a:tr h="346490">
                <a:tc>
                  <a:txBody>
                    <a:bodyPr/>
                    <a:lstStyle/>
                    <a:p>
                      <a:pPr algn="ctr"/>
                      <a:r>
                        <a:rPr lang="en-US" dirty="0"/>
                        <a:t>Model</a:t>
                      </a:r>
                    </a:p>
                  </a:txBody>
                  <a:tcPr/>
                </a:tc>
                <a:tc>
                  <a:txBody>
                    <a:bodyPr/>
                    <a:lstStyle/>
                    <a:p>
                      <a:pPr algn="ctr"/>
                      <a:r>
                        <a:rPr lang="en-US" dirty="0"/>
                        <a:t>CV score</a:t>
                      </a:r>
                    </a:p>
                  </a:txBody>
                  <a:tcPr/>
                </a:tc>
                <a:tc>
                  <a:txBody>
                    <a:bodyPr/>
                    <a:lstStyle/>
                    <a:p>
                      <a:pPr algn="ctr"/>
                      <a:r>
                        <a:rPr lang="en-US" dirty="0"/>
                        <a:t>TF category</a:t>
                      </a:r>
                    </a:p>
                  </a:txBody>
                  <a:tcPr/>
                </a:tc>
                <a:tc>
                  <a:txBody>
                    <a:bodyPr/>
                    <a:lstStyle/>
                    <a:p>
                      <a:pPr algn="ctr"/>
                      <a:r>
                        <a:rPr lang="en-US" dirty="0"/>
                        <a:t>TF variety</a:t>
                      </a:r>
                    </a:p>
                  </a:txBody>
                  <a:tcPr/>
                </a:tc>
                <a:extLst>
                  <a:ext uri="{0D108BD9-81ED-4DB2-BD59-A6C34878D82A}">
                    <a16:rowId xmlns:a16="http://schemas.microsoft.com/office/drawing/2014/main" val="1115541082"/>
                  </a:ext>
                </a:extLst>
              </a:tr>
              <a:tr h="404300">
                <a:tc>
                  <a:txBody>
                    <a:bodyPr/>
                    <a:lstStyle/>
                    <a:p>
                      <a:pPr algn="ctr"/>
                      <a:r>
                        <a:rPr lang="en-US" dirty="0"/>
                        <a:t>Model 1</a:t>
                      </a:r>
                    </a:p>
                  </a:txBody>
                  <a:tcPr/>
                </a:tc>
                <a:tc>
                  <a:txBody>
                    <a:bodyPr/>
                    <a:lstStyle/>
                    <a:p>
                      <a:pPr algn="ctr"/>
                      <a:r>
                        <a:rPr lang="en-US" dirty="0"/>
                        <a:t>98.75</a:t>
                      </a:r>
                    </a:p>
                  </a:txBody>
                  <a:tcPr/>
                </a:tc>
                <a:tc>
                  <a:txBody>
                    <a:bodyPr/>
                    <a:lstStyle/>
                    <a:p>
                      <a:pPr algn="ctr"/>
                      <a:r>
                        <a:rPr lang="en-US" dirty="0"/>
                        <a:t>63.77</a:t>
                      </a:r>
                    </a:p>
                  </a:txBody>
                  <a:tcPr/>
                </a:tc>
                <a:tc>
                  <a:txBody>
                    <a:bodyPr/>
                    <a:lstStyle/>
                    <a:p>
                      <a:pPr algn="ctr"/>
                      <a:r>
                        <a:rPr lang="en-US" dirty="0"/>
                        <a:t>69.44</a:t>
                      </a:r>
                    </a:p>
                  </a:txBody>
                  <a:tcPr/>
                </a:tc>
                <a:extLst>
                  <a:ext uri="{0D108BD9-81ED-4DB2-BD59-A6C34878D82A}">
                    <a16:rowId xmlns:a16="http://schemas.microsoft.com/office/drawing/2014/main" val="3576674453"/>
                  </a:ext>
                </a:extLst>
              </a:tr>
              <a:tr h="346490">
                <a:tc>
                  <a:txBody>
                    <a:bodyPr/>
                    <a:lstStyle/>
                    <a:p>
                      <a:pPr algn="ctr"/>
                      <a:r>
                        <a:rPr lang="en-US" dirty="0"/>
                        <a:t>Model 2</a:t>
                      </a:r>
                    </a:p>
                  </a:txBody>
                  <a:tcPr/>
                </a:tc>
                <a:tc>
                  <a:txBody>
                    <a:bodyPr/>
                    <a:lstStyle/>
                    <a:p>
                      <a:pPr algn="ctr"/>
                      <a:r>
                        <a:rPr lang="en-US" dirty="0"/>
                        <a:t>98.92</a:t>
                      </a:r>
                    </a:p>
                  </a:txBody>
                  <a:tcPr/>
                </a:tc>
                <a:tc>
                  <a:txBody>
                    <a:bodyPr/>
                    <a:lstStyle/>
                    <a:p>
                      <a:pPr algn="ctr"/>
                      <a:r>
                        <a:rPr lang="en-US" dirty="0"/>
                        <a:t>64.95</a:t>
                      </a:r>
                    </a:p>
                  </a:txBody>
                  <a:tcPr/>
                </a:tc>
                <a:tc>
                  <a:txBody>
                    <a:bodyPr/>
                    <a:lstStyle/>
                    <a:p>
                      <a:pPr algn="ctr"/>
                      <a:r>
                        <a:rPr lang="en-US" dirty="0"/>
                        <a:t>70.97</a:t>
                      </a:r>
                    </a:p>
                  </a:txBody>
                  <a:tcPr/>
                </a:tc>
                <a:extLst>
                  <a:ext uri="{0D108BD9-81ED-4DB2-BD59-A6C34878D82A}">
                    <a16:rowId xmlns:a16="http://schemas.microsoft.com/office/drawing/2014/main" val="1721975116"/>
                  </a:ext>
                </a:extLst>
              </a:tr>
              <a:tr h="346490">
                <a:tc>
                  <a:txBody>
                    <a:bodyPr/>
                    <a:lstStyle/>
                    <a:p>
                      <a:pPr algn="ctr"/>
                      <a:r>
                        <a:rPr lang="en-US" dirty="0"/>
                        <a:t>Model 3</a:t>
                      </a:r>
                    </a:p>
                  </a:txBody>
                  <a:tcPr/>
                </a:tc>
                <a:tc>
                  <a:txBody>
                    <a:bodyPr/>
                    <a:lstStyle/>
                    <a:p>
                      <a:pPr algn="ctr"/>
                      <a:r>
                        <a:rPr lang="en-US" dirty="0"/>
                        <a:t>98.81</a:t>
                      </a:r>
                    </a:p>
                  </a:txBody>
                  <a:tcPr/>
                </a:tc>
                <a:tc>
                  <a:txBody>
                    <a:bodyPr/>
                    <a:lstStyle/>
                    <a:p>
                      <a:pPr algn="ctr"/>
                      <a:r>
                        <a:rPr lang="en-US" dirty="0"/>
                        <a:t>65.47</a:t>
                      </a:r>
                    </a:p>
                  </a:txBody>
                  <a:tcPr/>
                </a:tc>
                <a:tc>
                  <a:txBody>
                    <a:bodyPr/>
                    <a:lstStyle/>
                    <a:p>
                      <a:pPr algn="ctr"/>
                      <a:r>
                        <a:rPr lang="en-US" dirty="0"/>
                        <a:t>71.03</a:t>
                      </a:r>
                    </a:p>
                  </a:txBody>
                  <a:tcPr/>
                </a:tc>
                <a:extLst>
                  <a:ext uri="{0D108BD9-81ED-4DB2-BD59-A6C34878D82A}">
                    <a16:rowId xmlns:a16="http://schemas.microsoft.com/office/drawing/2014/main" val="2367670252"/>
                  </a:ext>
                </a:extLst>
              </a:tr>
            </a:tbl>
          </a:graphicData>
        </a:graphic>
      </p:graphicFrame>
    </p:spTree>
    <p:extLst>
      <p:ext uri="{BB962C8B-B14F-4D97-AF65-F5344CB8AC3E}">
        <p14:creationId xmlns:p14="http://schemas.microsoft.com/office/powerpoint/2010/main" val="3569684046"/>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FA61E-58D6-4125-86B8-C65B73361ADD}"/>
              </a:ext>
            </a:extLst>
          </p:cNvPr>
          <p:cNvSpPr>
            <a:spLocks noGrp="1"/>
          </p:cNvSpPr>
          <p:nvPr>
            <p:ph type="title"/>
          </p:nvPr>
        </p:nvSpPr>
        <p:spPr>
          <a:xfrm>
            <a:off x="366765" y="253882"/>
            <a:ext cx="10515600" cy="479305"/>
          </a:xfrm>
        </p:spPr>
        <p:txBody>
          <a:bodyPr>
            <a:normAutofit fontScale="90000"/>
          </a:bodyPr>
          <a:lstStyle/>
          <a:p>
            <a:r>
              <a:rPr lang="en-US" dirty="0"/>
              <a:t>ITEM1_DESC mapping</a:t>
            </a:r>
          </a:p>
        </p:txBody>
      </p:sp>
      <p:graphicFrame>
        <p:nvGraphicFramePr>
          <p:cNvPr id="4" name="Table 4">
            <a:extLst>
              <a:ext uri="{FF2B5EF4-FFF2-40B4-BE49-F238E27FC236}">
                <a16:creationId xmlns:a16="http://schemas.microsoft.com/office/drawing/2014/main" id="{55812FC3-AD80-40BD-8EA8-1505C070905E}"/>
              </a:ext>
            </a:extLst>
          </p:cNvPr>
          <p:cNvGraphicFramePr>
            <a:graphicFrameLocks noGrp="1"/>
          </p:cNvGraphicFramePr>
          <p:nvPr>
            <p:ph idx="1"/>
            <p:extLst>
              <p:ext uri="{D42A27DB-BD31-4B8C-83A1-F6EECF244321}">
                <p14:modId xmlns:p14="http://schemas.microsoft.com/office/powerpoint/2010/main" val="3052646556"/>
              </p:ext>
            </p:extLst>
          </p:nvPr>
        </p:nvGraphicFramePr>
        <p:xfrm>
          <a:off x="530051" y="1488831"/>
          <a:ext cx="5250264" cy="2209270"/>
        </p:xfrm>
        <a:graphic>
          <a:graphicData uri="http://schemas.openxmlformats.org/drawingml/2006/table">
            <a:tbl>
              <a:tblPr firstRow="1" bandRow="1">
                <a:tableStyleId>{21E4AEA4-8DFA-4A89-87EB-49C32662AFE0}</a:tableStyleId>
              </a:tblPr>
              <a:tblGrid>
                <a:gridCol w="2625132">
                  <a:extLst>
                    <a:ext uri="{9D8B030D-6E8A-4147-A177-3AD203B41FA5}">
                      <a16:colId xmlns:a16="http://schemas.microsoft.com/office/drawing/2014/main" val="3074903026"/>
                    </a:ext>
                  </a:extLst>
                </a:gridCol>
                <a:gridCol w="2625132">
                  <a:extLst>
                    <a:ext uri="{9D8B030D-6E8A-4147-A177-3AD203B41FA5}">
                      <a16:colId xmlns:a16="http://schemas.microsoft.com/office/drawing/2014/main" val="2010026567"/>
                    </a:ext>
                  </a:extLst>
                </a:gridCol>
              </a:tblGrid>
              <a:tr h="441854">
                <a:tc>
                  <a:txBody>
                    <a:bodyPr/>
                    <a:lstStyle/>
                    <a:p>
                      <a:pPr algn="ctr"/>
                      <a:r>
                        <a:rPr lang="en-US" dirty="0"/>
                        <a:t>ITEM1_DESC</a:t>
                      </a:r>
                    </a:p>
                  </a:txBody>
                  <a:tcPr/>
                </a:tc>
                <a:tc>
                  <a:txBody>
                    <a:bodyPr/>
                    <a:lstStyle/>
                    <a:p>
                      <a:pPr algn="ctr"/>
                      <a:r>
                        <a:rPr lang="en-US" dirty="0"/>
                        <a:t>TARGET</a:t>
                      </a:r>
                    </a:p>
                  </a:txBody>
                  <a:tcPr/>
                </a:tc>
                <a:extLst>
                  <a:ext uri="{0D108BD9-81ED-4DB2-BD59-A6C34878D82A}">
                    <a16:rowId xmlns:a16="http://schemas.microsoft.com/office/drawing/2014/main" val="1385441972"/>
                  </a:ext>
                </a:extLst>
              </a:tr>
              <a:tr h="441854">
                <a:tc>
                  <a:txBody>
                    <a:bodyPr/>
                    <a:lstStyle/>
                    <a:p>
                      <a:pPr algn="ctr"/>
                      <a:r>
                        <a:rPr lang="en-US" dirty="0"/>
                        <a:t>'RASPBERRY 12OZ'</a:t>
                      </a:r>
                    </a:p>
                  </a:txBody>
                  <a:tcPr/>
                </a:tc>
                <a:tc>
                  <a:txBody>
                    <a:bodyPr/>
                    <a:lstStyle/>
                    <a:p>
                      <a:pPr algn="ctr"/>
                      <a:r>
                        <a:rPr lang="en-US" dirty="0"/>
                        <a:t>X</a:t>
                      </a:r>
                    </a:p>
                  </a:txBody>
                  <a:tcPr/>
                </a:tc>
                <a:extLst>
                  <a:ext uri="{0D108BD9-81ED-4DB2-BD59-A6C34878D82A}">
                    <a16:rowId xmlns:a16="http://schemas.microsoft.com/office/drawing/2014/main" val="2222396600"/>
                  </a:ext>
                </a:extLst>
              </a:tr>
              <a:tr h="44185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'RASPBERRY 12OZ'</a:t>
                      </a:r>
                    </a:p>
                  </a:txBody>
                  <a:tcPr/>
                </a:tc>
                <a:tc>
                  <a:txBody>
                    <a:bodyPr/>
                    <a:lstStyle/>
                    <a:p>
                      <a:pPr algn="ctr"/>
                      <a:r>
                        <a:rPr lang="en-US" dirty="0"/>
                        <a:t>X</a:t>
                      </a:r>
                    </a:p>
                  </a:txBody>
                  <a:tcPr/>
                </a:tc>
                <a:extLst>
                  <a:ext uri="{0D108BD9-81ED-4DB2-BD59-A6C34878D82A}">
                    <a16:rowId xmlns:a16="http://schemas.microsoft.com/office/drawing/2014/main" val="1600519330"/>
                  </a:ext>
                </a:extLst>
              </a:tr>
              <a:tr h="44185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 'APPLE KORU BULK'</a:t>
                      </a:r>
                    </a:p>
                  </a:txBody>
                  <a:tcPr/>
                </a:tc>
                <a:tc>
                  <a:txBody>
                    <a:bodyPr/>
                    <a:lstStyle/>
                    <a:p>
                      <a:pPr algn="ctr"/>
                      <a:r>
                        <a:rPr lang="en-US" dirty="0"/>
                        <a:t>Y</a:t>
                      </a:r>
                    </a:p>
                  </a:txBody>
                  <a:tcPr/>
                </a:tc>
                <a:extLst>
                  <a:ext uri="{0D108BD9-81ED-4DB2-BD59-A6C34878D82A}">
                    <a16:rowId xmlns:a16="http://schemas.microsoft.com/office/drawing/2014/main" val="805661098"/>
                  </a:ext>
                </a:extLst>
              </a:tr>
              <a:tr h="44185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 'APPLE KORU BULK'</a:t>
                      </a:r>
                    </a:p>
                  </a:txBody>
                  <a:tcPr/>
                </a:tc>
                <a:tc>
                  <a:txBody>
                    <a:bodyPr/>
                    <a:lstStyle/>
                    <a:p>
                      <a:pPr algn="ctr"/>
                      <a:r>
                        <a:rPr lang="en-US" dirty="0"/>
                        <a:t>Z</a:t>
                      </a:r>
                    </a:p>
                  </a:txBody>
                  <a:tcPr/>
                </a:tc>
                <a:extLst>
                  <a:ext uri="{0D108BD9-81ED-4DB2-BD59-A6C34878D82A}">
                    <a16:rowId xmlns:a16="http://schemas.microsoft.com/office/drawing/2014/main" val="2949416925"/>
                  </a:ext>
                </a:extLst>
              </a:tr>
            </a:tbl>
          </a:graphicData>
        </a:graphic>
      </p:graphicFrame>
      <p:graphicFrame>
        <p:nvGraphicFramePr>
          <p:cNvPr id="5" name="Table 4">
            <a:extLst>
              <a:ext uri="{FF2B5EF4-FFF2-40B4-BE49-F238E27FC236}">
                <a16:creationId xmlns:a16="http://schemas.microsoft.com/office/drawing/2014/main" id="{21163427-B8BF-4AAB-BAFC-2DCF8544FB1C}"/>
              </a:ext>
            </a:extLst>
          </p:cNvPr>
          <p:cNvGraphicFramePr>
            <a:graphicFrameLocks/>
          </p:cNvGraphicFramePr>
          <p:nvPr/>
        </p:nvGraphicFramePr>
        <p:xfrm>
          <a:off x="6286918" y="1488831"/>
          <a:ext cx="5250264" cy="2209270"/>
        </p:xfrm>
        <a:graphic>
          <a:graphicData uri="http://schemas.openxmlformats.org/drawingml/2006/table">
            <a:tbl>
              <a:tblPr firstRow="1" bandRow="1">
                <a:effectLst>
                  <a:outerShdw blurRad="50800" dist="38100" dir="5400000" algn="t" rotWithShape="0">
                    <a:prstClr val="black">
                      <a:alpha val="40000"/>
                    </a:prstClr>
                  </a:outerShdw>
                </a:effectLst>
                <a:tableStyleId>{00A15C55-8517-42AA-B614-E9B94910E393}</a:tableStyleId>
              </a:tblPr>
              <a:tblGrid>
                <a:gridCol w="2625132">
                  <a:extLst>
                    <a:ext uri="{9D8B030D-6E8A-4147-A177-3AD203B41FA5}">
                      <a16:colId xmlns:a16="http://schemas.microsoft.com/office/drawing/2014/main" val="3074903026"/>
                    </a:ext>
                  </a:extLst>
                </a:gridCol>
                <a:gridCol w="2625132">
                  <a:extLst>
                    <a:ext uri="{9D8B030D-6E8A-4147-A177-3AD203B41FA5}">
                      <a16:colId xmlns:a16="http://schemas.microsoft.com/office/drawing/2014/main" val="2010026567"/>
                    </a:ext>
                  </a:extLst>
                </a:gridCol>
              </a:tblGrid>
              <a:tr h="441854">
                <a:tc>
                  <a:txBody>
                    <a:bodyPr/>
                    <a:lstStyle/>
                    <a:p>
                      <a:pPr algn="ctr"/>
                      <a:r>
                        <a:rPr lang="en-US" dirty="0"/>
                        <a:t>ITEM1_DESC</a:t>
                      </a:r>
                    </a:p>
                  </a:txBody>
                  <a:tcPr/>
                </a:tc>
                <a:tc>
                  <a:txBody>
                    <a:bodyPr/>
                    <a:lstStyle/>
                    <a:p>
                      <a:pPr algn="ctr"/>
                      <a:r>
                        <a:rPr lang="en-US" dirty="0"/>
                        <a:t>TARGET</a:t>
                      </a:r>
                    </a:p>
                  </a:txBody>
                  <a:tcPr/>
                </a:tc>
                <a:extLst>
                  <a:ext uri="{0D108BD9-81ED-4DB2-BD59-A6C34878D82A}">
                    <a16:rowId xmlns:a16="http://schemas.microsoft.com/office/drawing/2014/main" val="1385441972"/>
                  </a:ext>
                </a:extLst>
              </a:tr>
              <a:tr h="44185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'RASPBERRY 12OZ'</a:t>
                      </a:r>
                    </a:p>
                  </a:txBody>
                  <a:tcPr/>
                </a:tc>
                <a:tc>
                  <a:txBody>
                    <a:bodyPr/>
                    <a:lstStyle/>
                    <a:p>
                      <a:pPr algn="ctr"/>
                      <a:r>
                        <a:rPr lang="en-US" dirty="0"/>
                        <a:t>X</a:t>
                      </a:r>
                    </a:p>
                  </a:txBody>
                  <a:tcPr/>
                </a:tc>
                <a:extLst>
                  <a:ext uri="{0D108BD9-81ED-4DB2-BD59-A6C34878D82A}">
                    <a16:rowId xmlns:a16="http://schemas.microsoft.com/office/drawing/2014/main" val="2222396600"/>
                  </a:ext>
                </a:extLst>
              </a:tr>
              <a:tr h="44185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'RASPBERRY 12OZ'</a:t>
                      </a:r>
                    </a:p>
                  </a:txBody>
                  <a:tcPr/>
                </a:tc>
                <a:tc>
                  <a:txBody>
                    <a:bodyPr/>
                    <a:lstStyle/>
                    <a:p>
                      <a:pPr algn="ctr"/>
                      <a:r>
                        <a:rPr lang="en-US" dirty="0"/>
                        <a:t>X</a:t>
                      </a:r>
                    </a:p>
                  </a:txBody>
                  <a:tcPr/>
                </a:tc>
                <a:extLst>
                  <a:ext uri="{0D108BD9-81ED-4DB2-BD59-A6C34878D82A}">
                    <a16:rowId xmlns:a16="http://schemas.microsoft.com/office/drawing/2014/main" val="805661098"/>
                  </a:ext>
                </a:extLst>
              </a:tr>
              <a:tr h="44185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'APPLE KORU BULK'</a:t>
                      </a:r>
                    </a:p>
                  </a:txBody>
                  <a:tcPr/>
                </a:tc>
                <a:tc>
                  <a:txBody>
                    <a:bodyPr/>
                    <a:lstStyle/>
                    <a:p>
                      <a:pPr algn="ctr"/>
                      <a:r>
                        <a:rPr lang="en-US" dirty="0"/>
                        <a:t>*by model prediction*</a:t>
                      </a:r>
                    </a:p>
                  </a:txBody>
                  <a:tcPr/>
                </a:tc>
                <a:extLst>
                  <a:ext uri="{0D108BD9-81ED-4DB2-BD59-A6C34878D82A}">
                    <a16:rowId xmlns:a16="http://schemas.microsoft.com/office/drawing/2014/main" val="1579187334"/>
                  </a:ext>
                </a:extLst>
              </a:tr>
              <a:tr h="44185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'APPLE KORU BULK'</a:t>
                      </a:r>
                    </a:p>
                  </a:txBody>
                  <a:tcPr/>
                </a:tc>
                <a:tc>
                  <a:txBody>
                    <a:bodyPr/>
                    <a:lstStyle/>
                    <a:p>
                      <a:pPr algn="ctr"/>
                      <a:r>
                        <a:rPr lang="en-US" dirty="0"/>
                        <a:t>*by model prediction*</a:t>
                      </a:r>
                    </a:p>
                  </a:txBody>
                  <a:tcPr/>
                </a:tc>
                <a:extLst>
                  <a:ext uri="{0D108BD9-81ED-4DB2-BD59-A6C34878D82A}">
                    <a16:rowId xmlns:a16="http://schemas.microsoft.com/office/drawing/2014/main" val="1010367993"/>
                  </a:ext>
                </a:extLst>
              </a:tr>
            </a:tbl>
          </a:graphicData>
        </a:graphic>
      </p:graphicFrame>
      <p:sp>
        <p:nvSpPr>
          <p:cNvPr id="6" name="Wave 5">
            <a:extLst>
              <a:ext uri="{FF2B5EF4-FFF2-40B4-BE49-F238E27FC236}">
                <a16:creationId xmlns:a16="http://schemas.microsoft.com/office/drawing/2014/main" id="{E1369CA5-F200-4465-B36B-834A6A49B5A9}"/>
              </a:ext>
            </a:extLst>
          </p:cNvPr>
          <p:cNvSpPr/>
          <p:nvPr/>
        </p:nvSpPr>
        <p:spPr>
          <a:xfrm>
            <a:off x="1175658" y="946221"/>
            <a:ext cx="3959051" cy="361740"/>
          </a:xfrm>
          <a:prstGeom prst="wave">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a:t>TRAIN DATA</a:t>
            </a:r>
          </a:p>
        </p:txBody>
      </p:sp>
      <p:sp>
        <p:nvSpPr>
          <p:cNvPr id="7" name="Wave 6">
            <a:extLst>
              <a:ext uri="{FF2B5EF4-FFF2-40B4-BE49-F238E27FC236}">
                <a16:creationId xmlns:a16="http://schemas.microsoft.com/office/drawing/2014/main" id="{63FF0B9E-1344-4865-8121-95F9E8F09557}"/>
              </a:ext>
            </a:extLst>
          </p:cNvPr>
          <p:cNvSpPr/>
          <p:nvPr/>
        </p:nvSpPr>
        <p:spPr>
          <a:xfrm>
            <a:off x="6932525" y="930139"/>
            <a:ext cx="3959051" cy="361740"/>
          </a:xfrm>
          <a:prstGeom prst="wave">
            <a:avLst/>
          </a:prstGeom>
          <a:ln>
            <a:solidFill>
              <a:schemeClr val="tx1"/>
            </a:solidFill>
          </a:ln>
        </p:spPr>
        <p:style>
          <a:lnRef idx="0">
            <a:schemeClr val="accent4"/>
          </a:lnRef>
          <a:fillRef idx="3">
            <a:schemeClr val="accent4"/>
          </a:fillRef>
          <a:effectRef idx="3">
            <a:schemeClr val="accent4"/>
          </a:effectRef>
          <a:fontRef idx="minor">
            <a:schemeClr val="lt1"/>
          </a:fontRef>
        </p:style>
        <p:txBody>
          <a:bodyPr rtlCol="0" anchor="ctr"/>
          <a:lstStyle/>
          <a:p>
            <a:pPr algn="ctr"/>
            <a:r>
              <a:rPr lang="en-US" dirty="0"/>
              <a:t>TEST DATA</a:t>
            </a:r>
          </a:p>
        </p:txBody>
      </p:sp>
      <p:sp>
        <p:nvSpPr>
          <p:cNvPr id="9" name="TextBox 8">
            <a:extLst>
              <a:ext uri="{FF2B5EF4-FFF2-40B4-BE49-F238E27FC236}">
                <a16:creationId xmlns:a16="http://schemas.microsoft.com/office/drawing/2014/main" id="{E19BCF62-62B5-40D0-ADA9-13B4D145E898}"/>
              </a:ext>
            </a:extLst>
          </p:cNvPr>
          <p:cNvSpPr txBox="1"/>
          <p:nvPr/>
        </p:nvSpPr>
        <p:spPr>
          <a:xfrm>
            <a:off x="530050" y="3934534"/>
            <a:ext cx="11007131" cy="646331"/>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dirty="0"/>
              <a:t>No. of unique ITEM1_DESC that are common between train and test: 89</a:t>
            </a:r>
          </a:p>
          <a:p>
            <a:pPr marL="285750" indent="-285750">
              <a:buFont typeface="Arial" panose="020B0604020202020204" pitchFamily="34" charset="0"/>
              <a:buChar char="•"/>
            </a:pPr>
            <a:r>
              <a:rPr lang="en-US" dirty="0"/>
              <a:t>Total no. of test data predicted using mapping: 1770 (0.7% of the complete test data)</a:t>
            </a:r>
          </a:p>
        </p:txBody>
      </p:sp>
      <p:sp>
        <p:nvSpPr>
          <p:cNvPr id="3" name="TextBox 2">
            <a:extLst>
              <a:ext uri="{FF2B5EF4-FFF2-40B4-BE49-F238E27FC236}">
                <a16:creationId xmlns:a16="http://schemas.microsoft.com/office/drawing/2014/main" id="{B1FEDD4C-3AD1-4623-AF62-E042416486DB}"/>
              </a:ext>
            </a:extLst>
          </p:cNvPr>
          <p:cNvSpPr txBox="1"/>
          <p:nvPr/>
        </p:nvSpPr>
        <p:spPr>
          <a:xfrm>
            <a:off x="530050" y="4823209"/>
            <a:ext cx="11007131" cy="923330"/>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marL="285750" indent="-285750">
              <a:buFont typeface="Arial" panose="020B0604020202020204" pitchFamily="34" charset="0"/>
              <a:buChar char="•"/>
            </a:pPr>
            <a:r>
              <a:rPr lang="da-DK" dirty="0"/>
              <a:t>Trust factor for TARGETS predicted using ITEM1_DESC mapping-</a:t>
            </a:r>
          </a:p>
          <a:p>
            <a:pPr marL="742950" lvl="1" indent="-285750">
              <a:buFont typeface="Arial" panose="020B0604020202020204" pitchFamily="34" charset="0"/>
              <a:buChar char="•"/>
            </a:pPr>
            <a:r>
              <a:rPr lang="da-DK" dirty="0"/>
              <a:t>TF cat: 74.51	</a:t>
            </a:r>
          </a:p>
          <a:p>
            <a:pPr marL="742950" lvl="1" indent="-285750">
              <a:buFont typeface="Arial" panose="020B0604020202020204" pitchFamily="34" charset="0"/>
              <a:buChar char="•"/>
            </a:pPr>
            <a:r>
              <a:rPr lang="da-DK" dirty="0"/>
              <a:t>TF var: 96.10</a:t>
            </a:r>
          </a:p>
        </p:txBody>
      </p:sp>
    </p:spTree>
    <p:extLst>
      <p:ext uri="{BB962C8B-B14F-4D97-AF65-F5344CB8AC3E}">
        <p14:creationId xmlns:p14="http://schemas.microsoft.com/office/powerpoint/2010/main" val="2705713869"/>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DCFDA-CB57-4E14-9BCB-204117CD8462}"/>
              </a:ext>
            </a:extLst>
          </p:cNvPr>
          <p:cNvSpPr>
            <a:spLocks noGrp="1"/>
          </p:cNvSpPr>
          <p:nvPr>
            <p:ph type="title"/>
          </p:nvPr>
        </p:nvSpPr>
        <p:spPr>
          <a:xfrm>
            <a:off x="457200" y="456769"/>
            <a:ext cx="10515600" cy="546561"/>
          </a:xfrm>
        </p:spPr>
        <p:txBody>
          <a:bodyPr>
            <a:normAutofit fontScale="90000"/>
          </a:bodyPr>
          <a:lstStyle/>
          <a:p>
            <a:r>
              <a:rPr lang="en-US" dirty="0"/>
              <a:t>Fuzzy TF-IDF matching of FEAT1</a:t>
            </a:r>
          </a:p>
        </p:txBody>
      </p:sp>
      <p:graphicFrame>
        <p:nvGraphicFramePr>
          <p:cNvPr id="4" name="Table 4">
            <a:extLst>
              <a:ext uri="{FF2B5EF4-FFF2-40B4-BE49-F238E27FC236}">
                <a16:creationId xmlns:a16="http://schemas.microsoft.com/office/drawing/2014/main" id="{2207C61F-E429-40C1-93DD-A7E0058287D0}"/>
              </a:ext>
            </a:extLst>
          </p:cNvPr>
          <p:cNvGraphicFramePr>
            <a:graphicFrameLocks noGrp="1"/>
          </p:cNvGraphicFramePr>
          <p:nvPr>
            <p:ph idx="1"/>
          </p:nvPr>
        </p:nvGraphicFramePr>
        <p:xfrm>
          <a:off x="716972" y="1367269"/>
          <a:ext cx="8042564" cy="2225040"/>
        </p:xfrm>
        <a:graphic>
          <a:graphicData uri="http://schemas.openxmlformats.org/drawingml/2006/table">
            <a:tbl>
              <a:tblPr firstRow="1" bandRow="1">
                <a:tableStyleId>{5C22544A-7EE6-4342-B048-85BDC9FD1C3A}</a:tableStyleId>
              </a:tblPr>
              <a:tblGrid>
                <a:gridCol w="1839191">
                  <a:extLst>
                    <a:ext uri="{9D8B030D-6E8A-4147-A177-3AD203B41FA5}">
                      <a16:colId xmlns:a16="http://schemas.microsoft.com/office/drawing/2014/main" val="3565917646"/>
                    </a:ext>
                  </a:extLst>
                </a:gridCol>
                <a:gridCol w="2701636">
                  <a:extLst>
                    <a:ext uri="{9D8B030D-6E8A-4147-A177-3AD203B41FA5}">
                      <a16:colId xmlns:a16="http://schemas.microsoft.com/office/drawing/2014/main" val="2929747970"/>
                    </a:ext>
                  </a:extLst>
                </a:gridCol>
                <a:gridCol w="1808018">
                  <a:extLst>
                    <a:ext uri="{9D8B030D-6E8A-4147-A177-3AD203B41FA5}">
                      <a16:colId xmlns:a16="http://schemas.microsoft.com/office/drawing/2014/main" val="1008622269"/>
                    </a:ext>
                  </a:extLst>
                </a:gridCol>
                <a:gridCol w="1693719">
                  <a:extLst>
                    <a:ext uri="{9D8B030D-6E8A-4147-A177-3AD203B41FA5}">
                      <a16:colId xmlns:a16="http://schemas.microsoft.com/office/drawing/2014/main" val="4111887013"/>
                    </a:ext>
                  </a:extLst>
                </a:gridCol>
              </a:tblGrid>
              <a:tr h="370840">
                <a:tc>
                  <a:txBody>
                    <a:bodyPr/>
                    <a:lstStyle/>
                    <a:p>
                      <a:pPr algn="ctr"/>
                      <a:r>
                        <a:rPr lang="en-US" dirty="0"/>
                        <a:t>Ratio</a:t>
                      </a:r>
                    </a:p>
                  </a:txBody>
                  <a:tcPr/>
                </a:tc>
                <a:tc>
                  <a:txBody>
                    <a:bodyPr/>
                    <a:lstStyle/>
                    <a:p>
                      <a:pPr algn="ctr"/>
                      <a:r>
                        <a:rPr lang="en-US" dirty="0"/>
                        <a:t>Observations matched</a:t>
                      </a:r>
                    </a:p>
                  </a:txBody>
                  <a:tcPr/>
                </a:tc>
                <a:tc>
                  <a:txBody>
                    <a:bodyPr/>
                    <a:lstStyle/>
                    <a:p>
                      <a:pPr algn="ctr"/>
                      <a:r>
                        <a:rPr lang="en-US" dirty="0"/>
                        <a:t>TF category</a:t>
                      </a:r>
                    </a:p>
                  </a:txBody>
                  <a:tcPr/>
                </a:tc>
                <a:tc>
                  <a:txBody>
                    <a:bodyPr/>
                    <a:lstStyle/>
                    <a:p>
                      <a:pPr algn="ctr"/>
                      <a:r>
                        <a:rPr lang="en-US" dirty="0"/>
                        <a:t>TF variety</a:t>
                      </a:r>
                    </a:p>
                  </a:txBody>
                  <a:tcPr/>
                </a:tc>
                <a:extLst>
                  <a:ext uri="{0D108BD9-81ED-4DB2-BD59-A6C34878D82A}">
                    <a16:rowId xmlns:a16="http://schemas.microsoft.com/office/drawing/2014/main" val="1404639473"/>
                  </a:ext>
                </a:extLst>
              </a:tr>
              <a:tr h="370840">
                <a:tc>
                  <a:txBody>
                    <a:bodyPr/>
                    <a:lstStyle/>
                    <a:p>
                      <a:pPr algn="ctr"/>
                      <a:r>
                        <a:rPr lang="en-US" dirty="0"/>
                        <a:t>&gt;=90</a:t>
                      </a:r>
                    </a:p>
                  </a:txBody>
                  <a:tcPr/>
                </a:tc>
                <a:tc>
                  <a:txBody>
                    <a:bodyPr/>
                    <a:lstStyle/>
                    <a:p>
                      <a:pPr algn="ctr"/>
                      <a:r>
                        <a:rPr lang="en-US" dirty="0"/>
                        <a:t>699</a:t>
                      </a:r>
                    </a:p>
                  </a:txBody>
                  <a:tcPr/>
                </a:tc>
                <a:tc>
                  <a:txBody>
                    <a:bodyPr/>
                    <a:lstStyle/>
                    <a:p>
                      <a:pPr algn="ctr"/>
                      <a:r>
                        <a:rPr lang="en-US" dirty="0"/>
                        <a:t>96.85</a:t>
                      </a:r>
                    </a:p>
                  </a:txBody>
                  <a:tcPr/>
                </a:tc>
                <a:tc>
                  <a:txBody>
                    <a:bodyPr/>
                    <a:lstStyle/>
                    <a:p>
                      <a:pPr algn="ctr"/>
                      <a:r>
                        <a:rPr lang="en-US" dirty="0"/>
                        <a:t>95.85</a:t>
                      </a:r>
                    </a:p>
                  </a:txBody>
                  <a:tcPr/>
                </a:tc>
                <a:extLst>
                  <a:ext uri="{0D108BD9-81ED-4DB2-BD59-A6C34878D82A}">
                    <a16:rowId xmlns:a16="http://schemas.microsoft.com/office/drawing/2014/main" val="3910476582"/>
                  </a:ext>
                </a:extLst>
              </a:tr>
              <a:tr h="370840">
                <a:tc>
                  <a:txBody>
                    <a:bodyPr/>
                    <a:lstStyle/>
                    <a:p>
                      <a:pPr algn="ctr"/>
                      <a:r>
                        <a:rPr lang="en-US" dirty="0"/>
                        <a:t>&gt;=80</a:t>
                      </a:r>
                    </a:p>
                  </a:txBody>
                  <a:tcPr>
                    <a:lnB w="19050" cap="flat" cmpd="sng" algn="ctr">
                      <a:solidFill>
                        <a:schemeClr val="tx1"/>
                      </a:solidFill>
                      <a:prstDash val="solid"/>
                      <a:round/>
                      <a:headEnd type="none" w="med" len="med"/>
                      <a:tailEnd type="none" w="med" len="med"/>
                    </a:lnB>
                  </a:tcPr>
                </a:tc>
                <a:tc>
                  <a:txBody>
                    <a:bodyPr/>
                    <a:lstStyle/>
                    <a:p>
                      <a:pPr algn="ctr"/>
                      <a:r>
                        <a:rPr lang="en-US" dirty="0"/>
                        <a:t>8453</a:t>
                      </a:r>
                    </a:p>
                  </a:txBody>
                  <a:tcPr>
                    <a:lnB w="19050" cap="flat" cmpd="sng" algn="ctr">
                      <a:solidFill>
                        <a:schemeClr val="tx1"/>
                      </a:solidFill>
                      <a:prstDash val="solid"/>
                      <a:round/>
                      <a:headEnd type="none" w="med" len="med"/>
                      <a:tailEnd type="none" w="med" len="med"/>
                    </a:lnB>
                  </a:tcPr>
                </a:tc>
                <a:tc>
                  <a:txBody>
                    <a:bodyPr/>
                    <a:lstStyle/>
                    <a:p>
                      <a:pPr algn="ctr"/>
                      <a:r>
                        <a:rPr lang="en-US" dirty="0"/>
                        <a:t>97.27</a:t>
                      </a:r>
                    </a:p>
                  </a:txBody>
                  <a:tcPr>
                    <a:lnB w="19050" cap="flat" cmpd="sng" algn="ctr">
                      <a:solidFill>
                        <a:schemeClr val="tx1"/>
                      </a:solidFill>
                      <a:prstDash val="solid"/>
                      <a:round/>
                      <a:headEnd type="none" w="med" len="med"/>
                      <a:tailEnd type="none" w="med" len="med"/>
                    </a:lnB>
                  </a:tcPr>
                </a:tc>
                <a:tc>
                  <a:txBody>
                    <a:bodyPr/>
                    <a:lstStyle/>
                    <a:p>
                      <a:pPr algn="ctr"/>
                      <a:r>
                        <a:rPr lang="en-US" dirty="0"/>
                        <a:t>98.37</a:t>
                      </a:r>
                    </a:p>
                  </a:txBody>
                  <a:tcPr>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95116654"/>
                  </a:ext>
                </a:extLst>
              </a:tr>
              <a:tr h="370840">
                <a:tc>
                  <a:txBody>
                    <a:bodyPr/>
                    <a:lstStyle/>
                    <a:p>
                      <a:pPr algn="ctr"/>
                      <a:r>
                        <a:rPr lang="en-US" dirty="0"/>
                        <a:t>&gt;=70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4"/>
                    </a:solidFill>
                  </a:tcPr>
                </a:tc>
                <a:tc>
                  <a:txBody>
                    <a:bodyPr/>
                    <a:lstStyle/>
                    <a:p>
                      <a:pPr algn="ctr"/>
                      <a:r>
                        <a:rPr lang="en-US" dirty="0"/>
                        <a:t>32521</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4"/>
                    </a:solidFill>
                  </a:tcPr>
                </a:tc>
                <a:tc>
                  <a:txBody>
                    <a:bodyPr/>
                    <a:lstStyle/>
                    <a:p>
                      <a:pPr algn="ctr"/>
                      <a:r>
                        <a:rPr lang="en-US" dirty="0"/>
                        <a:t>94.75</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4"/>
                    </a:solidFill>
                  </a:tcPr>
                </a:tc>
                <a:tc>
                  <a:txBody>
                    <a:bodyPr/>
                    <a:lstStyle/>
                    <a:p>
                      <a:pPr algn="ctr"/>
                      <a:r>
                        <a:rPr lang="en-US" dirty="0"/>
                        <a:t>96.54</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4"/>
                    </a:solidFill>
                  </a:tcPr>
                </a:tc>
                <a:extLst>
                  <a:ext uri="{0D108BD9-81ED-4DB2-BD59-A6C34878D82A}">
                    <a16:rowId xmlns:a16="http://schemas.microsoft.com/office/drawing/2014/main" val="2322373185"/>
                  </a:ext>
                </a:extLst>
              </a:tr>
              <a:tr h="370840">
                <a:tc>
                  <a:txBody>
                    <a:bodyPr/>
                    <a:lstStyle/>
                    <a:p>
                      <a:pPr algn="ctr"/>
                      <a:r>
                        <a:rPr lang="en-US" dirty="0"/>
                        <a:t>&gt;=60</a:t>
                      </a:r>
                    </a:p>
                  </a:txBody>
                  <a:tcPr>
                    <a:lnT w="19050" cap="flat" cmpd="sng" algn="ctr">
                      <a:solidFill>
                        <a:schemeClr val="tx1"/>
                      </a:solidFill>
                      <a:prstDash val="solid"/>
                      <a:round/>
                      <a:headEnd type="none" w="med" len="med"/>
                      <a:tailEnd type="none" w="med" len="med"/>
                    </a:lnT>
                  </a:tcPr>
                </a:tc>
                <a:tc>
                  <a:txBody>
                    <a:bodyPr/>
                    <a:lstStyle/>
                    <a:p>
                      <a:pPr algn="ctr"/>
                      <a:r>
                        <a:rPr lang="en-US" dirty="0"/>
                        <a:t>109061</a:t>
                      </a:r>
                    </a:p>
                  </a:txBody>
                  <a:tcPr>
                    <a:lnT w="19050" cap="flat" cmpd="sng" algn="ctr">
                      <a:solidFill>
                        <a:schemeClr val="tx1"/>
                      </a:solidFill>
                      <a:prstDash val="solid"/>
                      <a:round/>
                      <a:headEnd type="none" w="med" len="med"/>
                      <a:tailEnd type="none" w="med" len="med"/>
                    </a:lnT>
                  </a:tcPr>
                </a:tc>
                <a:tc>
                  <a:txBody>
                    <a:bodyPr/>
                    <a:lstStyle/>
                    <a:p>
                      <a:pPr algn="ctr"/>
                      <a:r>
                        <a:rPr lang="en-US" dirty="0"/>
                        <a:t>89.68</a:t>
                      </a:r>
                    </a:p>
                  </a:txBody>
                  <a:tcPr>
                    <a:lnT w="19050" cap="flat" cmpd="sng" algn="ctr">
                      <a:solidFill>
                        <a:schemeClr val="tx1"/>
                      </a:solidFill>
                      <a:prstDash val="solid"/>
                      <a:round/>
                      <a:headEnd type="none" w="med" len="med"/>
                      <a:tailEnd type="none" w="med" len="med"/>
                    </a:lnT>
                  </a:tcPr>
                </a:tc>
                <a:tc>
                  <a:txBody>
                    <a:bodyPr/>
                    <a:lstStyle/>
                    <a:p>
                      <a:pPr algn="ctr"/>
                      <a:r>
                        <a:rPr lang="en-US" dirty="0"/>
                        <a:t>91.24</a:t>
                      </a:r>
                    </a:p>
                  </a:txBody>
                  <a:tcPr>
                    <a:lnT w="1905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188018389"/>
                  </a:ext>
                </a:extLst>
              </a:tr>
              <a:tr h="370840">
                <a:tc>
                  <a:txBody>
                    <a:bodyPr/>
                    <a:lstStyle/>
                    <a:p>
                      <a:pPr algn="ctr"/>
                      <a:r>
                        <a:rPr lang="en-US" dirty="0"/>
                        <a:t>&gt;=50</a:t>
                      </a:r>
                    </a:p>
                  </a:txBody>
                  <a:tcPr/>
                </a:tc>
                <a:tc>
                  <a:txBody>
                    <a:bodyPr/>
                    <a:lstStyle/>
                    <a:p>
                      <a:pPr algn="ctr"/>
                      <a:r>
                        <a:rPr lang="en-US" dirty="0"/>
                        <a:t>223808</a:t>
                      </a:r>
                    </a:p>
                  </a:txBody>
                  <a:tcPr/>
                </a:tc>
                <a:tc>
                  <a:txBody>
                    <a:bodyPr/>
                    <a:lstStyle/>
                    <a:p>
                      <a:pPr algn="ctr"/>
                      <a:r>
                        <a:rPr lang="en-US" dirty="0"/>
                        <a:t>81.69</a:t>
                      </a:r>
                    </a:p>
                  </a:txBody>
                  <a:tcPr/>
                </a:tc>
                <a:tc>
                  <a:txBody>
                    <a:bodyPr/>
                    <a:lstStyle/>
                    <a:p>
                      <a:pPr algn="ctr"/>
                      <a:r>
                        <a:rPr lang="en-US" dirty="0"/>
                        <a:t>82.99</a:t>
                      </a:r>
                    </a:p>
                  </a:txBody>
                  <a:tcPr/>
                </a:tc>
                <a:extLst>
                  <a:ext uri="{0D108BD9-81ED-4DB2-BD59-A6C34878D82A}">
                    <a16:rowId xmlns:a16="http://schemas.microsoft.com/office/drawing/2014/main" val="1007016954"/>
                  </a:ext>
                </a:extLst>
              </a:tr>
            </a:tbl>
          </a:graphicData>
        </a:graphic>
      </p:graphicFrame>
      <p:sp>
        <p:nvSpPr>
          <p:cNvPr id="6" name="TextBox 5">
            <a:extLst>
              <a:ext uri="{FF2B5EF4-FFF2-40B4-BE49-F238E27FC236}">
                <a16:creationId xmlns:a16="http://schemas.microsoft.com/office/drawing/2014/main" id="{F66584D6-24C0-465A-8410-AD302388F18A}"/>
              </a:ext>
            </a:extLst>
          </p:cNvPr>
          <p:cNvSpPr txBox="1"/>
          <p:nvPr/>
        </p:nvSpPr>
        <p:spPr>
          <a:xfrm>
            <a:off x="716972" y="6107162"/>
            <a:ext cx="10758056" cy="369332"/>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marL="285750" indent="-285750">
              <a:buFont typeface="Arial" panose="020B0604020202020204" pitchFamily="34" charset="0"/>
              <a:buChar char="•"/>
            </a:pPr>
            <a:r>
              <a:rPr lang="en-US" b="1" dirty="0">
                <a:solidFill>
                  <a:srgbClr val="FF0000"/>
                </a:solidFill>
              </a:rPr>
              <a:t>Conclusion</a:t>
            </a:r>
            <a:r>
              <a:rPr lang="en-US" dirty="0"/>
              <a:t>: I’ll take my ratio as greater than and equal to 70</a:t>
            </a:r>
          </a:p>
        </p:txBody>
      </p:sp>
      <p:sp>
        <p:nvSpPr>
          <p:cNvPr id="7" name="TextBox 6">
            <a:extLst>
              <a:ext uri="{FF2B5EF4-FFF2-40B4-BE49-F238E27FC236}">
                <a16:creationId xmlns:a16="http://schemas.microsoft.com/office/drawing/2014/main" id="{5B5C619A-D6B0-4713-80F7-1B38EE10BF20}"/>
              </a:ext>
            </a:extLst>
          </p:cNvPr>
          <p:cNvSpPr txBox="1"/>
          <p:nvPr/>
        </p:nvSpPr>
        <p:spPr>
          <a:xfrm>
            <a:off x="8998795" y="1602626"/>
            <a:ext cx="2476233" cy="1754326"/>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marL="285750" indent="-285750">
              <a:buFont typeface="Arial" panose="020B0604020202020204" pitchFamily="34" charset="0"/>
              <a:buChar char="•"/>
            </a:pPr>
            <a:r>
              <a:rPr lang="en-US" dirty="0"/>
              <a:t>For fuzzy Tfidf match-</a:t>
            </a:r>
          </a:p>
          <a:p>
            <a:pPr marL="742950" lvl="1" indent="-285750">
              <a:buFont typeface="Arial" panose="020B0604020202020204" pitchFamily="34" charset="0"/>
              <a:buChar char="•"/>
            </a:pPr>
            <a:r>
              <a:rPr lang="en-US" dirty="0"/>
              <a:t>Partial = False</a:t>
            </a:r>
          </a:p>
          <a:p>
            <a:pPr marL="742950" lvl="1" indent="-285750">
              <a:buFont typeface="Arial" panose="020B0604020202020204" pitchFamily="34" charset="0"/>
              <a:buChar char="•"/>
            </a:pPr>
            <a:r>
              <a:rPr lang="en-US" dirty="0"/>
              <a:t>Ratio = sort</a:t>
            </a:r>
          </a:p>
          <a:p>
            <a:pPr marL="285750" indent="-285750">
              <a:buFont typeface="Arial" panose="020B0604020202020204" pitchFamily="34" charset="0"/>
              <a:buChar char="•"/>
            </a:pPr>
            <a:r>
              <a:rPr lang="en-US" dirty="0"/>
              <a:t>For Trust factor-</a:t>
            </a:r>
          </a:p>
          <a:p>
            <a:pPr marL="742950" lvl="1" indent="-285750">
              <a:buFont typeface="Arial" panose="020B0604020202020204" pitchFamily="34" charset="0"/>
              <a:buChar char="•"/>
            </a:pPr>
            <a:r>
              <a:rPr lang="en-US" dirty="0"/>
              <a:t>Partial token set ratio</a:t>
            </a:r>
          </a:p>
        </p:txBody>
      </p:sp>
      <p:graphicFrame>
        <p:nvGraphicFramePr>
          <p:cNvPr id="8" name="Table 8">
            <a:extLst>
              <a:ext uri="{FF2B5EF4-FFF2-40B4-BE49-F238E27FC236}">
                <a16:creationId xmlns:a16="http://schemas.microsoft.com/office/drawing/2014/main" id="{DF464DFE-EE2B-47D5-BB0E-BA9F0D621BC4}"/>
              </a:ext>
            </a:extLst>
          </p:cNvPr>
          <p:cNvGraphicFramePr>
            <a:graphicFrameLocks noGrp="1"/>
          </p:cNvGraphicFramePr>
          <p:nvPr/>
        </p:nvGraphicFramePr>
        <p:xfrm>
          <a:off x="676275" y="4275178"/>
          <a:ext cx="10798753" cy="1651000"/>
        </p:xfrm>
        <a:graphic>
          <a:graphicData uri="http://schemas.openxmlformats.org/drawingml/2006/table">
            <a:tbl>
              <a:tblPr firstRow="1" firstCol="1" bandRow="1">
                <a:tableStyleId>{7DF18680-E054-41AD-8BC1-D1AEF772440D}</a:tableStyleId>
              </a:tblPr>
              <a:tblGrid>
                <a:gridCol w="1386658">
                  <a:extLst>
                    <a:ext uri="{9D8B030D-6E8A-4147-A177-3AD203B41FA5}">
                      <a16:colId xmlns:a16="http://schemas.microsoft.com/office/drawing/2014/main" val="515348064"/>
                    </a:ext>
                  </a:extLst>
                </a:gridCol>
                <a:gridCol w="8145083">
                  <a:extLst>
                    <a:ext uri="{9D8B030D-6E8A-4147-A177-3AD203B41FA5}">
                      <a16:colId xmlns:a16="http://schemas.microsoft.com/office/drawing/2014/main" val="2962953335"/>
                    </a:ext>
                  </a:extLst>
                </a:gridCol>
                <a:gridCol w="1267012">
                  <a:extLst>
                    <a:ext uri="{9D8B030D-6E8A-4147-A177-3AD203B41FA5}">
                      <a16:colId xmlns:a16="http://schemas.microsoft.com/office/drawing/2014/main" val="4091123897"/>
                    </a:ext>
                  </a:extLst>
                </a:gridCol>
              </a:tblGrid>
              <a:tr h="370840">
                <a:tc>
                  <a:txBody>
                    <a:bodyPr/>
                    <a:lstStyle/>
                    <a:p>
                      <a:pPr algn="ctr"/>
                      <a:r>
                        <a:rPr lang="en-US" dirty="0"/>
                        <a:t> Data</a:t>
                      </a:r>
                    </a:p>
                  </a:txBody>
                  <a:tcPr anchor="ctr"/>
                </a:tc>
                <a:tc>
                  <a:txBody>
                    <a:bodyPr/>
                    <a:lstStyle/>
                    <a:p>
                      <a:pPr algn="ctr"/>
                      <a:r>
                        <a:rPr lang="en-US" dirty="0"/>
                        <a:t>FEAT1</a:t>
                      </a:r>
                    </a:p>
                  </a:txBody>
                  <a:tcPr anchor="ctr"/>
                </a:tc>
                <a:tc>
                  <a:txBody>
                    <a:bodyPr/>
                    <a:lstStyle/>
                    <a:p>
                      <a:pPr algn="ctr"/>
                      <a:r>
                        <a:rPr lang="en-US" dirty="0"/>
                        <a:t>Ratio</a:t>
                      </a:r>
                    </a:p>
                  </a:txBody>
                  <a:tcPr anchor="ctr"/>
                </a:tc>
                <a:extLst>
                  <a:ext uri="{0D108BD9-81ED-4DB2-BD59-A6C34878D82A}">
                    <a16:rowId xmlns:a16="http://schemas.microsoft.com/office/drawing/2014/main" val="2993698222"/>
                  </a:ext>
                </a:extLst>
              </a:tr>
              <a:tr h="370840">
                <a:tc>
                  <a:txBody>
                    <a:bodyPr/>
                    <a:lstStyle/>
                    <a:p>
                      <a:pPr algn="ctr"/>
                      <a:r>
                        <a:rPr lang="en-US" dirty="0"/>
                        <a:t>Test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CUSTOMER ORDERED PROGRAM COP </a:t>
                      </a:r>
                      <a:r>
                        <a:rPr lang="en-US" dirty="0">
                          <a:highlight>
                            <a:srgbClr val="FFFF00"/>
                          </a:highlight>
                        </a:rPr>
                        <a:t>LEATHER LEAF </a:t>
                      </a:r>
                      <a:r>
                        <a:rPr lang="en-US" dirty="0"/>
                        <a:t>CUSTOMER ORDER PROGRAM FLORAL </a:t>
                      </a:r>
                      <a:r>
                        <a:rPr lang="en-US" dirty="0">
                          <a:highlight>
                            <a:srgbClr val="FFFF00"/>
                          </a:highlight>
                        </a:rPr>
                        <a:t>MISC FLORAL </a:t>
                      </a:r>
                      <a:r>
                        <a:rPr lang="en-US" dirty="0"/>
                        <a:t>CUSTOMER ORDER PROGRAM</a:t>
                      </a:r>
                    </a:p>
                  </a:txBody>
                  <a:tcPr anchor="ctr"/>
                </a:tc>
                <a:tc rowSpan="2">
                  <a:txBody>
                    <a:bodyPr/>
                    <a:lstStyle/>
                    <a:p>
                      <a:pPr algn="ctr"/>
                      <a:r>
                        <a:rPr lang="en-US" dirty="0"/>
                        <a:t>72</a:t>
                      </a:r>
                    </a:p>
                  </a:txBody>
                  <a:tcPr anchor="ctr"/>
                </a:tc>
                <a:extLst>
                  <a:ext uri="{0D108BD9-81ED-4DB2-BD59-A6C34878D82A}">
                    <a16:rowId xmlns:a16="http://schemas.microsoft.com/office/drawing/2014/main" val="1457775615"/>
                  </a:ext>
                </a:extLst>
              </a:tr>
              <a:tr h="370840">
                <a:tc>
                  <a:txBody>
                    <a:bodyPr/>
                    <a:lstStyle/>
                    <a:p>
                      <a:pPr algn="ctr"/>
                      <a:r>
                        <a:rPr lang="en-US" dirty="0"/>
                        <a:t>Train</a:t>
                      </a:r>
                    </a:p>
                  </a:txBody>
                  <a:tcPr anchor="ctr"/>
                </a:tc>
                <a:tc>
                  <a:txBody>
                    <a:bodyPr/>
                    <a:lstStyle/>
                    <a:p>
                      <a:pPr algn="ctr"/>
                      <a:r>
                        <a:rPr lang="en-US" dirty="0"/>
                        <a:t>CUSTOMER ORDERED PROGRAM COP </a:t>
                      </a:r>
                      <a:r>
                        <a:rPr lang="en-US" dirty="0">
                          <a:highlight>
                            <a:srgbClr val="FFFF00"/>
                          </a:highlight>
                        </a:rPr>
                        <a:t>HYDRG BLUE </a:t>
                      </a:r>
                      <a:r>
                        <a:rPr lang="en-US" dirty="0"/>
                        <a:t>CUSTOMER ORDER PROGRAM FLORAL CONSUMER </a:t>
                      </a:r>
                      <a:r>
                        <a:rPr lang="en-US" dirty="0">
                          <a:highlight>
                            <a:srgbClr val="FFFF00"/>
                          </a:highlight>
                        </a:rPr>
                        <a:t>BUNCH  SHOPPER BUNCH EVERYDAY </a:t>
                      </a:r>
                      <a:r>
                        <a:rPr lang="en-US" dirty="0"/>
                        <a:t>CUSTOMER ORDER</a:t>
                      </a:r>
                    </a:p>
                  </a:txBody>
                  <a:tcPr anchor="ctr"/>
                </a:tc>
                <a:tc vMerge="1">
                  <a:txBody>
                    <a:bodyPr/>
                    <a:lstStyle/>
                    <a:p>
                      <a:endParaRPr lang="en-US" dirty="0"/>
                    </a:p>
                  </a:txBody>
                  <a:tcPr/>
                </a:tc>
                <a:extLst>
                  <a:ext uri="{0D108BD9-81ED-4DB2-BD59-A6C34878D82A}">
                    <a16:rowId xmlns:a16="http://schemas.microsoft.com/office/drawing/2014/main" val="1846200809"/>
                  </a:ext>
                </a:extLst>
              </a:tr>
            </a:tbl>
          </a:graphicData>
        </a:graphic>
      </p:graphicFrame>
      <p:sp>
        <p:nvSpPr>
          <p:cNvPr id="11" name="TextBox 10">
            <a:extLst>
              <a:ext uri="{FF2B5EF4-FFF2-40B4-BE49-F238E27FC236}">
                <a16:creationId xmlns:a16="http://schemas.microsoft.com/office/drawing/2014/main" id="{8C0240E9-CBB7-4076-A5DB-6594704A5514}"/>
              </a:ext>
            </a:extLst>
          </p:cNvPr>
          <p:cNvSpPr txBox="1"/>
          <p:nvPr/>
        </p:nvSpPr>
        <p:spPr>
          <a:xfrm>
            <a:off x="676275" y="3877378"/>
            <a:ext cx="2638425" cy="369332"/>
          </a:xfrm>
          <a:prstGeom prst="rect">
            <a:avLst/>
          </a:prstGeom>
          <a:noFill/>
        </p:spPr>
        <p:txBody>
          <a:bodyPr wrap="square" rtlCol="0">
            <a:spAutoFit/>
          </a:bodyPr>
          <a:lstStyle/>
          <a:p>
            <a:r>
              <a:rPr lang="en-US" dirty="0"/>
              <a:t>Example :-</a:t>
            </a:r>
          </a:p>
        </p:txBody>
      </p:sp>
    </p:spTree>
    <p:extLst>
      <p:ext uri="{BB962C8B-B14F-4D97-AF65-F5344CB8AC3E}">
        <p14:creationId xmlns:p14="http://schemas.microsoft.com/office/powerpoint/2010/main" val="3461116903"/>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D7A0C-F3EB-4E7A-9B16-80F8D3C84FDA}"/>
              </a:ext>
            </a:extLst>
          </p:cNvPr>
          <p:cNvSpPr>
            <a:spLocks noGrp="1"/>
          </p:cNvSpPr>
          <p:nvPr>
            <p:ph type="title"/>
          </p:nvPr>
        </p:nvSpPr>
        <p:spPr/>
        <p:txBody>
          <a:bodyPr/>
          <a:lstStyle/>
          <a:p>
            <a:r>
              <a:rPr lang="en-US" dirty="0"/>
              <a:t>Final Results</a:t>
            </a:r>
          </a:p>
        </p:txBody>
      </p:sp>
      <p:sp>
        <p:nvSpPr>
          <p:cNvPr id="3" name="Content Placeholder 2">
            <a:extLst>
              <a:ext uri="{FF2B5EF4-FFF2-40B4-BE49-F238E27FC236}">
                <a16:creationId xmlns:a16="http://schemas.microsoft.com/office/drawing/2014/main" id="{E25E4FC3-1A3D-448C-B3C1-215F767D2D02}"/>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4063647149"/>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C97813-2DEF-4171-851A-5E4293A732CA}"/>
              </a:ext>
            </a:extLst>
          </p:cNvPr>
          <p:cNvSpPr>
            <a:spLocks noGrp="1"/>
          </p:cNvSpPr>
          <p:nvPr>
            <p:ph idx="1"/>
          </p:nvPr>
        </p:nvSpPr>
        <p:spPr>
          <a:xfrm>
            <a:off x="1011620" y="5454868"/>
            <a:ext cx="10168759" cy="753625"/>
          </a:xfrm>
        </p:spPr>
        <p:txBody>
          <a:bodyPr/>
          <a:lstStyle/>
          <a:p>
            <a:pPr marL="0" indent="0" algn="ctr">
              <a:buNone/>
            </a:pPr>
            <a:r>
              <a:rPr lang="en-US" dirty="0"/>
              <a:t>Appendix</a:t>
            </a:r>
          </a:p>
        </p:txBody>
      </p:sp>
      <p:sp>
        <p:nvSpPr>
          <p:cNvPr id="6" name="Arrow: Pentagon 5">
            <a:extLst>
              <a:ext uri="{FF2B5EF4-FFF2-40B4-BE49-F238E27FC236}">
                <a16:creationId xmlns:a16="http://schemas.microsoft.com/office/drawing/2014/main" id="{A5C9CA15-4267-4C5B-BFC6-22A60120748C}"/>
              </a:ext>
            </a:extLst>
          </p:cNvPr>
          <p:cNvSpPr/>
          <p:nvPr/>
        </p:nvSpPr>
        <p:spPr>
          <a:xfrm rot="5400000">
            <a:off x="3463157" y="-49924"/>
            <a:ext cx="5265685" cy="5365532"/>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4400" dirty="0"/>
          </a:p>
        </p:txBody>
      </p:sp>
      <p:sp>
        <p:nvSpPr>
          <p:cNvPr id="10" name="TextBox 9">
            <a:extLst>
              <a:ext uri="{FF2B5EF4-FFF2-40B4-BE49-F238E27FC236}">
                <a16:creationId xmlns:a16="http://schemas.microsoft.com/office/drawing/2014/main" id="{A482BCB4-F2CF-4546-81CD-DCA0C76A79C6}"/>
              </a:ext>
            </a:extLst>
          </p:cNvPr>
          <p:cNvSpPr txBox="1"/>
          <p:nvPr/>
        </p:nvSpPr>
        <p:spPr>
          <a:xfrm>
            <a:off x="1266497" y="3294258"/>
            <a:ext cx="7283668" cy="369332"/>
          </a:xfrm>
          <a:prstGeom prst="rect">
            <a:avLst/>
          </a:prstGeom>
          <a:noFill/>
        </p:spPr>
        <p:txBody>
          <a:bodyPr wrap="square">
            <a:spAutoFit/>
          </a:bodyPr>
          <a:lstStyle/>
          <a:p>
            <a:r>
              <a:rPr lang="en-US" b="0" i="0" dirty="0">
                <a:solidFill>
                  <a:srgbClr val="000000"/>
                </a:solidFill>
                <a:effectLst/>
                <a:latin typeface="Times New Roman" panose="02020603050405020304" pitchFamily="18" charset="0"/>
              </a:rPr>
              <a:t> </a:t>
            </a:r>
            <a:endParaRPr lang="en-US" dirty="0"/>
          </a:p>
        </p:txBody>
      </p:sp>
      <p:sp>
        <p:nvSpPr>
          <p:cNvPr id="12" name="TextBox 11">
            <a:extLst>
              <a:ext uri="{FF2B5EF4-FFF2-40B4-BE49-F238E27FC236}">
                <a16:creationId xmlns:a16="http://schemas.microsoft.com/office/drawing/2014/main" id="{4A44EB08-1549-4437-B289-0289FF5331E1}"/>
              </a:ext>
            </a:extLst>
          </p:cNvPr>
          <p:cNvSpPr txBox="1"/>
          <p:nvPr/>
        </p:nvSpPr>
        <p:spPr>
          <a:xfrm>
            <a:off x="1266497" y="3294258"/>
            <a:ext cx="7283668" cy="369332"/>
          </a:xfrm>
          <a:prstGeom prst="rect">
            <a:avLst/>
          </a:prstGeom>
          <a:noFill/>
        </p:spPr>
        <p:txBody>
          <a:bodyPr wrap="square">
            <a:spAutoFit/>
          </a:bodyPr>
          <a:lstStyle/>
          <a:p>
            <a:r>
              <a:rPr lang="en-US" b="0" i="0" dirty="0">
                <a:solidFill>
                  <a:srgbClr val="000000"/>
                </a:solidFill>
                <a:effectLst/>
                <a:latin typeface="Times New Roman" panose="02020603050405020304" pitchFamily="18" charset="0"/>
              </a:rPr>
              <a:t> </a:t>
            </a:r>
            <a:endParaRPr lang="en-US" dirty="0"/>
          </a:p>
        </p:txBody>
      </p:sp>
    </p:spTree>
    <p:extLst>
      <p:ext uri="{BB962C8B-B14F-4D97-AF65-F5344CB8AC3E}">
        <p14:creationId xmlns:p14="http://schemas.microsoft.com/office/powerpoint/2010/main" val="3945116686"/>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2D2E7-BEAA-4EA4-941F-0E2014F952A0}"/>
              </a:ext>
            </a:extLst>
          </p:cNvPr>
          <p:cNvSpPr>
            <a:spLocks noGrp="1"/>
          </p:cNvSpPr>
          <p:nvPr>
            <p:ph type="title"/>
          </p:nvPr>
        </p:nvSpPr>
        <p:spPr>
          <a:xfrm>
            <a:off x="457200" y="274320"/>
            <a:ext cx="10515600" cy="599887"/>
          </a:xfrm>
        </p:spPr>
        <p:txBody>
          <a:bodyPr>
            <a:normAutofit fontScale="90000"/>
          </a:bodyPr>
          <a:lstStyle/>
          <a:p>
            <a:r>
              <a:rPr lang="en-US" dirty="0"/>
              <a:t>Results for FastText</a:t>
            </a:r>
          </a:p>
        </p:txBody>
      </p:sp>
      <p:graphicFrame>
        <p:nvGraphicFramePr>
          <p:cNvPr id="5" name="Table 5">
            <a:extLst>
              <a:ext uri="{FF2B5EF4-FFF2-40B4-BE49-F238E27FC236}">
                <a16:creationId xmlns:a16="http://schemas.microsoft.com/office/drawing/2014/main" id="{53390BB8-04E9-4F97-BADC-DCE17C1E091B}"/>
              </a:ext>
            </a:extLst>
          </p:cNvPr>
          <p:cNvGraphicFramePr>
            <a:graphicFrameLocks noGrp="1"/>
          </p:cNvGraphicFramePr>
          <p:nvPr>
            <p:ph idx="1"/>
          </p:nvPr>
        </p:nvGraphicFramePr>
        <p:xfrm>
          <a:off x="538656" y="1426232"/>
          <a:ext cx="11114688" cy="1097280"/>
        </p:xfrm>
        <a:graphic>
          <a:graphicData uri="http://schemas.openxmlformats.org/drawingml/2006/table">
            <a:tbl>
              <a:tblPr firstRow="1" bandRow="1">
                <a:tableStyleId>{5C22544A-7EE6-4342-B048-85BDC9FD1C3A}</a:tableStyleId>
              </a:tblPr>
              <a:tblGrid>
                <a:gridCol w="3704896">
                  <a:extLst>
                    <a:ext uri="{9D8B030D-6E8A-4147-A177-3AD203B41FA5}">
                      <a16:colId xmlns:a16="http://schemas.microsoft.com/office/drawing/2014/main" val="1719442785"/>
                    </a:ext>
                  </a:extLst>
                </a:gridCol>
                <a:gridCol w="3704896">
                  <a:extLst>
                    <a:ext uri="{9D8B030D-6E8A-4147-A177-3AD203B41FA5}">
                      <a16:colId xmlns:a16="http://schemas.microsoft.com/office/drawing/2014/main" val="3028470554"/>
                    </a:ext>
                  </a:extLst>
                </a:gridCol>
                <a:gridCol w="3704896">
                  <a:extLst>
                    <a:ext uri="{9D8B030D-6E8A-4147-A177-3AD203B41FA5}">
                      <a16:colId xmlns:a16="http://schemas.microsoft.com/office/drawing/2014/main" val="1231077953"/>
                    </a:ext>
                  </a:extLst>
                </a:gridCol>
              </a:tblGrid>
              <a:tr h="365417">
                <a:tc>
                  <a:txBody>
                    <a:bodyPr/>
                    <a:lstStyle/>
                    <a:p>
                      <a:pPr algn="ctr"/>
                      <a:r>
                        <a:rPr lang="en-US" dirty="0"/>
                        <a:t>Attempt</a:t>
                      </a:r>
                    </a:p>
                  </a:txBody>
                  <a:tcPr/>
                </a:tc>
                <a:tc>
                  <a:txBody>
                    <a:bodyPr/>
                    <a:lstStyle/>
                    <a:p>
                      <a:pPr algn="ctr"/>
                      <a:r>
                        <a:rPr lang="en-US" dirty="0"/>
                        <a:t>TF category</a:t>
                      </a:r>
                    </a:p>
                  </a:txBody>
                  <a:tcPr/>
                </a:tc>
                <a:tc>
                  <a:txBody>
                    <a:bodyPr/>
                    <a:lstStyle/>
                    <a:p>
                      <a:pPr algn="ctr"/>
                      <a:r>
                        <a:rPr lang="en-US" dirty="0"/>
                        <a:t>TF variety</a:t>
                      </a:r>
                    </a:p>
                  </a:txBody>
                  <a:tcPr/>
                </a:tc>
                <a:extLst>
                  <a:ext uri="{0D108BD9-81ED-4DB2-BD59-A6C34878D82A}">
                    <a16:rowId xmlns:a16="http://schemas.microsoft.com/office/drawing/2014/main" val="2364153381"/>
                  </a:ext>
                </a:extLst>
              </a:tr>
              <a:tr h="365417">
                <a:tc>
                  <a:txBody>
                    <a:bodyPr/>
                    <a:lstStyle/>
                    <a:p>
                      <a:pPr algn="ctr"/>
                      <a:r>
                        <a:rPr lang="en-US" dirty="0"/>
                        <a:t>1</a:t>
                      </a:r>
                    </a:p>
                  </a:txBody>
                  <a:tcPr/>
                </a:tc>
                <a:tc>
                  <a:txBody>
                    <a:bodyPr/>
                    <a:lstStyle/>
                    <a:p>
                      <a:pPr algn="ctr"/>
                      <a:r>
                        <a:rPr lang="en-US" dirty="0"/>
                        <a:t>63.77</a:t>
                      </a:r>
                    </a:p>
                  </a:txBody>
                  <a:tcPr/>
                </a:tc>
                <a:tc>
                  <a:txBody>
                    <a:bodyPr/>
                    <a:lstStyle/>
                    <a:p>
                      <a:pPr algn="ctr"/>
                      <a:r>
                        <a:rPr lang="en-US" dirty="0"/>
                        <a:t>69.44</a:t>
                      </a:r>
                    </a:p>
                  </a:txBody>
                  <a:tcPr/>
                </a:tc>
                <a:extLst>
                  <a:ext uri="{0D108BD9-81ED-4DB2-BD59-A6C34878D82A}">
                    <a16:rowId xmlns:a16="http://schemas.microsoft.com/office/drawing/2014/main" val="3994930267"/>
                  </a:ext>
                </a:extLst>
              </a:tr>
              <a:tr h="365417">
                <a:tc>
                  <a:txBody>
                    <a:bodyPr/>
                    <a:lstStyle/>
                    <a:p>
                      <a:pPr algn="ctr"/>
                      <a:r>
                        <a:rPr lang="en-US" dirty="0"/>
                        <a:t>2</a:t>
                      </a:r>
                    </a:p>
                  </a:txBody>
                  <a:tcPr/>
                </a:tc>
                <a:tc>
                  <a:txBody>
                    <a:bodyPr/>
                    <a:lstStyle/>
                    <a:p>
                      <a:pPr algn="ctr"/>
                      <a:r>
                        <a:rPr lang="en-US" dirty="0"/>
                        <a:t>64.95</a:t>
                      </a:r>
                    </a:p>
                  </a:txBody>
                  <a:tcPr/>
                </a:tc>
                <a:tc>
                  <a:txBody>
                    <a:bodyPr/>
                    <a:lstStyle/>
                    <a:p>
                      <a:pPr algn="ctr"/>
                      <a:r>
                        <a:rPr lang="en-US" dirty="0"/>
                        <a:t>70.97</a:t>
                      </a:r>
                    </a:p>
                  </a:txBody>
                  <a:tcPr/>
                </a:tc>
                <a:extLst>
                  <a:ext uri="{0D108BD9-81ED-4DB2-BD59-A6C34878D82A}">
                    <a16:rowId xmlns:a16="http://schemas.microsoft.com/office/drawing/2014/main" val="1844762364"/>
                  </a:ext>
                </a:extLst>
              </a:tr>
            </a:tbl>
          </a:graphicData>
        </a:graphic>
      </p:graphicFrame>
      <p:graphicFrame>
        <p:nvGraphicFramePr>
          <p:cNvPr id="6" name="Table 6">
            <a:extLst>
              <a:ext uri="{FF2B5EF4-FFF2-40B4-BE49-F238E27FC236}">
                <a16:creationId xmlns:a16="http://schemas.microsoft.com/office/drawing/2014/main" id="{84875683-730A-474F-9732-A17CE7979CB1}"/>
              </a:ext>
            </a:extLst>
          </p:cNvPr>
          <p:cNvGraphicFramePr>
            <a:graphicFrameLocks noGrp="1"/>
          </p:cNvGraphicFramePr>
          <p:nvPr/>
        </p:nvGraphicFramePr>
        <p:xfrm>
          <a:off x="2032000" y="3151561"/>
          <a:ext cx="8128000" cy="1366752"/>
        </p:xfrm>
        <a:graphic>
          <a:graphicData uri="http://schemas.openxmlformats.org/drawingml/2006/table">
            <a:tbl>
              <a:tblPr firstCol="1" bandRow="1">
                <a:tableStyleId>{5C22544A-7EE6-4342-B048-85BDC9FD1C3A}</a:tableStyleId>
              </a:tblPr>
              <a:tblGrid>
                <a:gridCol w="5143936">
                  <a:extLst>
                    <a:ext uri="{9D8B030D-6E8A-4147-A177-3AD203B41FA5}">
                      <a16:colId xmlns:a16="http://schemas.microsoft.com/office/drawing/2014/main" val="2269611716"/>
                    </a:ext>
                  </a:extLst>
                </a:gridCol>
                <a:gridCol w="2984064">
                  <a:extLst>
                    <a:ext uri="{9D8B030D-6E8A-4147-A177-3AD203B41FA5}">
                      <a16:colId xmlns:a16="http://schemas.microsoft.com/office/drawing/2014/main" val="1001735868"/>
                    </a:ext>
                  </a:extLst>
                </a:gridCol>
              </a:tblGrid>
              <a:tr h="455584">
                <a:tc>
                  <a:txBody>
                    <a:bodyPr/>
                    <a:lstStyle/>
                    <a:p>
                      <a:r>
                        <a:rPr lang="en-US" dirty="0"/>
                        <a:t>No. of observations with different predicted target</a:t>
                      </a:r>
                    </a:p>
                  </a:txBody>
                  <a:tcPr/>
                </a:tc>
                <a:tc>
                  <a:txBody>
                    <a:bodyPr/>
                    <a:lstStyle/>
                    <a:p>
                      <a:r>
                        <a:rPr lang="en-US" dirty="0"/>
                        <a:t>73597 (~30% of the test data)</a:t>
                      </a:r>
                    </a:p>
                  </a:txBody>
                  <a:tcPr/>
                </a:tc>
                <a:extLst>
                  <a:ext uri="{0D108BD9-81ED-4DB2-BD59-A6C34878D82A}">
                    <a16:rowId xmlns:a16="http://schemas.microsoft.com/office/drawing/2014/main" val="2894721166"/>
                  </a:ext>
                </a:extLst>
              </a:tr>
              <a:tr h="455584">
                <a:tc>
                  <a:txBody>
                    <a:bodyPr/>
                    <a:lstStyle/>
                    <a:p>
                      <a:r>
                        <a:rPr lang="en-US" dirty="0"/>
                        <a:t>No. of observations with different </a:t>
                      </a:r>
                      <a:r>
                        <a:rPr lang="en-US" dirty="0" err="1"/>
                        <a:t>predicte</a:t>
                      </a:r>
                      <a:r>
                        <a:rPr lang="en-US" dirty="0"/>
                        <a:t> category</a:t>
                      </a:r>
                    </a:p>
                  </a:txBody>
                  <a:tcPr/>
                </a:tc>
                <a:tc>
                  <a:txBody>
                    <a:bodyPr/>
                    <a:lstStyle/>
                    <a:p>
                      <a:r>
                        <a:rPr lang="en-US" dirty="0"/>
                        <a:t>58737 (~24% of the test data)</a:t>
                      </a:r>
                    </a:p>
                  </a:txBody>
                  <a:tcPr/>
                </a:tc>
                <a:extLst>
                  <a:ext uri="{0D108BD9-81ED-4DB2-BD59-A6C34878D82A}">
                    <a16:rowId xmlns:a16="http://schemas.microsoft.com/office/drawing/2014/main" val="411145432"/>
                  </a:ext>
                </a:extLst>
              </a:tr>
              <a:tr h="455584">
                <a:tc>
                  <a:txBody>
                    <a:bodyPr/>
                    <a:lstStyle/>
                    <a:p>
                      <a:r>
                        <a:rPr lang="en-US" dirty="0"/>
                        <a:t>No. of observations with different predicted variety</a:t>
                      </a:r>
                    </a:p>
                  </a:txBody>
                  <a:tcPr/>
                </a:tc>
                <a:tc>
                  <a:txBody>
                    <a:bodyPr/>
                    <a:lstStyle/>
                    <a:p>
                      <a:r>
                        <a:rPr lang="en-US" dirty="0"/>
                        <a:t>73291 (~30% of the test data)</a:t>
                      </a:r>
                    </a:p>
                  </a:txBody>
                  <a:tcPr/>
                </a:tc>
                <a:extLst>
                  <a:ext uri="{0D108BD9-81ED-4DB2-BD59-A6C34878D82A}">
                    <a16:rowId xmlns:a16="http://schemas.microsoft.com/office/drawing/2014/main" val="484116054"/>
                  </a:ext>
                </a:extLst>
              </a:tr>
            </a:tbl>
          </a:graphicData>
        </a:graphic>
      </p:graphicFrame>
    </p:spTree>
    <p:extLst>
      <p:ext uri="{BB962C8B-B14F-4D97-AF65-F5344CB8AC3E}">
        <p14:creationId xmlns:p14="http://schemas.microsoft.com/office/powerpoint/2010/main" val="1669079053"/>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C0626-F06E-4E67-90A0-1B16644BD3BF}"/>
              </a:ext>
            </a:extLst>
          </p:cNvPr>
          <p:cNvSpPr>
            <a:spLocks noGrp="1"/>
          </p:cNvSpPr>
          <p:nvPr>
            <p:ph type="title"/>
          </p:nvPr>
        </p:nvSpPr>
        <p:spPr>
          <a:xfrm>
            <a:off x="211015" y="103500"/>
            <a:ext cx="10515600" cy="599887"/>
          </a:xfrm>
        </p:spPr>
        <p:txBody>
          <a:bodyPr>
            <a:normAutofit fontScale="90000"/>
          </a:bodyPr>
          <a:lstStyle/>
          <a:p>
            <a:r>
              <a:rPr lang="en-US" dirty="0"/>
              <a:t>FastText model</a:t>
            </a:r>
          </a:p>
        </p:txBody>
      </p:sp>
      <p:sp>
        <p:nvSpPr>
          <p:cNvPr id="3" name="Content Placeholder 2">
            <a:extLst>
              <a:ext uri="{FF2B5EF4-FFF2-40B4-BE49-F238E27FC236}">
                <a16:creationId xmlns:a16="http://schemas.microsoft.com/office/drawing/2014/main" id="{010A4B96-AC8E-4F81-AE41-5DE3B0444185}"/>
              </a:ext>
            </a:extLst>
          </p:cNvPr>
          <p:cNvSpPr>
            <a:spLocks noGrp="1"/>
          </p:cNvSpPr>
          <p:nvPr>
            <p:ph idx="1"/>
          </p:nvPr>
        </p:nvSpPr>
        <p:spPr>
          <a:xfrm>
            <a:off x="211015" y="753630"/>
            <a:ext cx="11234057" cy="1426862"/>
          </a:xfr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4"/>
          </a:lnRef>
          <a:fillRef idx="1">
            <a:schemeClr val="lt1"/>
          </a:fillRef>
          <a:effectRef idx="0">
            <a:schemeClr val="accent4"/>
          </a:effectRef>
          <a:fontRef idx="minor">
            <a:schemeClr val="dk1"/>
          </a:fontRef>
        </p:style>
        <p:txBody>
          <a:bodyPr>
            <a:normAutofit fontScale="70000" lnSpcReduction="20000"/>
          </a:bodyPr>
          <a:lstStyle/>
          <a:p>
            <a:r>
              <a:rPr lang="en-US" b="0" dirty="0"/>
              <a:t>It is a library created by the Facebook for efficient learning of word representations and sentence classification.</a:t>
            </a:r>
          </a:p>
          <a:p>
            <a:r>
              <a:rPr lang="en-US" b="0" dirty="0"/>
              <a:t>Advantages over word2vec and Glove</a:t>
            </a:r>
          </a:p>
          <a:p>
            <a:pPr lvl="1"/>
            <a:r>
              <a:rPr lang="en-US" b="0" dirty="0"/>
              <a:t>It can give the vector representations for the words not present in the dictionary. Eg- </a:t>
            </a:r>
            <a:r>
              <a:rPr lang="en-US" b="0" i="1" dirty="0"/>
              <a:t>“stupedofan</a:t>
            </a:r>
            <a:r>
              <a:rPr lang="en-US" i="1" dirty="0"/>
              <a:t>c</a:t>
            </a:r>
            <a:r>
              <a:rPr lang="en-US" b="0" i="1" dirty="0"/>
              <a:t>tabulouslyfantasti”</a:t>
            </a:r>
          </a:p>
          <a:p>
            <a:pPr lvl="1"/>
            <a:r>
              <a:rPr lang="en-US" i="1" dirty="0"/>
              <a:t>It is extremely fast.</a:t>
            </a:r>
            <a:endParaRPr lang="en-US" b="0" i="1" dirty="0"/>
          </a:p>
        </p:txBody>
      </p:sp>
      <p:graphicFrame>
        <p:nvGraphicFramePr>
          <p:cNvPr id="4" name="Diagram 3">
            <a:extLst>
              <a:ext uri="{FF2B5EF4-FFF2-40B4-BE49-F238E27FC236}">
                <a16:creationId xmlns:a16="http://schemas.microsoft.com/office/drawing/2014/main" id="{E1679E14-3912-483D-B333-0E339FA538E4}"/>
              </a:ext>
            </a:extLst>
          </p:cNvPr>
          <p:cNvGraphicFramePr/>
          <p:nvPr/>
        </p:nvGraphicFramePr>
        <p:xfrm>
          <a:off x="2150347" y="2429277"/>
          <a:ext cx="9294725" cy="54503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Rounded Corners 4">
            <a:extLst>
              <a:ext uri="{FF2B5EF4-FFF2-40B4-BE49-F238E27FC236}">
                <a16:creationId xmlns:a16="http://schemas.microsoft.com/office/drawing/2014/main" id="{2B11CE0C-7A4C-443B-9B5D-2C91E36695BB}"/>
              </a:ext>
            </a:extLst>
          </p:cNvPr>
          <p:cNvSpPr/>
          <p:nvPr/>
        </p:nvSpPr>
        <p:spPr>
          <a:xfrm>
            <a:off x="211016" y="2429277"/>
            <a:ext cx="1637882" cy="545035"/>
          </a:xfrm>
          <a:prstGeom prst="roundRect">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en-US" dirty="0"/>
              <a:t>Preprocessing steps</a:t>
            </a:r>
          </a:p>
        </p:txBody>
      </p:sp>
      <p:graphicFrame>
        <p:nvGraphicFramePr>
          <p:cNvPr id="6" name="Table 4">
            <a:extLst>
              <a:ext uri="{FF2B5EF4-FFF2-40B4-BE49-F238E27FC236}">
                <a16:creationId xmlns:a16="http://schemas.microsoft.com/office/drawing/2014/main" id="{F9FF62E8-F282-496C-A851-5158EF451C98}"/>
              </a:ext>
            </a:extLst>
          </p:cNvPr>
          <p:cNvGraphicFramePr>
            <a:graphicFrameLocks/>
          </p:cNvGraphicFramePr>
          <p:nvPr/>
        </p:nvGraphicFramePr>
        <p:xfrm>
          <a:off x="211015" y="3107541"/>
          <a:ext cx="11521383" cy="3270386"/>
        </p:xfrm>
        <a:graphic>
          <a:graphicData uri="http://schemas.openxmlformats.org/drawingml/2006/table">
            <a:tbl>
              <a:tblPr firstRow="1" firstCol="1" bandRow="1">
                <a:tableStyleId>{5C22544A-7EE6-4342-B048-85BDC9FD1C3A}</a:tableStyleId>
              </a:tblPr>
              <a:tblGrid>
                <a:gridCol w="1337955">
                  <a:extLst>
                    <a:ext uri="{9D8B030D-6E8A-4147-A177-3AD203B41FA5}">
                      <a16:colId xmlns:a16="http://schemas.microsoft.com/office/drawing/2014/main" val="4063345073"/>
                    </a:ext>
                  </a:extLst>
                </a:gridCol>
                <a:gridCol w="1737599">
                  <a:extLst>
                    <a:ext uri="{9D8B030D-6E8A-4147-A177-3AD203B41FA5}">
                      <a16:colId xmlns:a16="http://schemas.microsoft.com/office/drawing/2014/main" val="3803791866"/>
                    </a:ext>
                  </a:extLst>
                </a:gridCol>
                <a:gridCol w="3252209">
                  <a:extLst>
                    <a:ext uri="{9D8B030D-6E8A-4147-A177-3AD203B41FA5}">
                      <a16:colId xmlns:a16="http://schemas.microsoft.com/office/drawing/2014/main" val="235275921"/>
                    </a:ext>
                  </a:extLst>
                </a:gridCol>
                <a:gridCol w="2378706">
                  <a:extLst>
                    <a:ext uri="{9D8B030D-6E8A-4147-A177-3AD203B41FA5}">
                      <a16:colId xmlns:a16="http://schemas.microsoft.com/office/drawing/2014/main" val="4255851108"/>
                    </a:ext>
                  </a:extLst>
                </a:gridCol>
                <a:gridCol w="1527999">
                  <a:extLst>
                    <a:ext uri="{9D8B030D-6E8A-4147-A177-3AD203B41FA5}">
                      <a16:colId xmlns:a16="http://schemas.microsoft.com/office/drawing/2014/main" val="4014875624"/>
                    </a:ext>
                  </a:extLst>
                </a:gridCol>
                <a:gridCol w="1286915">
                  <a:extLst>
                    <a:ext uri="{9D8B030D-6E8A-4147-A177-3AD203B41FA5}">
                      <a16:colId xmlns:a16="http://schemas.microsoft.com/office/drawing/2014/main" val="4284041291"/>
                    </a:ext>
                  </a:extLst>
                </a:gridCol>
              </a:tblGrid>
              <a:tr h="383084">
                <a:tc>
                  <a:txBody>
                    <a:bodyPr/>
                    <a:lstStyle/>
                    <a:p>
                      <a:pPr algn="ctr"/>
                      <a:r>
                        <a:rPr lang="en-US" dirty="0"/>
                        <a:t>Model</a:t>
                      </a:r>
                    </a:p>
                  </a:txBody>
                  <a:tcPr anchor="ctr">
                    <a:solidFill>
                      <a:schemeClr val="accent6"/>
                    </a:solidFill>
                  </a:tcPr>
                </a:tc>
                <a:tc>
                  <a:txBody>
                    <a:bodyPr/>
                    <a:lstStyle/>
                    <a:p>
                      <a:pPr algn="ctr"/>
                      <a:r>
                        <a:rPr lang="en-US" dirty="0"/>
                        <a:t>Preprocessing</a:t>
                      </a:r>
                    </a:p>
                  </a:txBody>
                  <a:tcPr anchor="ctr"/>
                </a:tc>
                <a:tc>
                  <a:txBody>
                    <a:bodyPr/>
                    <a:lstStyle/>
                    <a:p>
                      <a:pPr algn="ctr"/>
                      <a:r>
                        <a:rPr lang="en-US" dirty="0"/>
                        <a:t>Data augmentation</a:t>
                      </a:r>
                    </a:p>
                  </a:txBody>
                  <a:tcPr anchor="ctr"/>
                </a:tc>
                <a:tc>
                  <a:txBody>
                    <a:bodyPr/>
                    <a:lstStyle/>
                    <a:p>
                      <a:pPr algn="ctr"/>
                      <a:r>
                        <a:rPr lang="en-US" dirty="0"/>
                        <a:t>Validation accuracy</a:t>
                      </a:r>
                    </a:p>
                  </a:txBody>
                  <a:tcPr anchor="ctr"/>
                </a:tc>
                <a:tc>
                  <a:txBody>
                    <a:bodyPr/>
                    <a:lstStyle/>
                    <a:p>
                      <a:pPr algn="ctr"/>
                      <a:r>
                        <a:rPr lang="en-US" dirty="0"/>
                        <a:t>TF category</a:t>
                      </a:r>
                    </a:p>
                  </a:txBody>
                  <a:tcPr anchor="ctr"/>
                </a:tc>
                <a:tc>
                  <a:txBody>
                    <a:bodyPr/>
                    <a:lstStyle/>
                    <a:p>
                      <a:pPr algn="ctr"/>
                      <a:r>
                        <a:rPr lang="en-US" dirty="0"/>
                        <a:t>TF variety</a:t>
                      </a:r>
                    </a:p>
                  </a:txBody>
                  <a:tcPr anchor="ctr"/>
                </a:tc>
                <a:extLst>
                  <a:ext uri="{0D108BD9-81ED-4DB2-BD59-A6C34878D82A}">
                    <a16:rowId xmlns:a16="http://schemas.microsoft.com/office/drawing/2014/main" val="1384846687"/>
                  </a:ext>
                </a:extLst>
              </a:tr>
              <a:tr h="302079">
                <a:tc>
                  <a:txBody>
                    <a:bodyPr/>
                    <a:lstStyle/>
                    <a:p>
                      <a:pPr algn="ctr"/>
                      <a:r>
                        <a:rPr lang="en-US" dirty="0"/>
                        <a:t>FastText</a:t>
                      </a:r>
                    </a:p>
                  </a:txBody>
                  <a:tcPr anchor="ctr">
                    <a:cell3D prstMaterial="dkEdge">
                      <a:bevel/>
                      <a:lightRig rig="flood" dir="t"/>
                    </a:cell3D>
                  </a:tcPr>
                </a:tc>
                <a:tc>
                  <a:txBody>
                    <a:bodyPr/>
                    <a:lstStyle/>
                    <a:p>
                      <a:pPr algn="ctr"/>
                      <a:r>
                        <a:rPr lang="en-US" dirty="0"/>
                        <a:t>Yes</a:t>
                      </a:r>
                    </a:p>
                  </a:txBody>
                  <a:tcPr anchor="ctr"/>
                </a:tc>
                <a:tc>
                  <a:txBody>
                    <a:bodyPr/>
                    <a:lstStyle/>
                    <a:p>
                      <a:pPr algn="ctr"/>
                      <a:r>
                        <a:rPr lang="en-US" dirty="0"/>
                        <a:t>No</a:t>
                      </a:r>
                    </a:p>
                  </a:txBody>
                  <a:tcPr anchor="ctr"/>
                </a:tc>
                <a:tc>
                  <a:txBody>
                    <a:bodyPr/>
                    <a:lstStyle/>
                    <a:p>
                      <a:pPr algn="ctr"/>
                      <a:r>
                        <a:rPr lang="en-US" dirty="0"/>
                        <a:t>93.50</a:t>
                      </a:r>
                    </a:p>
                  </a:txBody>
                  <a:tcPr anchor="ctr"/>
                </a:tc>
                <a:tc>
                  <a:txBody>
                    <a:bodyPr/>
                    <a:lstStyle/>
                    <a:p>
                      <a:pPr algn="ctr"/>
                      <a:r>
                        <a:rPr lang="en-US" dirty="0"/>
                        <a:t>71.84</a:t>
                      </a:r>
                    </a:p>
                  </a:txBody>
                  <a:tcPr anchor="ctr"/>
                </a:tc>
                <a:tc>
                  <a:txBody>
                    <a:bodyPr/>
                    <a:lstStyle/>
                    <a:p>
                      <a:pPr algn="ctr"/>
                      <a:r>
                        <a:rPr lang="en-US" dirty="0"/>
                        <a:t>68.42</a:t>
                      </a:r>
                    </a:p>
                  </a:txBody>
                  <a:tcPr anchor="ctr"/>
                </a:tc>
                <a:extLst>
                  <a:ext uri="{0D108BD9-81ED-4DB2-BD59-A6C34878D82A}">
                    <a16:rowId xmlns:a16="http://schemas.microsoft.com/office/drawing/2014/main" val="4054122234"/>
                  </a:ext>
                </a:extLst>
              </a:tr>
              <a:tr h="302079">
                <a:tc>
                  <a:txBody>
                    <a:bodyPr/>
                    <a:lstStyle/>
                    <a:p>
                      <a:pPr algn="ctr"/>
                      <a:r>
                        <a:rPr lang="en-US" dirty="0"/>
                        <a:t>FastText*</a:t>
                      </a:r>
                    </a:p>
                  </a:txBody>
                  <a:tcPr anchor="ctr">
                    <a:cell3D prstMaterial="dkEdge">
                      <a:bevel/>
                      <a:lightRig rig="flood" dir="t"/>
                    </a:cell3D>
                  </a:tcPr>
                </a:tc>
                <a:tc>
                  <a:txBody>
                    <a:bodyPr/>
                    <a:lstStyle/>
                    <a:p>
                      <a:pPr algn="ctr"/>
                      <a:r>
                        <a:rPr lang="en-US" dirty="0"/>
                        <a:t>Yes</a:t>
                      </a:r>
                    </a:p>
                  </a:txBody>
                  <a:tcPr anchor="ctr"/>
                </a:tc>
                <a:tc>
                  <a:txBody>
                    <a:bodyPr/>
                    <a:lstStyle/>
                    <a:p>
                      <a:pPr algn="ctr"/>
                      <a:r>
                        <a:rPr lang="en-US" dirty="0"/>
                        <a:t>No</a:t>
                      </a:r>
                    </a:p>
                  </a:txBody>
                  <a:tcPr anchor="ctr"/>
                </a:tc>
                <a:tc>
                  <a:txBody>
                    <a:bodyPr/>
                    <a:lstStyle/>
                    <a:p>
                      <a:pPr algn="ctr"/>
                      <a:r>
                        <a:rPr lang="en-US" dirty="0"/>
                        <a:t>98.92</a:t>
                      </a:r>
                    </a:p>
                  </a:txBody>
                  <a:tcPr anchor="ctr"/>
                </a:tc>
                <a:tc>
                  <a:txBody>
                    <a:bodyPr/>
                    <a:lstStyle/>
                    <a:p>
                      <a:pPr algn="ctr"/>
                      <a:r>
                        <a:rPr lang="en-US" dirty="0"/>
                        <a:t>72.02</a:t>
                      </a:r>
                    </a:p>
                  </a:txBody>
                  <a:tcPr anchor="ctr"/>
                </a:tc>
                <a:tc>
                  <a:txBody>
                    <a:bodyPr/>
                    <a:lstStyle/>
                    <a:p>
                      <a:pPr algn="ctr"/>
                      <a:r>
                        <a:rPr lang="en-US" dirty="0"/>
                        <a:t>69.66</a:t>
                      </a:r>
                    </a:p>
                  </a:txBody>
                  <a:tcPr anchor="ctr"/>
                </a:tc>
                <a:extLst>
                  <a:ext uri="{0D108BD9-81ED-4DB2-BD59-A6C34878D82A}">
                    <a16:rowId xmlns:a16="http://schemas.microsoft.com/office/drawing/2014/main" val="3193136118"/>
                  </a:ext>
                </a:extLst>
              </a:tr>
              <a:tr h="547264">
                <a:tc>
                  <a:txBody>
                    <a:bodyPr/>
                    <a:lstStyle/>
                    <a:p>
                      <a:pPr algn="ctr"/>
                      <a:r>
                        <a:rPr lang="en-US" dirty="0"/>
                        <a:t>FastText*</a:t>
                      </a:r>
                    </a:p>
                  </a:txBody>
                  <a:tcPr anchor="ctr">
                    <a:cell3D prstMaterial="dkEdge">
                      <a:bevel/>
                      <a:lightRig rig="flood" dir="t"/>
                    </a:cell3D>
                  </a:tcPr>
                </a:tc>
                <a:tc>
                  <a:txBody>
                    <a:bodyPr/>
                    <a:lstStyle/>
                    <a:p>
                      <a:pPr algn="ctr"/>
                      <a:r>
                        <a:rPr lang="en-US" dirty="0"/>
                        <a:t>Yes</a:t>
                      </a:r>
                    </a:p>
                  </a:txBody>
                  <a:tcPr anchor="ctr"/>
                </a:tc>
                <a:tc>
                  <a:txBody>
                    <a:bodyPr/>
                    <a:lstStyle/>
                    <a:p>
                      <a:pPr algn="ctr"/>
                      <a:r>
                        <a:rPr lang="en-US" dirty="0"/>
                        <a:t>Yes, simple wordnet |</a:t>
                      </a:r>
                      <a:br>
                        <a:rPr lang="en-US" dirty="0"/>
                      </a:br>
                      <a:r>
                        <a:rPr lang="en-US" dirty="0"/>
                        <a:t> Train data = 129552</a:t>
                      </a:r>
                    </a:p>
                  </a:txBody>
                  <a:tcPr anchor="ctr"/>
                </a:tc>
                <a:tc>
                  <a:txBody>
                    <a:bodyPr/>
                    <a:lstStyle/>
                    <a:p>
                      <a:pPr algn="ctr"/>
                      <a:r>
                        <a:rPr lang="en-US" dirty="0"/>
                        <a:t>99.64</a:t>
                      </a:r>
                    </a:p>
                  </a:txBody>
                  <a:tcPr anchor="ctr"/>
                </a:tc>
                <a:tc>
                  <a:txBody>
                    <a:bodyPr/>
                    <a:lstStyle/>
                    <a:p>
                      <a:pPr algn="ctr"/>
                      <a:r>
                        <a:rPr lang="en-US" dirty="0"/>
                        <a:t>68.35</a:t>
                      </a:r>
                    </a:p>
                  </a:txBody>
                  <a:tcPr anchor="ctr"/>
                </a:tc>
                <a:tc>
                  <a:txBody>
                    <a:bodyPr/>
                    <a:lstStyle/>
                    <a:p>
                      <a:pPr algn="ctr"/>
                      <a:r>
                        <a:rPr lang="en-US" dirty="0"/>
                        <a:t>68.37</a:t>
                      </a:r>
                    </a:p>
                  </a:txBody>
                  <a:tcPr anchor="ctr"/>
                </a:tc>
                <a:extLst>
                  <a:ext uri="{0D108BD9-81ED-4DB2-BD59-A6C34878D82A}">
                    <a16:rowId xmlns:a16="http://schemas.microsoft.com/office/drawing/2014/main" val="2074752363"/>
                  </a:ext>
                </a:extLst>
              </a:tr>
              <a:tr h="547264">
                <a:tc>
                  <a:txBody>
                    <a:bodyPr/>
                    <a:lstStyle/>
                    <a:p>
                      <a:pPr algn="ctr"/>
                      <a:r>
                        <a:rPr lang="en-US" dirty="0"/>
                        <a:t>FastText*</a:t>
                      </a:r>
                    </a:p>
                  </a:txBody>
                  <a:tcPr anchor="ctr">
                    <a:cell3D prstMaterial="dkEdge">
                      <a:bevel/>
                      <a:lightRig rig="flood" dir="t"/>
                    </a:cell3D>
                  </a:tcPr>
                </a:tc>
                <a:tc>
                  <a:txBody>
                    <a:bodyPr/>
                    <a:lstStyle/>
                    <a:p>
                      <a:pPr algn="ctr"/>
                      <a:r>
                        <a:rPr lang="en-US" dirty="0"/>
                        <a:t>Yes</a:t>
                      </a:r>
                    </a:p>
                  </a:txBody>
                  <a:tcPr anchor="ctr"/>
                </a:tc>
                <a:tc>
                  <a:txBody>
                    <a:bodyPr/>
                    <a:lstStyle/>
                    <a:p>
                      <a:pPr algn="ctr"/>
                      <a:r>
                        <a:rPr lang="en-US" dirty="0"/>
                        <a:t>Yes, simple Walmart | </a:t>
                      </a:r>
                      <a:br>
                        <a:rPr lang="en-US" dirty="0"/>
                      </a:br>
                      <a:r>
                        <a:rPr lang="en-US" dirty="0"/>
                        <a:t>Train data = 48412</a:t>
                      </a:r>
                    </a:p>
                  </a:txBody>
                  <a:tcPr anchor="ctr"/>
                </a:tc>
                <a:tc>
                  <a:txBody>
                    <a:bodyPr/>
                    <a:lstStyle/>
                    <a:p>
                      <a:pPr algn="ctr"/>
                      <a:r>
                        <a:rPr lang="en-US" dirty="0"/>
                        <a:t>98.66</a:t>
                      </a:r>
                    </a:p>
                  </a:txBody>
                  <a:tcPr anchor="ctr"/>
                </a:tc>
                <a:tc>
                  <a:txBody>
                    <a:bodyPr/>
                    <a:lstStyle/>
                    <a:p>
                      <a:pPr algn="ctr"/>
                      <a:r>
                        <a:rPr lang="en-US" dirty="0"/>
                        <a:t>70.02</a:t>
                      </a:r>
                    </a:p>
                  </a:txBody>
                  <a:tcPr anchor="ctr"/>
                </a:tc>
                <a:tc>
                  <a:txBody>
                    <a:bodyPr/>
                    <a:lstStyle/>
                    <a:p>
                      <a:pPr algn="ctr"/>
                      <a:r>
                        <a:rPr lang="en-US" dirty="0"/>
                        <a:t>69.29</a:t>
                      </a:r>
                    </a:p>
                  </a:txBody>
                  <a:tcPr anchor="ctr"/>
                </a:tc>
                <a:extLst>
                  <a:ext uri="{0D108BD9-81ED-4DB2-BD59-A6C34878D82A}">
                    <a16:rowId xmlns:a16="http://schemas.microsoft.com/office/drawing/2014/main" val="3905633252"/>
                  </a:ext>
                </a:extLst>
              </a:tr>
              <a:tr h="875622">
                <a:tc>
                  <a:txBody>
                    <a:bodyPr/>
                    <a:lstStyle/>
                    <a:p>
                      <a:pPr algn="ctr"/>
                      <a:r>
                        <a:rPr lang="en-US" dirty="0"/>
                        <a:t>FastText*</a:t>
                      </a:r>
                    </a:p>
                  </a:txBody>
                  <a:tcPr anchor="ctr">
                    <a:cell3D prstMaterial="dkEdge">
                      <a:bevel/>
                      <a:lightRig rig="flood" dir="t"/>
                    </a:cell3D>
                  </a:tcPr>
                </a:tc>
                <a:tc>
                  <a:txBody>
                    <a:bodyPr/>
                    <a:lstStyle/>
                    <a:p>
                      <a:pPr algn="ctr"/>
                      <a:r>
                        <a:rPr lang="en-US" dirty="0"/>
                        <a:t>Yes</a:t>
                      </a:r>
                    </a:p>
                  </a:txBody>
                  <a:tcPr anchor="ctr"/>
                </a:tc>
                <a:tc>
                  <a:txBody>
                    <a:bodyPr/>
                    <a:lstStyle/>
                    <a:p>
                      <a:pPr algn="ctr"/>
                      <a:r>
                        <a:rPr lang="en-US" dirty="0"/>
                        <a:t>Yes, complex Walmart | (0.2,0.7,0.1) | Train data= 48298</a:t>
                      </a:r>
                    </a:p>
                  </a:txBody>
                  <a:tcPr anchor="ctr"/>
                </a:tc>
                <a:tc>
                  <a:txBody>
                    <a:bodyPr/>
                    <a:lstStyle/>
                    <a:p>
                      <a:pPr algn="ctr"/>
                      <a:r>
                        <a:rPr lang="en-US" dirty="0"/>
                        <a:t>98.95</a:t>
                      </a:r>
                    </a:p>
                  </a:txBody>
                  <a:tcPr anchor="ctr"/>
                </a:tc>
                <a:tc>
                  <a:txBody>
                    <a:bodyPr/>
                    <a:lstStyle/>
                    <a:p>
                      <a:pPr algn="ctr"/>
                      <a:r>
                        <a:rPr lang="en-US" dirty="0"/>
                        <a:t>70.45</a:t>
                      </a:r>
                    </a:p>
                  </a:txBody>
                  <a:tcPr anchor="ctr"/>
                </a:tc>
                <a:tc>
                  <a:txBody>
                    <a:bodyPr/>
                    <a:lstStyle/>
                    <a:p>
                      <a:pPr algn="ctr"/>
                      <a:r>
                        <a:rPr lang="en-US" dirty="0"/>
                        <a:t>71.58</a:t>
                      </a:r>
                    </a:p>
                  </a:txBody>
                  <a:tcPr anchor="ctr"/>
                </a:tc>
                <a:extLst>
                  <a:ext uri="{0D108BD9-81ED-4DB2-BD59-A6C34878D82A}">
                    <a16:rowId xmlns:a16="http://schemas.microsoft.com/office/drawing/2014/main" val="2407165612"/>
                  </a:ext>
                </a:extLst>
              </a:tr>
            </a:tbl>
          </a:graphicData>
        </a:graphic>
      </p:graphicFrame>
      <p:sp>
        <p:nvSpPr>
          <p:cNvPr id="7" name="TextBox 6">
            <a:extLst>
              <a:ext uri="{FF2B5EF4-FFF2-40B4-BE49-F238E27FC236}">
                <a16:creationId xmlns:a16="http://schemas.microsoft.com/office/drawing/2014/main" id="{546E818F-5EC1-40B1-B1F8-A1C97C769893}"/>
              </a:ext>
            </a:extLst>
          </p:cNvPr>
          <p:cNvSpPr txBox="1"/>
          <p:nvPr/>
        </p:nvSpPr>
        <p:spPr>
          <a:xfrm>
            <a:off x="8360228" y="6372656"/>
            <a:ext cx="3607359" cy="461665"/>
          </a:xfrm>
          <a:prstGeom prst="rect">
            <a:avLst/>
          </a:prstGeom>
          <a:noFill/>
        </p:spPr>
        <p:txBody>
          <a:bodyPr wrap="square" rtlCol="0">
            <a:spAutoFit/>
          </a:bodyPr>
          <a:lstStyle/>
          <a:p>
            <a:r>
              <a:rPr lang="en-US" sz="1200" dirty="0"/>
              <a:t>* Refers to model after hyperparameter tuning; dim=55, </a:t>
            </a:r>
            <a:r>
              <a:rPr lang="en-US" sz="1200" dirty="0" err="1"/>
              <a:t>lr</a:t>
            </a:r>
            <a:r>
              <a:rPr lang="en-US" sz="1200" dirty="0"/>
              <a:t>=0.04, loss=</a:t>
            </a:r>
            <a:r>
              <a:rPr lang="en-US" sz="1200" dirty="0" err="1"/>
              <a:t>softmax</a:t>
            </a:r>
            <a:r>
              <a:rPr lang="en-US" sz="1200" dirty="0"/>
              <a:t>, epochs=47, ws=5, </a:t>
            </a:r>
          </a:p>
        </p:txBody>
      </p:sp>
    </p:spTree>
    <p:extLst>
      <p:ext uri="{BB962C8B-B14F-4D97-AF65-F5344CB8AC3E}">
        <p14:creationId xmlns:p14="http://schemas.microsoft.com/office/powerpoint/2010/main" val="1678277125"/>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DFB3B-E228-4578-9E2F-4226D99484C9}"/>
              </a:ext>
            </a:extLst>
          </p:cNvPr>
          <p:cNvSpPr>
            <a:spLocks noGrp="1"/>
          </p:cNvSpPr>
          <p:nvPr>
            <p:ph type="title"/>
          </p:nvPr>
        </p:nvSpPr>
        <p:spPr>
          <a:xfrm>
            <a:off x="557684" y="263429"/>
            <a:ext cx="10515600" cy="579789"/>
          </a:xfrm>
          <a:noFill/>
          <a:effectLst/>
        </p:spPr>
        <p:style>
          <a:lnRef idx="0">
            <a:schemeClr val="accent5"/>
          </a:lnRef>
          <a:fillRef idx="3">
            <a:schemeClr val="accent5"/>
          </a:fillRef>
          <a:effectRef idx="3">
            <a:schemeClr val="accent5"/>
          </a:effectRef>
          <a:fontRef idx="minor">
            <a:schemeClr val="lt1"/>
          </a:fontRef>
        </p:style>
        <p:txBody>
          <a:bodyPr>
            <a:normAutofit fontScale="90000"/>
          </a:bodyPr>
          <a:lstStyle/>
          <a:p>
            <a:r>
              <a:rPr lang="en-US" dirty="0">
                <a:solidFill>
                  <a:schemeClr val="tx1"/>
                </a:solidFill>
              </a:rPr>
              <a:t>FastText - I</a:t>
            </a:r>
          </a:p>
        </p:txBody>
      </p:sp>
      <p:pic>
        <p:nvPicPr>
          <p:cNvPr id="5" name="Picture 4" descr="Diagram, text&#10;&#10;Description automatically generated">
            <a:extLst>
              <a:ext uri="{FF2B5EF4-FFF2-40B4-BE49-F238E27FC236}">
                <a16:creationId xmlns:a16="http://schemas.microsoft.com/office/drawing/2014/main" id="{99E512B7-E1C3-4751-97F1-0C2EC8D3F6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7684" y="2136676"/>
            <a:ext cx="5039428" cy="2584647"/>
          </a:xfrm>
          <a:prstGeom prst="rect">
            <a:avLst/>
          </a:prstGeom>
          <a:ln>
            <a:solidFill>
              <a:schemeClr val="tx1"/>
            </a:solidFill>
          </a:ln>
          <a:effectLst>
            <a:outerShdw blurRad="50800" dist="38100" dir="8100000" algn="tr" rotWithShape="0">
              <a:prstClr val="black">
                <a:alpha val="40000"/>
              </a:prstClr>
            </a:outerShdw>
          </a:effectLst>
        </p:spPr>
      </p:pic>
      <p:pic>
        <p:nvPicPr>
          <p:cNvPr id="7" name="Picture 6" descr="Diagram, table&#10;&#10;Description automatically generated">
            <a:extLst>
              <a:ext uri="{FF2B5EF4-FFF2-40B4-BE49-F238E27FC236}">
                <a16:creationId xmlns:a16="http://schemas.microsoft.com/office/drawing/2014/main" id="{E8AC98B6-0A43-42A1-9B46-96DF4BBED5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10044" y="2151462"/>
            <a:ext cx="5010849" cy="2584647"/>
          </a:xfrm>
          <a:prstGeom prst="rect">
            <a:avLst/>
          </a:prstGeom>
          <a:ln>
            <a:solidFill>
              <a:schemeClr val="tx1"/>
            </a:solidFill>
          </a:ln>
          <a:effectLst>
            <a:outerShdw blurRad="50800" dist="38100" dir="8100000" algn="tr" rotWithShape="0">
              <a:prstClr val="black">
                <a:alpha val="40000"/>
              </a:prstClr>
            </a:outerShdw>
          </a:effectLst>
        </p:spPr>
      </p:pic>
      <p:sp>
        <p:nvSpPr>
          <p:cNvPr id="8" name="TextBox 7">
            <a:extLst>
              <a:ext uri="{FF2B5EF4-FFF2-40B4-BE49-F238E27FC236}">
                <a16:creationId xmlns:a16="http://schemas.microsoft.com/office/drawing/2014/main" id="{FD87D031-9A5A-4BF5-B226-AB8B9B2D5D7F}"/>
              </a:ext>
            </a:extLst>
          </p:cNvPr>
          <p:cNvSpPr txBox="1"/>
          <p:nvPr/>
        </p:nvSpPr>
        <p:spPr>
          <a:xfrm>
            <a:off x="557684" y="4978236"/>
            <a:ext cx="5039428" cy="646331"/>
          </a:xfrm>
          <a:prstGeom prst="rect">
            <a:avLst/>
          </a:prstGeom>
          <a:noFill/>
          <a:ln>
            <a:solidFill>
              <a:schemeClr val="tx1"/>
            </a:solidFill>
          </a:ln>
          <a:effectLst>
            <a:glow rad="63500">
              <a:schemeClr val="accent4">
                <a:satMod val="175000"/>
                <a:alpha val="40000"/>
              </a:schemeClr>
            </a:glow>
          </a:effectLst>
        </p:spPr>
        <p:txBody>
          <a:bodyPr wrap="square" rtlCol="0">
            <a:spAutoFit/>
          </a:bodyPr>
          <a:lstStyle/>
          <a:p>
            <a:pPr algn="ctr"/>
            <a:r>
              <a:rPr lang="en-US" dirty="0"/>
              <a:t>wordNgrams = 1</a:t>
            </a:r>
          </a:p>
          <a:p>
            <a:pPr algn="ctr"/>
            <a:r>
              <a:rPr lang="en-US" dirty="0"/>
              <a:t>ws = 2</a:t>
            </a:r>
          </a:p>
        </p:txBody>
      </p:sp>
      <p:sp>
        <p:nvSpPr>
          <p:cNvPr id="9" name="TextBox 8">
            <a:extLst>
              <a:ext uri="{FF2B5EF4-FFF2-40B4-BE49-F238E27FC236}">
                <a16:creationId xmlns:a16="http://schemas.microsoft.com/office/drawing/2014/main" id="{25D4295D-280B-46CA-8B67-50A76EB848FC}"/>
              </a:ext>
            </a:extLst>
          </p:cNvPr>
          <p:cNvSpPr txBox="1"/>
          <p:nvPr/>
        </p:nvSpPr>
        <p:spPr>
          <a:xfrm>
            <a:off x="6181465" y="5048575"/>
            <a:ext cx="5039428" cy="646331"/>
          </a:xfrm>
          <a:prstGeom prst="rect">
            <a:avLst/>
          </a:prstGeom>
          <a:noFill/>
          <a:ln>
            <a:solidFill>
              <a:schemeClr val="tx1"/>
            </a:solidFill>
          </a:ln>
          <a:effectLst>
            <a:glow rad="63500">
              <a:schemeClr val="accent4">
                <a:satMod val="175000"/>
                <a:alpha val="40000"/>
              </a:schemeClr>
            </a:glow>
          </a:effectLst>
        </p:spPr>
        <p:txBody>
          <a:bodyPr wrap="square" rtlCol="0">
            <a:spAutoFit/>
          </a:bodyPr>
          <a:lstStyle/>
          <a:p>
            <a:pPr algn="ctr"/>
            <a:r>
              <a:rPr lang="en-US" dirty="0"/>
              <a:t>wordNgrams = 2</a:t>
            </a:r>
          </a:p>
          <a:p>
            <a:pPr algn="ctr"/>
            <a:r>
              <a:rPr lang="en-US" dirty="0"/>
              <a:t>ws = 1</a:t>
            </a:r>
          </a:p>
        </p:txBody>
      </p:sp>
      <p:sp>
        <p:nvSpPr>
          <p:cNvPr id="10" name="TextBox 9">
            <a:extLst>
              <a:ext uri="{FF2B5EF4-FFF2-40B4-BE49-F238E27FC236}">
                <a16:creationId xmlns:a16="http://schemas.microsoft.com/office/drawing/2014/main" id="{58D83B14-A8CB-483E-85D1-1F691B70464D}"/>
              </a:ext>
            </a:extLst>
          </p:cNvPr>
          <p:cNvSpPr txBox="1"/>
          <p:nvPr/>
        </p:nvSpPr>
        <p:spPr>
          <a:xfrm>
            <a:off x="3969278" y="1079446"/>
            <a:ext cx="3848519" cy="584775"/>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pPr algn="ctr"/>
            <a:r>
              <a:rPr lang="en-US" sz="3200" dirty="0"/>
              <a:t>WordNGrams and ws</a:t>
            </a:r>
          </a:p>
        </p:txBody>
      </p:sp>
    </p:spTree>
    <p:extLst>
      <p:ext uri="{BB962C8B-B14F-4D97-AF65-F5344CB8AC3E}">
        <p14:creationId xmlns:p14="http://schemas.microsoft.com/office/powerpoint/2010/main" val="977300349"/>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914D4-A1E0-4D73-A528-A14948EEEF06}"/>
              </a:ext>
            </a:extLst>
          </p:cNvPr>
          <p:cNvSpPr>
            <a:spLocks noGrp="1"/>
          </p:cNvSpPr>
          <p:nvPr>
            <p:ph type="title"/>
          </p:nvPr>
        </p:nvSpPr>
        <p:spPr>
          <a:xfrm>
            <a:off x="396910" y="211393"/>
            <a:ext cx="10515600" cy="514300"/>
          </a:xfrm>
        </p:spPr>
        <p:txBody>
          <a:bodyPr>
            <a:normAutofit fontScale="90000"/>
          </a:bodyPr>
          <a:lstStyle/>
          <a:p>
            <a:r>
              <a:rPr lang="en-US" dirty="0"/>
              <a:t>FastText - II</a:t>
            </a:r>
          </a:p>
        </p:txBody>
      </p:sp>
      <p:sp>
        <p:nvSpPr>
          <p:cNvPr id="3" name="Content Placeholder 2">
            <a:extLst>
              <a:ext uri="{FF2B5EF4-FFF2-40B4-BE49-F238E27FC236}">
                <a16:creationId xmlns:a16="http://schemas.microsoft.com/office/drawing/2014/main" id="{FAD095AE-AC92-4A4A-AC42-8FF87496C6F0}"/>
              </a:ext>
            </a:extLst>
          </p:cNvPr>
          <p:cNvSpPr>
            <a:spLocks noGrp="1"/>
          </p:cNvSpPr>
          <p:nvPr>
            <p:ph idx="1"/>
          </p:nvPr>
        </p:nvSpPr>
        <p:spPr>
          <a:xfrm>
            <a:off x="422030" y="4537085"/>
            <a:ext cx="11073283" cy="1833570"/>
          </a:xfrm>
          <a:ln>
            <a:solidFill>
              <a:schemeClr val="tx1"/>
            </a:solidFill>
          </a:ln>
        </p:spPr>
        <p:txBody>
          <a:bodyPr>
            <a:normAutofit fontScale="62500" lnSpcReduction="20000"/>
          </a:bodyPr>
          <a:lstStyle/>
          <a:p>
            <a:pPr>
              <a:lnSpc>
                <a:spcPct val="120000"/>
              </a:lnSpc>
            </a:pPr>
            <a:r>
              <a:rPr lang="en-US" b="0" dirty="0"/>
              <a:t>For the word love, its </a:t>
            </a:r>
            <a:r>
              <a:rPr lang="en-US" b="0" dirty="0" err="1"/>
              <a:t>fasttext</a:t>
            </a:r>
            <a:r>
              <a:rPr lang="en-US" b="0" dirty="0"/>
              <a:t> embedding = (emb(love) (as a complete word) + emb(&lt;l)+emb(&lt;lo)+....) / n</a:t>
            </a:r>
          </a:p>
          <a:p>
            <a:pPr>
              <a:lnSpc>
                <a:spcPct val="120000"/>
              </a:lnSpc>
            </a:pPr>
            <a:r>
              <a:rPr lang="en-US" b="0" dirty="0"/>
              <a:t>The embedding of the sentence will be the average of the embeddings of individual tokens.</a:t>
            </a:r>
          </a:p>
          <a:p>
            <a:pPr>
              <a:lnSpc>
                <a:spcPct val="120000"/>
              </a:lnSpc>
            </a:pPr>
            <a:r>
              <a:rPr lang="en-US" dirty="0"/>
              <a:t>FastText word vectors are built from vectors of substrings of characters contained in it. This allows to build vectors even for misspelled words or concatenation of words.</a:t>
            </a:r>
            <a:br>
              <a:rPr lang="en-US" dirty="0"/>
            </a:br>
            <a:r>
              <a:rPr lang="en-US" b="0" dirty="0"/>
              <a:t>Example: ‘stupedofanctabulouslyfantastic’</a:t>
            </a:r>
          </a:p>
        </p:txBody>
      </p:sp>
      <p:sp>
        <p:nvSpPr>
          <p:cNvPr id="4" name="Rectangle: Rounded Corners 3">
            <a:extLst>
              <a:ext uri="{FF2B5EF4-FFF2-40B4-BE49-F238E27FC236}">
                <a16:creationId xmlns:a16="http://schemas.microsoft.com/office/drawing/2014/main" id="{7ED650D7-FCAD-43DD-A39D-EA97C36EBB74}"/>
              </a:ext>
            </a:extLst>
          </p:cNvPr>
          <p:cNvSpPr/>
          <p:nvPr/>
        </p:nvSpPr>
        <p:spPr>
          <a:xfrm>
            <a:off x="2824814" y="806603"/>
            <a:ext cx="6211614" cy="590118"/>
          </a:xfrm>
          <a:prstGeom prst="roundRect">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en-US" sz="4000" dirty="0"/>
              <a:t>Minn and Maxn</a:t>
            </a:r>
          </a:p>
        </p:txBody>
      </p:sp>
      <p:sp>
        <p:nvSpPr>
          <p:cNvPr id="7" name="Rectangle: Rounded Corners 6">
            <a:extLst>
              <a:ext uri="{FF2B5EF4-FFF2-40B4-BE49-F238E27FC236}">
                <a16:creationId xmlns:a16="http://schemas.microsoft.com/office/drawing/2014/main" id="{B7F96395-1CA2-4C7B-A0E0-4CD0575BAC6B}"/>
              </a:ext>
            </a:extLst>
          </p:cNvPr>
          <p:cNvSpPr/>
          <p:nvPr/>
        </p:nvSpPr>
        <p:spPr>
          <a:xfrm>
            <a:off x="1899139" y="1595050"/>
            <a:ext cx="2160395" cy="72348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Sentence</a:t>
            </a:r>
          </a:p>
        </p:txBody>
      </p:sp>
      <p:sp>
        <p:nvSpPr>
          <p:cNvPr id="8" name="Rectangle 7">
            <a:extLst>
              <a:ext uri="{FF2B5EF4-FFF2-40B4-BE49-F238E27FC236}">
                <a16:creationId xmlns:a16="http://schemas.microsoft.com/office/drawing/2014/main" id="{9C17CF84-14E7-4D43-945E-05B38E62602F}"/>
              </a:ext>
            </a:extLst>
          </p:cNvPr>
          <p:cNvSpPr/>
          <p:nvPr/>
        </p:nvSpPr>
        <p:spPr>
          <a:xfrm>
            <a:off x="4330840" y="1574824"/>
            <a:ext cx="5426110" cy="72348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I love ML</a:t>
            </a:r>
          </a:p>
        </p:txBody>
      </p:sp>
      <p:sp>
        <p:nvSpPr>
          <p:cNvPr id="9" name="Rectangle: Rounded Corners 8">
            <a:extLst>
              <a:ext uri="{FF2B5EF4-FFF2-40B4-BE49-F238E27FC236}">
                <a16:creationId xmlns:a16="http://schemas.microsoft.com/office/drawing/2014/main" id="{2A8E0932-E6F2-4492-984F-B50BEA58DE8F}"/>
              </a:ext>
            </a:extLst>
          </p:cNvPr>
          <p:cNvSpPr/>
          <p:nvPr/>
        </p:nvSpPr>
        <p:spPr>
          <a:xfrm>
            <a:off x="1899138" y="2514381"/>
            <a:ext cx="2160395" cy="723481"/>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a:t>Parameters</a:t>
            </a:r>
          </a:p>
        </p:txBody>
      </p:sp>
      <p:sp>
        <p:nvSpPr>
          <p:cNvPr id="10" name="Rectangle 9">
            <a:extLst>
              <a:ext uri="{FF2B5EF4-FFF2-40B4-BE49-F238E27FC236}">
                <a16:creationId xmlns:a16="http://schemas.microsoft.com/office/drawing/2014/main" id="{9CD62D2E-420B-4D6E-B0E7-3F4D4ADE24A9}"/>
              </a:ext>
            </a:extLst>
          </p:cNvPr>
          <p:cNvSpPr/>
          <p:nvPr/>
        </p:nvSpPr>
        <p:spPr>
          <a:xfrm>
            <a:off x="4330840" y="2489020"/>
            <a:ext cx="5426110" cy="723481"/>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dirty="0"/>
              <a:t>Minn = 2 and Maxn = 3</a:t>
            </a:r>
          </a:p>
        </p:txBody>
      </p:sp>
      <p:sp>
        <p:nvSpPr>
          <p:cNvPr id="11" name="Rectangle: Rounded Corners 10">
            <a:extLst>
              <a:ext uri="{FF2B5EF4-FFF2-40B4-BE49-F238E27FC236}">
                <a16:creationId xmlns:a16="http://schemas.microsoft.com/office/drawing/2014/main" id="{8E30EA6E-1CF9-4E3A-899C-252F7340A773}"/>
              </a:ext>
            </a:extLst>
          </p:cNvPr>
          <p:cNvSpPr/>
          <p:nvPr/>
        </p:nvSpPr>
        <p:spPr>
          <a:xfrm>
            <a:off x="1899137" y="3444529"/>
            <a:ext cx="2160395" cy="723481"/>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US" dirty="0"/>
              <a:t>Transformed to</a:t>
            </a:r>
          </a:p>
        </p:txBody>
      </p:sp>
      <p:sp>
        <p:nvSpPr>
          <p:cNvPr id="12" name="Rectangle 11">
            <a:extLst>
              <a:ext uri="{FF2B5EF4-FFF2-40B4-BE49-F238E27FC236}">
                <a16:creationId xmlns:a16="http://schemas.microsoft.com/office/drawing/2014/main" id="{CC971E3D-83CC-471D-9EDD-E26DC537182C}"/>
              </a:ext>
            </a:extLst>
          </p:cNvPr>
          <p:cNvSpPr/>
          <p:nvPr/>
        </p:nvSpPr>
        <p:spPr>
          <a:xfrm>
            <a:off x="4330840" y="3423873"/>
            <a:ext cx="5426110" cy="72348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0" dirty="0"/>
              <a:t>[&lt;I, &lt;I&gt;, l&gt;], [&lt;l, &lt;lo, lo, </a:t>
            </a:r>
            <a:r>
              <a:rPr lang="en-US" b="0" dirty="0" err="1"/>
              <a:t>lov</a:t>
            </a:r>
            <a:r>
              <a:rPr lang="en-US" b="0" dirty="0"/>
              <a:t>, </a:t>
            </a:r>
            <a:r>
              <a:rPr lang="en-US" b="0" dirty="0" err="1"/>
              <a:t>ov</a:t>
            </a:r>
            <a:r>
              <a:rPr lang="en-US" b="0" dirty="0"/>
              <a:t>, </a:t>
            </a:r>
            <a:r>
              <a:rPr lang="en-US" b="0" dirty="0" err="1"/>
              <a:t>ove</a:t>
            </a:r>
            <a:r>
              <a:rPr lang="en-US" b="0" dirty="0"/>
              <a:t>, </a:t>
            </a:r>
            <a:r>
              <a:rPr lang="en-US" b="0" dirty="0" err="1"/>
              <a:t>ve</a:t>
            </a:r>
            <a:r>
              <a:rPr lang="en-US" b="0" dirty="0"/>
              <a:t>, </a:t>
            </a:r>
            <a:r>
              <a:rPr lang="en-US" b="0" dirty="0" err="1"/>
              <a:t>ve</a:t>
            </a:r>
            <a:r>
              <a:rPr lang="en-US" b="0" dirty="0"/>
              <a:t>&gt;, e&gt;],[&lt;M, ML, L&gt;]</a:t>
            </a:r>
            <a:endParaRPr lang="en-US" dirty="0"/>
          </a:p>
        </p:txBody>
      </p:sp>
    </p:spTree>
    <p:extLst>
      <p:ext uri="{BB962C8B-B14F-4D97-AF65-F5344CB8AC3E}">
        <p14:creationId xmlns:p14="http://schemas.microsoft.com/office/powerpoint/2010/main" val="2617337144"/>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F8DF0-5DBE-4222-9D9C-3BF317E5765D}"/>
              </a:ext>
            </a:extLst>
          </p:cNvPr>
          <p:cNvSpPr>
            <a:spLocks noGrp="1"/>
          </p:cNvSpPr>
          <p:nvPr>
            <p:ph type="title"/>
          </p:nvPr>
        </p:nvSpPr>
        <p:spPr>
          <a:xfrm>
            <a:off x="457200" y="274321"/>
            <a:ext cx="10515600" cy="797396"/>
          </a:xfrm>
        </p:spPr>
        <p:txBody>
          <a:bodyPr/>
          <a:lstStyle/>
          <a:p>
            <a:r>
              <a:rPr lang="en-US" dirty="0"/>
              <a:t>OOB analysis: Random Forest</a:t>
            </a:r>
          </a:p>
        </p:txBody>
      </p:sp>
      <p:pic>
        <p:nvPicPr>
          <p:cNvPr id="5" name="Content Placeholder 4" descr="Chart, line chart&#10;&#10;Description automatically generated">
            <a:extLst>
              <a:ext uri="{FF2B5EF4-FFF2-40B4-BE49-F238E27FC236}">
                <a16:creationId xmlns:a16="http://schemas.microsoft.com/office/drawing/2014/main" id="{D168AF8E-F88B-4889-B538-A3DA218C827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13605" y="1210842"/>
            <a:ext cx="4858428" cy="3096057"/>
          </a:xfrm>
          <a:ln>
            <a:solidFill>
              <a:schemeClr val="tx1"/>
            </a:solidFill>
          </a:ln>
        </p:spPr>
      </p:pic>
      <p:sp>
        <p:nvSpPr>
          <p:cNvPr id="6" name="TextBox 5">
            <a:extLst>
              <a:ext uri="{FF2B5EF4-FFF2-40B4-BE49-F238E27FC236}">
                <a16:creationId xmlns:a16="http://schemas.microsoft.com/office/drawing/2014/main" id="{CEEF16BB-8074-4785-88A0-BE62B6FED01D}"/>
              </a:ext>
            </a:extLst>
          </p:cNvPr>
          <p:cNvSpPr txBox="1"/>
          <p:nvPr/>
        </p:nvSpPr>
        <p:spPr>
          <a:xfrm>
            <a:off x="457200" y="4446024"/>
            <a:ext cx="11488994" cy="193899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5"/>
          </a:lnRef>
          <a:fillRef idx="1">
            <a:schemeClr val="lt1"/>
          </a:fillRef>
          <a:effectRef idx="0">
            <a:schemeClr val="accent5"/>
          </a:effectRef>
          <a:fontRef idx="minor">
            <a:schemeClr val="dk1"/>
          </a:fontRef>
        </p:style>
        <p:txBody>
          <a:bodyPr wrap="square" numCol="2" rtlCol="0">
            <a:spAutoFit/>
          </a:bodyPr>
          <a:lstStyle/>
          <a:p>
            <a:pPr marL="285750" indent="-285750">
              <a:buFont typeface="Arial" panose="020B0604020202020204" pitchFamily="34" charset="0"/>
              <a:buChar char="•"/>
            </a:pPr>
            <a:r>
              <a:rPr lang="en-US" sz="2400" dirty="0">
                <a:latin typeface="Bogle" panose="020B0503020203060203" pitchFamily="34" charset="0"/>
              </a:rPr>
              <a:t>Min estimators = 100</a:t>
            </a:r>
          </a:p>
          <a:p>
            <a:pPr marL="285750" indent="-285750">
              <a:buFont typeface="Arial" panose="020B0604020202020204" pitchFamily="34" charset="0"/>
              <a:buChar char="•"/>
            </a:pPr>
            <a:r>
              <a:rPr lang="en-US" sz="2400" dirty="0">
                <a:latin typeface="Bogle" panose="020B0503020203060203" pitchFamily="34" charset="0"/>
              </a:rPr>
              <a:t>Max estimators = 200</a:t>
            </a:r>
          </a:p>
          <a:p>
            <a:pPr marL="285750" indent="-285750">
              <a:buFont typeface="Arial" panose="020B0604020202020204" pitchFamily="34" charset="0"/>
              <a:buChar char="•"/>
            </a:pPr>
            <a:r>
              <a:rPr lang="en-US" sz="2400" dirty="0">
                <a:latin typeface="Bogle" panose="020B0503020203060203" pitchFamily="34" charset="0"/>
              </a:rPr>
              <a:t>Increment of 5 on each iteration</a:t>
            </a:r>
          </a:p>
          <a:p>
            <a:pPr marL="285750" indent="-285750">
              <a:buFont typeface="Arial" panose="020B0604020202020204" pitchFamily="34" charset="0"/>
              <a:buChar char="•"/>
            </a:pPr>
            <a:r>
              <a:rPr lang="en-US" sz="2400" dirty="0">
                <a:latin typeface="Bogle" panose="020B0503020203060203" pitchFamily="34" charset="0"/>
              </a:rPr>
              <a:t>OOB error rate =  1 - OOB score</a:t>
            </a:r>
          </a:p>
          <a:p>
            <a:endParaRPr lang="en-US" sz="2400" dirty="0">
              <a:latin typeface="Bogle" panose="020B0503020203060203" pitchFamily="34" charset="0"/>
            </a:endParaRPr>
          </a:p>
          <a:p>
            <a:pPr marL="285750" indent="-285750">
              <a:buFont typeface="Arial" panose="020B0604020202020204" pitchFamily="34" charset="0"/>
              <a:buChar char="•"/>
            </a:pPr>
            <a:r>
              <a:rPr lang="en-US" sz="2400" dirty="0">
                <a:latin typeface="Bogle" panose="020B0503020203060203" pitchFamily="34" charset="0"/>
              </a:rPr>
              <a:t>OOB score provides the coefficient of determination using OOB method, i.e. on 'unseen' out-of-bag data.	</a:t>
            </a:r>
          </a:p>
          <a:p>
            <a:pPr marL="285750" indent="-285750">
              <a:buFont typeface="Arial" panose="020B0604020202020204" pitchFamily="34" charset="0"/>
              <a:buChar char="•"/>
            </a:pPr>
            <a:endParaRPr lang="en-US" sz="2400" dirty="0">
              <a:latin typeface="Bogle" panose="020B0503020203060203" pitchFamily="34" charset="0"/>
            </a:endParaRPr>
          </a:p>
        </p:txBody>
      </p:sp>
      <p:sp>
        <p:nvSpPr>
          <p:cNvPr id="7" name="TextBox 6">
            <a:extLst>
              <a:ext uri="{FF2B5EF4-FFF2-40B4-BE49-F238E27FC236}">
                <a16:creationId xmlns:a16="http://schemas.microsoft.com/office/drawing/2014/main" id="{1EE8D51B-6F0E-4B2F-88CF-B88D1BA4414D}"/>
              </a:ext>
            </a:extLst>
          </p:cNvPr>
          <p:cNvSpPr txBox="1"/>
          <p:nvPr/>
        </p:nvSpPr>
        <p:spPr>
          <a:xfrm>
            <a:off x="8849032" y="1818968"/>
            <a:ext cx="2585884" cy="2031325"/>
          </a:xfrm>
          <a:prstGeom prst="rect">
            <a:avLst/>
          </a:prstGeom>
          <a:noFill/>
          <a:ln>
            <a:solidFill>
              <a:schemeClr val="tx1"/>
            </a:solidFill>
          </a:ln>
        </p:spPr>
        <p:txBody>
          <a:bodyPr wrap="square" rtlCol="0">
            <a:spAutoFit/>
          </a:bodyPr>
          <a:lstStyle/>
          <a:p>
            <a:pPr algn="ctr"/>
            <a:r>
              <a:rPr lang="en-US" dirty="0"/>
              <a:t>Conclusion</a:t>
            </a:r>
          </a:p>
          <a:p>
            <a:r>
              <a:rPr lang="en-US" dirty="0"/>
              <a:t>At 150 we were going out of memory (with count vectorizer) and the change is in 10^(-4) so 120 seems to be a descent choice.</a:t>
            </a:r>
          </a:p>
        </p:txBody>
      </p:sp>
    </p:spTree>
    <p:extLst>
      <p:ext uri="{BB962C8B-B14F-4D97-AF65-F5344CB8AC3E}">
        <p14:creationId xmlns:p14="http://schemas.microsoft.com/office/powerpoint/2010/main" val="842563828"/>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FA61E-58D6-4125-86B8-C65B73361ADD}"/>
              </a:ext>
            </a:extLst>
          </p:cNvPr>
          <p:cNvSpPr>
            <a:spLocks noGrp="1"/>
          </p:cNvSpPr>
          <p:nvPr>
            <p:ph type="title"/>
          </p:nvPr>
        </p:nvSpPr>
        <p:spPr>
          <a:xfrm>
            <a:off x="366765" y="253882"/>
            <a:ext cx="10515600" cy="479305"/>
          </a:xfrm>
        </p:spPr>
        <p:txBody>
          <a:bodyPr>
            <a:normAutofit fontScale="90000"/>
          </a:bodyPr>
          <a:lstStyle/>
          <a:p>
            <a:r>
              <a:rPr lang="en-US" dirty="0"/>
              <a:t>ITEM1_DESC mapping</a:t>
            </a:r>
          </a:p>
        </p:txBody>
      </p:sp>
      <p:graphicFrame>
        <p:nvGraphicFramePr>
          <p:cNvPr id="4" name="Table 4">
            <a:extLst>
              <a:ext uri="{FF2B5EF4-FFF2-40B4-BE49-F238E27FC236}">
                <a16:creationId xmlns:a16="http://schemas.microsoft.com/office/drawing/2014/main" id="{55812FC3-AD80-40BD-8EA8-1505C070905E}"/>
              </a:ext>
            </a:extLst>
          </p:cNvPr>
          <p:cNvGraphicFramePr>
            <a:graphicFrameLocks noGrp="1"/>
          </p:cNvGraphicFramePr>
          <p:nvPr>
            <p:ph idx="1"/>
          </p:nvPr>
        </p:nvGraphicFramePr>
        <p:xfrm>
          <a:off x="530051" y="1488831"/>
          <a:ext cx="5250264" cy="2209270"/>
        </p:xfrm>
        <a:graphic>
          <a:graphicData uri="http://schemas.openxmlformats.org/drawingml/2006/table">
            <a:tbl>
              <a:tblPr firstRow="1" bandRow="1">
                <a:effectLst>
                  <a:outerShdw blurRad="50800" dist="38100" dir="5400000" algn="t" rotWithShape="0">
                    <a:prstClr val="black">
                      <a:alpha val="40000"/>
                    </a:prstClr>
                  </a:outerShdw>
                </a:effectLst>
                <a:tableStyleId>{93296810-A885-4BE3-A3E7-6D5BEEA58F35}</a:tableStyleId>
              </a:tblPr>
              <a:tblGrid>
                <a:gridCol w="2625132">
                  <a:extLst>
                    <a:ext uri="{9D8B030D-6E8A-4147-A177-3AD203B41FA5}">
                      <a16:colId xmlns:a16="http://schemas.microsoft.com/office/drawing/2014/main" val="3074903026"/>
                    </a:ext>
                  </a:extLst>
                </a:gridCol>
                <a:gridCol w="2625132">
                  <a:extLst>
                    <a:ext uri="{9D8B030D-6E8A-4147-A177-3AD203B41FA5}">
                      <a16:colId xmlns:a16="http://schemas.microsoft.com/office/drawing/2014/main" val="2010026567"/>
                    </a:ext>
                  </a:extLst>
                </a:gridCol>
              </a:tblGrid>
              <a:tr h="441854">
                <a:tc>
                  <a:txBody>
                    <a:bodyPr/>
                    <a:lstStyle/>
                    <a:p>
                      <a:pPr algn="ctr"/>
                      <a:r>
                        <a:rPr lang="en-US" dirty="0"/>
                        <a:t>ITEM1_DESC</a:t>
                      </a:r>
                    </a:p>
                  </a:txBody>
                  <a:tcPr/>
                </a:tc>
                <a:tc>
                  <a:txBody>
                    <a:bodyPr/>
                    <a:lstStyle/>
                    <a:p>
                      <a:pPr algn="ctr"/>
                      <a:r>
                        <a:rPr lang="en-US" dirty="0"/>
                        <a:t>TARGET</a:t>
                      </a:r>
                    </a:p>
                  </a:txBody>
                  <a:tcPr/>
                </a:tc>
                <a:extLst>
                  <a:ext uri="{0D108BD9-81ED-4DB2-BD59-A6C34878D82A}">
                    <a16:rowId xmlns:a16="http://schemas.microsoft.com/office/drawing/2014/main" val="1385441972"/>
                  </a:ext>
                </a:extLst>
              </a:tr>
              <a:tr h="441854">
                <a:tc>
                  <a:txBody>
                    <a:bodyPr/>
                    <a:lstStyle/>
                    <a:p>
                      <a:pPr algn="ctr"/>
                      <a:r>
                        <a:rPr lang="en-US" dirty="0"/>
                        <a:t>'RASPBERRY 12OZ'</a:t>
                      </a:r>
                    </a:p>
                  </a:txBody>
                  <a:tcPr/>
                </a:tc>
                <a:tc>
                  <a:txBody>
                    <a:bodyPr/>
                    <a:lstStyle/>
                    <a:p>
                      <a:pPr algn="ctr"/>
                      <a:r>
                        <a:rPr lang="en-US" dirty="0"/>
                        <a:t>X</a:t>
                      </a:r>
                    </a:p>
                  </a:txBody>
                  <a:tcPr/>
                </a:tc>
                <a:extLst>
                  <a:ext uri="{0D108BD9-81ED-4DB2-BD59-A6C34878D82A}">
                    <a16:rowId xmlns:a16="http://schemas.microsoft.com/office/drawing/2014/main" val="2222396600"/>
                  </a:ext>
                </a:extLst>
              </a:tr>
              <a:tr h="44185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'RASPBERRY 12OZ'</a:t>
                      </a:r>
                    </a:p>
                  </a:txBody>
                  <a:tcPr/>
                </a:tc>
                <a:tc>
                  <a:txBody>
                    <a:bodyPr/>
                    <a:lstStyle/>
                    <a:p>
                      <a:pPr algn="ctr"/>
                      <a:r>
                        <a:rPr lang="en-US" dirty="0"/>
                        <a:t>X</a:t>
                      </a:r>
                    </a:p>
                  </a:txBody>
                  <a:tcPr/>
                </a:tc>
                <a:extLst>
                  <a:ext uri="{0D108BD9-81ED-4DB2-BD59-A6C34878D82A}">
                    <a16:rowId xmlns:a16="http://schemas.microsoft.com/office/drawing/2014/main" val="1600519330"/>
                  </a:ext>
                </a:extLst>
              </a:tr>
              <a:tr h="44185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 'APPLE KORU BULK'</a:t>
                      </a:r>
                    </a:p>
                  </a:txBody>
                  <a:tcPr/>
                </a:tc>
                <a:tc>
                  <a:txBody>
                    <a:bodyPr/>
                    <a:lstStyle/>
                    <a:p>
                      <a:pPr algn="ctr"/>
                      <a:r>
                        <a:rPr lang="en-US" dirty="0"/>
                        <a:t>Y</a:t>
                      </a:r>
                    </a:p>
                  </a:txBody>
                  <a:tcPr/>
                </a:tc>
                <a:extLst>
                  <a:ext uri="{0D108BD9-81ED-4DB2-BD59-A6C34878D82A}">
                    <a16:rowId xmlns:a16="http://schemas.microsoft.com/office/drawing/2014/main" val="805661098"/>
                  </a:ext>
                </a:extLst>
              </a:tr>
              <a:tr h="44185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 'APPLE KORU BULK'</a:t>
                      </a:r>
                    </a:p>
                  </a:txBody>
                  <a:tcPr/>
                </a:tc>
                <a:tc>
                  <a:txBody>
                    <a:bodyPr/>
                    <a:lstStyle/>
                    <a:p>
                      <a:pPr algn="ctr"/>
                      <a:r>
                        <a:rPr lang="en-US" dirty="0"/>
                        <a:t>Z</a:t>
                      </a:r>
                    </a:p>
                  </a:txBody>
                  <a:tcPr/>
                </a:tc>
                <a:extLst>
                  <a:ext uri="{0D108BD9-81ED-4DB2-BD59-A6C34878D82A}">
                    <a16:rowId xmlns:a16="http://schemas.microsoft.com/office/drawing/2014/main" val="2949416925"/>
                  </a:ext>
                </a:extLst>
              </a:tr>
            </a:tbl>
          </a:graphicData>
        </a:graphic>
      </p:graphicFrame>
      <p:graphicFrame>
        <p:nvGraphicFramePr>
          <p:cNvPr id="5" name="Table 4">
            <a:extLst>
              <a:ext uri="{FF2B5EF4-FFF2-40B4-BE49-F238E27FC236}">
                <a16:creationId xmlns:a16="http://schemas.microsoft.com/office/drawing/2014/main" id="{21163427-B8BF-4AAB-BAFC-2DCF8544FB1C}"/>
              </a:ext>
            </a:extLst>
          </p:cNvPr>
          <p:cNvGraphicFramePr>
            <a:graphicFrameLocks/>
          </p:cNvGraphicFramePr>
          <p:nvPr/>
        </p:nvGraphicFramePr>
        <p:xfrm>
          <a:off x="6286918" y="1488831"/>
          <a:ext cx="5250264" cy="2209270"/>
        </p:xfrm>
        <a:graphic>
          <a:graphicData uri="http://schemas.openxmlformats.org/drawingml/2006/table">
            <a:tbl>
              <a:tblPr firstRow="1" bandRow="1">
                <a:effectLst>
                  <a:outerShdw blurRad="50800" dist="38100" dir="5400000" algn="t" rotWithShape="0">
                    <a:prstClr val="black">
                      <a:alpha val="40000"/>
                    </a:prstClr>
                  </a:outerShdw>
                </a:effectLst>
                <a:tableStyleId>{00A15C55-8517-42AA-B614-E9B94910E393}</a:tableStyleId>
              </a:tblPr>
              <a:tblGrid>
                <a:gridCol w="2625132">
                  <a:extLst>
                    <a:ext uri="{9D8B030D-6E8A-4147-A177-3AD203B41FA5}">
                      <a16:colId xmlns:a16="http://schemas.microsoft.com/office/drawing/2014/main" val="3074903026"/>
                    </a:ext>
                  </a:extLst>
                </a:gridCol>
                <a:gridCol w="2625132">
                  <a:extLst>
                    <a:ext uri="{9D8B030D-6E8A-4147-A177-3AD203B41FA5}">
                      <a16:colId xmlns:a16="http://schemas.microsoft.com/office/drawing/2014/main" val="2010026567"/>
                    </a:ext>
                  </a:extLst>
                </a:gridCol>
              </a:tblGrid>
              <a:tr h="441854">
                <a:tc>
                  <a:txBody>
                    <a:bodyPr/>
                    <a:lstStyle/>
                    <a:p>
                      <a:pPr algn="ctr"/>
                      <a:r>
                        <a:rPr lang="en-US" dirty="0"/>
                        <a:t>ITEM1_DESC</a:t>
                      </a:r>
                    </a:p>
                  </a:txBody>
                  <a:tcPr/>
                </a:tc>
                <a:tc>
                  <a:txBody>
                    <a:bodyPr/>
                    <a:lstStyle/>
                    <a:p>
                      <a:pPr algn="ctr"/>
                      <a:r>
                        <a:rPr lang="en-US" dirty="0"/>
                        <a:t>TARGET</a:t>
                      </a:r>
                    </a:p>
                  </a:txBody>
                  <a:tcPr/>
                </a:tc>
                <a:extLst>
                  <a:ext uri="{0D108BD9-81ED-4DB2-BD59-A6C34878D82A}">
                    <a16:rowId xmlns:a16="http://schemas.microsoft.com/office/drawing/2014/main" val="1385441972"/>
                  </a:ext>
                </a:extLst>
              </a:tr>
              <a:tr h="44185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'RASPBERRY 12OZ'</a:t>
                      </a:r>
                    </a:p>
                  </a:txBody>
                  <a:tcPr/>
                </a:tc>
                <a:tc>
                  <a:txBody>
                    <a:bodyPr/>
                    <a:lstStyle/>
                    <a:p>
                      <a:pPr algn="ctr"/>
                      <a:r>
                        <a:rPr lang="en-US" dirty="0"/>
                        <a:t>X</a:t>
                      </a:r>
                    </a:p>
                  </a:txBody>
                  <a:tcPr/>
                </a:tc>
                <a:extLst>
                  <a:ext uri="{0D108BD9-81ED-4DB2-BD59-A6C34878D82A}">
                    <a16:rowId xmlns:a16="http://schemas.microsoft.com/office/drawing/2014/main" val="2222396600"/>
                  </a:ext>
                </a:extLst>
              </a:tr>
              <a:tr h="44185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'RASPBERRY 12OZ'</a:t>
                      </a:r>
                    </a:p>
                  </a:txBody>
                  <a:tcPr/>
                </a:tc>
                <a:tc>
                  <a:txBody>
                    <a:bodyPr/>
                    <a:lstStyle/>
                    <a:p>
                      <a:pPr algn="ctr"/>
                      <a:r>
                        <a:rPr lang="en-US" dirty="0"/>
                        <a:t>X</a:t>
                      </a:r>
                    </a:p>
                  </a:txBody>
                  <a:tcPr/>
                </a:tc>
                <a:extLst>
                  <a:ext uri="{0D108BD9-81ED-4DB2-BD59-A6C34878D82A}">
                    <a16:rowId xmlns:a16="http://schemas.microsoft.com/office/drawing/2014/main" val="805661098"/>
                  </a:ext>
                </a:extLst>
              </a:tr>
              <a:tr h="44185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'APPLE KORU BULK'</a:t>
                      </a:r>
                    </a:p>
                  </a:txBody>
                  <a:tcPr/>
                </a:tc>
                <a:tc>
                  <a:txBody>
                    <a:bodyPr/>
                    <a:lstStyle/>
                    <a:p>
                      <a:pPr algn="ctr"/>
                      <a:r>
                        <a:rPr lang="en-US" dirty="0"/>
                        <a:t>*by model prediction*</a:t>
                      </a:r>
                    </a:p>
                  </a:txBody>
                  <a:tcPr/>
                </a:tc>
                <a:extLst>
                  <a:ext uri="{0D108BD9-81ED-4DB2-BD59-A6C34878D82A}">
                    <a16:rowId xmlns:a16="http://schemas.microsoft.com/office/drawing/2014/main" val="1579187334"/>
                  </a:ext>
                </a:extLst>
              </a:tr>
              <a:tr h="44185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'APPLE KORU BULK'</a:t>
                      </a:r>
                    </a:p>
                  </a:txBody>
                  <a:tcPr/>
                </a:tc>
                <a:tc>
                  <a:txBody>
                    <a:bodyPr/>
                    <a:lstStyle/>
                    <a:p>
                      <a:pPr algn="ctr"/>
                      <a:r>
                        <a:rPr lang="en-US" dirty="0"/>
                        <a:t>*by model prediction*</a:t>
                      </a:r>
                    </a:p>
                  </a:txBody>
                  <a:tcPr/>
                </a:tc>
                <a:extLst>
                  <a:ext uri="{0D108BD9-81ED-4DB2-BD59-A6C34878D82A}">
                    <a16:rowId xmlns:a16="http://schemas.microsoft.com/office/drawing/2014/main" val="1010367993"/>
                  </a:ext>
                </a:extLst>
              </a:tr>
            </a:tbl>
          </a:graphicData>
        </a:graphic>
      </p:graphicFrame>
      <p:sp>
        <p:nvSpPr>
          <p:cNvPr id="6" name="Wave 5">
            <a:extLst>
              <a:ext uri="{FF2B5EF4-FFF2-40B4-BE49-F238E27FC236}">
                <a16:creationId xmlns:a16="http://schemas.microsoft.com/office/drawing/2014/main" id="{E1369CA5-F200-4465-B36B-834A6A49B5A9}"/>
              </a:ext>
            </a:extLst>
          </p:cNvPr>
          <p:cNvSpPr/>
          <p:nvPr/>
        </p:nvSpPr>
        <p:spPr>
          <a:xfrm>
            <a:off x="1175658" y="946221"/>
            <a:ext cx="3959051" cy="361740"/>
          </a:xfrm>
          <a:prstGeom prst="wave">
            <a:avLst/>
          </a:prstGeom>
          <a:ln>
            <a:solidFill>
              <a:schemeClr val="tx1"/>
            </a:solidFill>
          </a:ln>
        </p:spPr>
        <p:style>
          <a:lnRef idx="0">
            <a:schemeClr val="accent6"/>
          </a:lnRef>
          <a:fillRef idx="3">
            <a:schemeClr val="accent6"/>
          </a:fillRef>
          <a:effectRef idx="3">
            <a:schemeClr val="accent6"/>
          </a:effectRef>
          <a:fontRef idx="minor">
            <a:schemeClr val="lt1"/>
          </a:fontRef>
        </p:style>
        <p:txBody>
          <a:bodyPr rtlCol="0" anchor="ctr"/>
          <a:lstStyle/>
          <a:p>
            <a:pPr algn="ctr"/>
            <a:r>
              <a:rPr lang="en-US" dirty="0"/>
              <a:t>TRAIN DATA</a:t>
            </a:r>
          </a:p>
        </p:txBody>
      </p:sp>
      <p:sp>
        <p:nvSpPr>
          <p:cNvPr id="7" name="Wave 6">
            <a:extLst>
              <a:ext uri="{FF2B5EF4-FFF2-40B4-BE49-F238E27FC236}">
                <a16:creationId xmlns:a16="http://schemas.microsoft.com/office/drawing/2014/main" id="{63FF0B9E-1344-4865-8121-95F9E8F09557}"/>
              </a:ext>
            </a:extLst>
          </p:cNvPr>
          <p:cNvSpPr/>
          <p:nvPr/>
        </p:nvSpPr>
        <p:spPr>
          <a:xfrm>
            <a:off x="6932525" y="930139"/>
            <a:ext cx="3959051" cy="361740"/>
          </a:xfrm>
          <a:prstGeom prst="wave">
            <a:avLst/>
          </a:prstGeom>
          <a:ln>
            <a:solidFill>
              <a:schemeClr val="tx1"/>
            </a:solidFill>
          </a:ln>
        </p:spPr>
        <p:style>
          <a:lnRef idx="0">
            <a:schemeClr val="accent4"/>
          </a:lnRef>
          <a:fillRef idx="3">
            <a:schemeClr val="accent4"/>
          </a:fillRef>
          <a:effectRef idx="3">
            <a:schemeClr val="accent4"/>
          </a:effectRef>
          <a:fontRef idx="minor">
            <a:schemeClr val="lt1"/>
          </a:fontRef>
        </p:style>
        <p:txBody>
          <a:bodyPr rtlCol="0" anchor="ctr"/>
          <a:lstStyle/>
          <a:p>
            <a:pPr algn="ctr"/>
            <a:r>
              <a:rPr lang="en-US" dirty="0"/>
              <a:t>TEST DATA</a:t>
            </a:r>
          </a:p>
        </p:txBody>
      </p:sp>
      <p:sp>
        <p:nvSpPr>
          <p:cNvPr id="9" name="TextBox 8">
            <a:extLst>
              <a:ext uri="{FF2B5EF4-FFF2-40B4-BE49-F238E27FC236}">
                <a16:creationId xmlns:a16="http://schemas.microsoft.com/office/drawing/2014/main" id="{E19BCF62-62B5-40D0-ADA9-13B4D145E898}"/>
              </a:ext>
            </a:extLst>
          </p:cNvPr>
          <p:cNvSpPr txBox="1"/>
          <p:nvPr/>
        </p:nvSpPr>
        <p:spPr>
          <a:xfrm>
            <a:off x="530050" y="3934534"/>
            <a:ext cx="11007131" cy="646331"/>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dirty="0"/>
              <a:t>No. of unique ITEM1_DESC that are common between train and test: 89</a:t>
            </a:r>
          </a:p>
          <a:p>
            <a:pPr marL="285750" indent="-285750">
              <a:buFont typeface="Arial" panose="020B0604020202020204" pitchFamily="34" charset="0"/>
              <a:buChar char="•"/>
            </a:pPr>
            <a:r>
              <a:rPr lang="en-US" dirty="0"/>
              <a:t>Total no. of test data predicted using mapping: 1770 (0.7% of the complete test data)</a:t>
            </a:r>
          </a:p>
        </p:txBody>
      </p:sp>
      <p:sp>
        <p:nvSpPr>
          <p:cNvPr id="3" name="TextBox 2">
            <a:extLst>
              <a:ext uri="{FF2B5EF4-FFF2-40B4-BE49-F238E27FC236}">
                <a16:creationId xmlns:a16="http://schemas.microsoft.com/office/drawing/2014/main" id="{B1FEDD4C-3AD1-4623-AF62-E042416486DB}"/>
              </a:ext>
            </a:extLst>
          </p:cNvPr>
          <p:cNvSpPr txBox="1"/>
          <p:nvPr/>
        </p:nvSpPr>
        <p:spPr>
          <a:xfrm>
            <a:off x="530050" y="4823209"/>
            <a:ext cx="11007131" cy="923330"/>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marL="285750" indent="-285750">
              <a:buFont typeface="Arial" panose="020B0604020202020204" pitchFamily="34" charset="0"/>
              <a:buChar char="•"/>
            </a:pPr>
            <a:r>
              <a:rPr lang="da-DK" dirty="0"/>
              <a:t>Trust factor for TARGETS predicted using ITEM1_DESC mapping-</a:t>
            </a:r>
          </a:p>
          <a:p>
            <a:pPr marL="742950" lvl="1" indent="-285750">
              <a:buFont typeface="Arial" panose="020B0604020202020204" pitchFamily="34" charset="0"/>
              <a:buChar char="•"/>
            </a:pPr>
            <a:r>
              <a:rPr lang="da-DK" dirty="0"/>
              <a:t>TF cat: 74.51	</a:t>
            </a:r>
          </a:p>
          <a:p>
            <a:pPr marL="742950" lvl="1" indent="-285750">
              <a:buFont typeface="Arial" panose="020B0604020202020204" pitchFamily="34" charset="0"/>
              <a:buChar char="•"/>
            </a:pPr>
            <a:r>
              <a:rPr lang="da-DK" dirty="0"/>
              <a:t>TF var: 96.10</a:t>
            </a:r>
          </a:p>
        </p:txBody>
      </p:sp>
    </p:spTree>
    <p:extLst>
      <p:ext uri="{BB962C8B-B14F-4D97-AF65-F5344CB8AC3E}">
        <p14:creationId xmlns:p14="http://schemas.microsoft.com/office/powerpoint/2010/main" val="4272863176"/>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C2CE5-157F-4D4C-ABB8-752F6BC08AB9}"/>
              </a:ext>
            </a:extLst>
          </p:cNvPr>
          <p:cNvSpPr>
            <a:spLocks noGrp="1"/>
          </p:cNvSpPr>
          <p:nvPr>
            <p:ph type="title"/>
          </p:nvPr>
        </p:nvSpPr>
        <p:spPr>
          <a:xfrm>
            <a:off x="162445" y="150604"/>
            <a:ext cx="10515600" cy="479306"/>
          </a:xfrm>
        </p:spPr>
        <p:txBody>
          <a:bodyPr>
            <a:normAutofit fontScale="90000"/>
          </a:bodyPr>
          <a:lstStyle/>
          <a:p>
            <a:r>
              <a:rPr lang="en-US" dirty="0"/>
              <a:t>FastText </a:t>
            </a:r>
          </a:p>
        </p:txBody>
      </p:sp>
      <p:graphicFrame>
        <p:nvGraphicFramePr>
          <p:cNvPr id="6" name="Table 4">
            <a:extLst>
              <a:ext uri="{FF2B5EF4-FFF2-40B4-BE49-F238E27FC236}">
                <a16:creationId xmlns:a16="http://schemas.microsoft.com/office/drawing/2014/main" id="{32C050B5-FD48-4A2B-A288-4AA06F6078FC}"/>
              </a:ext>
            </a:extLst>
          </p:cNvPr>
          <p:cNvGraphicFramePr>
            <a:graphicFrameLocks/>
          </p:cNvGraphicFramePr>
          <p:nvPr/>
        </p:nvGraphicFramePr>
        <p:xfrm>
          <a:off x="634716" y="2040129"/>
          <a:ext cx="10890745" cy="2926080"/>
        </p:xfrm>
        <a:graphic>
          <a:graphicData uri="http://schemas.openxmlformats.org/drawingml/2006/table">
            <a:tbl>
              <a:tblPr firstRow="1" firstCol="1" bandRow="1">
                <a:effectLst>
                  <a:outerShdw blurRad="50800" dist="38100" dir="5400000" algn="t" rotWithShape="0">
                    <a:prstClr val="black">
                      <a:alpha val="40000"/>
                    </a:prstClr>
                  </a:outerShdw>
                </a:effectLst>
                <a:tableStyleId>{5C22544A-7EE6-4342-B048-85BDC9FD1C3A}</a:tableStyleId>
              </a:tblPr>
              <a:tblGrid>
                <a:gridCol w="1007051">
                  <a:extLst>
                    <a:ext uri="{9D8B030D-6E8A-4147-A177-3AD203B41FA5}">
                      <a16:colId xmlns:a16="http://schemas.microsoft.com/office/drawing/2014/main" val="4063345073"/>
                    </a:ext>
                  </a:extLst>
                </a:gridCol>
                <a:gridCol w="747908">
                  <a:extLst>
                    <a:ext uri="{9D8B030D-6E8A-4147-A177-3AD203B41FA5}">
                      <a16:colId xmlns:a16="http://schemas.microsoft.com/office/drawing/2014/main" val="3803791866"/>
                    </a:ext>
                  </a:extLst>
                </a:gridCol>
                <a:gridCol w="1016714">
                  <a:extLst>
                    <a:ext uri="{9D8B030D-6E8A-4147-A177-3AD203B41FA5}">
                      <a16:colId xmlns:a16="http://schemas.microsoft.com/office/drawing/2014/main" val="235275921"/>
                    </a:ext>
                  </a:extLst>
                </a:gridCol>
                <a:gridCol w="633046">
                  <a:extLst>
                    <a:ext uri="{9D8B030D-6E8A-4147-A177-3AD203B41FA5}">
                      <a16:colId xmlns:a16="http://schemas.microsoft.com/office/drawing/2014/main" val="4137612170"/>
                    </a:ext>
                  </a:extLst>
                </a:gridCol>
                <a:gridCol w="934497">
                  <a:extLst>
                    <a:ext uri="{9D8B030D-6E8A-4147-A177-3AD203B41FA5}">
                      <a16:colId xmlns:a16="http://schemas.microsoft.com/office/drawing/2014/main" val="3357353697"/>
                    </a:ext>
                  </a:extLst>
                </a:gridCol>
                <a:gridCol w="1396721">
                  <a:extLst>
                    <a:ext uri="{9D8B030D-6E8A-4147-A177-3AD203B41FA5}">
                      <a16:colId xmlns:a16="http://schemas.microsoft.com/office/drawing/2014/main" val="1532843143"/>
                    </a:ext>
                  </a:extLst>
                </a:gridCol>
                <a:gridCol w="1306286">
                  <a:extLst>
                    <a:ext uri="{9D8B030D-6E8A-4147-A177-3AD203B41FA5}">
                      <a16:colId xmlns:a16="http://schemas.microsoft.com/office/drawing/2014/main" val="602593552"/>
                    </a:ext>
                  </a:extLst>
                </a:gridCol>
                <a:gridCol w="1225899">
                  <a:extLst>
                    <a:ext uri="{9D8B030D-6E8A-4147-A177-3AD203B41FA5}">
                      <a16:colId xmlns:a16="http://schemas.microsoft.com/office/drawing/2014/main" val="2899018725"/>
                    </a:ext>
                  </a:extLst>
                </a:gridCol>
                <a:gridCol w="1475808">
                  <a:extLst>
                    <a:ext uri="{9D8B030D-6E8A-4147-A177-3AD203B41FA5}">
                      <a16:colId xmlns:a16="http://schemas.microsoft.com/office/drawing/2014/main" val="4014875624"/>
                    </a:ext>
                  </a:extLst>
                </a:gridCol>
                <a:gridCol w="1146815">
                  <a:extLst>
                    <a:ext uri="{9D8B030D-6E8A-4147-A177-3AD203B41FA5}">
                      <a16:colId xmlns:a16="http://schemas.microsoft.com/office/drawing/2014/main" val="4284041291"/>
                    </a:ext>
                  </a:extLst>
                </a:gridCol>
              </a:tblGrid>
              <a:tr h="358906">
                <a:tc>
                  <a:txBody>
                    <a:bodyPr/>
                    <a:lstStyle/>
                    <a:p>
                      <a:pPr algn="ctr"/>
                      <a:r>
                        <a:rPr lang="en-US" dirty="0"/>
                        <a:t>Model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a:r>
                        <a:rPr lang="en-US" dirty="0"/>
                        <a:t>Lr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Loss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Dim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Ws/neg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err="1"/>
                        <a:t>WordNgram</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Minn/maxn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Train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TF category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TF variety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84846687"/>
                  </a:ext>
                </a:extLst>
              </a:tr>
              <a:tr h="358906">
                <a:tc>
                  <a:txBody>
                    <a:bodyPr/>
                    <a:lstStyle/>
                    <a:p>
                      <a:pPr algn="ctr"/>
                      <a:r>
                        <a:rPr lang="en-US" dirty="0"/>
                        <a:t>FastText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0.085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Softmax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92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69893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71.44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74.66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54122234"/>
                  </a:ext>
                </a:extLst>
              </a:tr>
              <a:tr h="358906">
                <a:tc>
                  <a:txBody>
                    <a:bodyPr/>
                    <a:lstStyle/>
                    <a:p>
                      <a:pPr algn="ctr"/>
                      <a:r>
                        <a:rPr lang="en-US" dirty="0"/>
                        <a:t>FastText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0.085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err="1"/>
                        <a:t>Softmax</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92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69893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66.91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72.45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31778872"/>
                  </a:ext>
                </a:extLst>
              </a:tr>
              <a:tr h="358906">
                <a:tc>
                  <a:txBody>
                    <a:bodyPr/>
                    <a:lstStyle/>
                    <a:p>
                      <a:pPr algn="ctr"/>
                      <a:r>
                        <a:rPr lang="en-US" dirty="0"/>
                        <a:t>FastText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0.085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Softmax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92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69842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70.52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72.76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9300433"/>
                  </a:ext>
                </a:extLst>
              </a:tr>
              <a:tr h="358906">
                <a:tc>
                  <a:txBody>
                    <a:bodyPr/>
                    <a:lstStyle/>
                    <a:p>
                      <a:pPr algn="ctr"/>
                      <a:r>
                        <a:rPr lang="en-US" dirty="0"/>
                        <a:t>FastText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0.085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Softmax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92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69842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68.67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73.70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69352668"/>
                  </a:ext>
                </a:extLst>
              </a:tr>
              <a:tr h="358906">
                <a:tc>
                  <a:txBody>
                    <a:bodyPr/>
                    <a:lstStyle/>
                    <a:p>
                      <a:pPr algn="ctr"/>
                      <a:r>
                        <a:rPr lang="en-US" dirty="0"/>
                        <a:t>FastText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err="1"/>
                        <a:t>Softmax</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92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69875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66.54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73.31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75913210"/>
                  </a:ext>
                </a:extLst>
              </a:tr>
              <a:tr h="358906">
                <a:tc>
                  <a:txBody>
                    <a:bodyPr/>
                    <a:lstStyle/>
                    <a:p>
                      <a:pPr algn="ctr"/>
                      <a:r>
                        <a:rPr lang="en-US" dirty="0"/>
                        <a:t>FastText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0.085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err="1"/>
                        <a:t>Softmax</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300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70131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64.02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70.06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12446237"/>
                  </a:ext>
                </a:extLst>
              </a:tr>
              <a:tr h="358906">
                <a:tc>
                  <a:txBody>
                    <a:bodyPr/>
                    <a:lstStyle/>
                    <a:p>
                      <a:pPr algn="ctr"/>
                      <a:r>
                        <a:rPr lang="en-US" dirty="0"/>
                        <a:t>FastText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0.085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err="1"/>
                        <a:t>Softmax</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300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70131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70.44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71.85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77490452"/>
                  </a:ext>
                </a:extLst>
              </a:tr>
            </a:tbl>
          </a:graphicData>
        </a:graphic>
      </p:graphicFrame>
      <p:sp>
        <p:nvSpPr>
          <p:cNvPr id="9" name="TextBox 8">
            <a:extLst>
              <a:ext uri="{FF2B5EF4-FFF2-40B4-BE49-F238E27FC236}">
                <a16:creationId xmlns:a16="http://schemas.microsoft.com/office/drawing/2014/main" id="{E7C9CF26-496A-4850-BCF1-03543C989033}"/>
              </a:ext>
            </a:extLst>
          </p:cNvPr>
          <p:cNvSpPr txBox="1"/>
          <p:nvPr/>
        </p:nvSpPr>
        <p:spPr>
          <a:xfrm>
            <a:off x="634716" y="1278910"/>
            <a:ext cx="10515600" cy="369332"/>
          </a:xfrm>
          <a:prstGeom prst="rect">
            <a:avLst/>
          </a:prstGeom>
          <a:noFill/>
        </p:spPr>
        <p:txBody>
          <a:bodyPr wrap="square" rtlCol="0">
            <a:spAutoFit/>
          </a:bodyPr>
          <a:lstStyle/>
          <a:p>
            <a:r>
              <a:rPr lang="en-US" dirty="0"/>
              <a:t>Preprocessing </a:t>
            </a:r>
            <a:r>
              <a:rPr lang="en-US" dirty="0">
                <a:sym typeface="Wingdings" panose="05000000000000000000" pitchFamily="2" charset="2"/>
              </a:rPr>
              <a:t> Oversampling and Data augmentation using complete synonyms list  ITEM1_DESC mapping </a:t>
            </a:r>
            <a:endParaRPr lang="en-US" dirty="0"/>
          </a:p>
        </p:txBody>
      </p:sp>
      <p:sp>
        <p:nvSpPr>
          <p:cNvPr id="10" name="TextBox 9">
            <a:extLst>
              <a:ext uri="{FF2B5EF4-FFF2-40B4-BE49-F238E27FC236}">
                <a16:creationId xmlns:a16="http://schemas.microsoft.com/office/drawing/2014/main" id="{2B674513-9F71-4E5D-A325-B57829C59081}"/>
              </a:ext>
            </a:extLst>
          </p:cNvPr>
          <p:cNvSpPr txBox="1"/>
          <p:nvPr/>
        </p:nvSpPr>
        <p:spPr>
          <a:xfrm>
            <a:off x="7798354" y="6285896"/>
            <a:ext cx="3958218" cy="307777"/>
          </a:xfrm>
          <a:prstGeom prst="rect">
            <a:avLst/>
          </a:prstGeom>
          <a:noFill/>
        </p:spPr>
        <p:txBody>
          <a:bodyPr wrap="square" rtlCol="0">
            <a:spAutoFit/>
          </a:bodyPr>
          <a:lstStyle/>
          <a:p>
            <a:r>
              <a:rPr lang="en-US" sz="1400" i="1" dirty="0"/>
              <a:t>*</a:t>
            </a:r>
            <a:r>
              <a:rPr lang="en-US" sz="1400" i="1" dirty="0" err="1"/>
              <a:t>minCount</a:t>
            </a:r>
            <a:r>
              <a:rPr lang="en-US" sz="1400" i="1" dirty="0"/>
              <a:t> = 1, epochs=100 for all</a:t>
            </a:r>
          </a:p>
        </p:txBody>
      </p:sp>
    </p:spTree>
    <p:extLst>
      <p:ext uri="{BB962C8B-B14F-4D97-AF65-F5344CB8AC3E}">
        <p14:creationId xmlns:p14="http://schemas.microsoft.com/office/powerpoint/2010/main" val="1051215416"/>
      </p:ext>
    </p:extLst>
  </p:cSld>
  <p:clrMapOvr>
    <a:masterClrMapping/>
  </p:clrMapOvr>
</p:sld>
</file>

<file path=ppt/theme/theme1.xml><?xml version="1.0" encoding="utf-8"?>
<a:theme xmlns:a="http://schemas.openxmlformats.org/drawingml/2006/main" name="3_Intl_Theme_Slide">
  <a:themeElements>
    <a:clrScheme name="WalmartIntl">
      <a:dk1>
        <a:srgbClr val="081F2C"/>
      </a:dk1>
      <a:lt1>
        <a:srgbClr val="FFFFFF"/>
      </a:lt1>
      <a:dk2>
        <a:srgbClr val="0070CE"/>
      </a:dk2>
      <a:lt2>
        <a:srgbClr val="FFFFFF"/>
      </a:lt2>
      <a:accent1>
        <a:srgbClr val="0070CE"/>
      </a:accent1>
      <a:accent2>
        <a:srgbClr val="78B9E7"/>
      </a:accent2>
      <a:accent3>
        <a:srgbClr val="EB148D"/>
      </a:accent3>
      <a:accent4>
        <a:srgbClr val="FFC220"/>
      </a:accent4>
      <a:accent5>
        <a:srgbClr val="76C043"/>
      </a:accent5>
      <a:accent6>
        <a:srgbClr val="F47521"/>
      </a:accent6>
      <a:hlink>
        <a:srgbClr val="F47521"/>
      </a:hlink>
      <a:folHlink>
        <a:srgbClr val="3F3F4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4_Intl_Theme_Slide">
  <a:themeElements>
    <a:clrScheme name="WalmartIntl">
      <a:dk1>
        <a:srgbClr val="081F2C"/>
      </a:dk1>
      <a:lt1>
        <a:srgbClr val="FFFFFF"/>
      </a:lt1>
      <a:dk2>
        <a:srgbClr val="0070CE"/>
      </a:dk2>
      <a:lt2>
        <a:srgbClr val="FFFFFF"/>
      </a:lt2>
      <a:accent1>
        <a:srgbClr val="0070CE"/>
      </a:accent1>
      <a:accent2>
        <a:srgbClr val="78B9E7"/>
      </a:accent2>
      <a:accent3>
        <a:srgbClr val="EB148D"/>
      </a:accent3>
      <a:accent4>
        <a:srgbClr val="FFC220"/>
      </a:accent4>
      <a:accent5>
        <a:srgbClr val="76C043"/>
      </a:accent5>
      <a:accent6>
        <a:srgbClr val="F47521"/>
      </a:accent6>
      <a:hlink>
        <a:srgbClr val="F47521"/>
      </a:hlink>
      <a:folHlink>
        <a:srgbClr val="3F3F4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TERNSHIP_PROBLEM_ST" id="{8279EBB3-F219-4D6B-B1FE-9FC8070B3CDF}" vid="{E0080AE4-36E4-4291-AA28-B1FB49952848}"/>
    </a:ext>
  </a:extLst>
</a:theme>
</file>

<file path=ppt/theme/theme3.xml><?xml version="1.0" encoding="utf-8"?>
<a:theme xmlns:a="http://schemas.openxmlformats.org/drawingml/2006/main" name="1_Default Design">
  <a:themeElements>
    <a:clrScheme name="Labs">
      <a:dk1>
        <a:srgbClr val="000000"/>
      </a:dk1>
      <a:lt1>
        <a:srgbClr val="FFFFFF"/>
      </a:lt1>
      <a:dk2>
        <a:srgbClr val="004C91"/>
      </a:dk2>
      <a:lt2>
        <a:srgbClr val="EEECE1"/>
      </a:lt2>
      <a:accent1>
        <a:srgbClr val="32ADE4"/>
      </a:accent1>
      <a:accent2>
        <a:srgbClr val="FEC221"/>
      </a:accent2>
      <a:accent3>
        <a:srgbClr val="63BF78"/>
      </a:accent3>
      <a:accent4>
        <a:srgbClr val="D952D4"/>
      </a:accent4>
      <a:accent5>
        <a:srgbClr val="7D7F7D"/>
      </a:accent5>
      <a:accent6>
        <a:srgbClr val="2D2751"/>
      </a:accent6>
      <a:hlink>
        <a:srgbClr val="0000FF"/>
      </a:hlink>
      <a:folHlink>
        <a:srgbClr val="800080"/>
      </a:folHlink>
    </a:clrScheme>
    <a:fontScheme name="Custom 1">
      <a:majorFont>
        <a:latin typeface="Century Gothic"/>
        <a:ea typeface="Microsoft YaHei"/>
        <a:cs typeface=""/>
      </a:majorFont>
      <a:minorFont>
        <a:latin typeface="Calibri Light"/>
        <a:ea typeface="Microsoft YaHei"/>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INTERNSHIP_PROBLEM_ST" id="{8279EBB3-F219-4D6B-B1FE-9FC8070B3CDF}" vid="{61ECD3CE-E5FD-4978-BD49-655725F41B92}"/>
    </a:ext>
  </a:extLst>
</a:theme>
</file>

<file path=ppt/theme/theme4.xml><?xml version="1.0" encoding="utf-8"?>
<a:theme xmlns:a="http://schemas.openxmlformats.org/drawingml/2006/main" name="5_Intl_Theme_Slide">
  <a:themeElements>
    <a:clrScheme name="WalmartIntl">
      <a:dk1>
        <a:srgbClr val="081F2C"/>
      </a:dk1>
      <a:lt1>
        <a:srgbClr val="FFFFFF"/>
      </a:lt1>
      <a:dk2>
        <a:srgbClr val="0070CE"/>
      </a:dk2>
      <a:lt2>
        <a:srgbClr val="FFFFFF"/>
      </a:lt2>
      <a:accent1>
        <a:srgbClr val="0070CE"/>
      </a:accent1>
      <a:accent2>
        <a:srgbClr val="78B9E7"/>
      </a:accent2>
      <a:accent3>
        <a:srgbClr val="EB148D"/>
      </a:accent3>
      <a:accent4>
        <a:srgbClr val="FFC220"/>
      </a:accent4>
      <a:accent5>
        <a:srgbClr val="76C043"/>
      </a:accent5>
      <a:accent6>
        <a:srgbClr val="F47521"/>
      </a:accent6>
      <a:hlink>
        <a:srgbClr val="F47521"/>
      </a:hlink>
      <a:folHlink>
        <a:srgbClr val="3F3F4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TERNSHIP_PROBLEM_ST" id="{8279EBB3-F219-4D6B-B1FE-9FC8070B3CDF}" vid="{E0080AE4-36E4-4291-AA28-B1FB49952848}"/>
    </a:ext>
  </a:extLst>
</a:theme>
</file>

<file path=ppt/theme/theme5.xml><?xml version="1.0" encoding="utf-8"?>
<a:theme xmlns:a="http://schemas.openxmlformats.org/drawingml/2006/main" name="2_Default Design">
  <a:themeElements>
    <a:clrScheme name="Labs">
      <a:dk1>
        <a:srgbClr val="000000"/>
      </a:dk1>
      <a:lt1>
        <a:srgbClr val="FFFFFF"/>
      </a:lt1>
      <a:dk2>
        <a:srgbClr val="004C91"/>
      </a:dk2>
      <a:lt2>
        <a:srgbClr val="EEECE1"/>
      </a:lt2>
      <a:accent1>
        <a:srgbClr val="32ADE4"/>
      </a:accent1>
      <a:accent2>
        <a:srgbClr val="FEC221"/>
      </a:accent2>
      <a:accent3>
        <a:srgbClr val="63BF78"/>
      </a:accent3>
      <a:accent4>
        <a:srgbClr val="D952D4"/>
      </a:accent4>
      <a:accent5>
        <a:srgbClr val="7D7F7D"/>
      </a:accent5>
      <a:accent6>
        <a:srgbClr val="2D2751"/>
      </a:accent6>
      <a:hlink>
        <a:srgbClr val="0000FF"/>
      </a:hlink>
      <a:folHlink>
        <a:srgbClr val="800080"/>
      </a:folHlink>
    </a:clrScheme>
    <a:fontScheme name="Custom 1">
      <a:majorFont>
        <a:latin typeface="Century Gothic"/>
        <a:ea typeface="Microsoft YaHei"/>
        <a:cs typeface=""/>
      </a:majorFont>
      <a:minorFont>
        <a:latin typeface="Calibri Light"/>
        <a:ea typeface="Microsoft YaHei"/>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INTERNSHIP_PROBLEM_ST" id="{8279EBB3-F219-4D6B-B1FE-9FC8070B3CDF}" vid="{61ECD3CE-E5FD-4978-BD49-655725F41B92}"/>
    </a:ext>
  </a:extLst>
</a:theme>
</file>

<file path=ppt/theme/theme6.xml><?xml version="1.0" encoding="utf-8"?>
<a:theme xmlns:a="http://schemas.openxmlformats.org/drawingml/2006/main" name="Cover_Slide">
  <a:themeElements>
    <a:clrScheme name="WalmartIntl">
      <a:dk1>
        <a:srgbClr val="081F2C"/>
      </a:dk1>
      <a:lt1>
        <a:srgbClr val="FFFFFF"/>
      </a:lt1>
      <a:dk2>
        <a:srgbClr val="0070CE"/>
      </a:dk2>
      <a:lt2>
        <a:srgbClr val="FFFFFF"/>
      </a:lt2>
      <a:accent1>
        <a:srgbClr val="0070CE"/>
      </a:accent1>
      <a:accent2>
        <a:srgbClr val="78B9E7"/>
      </a:accent2>
      <a:accent3>
        <a:srgbClr val="EB148D"/>
      </a:accent3>
      <a:accent4>
        <a:srgbClr val="FFC220"/>
      </a:accent4>
      <a:accent5>
        <a:srgbClr val="76C043"/>
      </a:accent5>
      <a:accent6>
        <a:srgbClr val="F47521"/>
      </a:accent6>
      <a:hlink>
        <a:srgbClr val="F47521"/>
      </a:hlink>
      <a:folHlink>
        <a:srgbClr val="3F3F4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55754</TotalTime>
  <Words>20311</Words>
  <Application>Microsoft Office PowerPoint</Application>
  <PresentationFormat>Widescreen</PresentationFormat>
  <Paragraphs>5090</Paragraphs>
  <Slides>241</Slides>
  <Notes>22</Notes>
  <HiddenSlides>3</HiddenSlides>
  <MMClips>0</MMClips>
  <ScaleCrop>false</ScaleCrop>
  <HeadingPairs>
    <vt:vector size="6" baseType="variant">
      <vt:variant>
        <vt:lpstr>Fonts Used</vt:lpstr>
      </vt:variant>
      <vt:variant>
        <vt:i4>12</vt:i4>
      </vt:variant>
      <vt:variant>
        <vt:lpstr>Theme</vt:lpstr>
      </vt:variant>
      <vt:variant>
        <vt:i4>6</vt:i4>
      </vt:variant>
      <vt:variant>
        <vt:lpstr>Slide Titles</vt:lpstr>
      </vt:variant>
      <vt:variant>
        <vt:i4>241</vt:i4>
      </vt:variant>
    </vt:vector>
  </HeadingPairs>
  <TitlesOfParts>
    <vt:vector size="259" baseType="lpstr">
      <vt:lpstr>Arial</vt:lpstr>
      <vt:lpstr>Bogle</vt:lpstr>
      <vt:lpstr>Calibri</vt:lpstr>
      <vt:lpstr>Calibri Light</vt:lpstr>
      <vt:lpstr>charter</vt:lpstr>
      <vt:lpstr>Estrangelo Edessa</vt:lpstr>
      <vt:lpstr>Lato Light</vt:lpstr>
      <vt:lpstr>Open Sans</vt:lpstr>
      <vt:lpstr>sohne</vt:lpstr>
      <vt:lpstr>Times</vt:lpstr>
      <vt:lpstr>Times New Roman</vt:lpstr>
      <vt:lpstr>Wingdings</vt:lpstr>
      <vt:lpstr>3_Intl_Theme_Slide</vt:lpstr>
      <vt:lpstr>4_Intl_Theme_Slide</vt:lpstr>
      <vt:lpstr>1_Default Design</vt:lpstr>
      <vt:lpstr>5_Intl_Theme_Slide</vt:lpstr>
      <vt:lpstr>2_Default Design</vt:lpstr>
      <vt:lpstr>Cover_Slide</vt:lpstr>
      <vt:lpstr>PowerPoint Presentation</vt:lpstr>
      <vt:lpstr>Review Meet – 1 May 28th,2021</vt:lpstr>
      <vt:lpstr>Problem Statement</vt:lpstr>
      <vt:lpstr>Approach</vt:lpstr>
      <vt:lpstr>Findings</vt:lpstr>
      <vt:lpstr>Next step</vt:lpstr>
      <vt:lpstr>PowerPoint Presentation</vt:lpstr>
      <vt:lpstr>Doubts</vt:lpstr>
      <vt:lpstr>Multinomial NB</vt:lpstr>
      <vt:lpstr>Support vector machines (SVM)</vt:lpstr>
      <vt:lpstr>PowerPoint Presentation</vt:lpstr>
      <vt:lpstr>PowerPoint Presentation</vt:lpstr>
      <vt:lpstr>PowerPoint Presentation</vt:lpstr>
      <vt:lpstr>After meet - 1</vt:lpstr>
      <vt:lpstr>Analysis of the data</vt:lpstr>
      <vt:lpstr>Doubts</vt:lpstr>
      <vt:lpstr>Everything about Embeddings</vt:lpstr>
      <vt:lpstr>Theory</vt:lpstr>
      <vt:lpstr>PowerPoint Presentation</vt:lpstr>
      <vt:lpstr>Meet with Pravesh Garg</vt:lpstr>
      <vt:lpstr>Update</vt:lpstr>
      <vt:lpstr>Meet with Faraz June 1st,2021</vt:lpstr>
      <vt:lpstr>To do</vt:lpstr>
      <vt:lpstr>Update</vt:lpstr>
      <vt:lpstr>Week 2</vt:lpstr>
      <vt:lpstr>Update</vt:lpstr>
      <vt:lpstr>PowerPoint Presentation</vt:lpstr>
      <vt:lpstr>PowerPoint Presentation</vt:lpstr>
      <vt:lpstr>PowerPoint Presentation</vt:lpstr>
      <vt:lpstr>PowerPoint Presentation</vt:lpstr>
      <vt:lpstr>Review Meet – 2 June 4th,2021</vt:lpstr>
      <vt:lpstr>Recap</vt:lpstr>
      <vt:lpstr>This week’s progress</vt:lpstr>
      <vt:lpstr>EDA results</vt:lpstr>
      <vt:lpstr>Comparison of test and train data </vt:lpstr>
      <vt:lpstr>Data cleaning</vt:lpstr>
      <vt:lpstr>Modelling using multiple metrics</vt:lpstr>
      <vt:lpstr>Random forest</vt:lpstr>
      <vt:lpstr>Logistic regression</vt:lpstr>
      <vt:lpstr>SVM</vt:lpstr>
      <vt:lpstr>Tasks for next week</vt:lpstr>
      <vt:lpstr>To do</vt:lpstr>
      <vt:lpstr>Week 3</vt:lpstr>
      <vt:lpstr>PowerPoint Presentation</vt:lpstr>
      <vt:lpstr>Findings</vt:lpstr>
      <vt:lpstr>Findings</vt:lpstr>
      <vt:lpstr>PowerPoint Presentation</vt:lpstr>
      <vt:lpstr>To do</vt:lpstr>
      <vt:lpstr>Talk with Anant Kumar</vt:lpstr>
      <vt:lpstr>KL Divergence</vt:lpstr>
      <vt:lpstr>Kl_div of scipy</vt:lpstr>
      <vt:lpstr>Relative entropy of scipy</vt:lpstr>
      <vt:lpstr>KS Divergence</vt:lpstr>
      <vt:lpstr>PowerPoint Presentation</vt:lpstr>
      <vt:lpstr>Removing numbers, give examples</vt:lpstr>
      <vt:lpstr>Removing 2 char words, give examples- 3z, MB,</vt:lpstr>
      <vt:lpstr>Remove numbers plus 2 char words</vt:lpstr>
      <vt:lpstr>To do</vt:lpstr>
      <vt:lpstr>PowerPoint Presentation</vt:lpstr>
      <vt:lpstr>PowerPoint Presentation</vt:lpstr>
      <vt:lpstr>Recap</vt:lpstr>
      <vt:lpstr>Stop words which are removed</vt:lpstr>
      <vt:lpstr>Lemmatized words</vt:lpstr>
      <vt:lpstr>OOB analysis: Random Forest</vt:lpstr>
      <vt:lpstr>Fuzzy score &amp; Trust factor</vt:lpstr>
      <vt:lpstr>Difference in distributions: Remove the numbers</vt:lpstr>
      <vt:lpstr>Difference in distributions: Remove 2 char words</vt:lpstr>
      <vt:lpstr>Difference in distributions: Remove numbers &amp; 2 char words</vt:lpstr>
      <vt:lpstr>Tasks for next week</vt:lpstr>
      <vt:lpstr>To do</vt:lpstr>
      <vt:lpstr>PowerPoint Presentation</vt:lpstr>
      <vt:lpstr>Features- 100</vt:lpstr>
      <vt:lpstr>Features- 200</vt:lpstr>
      <vt:lpstr>PowerPoint Presentation</vt:lpstr>
      <vt:lpstr>PowerPoint Presentation</vt:lpstr>
      <vt:lpstr>PowerPoint Presentation</vt:lpstr>
      <vt:lpstr>Features 500-600</vt:lpstr>
      <vt:lpstr>PowerPoint Presentation</vt:lpstr>
      <vt:lpstr>PowerPoint Presentation</vt:lpstr>
      <vt:lpstr>PowerPoint Presentation</vt:lpstr>
      <vt:lpstr>Features 900-1000</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Normal distribution</vt:lpstr>
      <vt:lpstr>Removing numbers</vt:lpstr>
      <vt:lpstr>Findings</vt:lpstr>
      <vt:lpstr>PowerPoint Presentation</vt:lpstr>
      <vt:lpstr>PowerPoint Presentation</vt:lpstr>
      <vt:lpstr>PowerPoint Presentation</vt:lpstr>
      <vt:lpstr>PowerPoint Presentation</vt:lpstr>
      <vt:lpstr>300</vt:lpstr>
      <vt:lpstr>To do</vt:lpstr>
      <vt:lpstr>KL and KS divergence</vt:lpstr>
      <vt:lpstr>After cleaning the data- Model performance</vt:lpstr>
      <vt:lpstr>After cleaning the data- Model performance</vt:lpstr>
      <vt:lpstr>After cleaning the data- Model performance- Voting Hard</vt:lpstr>
      <vt:lpstr>After cleaning the data- Model performance- Voting Soft</vt:lpstr>
      <vt:lpstr>Removing numbers</vt:lpstr>
      <vt:lpstr>Removing 2 char words</vt:lpstr>
      <vt:lpstr>CV scores – Excel sheet</vt:lpstr>
      <vt:lpstr>Voting classifier- hard</vt:lpstr>
      <vt:lpstr>Voting classifier- soft</vt:lpstr>
      <vt:lpstr>To do</vt:lpstr>
      <vt:lpstr>Spell Checker</vt:lpstr>
      <vt:lpstr>Spell checker</vt:lpstr>
      <vt:lpstr>Autocorrect</vt:lpstr>
      <vt:lpstr>TextBlob</vt:lpstr>
      <vt:lpstr>Porter stemming</vt:lpstr>
      <vt:lpstr>Snowball stemmer</vt:lpstr>
      <vt:lpstr>Snowball stemmer</vt:lpstr>
      <vt:lpstr>PowerPoint Presentation</vt:lpstr>
      <vt:lpstr>PowerPoint Presentation</vt:lpstr>
      <vt:lpstr>PowerPoint Presentation</vt:lpstr>
      <vt:lpstr>Agenda</vt:lpstr>
      <vt:lpstr>Recap</vt:lpstr>
      <vt:lpstr>Comparing distributions: Numbers removed</vt:lpstr>
      <vt:lpstr>Comparing distributions: 2 char words removed</vt:lpstr>
      <vt:lpstr>Conclusion from previous activities</vt:lpstr>
      <vt:lpstr>Effect on Overall Trust Factor</vt:lpstr>
      <vt:lpstr>Feature cleaning</vt:lpstr>
      <vt:lpstr>Manually found incorrect features</vt:lpstr>
      <vt:lpstr>Voting classifier</vt:lpstr>
      <vt:lpstr>Trust Factor calculations</vt:lpstr>
      <vt:lpstr>Data augmentation*</vt:lpstr>
      <vt:lpstr>Way ahead</vt:lpstr>
      <vt:lpstr>FastText</vt:lpstr>
      <vt:lpstr>Doubts</vt:lpstr>
      <vt:lpstr>Fast text findings</vt:lpstr>
      <vt:lpstr>To do</vt:lpstr>
      <vt:lpstr>My wrong interpretation</vt:lpstr>
      <vt:lpstr>Errors in wordnet</vt:lpstr>
      <vt:lpstr>PowerPoint Presentation</vt:lpstr>
      <vt:lpstr>PowerPoint Presentation</vt:lpstr>
      <vt:lpstr>Agenda</vt:lpstr>
      <vt:lpstr>Recap</vt:lpstr>
      <vt:lpstr>Comparing distributions: Numbers removed</vt:lpstr>
      <vt:lpstr>Comparing distributions: 2 char words removed</vt:lpstr>
      <vt:lpstr>Comparing distributions: Numbers and 2 char words removed</vt:lpstr>
      <vt:lpstr>Spell corrections</vt:lpstr>
      <vt:lpstr>Data Augmentation</vt:lpstr>
      <vt:lpstr>FastText model</vt:lpstr>
      <vt:lpstr>Voting Classifier: Random forest and Logistic regression</vt:lpstr>
      <vt:lpstr>Next steps</vt:lpstr>
      <vt:lpstr>Fasttext</vt:lpstr>
      <vt:lpstr>To do</vt:lpstr>
      <vt:lpstr>Doubt</vt:lpstr>
      <vt:lpstr>PowerPoint Presentation</vt:lpstr>
      <vt:lpstr>ITEM1_DESC without preprocessing</vt:lpstr>
      <vt:lpstr>ITEM1_DESC with preprocessing</vt:lpstr>
      <vt:lpstr>Lemma before grouping</vt:lpstr>
      <vt:lpstr>PowerPoint Presentation</vt:lpstr>
      <vt:lpstr>Agenda</vt:lpstr>
      <vt:lpstr>Recap</vt:lpstr>
      <vt:lpstr>FastText - I</vt:lpstr>
      <vt:lpstr>FastText - II</vt:lpstr>
      <vt:lpstr>FastText - III</vt:lpstr>
      <vt:lpstr>Voting Hard ( RF + LR + SVM)</vt:lpstr>
      <vt:lpstr>ITEM1_DESC mapping</vt:lpstr>
      <vt:lpstr>Next steps</vt:lpstr>
      <vt:lpstr>To do</vt:lpstr>
      <vt:lpstr>Complete synonyms on old data</vt:lpstr>
      <vt:lpstr>Predicted_target values fluctuating</vt:lpstr>
      <vt:lpstr>Examples of Synonym change</vt:lpstr>
      <vt:lpstr>New data</vt:lpstr>
      <vt:lpstr>TF for Target obtained using item1_mapping (old data)</vt:lpstr>
      <vt:lpstr>TF for Target obtained using item1_mapping (new data)</vt:lpstr>
      <vt:lpstr>FEAT1 mapping (fuzzy_tfidf)</vt:lpstr>
      <vt:lpstr>PowerPoint Presentation</vt:lpstr>
      <vt:lpstr>Agenda</vt:lpstr>
      <vt:lpstr>Recap</vt:lpstr>
      <vt:lpstr>Update</vt:lpstr>
      <vt:lpstr>ITEM1_DESC mapping</vt:lpstr>
      <vt:lpstr>FastText </vt:lpstr>
      <vt:lpstr>Voting Hard: RF + LR</vt:lpstr>
      <vt:lpstr>Fuzzy Tfidf match for FEAT1</vt:lpstr>
      <vt:lpstr>Next steps</vt:lpstr>
      <vt:lpstr>PowerPoint Presentation</vt:lpstr>
      <vt:lpstr>PowerPoint Presentation</vt:lpstr>
      <vt:lpstr>PowerPoint Presentation</vt:lpstr>
      <vt:lpstr>All correction updated</vt:lpstr>
      <vt:lpstr>To do</vt:lpstr>
      <vt:lpstr>PowerPoint Presentation</vt:lpstr>
      <vt:lpstr>PowerPoint Presentation</vt:lpstr>
      <vt:lpstr>PowerPoint Presentation</vt:lpstr>
      <vt:lpstr>Final best</vt:lpstr>
      <vt:lpstr>PowerPoint Presentation</vt:lpstr>
      <vt:lpstr>FastText with my train_df_augmented</vt:lpstr>
      <vt:lpstr>PowerPoint Presentation</vt:lpstr>
      <vt:lpstr>Agenda</vt:lpstr>
      <vt:lpstr>Recap</vt:lpstr>
      <vt:lpstr>All correction list updated</vt:lpstr>
      <vt:lpstr>Train data</vt:lpstr>
      <vt:lpstr>Fuzzy TF-IDF matching of FEAT1</vt:lpstr>
      <vt:lpstr>Finalizing the optimizer for LR</vt:lpstr>
      <vt:lpstr>Voting Hard Classifier: RF+LR</vt:lpstr>
      <vt:lpstr>Results for FastText</vt:lpstr>
      <vt:lpstr>Way ahead</vt:lpstr>
      <vt:lpstr>THANK YOU!!</vt:lpstr>
      <vt:lpstr>Grouping by FEAT1, nunique of Target</vt:lpstr>
      <vt:lpstr>PowerPoint Presentation</vt:lpstr>
      <vt:lpstr>About item matching</vt:lpstr>
      <vt:lpstr>Before pre-processing</vt:lpstr>
      <vt:lpstr>PowerPoint Presentation</vt:lpstr>
      <vt:lpstr>PowerPoint Presentation</vt:lpstr>
      <vt:lpstr>Agenda</vt:lpstr>
      <vt:lpstr>Agenda</vt:lpstr>
      <vt:lpstr>Problem Statement</vt:lpstr>
      <vt:lpstr>Approach</vt:lpstr>
      <vt:lpstr>Project Overview - 1</vt:lpstr>
      <vt:lpstr>Project Overview - 2</vt:lpstr>
      <vt:lpstr>Data preparation</vt:lpstr>
      <vt:lpstr>EDA results</vt:lpstr>
      <vt:lpstr>Comparison of test and train data </vt:lpstr>
      <vt:lpstr>Pre-processing</vt:lpstr>
      <vt:lpstr>Stop words which are removed</vt:lpstr>
      <vt:lpstr>Lemmatized words</vt:lpstr>
      <vt:lpstr>Modelling using multiple metrics</vt:lpstr>
      <vt:lpstr>Baseline models</vt:lpstr>
      <vt:lpstr>Feature cleaning</vt:lpstr>
      <vt:lpstr>Manually found incorrect features</vt:lpstr>
      <vt:lpstr>Fuzzy score &amp; Trust factor</vt:lpstr>
      <vt:lpstr>Data Augmentation</vt:lpstr>
      <vt:lpstr>Data Update</vt:lpstr>
      <vt:lpstr>Augmented Train data</vt:lpstr>
      <vt:lpstr>New Models</vt:lpstr>
      <vt:lpstr>ITEM1_DESC mapping</vt:lpstr>
      <vt:lpstr>Fuzzy TF-IDF matching of FEAT1</vt:lpstr>
      <vt:lpstr>Final Results</vt:lpstr>
      <vt:lpstr>PowerPoint Presentation</vt:lpstr>
      <vt:lpstr>Results for FastText</vt:lpstr>
      <vt:lpstr>FastText model</vt:lpstr>
      <vt:lpstr>FastText - I</vt:lpstr>
      <vt:lpstr>FastText - II</vt:lpstr>
      <vt:lpstr>OOB analysis: Random Forest</vt:lpstr>
      <vt:lpstr>ITEM1_DESC mapping</vt:lpstr>
      <vt:lpstr>FastText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Rishabh Thapliyal</dc:creator>
  <cp:lastModifiedBy>Rishabh Thapliyal</cp:lastModifiedBy>
  <cp:revision>56</cp:revision>
  <dcterms:created xsi:type="dcterms:W3CDTF">2021-05-25T05:51:37Z</dcterms:created>
  <dcterms:modified xsi:type="dcterms:W3CDTF">2021-07-19T14:43:18Z</dcterms:modified>
</cp:coreProperties>
</file>