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713" r:id="rId3"/>
    <p:sldMasterId id="2147483661" r:id="rId4"/>
  </p:sldMasterIdLst>
  <p:sldIdLst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Thapliyal" userId="368b16fe-05c0-4215-83a5-b415b40e56f1" providerId="ADAL" clId="{0AFDBEEA-6289-4ECF-AC6C-C8962EF52AFE}"/>
    <pc:docChg chg="modSld">
      <pc:chgData name="Rishabh Thapliyal" userId="368b16fe-05c0-4215-83a5-b415b40e56f1" providerId="ADAL" clId="{0AFDBEEA-6289-4ECF-AC6C-C8962EF52AFE}" dt="2021-06-18T11:26:39.747" v="34" actId="20577"/>
      <pc:docMkLst>
        <pc:docMk/>
      </pc:docMkLst>
      <pc:sldChg chg="modSp mod">
        <pc:chgData name="Rishabh Thapliyal" userId="368b16fe-05c0-4215-83a5-b415b40e56f1" providerId="ADAL" clId="{0AFDBEEA-6289-4ECF-AC6C-C8962EF52AFE}" dt="2021-06-18T11:26:39.747" v="34" actId="20577"/>
        <pc:sldMkLst>
          <pc:docMk/>
          <pc:sldMk cId="136209907" sldId="268"/>
        </pc:sldMkLst>
        <pc:spChg chg="mod">
          <ac:chgData name="Rishabh Thapliyal" userId="368b16fe-05c0-4215-83a5-b415b40e56f1" providerId="ADAL" clId="{0AFDBEEA-6289-4ECF-AC6C-C8962EF52AFE}" dt="2021-06-18T11:26:39.747" v="34" actId="20577"/>
          <ac:spMkLst>
            <pc:docMk/>
            <pc:sldMk cId="136209907" sldId="268"/>
            <ac:spMk id="13" creationId="{EA4DAB1C-F0D2-1F45-80F4-E09A620A644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CB922E-2E42-4586-A543-D509CB99BF9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5DECBB-DAA3-4A42-83BC-4C985372627A}">
      <dgm:prSet/>
      <dgm:spPr/>
      <dgm:t>
        <a:bodyPr/>
        <a:lstStyle/>
        <a:p>
          <a:r>
            <a:rPr lang="en-US"/>
            <a:t>Brief of previous meet</a:t>
          </a:r>
        </a:p>
      </dgm:t>
    </dgm:pt>
    <dgm:pt modelId="{0D329793-866B-4E78-A722-3C165BAF5F5E}" type="parTrans" cxnId="{573ACCEF-0C30-4C6B-A505-C89720F0F802}">
      <dgm:prSet/>
      <dgm:spPr/>
      <dgm:t>
        <a:bodyPr/>
        <a:lstStyle/>
        <a:p>
          <a:endParaRPr lang="en-US"/>
        </a:p>
      </dgm:t>
    </dgm:pt>
    <dgm:pt modelId="{03FC3114-6892-47D1-930A-EDBB4C233EBC}" type="sibTrans" cxnId="{573ACCEF-0C30-4C6B-A505-C89720F0F802}">
      <dgm:prSet/>
      <dgm:spPr/>
      <dgm:t>
        <a:bodyPr/>
        <a:lstStyle/>
        <a:p>
          <a:endParaRPr lang="en-US"/>
        </a:p>
      </dgm:t>
    </dgm:pt>
    <dgm:pt modelId="{62A3BA2A-B299-485A-91B1-B4755735576C}">
      <dgm:prSet/>
      <dgm:spPr/>
      <dgm:t>
        <a:bodyPr/>
        <a:lstStyle/>
        <a:p>
          <a:r>
            <a:rPr lang="en-US"/>
            <a:t>This week’s progress</a:t>
          </a:r>
        </a:p>
      </dgm:t>
    </dgm:pt>
    <dgm:pt modelId="{414B3474-5FA2-46BE-A7F9-78BF86873F18}" type="parTrans" cxnId="{53719F9C-AB19-4837-A5BF-1A9DBDE05F1F}">
      <dgm:prSet/>
      <dgm:spPr/>
      <dgm:t>
        <a:bodyPr/>
        <a:lstStyle/>
        <a:p>
          <a:endParaRPr lang="en-US"/>
        </a:p>
      </dgm:t>
    </dgm:pt>
    <dgm:pt modelId="{B9CC2D7F-F431-432D-85BA-8AAF793E7BC4}" type="sibTrans" cxnId="{53719F9C-AB19-4837-A5BF-1A9DBDE05F1F}">
      <dgm:prSet/>
      <dgm:spPr/>
      <dgm:t>
        <a:bodyPr/>
        <a:lstStyle/>
        <a:p>
          <a:endParaRPr lang="en-US"/>
        </a:p>
      </dgm:t>
    </dgm:pt>
    <dgm:pt modelId="{239EC440-8EB2-4FAE-947A-C43291706261}">
      <dgm:prSet/>
      <dgm:spPr/>
      <dgm:t>
        <a:bodyPr/>
        <a:lstStyle/>
        <a:p>
          <a:r>
            <a:rPr lang="en-US"/>
            <a:t>Way forward</a:t>
          </a:r>
        </a:p>
      </dgm:t>
    </dgm:pt>
    <dgm:pt modelId="{82A16665-E968-485D-B087-9C8F1FBDC50D}" type="parTrans" cxnId="{4480C75B-B69E-4574-8359-36D470E78CA3}">
      <dgm:prSet/>
      <dgm:spPr/>
      <dgm:t>
        <a:bodyPr/>
        <a:lstStyle/>
        <a:p>
          <a:endParaRPr lang="en-US"/>
        </a:p>
      </dgm:t>
    </dgm:pt>
    <dgm:pt modelId="{7C75FD5E-C33C-4781-8CAE-0CA2DC6846B7}" type="sibTrans" cxnId="{4480C75B-B69E-4574-8359-36D470E78CA3}">
      <dgm:prSet/>
      <dgm:spPr/>
      <dgm:t>
        <a:bodyPr/>
        <a:lstStyle/>
        <a:p>
          <a:endParaRPr lang="en-US"/>
        </a:p>
      </dgm:t>
    </dgm:pt>
    <dgm:pt modelId="{9AF373CE-925E-402B-8724-D01D2A8928BB}" type="pres">
      <dgm:prSet presAssocID="{4CCB922E-2E42-4586-A543-D509CB99BF94}" presName="root" presStyleCnt="0">
        <dgm:presLayoutVars>
          <dgm:dir/>
          <dgm:resizeHandles val="exact"/>
        </dgm:presLayoutVars>
      </dgm:prSet>
      <dgm:spPr/>
    </dgm:pt>
    <dgm:pt modelId="{016892A7-7C93-42B8-B694-CEDF9A32E227}" type="pres">
      <dgm:prSet presAssocID="{585DECBB-DAA3-4A42-83BC-4C985372627A}" presName="compNode" presStyleCnt="0"/>
      <dgm:spPr/>
    </dgm:pt>
    <dgm:pt modelId="{5C8DFE5D-AEA7-432D-A36B-DB3A71538E61}" type="pres">
      <dgm:prSet presAssocID="{585DECBB-DAA3-4A42-83BC-4C985372627A}" presName="bgRect" presStyleLbl="bgShp" presStyleIdx="0" presStyleCnt="3"/>
      <dgm:spPr/>
    </dgm:pt>
    <dgm:pt modelId="{C43616F3-5DDC-490F-87AE-53AE5C09038E}" type="pres">
      <dgm:prSet presAssocID="{585DECBB-DAA3-4A42-83BC-4C98537262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C4A210E-2319-423C-B0D9-EF0243AB2D4C}" type="pres">
      <dgm:prSet presAssocID="{585DECBB-DAA3-4A42-83BC-4C985372627A}" presName="spaceRect" presStyleCnt="0"/>
      <dgm:spPr/>
    </dgm:pt>
    <dgm:pt modelId="{8295C86C-5066-4D6C-88B3-A753AB2E81BB}" type="pres">
      <dgm:prSet presAssocID="{585DECBB-DAA3-4A42-83BC-4C985372627A}" presName="parTx" presStyleLbl="revTx" presStyleIdx="0" presStyleCnt="3">
        <dgm:presLayoutVars>
          <dgm:chMax val="0"/>
          <dgm:chPref val="0"/>
        </dgm:presLayoutVars>
      </dgm:prSet>
      <dgm:spPr/>
    </dgm:pt>
    <dgm:pt modelId="{F0CE1817-12EA-4F4F-B06D-324CB25F8AE9}" type="pres">
      <dgm:prSet presAssocID="{03FC3114-6892-47D1-930A-EDBB4C233EBC}" presName="sibTrans" presStyleCnt="0"/>
      <dgm:spPr/>
    </dgm:pt>
    <dgm:pt modelId="{1A46FB44-5B30-420C-A5EA-A03E514D6CFA}" type="pres">
      <dgm:prSet presAssocID="{62A3BA2A-B299-485A-91B1-B4755735576C}" presName="compNode" presStyleCnt="0"/>
      <dgm:spPr/>
    </dgm:pt>
    <dgm:pt modelId="{A4F7A9A4-F2BA-4E01-85E3-100DD4CAB63E}" type="pres">
      <dgm:prSet presAssocID="{62A3BA2A-B299-485A-91B1-B4755735576C}" presName="bgRect" presStyleLbl="bgShp" presStyleIdx="1" presStyleCnt="3"/>
      <dgm:spPr/>
    </dgm:pt>
    <dgm:pt modelId="{A146BDAD-671B-4CDA-9389-B5BAD9558AAE}" type="pres">
      <dgm:prSet presAssocID="{62A3BA2A-B299-485A-91B1-B4755735576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12F8BC4A-C1A9-4D43-8A2C-9FC8F1E477A1}" type="pres">
      <dgm:prSet presAssocID="{62A3BA2A-B299-485A-91B1-B4755735576C}" presName="spaceRect" presStyleCnt="0"/>
      <dgm:spPr/>
    </dgm:pt>
    <dgm:pt modelId="{20B6A812-A529-48F6-8B69-758A98C34BAB}" type="pres">
      <dgm:prSet presAssocID="{62A3BA2A-B299-485A-91B1-B4755735576C}" presName="parTx" presStyleLbl="revTx" presStyleIdx="1" presStyleCnt="3">
        <dgm:presLayoutVars>
          <dgm:chMax val="0"/>
          <dgm:chPref val="0"/>
        </dgm:presLayoutVars>
      </dgm:prSet>
      <dgm:spPr/>
    </dgm:pt>
    <dgm:pt modelId="{C6A73E07-643E-4A53-8235-9FE2818E974A}" type="pres">
      <dgm:prSet presAssocID="{B9CC2D7F-F431-432D-85BA-8AAF793E7BC4}" presName="sibTrans" presStyleCnt="0"/>
      <dgm:spPr/>
    </dgm:pt>
    <dgm:pt modelId="{1CCEB906-35A8-4AA0-A74C-E4C8C1158144}" type="pres">
      <dgm:prSet presAssocID="{239EC440-8EB2-4FAE-947A-C43291706261}" presName="compNode" presStyleCnt="0"/>
      <dgm:spPr/>
    </dgm:pt>
    <dgm:pt modelId="{7B5A0233-F267-4B79-9799-E6797E86BF09}" type="pres">
      <dgm:prSet presAssocID="{239EC440-8EB2-4FAE-947A-C43291706261}" presName="bgRect" presStyleLbl="bgShp" presStyleIdx="2" presStyleCnt="3"/>
      <dgm:spPr/>
    </dgm:pt>
    <dgm:pt modelId="{5AA1CBCD-B5A6-417C-B98C-B7A6F5139220}" type="pres">
      <dgm:prSet presAssocID="{239EC440-8EB2-4FAE-947A-C432917062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0A1DF4D-5ABC-4443-9D4F-E8F8B4B39DE0}" type="pres">
      <dgm:prSet presAssocID="{239EC440-8EB2-4FAE-947A-C43291706261}" presName="spaceRect" presStyleCnt="0"/>
      <dgm:spPr/>
    </dgm:pt>
    <dgm:pt modelId="{776F2302-7145-450C-BDFD-6C60348EF71B}" type="pres">
      <dgm:prSet presAssocID="{239EC440-8EB2-4FAE-947A-C432917062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480C75B-B69E-4574-8359-36D470E78CA3}" srcId="{4CCB922E-2E42-4586-A543-D509CB99BF94}" destId="{239EC440-8EB2-4FAE-947A-C43291706261}" srcOrd="2" destOrd="0" parTransId="{82A16665-E968-485D-B087-9C8F1FBDC50D}" sibTransId="{7C75FD5E-C33C-4781-8CAE-0CA2DC6846B7}"/>
    <dgm:cxn modelId="{37C51C5E-BD11-4825-9C7E-41DB19F0FB63}" type="presOf" srcId="{62A3BA2A-B299-485A-91B1-B4755735576C}" destId="{20B6A812-A529-48F6-8B69-758A98C34BAB}" srcOrd="0" destOrd="0" presId="urn:microsoft.com/office/officeart/2018/2/layout/IconVerticalSolidList"/>
    <dgm:cxn modelId="{6F5C2563-E46B-4DFE-B2BB-9548D14E2422}" type="presOf" srcId="{239EC440-8EB2-4FAE-947A-C43291706261}" destId="{776F2302-7145-450C-BDFD-6C60348EF71B}" srcOrd="0" destOrd="0" presId="urn:microsoft.com/office/officeart/2018/2/layout/IconVerticalSolidList"/>
    <dgm:cxn modelId="{BB772170-1AF8-4733-9AC2-1DF18C5B5132}" type="presOf" srcId="{585DECBB-DAA3-4A42-83BC-4C985372627A}" destId="{8295C86C-5066-4D6C-88B3-A753AB2E81BB}" srcOrd="0" destOrd="0" presId="urn:microsoft.com/office/officeart/2018/2/layout/IconVerticalSolidList"/>
    <dgm:cxn modelId="{53719F9C-AB19-4837-A5BF-1A9DBDE05F1F}" srcId="{4CCB922E-2E42-4586-A543-D509CB99BF94}" destId="{62A3BA2A-B299-485A-91B1-B4755735576C}" srcOrd="1" destOrd="0" parTransId="{414B3474-5FA2-46BE-A7F9-78BF86873F18}" sibTransId="{B9CC2D7F-F431-432D-85BA-8AAF793E7BC4}"/>
    <dgm:cxn modelId="{342270AE-0CDE-4FF2-9C0D-EDE6B2B790EE}" type="presOf" srcId="{4CCB922E-2E42-4586-A543-D509CB99BF94}" destId="{9AF373CE-925E-402B-8724-D01D2A8928BB}" srcOrd="0" destOrd="0" presId="urn:microsoft.com/office/officeart/2018/2/layout/IconVerticalSolidList"/>
    <dgm:cxn modelId="{573ACCEF-0C30-4C6B-A505-C89720F0F802}" srcId="{4CCB922E-2E42-4586-A543-D509CB99BF94}" destId="{585DECBB-DAA3-4A42-83BC-4C985372627A}" srcOrd="0" destOrd="0" parTransId="{0D329793-866B-4E78-A722-3C165BAF5F5E}" sibTransId="{03FC3114-6892-47D1-930A-EDBB4C233EBC}"/>
    <dgm:cxn modelId="{B0D16A63-55A8-4861-8C45-3CD68B8C8A76}" type="presParOf" srcId="{9AF373CE-925E-402B-8724-D01D2A8928BB}" destId="{016892A7-7C93-42B8-B694-CEDF9A32E227}" srcOrd="0" destOrd="0" presId="urn:microsoft.com/office/officeart/2018/2/layout/IconVerticalSolidList"/>
    <dgm:cxn modelId="{50951DAA-5A1B-4B32-81B0-4E727C9D3F30}" type="presParOf" srcId="{016892A7-7C93-42B8-B694-CEDF9A32E227}" destId="{5C8DFE5D-AEA7-432D-A36B-DB3A71538E61}" srcOrd="0" destOrd="0" presId="urn:microsoft.com/office/officeart/2018/2/layout/IconVerticalSolidList"/>
    <dgm:cxn modelId="{4C1DE040-27AE-4DD6-B381-0E7A2C140CFA}" type="presParOf" srcId="{016892A7-7C93-42B8-B694-CEDF9A32E227}" destId="{C43616F3-5DDC-490F-87AE-53AE5C09038E}" srcOrd="1" destOrd="0" presId="urn:microsoft.com/office/officeart/2018/2/layout/IconVerticalSolidList"/>
    <dgm:cxn modelId="{BFEDB853-48F1-4BE6-99BA-2EC059D52EB8}" type="presParOf" srcId="{016892A7-7C93-42B8-B694-CEDF9A32E227}" destId="{FC4A210E-2319-423C-B0D9-EF0243AB2D4C}" srcOrd="2" destOrd="0" presId="urn:microsoft.com/office/officeart/2018/2/layout/IconVerticalSolidList"/>
    <dgm:cxn modelId="{52012755-93AF-4AB9-A210-5B4BC1EEB636}" type="presParOf" srcId="{016892A7-7C93-42B8-B694-CEDF9A32E227}" destId="{8295C86C-5066-4D6C-88B3-A753AB2E81BB}" srcOrd="3" destOrd="0" presId="urn:microsoft.com/office/officeart/2018/2/layout/IconVerticalSolidList"/>
    <dgm:cxn modelId="{CDEF75E1-2434-4C47-8F91-CA07C1113FBB}" type="presParOf" srcId="{9AF373CE-925E-402B-8724-D01D2A8928BB}" destId="{F0CE1817-12EA-4F4F-B06D-324CB25F8AE9}" srcOrd="1" destOrd="0" presId="urn:microsoft.com/office/officeart/2018/2/layout/IconVerticalSolidList"/>
    <dgm:cxn modelId="{13A1FCA3-AD6B-43F0-8BA1-E3D9DA0AC368}" type="presParOf" srcId="{9AF373CE-925E-402B-8724-D01D2A8928BB}" destId="{1A46FB44-5B30-420C-A5EA-A03E514D6CFA}" srcOrd="2" destOrd="0" presId="urn:microsoft.com/office/officeart/2018/2/layout/IconVerticalSolidList"/>
    <dgm:cxn modelId="{8DA6F8D2-2FA9-4179-900D-AD31C0A80C92}" type="presParOf" srcId="{1A46FB44-5B30-420C-A5EA-A03E514D6CFA}" destId="{A4F7A9A4-F2BA-4E01-85E3-100DD4CAB63E}" srcOrd="0" destOrd="0" presId="urn:microsoft.com/office/officeart/2018/2/layout/IconVerticalSolidList"/>
    <dgm:cxn modelId="{1666A98B-DFAD-4B6E-8956-F34976614285}" type="presParOf" srcId="{1A46FB44-5B30-420C-A5EA-A03E514D6CFA}" destId="{A146BDAD-671B-4CDA-9389-B5BAD9558AAE}" srcOrd="1" destOrd="0" presId="urn:microsoft.com/office/officeart/2018/2/layout/IconVerticalSolidList"/>
    <dgm:cxn modelId="{6D9D4545-14B5-498C-9CA2-7AF47C6EABEB}" type="presParOf" srcId="{1A46FB44-5B30-420C-A5EA-A03E514D6CFA}" destId="{12F8BC4A-C1A9-4D43-8A2C-9FC8F1E477A1}" srcOrd="2" destOrd="0" presId="urn:microsoft.com/office/officeart/2018/2/layout/IconVerticalSolidList"/>
    <dgm:cxn modelId="{08C14F80-741B-4D78-AF27-B0AB7304D62B}" type="presParOf" srcId="{1A46FB44-5B30-420C-A5EA-A03E514D6CFA}" destId="{20B6A812-A529-48F6-8B69-758A98C34BAB}" srcOrd="3" destOrd="0" presId="urn:microsoft.com/office/officeart/2018/2/layout/IconVerticalSolidList"/>
    <dgm:cxn modelId="{9AA63CB7-7F4B-4080-A97B-D8C3CDD5200D}" type="presParOf" srcId="{9AF373CE-925E-402B-8724-D01D2A8928BB}" destId="{C6A73E07-643E-4A53-8235-9FE2818E974A}" srcOrd="3" destOrd="0" presId="urn:microsoft.com/office/officeart/2018/2/layout/IconVerticalSolidList"/>
    <dgm:cxn modelId="{C6F81A85-E4DE-4A7F-AF3F-300D75B61FA4}" type="presParOf" srcId="{9AF373CE-925E-402B-8724-D01D2A8928BB}" destId="{1CCEB906-35A8-4AA0-A74C-E4C8C1158144}" srcOrd="4" destOrd="0" presId="urn:microsoft.com/office/officeart/2018/2/layout/IconVerticalSolidList"/>
    <dgm:cxn modelId="{06D57DA9-0084-4267-A284-DF05EDD24520}" type="presParOf" srcId="{1CCEB906-35A8-4AA0-A74C-E4C8C1158144}" destId="{7B5A0233-F267-4B79-9799-E6797E86BF09}" srcOrd="0" destOrd="0" presId="urn:microsoft.com/office/officeart/2018/2/layout/IconVerticalSolidList"/>
    <dgm:cxn modelId="{E1B55FF1-E132-488D-A551-690DD3876E8B}" type="presParOf" srcId="{1CCEB906-35A8-4AA0-A74C-E4C8C1158144}" destId="{5AA1CBCD-B5A6-417C-B98C-B7A6F5139220}" srcOrd="1" destOrd="0" presId="urn:microsoft.com/office/officeart/2018/2/layout/IconVerticalSolidList"/>
    <dgm:cxn modelId="{6D9CC2B3-FD97-49D4-998B-0118C9A24095}" type="presParOf" srcId="{1CCEB906-35A8-4AA0-A74C-E4C8C1158144}" destId="{20A1DF4D-5ABC-4443-9D4F-E8F8B4B39DE0}" srcOrd="2" destOrd="0" presId="urn:microsoft.com/office/officeart/2018/2/layout/IconVerticalSolidList"/>
    <dgm:cxn modelId="{4CE76FFC-2BE7-4438-88A9-4D9F26151A80}" type="presParOf" srcId="{1CCEB906-35A8-4AA0-A74C-E4C8C1158144}" destId="{776F2302-7145-450C-BDFD-6C60348EF7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93F63F-D6FD-4008-8C85-A28991863E47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BBA102-856E-4C52-B5B3-DFE330C7FBF8}">
      <dgm:prSet/>
      <dgm:spPr/>
      <dgm:t>
        <a:bodyPr/>
        <a:lstStyle/>
        <a:p>
          <a:r>
            <a:rPr lang="en-US"/>
            <a:t>Initial EDA</a:t>
          </a:r>
        </a:p>
      </dgm:t>
    </dgm:pt>
    <dgm:pt modelId="{18B475EA-2513-4030-ABD1-6B725DF0CA67}" type="parTrans" cxnId="{8097528A-1989-4EDD-8B0D-04EDC9E1548B}">
      <dgm:prSet/>
      <dgm:spPr/>
      <dgm:t>
        <a:bodyPr/>
        <a:lstStyle/>
        <a:p>
          <a:endParaRPr lang="en-US"/>
        </a:p>
      </dgm:t>
    </dgm:pt>
    <dgm:pt modelId="{09CC2FFD-A579-4629-B60C-E507F368210E}" type="sibTrans" cxnId="{8097528A-1989-4EDD-8B0D-04EDC9E1548B}">
      <dgm:prSet/>
      <dgm:spPr/>
      <dgm:t>
        <a:bodyPr/>
        <a:lstStyle/>
        <a:p>
          <a:endParaRPr lang="en-US"/>
        </a:p>
      </dgm:t>
    </dgm:pt>
    <dgm:pt modelId="{ABA1D4B3-FD5E-4EE8-8577-54C78D873690}">
      <dgm:prSet/>
      <dgm:spPr/>
      <dgm:t>
        <a:bodyPr/>
        <a:lstStyle/>
        <a:p>
          <a:r>
            <a:rPr lang="en-US"/>
            <a:t>Train/Test ratio</a:t>
          </a:r>
        </a:p>
      </dgm:t>
    </dgm:pt>
    <dgm:pt modelId="{8FB49646-7057-497F-91F1-05BC034A2A92}" type="parTrans" cxnId="{1CB3D715-6545-4A6E-9092-69D8F39B20DA}">
      <dgm:prSet/>
      <dgm:spPr/>
      <dgm:t>
        <a:bodyPr/>
        <a:lstStyle/>
        <a:p>
          <a:endParaRPr lang="en-US"/>
        </a:p>
      </dgm:t>
    </dgm:pt>
    <dgm:pt modelId="{7296BFEB-7437-4BF1-8B61-CA3F69B9AA6F}" type="sibTrans" cxnId="{1CB3D715-6545-4A6E-9092-69D8F39B20DA}">
      <dgm:prSet/>
      <dgm:spPr/>
      <dgm:t>
        <a:bodyPr/>
        <a:lstStyle/>
        <a:p>
          <a:endParaRPr lang="en-US"/>
        </a:p>
      </dgm:t>
    </dgm:pt>
    <dgm:pt modelId="{9187E205-2CC3-4DA4-BD01-70233CA86CC1}">
      <dgm:prSet/>
      <dgm:spPr/>
      <dgm:t>
        <a:bodyPr/>
        <a:lstStyle/>
        <a:p>
          <a:r>
            <a:rPr lang="en-US"/>
            <a:t>Max FEAT1 length</a:t>
          </a:r>
        </a:p>
      </dgm:t>
    </dgm:pt>
    <dgm:pt modelId="{B2AF7DA4-190F-47F5-B6C4-BBB62CB5B2E9}" type="parTrans" cxnId="{06F2DC3F-03C1-41D8-B251-869E0C4A2BA9}">
      <dgm:prSet/>
      <dgm:spPr/>
      <dgm:t>
        <a:bodyPr/>
        <a:lstStyle/>
        <a:p>
          <a:endParaRPr lang="en-US"/>
        </a:p>
      </dgm:t>
    </dgm:pt>
    <dgm:pt modelId="{0251E890-069C-432E-B9D2-2AEB41DEA631}" type="sibTrans" cxnId="{06F2DC3F-03C1-41D8-B251-869E0C4A2BA9}">
      <dgm:prSet/>
      <dgm:spPr/>
      <dgm:t>
        <a:bodyPr/>
        <a:lstStyle/>
        <a:p>
          <a:endParaRPr lang="en-US"/>
        </a:p>
      </dgm:t>
    </dgm:pt>
    <dgm:pt modelId="{1E5873F7-58B9-46F5-B88B-76A35F3E9A01}">
      <dgm:prSet/>
      <dgm:spPr/>
      <dgm:t>
        <a:bodyPr/>
        <a:lstStyle/>
        <a:p>
          <a:r>
            <a:rPr lang="en-US" dirty="0"/>
            <a:t>Data pre-processing</a:t>
          </a:r>
        </a:p>
      </dgm:t>
    </dgm:pt>
    <dgm:pt modelId="{796D5A82-4527-408D-9340-7D69DE6BA539}" type="parTrans" cxnId="{1B7EB8F5-CC87-4699-9E94-CE0BD4A4289A}">
      <dgm:prSet/>
      <dgm:spPr/>
      <dgm:t>
        <a:bodyPr/>
        <a:lstStyle/>
        <a:p>
          <a:endParaRPr lang="en-US"/>
        </a:p>
      </dgm:t>
    </dgm:pt>
    <dgm:pt modelId="{46C2B71A-22E6-474B-B16A-F4BC89A163CF}" type="sibTrans" cxnId="{1B7EB8F5-CC87-4699-9E94-CE0BD4A4289A}">
      <dgm:prSet/>
      <dgm:spPr/>
      <dgm:t>
        <a:bodyPr/>
        <a:lstStyle/>
        <a:p>
          <a:endParaRPr lang="en-US"/>
        </a:p>
      </dgm:t>
    </dgm:pt>
    <dgm:pt modelId="{CDB9C20E-C609-4989-8601-C69F00EE3FBF}">
      <dgm:prSet/>
      <dgm:spPr/>
      <dgm:t>
        <a:bodyPr/>
        <a:lstStyle/>
        <a:p>
          <a:r>
            <a:rPr lang="en-US" dirty="0"/>
            <a:t>Creating Target column</a:t>
          </a:r>
        </a:p>
      </dgm:t>
    </dgm:pt>
    <dgm:pt modelId="{F4BFE18C-94E4-46D9-B25C-52155D1C838D}" type="parTrans" cxnId="{7D1CA553-FF08-4326-B708-7AB072B5CB74}">
      <dgm:prSet/>
      <dgm:spPr/>
      <dgm:t>
        <a:bodyPr/>
        <a:lstStyle/>
        <a:p>
          <a:endParaRPr lang="en-US"/>
        </a:p>
      </dgm:t>
    </dgm:pt>
    <dgm:pt modelId="{38D2BAD4-7013-4AC0-8A1C-79866D685C08}" type="sibTrans" cxnId="{7D1CA553-FF08-4326-B708-7AB072B5CB74}">
      <dgm:prSet/>
      <dgm:spPr/>
      <dgm:t>
        <a:bodyPr/>
        <a:lstStyle/>
        <a:p>
          <a:endParaRPr lang="en-US"/>
        </a:p>
      </dgm:t>
    </dgm:pt>
    <dgm:pt modelId="{CB75038E-BDF5-49C5-9FCB-7A6A307DC3FA}">
      <dgm:prSet/>
      <dgm:spPr/>
      <dgm:t>
        <a:bodyPr/>
        <a:lstStyle/>
        <a:p>
          <a:r>
            <a:rPr lang="en-US"/>
            <a:t>Train/Test split</a:t>
          </a:r>
        </a:p>
      </dgm:t>
    </dgm:pt>
    <dgm:pt modelId="{A22ED4B8-DA11-4FCB-88D2-179BD53503A9}" type="parTrans" cxnId="{CA3828F1-B70E-4269-B375-AA17B224A3FB}">
      <dgm:prSet/>
      <dgm:spPr/>
      <dgm:t>
        <a:bodyPr/>
        <a:lstStyle/>
        <a:p>
          <a:endParaRPr lang="en-US"/>
        </a:p>
      </dgm:t>
    </dgm:pt>
    <dgm:pt modelId="{4871CE01-7207-4AC3-8BF2-B629429926C0}" type="sibTrans" cxnId="{CA3828F1-B70E-4269-B375-AA17B224A3FB}">
      <dgm:prSet/>
      <dgm:spPr/>
      <dgm:t>
        <a:bodyPr/>
        <a:lstStyle/>
        <a:p>
          <a:endParaRPr lang="en-US"/>
        </a:p>
      </dgm:t>
    </dgm:pt>
    <dgm:pt modelId="{60694E36-8E13-4D30-AA97-7811312D64B4}">
      <dgm:prSet/>
      <dgm:spPr/>
      <dgm:t>
        <a:bodyPr/>
        <a:lstStyle/>
        <a:p>
          <a:r>
            <a:rPr lang="en-US" dirty="0"/>
            <a:t>Removed classes with count &lt; 5</a:t>
          </a:r>
        </a:p>
      </dgm:t>
    </dgm:pt>
    <dgm:pt modelId="{8F8418AA-F1F8-46DA-8F3F-B335315C74CF}" type="parTrans" cxnId="{706F9ADC-ECFA-4F75-9FB7-BEC6C13B3043}">
      <dgm:prSet/>
      <dgm:spPr/>
      <dgm:t>
        <a:bodyPr/>
        <a:lstStyle/>
        <a:p>
          <a:endParaRPr lang="en-US"/>
        </a:p>
      </dgm:t>
    </dgm:pt>
    <dgm:pt modelId="{848FB213-61E7-4E45-9C06-8B34CEEB1E83}" type="sibTrans" cxnId="{706F9ADC-ECFA-4F75-9FB7-BEC6C13B3043}">
      <dgm:prSet/>
      <dgm:spPr/>
      <dgm:t>
        <a:bodyPr/>
        <a:lstStyle/>
        <a:p>
          <a:endParaRPr lang="en-US"/>
        </a:p>
      </dgm:t>
    </dgm:pt>
    <dgm:pt modelId="{98D701A0-B0C6-4B0D-AC68-BAF2E589B8B9}">
      <dgm:prSet/>
      <dgm:spPr/>
      <dgm:t>
        <a:bodyPr/>
        <a:lstStyle/>
        <a:p>
          <a:r>
            <a:rPr lang="en-US"/>
            <a:t>Fitting ML models</a:t>
          </a:r>
        </a:p>
      </dgm:t>
    </dgm:pt>
    <dgm:pt modelId="{E204AF05-925D-4F2B-BCBA-90D17CF98853}" type="parTrans" cxnId="{635638AE-5C28-4237-81F6-F770192BCAEF}">
      <dgm:prSet/>
      <dgm:spPr/>
      <dgm:t>
        <a:bodyPr/>
        <a:lstStyle/>
        <a:p>
          <a:endParaRPr lang="en-US"/>
        </a:p>
      </dgm:t>
    </dgm:pt>
    <dgm:pt modelId="{EA1C3C72-3592-4292-AC78-239158EF860C}" type="sibTrans" cxnId="{635638AE-5C28-4237-81F6-F770192BCAEF}">
      <dgm:prSet/>
      <dgm:spPr/>
      <dgm:t>
        <a:bodyPr/>
        <a:lstStyle/>
        <a:p>
          <a:endParaRPr lang="en-US"/>
        </a:p>
      </dgm:t>
    </dgm:pt>
    <dgm:pt modelId="{2A10613D-5B6E-4C7E-B354-268607869383}">
      <dgm:prSet/>
      <dgm:spPr/>
      <dgm:t>
        <a:bodyPr/>
        <a:lstStyle/>
        <a:p>
          <a:r>
            <a:rPr lang="en-US" dirty="0"/>
            <a:t>Multinomial NB</a:t>
          </a:r>
        </a:p>
      </dgm:t>
    </dgm:pt>
    <dgm:pt modelId="{25B09194-B47D-4234-B9D2-FC6F4AB022B9}" type="parTrans" cxnId="{E8873EC8-15BD-4C38-BCA8-5470B4441693}">
      <dgm:prSet/>
      <dgm:spPr/>
      <dgm:t>
        <a:bodyPr/>
        <a:lstStyle/>
        <a:p>
          <a:endParaRPr lang="en-US"/>
        </a:p>
      </dgm:t>
    </dgm:pt>
    <dgm:pt modelId="{DF2CE68B-8EAB-4B90-872E-F537CD34F70C}" type="sibTrans" cxnId="{E8873EC8-15BD-4C38-BCA8-5470B4441693}">
      <dgm:prSet/>
      <dgm:spPr/>
      <dgm:t>
        <a:bodyPr/>
        <a:lstStyle/>
        <a:p>
          <a:endParaRPr lang="en-US"/>
        </a:p>
      </dgm:t>
    </dgm:pt>
    <dgm:pt modelId="{992C1CC8-45E3-46EB-94C2-873DD623D92F}">
      <dgm:prSet/>
      <dgm:spPr/>
      <dgm:t>
        <a:bodyPr/>
        <a:lstStyle/>
        <a:p>
          <a:r>
            <a:rPr lang="en-US" dirty="0"/>
            <a:t>Random forest</a:t>
          </a:r>
        </a:p>
      </dgm:t>
    </dgm:pt>
    <dgm:pt modelId="{A74B81B9-CB37-43E3-94D2-D4E0DC5D6FD4}" type="parTrans" cxnId="{7BB08004-22DE-4D58-A0DB-512C9269C3CE}">
      <dgm:prSet/>
      <dgm:spPr/>
      <dgm:t>
        <a:bodyPr/>
        <a:lstStyle/>
        <a:p>
          <a:endParaRPr lang="en-US"/>
        </a:p>
      </dgm:t>
    </dgm:pt>
    <dgm:pt modelId="{1107B874-D5B5-467B-AE76-CD8DCCB7CACD}" type="sibTrans" cxnId="{7BB08004-22DE-4D58-A0DB-512C9269C3CE}">
      <dgm:prSet/>
      <dgm:spPr/>
      <dgm:t>
        <a:bodyPr/>
        <a:lstStyle/>
        <a:p>
          <a:endParaRPr lang="en-US"/>
        </a:p>
      </dgm:t>
    </dgm:pt>
    <dgm:pt modelId="{3D9C1AA3-9269-4123-A3A6-202D7A12D061}">
      <dgm:prSet/>
      <dgm:spPr/>
      <dgm:t>
        <a:bodyPr/>
        <a:lstStyle/>
        <a:p>
          <a:r>
            <a:rPr lang="en-US" dirty="0"/>
            <a:t>Logistic Regression</a:t>
          </a:r>
        </a:p>
      </dgm:t>
    </dgm:pt>
    <dgm:pt modelId="{97701449-8FE1-4DAB-8ED5-30DBF20770A6}" type="parTrans" cxnId="{A1CCF8B8-39F8-4A2D-BC07-07DC52EF1B62}">
      <dgm:prSet/>
      <dgm:spPr/>
      <dgm:t>
        <a:bodyPr/>
        <a:lstStyle/>
        <a:p>
          <a:endParaRPr lang="en-US"/>
        </a:p>
      </dgm:t>
    </dgm:pt>
    <dgm:pt modelId="{5BF7518C-928F-4B6D-9C60-9CA5DA808931}" type="sibTrans" cxnId="{A1CCF8B8-39F8-4A2D-BC07-07DC52EF1B62}">
      <dgm:prSet/>
      <dgm:spPr/>
      <dgm:t>
        <a:bodyPr/>
        <a:lstStyle/>
        <a:p>
          <a:endParaRPr lang="en-US"/>
        </a:p>
      </dgm:t>
    </dgm:pt>
    <dgm:pt modelId="{EF1685A8-4E49-4A95-BB96-16558D9E23E1}">
      <dgm:prSet/>
      <dgm:spPr/>
      <dgm:t>
        <a:bodyPr/>
        <a:lstStyle/>
        <a:p>
          <a:r>
            <a:rPr lang="en-US" dirty="0"/>
            <a:t>KNN</a:t>
          </a:r>
        </a:p>
      </dgm:t>
    </dgm:pt>
    <dgm:pt modelId="{C9246415-D1FF-4960-83F8-91E4AFE786B2}" type="parTrans" cxnId="{A6A0D89E-9E44-478F-B3CF-A25299F61052}">
      <dgm:prSet/>
      <dgm:spPr/>
      <dgm:t>
        <a:bodyPr/>
        <a:lstStyle/>
        <a:p>
          <a:endParaRPr lang="en-US"/>
        </a:p>
      </dgm:t>
    </dgm:pt>
    <dgm:pt modelId="{6BD84A31-E72A-4D04-8FD0-BAF56B1BA6F4}" type="sibTrans" cxnId="{A6A0D89E-9E44-478F-B3CF-A25299F61052}">
      <dgm:prSet/>
      <dgm:spPr/>
      <dgm:t>
        <a:bodyPr/>
        <a:lstStyle/>
        <a:p>
          <a:endParaRPr lang="en-US"/>
        </a:p>
      </dgm:t>
    </dgm:pt>
    <dgm:pt modelId="{3BFC2310-F05D-4DDB-9AC3-C5DA6F082E0F}">
      <dgm:prSet/>
      <dgm:spPr/>
      <dgm:t>
        <a:bodyPr/>
        <a:lstStyle/>
        <a:p>
          <a:r>
            <a:rPr lang="en-US" dirty="0"/>
            <a:t>Hyperparameter tuning for RF</a:t>
          </a:r>
        </a:p>
      </dgm:t>
    </dgm:pt>
    <dgm:pt modelId="{EDCDFEDF-5EFB-4663-9C63-FFD1E0629DB1}" type="parTrans" cxnId="{889C5273-2547-409B-8A4B-ED2853ECFAA2}">
      <dgm:prSet/>
      <dgm:spPr/>
      <dgm:t>
        <a:bodyPr/>
        <a:lstStyle/>
        <a:p>
          <a:endParaRPr lang="en-US"/>
        </a:p>
      </dgm:t>
    </dgm:pt>
    <dgm:pt modelId="{E1121714-9525-44CB-A591-6EDA32E2CB74}" type="sibTrans" cxnId="{889C5273-2547-409B-8A4B-ED2853ECFAA2}">
      <dgm:prSet/>
      <dgm:spPr/>
      <dgm:t>
        <a:bodyPr/>
        <a:lstStyle/>
        <a:p>
          <a:endParaRPr lang="en-US"/>
        </a:p>
      </dgm:t>
    </dgm:pt>
    <dgm:pt modelId="{AFB0A406-D0C2-414C-A46A-7231FDE6CBA8}">
      <dgm:prSet/>
      <dgm:spPr/>
      <dgm:t>
        <a:bodyPr/>
        <a:lstStyle/>
        <a:p>
          <a:r>
            <a:rPr lang="en-US" dirty="0" err="1"/>
            <a:t>N_estimators</a:t>
          </a:r>
          <a:r>
            <a:rPr lang="en-US" dirty="0"/>
            <a:t>= 150</a:t>
          </a:r>
        </a:p>
      </dgm:t>
    </dgm:pt>
    <dgm:pt modelId="{1DB5A82A-805B-49C7-9D83-0E57F9F3554E}" type="parTrans" cxnId="{B6BC19D2-4D01-471B-B059-D42C33DE9E96}">
      <dgm:prSet/>
      <dgm:spPr/>
      <dgm:t>
        <a:bodyPr/>
        <a:lstStyle/>
        <a:p>
          <a:endParaRPr lang="en-US"/>
        </a:p>
      </dgm:t>
    </dgm:pt>
    <dgm:pt modelId="{B28619FA-8A14-456B-B827-AC04AF624E56}" type="sibTrans" cxnId="{B6BC19D2-4D01-471B-B059-D42C33DE9E96}">
      <dgm:prSet/>
      <dgm:spPr/>
      <dgm:t>
        <a:bodyPr/>
        <a:lstStyle/>
        <a:p>
          <a:endParaRPr lang="en-US"/>
        </a:p>
      </dgm:t>
    </dgm:pt>
    <dgm:pt modelId="{9C32B80B-9A4C-4841-B2A0-1EFC7F2BB6B8}">
      <dgm:prSet/>
      <dgm:spPr/>
      <dgm:t>
        <a:bodyPr/>
        <a:lstStyle/>
        <a:p>
          <a:r>
            <a:rPr lang="en-US" dirty="0" err="1"/>
            <a:t>Class_weight</a:t>
          </a:r>
          <a:r>
            <a:rPr lang="en-US" dirty="0"/>
            <a:t> = balanced</a:t>
          </a:r>
        </a:p>
      </dgm:t>
    </dgm:pt>
    <dgm:pt modelId="{9BD5A376-07EF-40A4-955C-6F20EC6C4010}" type="parTrans" cxnId="{071EFD04-5168-4FB9-AFF6-8B4C9841FF80}">
      <dgm:prSet/>
      <dgm:spPr/>
      <dgm:t>
        <a:bodyPr/>
        <a:lstStyle/>
        <a:p>
          <a:endParaRPr lang="en-US"/>
        </a:p>
      </dgm:t>
    </dgm:pt>
    <dgm:pt modelId="{D1D71BCD-BA85-45F1-9846-8E49D1F85300}" type="sibTrans" cxnId="{071EFD04-5168-4FB9-AFF6-8B4C9841FF80}">
      <dgm:prSet/>
      <dgm:spPr/>
      <dgm:t>
        <a:bodyPr/>
        <a:lstStyle/>
        <a:p>
          <a:endParaRPr lang="en-US"/>
        </a:p>
      </dgm:t>
    </dgm:pt>
    <dgm:pt modelId="{FB2DA4B6-9BE8-43FA-8792-54E9210E2A0A}">
      <dgm:prSet/>
      <dgm:spPr/>
      <dgm:t>
        <a:bodyPr/>
        <a:lstStyle/>
        <a:p>
          <a:r>
            <a:rPr lang="en-US" dirty="0"/>
            <a:t>Vectorizer = </a:t>
          </a:r>
          <a:r>
            <a:rPr lang="en-US" dirty="0" err="1"/>
            <a:t>CountVectorizer</a:t>
          </a:r>
          <a:endParaRPr lang="en-US" dirty="0"/>
        </a:p>
      </dgm:t>
    </dgm:pt>
    <dgm:pt modelId="{5D18028C-50FA-4B25-8A44-AF0024BB29C6}" type="parTrans" cxnId="{28DF9AE7-3B5E-43FB-BFCE-BC8289A8EA9B}">
      <dgm:prSet/>
      <dgm:spPr/>
      <dgm:t>
        <a:bodyPr/>
        <a:lstStyle/>
        <a:p>
          <a:endParaRPr lang="en-US"/>
        </a:p>
      </dgm:t>
    </dgm:pt>
    <dgm:pt modelId="{194D927C-90DD-4E1B-8898-06D949E261E0}" type="sibTrans" cxnId="{28DF9AE7-3B5E-43FB-BFCE-BC8289A8EA9B}">
      <dgm:prSet/>
      <dgm:spPr/>
      <dgm:t>
        <a:bodyPr/>
        <a:lstStyle/>
        <a:p>
          <a:endParaRPr lang="en-US"/>
        </a:p>
      </dgm:t>
    </dgm:pt>
    <dgm:pt modelId="{2953B11E-CD3E-4AD8-A287-28DBFD344168}">
      <dgm:prSet/>
      <dgm:spPr/>
      <dgm:t>
        <a:bodyPr/>
        <a:lstStyle/>
        <a:p>
          <a:r>
            <a:rPr lang="en-US" dirty="0" err="1"/>
            <a:t>Min_df</a:t>
          </a:r>
          <a:r>
            <a:rPr lang="en-US" dirty="0"/>
            <a:t> = 10</a:t>
          </a:r>
        </a:p>
      </dgm:t>
    </dgm:pt>
    <dgm:pt modelId="{02552B11-1B74-4C77-B390-5C5BA965D084}" type="parTrans" cxnId="{125D4D77-ED96-426B-BDF8-30A3708861F4}">
      <dgm:prSet/>
      <dgm:spPr/>
      <dgm:t>
        <a:bodyPr/>
        <a:lstStyle/>
        <a:p>
          <a:endParaRPr lang="en-US"/>
        </a:p>
      </dgm:t>
    </dgm:pt>
    <dgm:pt modelId="{824CA7C7-1410-493C-9477-270C34DB825C}" type="sibTrans" cxnId="{125D4D77-ED96-426B-BDF8-30A3708861F4}">
      <dgm:prSet/>
      <dgm:spPr/>
      <dgm:t>
        <a:bodyPr/>
        <a:lstStyle/>
        <a:p>
          <a:endParaRPr lang="en-US"/>
        </a:p>
      </dgm:t>
    </dgm:pt>
    <dgm:pt modelId="{D0CF871F-51C7-4886-957D-1570ECB86CA6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Accuracy = 0.9899</a:t>
          </a:r>
        </a:p>
      </dgm:t>
    </dgm:pt>
    <dgm:pt modelId="{AE3E0B05-A1E5-4C0B-BE12-371FA6EE9A85}" type="parTrans" cxnId="{BBF5951F-EB4B-4461-8378-69457B0C1B21}">
      <dgm:prSet/>
      <dgm:spPr/>
      <dgm:t>
        <a:bodyPr/>
        <a:lstStyle/>
        <a:p>
          <a:endParaRPr lang="en-US"/>
        </a:p>
      </dgm:t>
    </dgm:pt>
    <dgm:pt modelId="{F1DFC365-4999-4A38-83F9-35D2BB15E9A8}" type="sibTrans" cxnId="{BBF5951F-EB4B-4461-8378-69457B0C1B21}">
      <dgm:prSet/>
      <dgm:spPr/>
      <dgm:t>
        <a:bodyPr/>
        <a:lstStyle/>
        <a:p>
          <a:endParaRPr lang="en-US"/>
        </a:p>
      </dgm:t>
    </dgm:pt>
    <dgm:pt modelId="{C6EBA1A4-0882-437D-BB6C-27F402D81136}">
      <dgm:prSet/>
      <dgm:spPr/>
      <dgm:t>
        <a:bodyPr/>
        <a:lstStyle/>
        <a:p>
          <a:r>
            <a:rPr lang="en-US" dirty="0"/>
            <a:t>SVM</a:t>
          </a:r>
        </a:p>
      </dgm:t>
    </dgm:pt>
    <dgm:pt modelId="{EC9E7E72-2B4C-4A77-B4D0-C4619EF28BE2}" type="sibTrans" cxnId="{E2A56E86-F7A3-4D52-A44B-A7FB85030677}">
      <dgm:prSet/>
      <dgm:spPr/>
      <dgm:t>
        <a:bodyPr/>
        <a:lstStyle/>
        <a:p>
          <a:endParaRPr lang="en-US"/>
        </a:p>
      </dgm:t>
    </dgm:pt>
    <dgm:pt modelId="{6327765B-F37F-4951-9ABF-B474243DEEFA}" type="parTrans" cxnId="{E2A56E86-F7A3-4D52-A44B-A7FB85030677}">
      <dgm:prSet/>
      <dgm:spPr/>
      <dgm:t>
        <a:bodyPr/>
        <a:lstStyle/>
        <a:p>
          <a:endParaRPr lang="en-US"/>
        </a:p>
      </dgm:t>
    </dgm:pt>
    <dgm:pt modelId="{F99BB1E8-509D-4E14-B523-C54EAA143830}" type="pres">
      <dgm:prSet presAssocID="{AA93F63F-D6FD-4008-8C85-A28991863E47}" presName="theList" presStyleCnt="0">
        <dgm:presLayoutVars>
          <dgm:dir/>
          <dgm:animLvl val="lvl"/>
          <dgm:resizeHandles val="exact"/>
        </dgm:presLayoutVars>
      </dgm:prSet>
      <dgm:spPr/>
    </dgm:pt>
    <dgm:pt modelId="{858CB03B-E424-476F-8813-67B881CAFDAD}" type="pres">
      <dgm:prSet presAssocID="{A6BBA102-856E-4C52-B5B3-DFE330C7FBF8}" presName="compNode" presStyleCnt="0"/>
      <dgm:spPr/>
    </dgm:pt>
    <dgm:pt modelId="{8AB094C2-4C59-4747-9BFD-05377291A09E}" type="pres">
      <dgm:prSet presAssocID="{A6BBA102-856E-4C52-B5B3-DFE330C7FBF8}" presName="aNode" presStyleLbl="bgShp" presStyleIdx="0" presStyleCnt="4"/>
      <dgm:spPr/>
    </dgm:pt>
    <dgm:pt modelId="{D6BFA7A7-3612-4E3E-A428-FDA5A0843439}" type="pres">
      <dgm:prSet presAssocID="{A6BBA102-856E-4C52-B5B3-DFE330C7FBF8}" presName="textNode" presStyleLbl="bgShp" presStyleIdx="0" presStyleCnt="4"/>
      <dgm:spPr/>
    </dgm:pt>
    <dgm:pt modelId="{FFAACE3F-A99F-4AC7-9058-CC2EE39DCD46}" type="pres">
      <dgm:prSet presAssocID="{A6BBA102-856E-4C52-B5B3-DFE330C7FBF8}" presName="compChildNode" presStyleCnt="0"/>
      <dgm:spPr/>
    </dgm:pt>
    <dgm:pt modelId="{009FA181-8562-465E-A1BA-F22E317C54F9}" type="pres">
      <dgm:prSet presAssocID="{A6BBA102-856E-4C52-B5B3-DFE330C7FBF8}" presName="theInnerList" presStyleCnt="0"/>
      <dgm:spPr/>
    </dgm:pt>
    <dgm:pt modelId="{21B599BD-8068-4390-A854-F8562B2E5F10}" type="pres">
      <dgm:prSet presAssocID="{ABA1D4B3-FD5E-4EE8-8577-54C78D873690}" presName="childNode" presStyleLbl="node1" presStyleIdx="0" presStyleCnt="15">
        <dgm:presLayoutVars>
          <dgm:bulletEnabled val="1"/>
        </dgm:presLayoutVars>
      </dgm:prSet>
      <dgm:spPr/>
    </dgm:pt>
    <dgm:pt modelId="{8B60AF61-9693-47C1-98FF-CD65E738ECAB}" type="pres">
      <dgm:prSet presAssocID="{ABA1D4B3-FD5E-4EE8-8577-54C78D873690}" presName="aSpace2" presStyleCnt="0"/>
      <dgm:spPr/>
    </dgm:pt>
    <dgm:pt modelId="{5F49CB84-433E-4EB9-8E77-32C575B8E5EA}" type="pres">
      <dgm:prSet presAssocID="{9187E205-2CC3-4DA4-BD01-70233CA86CC1}" presName="childNode" presStyleLbl="node1" presStyleIdx="1" presStyleCnt="15">
        <dgm:presLayoutVars>
          <dgm:bulletEnabled val="1"/>
        </dgm:presLayoutVars>
      </dgm:prSet>
      <dgm:spPr/>
    </dgm:pt>
    <dgm:pt modelId="{975EB04F-AC71-413D-9041-DEC6A8F369F7}" type="pres">
      <dgm:prSet presAssocID="{A6BBA102-856E-4C52-B5B3-DFE330C7FBF8}" presName="aSpace" presStyleCnt="0"/>
      <dgm:spPr/>
    </dgm:pt>
    <dgm:pt modelId="{0FB6E06B-BE0E-4D74-860A-39D7478A52CB}" type="pres">
      <dgm:prSet presAssocID="{1E5873F7-58B9-46F5-B88B-76A35F3E9A01}" presName="compNode" presStyleCnt="0"/>
      <dgm:spPr/>
    </dgm:pt>
    <dgm:pt modelId="{51F2A8B5-B338-433E-AAAC-6AB2660D0F2F}" type="pres">
      <dgm:prSet presAssocID="{1E5873F7-58B9-46F5-B88B-76A35F3E9A01}" presName="aNode" presStyleLbl="bgShp" presStyleIdx="1" presStyleCnt="4"/>
      <dgm:spPr/>
    </dgm:pt>
    <dgm:pt modelId="{968F44AF-3A0B-4FEE-B050-DF56CEC8D00D}" type="pres">
      <dgm:prSet presAssocID="{1E5873F7-58B9-46F5-B88B-76A35F3E9A01}" presName="textNode" presStyleLbl="bgShp" presStyleIdx="1" presStyleCnt="4"/>
      <dgm:spPr/>
    </dgm:pt>
    <dgm:pt modelId="{70F2B089-B330-481E-8D86-F6703E2CC8E8}" type="pres">
      <dgm:prSet presAssocID="{1E5873F7-58B9-46F5-B88B-76A35F3E9A01}" presName="compChildNode" presStyleCnt="0"/>
      <dgm:spPr/>
    </dgm:pt>
    <dgm:pt modelId="{7AD1D3A7-03E4-47D6-8BFC-2DE80DEFDA78}" type="pres">
      <dgm:prSet presAssocID="{1E5873F7-58B9-46F5-B88B-76A35F3E9A01}" presName="theInnerList" presStyleCnt="0"/>
      <dgm:spPr/>
    </dgm:pt>
    <dgm:pt modelId="{F9A4C0A2-1CD8-4374-B43A-FCEF5B5A4A5C}" type="pres">
      <dgm:prSet presAssocID="{CDB9C20E-C609-4989-8601-C69F00EE3FBF}" presName="childNode" presStyleLbl="node1" presStyleIdx="2" presStyleCnt="15">
        <dgm:presLayoutVars>
          <dgm:bulletEnabled val="1"/>
        </dgm:presLayoutVars>
      </dgm:prSet>
      <dgm:spPr/>
    </dgm:pt>
    <dgm:pt modelId="{41FA6459-0985-49F0-986B-86A38C9E2B3F}" type="pres">
      <dgm:prSet presAssocID="{CDB9C20E-C609-4989-8601-C69F00EE3FBF}" presName="aSpace2" presStyleCnt="0"/>
      <dgm:spPr/>
    </dgm:pt>
    <dgm:pt modelId="{FA6E0A15-B24B-4DD9-BB6B-1CC2BD5B680D}" type="pres">
      <dgm:prSet presAssocID="{CB75038E-BDF5-49C5-9FCB-7A6A307DC3FA}" presName="childNode" presStyleLbl="node1" presStyleIdx="3" presStyleCnt="15">
        <dgm:presLayoutVars>
          <dgm:bulletEnabled val="1"/>
        </dgm:presLayoutVars>
      </dgm:prSet>
      <dgm:spPr/>
    </dgm:pt>
    <dgm:pt modelId="{469BAAF2-78A4-4855-A6CF-95F943432456}" type="pres">
      <dgm:prSet presAssocID="{CB75038E-BDF5-49C5-9FCB-7A6A307DC3FA}" presName="aSpace2" presStyleCnt="0"/>
      <dgm:spPr/>
    </dgm:pt>
    <dgm:pt modelId="{59B63E67-4F5A-4050-A2DA-637D0C1EB1C0}" type="pres">
      <dgm:prSet presAssocID="{60694E36-8E13-4D30-AA97-7811312D64B4}" presName="childNode" presStyleLbl="node1" presStyleIdx="4" presStyleCnt="15">
        <dgm:presLayoutVars>
          <dgm:bulletEnabled val="1"/>
        </dgm:presLayoutVars>
      </dgm:prSet>
      <dgm:spPr/>
    </dgm:pt>
    <dgm:pt modelId="{0C7BEC07-277E-4D7C-9047-3D9B19A11F3B}" type="pres">
      <dgm:prSet presAssocID="{1E5873F7-58B9-46F5-B88B-76A35F3E9A01}" presName="aSpace" presStyleCnt="0"/>
      <dgm:spPr/>
    </dgm:pt>
    <dgm:pt modelId="{2B493ED3-706D-482F-8AEE-0AA68161F7BF}" type="pres">
      <dgm:prSet presAssocID="{98D701A0-B0C6-4B0D-AC68-BAF2E589B8B9}" presName="compNode" presStyleCnt="0"/>
      <dgm:spPr/>
    </dgm:pt>
    <dgm:pt modelId="{1C93AE6F-46DB-4E4E-8034-BDBAB0AFD626}" type="pres">
      <dgm:prSet presAssocID="{98D701A0-B0C6-4B0D-AC68-BAF2E589B8B9}" presName="aNode" presStyleLbl="bgShp" presStyleIdx="2" presStyleCnt="4"/>
      <dgm:spPr/>
    </dgm:pt>
    <dgm:pt modelId="{11352939-BF78-4DE9-872F-97C7F2EF0A0E}" type="pres">
      <dgm:prSet presAssocID="{98D701A0-B0C6-4B0D-AC68-BAF2E589B8B9}" presName="textNode" presStyleLbl="bgShp" presStyleIdx="2" presStyleCnt="4"/>
      <dgm:spPr/>
    </dgm:pt>
    <dgm:pt modelId="{4F10ED2A-D04F-4A45-B50F-3B8C828A0271}" type="pres">
      <dgm:prSet presAssocID="{98D701A0-B0C6-4B0D-AC68-BAF2E589B8B9}" presName="compChildNode" presStyleCnt="0"/>
      <dgm:spPr/>
    </dgm:pt>
    <dgm:pt modelId="{DB591D34-3F8A-46EA-A24E-8943706C411D}" type="pres">
      <dgm:prSet presAssocID="{98D701A0-B0C6-4B0D-AC68-BAF2E589B8B9}" presName="theInnerList" presStyleCnt="0"/>
      <dgm:spPr/>
    </dgm:pt>
    <dgm:pt modelId="{8FB7C03C-7F81-434B-995F-BC6E40DE3D89}" type="pres">
      <dgm:prSet presAssocID="{2A10613D-5B6E-4C7E-B354-268607869383}" presName="childNode" presStyleLbl="node1" presStyleIdx="5" presStyleCnt="15">
        <dgm:presLayoutVars>
          <dgm:bulletEnabled val="1"/>
        </dgm:presLayoutVars>
      </dgm:prSet>
      <dgm:spPr/>
    </dgm:pt>
    <dgm:pt modelId="{20820AD5-133E-4F86-8DDF-AD5BC9544897}" type="pres">
      <dgm:prSet presAssocID="{2A10613D-5B6E-4C7E-B354-268607869383}" presName="aSpace2" presStyleCnt="0"/>
      <dgm:spPr/>
    </dgm:pt>
    <dgm:pt modelId="{98263B84-2449-4C56-9FB7-5C60FE3A437E}" type="pres">
      <dgm:prSet presAssocID="{992C1CC8-45E3-46EB-94C2-873DD623D92F}" presName="childNode" presStyleLbl="node1" presStyleIdx="6" presStyleCnt="15">
        <dgm:presLayoutVars>
          <dgm:bulletEnabled val="1"/>
        </dgm:presLayoutVars>
      </dgm:prSet>
      <dgm:spPr/>
    </dgm:pt>
    <dgm:pt modelId="{27A13F77-EA19-4CC7-B08D-49887804F09D}" type="pres">
      <dgm:prSet presAssocID="{992C1CC8-45E3-46EB-94C2-873DD623D92F}" presName="aSpace2" presStyleCnt="0"/>
      <dgm:spPr/>
    </dgm:pt>
    <dgm:pt modelId="{5046C787-99E9-4150-9227-3EC21E33CE51}" type="pres">
      <dgm:prSet presAssocID="{C6EBA1A4-0882-437D-BB6C-27F402D81136}" presName="childNode" presStyleLbl="node1" presStyleIdx="7" presStyleCnt="15">
        <dgm:presLayoutVars>
          <dgm:bulletEnabled val="1"/>
        </dgm:presLayoutVars>
      </dgm:prSet>
      <dgm:spPr/>
    </dgm:pt>
    <dgm:pt modelId="{DAA6A701-09EA-438F-BA20-6EB10A427C82}" type="pres">
      <dgm:prSet presAssocID="{C6EBA1A4-0882-437D-BB6C-27F402D81136}" presName="aSpace2" presStyleCnt="0"/>
      <dgm:spPr/>
    </dgm:pt>
    <dgm:pt modelId="{CD78EF53-1343-4259-9E30-87FE24791973}" type="pres">
      <dgm:prSet presAssocID="{3D9C1AA3-9269-4123-A3A6-202D7A12D061}" presName="childNode" presStyleLbl="node1" presStyleIdx="8" presStyleCnt="15">
        <dgm:presLayoutVars>
          <dgm:bulletEnabled val="1"/>
        </dgm:presLayoutVars>
      </dgm:prSet>
      <dgm:spPr/>
    </dgm:pt>
    <dgm:pt modelId="{BA83210E-BD8C-4655-8F68-EE9C804DEA64}" type="pres">
      <dgm:prSet presAssocID="{3D9C1AA3-9269-4123-A3A6-202D7A12D061}" presName="aSpace2" presStyleCnt="0"/>
      <dgm:spPr/>
    </dgm:pt>
    <dgm:pt modelId="{DBF1F7E2-D283-451B-BCB3-6D58F525D6A8}" type="pres">
      <dgm:prSet presAssocID="{EF1685A8-4E49-4A95-BB96-16558D9E23E1}" presName="childNode" presStyleLbl="node1" presStyleIdx="9" presStyleCnt="15">
        <dgm:presLayoutVars>
          <dgm:bulletEnabled val="1"/>
        </dgm:presLayoutVars>
      </dgm:prSet>
      <dgm:spPr/>
    </dgm:pt>
    <dgm:pt modelId="{39495A56-4B43-47E4-BB32-2649C8363DD6}" type="pres">
      <dgm:prSet presAssocID="{98D701A0-B0C6-4B0D-AC68-BAF2E589B8B9}" presName="aSpace" presStyleCnt="0"/>
      <dgm:spPr/>
    </dgm:pt>
    <dgm:pt modelId="{20DEB924-8468-45C1-A0B5-ABEE815F74D3}" type="pres">
      <dgm:prSet presAssocID="{3BFC2310-F05D-4DDB-9AC3-C5DA6F082E0F}" presName="compNode" presStyleCnt="0"/>
      <dgm:spPr/>
    </dgm:pt>
    <dgm:pt modelId="{4D6AFA64-20C6-4F5E-BB31-38ACA42B885B}" type="pres">
      <dgm:prSet presAssocID="{3BFC2310-F05D-4DDB-9AC3-C5DA6F082E0F}" presName="aNode" presStyleLbl="bgShp" presStyleIdx="3" presStyleCnt="4"/>
      <dgm:spPr/>
    </dgm:pt>
    <dgm:pt modelId="{9B56C014-7482-4989-85CA-7B2FD3589434}" type="pres">
      <dgm:prSet presAssocID="{3BFC2310-F05D-4DDB-9AC3-C5DA6F082E0F}" presName="textNode" presStyleLbl="bgShp" presStyleIdx="3" presStyleCnt="4"/>
      <dgm:spPr/>
    </dgm:pt>
    <dgm:pt modelId="{BD2E3F44-0BF4-4C3D-9576-BC9C703F288E}" type="pres">
      <dgm:prSet presAssocID="{3BFC2310-F05D-4DDB-9AC3-C5DA6F082E0F}" presName="compChildNode" presStyleCnt="0"/>
      <dgm:spPr/>
    </dgm:pt>
    <dgm:pt modelId="{D0E4CF4E-6ED3-428A-95A4-EF53A502C747}" type="pres">
      <dgm:prSet presAssocID="{3BFC2310-F05D-4DDB-9AC3-C5DA6F082E0F}" presName="theInnerList" presStyleCnt="0"/>
      <dgm:spPr/>
    </dgm:pt>
    <dgm:pt modelId="{7BD0DB11-5892-4A8E-B956-42375BA2C923}" type="pres">
      <dgm:prSet presAssocID="{AFB0A406-D0C2-414C-A46A-7231FDE6CBA8}" presName="childNode" presStyleLbl="node1" presStyleIdx="10" presStyleCnt="15">
        <dgm:presLayoutVars>
          <dgm:bulletEnabled val="1"/>
        </dgm:presLayoutVars>
      </dgm:prSet>
      <dgm:spPr/>
    </dgm:pt>
    <dgm:pt modelId="{9F89117B-5793-40D8-80D8-DE6753147B32}" type="pres">
      <dgm:prSet presAssocID="{AFB0A406-D0C2-414C-A46A-7231FDE6CBA8}" presName="aSpace2" presStyleCnt="0"/>
      <dgm:spPr/>
    </dgm:pt>
    <dgm:pt modelId="{4A941B94-CDCF-4C03-82D2-5966978E8999}" type="pres">
      <dgm:prSet presAssocID="{9C32B80B-9A4C-4841-B2A0-1EFC7F2BB6B8}" presName="childNode" presStyleLbl="node1" presStyleIdx="11" presStyleCnt="15">
        <dgm:presLayoutVars>
          <dgm:bulletEnabled val="1"/>
        </dgm:presLayoutVars>
      </dgm:prSet>
      <dgm:spPr/>
    </dgm:pt>
    <dgm:pt modelId="{5D13A868-CBC4-483A-B81B-7C3A61B3FF91}" type="pres">
      <dgm:prSet presAssocID="{9C32B80B-9A4C-4841-B2A0-1EFC7F2BB6B8}" presName="aSpace2" presStyleCnt="0"/>
      <dgm:spPr/>
    </dgm:pt>
    <dgm:pt modelId="{B34AF998-F572-4E9C-A05B-E6EA8DB5A3F8}" type="pres">
      <dgm:prSet presAssocID="{FB2DA4B6-9BE8-43FA-8792-54E9210E2A0A}" presName="childNode" presStyleLbl="node1" presStyleIdx="12" presStyleCnt="15">
        <dgm:presLayoutVars>
          <dgm:bulletEnabled val="1"/>
        </dgm:presLayoutVars>
      </dgm:prSet>
      <dgm:spPr/>
    </dgm:pt>
    <dgm:pt modelId="{ECC2D976-9056-4331-8E36-9B1EED7173D1}" type="pres">
      <dgm:prSet presAssocID="{FB2DA4B6-9BE8-43FA-8792-54E9210E2A0A}" presName="aSpace2" presStyleCnt="0"/>
      <dgm:spPr/>
    </dgm:pt>
    <dgm:pt modelId="{928072A9-8268-4978-B74C-D6850B96A7DF}" type="pres">
      <dgm:prSet presAssocID="{2953B11E-CD3E-4AD8-A287-28DBFD344168}" presName="childNode" presStyleLbl="node1" presStyleIdx="13" presStyleCnt="15">
        <dgm:presLayoutVars>
          <dgm:bulletEnabled val="1"/>
        </dgm:presLayoutVars>
      </dgm:prSet>
      <dgm:spPr/>
    </dgm:pt>
    <dgm:pt modelId="{08CE25CC-06A8-4DFD-A129-223F2415265F}" type="pres">
      <dgm:prSet presAssocID="{2953B11E-CD3E-4AD8-A287-28DBFD344168}" presName="aSpace2" presStyleCnt="0"/>
      <dgm:spPr/>
    </dgm:pt>
    <dgm:pt modelId="{0C0E2BC0-B018-40DC-A4A4-C5A4A56363ED}" type="pres">
      <dgm:prSet presAssocID="{D0CF871F-51C7-4886-957D-1570ECB86CA6}" presName="childNode" presStyleLbl="node1" presStyleIdx="14" presStyleCnt="15">
        <dgm:presLayoutVars>
          <dgm:bulletEnabled val="1"/>
        </dgm:presLayoutVars>
      </dgm:prSet>
      <dgm:spPr/>
    </dgm:pt>
  </dgm:ptLst>
  <dgm:cxnLst>
    <dgm:cxn modelId="{A3ABDB01-9820-42E0-85E1-7BE442D948D9}" type="presOf" srcId="{3BFC2310-F05D-4DDB-9AC3-C5DA6F082E0F}" destId="{9B56C014-7482-4989-85CA-7B2FD3589434}" srcOrd="1" destOrd="0" presId="urn:microsoft.com/office/officeart/2005/8/layout/lProcess2"/>
    <dgm:cxn modelId="{7BB08004-22DE-4D58-A0DB-512C9269C3CE}" srcId="{98D701A0-B0C6-4B0D-AC68-BAF2E589B8B9}" destId="{992C1CC8-45E3-46EB-94C2-873DD623D92F}" srcOrd="1" destOrd="0" parTransId="{A74B81B9-CB37-43E3-94D2-D4E0DC5D6FD4}" sibTransId="{1107B874-D5B5-467B-AE76-CD8DCCB7CACD}"/>
    <dgm:cxn modelId="{071EFD04-5168-4FB9-AFF6-8B4C9841FF80}" srcId="{3BFC2310-F05D-4DDB-9AC3-C5DA6F082E0F}" destId="{9C32B80B-9A4C-4841-B2A0-1EFC7F2BB6B8}" srcOrd="1" destOrd="0" parTransId="{9BD5A376-07EF-40A4-955C-6F20EC6C4010}" sibTransId="{D1D71BCD-BA85-45F1-9846-8E49D1F85300}"/>
    <dgm:cxn modelId="{183BEC05-C749-4102-8CAE-CA5C9DF39E64}" type="presOf" srcId="{1E5873F7-58B9-46F5-B88B-76A35F3E9A01}" destId="{51F2A8B5-B338-433E-AAAC-6AB2660D0F2F}" srcOrd="0" destOrd="0" presId="urn:microsoft.com/office/officeart/2005/8/layout/lProcess2"/>
    <dgm:cxn modelId="{1CB3D715-6545-4A6E-9092-69D8F39B20DA}" srcId="{A6BBA102-856E-4C52-B5B3-DFE330C7FBF8}" destId="{ABA1D4B3-FD5E-4EE8-8577-54C78D873690}" srcOrd="0" destOrd="0" parTransId="{8FB49646-7057-497F-91F1-05BC034A2A92}" sibTransId="{7296BFEB-7437-4BF1-8B61-CA3F69B9AA6F}"/>
    <dgm:cxn modelId="{87AAA51C-2121-4CA0-9E09-0E4024ED47D6}" type="presOf" srcId="{FB2DA4B6-9BE8-43FA-8792-54E9210E2A0A}" destId="{B34AF998-F572-4E9C-A05B-E6EA8DB5A3F8}" srcOrd="0" destOrd="0" presId="urn:microsoft.com/office/officeart/2005/8/layout/lProcess2"/>
    <dgm:cxn modelId="{7350C51C-D8E9-4C0C-A40A-C5729DA19525}" type="presOf" srcId="{A6BBA102-856E-4C52-B5B3-DFE330C7FBF8}" destId="{8AB094C2-4C59-4747-9BFD-05377291A09E}" srcOrd="0" destOrd="0" presId="urn:microsoft.com/office/officeart/2005/8/layout/lProcess2"/>
    <dgm:cxn modelId="{BBF5951F-EB4B-4461-8378-69457B0C1B21}" srcId="{3BFC2310-F05D-4DDB-9AC3-C5DA6F082E0F}" destId="{D0CF871F-51C7-4886-957D-1570ECB86CA6}" srcOrd="4" destOrd="0" parTransId="{AE3E0B05-A1E5-4C0B-BE12-371FA6EE9A85}" sibTransId="{F1DFC365-4999-4A38-83F9-35D2BB15E9A8}"/>
    <dgm:cxn modelId="{E855BB21-55E6-4022-B332-B33CABD5A3A8}" type="presOf" srcId="{C6EBA1A4-0882-437D-BB6C-27F402D81136}" destId="{5046C787-99E9-4150-9227-3EC21E33CE51}" srcOrd="0" destOrd="0" presId="urn:microsoft.com/office/officeart/2005/8/layout/lProcess2"/>
    <dgm:cxn modelId="{78FCFE3B-B3D7-497A-8AFA-565114422110}" type="presOf" srcId="{ABA1D4B3-FD5E-4EE8-8577-54C78D873690}" destId="{21B599BD-8068-4390-A854-F8562B2E5F10}" srcOrd="0" destOrd="0" presId="urn:microsoft.com/office/officeart/2005/8/layout/lProcess2"/>
    <dgm:cxn modelId="{06F2DC3F-03C1-41D8-B251-869E0C4A2BA9}" srcId="{A6BBA102-856E-4C52-B5B3-DFE330C7FBF8}" destId="{9187E205-2CC3-4DA4-BD01-70233CA86CC1}" srcOrd="1" destOrd="0" parTransId="{B2AF7DA4-190F-47F5-B6C4-BBB62CB5B2E9}" sibTransId="{0251E890-069C-432E-B9D2-2AEB41DEA631}"/>
    <dgm:cxn modelId="{FA8F0162-B830-42E7-B1B0-3D84FB685CBE}" type="presOf" srcId="{9C32B80B-9A4C-4841-B2A0-1EFC7F2BB6B8}" destId="{4A941B94-CDCF-4C03-82D2-5966978E8999}" srcOrd="0" destOrd="0" presId="urn:microsoft.com/office/officeart/2005/8/layout/lProcess2"/>
    <dgm:cxn modelId="{D88B3064-7CF5-4075-A1A1-BF0C70CC53C2}" type="presOf" srcId="{3BFC2310-F05D-4DDB-9AC3-C5DA6F082E0F}" destId="{4D6AFA64-20C6-4F5E-BB31-38ACA42B885B}" srcOrd="0" destOrd="0" presId="urn:microsoft.com/office/officeart/2005/8/layout/lProcess2"/>
    <dgm:cxn modelId="{9A666B64-1B6C-4658-B160-9D7C34487455}" type="presOf" srcId="{98D701A0-B0C6-4B0D-AC68-BAF2E589B8B9}" destId="{11352939-BF78-4DE9-872F-97C7F2EF0A0E}" srcOrd="1" destOrd="0" presId="urn:microsoft.com/office/officeart/2005/8/layout/lProcess2"/>
    <dgm:cxn modelId="{311E1E65-878E-4CC5-B922-C55ECAB4D261}" type="presOf" srcId="{EF1685A8-4E49-4A95-BB96-16558D9E23E1}" destId="{DBF1F7E2-D283-451B-BCB3-6D58F525D6A8}" srcOrd="0" destOrd="0" presId="urn:microsoft.com/office/officeart/2005/8/layout/lProcess2"/>
    <dgm:cxn modelId="{1320EA65-6FEA-4C71-8F46-B9B35C00C5A9}" type="presOf" srcId="{AFB0A406-D0C2-414C-A46A-7231FDE6CBA8}" destId="{7BD0DB11-5892-4A8E-B956-42375BA2C923}" srcOrd="0" destOrd="0" presId="urn:microsoft.com/office/officeart/2005/8/layout/lProcess2"/>
    <dgm:cxn modelId="{46B5AC46-B041-4C31-9381-4AA3D29724E8}" type="presOf" srcId="{2953B11E-CD3E-4AD8-A287-28DBFD344168}" destId="{928072A9-8268-4978-B74C-D6850B96A7DF}" srcOrd="0" destOrd="0" presId="urn:microsoft.com/office/officeart/2005/8/layout/lProcess2"/>
    <dgm:cxn modelId="{CD9A2047-45C9-4859-8F7B-E297F21611C6}" type="presOf" srcId="{A6BBA102-856E-4C52-B5B3-DFE330C7FBF8}" destId="{D6BFA7A7-3612-4E3E-A428-FDA5A0843439}" srcOrd="1" destOrd="0" presId="urn:microsoft.com/office/officeart/2005/8/layout/lProcess2"/>
    <dgm:cxn modelId="{889C5273-2547-409B-8A4B-ED2853ECFAA2}" srcId="{AA93F63F-D6FD-4008-8C85-A28991863E47}" destId="{3BFC2310-F05D-4DDB-9AC3-C5DA6F082E0F}" srcOrd="3" destOrd="0" parTransId="{EDCDFEDF-5EFB-4663-9C63-FFD1E0629DB1}" sibTransId="{E1121714-9525-44CB-A591-6EDA32E2CB74}"/>
    <dgm:cxn modelId="{7D1CA553-FF08-4326-B708-7AB072B5CB74}" srcId="{1E5873F7-58B9-46F5-B88B-76A35F3E9A01}" destId="{CDB9C20E-C609-4989-8601-C69F00EE3FBF}" srcOrd="0" destOrd="0" parTransId="{F4BFE18C-94E4-46D9-B25C-52155D1C838D}" sibTransId="{38D2BAD4-7013-4AC0-8A1C-79866D685C08}"/>
    <dgm:cxn modelId="{4D943557-31D2-4881-9D7B-0C2C93368737}" type="presOf" srcId="{2A10613D-5B6E-4C7E-B354-268607869383}" destId="{8FB7C03C-7F81-434B-995F-BC6E40DE3D89}" srcOrd="0" destOrd="0" presId="urn:microsoft.com/office/officeart/2005/8/layout/lProcess2"/>
    <dgm:cxn modelId="{125D4D77-ED96-426B-BDF8-30A3708861F4}" srcId="{3BFC2310-F05D-4DDB-9AC3-C5DA6F082E0F}" destId="{2953B11E-CD3E-4AD8-A287-28DBFD344168}" srcOrd="3" destOrd="0" parTransId="{02552B11-1B74-4C77-B390-5C5BA965D084}" sibTransId="{824CA7C7-1410-493C-9477-270C34DB825C}"/>
    <dgm:cxn modelId="{B4E60382-8293-46ED-B277-96AEB8255C7D}" type="presOf" srcId="{98D701A0-B0C6-4B0D-AC68-BAF2E589B8B9}" destId="{1C93AE6F-46DB-4E4E-8034-BDBAB0AFD626}" srcOrd="0" destOrd="0" presId="urn:microsoft.com/office/officeart/2005/8/layout/lProcess2"/>
    <dgm:cxn modelId="{E2A56E86-F7A3-4D52-A44B-A7FB85030677}" srcId="{98D701A0-B0C6-4B0D-AC68-BAF2E589B8B9}" destId="{C6EBA1A4-0882-437D-BB6C-27F402D81136}" srcOrd="2" destOrd="0" parTransId="{6327765B-F37F-4951-9ABF-B474243DEEFA}" sibTransId="{EC9E7E72-2B4C-4A77-B4D0-C4619EF28BE2}"/>
    <dgm:cxn modelId="{8097528A-1989-4EDD-8B0D-04EDC9E1548B}" srcId="{AA93F63F-D6FD-4008-8C85-A28991863E47}" destId="{A6BBA102-856E-4C52-B5B3-DFE330C7FBF8}" srcOrd="0" destOrd="0" parTransId="{18B475EA-2513-4030-ABD1-6B725DF0CA67}" sibTransId="{09CC2FFD-A579-4629-B60C-E507F368210E}"/>
    <dgm:cxn modelId="{12DA1D93-F0A2-4706-B8AD-5A997BECBC71}" type="presOf" srcId="{CB75038E-BDF5-49C5-9FCB-7A6A307DC3FA}" destId="{FA6E0A15-B24B-4DD9-BB6B-1CC2BD5B680D}" srcOrd="0" destOrd="0" presId="urn:microsoft.com/office/officeart/2005/8/layout/lProcess2"/>
    <dgm:cxn modelId="{45D9A693-6EC4-4ACB-8026-969E82E55C85}" type="presOf" srcId="{992C1CC8-45E3-46EB-94C2-873DD623D92F}" destId="{98263B84-2449-4C56-9FB7-5C60FE3A437E}" srcOrd="0" destOrd="0" presId="urn:microsoft.com/office/officeart/2005/8/layout/lProcess2"/>
    <dgm:cxn modelId="{F94EDB9B-A168-445A-B2D0-F6DF881C1EDB}" type="presOf" srcId="{D0CF871F-51C7-4886-957D-1570ECB86CA6}" destId="{0C0E2BC0-B018-40DC-A4A4-C5A4A56363ED}" srcOrd="0" destOrd="0" presId="urn:microsoft.com/office/officeart/2005/8/layout/lProcess2"/>
    <dgm:cxn modelId="{1E20499D-A272-4DC2-A4C4-50D46781C54A}" type="presOf" srcId="{60694E36-8E13-4D30-AA97-7811312D64B4}" destId="{59B63E67-4F5A-4050-A2DA-637D0C1EB1C0}" srcOrd="0" destOrd="0" presId="urn:microsoft.com/office/officeart/2005/8/layout/lProcess2"/>
    <dgm:cxn modelId="{A6A0D89E-9E44-478F-B3CF-A25299F61052}" srcId="{98D701A0-B0C6-4B0D-AC68-BAF2E589B8B9}" destId="{EF1685A8-4E49-4A95-BB96-16558D9E23E1}" srcOrd="4" destOrd="0" parTransId="{C9246415-D1FF-4960-83F8-91E4AFE786B2}" sibTransId="{6BD84A31-E72A-4D04-8FD0-BAF56B1BA6F4}"/>
    <dgm:cxn modelId="{84034DAC-32F2-443E-8517-9D65D0CABFF0}" type="presOf" srcId="{CDB9C20E-C609-4989-8601-C69F00EE3FBF}" destId="{F9A4C0A2-1CD8-4374-B43A-FCEF5B5A4A5C}" srcOrd="0" destOrd="0" presId="urn:microsoft.com/office/officeart/2005/8/layout/lProcess2"/>
    <dgm:cxn modelId="{635638AE-5C28-4237-81F6-F770192BCAEF}" srcId="{AA93F63F-D6FD-4008-8C85-A28991863E47}" destId="{98D701A0-B0C6-4B0D-AC68-BAF2E589B8B9}" srcOrd="2" destOrd="0" parTransId="{E204AF05-925D-4F2B-BCBA-90D17CF98853}" sibTransId="{EA1C3C72-3592-4292-AC78-239158EF860C}"/>
    <dgm:cxn modelId="{A1CCF8B8-39F8-4A2D-BC07-07DC52EF1B62}" srcId="{98D701A0-B0C6-4B0D-AC68-BAF2E589B8B9}" destId="{3D9C1AA3-9269-4123-A3A6-202D7A12D061}" srcOrd="3" destOrd="0" parTransId="{97701449-8FE1-4DAB-8ED5-30DBF20770A6}" sibTransId="{5BF7518C-928F-4B6D-9C60-9CA5DA808931}"/>
    <dgm:cxn modelId="{1A9899C6-05CA-4FDF-AFEB-1ADFD7E099FB}" type="presOf" srcId="{3D9C1AA3-9269-4123-A3A6-202D7A12D061}" destId="{CD78EF53-1343-4259-9E30-87FE24791973}" srcOrd="0" destOrd="0" presId="urn:microsoft.com/office/officeart/2005/8/layout/lProcess2"/>
    <dgm:cxn modelId="{E8873EC8-15BD-4C38-BCA8-5470B4441693}" srcId="{98D701A0-B0C6-4B0D-AC68-BAF2E589B8B9}" destId="{2A10613D-5B6E-4C7E-B354-268607869383}" srcOrd="0" destOrd="0" parTransId="{25B09194-B47D-4234-B9D2-FC6F4AB022B9}" sibTransId="{DF2CE68B-8EAB-4B90-872E-F537CD34F70C}"/>
    <dgm:cxn modelId="{351521CC-DA61-41CA-B417-CA7A142668E5}" type="presOf" srcId="{1E5873F7-58B9-46F5-B88B-76A35F3E9A01}" destId="{968F44AF-3A0B-4FEE-B050-DF56CEC8D00D}" srcOrd="1" destOrd="0" presId="urn:microsoft.com/office/officeart/2005/8/layout/lProcess2"/>
    <dgm:cxn modelId="{B6BC19D2-4D01-471B-B059-D42C33DE9E96}" srcId="{3BFC2310-F05D-4DDB-9AC3-C5DA6F082E0F}" destId="{AFB0A406-D0C2-414C-A46A-7231FDE6CBA8}" srcOrd="0" destOrd="0" parTransId="{1DB5A82A-805B-49C7-9D83-0E57F9F3554E}" sibTransId="{B28619FA-8A14-456B-B827-AC04AF624E56}"/>
    <dgm:cxn modelId="{F6CBA4D6-25D4-4314-A728-8B21C0ADF3C6}" type="presOf" srcId="{AA93F63F-D6FD-4008-8C85-A28991863E47}" destId="{F99BB1E8-509D-4E14-B523-C54EAA143830}" srcOrd="0" destOrd="0" presId="urn:microsoft.com/office/officeart/2005/8/layout/lProcess2"/>
    <dgm:cxn modelId="{706F9ADC-ECFA-4F75-9FB7-BEC6C13B3043}" srcId="{1E5873F7-58B9-46F5-B88B-76A35F3E9A01}" destId="{60694E36-8E13-4D30-AA97-7811312D64B4}" srcOrd="2" destOrd="0" parTransId="{8F8418AA-F1F8-46DA-8F3F-B335315C74CF}" sibTransId="{848FB213-61E7-4E45-9C06-8B34CEEB1E83}"/>
    <dgm:cxn modelId="{995458E4-D1C4-44D1-8506-BDA99D797338}" type="presOf" srcId="{9187E205-2CC3-4DA4-BD01-70233CA86CC1}" destId="{5F49CB84-433E-4EB9-8E77-32C575B8E5EA}" srcOrd="0" destOrd="0" presId="urn:microsoft.com/office/officeart/2005/8/layout/lProcess2"/>
    <dgm:cxn modelId="{28DF9AE7-3B5E-43FB-BFCE-BC8289A8EA9B}" srcId="{3BFC2310-F05D-4DDB-9AC3-C5DA6F082E0F}" destId="{FB2DA4B6-9BE8-43FA-8792-54E9210E2A0A}" srcOrd="2" destOrd="0" parTransId="{5D18028C-50FA-4B25-8A44-AF0024BB29C6}" sibTransId="{194D927C-90DD-4E1B-8898-06D949E261E0}"/>
    <dgm:cxn modelId="{CA3828F1-B70E-4269-B375-AA17B224A3FB}" srcId="{1E5873F7-58B9-46F5-B88B-76A35F3E9A01}" destId="{CB75038E-BDF5-49C5-9FCB-7A6A307DC3FA}" srcOrd="1" destOrd="0" parTransId="{A22ED4B8-DA11-4FCB-88D2-179BD53503A9}" sibTransId="{4871CE01-7207-4AC3-8BF2-B629429926C0}"/>
    <dgm:cxn modelId="{1B7EB8F5-CC87-4699-9E94-CE0BD4A4289A}" srcId="{AA93F63F-D6FD-4008-8C85-A28991863E47}" destId="{1E5873F7-58B9-46F5-B88B-76A35F3E9A01}" srcOrd="1" destOrd="0" parTransId="{796D5A82-4527-408D-9340-7D69DE6BA539}" sibTransId="{46C2B71A-22E6-474B-B16A-F4BC89A163CF}"/>
    <dgm:cxn modelId="{BC3099DF-71E9-4CD2-9847-386A55DFAB60}" type="presParOf" srcId="{F99BB1E8-509D-4E14-B523-C54EAA143830}" destId="{858CB03B-E424-476F-8813-67B881CAFDAD}" srcOrd="0" destOrd="0" presId="urn:microsoft.com/office/officeart/2005/8/layout/lProcess2"/>
    <dgm:cxn modelId="{52370034-D267-4377-820D-1B5A974303EE}" type="presParOf" srcId="{858CB03B-E424-476F-8813-67B881CAFDAD}" destId="{8AB094C2-4C59-4747-9BFD-05377291A09E}" srcOrd="0" destOrd="0" presId="urn:microsoft.com/office/officeart/2005/8/layout/lProcess2"/>
    <dgm:cxn modelId="{AA71F2B6-CC58-4521-B210-A51D50A7E5D5}" type="presParOf" srcId="{858CB03B-E424-476F-8813-67B881CAFDAD}" destId="{D6BFA7A7-3612-4E3E-A428-FDA5A0843439}" srcOrd="1" destOrd="0" presId="urn:microsoft.com/office/officeart/2005/8/layout/lProcess2"/>
    <dgm:cxn modelId="{12410F9C-90BC-4855-B16B-1CC440A8E610}" type="presParOf" srcId="{858CB03B-E424-476F-8813-67B881CAFDAD}" destId="{FFAACE3F-A99F-4AC7-9058-CC2EE39DCD46}" srcOrd="2" destOrd="0" presId="urn:microsoft.com/office/officeart/2005/8/layout/lProcess2"/>
    <dgm:cxn modelId="{D587E528-CDD8-408E-95F9-7987C003DAFE}" type="presParOf" srcId="{FFAACE3F-A99F-4AC7-9058-CC2EE39DCD46}" destId="{009FA181-8562-465E-A1BA-F22E317C54F9}" srcOrd="0" destOrd="0" presId="urn:microsoft.com/office/officeart/2005/8/layout/lProcess2"/>
    <dgm:cxn modelId="{66F43065-1476-450B-BB69-1035B3A205ED}" type="presParOf" srcId="{009FA181-8562-465E-A1BA-F22E317C54F9}" destId="{21B599BD-8068-4390-A854-F8562B2E5F10}" srcOrd="0" destOrd="0" presId="urn:microsoft.com/office/officeart/2005/8/layout/lProcess2"/>
    <dgm:cxn modelId="{CC21F512-0159-4C09-9AEA-9E9EAFF6414F}" type="presParOf" srcId="{009FA181-8562-465E-A1BA-F22E317C54F9}" destId="{8B60AF61-9693-47C1-98FF-CD65E738ECAB}" srcOrd="1" destOrd="0" presId="urn:microsoft.com/office/officeart/2005/8/layout/lProcess2"/>
    <dgm:cxn modelId="{F3A1AF84-484C-4865-A114-99A0E745A4BD}" type="presParOf" srcId="{009FA181-8562-465E-A1BA-F22E317C54F9}" destId="{5F49CB84-433E-4EB9-8E77-32C575B8E5EA}" srcOrd="2" destOrd="0" presId="urn:microsoft.com/office/officeart/2005/8/layout/lProcess2"/>
    <dgm:cxn modelId="{7B8ED517-D0F7-45C4-A8CF-65AD361CD6F9}" type="presParOf" srcId="{F99BB1E8-509D-4E14-B523-C54EAA143830}" destId="{975EB04F-AC71-413D-9041-DEC6A8F369F7}" srcOrd="1" destOrd="0" presId="urn:microsoft.com/office/officeart/2005/8/layout/lProcess2"/>
    <dgm:cxn modelId="{74D5B6B4-C94C-4CF3-A1FF-6D19C085F44A}" type="presParOf" srcId="{F99BB1E8-509D-4E14-B523-C54EAA143830}" destId="{0FB6E06B-BE0E-4D74-860A-39D7478A52CB}" srcOrd="2" destOrd="0" presId="urn:microsoft.com/office/officeart/2005/8/layout/lProcess2"/>
    <dgm:cxn modelId="{39E67FE9-0B10-4B49-A358-913177027CB1}" type="presParOf" srcId="{0FB6E06B-BE0E-4D74-860A-39D7478A52CB}" destId="{51F2A8B5-B338-433E-AAAC-6AB2660D0F2F}" srcOrd="0" destOrd="0" presId="urn:microsoft.com/office/officeart/2005/8/layout/lProcess2"/>
    <dgm:cxn modelId="{E9A1F242-87C0-45DF-B151-48670CEBE0C4}" type="presParOf" srcId="{0FB6E06B-BE0E-4D74-860A-39D7478A52CB}" destId="{968F44AF-3A0B-4FEE-B050-DF56CEC8D00D}" srcOrd="1" destOrd="0" presId="urn:microsoft.com/office/officeart/2005/8/layout/lProcess2"/>
    <dgm:cxn modelId="{140AA506-1E05-44D9-A66D-D9E10542F168}" type="presParOf" srcId="{0FB6E06B-BE0E-4D74-860A-39D7478A52CB}" destId="{70F2B089-B330-481E-8D86-F6703E2CC8E8}" srcOrd="2" destOrd="0" presId="urn:microsoft.com/office/officeart/2005/8/layout/lProcess2"/>
    <dgm:cxn modelId="{0C66C405-E085-48F0-9A8D-C99D1160D78A}" type="presParOf" srcId="{70F2B089-B330-481E-8D86-F6703E2CC8E8}" destId="{7AD1D3A7-03E4-47D6-8BFC-2DE80DEFDA78}" srcOrd="0" destOrd="0" presId="urn:microsoft.com/office/officeart/2005/8/layout/lProcess2"/>
    <dgm:cxn modelId="{B747071C-000D-4D97-90C5-B62EC2D0BA35}" type="presParOf" srcId="{7AD1D3A7-03E4-47D6-8BFC-2DE80DEFDA78}" destId="{F9A4C0A2-1CD8-4374-B43A-FCEF5B5A4A5C}" srcOrd="0" destOrd="0" presId="urn:microsoft.com/office/officeart/2005/8/layout/lProcess2"/>
    <dgm:cxn modelId="{731B1B21-EE2C-4210-B441-58EAD3E13B11}" type="presParOf" srcId="{7AD1D3A7-03E4-47D6-8BFC-2DE80DEFDA78}" destId="{41FA6459-0985-49F0-986B-86A38C9E2B3F}" srcOrd="1" destOrd="0" presId="urn:microsoft.com/office/officeart/2005/8/layout/lProcess2"/>
    <dgm:cxn modelId="{FF2F62FC-F9EB-4A4E-B68C-9521CD54C9E1}" type="presParOf" srcId="{7AD1D3A7-03E4-47D6-8BFC-2DE80DEFDA78}" destId="{FA6E0A15-B24B-4DD9-BB6B-1CC2BD5B680D}" srcOrd="2" destOrd="0" presId="urn:microsoft.com/office/officeart/2005/8/layout/lProcess2"/>
    <dgm:cxn modelId="{E6A0B7B4-83CA-4DC8-9F14-723FC7AD0550}" type="presParOf" srcId="{7AD1D3A7-03E4-47D6-8BFC-2DE80DEFDA78}" destId="{469BAAF2-78A4-4855-A6CF-95F943432456}" srcOrd="3" destOrd="0" presId="urn:microsoft.com/office/officeart/2005/8/layout/lProcess2"/>
    <dgm:cxn modelId="{D39FB4A4-EE41-4D11-9B30-428CB069C619}" type="presParOf" srcId="{7AD1D3A7-03E4-47D6-8BFC-2DE80DEFDA78}" destId="{59B63E67-4F5A-4050-A2DA-637D0C1EB1C0}" srcOrd="4" destOrd="0" presId="urn:microsoft.com/office/officeart/2005/8/layout/lProcess2"/>
    <dgm:cxn modelId="{073DC617-7CC8-4DFF-B07E-E552B9DB63FC}" type="presParOf" srcId="{F99BB1E8-509D-4E14-B523-C54EAA143830}" destId="{0C7BEC07-277E-4D7C-9047-3D9B19A11F3B}" srcOrd="3" destOrd="0" presId="urn:microsoft.com/office/officeart/2005/8/layout/lProcess2"/>
    <dgm:cxn modelId="{E5ACFD76-4A5A-4C85-9282-5F9018C597BF}" type="presParOf" srcId="{F99BB1E8-509D-4E14-B523-C54EAA143830}" destId="{2B493ED3-706D-482F-8AEE-0AA68161F7BF}" srcOrd="4" destOrd="0" presId="urn:microsoft.com/office/officeart/2005/8/layout/lProcess2"/>
    <dgm:cxn modelId="{3468876A-059A-4C0E-A940-FCDA16DCC3F2}" type="presParOf" srcId="{2B493ED3-706D-482F-8AEE-0AA68161F7BF}" destId="{1C93AE6F-46DB-4E4E-8034-BDBAB0AFD626}" srcOrd="0" destOrd="0" presId="urn:microsoft.com/office/officeart/2005/8/layout/lProcess2"/>
    <dgm:cxn modelId="{BC5FC789-D1DB-4FB4-9567-F29343CEFFBE}" type="presParOf" srcId="{2B493ED3-706D-482F-8AEE-0AA68161F7BF}" destId="{11352939-BF78-4DE9-872F-97C7F2EF0A0E}" srcOrd="1" destOrd="0" presId="urn:microsoft.com/office/officeart/2005/8/layout/lProcess2"/>
    <dgm:cxn modelId="{A19025AA-9AFA-4460-AC44-7CD5986C5634}" type="presParOf" srcId="{2B493ED3-706D-482F-8AEE-0AA68161F7BF}" destId="{4F10ED2A-D04F-4A45-B50F-3B8C828A0271}" srcOrd="2" destOrd="0" presId="urn:microsoft.com/office/officeart/2005/8/layout/lProcess2"/>
    <dgm:cxn modelId="{3D520E21-0137-4CA8-B84E-F66E166D1B13}" type="presParOf" srcId="{4F10ED2A-D04F-4A45-B50F-3B8C828A0271}" destId="{DB591D34-3F8A-46EA-A24E-8943706C411D}" srcOrd="0" destOrd="0" presId="urn:microsoft.com/office/officeart/2005/8/layout/lProcess2"/>
    <dgm:cxn modelId="{56FF6B41-D341-43B0-9ED1-0B73CBBFE353}" type="presParOf" srcId="{DB591D34-3F8A-46EA-A24E-8943706C411D}" destId="{8FB7C03C-7F81-434B-995F-BC6E40DE3D89}" srcOrd="0" destOrd="0" presId="urn:microsoft.com/office/officeart/2005/8/layout/lProcess2"/>
    <dgm:cxn modelId="{2ADCDA0F-08CD-4840-A60D-86C521C733C6}" type="presParOf" srcId="{DB591D34-3F8A-46EA-A24E-8943706C411D}" destId="{20820AD5-133E-4F86-8DDF-AD5BC9544897}" srcOrd="1" destOrd="0" presId="urn:microsoft.com/office/officeart/2005/8/layout/lProcess2"/>
    <dgm:cxn modelId="{77BA0FD2-7891-4387-B5B7-CDECB775B215}" type="presParOf" srcId="{DB591D34-3F8A-46EA-A24E-8943706C411D}" destId="{98263B84-2449-4C56-9FB7-5C60FE3A437E}" srcOrd="2" destOrd="0" presId="urn:microsoft.com/office/officeart/2005/8/layout/lProcess2"/>
    <dgm:cxn modelId="{B3AC4D84-9966-46F0-8B25-377B2B37E679}" type="presParOf" srcId="{DB591D34-3F8A-46EA-A24E-8943706C411D}" destId="{27A13F77-EA19-4CC7-B08D-49887804F09D}" srcOrd="3" destOrd="0" presId="urn:microsoft.com/office/officeart/2005/8/layout/lProcess2"/>
    <dgm:cxn modelId="{4962E45D-1B8C-43DB-BB77-D2B6ED7D0AB4}" type="presParOf" srcId="{DB591D34-3F8A-46EA-A24E-8943706C411D}" destId="{5046C787-99E9-4150-9227-3EC21E33CE51}" srcOrd="4" destOrd="0" presId="urn:microsoft.com/office/officeart/2005/8/layout/lProcess2"/>
    <dgm:cxn modelId="{5FAA3463-82F6-4FF1-8A8F-C6067B7BBA81}" type="presParOf" srcId="{DB591D34-3F8A-46EA-A24E-8943706C411D}" destId="{DAA6A701-09EA-438F-BA20-6EB10A427C82}" srcOrd="5" destOrd="0" presId="urn:microsoft.com/office/officeart/2005/8/layout/lProcess2"/>
    <dgm:cxn modelId="{82B489E3-D107-48B4-B66A-B2346FE27491}" type="presParOf" srcId="{DB591D34-3F8A-46EA-A24E-8943706C411D}" destId="{CD78EF53-1343-4259-9E30-87FE24791973}" srcOrd="6" destOrd="0" presId="urn:microsoft.com/office/officeart/2005/8/layout/lProcess2"/>
    <dgm:cxn modelId="{C5A94D99-ABC7-49F8-9B23-8B0F97D7511D}" type="presParOf" srcId="{DB591D34-3F8A-46EA-A24E-8943706C411D}" destId="{BA83210E-BD8C-4655-8F68-EE9C804DEA64}" srcOrd="7" destOrd="0" presId="urn:microsoft.com/office/officeart/2005/8/layout/lProcess2"/>
    <dgm:cxn modelId="{6B39CD84-3959-4EF8-B430-28D37B3BE977}" type="presParOf" srcId="{DB591D34-3F8A-46EA-A24E-8943706C411D}" destId="{DBF1F7E2-D283-451B-BCB3-6D58F525D6A8}" srcOrd="8" destOrd="0" presId="urn:microsoft.com/office/officeart/2005/8/layout/lProcess2"/>
    <dgm:cxn modelId="{243A0355-BEC0-4301-AFBD-6EA323EB6E37}" type="presParOf" srcId="{F99BB1E8-509D-4E14-B523-C54EAA143830}" destId="{39495A56-4B43-47E4-BB32-2649C8363DD6}" srcOrd="5" destOrd="0" presId="urn:microsoft.com/office/officeart/2005/8/layout/lProcess2"/>
    <dgm:cxn modelId="{32625561-E72D-49E6-B711-755D55C2116A}" type="presParOf" srcId="{F99BB1E8-509D-4E14-B523-C54EAA143830}" destId="{20DEB924-8468-45C1-A0B5-ABEE815F74D3}" srcOrd="6" destOrd="0" presId="urn:microsoft.com/office/officeart/2005/8/layout/lProcess2"/>
    <dgm:cxn modelId="{A212E6A2-B08D-4344-9795-8CDE09E6A8F5}" type="presParOf" srcId="{20DEB924-8468-45C1-A0B5-ABEE815F74D3}" destId="{4D6AFA64-20C6-4F5E-BB31-38ACA42B885B}" srcOrd="0" destOrd="0" presId="urn:microsoft.com/office/officeart/2005/8/layout/lProcess2"/>
    <dgm:cxn modelId="{F3CB47A5-FDB8-497B-B8E1-D260608C98EE}" type="presParOf" srcId="{20DEB924-8468-45C1-A0B5-ABEE815F74D3}" destId="{9B56C014-7482-4989-85CA-7B2FD3589434}" srcOrd="1" destOrd="0" presId="urn:microsoft.com/office/officeart/2005/8/layout/lProcess2"/>
    <dgm:cxn modelId="{4D276C87-49E6-430C-B262-E69C88BE0164}" type="presParOf" srcId="{20DEB924-8468-45C1-A0B5-ABEE815F74D3}" destId="{BD2E3F44-0BF4-4C3D-9576-BC9C703F288E}" srcOrd="2" destOrd="0" presId="urn:microsoft.com/office/officeart/2005/8/layout/lProcess2"/>
    <dgm:cxn modelId="{899C9770-B04B-4390-9F70-CBAE4D9240FF}" type="presParOf" srcId="{BD2E3F44-0BF4-4C3D-9576-BC9C703F288E}" destId="{D0E4CF4E-6ED3-428A-95A4-EF53A502C747}" srcOrd="0" destOrd="0" presId="urn:microsoft.com/office/officeart/2005/8/layout/lProcess2"/>
    <dgm:cxn modelId="{FEA840AF-C066-47A8-A58E-76192EA24F58}" type="presParOf" srcId="{D0E4CF4E-6ED3-428A-95A4-EF53A502C747}" destId="{7BD0DB11-5892-4A8E-B956-42375BA2C923}" srcOrd="0" destOrd="0" presId="urn:microsoft.com/office/officeart/2005/8/layout/lProcess2"/>
    <dgm:cxn modelId="{961BFC51-8CC8-4E3E-8B26-7A0E5949547D}" type="presParOf" srcId="{D0E4CF4E-6ED3-428A-95A4-EF53A502C747}" destId="{9F89117B-5793-40D8-80D8-DE6753147B32}" srcOrd="1" destOrd="0" presId="urn:microsoft.com/office/officeart/2005/8/layout/lProcess2"/>
    <dgm:cxn modelId="{8607E62D-E99C-4F2D-B22B-E27FA0BDE347}" type="presParOf" srcId="{D0E4CF4E-6ED3-428A-95A4-EF53A502C747}" destId="{4A941B94-CDCF-4C03-82D2-5966978E8999}" srcOrd="2" destOrd="0" presId="urn:microsoft.com/office/officeart/2005/8/layout/lProcess2"/>
    <dgm:cxn modelId="{CD927077-ED41-4B13-B5B4-95EBE71B7400}" type="presParOf" srcId="{D0E4CF4E-6ED3-428A-95A4-EF53A502C747}" destId="{5D13A868-CBC4-483A-B81B-7C3A61B3FF91}" srcOrd="3" destOrd="0" presId="urn:microsoft.com/office/officeart/2005/8/layout/lProcess2"/>
    <dgm:cxn modelId="{454EB534-F967-4FB5-9D7A-7ECACCF622EF}" type="presParOf" srcId="{D0E4CF4E-6ED3-428A-95A4-EF53A502C747}" destId="{B34AF998-F572-4E9C-A05B-E6EA8DB5A3F8}" srcOrd="4" destOrd="0" presId="urn:microsoft.com/office/officeart/2005/8/layout/lProcess2"/>
    <dgm:cxn modelId="{4C6232AF-4C2F-40F0-8665-3920C341C506}" type="presParOf" srcId="{D0E4CF4E-6ED3-428A-95A4-EF53A502C747}" destId="{ECC2D976-9056-4331-8E36-9B1EED7173D1}" srcOrd="5" destOrd="0" presId="urn:microsoft.com/office/officeart/2005/8/layout/lProcess2"/>
    <dgm:cxn modelId="{DFFE75CA-EFA0-401D-B55D-FDC4614A6D58}" type="presParOf" srcId="{D0E4CF4E-6ED3-428A-95A4-EF53A502C747}" destId="{928072A9-8268-4978-B74C-D6850B96A7DF}" srcOrd="6" destOrd="0" presId="urn:microsoft.com/office/officeart/2005/8/layout/lProcess2"/>
    <dgm:cxn modelId="{16A5A074-16D1-4940-885A-3B66A198B5B1}" type="presParOf" srcId="{D0E4CF4E-6ED3-428A-95A4-EF53A502C747}" destId="{08CE25CC-06A8-4DFD-A129-223F2415265F}" srcOrd="7" destOrd="0" presId="urn:microsoft.com/office/officeart/2005/8/layout/lProcess2"/>
    <dgm:cxn modelId="{ADC4459F-E03D-4B6B-A9FB-8FA5A8910D7D}" type="presParOf" srcId="{D0E4CF4E-6ED3-428A-95A4-EF53A502C747}" destId="{0C0E2BC0-B018-40DC-A4A4-C5A4A56363ED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FEA9D9-CBC5-4221-95CD-794B7E08E90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A8D2D97-C874-412F-9403-10531B2A545C}">
      <dgm:prSet/>
      <dgm:spPr/>
      <dgm:t>
        <a:bodyPr/>
        <a:lstStyle/>
        <a:p>
          <a:r>
            <a:rPr lang="en-US" dirty="0"/>
            <a:t>Tried to perform an exhaustive EDA</a:t>
          </a:r>
        </a:p>
      </dgm:t>
    </dgm:pt>
    <dgm:pt modelId="{2B331B57-A80B-4DB4-9BB3-D72EA205B6D8}" type="parTrans" cxnId="{B96B3790-8DEB-457F-AB9D-05027E18A965}">
      <dgm:prSet/>
      <dgm:spPr/>
      <dgm:t>
        <a:bodyPr/>
        <a:lstStyle/>
        <a:p>
          <a:endParaRPr lang="en-US"/>
        </a:p>
      </dgm:t>
    </dgm:pt>
    <dgm:pt modelId="{8179894F-B146-438C-8A55-BD1DE5DD8D9E}" type="sibTrans" cxnId="{B96B3790-8DEB-457F-AB9D-05027E18A965}">
      <dgm:prSet/>
      <dgm:spPr/>
      <dgm:t>
        <a:bodyPr/>
        <a:lstStyle/>
        <a:p>
          <a:endParaRPr lang="en-US"/>
        </a:p>
      </dgm:t>
    </dgm:pt>
    <dgm:pt modelId="{A5C5D43F-9D5D-4D61-BD8E-2C73CD56C38C}">
      <dgm:prSet/>
      <dgm:spPr/>
      <dgm:t>
        <a:bodyPr/>
        <a:lstStyle/>
        <a:p>
          <a:r>
            <a:rPr lang="en-US"/>
            <a:t>Comparison of Text and Train data</a:t>
          </a:r>
        </a:p>
      </dgm:t>
    </dgm:pt>
    <dgm:pt modelId="{45A5A2B2-5E22-4EEF-8E03-88FC577CEA9C}" type="parTrans" cxnId="{60BD2779-61C3-415F-B828-5C6B7E8BF4B4}">
      <dgm:prSet/>
      <dgm:spPr/>
      <dgm:t>
        <a:bodyPr/>
        <a:lstStyle/>
        <a:p>
          <a:endParaRPr lang="en-US"/>
        </a:p>
      </dgm:t>
    </dgm:pt>
    <dgm:pt modelId="{D946850D-8D02-4E75-9F8F-2A4BEFE0AF82}" type="sibTrans" cxnId="{60BD2779-61C3-415F-B828-5C6B7E8BF4B4}">
      <dgm:prSet/>
      <dgm:spPr/>
      <dgm:t>
        <a:bodyPr/>
        <a:lstStyle/>
        <a:p>
          <a:endParaRPr lang="en-US"/>
        </a:p>
      </dgm:t>
    </dgm:pt>
    <dgm:pt modelId="{92F46A12-AA26-4661-8C02-DBEE3A3C4EC0}">
      <dgm:prSet/>
      <dgm:spPr/>
      <dgm:t>
        <a:bodyPr/>
        <a:lstStyle/>
        <a:p>
          <a:r>
            <a:rPr lang="en-US"/>
            <a:t>Data cleaning</a:t>
          </a:r>
        </a:p>
      </dgm:t>
    </dgm:pt>
    <dgm:pt modelId="{87D31C07-78C8-4832-9E34-550785AB2868}" type="parTrans" cxnId="{2BCCC232-C93B-4D9D-81AD-1C5AC10D338B}">
      <dgm:prSet/>
      <dgm:spPr/>
      <dgm:t>
        <a:bodyPr/>
        <a:lstStyle/>
        <a:p>
          <a:endParaRPr lang="en-US"/>
        </a:p>
      </dgm:t>
    </dgm:pt>
    <dgm:pt modelId="{95FF745D-2D41-4836-8466-1D262F0A8959}" type="sibTrans" cxnId="{2BCCC232-C93B-4D9D-81AD-1C5AC10D338B}">
      <dgm:prSet/>
      <dgm:spPr/>
      <dgm:t>
        <a:bodyPr/>
        <a:lstStyle/>
        <a:p>
          <a:endParaRPr lang="en-US"/>
        </a:p>
      </dgm:t>
    </dgm:pt>
    <dgm:pt modelId="{828BC14E-2A41-4D85-82C9-31964B5DB594}">
      <dgm:prSet/>
      <dgm:spPr/>
      <dgm:t>
        <a:bodyPr/>
        <a:lstStyle/>
        <a:p>
          <a:r>
            <a:rPr lang="en-US" dirty="0"/>
            <a:t>Modelling using multiple metrics</a:t>
          </a:r>
        </a:p>
      </dgm:t>
    </dgm:pt>
    <dgm:pt modelId="{24FB4C3B-C5CF-4F33-96C5-475E70F477B7}" type="parTrans" cxnId="{23208F43-0DDB-4163-BC5D-B7E24C0A212C}">
      <dgm:prSet/>
      <dgm:spPr/>
      <dgm:t>
        <a:bodyPr/>
        <a:lstStyle/>
        <a:p>
          <a:endParaRPr lang="en-US"/>
        </a:p>
      </dgm:t>
    </dgm:pt>
    <dgm:pt modelId="{2AC1E477-F481-424F-B339-4BBF134F2447}" type="sibTrans" cxnId="{23208F43-0DDB-4163-BC5D-B7E24C0A212C}">
      <dgm:prSet/>
      <dgm:spPr/>
      <dgm:t>
        <a:bodyPr/>
        <a:lstStyle/>
        <a:p>
          <a:endParaRPr lang="en-US"/>
        </a:p>
      </dgm:t>
    </dgm:pt>
    <dgm:pt modelId="{68142376-B682-4E57-B444-291A7755518F}">
      <dgm:prSet/>
      <dgm:spPr/>
      <dgm:t>
        <a:bodyPr/>
        <a:lstStyle/>
        <a:p>
          <a:r>
            <a:rPr lang="en-US"/>
            <a:t>Feature importance for Random forest</a:t>
          </a:r>
        </a:p>
      </dgm:t>
    </dgm:pt>
    <dgm:pt modelId="{3ED99762-3A99-45B6-8226-FF2015E6EF3A}" type="parTrans" cxnId="{6DF35676-A08C-4E13-9464-FA9F6D55AA92}">
      <dgm:prSet/>
      <dgm:spPr/>
      <dgm:t>
        <a:bodyPr/>
        <a:lstStyle/>
        <a:p>
          <a:endParaRPr lang="en-US"/>
        </a:p>
      </dgm:t>
    </dgm:pt>
    <dgm:pt modelId="{A6679DA1-018F-43AC-B86E-5FFA47DE3DA5}" type="sibTrans" cxnId="{6DF35676-A08C-4E13-9464-FA9F6D55AA92}">
      <dgm:prSet/>
      <dgm:spPr/>
      <dgm:t>
        <a:bodyPr/>
        <a:lstStyle/>
        <a:p>
          <a:endParaRPr lang="en-US"/>
        </a:p>
      </dgm:t>
    </dgm:pt>
    <dgm:pt modelId="{EE01B027-6D67-42E2-B3C3-DCD2B7F7B524}">
      <dgm:prSet/>
      <dgm:spPr/>
      <dgm:t>
        <a:bodyPr/>
        <a:lstStyle/>
        <a:p>
          <a:r>
            <a:rPr lang="en-US"/>
            <a:t>Coefficients for Logistic Regression</a:t>
          </a:r>
        </a:p>
      </dgm:t>
    </dgm:pt>
    <dgm:pt modelId="{032A8925-196B-4BCF-94B9-E9009284EF66}" type="parTrans" cxnId="{3390FE75-BB3D-462D-9538-5ADBA78D8D49}">
      <dgm:prSet/>
      <dgm:spPr/>
      <dgm:t>
        <a:bodyPr/>
        <a:lstStyle/>
        <a:p>
          <a:endParaRPr lang="en-US"/>
        </a:p>
      </dgm:t>
    </dgm:pt>
    <dgm:pt modelId="{639EA2AA-C9CC-4633-A156-44B8CE0954D6}" type="sibTrans" cxnId="{3390FE75-BB3D-462D-9538-5ADBA78D8D49}">
      <dgm:prSet/>
      <dgm:spPr/>
      <dgm:t>
        <a:bodyPr/>
        <a:lstStyle/>
        <a:p>
          <a:endParaRPr lang="en-US"/>
        </a:p>
      </dgm:t>
    </dgm:pt>
    <dgm:pt modelId="{AF5B3271-0D35-493F-90DC-518BC92FA9E6}">
      <dgm:prSet/>
      <dgm:spPr/>
      <dgm:t>
        <a:bodyPr/>
        <a:lstStyle/>
        <a:p>
          <a:r>
            <a:rPr lang="en-US"/>
            <a:t>Hyperparameter tuning</a:t>
          </a:r>
        </a:p>
      </dgm:t>
    </dgm:pt>
    <dgm:pt modelId="{6A9F4FED-92B4-46D8-AA6E-1791AEBCA14E}" type="parTrans" cxnId="{E63E4AE4-1448-484A-A21F-D9F38B2784CA}">
      <dgm:prSet/>
      <dgm:spPr/>
      <dgm:t>
        <a:bodyPr/>
        <a:lstStyle/>
        <a:p>
          <a:endParaRPr lang="en-US"/>
        </a:p>
      </dgm:t>
    </dgm:pt>
    <dgm:pt modelId="{D4DB4F5C-4326-4CD2-81C4-83F16D5A7603}" type="sibTrans" cxnId="{E63E4AE4-1448-484A-A21F-D9F38B2784CA}">
      <dgm:prSet/>
      <dgm:spPr/>
      <dgm:t>
        <a:bodyPr/>
        <a:lstStyle/>
        <a:p>
          <a:endParaRPr lang="en-US"/>
        </a:p>
      </dgm:t>
    </dgm:pt>
    <dgm:pt modelId="{CEF6BF81-EC8C-43AA-9E9C-41FD0F8559D7}" type="pres">
      <dgm:prSet presAssocID="{32FEA9D9-CBC5-4221-95CD-794B7E08E907}" presName="vert0" presStyleCnt="0">
        <dgm:presLayoutVars>
          <dgm:dir/>
          <dgm:animOne val="branch"/>
          <dgm:animLvl val="lvl"/>
        </dgm:presLayoutVars>
      </dgm:prSet>
      <dgm:spPr/>
    </dgm:pt>
    <dgm:pt modelId="{FCF55865-40CE-451C-8FA6-F56DC1F1D72F}" type="pres">
      <dgm:prSet presAssocID="{BA8D2D97-C874-412F-9403-10531B2A545C}" presName="thickLine" presStyleLbl="alignNode1" presStyleIdx="0" presStyleCnt="7"/>
      <dgm:spPr/>
    </dgm:pt>
    <dgm:pt modelId="{ECBDDAB8-F650-4BCD-9BA7-BB8ABA7B3BF8}" type="pres">
      <dgm:prSet presAssocID="{BA8D2D97-C874-412F-9403-10531B2A545C}" presName="horz1" presStyleCnt="0"/>
      <dgm:spPr/>
    </dgm:pt>
    <dgm:pt modelId="{042D0558-38B3-4750-9AD4-EC1311F7433E}" type="pres">
      <dgm:prSet presAssocID="{BA8D2D97-C874-412F-9403-10531B2A545C}" presName="tx1" presStyleLbl="revTx" presStyleIdx="0" presStyleCnt="7"/>
      <dgm:spPr/>
    </dgm:pt>
    <dgm:pt modelId="{8B2224DF-B6F3-4B61-9B41-30EB4F6DF828}" type="pres">
      <dgm:prSet presAssocID="{BA8D2D97-C874-412F-9403-10531B2A545C}" presName="vert1" presStyleCnt="0"/>
      <dgm:spPr/>
    </dgm:pt>
    <dgm:pt modelId="{879E2EDD-2324-4F38-ADDB-9884DDEC86BB}" type="pres">
      <dgm:prSet presAssocID="{A5C5D43F-9D5D-4D61-BD8E-2C73CD56C38C}" presName="thickLine" presStyleLbl="alignNode1" presStyleIdx="1" presStyleCnt="7"/>
      <dgm:spPr/>
    </dgm:pt>
    <dgm:pt modelId="{94DA113D-60B7-4A57-88A4-8232780DC1FA}" type="pres">
      <dgm:prSet presAssocID="{A5C5D43F-9D5D-4D61-BD8E-2C73CD56C38C}" presName="horz1" presStyleCnt="0"/>
      <dgm:spPr/>
    </dgm:pt>
    <dgm:pt modelId="{84A868C3-D9FF-4459-A0C4-E6A60EAFFE25}" type="pres">
      <dgm:prSet presAssocID="{A5C5D43F-9D5D-4D61-BD8E-2C73CD56C38C}" presName="tx1" presStyleLbl="revTx" presStyleIdx="1" presStyleCnt="7"/>
      <dgm:spPr/>
    </dgm:pt>
    <dgm:pt modelId="{DEAA2A6A-8688-45E4-856A-99B67003CF37}" type="pres">
      <dgm:prSet presAssocID="{A5C5D43F-9D5D-4D61-BD8E-2C73CD56C38C}" presName="vert1" presStyleCnt="0"/>
      <dgm:spPr/>
    </dgm:pt>
    <dgm:pt modelId="{4447B584-FB27-497B-9DFB-C30325E0BD35}" type="pres">
      <dgm:prSet presAssocID="{92F46A12-AA26-4661-8C02-DBEE3A3C4EC0}" presName="thickLine" presStyleLbl="alignNode1" presStyleIdx="2" presStyleCnt="7"/>
      <dgm:spPr/>
    </dgm:pt>
    <dgm:pt modelId="{5C4AF0D6-7DBE-48F1-BB04-5BE0974D698F}" type="pres">
      <dgm:prSet presAssocID="{92F46A12-AA26-4661-8C02-DBEE3A3C4EC0}" presName="horz1" presStyleCnt="0"/>
      <dgm:spPr/>
    </dgm:pt>
    <dgm:pt modelId="{5B313F9B-8DEE-4D1D-8034-F131C9CD602E}" type="pres">
      <dgm:prSet presAssocID="{92F46A12-AA26-4661-8C02-DBEE3A3C4EC0}" presName="tx1" presStyleLbl="revTx" presStyleIdx="2" presStyleCnt="7"/>
      <dgm:spPr/>
    </dgm:pt>
    <dgm:pt modelId="{386DF4A9-0754-4258-9EAD-5A196ABBA628}" type="pres">
      <dgm:prSet presAssocID="{92F46A12-AA26-4661-8C02-DBEE3A3C4EC0}" presName="vert1" presStyleCnt="0"/>
      <dgm:spPr/>
    </dgm:pt>
    <dgm:pt modelId="{7A6A3A77-16F2-486B-9070-8EFC4CAE7A86}" type="pres">
      <dgm:prSet presAssocID="{828BC14E-2A41-4D85-82C9-31964B5DB594}" presName="thickLine" presStyleLbl="alignNode1" presStyleIdx="3" presStyleCnt="7"/>
      <dgm:spPr/>
    </dgm:pt>
    <dgm:pt modelId="{D8013617-F2B8-46BA-A266-5C7F114A9356}" type="pres">
      <dgm:prSet presAssocID="{828BC14E-2A41-4D85-82C9-31964B5DB594}" presName="horz1" presStyleCnt="0"/>
      <dgm:spPr/>
    </dgm:pt>
    <dgm:pt modelId="{60CF1875-D767-49B0-804B-2B5656B51472}" type="pres">
      <dgm:prSet presAssocID="{828BC14E-2A41-4D85-82C9-31964B5DB594}" presName="tx1" presStyleLbl="revTx" presStyleIdx="3" presStyleCnt="7"/>
      <dgm:spPr/>
    </dgm:pt>
    <dgm:pt modelId="{911B6F23-6B25-45BD-BC09-311EA49C491C}" type="pres">
      <dgm:prSet presAssocID="{828BC14E-2A41-4D85-82C9-31964B5DB594}" presName="vert1" presStyleCnt="0"/>
      <dgm:spPr/>
    </dgm:pt>
    <dgm:pt modelId="{6613A85A-36CE-435E-A761-E1B03165D29F}" type="pres">
      <dgm:prSet presAssocID="{68142376-B682-4E57-B444-291A7755518F}" presName="thickLine" presStyleLbl="alignNode1" presStyleIdx="4" presStyleCnt="7"/>
      <dgm:spPr/>
    </dgm:pt>
    <dgm:pt modelId="{370ABBE9-0B95-4BE3-9A61-DD62172925F6}" type="pres">
      <dgm:prSet presAssocID="{68142376-B682-4E57-B444-291A7755518F}" presName="horz1" presStyleCnt="0"/>
      <dgm:spPr/>
    </dgm:pt>
    <dgm:pt modelId="{3B6F2186-3CB0-467C-9318-4F8025751762}" type="pres">
      <dgm:prSet presAssocID="{68142376-B682-4E57-B444-291A7755518F}" presName="tx1" presStyleLbl="revTx" presStyleIdx="4" presStyleCnt="7"/>
      <dgm:spPr/>
    </dgm:pt>
    <dgm:pt modelId="{59F1E228-7523-4583-907C-D8E9F1C43C1B}" type="pres">
      <dgm:prSet presAssocID="{68142376-B682-4E57-B444-291A7755518F}" presName="vert1" presStyleCnt="0"/>
      <dgm:spPr/>
    </dgm:pt>
    <dgm:pt modelId="{975E3A1B-A201-4B4B-9F8E-90FF1C8CD34B}" type="pres">
      <dgm:prSet presAssocID="{EE01B027-6D67-42E2-B3C3-DCD2B7F7B524}" presName="thickLine" presStyleLbl="alignNode1" presStyleIdx="5" presStyleCnt="7"/>
      <dgm:spPr/>
    </dgm:pt>
    <dgm:pt modelId="{C72C8C2D-E6AE-450C-A555-EE0F527C92EF}" type="pres">
      <dgm:prSet presAssocID="{EE01B027-6D67-42E2-B3C3-DCD2B7F7B524}" presName="horz1" presStyleCnt="0"/>
      <dgm:spPr/>
    </dgm:pt>
    <dgm:pt modelId="{DBC3892F-FCD4-4F93-A9EC-55C453375F9B}" type="pres">
      <dgm:prSet presAssocID="{EE01B027-6D67-42E2-B3C3-DCD2B7F7B524}" presName="tx1" presStyleLbl="revTx" presStyleIdx="5" presStyleCnt="7"/>
      <dgm:spPr/>
    </dgm:pt>
    <dgm:pt modelId="{B5960CE3-A932-4C81-A296-70E076FE5EBC}" type="pres">
      <dgm:prSet presAssocID="{EE01B027-6D67-42E2-B3C3-DCD2B7F7B524}" presName="vert1" presStyleCnt="0"/>
      <dgm:spPr/>
    </dgm:pt>
    <dgm:pt modelId="{82B4D6B1-9391-4E08-AF1C-5B4851EE8713}" type="pres">
      <dgm:prSet presAssocID="{AF5B3271-0D35-493F-90DC-518BC92FA9E6}" presName="thickLine" presStyleLbl="alignNode1" presStyleIdx="6" presStyleCnt="7"/>
      <dgm:spPr/>
    </dgm:pt>
    <dgm:pt modelId="{44C2AA2B-4BA9-4CA9-A24C-390C2E7474F0}" type="pres">
      <dgm:prSet presAssocID="{AF5B3271-0D35-493F-90DC-518BC92FA9E6}" presName="horz1" presStyleCnt="0"/>
      <dgm:spPr/>
    </dgm:pt>
    <dgm:pt modelId="{566CCD46-E5B0-4545-920A-1341CF20E85A}" type="pres">
      <dgm:prSet presAssocID="{AF5B3271-0D35-493F-90DC-518BC92FA9E6}" presName="tx1" presStyleLbl="revTx" presStyleIdx="6" presStyleCnt="7"/>
      <dgm:spPr/>
    </dgm:pt>
    <dgm:pt modelId="{0B55C357-89D4-4B77-9633-A8E7EEB45CE3}" type="pres">
      <dgm:prSet presAssocID="{AF5B3271-0D35-493F-90DC-518BC92FA9E6}" presName="vert1" presStyleCnt="0"/>
      <dgm:spPr/>
    </dgm:pt>
  </dgm:ptLst>
  <dgm:cxnLst>
    <dgm:cxn modelId="{AE820E19-AA79-42D4-9D81-E0E0EC6DBBDB}" type="presOf" srcId="{92F46A12-AA26-4661-8C02-DBEE3A3C4EC0}" destId="{5B313F9B-8DEE-4D1D-8034-F131C9CD602E}" srcOrd="0" destOrd="0" presId="urn:microsoft.com/office/officeart/2008/layout/LinedList"/>
    <dgm:cxn modelId="{66C48928-5106-48B7-8E53-29E7F02A1065}" type="presOf" srcId="{828BC14E-2A41-4D85-82C9-31964B5DB594}" destId="{60CF1875-D767-49B0-804B-2B5656B51472}" srcOrd="0" destOrd="0" presId="urn:microsoft.com/office/officeart/2008/layout/LinedList"/>
    <dgm:cxn modelId="{2BCCC232-C93B-4D9D-81AD-1C5AC10D338B}" srcId="{32FEA9D9-CBC5-4221-95CD-794B7E08E907}" destId="{92F46A12-AA26-4661-8C02-DBEE3A3C4EC0}" srcOrd="2" destOrd="0" parTransId="{87D31C07-78C8-4832-9E34-550785AB2868}" sibTransId="{95FF745D-2D41-4836-8466-1D262F0A8959}"/>
    <dgm:cxn modelId="{75C54A3E-3566-4AC5-87F8-805F45E17DA1}" type="presOf" srcId="{EE01B027-6D67-42E2-B3C3-DCD2B7F7B524}" destId="{DBC3892F-FCD4-4F93-A9EC-55C453375F9B}" srcOrd="0" destOrd="0" presId="urn:microsoft.com/office/officeart/2008/layout/LinedList"/>
    <dgm:cxn modelId="{23208F43-0DDB-4163-BC5D-B7E24C0A212C}" srcId="{32FEA9D9-CBC5-4221-95CD-794B7E08E907}" destId="{828BC14E-2A41-4D85-82C9-31964B5DB594}" srcOrd="3" destOrd="0" parTransId="{24FB4C3B-C5CF-4F33-96C5-475E70F477B7}" sibTransId="{2AC1E477-F481-424F-B339-4BBF134F2447}"/>
    <dgm:cxn modelId="{3390FE75-BB3D-462D-9538-5ADBA78D8D49}" srcId="{32FEA9D9-CBC5-4221-95CD-794B7E08E907}" destId="{EE01B027-6D67-42E2-B3C3-DCD2B7F7B524}" srcOrd="5" destOrd="0" parTransId="{032A8925-196B-4BCF-94B9-E9009284EF66}" sibTransId="{639EA2AA-C9CC-4633-A156-44B8CE0954D6}"/>
    <dgm:cxn modelId="{6DF35676-A08C-4E13-9464-FA9F6D55AA92}" srcId="{32FEA9D9-CBC5-4221-95CD-794B7E08E907}" destId="{68142376-B682-4E57-B444-291A7755518F}" srcOrd="4" destOrd="0" parTransId="{3ED99762-3A99-45B6-8226-FF2015E6EF3A}" sibTransId="{A6679DA1-018F-43AC-B86E-5FFA47DE3DA5}"/>
    <dgm:cxn modelId="{60BD2779-61C3-415F-B828-5C6B7E8BF4B4}" srcId="{32FEA9D9-CBC5-4221-95CD-794B7E08E907}" destId="{A5C5D43F-9D5D-4D61-BD8E-2C73CD56C38C}" srcOrd="1" destOrd="0" parTransId="{45A5A2B2-5E22-4EEF-8E03-88FC577CEA9C}" sibTransId="{D946850D-8D02-4E75-9F8F-2A4BEFE0AF82}"/>
    <dgm:cxn modelId="{B96B3790-8DEB-457F-AB9D-05027E18A965}" srcId="{32FEA9D9-CBC5-4221-95CD-794B7E08E907}" destId="{BA8D2D97-C874-412F-9403-10531B2A545C}" srcOrd="0" destOrd="0" parTransId="{2B331B57-A80B-4DB4-9BB3-D72EA205B6D8}" sibTransId="{8179894F-B146-438C-8A55-BD1DE5DD8D9E}"/>
    <dgm:cxn modelId="{4A3087A7-8A5A-45FE-9959-9965BBCD8B5A}" type="presOf" srcId="{68142376-B682-4E57-B444-291A7755518F}" destId="{3B6F2186-3CB0-467C-9318-4F8025751762}" srcOrd="0" destOrd="0" presId="urn:microsoft.com/office/officeart/2008/layout/LinedList"/>
    <dgm:cxn modelId="{ED6684C1-D31B-45D8-B950-673C3C48D1B4}" type="presOf" srcId="{BA8D2D97-C874-412F-9403-10531B2A545C}" destId="{042D0558-38B3-4750-9AD4-EC1311F7433E}" srcOrd="0" destOrd="0" presId="urn:microsoft.com/office/officeart/2008/layout/LinedList"/>
    <dgm:cxn modelId="{3E4E38C4-B8A5-4010-8711-59723E8FBADC}" type="presOf" srcId="{AF5B3271-0D35-493F-90DC-518BC92FA9E6}" destId="{566CCD46-E5B0-4545-920A-1341CF20E85A}" srcOrd="0" destOrd="0" presId="urn:microsoft.com/office/officeart/2008/layout/LinedList"/>
    <dgm:cxn modelId="{E63E4AE4-1448-484A-A21F-D9F38B2784CA}" srcId="{32FEA9D9-CBC5-4221-95CD-794B7E08E907}" destId="{AF5B3271-0D35-493F-90DC-518BC92FA9E6}" srcOrd="6" destOrd="0" parTransId="{6A9F4FED-92B4-46D8-AA6E-1791AEBCA14E}" sibTransId="{D4DB4F5C-4326-4CD2-81C4-83F16D5A7603}"/>
    <dgm:cxn modelId="{FCD501F3-8C3F-43EC-9CAC-59644B4703E7}" type="presOf" srcId="{A5C5D43F-9D5D-4D61-BD8E-2C73CD56C38C}" destId="{84A868C3-D9FF-4459-A0C4-E6A60EAFFE25}" srcOrd="0" destOrd="0" presId="urn:microsoft.com/office/officeart/2008/layout/LinedList"/>
    <dgm:cxn modelId="{975F31F4-9C9A-463C-B8FE-849514EE36B9}" type="presOf" srcId="{32FEA9D9-CBC5-4221-95CD-794B7E08E907}" destId="{CEF6BF81-EC8C-43AA-9E9C-41FD0F8559D7}" srcOrd="0" destOrd="0" presId="urn:microsoft.com/office/officeart/2008/layout/LinedList"/>
    <dgm:cxn modelId="{F8C57BD2-063A-4BD0-B37A-93E1C380852C}" type="presParOf" srcId="{CEF6BF81-EC8C-43AA-9E9C-41FD0F8559D7}" destId="{FCF55865-40CE-451C-8FA6-F56DC1F1D72F}" srcOrd="0" destOrd="0" presId="urn:microsoft.com/office/officeart/2008/layout/LinedList"/>
    <dgm:cxn modelId="{E1898F17-C0C0-489B-8307-C108B7888C3D}" type="presParOf" srcId="{CEF6BF81-EC8C-43AA-9E9C-41FD0F8559D7}" destId="{ECBDDAB8-F650-4BCD-9BA7-BB8ABA7B3BF8}" srcOrd="1" destOrd="0" presId="urn:microsoft.com/office/officeart/2008/layout/LinedList"/>
    <dgm:cxn modelId="{AD57D568-5D9D-4A20-BEB8-3C042B591600}" type="presParOf" srcId="{ECBDDAB8-F650-4BCD-9BA7-BB8ABA7B3BF8}" destId="{042D0558-38B3-4750-9AD4-EC1311F7433E}" srcOrd="0" destOrd="0" presId="urn:microsoft.com/office/officeart/2008/layout/LinedList"/>
    <dgm:cxn modelId="{4E03E27D-6084-4C72-9E07-2E7C51A94C79}" type="presParOf" srcId="{ECBDDAB8-F650-4BCD-9BA7-BB8ABA7B3BF8}" destId="{8B2224DF-B6F3-4B61-9B41-30EB4F6DF828}" srcOrd="1" destOrd="0" presId="urn:microsoft.com/office/officeart/2008/layout/LinedList"/>
    <dgm:cxn modelId="{EFFDC33F-58FF-4831-9FD8-C734917C0BC8}" type="presParOf" srcId="{CEF6BF81-EC8C-43AA-9E9C-41FD0F8559D7}" destId="{879E2EDD-2324-4F38-ADDB-9884DDEC86BB}" srcOrd="2" destOrd="0" presId="urn:microsoft.com/office/officeart/2008/layout/LinedList"/>
    <dgm:cxn modelId="{C0C640B7-D7F6-41BE-AE36-CD45A11A9166}" type="presParOf" srcId="{CEF6BF81-EC8C-43AA-9E9C-41FD0F8559D7}" destId="{94DA113D-60B7-4A57-88A4-8232780DC1FA}" srcOrd="3" destOrd="0" presId="urn:microsoft.com/office/officeart/2008/layout/LinedList"/>
    <dgm:cxn modelId="{33F12912-F086-495B-A02B-360CCC05AB84}" type="presParOf" srcId="{94DA113D-60B7-4A57-88A4-8232780DC1FA}" destId="{84A868C3-D9FF-4459-A0C4-E6A60EAFFE25}" srcOrd="0" destOrd="0" presId="urn:microsoft.com/office/officeart/2008/layout/LinedList"/>
    <dgm:cxn modelId="{E95118AE-93DF-4BE4-A9B4-22FEF39988F8}" type="presParOf" srcId="{94DA113D-60B7-4A57-88A4-8232780DC1FA}" destId="{DEAA2A6A-8688-45E4-856A-99B67003CF37}" srcOrd="1" destOrd="0" presId="urn:microsoft.com/office/officeart/2008/layout/LinedList"/>
    <dgm:cxn modelId="{A455D0CE-5B7A-4CAE-9880-1FB1F84C0118}" type="presParOf" srcId="{CEF6BF81-EC8C-43AA-9E9C-41FD0F8559D7}" destId="{4447B584-FB27-497B-9DFB-C30325E0BD35}" srcOrd="4" destOrd="0" presId="urn:microsoft.com/office/officeart/2008/layout/LinedList"/>
    <dgm:cxn modelId="{258CB617-FBC8-415B-BCB0-815EEAD08600}" type="presParOf" srcId="{CEF6BF81-EC8C-43AA-9E9C-41FD0F8559D7}" destId="{5C4AF0D6-7DBE-48F1-BB04-5BE0974D698F}" srcOrd="5" destOrd="0" presId="urn:microsoft.com/office/officeart/2008/layout/LinedList"/>
    <dgm:cxn modelId="{6D52AE03-C35F-405E-9D11-12FE1ADBB15B}" type="presParOf" srcId="{5C4AF0D6-7DBE-48F1-BB04-5BE0974D698F}" destId="{5B313F9B-8DEE-4D1D-8034-F131C9CD602E}" srcOrd="0" destOrd="0" presId="urn:microsoft.com/office/officeart/2008/layout/LinedList"/>
    <dgm:cxn modelId="{DE948D76-8273-431E-A81C-5E2C5ED88186}" type="presParOf" srcId="{5C4AF0D6-7DBE-48F1-BB04-5BE0974D698F}" destId="{386DF4A9-0754-4258-9EAD-5A196ABBA628}" srcOrd="1" destOrd="0" presId="urn:microsoft.com/office/officeart/2008/layout/LinedList"/>
    <dgm:cxn modelId="{20CA03E6-0B7B-48A1-B0E5-C4B88EE051B2}" type="presParOf" srcId="{CEF6BF81-EC8C-43AA-9E9C-41FD0F8559D7}" destId="{7A6A3A77-16F2-486B-9070-8EFC4CAE7A86}" srcOrd="6" destOrd="0" presId="urn:microsoft.com/office/officeart/2008/layout/LinedList"/>
    <dgm:cxn modelId="{A2E77C3F-EF33-4154-A197-483CCE267349}" type="presParOf" srcId="{CEF6BF81-EC8C-43AA-9E9C-41FD0F8559D7}" destId="{D8013617-F2B8-46BA-A266-5C7F114A9356}" srcOrd="7" destOrd="0" presId="urn:microsoft.com/office/officeart/2008/layout/LinedList"/>
    <dgm:cxn modelId="{5E073BB1-0B18-4372-88EC-BA141EA73C55}" type="presParOf" srcId="{D8013617-F2B8-46BA-A266-5C7F114A9356}" destId="{60CF1875-D767-49B0-804B-2B5656B51472}" srcOrd="0" destOrd="0" presId="urn:microsoft.com/office/officeart/2008/layout/LinedList"/>
    <dgm:cxn modelId="{CD8342FF-F07E-47FC-ABDB-EB6E06EA4145}" type="presParOf" srcId="{D8013617-F2B8-46BA-A266-5C7F114A9356}" destId="{911B6F23-6B25-45BD-BC09-311EA49C491C}" srcOrd="1" destOrd="0" presId="urn:microsoft.com/office/officeart/2008/layout/LinedList"/>
    <dgm:cxn modelId="{D3134546-F629-406D-B840-EE9291312077}" type="presParOf" srcId="{CEF6BF81-EC8C-43AA-9E9C-41FD0F8559D7}" destId="{6613A85A-36CE-435E-A761-E1B03165D29F}" srcOrd="8" destOrd="0" presId="urn:microsoft.com/office/officeart/2008/layout/LinedList"/>
    <dgm:cxn modelId="{0D48F0AD-3B91-42BA-ABBE-A510F1D7A7FE}" type="presParOf" srcId="{CEF6BF81-EC8C-43AA-9E9C-41FD0F8559D7}" destId="{370ABBE9-0B95-4BE3-9A61-DD62172925F6}" srcOrd="9" destOrd="0" presId="urn:microsoft.com/office/officeart/2008/layout/LinedList"/>
    <dgm:cxn modelId="{AAE7B4CB-9A5C-4F9D-AA05-9590F9554557}" type="presParOf" srcId="{370ABBE9-0B95-4BE3-9A61-DD62172925F6}" destId="{3B6F2186-3CB0-467C-9318-4F8025751762}" srcOrd="0" destOrd="0" presId="urn:microsoft.com/office/officeart/2008/layout/LinedList"/>
    <dgm:cxn modelId="{ADB1155B-C481-4F35-B37C-51F3F0C46409}" type="presParOf" srcId="{370ABBE9-0B95-4BE3-9A61-DD62172925F6}" destId="{59F1E228-7523-4583-907C-D8E9F1C43C1B}" srcOrd="1" destOrd="0" presId="urn:microsoft.com/office/officeart/2008/layout/LinedList"/>
    <dgm:cxn modelId="{FC1BD387-74BE-45F8-911E-E8FB7819312F}" type="presParOf" srcId="{CEF6BF81-EC8C-43AA-9E9C-41FD0F8559D7}" destId="{975E3A1B-A201-4B4B-9F8E-90FF1C8CD34B}" srcOrd="10" destOrd="0" presId="urn:microsoft.com/office/officeart/2008/layout/LinedList"/>
    <dgm:cxn modelId="{E2BB38C9-7132-45DA-BA0B-68C6BCF61D21}" type="presParOf" srcId="{CEF6BF81-EC8C-43AA-9E9C-41FD0F8559D7}" destId="{C72C8C2D-E6AE-450C-A555-EE0F527C92EF}" srcOrd="11" destOrd="0" presId="urn:microsoft.com/office/officeart/2008/layout/LinedList"/>
    <dgm:cxn modelId="{C86BCFB7-BE3A-47D1-B0B2-C72F4F8D0506}" type="presParOf" srcId="{C72C8C2D-E6AE-450C-A555-EE0F527C92EF}" destId="{DBC3892F-FCD4-4F93-A9EC-55C453375F9B}" srcOrd="0" destOrd="0" presId="urn:microsoft.com/office/officeart/2008/layout/LinedList"/>
    <dgm:cxn modelId="{606AE4A0-7492-4279-A378-5EBF623BE0EE}" type="presParOf" srcId="{C72C8C2D-E6AE-450C-A555-EE0F527C92EF}" destId="{B5960CE3-A932-4C81-A296-70E076FE5EBC}" srcOrd="1" destOrd="0" presId="urn:microsoft.com/office/officeart/2008/layout/LinedList"/>
    <dgm:cxn modelId="{73A637C3-C40D-467E-936D-6EBA3A1A43F6}" type="presParOf" srcId="{CEF6BF81-EC8C-43AA-9E9C-41FD0F8559D7}" destId="{82B4D6B1-9391-4E08-AF1C-5B4851EE8713}" srcOrd="12" destOrd="0" presId="urn:microsoft.com/office/officeart/2008/layout/LinedList"/>
    <dgm:cxn modelId="{9C30BF00-81C8-47C5-ACB4-96D672673772}" type="presParOf" srcId="{CEF6BF81-EC8C-43AA-9E9C-41FD0F8559D7}" destId="{44C2AA2B-4BA9-4CA9-A24C-390C2E7474F0}" srcOrd="13" destOrd="0" presId="urn:microsoft.com/office/officeart/2008/layout/LinedList"/>
    <dgm:cxn modelId="{5DE7177B-8822-45C1-8AE9-9C7B074B509A}" type="presParOf" srcId="{44C2AA2B-4BA9-4CA9-A24C-390C2E7474F0}" destId="{566CCD46-E5B0-4545-920A-1341CF20E85A}" srcOrd="0" destOrd="0" presId="urn:microsoft.com/office/officeart/2008/layout/LinedList"/>
    <dgm:cxn modelId="{ABE38AB3-828C-45E1-8161-F6AFAF167764}" type="presParOf" srcId="{44C2AA2B-4BA9-4CA9-A24C-390C2E7474F0}" destId="{0B55C357-89D4-4B77-9633-A8E7EEB45C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426DBE-9ACE-4B14-ABFD-44F6133BFBE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663FB3-3D34-4DEC-9FE8-B80606D80A8B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r>
            <a:rPr lang="en-US" dirty="0"/>
            <a:t>Train data</a:t>
          </a:r>
        </a:p>
      </dgm:t>
    </dgm:pt>
    <dgm:pt modelId="{66F36D73-4046-480C-8C0A-56639BCA2FAA}" type="parTrans" cxnId="{AB36F998-7275-4479-9890-6286B58527C5}">
      <dgm:prSet/>
      <dgm:spPr/>
      <dgm:t>
        <a:bodyPr/>
        <a:lstStyle/>
        <a:p>
          <a:endParaRPr lang="en-US"/>
        </a:p>
      </dgm:t>
    </dgm:pt>
    <dgm:pt modelId="{35ECC5D1-E9E6-4110-988D-80206CFB75B6}" type="sibTrans" cxnId="{AB36F998-7275-4479-9890-6286B58527C5}">
      <dgm:prSet/>
      <dgm:spPr/>
      <dgm:t>
        <a:bodyPr/>
        <a:lstStyle/>
        <a:p>
          <a:endParaRPr lang="en-US"/>
        </a:p>
      </dgm:t>
    </dgm:pt>
    <dgm:pt modelId="{6B8A58F0-67FE-40BF-A57D-32481A11E923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r>
            <a:rPr lang="en-US" dirty="0"/>
            <a:t>Train data</a:t>
          </a:r>
        </a:p>
      </dgm:t>
    </dgm:pt>
    <dgm:pt modelId="{F6680E7D-940E-4999-81BF-63B26CA24964}" type="parTrans" cxnId="{75FAB16B-1E16-43B2-B19A-295890581600}">
      <dgm:prSet/>
      <dgm:spPr/>
      <dgm:t>
        <a:bodyPr/>
        <a:lstStyle/>
        <a:p>
          <a:endParaRPr lang="en-US"/>
        </a:p>
      </dgm:t>
    </dgm:pt>
    <dgm:pt modelId="{FE6AD84F-124A-4871-90AC-ECB8BD49A093}" type="sibTrans" cxnId="{75FAB16B-1E16-43B2-B19A-295890581600}">
      <dgm:prSet/>
      <dgm:spPr/>
      <dgm:t>
        <a:bodyPr/>
        <a:lstStyle/>
        <a:p>
          <a:endParaRPr lang="en-US"/>
        </a:p>
      </dgm:t>
    </dgm:pt>
    <dgm:pt modelId="{315680D1-D8CE-4DDF-8C7F-D20110AF136D}">
      <dgm:prSet/>
      <dgm:spPr>
        <a:solidFill>
          <a:schemeClr val="accent2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/>
            <a:t>Mean word count is </a:t>
          </a:r>
          <a:r>
            <a:rPr lang="en-US" dirty="0">
              <a:highlight>
                <a:srgbClr val="FFFF00"/>
              </a:highlight>
            </a:rPr>
            <a:t>16.7</a:t>
          </a:r>
        </a:p>
      </dgm:t>
    </dgm:pt>
    <dgm:pt modelId="{9D1A837C-AE04-4C20-A11F-F784B983791F}" type="parTrans" cxnId="{43720291-A1FE-49F1-950A-976FAB5F8478}">
      <dgm:prSet/>
      <dgm:spPr/>
      <dgm:t>
        <a:bodyPr/>
        <a:lstStyle/>
        <a:p>
          <a:endParaRPr lang="en-US"/>
        </a:p>
      </dgm:t>
    </dgm:pt>
    <dgm:pt modelId="{1AE14F92-5871-43B3-A476-A964A55A5EBF}" type="sibTrans" cxnId="{43720291-A1FE-49F1-950A-976FAB5F8478}">
      <dgm:prSet/>
      <dgm:spPr/>
      <dgm:t>
        <a:bodyPr/>
        <a:lstStyle/>
        <a:p>
          <a:endParaRPr lang="en-US"/>
        </a:p>
      </dgm:t>
    </dgm:pt>
    <dgm:pt modelId="{136BC23A-586F-4F1C-9EA7-BD71ACB58B90}">
      <dgm:prSet/>
      <dgm:spPr>
        <a:solidFill>
          <a:schemeClr val="accent2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/>
            <a:t>Mean character count is </a:t>
          </a:r>
          <a:r>
            <a:rPr lang="en-US" dirty="0">
              <a:highlight>
                <a:srgbClr val="FFFF00"/>
              </a:highlight>
            </a:rPr>
            <a:t>80.6</a:t>
          </a:r>
        </a:p>
      </dgm:t>
    </dgm:pt>
    <dgm:pt modelId="{73B96BA8-E92B-4FA6-B3ED-68C2E83BB383}" type="parTrans" cxnId="{9E5AB322-0A88-4A50-9782-6B3C0EB8B0DE}">
      <dgm:prSet/>
      <dgm:spPr/>
      <dgm:t>
        <a:bodyPr/>
        <a:lstStyle/>
        <a:p>
          <a:endParaRPr lang="en-US"/>
        </a:p>
      </dgm:t>
    </dgm:pt>
    <dgm:pt modelId="{9A863DCF-3F91-466D-AAD1-D8726D78D7E6}" type="sibTrans" cxnId="{9E5AB322-0A88-4A50-9782-6B3C0EB8B0DE}">
      <dgm:prSet/>
      <dgm:spPr/>
      <dgm:t>
        <a:bodyPr/>
        <a:lstStyle/>
        <a:p>
          <a:endParaRPr lang="en-US"/>
        </a:p>
      </dgm:t>
    </dgm:pt>
    <dgm:pt modelId="{7A791D53-7855-4E90-AD1C-42B51D0B6B96}">
      <dgm:prSet/>
      <dgm:spPr>
        <a:solidFill>
          <a:schemeClr val="accent2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/>
            <a:t>Mean avg word length is 4.92</a:t>
          </a:r>
        </a:p>
      </dgm:t>
    </dgm:pt>
    <dgm:pt modelId="{B7D7F343-D14F-40C4-8E85-AD37BDBE47D3}" type="parTrans" cxnId="{BA7AF14C-4A67-4373-93AC-5099DFEF8923}">
      <dgm:prSet/>
      <dgm:spPr/>
      <dgm:t>
        <a:bodyPr/>
        <a:lstStyle/>
        <a:p>
          <a:endParaRPr lang="en-US"/>
        </a:p>
      </dgm:t>
    </dgm:pt>
    <dgm:pt modelId="{59BCE79B-3D33-42CF-B3C5-07485308A29D}" type="sibTrans" cxnId="{BA7AF14C-4A67-4373-93AC-5099DFEF8923}">
      <dgm:prSet/>
      <dgm:spPr/>
      <dgm:t>
        <a:bodyPr/>
        <a:lstStyle/>
        <a:p>
          <a:endParaRPr lang="en-US"/>
        </a:p>
      </dgm:t>
    </dgm:pt>
    <dgm:pt modelId="{E245EBD3-A4B3-43A6-A351-B19754C84190}">
      <dgm:prSet/>
      <dgm:spPr>
        <a:solidFill>
          <a:schemeClr val="accent2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/>
            <a:t>Correlation b/w word count and char count is 0.54</a:t>
          </a:r>
        </a:p>
      </dgm:t>
    </dgm:pt>
    <dgm:pt modelId="{84EE2369-9C87-4967-A608-D307DE2BAB8A}" type="parTrans" cxnId="{EE27D3C1-B22D-45DB-AD0C-7F696A8E5B11}">
      <dgm:prSet/>
      <dgm:spPr/>
      <dgm:t>
        <a:bodyPr/>
        <a:lstStyle/>
        <a:p>
          <a:endParaRPr lang="en-US"/>
        </a:p>
      </dgm:t>
    </dgm:pt>
    <dgm:pt modelId="{7688C03F-9C11-461F-9A62-602C1CEF3F0D}" type="sibTrans" cxnId="{EE27D3C1-B22D-45DB-AD0C-7F696A8E5B11}">
      <dgm:prSet/>
      <dgm:spPr/>
      <dgm:t>
        <a:bodyPr/>
        <a:lstStyle/>
        <a:p>
          <a:endParaRPr lang="en-US"/>
        </a:p>
      </dgm:t>
    </dgm:pt>
    <dgm:pt modelId="{11A84EA9-87AC-4130-B7F9-7ED3F12DD0DF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r>
            <a:rPr lang="en-US" dirty="0"/>
            <a:t>Test data</a:t>
          </a:r>
        </a:p>
      </dgm:t>
    </dgm:pt>
    <dgm:pt modelId="{B4D9D4A6-20B7-4FB7-8AC8-6CFD558ECBF5}" type="parTrans" cxnId="{469A3846-FBCE-4E2C-8234-69808126C9CE}">
      <dgm:prSet/>
      <dgm:spPr/>
      <dgm:t>
        <a:bodyPr/>
        <a:lstStyle/>
        <a:p>
          <a:endParaRPr lang="en-US"/>
        </a:p>
      </dgm:t>
    </dgm:pt>
    <dgm:pt modelId="{9C42AAF0-D30C-497A-B114-2A56ED89607C}" type="sibTrans" cxnId="{469A3846-FBCE-4E2C-8234-69808126C9CE}">
      <dgm:prSet/>
      <dgm:spPr/>
      <dgm:t>
        <a:bodyPr/>
        <a:lstStyle/>
        <a:p>
          <a:endParaRPr lang="en-US"/>
        </a:p>
      </dgm:t>
    </dgm:pt>
    <dgm:pt modelId="{16AAA86E-9C7C-4845-A167-1A0A147A2D2A}">
      <dgm:prSet/>
      <dgm:spPr>
        <a:solidFill>
          <a:schemeClr val="accent5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/>
            <a:t>Mean word count is </a:t>
          </a:r>
          <a:r>
            <a:rPr lang="en-US" dirty="0">
              <a:highlight>
                <a:srgbClr val="FFFF00"/>
              </a:highlight>
            </a:rPr>
            <a:t>17.3</a:t>
          </a:r>
        </a:p>
      </dgm:t>
    </dgm:pt>
    <dgm:pt modelId="{271D2BDE-7F17-471F-93E7-6E8CF32911BA}" type="parTrans" cxnId="{EDDFA392-E33E-4655-B7AD-0F92D66ECA7C}">
      <dgm:prSet/>
      <dgm:spPr/>
      <dgm:t>
        <a:bodyPr/>
        <a:lstStyle/>
        <a:p>
          <a:endParaRPr lang="en-US"/>
        </a:p>
      </dgm:t>
    </dgm:pt>
    <dgm:pt modelId="{ACDA7F7A-41D3-44B9-9E78-78FB01797951}" type="sibTrans" cxnId="{EDDFA392-E33E-4655-B7AD-0F92D66ECA7C}">
      <dgm:prSet/>
      <dgm:spPr/>
      <dgm:t>
        <a:bodyPr/>
        <a:lstStyle/>
        <a:p>
          <a:endParaRPr lang="en-US"/>
        </a:p>
      </dgm:t>
    </dgm:pt>
    <dgm:pt modelId="{9DC9E44A-55BB-4049-A8E2-DDDAAFAF9CF1}">
      <dgm:prSet/>
      <dgm:spPr>
        <a:solidFill>
          <a:schemeClr val="accent5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/>
            <a:t>Mean character count is </a:t>
          </a:r>
          <a:r>
            <a:rPr lang="en-US" dirty="0">
              <a:highlight>
                <a:srgbClr val="FFFF00"/>
              </a:highlight>
            </a:rPr>
            <a:t>90.8</a:t>
          </a:r>
        </a:p>
      </dgm:t>
    </dgm:pt>
    <dgm:pt modelId="{827600A9-E02A-4452-936B-E673CCE11DE8}" type="parTrans" cxnId="{67AA0FD4-A85A-4BE7-A646-D294F80C351E}">
      <dgm:prSet/>
      <dgm:spPr/>
      <dgm:t>
        <a:bodyPr/>
        <a:lstStyle/>
        <a:p>
          <a:endParaRPr lang="en-US"/>
        </a:p>
      </dgm:t>
    </dgm:pt>
    <dgm:pt modelId="{8648D19C-17FB-4C3D-8E28-55657A1CC7FB}" type="sibTrans" cxnId="{67AA0FD4-A85A-4BE7-A646-D294F80C351E}">
      <dgm:prSet/>
      <dgm:spPr/>
      <dgm:t>
        <a:bodyPr/>
        <a:lstStyle/>
        <a:p>
          <a:endParaRPr lang="en-US"/>
        </a:p>
      </dgm:t>
    </dgm:pt>
    <dgm:pt modelId="{868528FF-98D6-4F8D-BA07-8371F65EBD46}">
      <dgm:prSet/>
      <dgm:spPr>
        <a:solidFill>
          <a:schemeClr val="accent5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/>
            <a:t>Mean avg word length is 5.26</a:t>
          </a:r>
        </a:p>
      </dgm:t>
    </dgm:pt>
    <dgm:pt modelId="{0E136F84-C5EC-45CF-8F9A-B6941E1754E1}" type="parTrans" cxnId="{53995A56-1040-4D4F-A90A-F859139E4911}">
      <dgm:prSet/>
      <dgm:spPr/>
      <dgm:t>
        <a:bodyPr/>
        <a:lstStyle/>
        <a:p>
          <a:endParaRPr lang="en-US"/>
        </a:p>
      </dgm:t>
    </dgm:pt>
    <dgm:pt modelId="{0419E27D-B559-41D6-92E4-CB7EF8D3381B}" type="sibTrans" cxnId="{53995A56-1040-4D4F-A90A-F859139E4911}">
      <dgm:prSet/>
      <dgm:spPr/>
      <dgm:t>
        <a:bodyPr/>
        <a:lstStyle/>
        <a:p>
          <a:endParaRPr lang="en-US"/>
        </a:p>
      </dgm:t>
    </dgm:pt>
    <dgm:pt modelId="{A9E981DB-05BE-45D5-A600-B4C1FACD493F}">
      <dgm:prSet/>
      <dgm:spPr>
        <a:solidFill>
          <a:schemeClr val="accent5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/>
            <a:t>Correlation b/w word count and char count is 0.84</a:t>
          </a:r>
        </a:p>
      </dgm:t>
    </dgm:pt>
    <dgm:pt modelId="{62996B1B-4E00-46C3-88AB-98B3045D1E72}" type="parTrans" cxnId="{3B92E09F-D829-4017-8786-26B215BE89CF}">
      <dgm:prSet/>
      <dgm:spPr/>
      <dgm:t>
        <a:bodyPr/>
        <a:lstStyle/>
        <a:p>
          <a:endParaRPr lang="en-US"/>
        </a:p>
      </dgm:t>
    </dgm:pt>
    <dgm:pt modelId="{0ABAF361-46F3-4E1B-BFC6-0683C01C45E7}" type="sibTrans" cxnId="{3B92E09F-D829-4017-8786-26B215BE89CF}">
      <dgm:prSet/>
      <dgm:spPr/>
      <dgm:t>
        <a:bodyPr/>
        <a:lstStyle/>
        <a:p>
          <a:endParaRPr lang="en-US"/>
        </a:p>
      </dgm:t>
    </dgm:pt>
    <dgm:pt modelId="{40381800-D7E3-497F-A6CB-8FBA34E01A29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r>
            <a:rPr lang="en-US" dirty="0"/>
            <a:t>Test data</a:t>
          </a:r>
        </a:p>
      </dgm:t>
    </dgm:pt>
    <dgm:pt modelId="{62EAD828-5EE2-4CBA-B209-16D494BBE7F7}" type="parTrans" cxnId="{D63D8740-E077-4C3D-922C-54BBE39C50CA}">
      <dgm:prSet/>
      <dgm:spPr/>
      <dgm:t>
        <a:bodyPr/>
        <a:lstStyle/>
        <a:p>
          <a:endParaRPr lang="en-US"/>
        </a:p>
      </dgm:t>
    </dgm:pt>
    <dgm:pt modelId="{B50915DC-D257-456D-AF20-F82425B6714E}" type="sibTrans" cxnId="{D63D8740-E077-4C3D-922C-54BBE39C50CA}">
      <dgm:prSet/>
      <dgm:spPr/>
      <dgm:t>
        <a:bodyPr/>
        <a:lstStyle/>
        <a:p>
          <a:endParaRPr lang="en-US"/>
        </a:p>
      </dgm:t>
    </dgm:pt>
    <dgm:pt modelId="{820D6A02-3326-4F25-B4BE-60084BEB6B43}">
      <dgm:prSet/>
      <dgm:spPr>
        <a:solidFill>
          <a:schemeClr val="accent5">
            <a:lumMod val="20000"/>
            <a:lumOff val="80000"/>
            <a:alpha val="90000"/>
          </a:schemeClr>
        </a:solidFill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>
              <a:highlight>
                <a:srgbClr val="FFFF00"/>
              </a:highlight>
            </a:rPr>
            <a:t>65%</a:t>
          </a:r>
          <a:r>
            <a:rPr lang="en-US" dirty="0"/>
            <a:t> of the test data is from CN, 10% from CA, 6% from JP.</a:t>
          </a:r>
        </a:p>
      </dgm:t>
    </dgm:pt>
    <dgm:pt modelId="{6E00BE58-2712-4D02-A822-D1BD516435A0}" type="parTrans" cxnId="{8314C5A1-5B11-47B2-AA12-F028708F6B3D}">
      <dgm:prSet/>
      <dgm:spPr/>
      <dgm:t>
        <a:bodyPr/>
        <a:lstStyle/>
        <a:p>
          <a:endParaRPr lang="en-US"/>
        </a:p>
      </dgm:t>
    </dgm:pt>
    <dgm:pt modelId="{14CF5630-D447-48FE-B660-42583B4E0978}" type="sibTrans" cxnId="{8314C5A1-5B11-47B2-AA12-F028708F6B3D}">
      <dgm:prSet/>
      <dgm:spPr/>
      <dgm:t>
        <a:bodyPr/>
        <a:lstStyle/>
        <a:p>
          <a:endParaRPr lang="en-US"/>
        </a:p>
      </dgm:t>
    </dgm:pt>
    <dgm:pt modelId="{AF1A7A2D-6606-4810-BC1D-2CD014F7B1C8}">
      <dgm:prSet/>
      <dgm:spPr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dirty="0">
              <a:highlight>
                <a:srgbClr val="FFFF00"/>
              </a:highlight>
            </a:rPr>
            <a:t>99.8%</a:t>
          </a:r>
          <a:r>
            <a:rPr lang="en-US" dirty="0"/>
            <a:t> of the training data is from US.</a:t>
          </a:r>
        </a:p>
      </dgm:t>
    </dgm:pt>
    <dgm:pt modelId="{CFBA8A25-8A6E-422D-9445-FE9C8D51B993}" type="parTrans" cxnId="{448C6F0D-0F7B-4042-AE52-A400D78D014A}">
      <dgm:prSet/>
      <dgm:spPr/>
      <dgm:t>
        <a:bodyPr/>
        <a:lstStyle/>
        <a:p>
          <a:endParaRPr lang="en-US"/>
        </a:p>
      </dgm:t>
    </dgm:pt>
    <dgm:pt modelId="{73682C7F-53D4-4EEC-9E84-7256C4399697}" type="sibTrans" cxnId="{448C6F0D-0F7B-4042-AE52-A400D78D014A}">
      <dgm:prSet/>
      <dgm:spPr/>
      <dgm:t>
        <a:bodyPr/>
        <a:lstStyle/>
        <a:p>
          <a:endParaRPr lang="en-US"/>
        </a:p>
      </dgm:t>
    </dgm:pt>
    <dgm:pt modelId="{D565369F-A014-4A61-BA7C-540692BB6834}" type="pres">
      <dgm:prSet presAssocID="{CE426DBE-9ACE-4B14-ABFD-44F6133BFBEF}" presName="Name0" presStyleCnt="0">
        <dgm:presLayoutVars>
          <dgm:dir/>
          <dgm:animLvl val="lvl"/>
          <dgm:resizeHandles val="exact"/>
        </dgm:presLayoutVars>
      </dgm:prSet>
      <dgm:spPr/>
    </dgm:pt>
    <dgm:pt modelId="{478524C6-210D-4314-9FE7-213E74211C36}" type="pres">
      <dgm:prSet presAssocID="{CB663FB3-3D34-4DEC-9FE8-B80606D80A8B}" presName="composite" presStyleCnt="0"/>
      <dgm:spPr/>
    </dgm:pt>
    <dgm:pt modelId="{34F4FED3-3669-4D1E-8283-23184F2D97DC}" type="pres">
      <dgm:prSet presAssocID="{CB663FB3-3D34-4DEC-9FE8-B80606D80A8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C7FC9189-681F-4DDE-A59A-16D1A6A91B66}" type="pres">
      <dgm:prSet presAssocID="{CB663FB3-3D34-4DEC-9FE8-B80606D80A8B}" presName="desTx" presStyleLbl="alignAccFollowNode1" presStyleIdx="0" presStyleCnt="4">
        <dgm:presLayoutVars>
          <dgm:bulletEnabled val="1"/>
        </dgm:presLayoutVars>
      </dgm:prSet>
      <dgm:spPr/>
    </dgm:pt>
    <dgm:pt modelId="{1F2DA59F-B078-46DE-82FC-9ED4E58816CB}" type="pres">
      <dgm:prSet presAssocID="{35ECC5D1-E9E6-4110-988D-80206CFB75B6}" presName="space" presStyleCnt="0"/>
      <dgm:spPr/>
    </dgm:pt>
    <dgm:pt modelId="{9A038147-36F8-480C-835E-5E2D5977836A}" type="pres">
      <dgm:prSet presAssocID="{40381800-D7E3-497F-A6CB-8FBA34E01A29}" presName="composite" presStyleCnt="0"/>
      <dgm:spPr/>
    </dgm:pt>
    <dgm:pt modelId="{C598859F-D00C-416A-A981-4C4065E07C27}" type="pres">
      <dgm:prSet presAssocID="{40381800-D7E3-497F-A6CB-8FBA34E01A29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538C5411-C13B-426F-B57E-51862A8C4061}" type="pres">
      <dgm:prSet presAssocID="{40381800-D7E3-497F-A6CB-8FBA34E01A29}" presName="desTx" presStyleLbl="alignAccFollowNode1" presStyleIdx="1" presStyleCnt="4">
        <dgm:presLayoutVars>
          <dgm:bulletEnabled val="1"/>
        </dgm:presLayoutVars>
      </dgm:prSet>
      <dgm:spPr/>
    </dgm:pt>
    <dgm:pt modelId="{CCDD21A7-9788-42D9-A363-5DC9473A03E4}" type="pres">
      <dgm:prSet presAssocID="{B50915DC-D257-456D-AF20-F82425B6714E}" presName="space" presStyleCnt="0"/>
      <dgm:spPr/>
    </dgm:pt>
    <dgm:pt modelId="{658C9A19-2E94-4BFB-A47D-6D9F5C1B77DA}" type="pres">
      <dgm:prSet presAssocID="{6B8A58F0-67FE-40BF-A57D-32481A11E923}" presName="composite" presStyleCnt="0"/>
      <dgm:spPr/>
    </dgm:pt>
    <dgm:pt modelId="{BAFD207F-7552-40EA-8796-48BCC6EADDE6}" type="pres">
      <dgm:prSet presAssocID="{6B8A58F0-67FE-40BF-A57D-32481A11E92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ECF0440-F05E-4056-BCC4-1EBE21B2B592}" type="pres">
      <dgm:prSet presAssocID="{6B8A58F0-67FE-40BF-A57D-32481A11E923}" presName="desTx" presStyleLbl="alignAccFollowNode1" presStyleIdx="2" presStyleCnt="4">
        <dgm:presLayoutVars>
          <dgm:bulletEnabled val="1"/>
        </dgm:presLayoutVars>
      </dgm:prSet>
      <dgm:spPr/>
    </dgm:pt>
    <dgm:pt modelId="{AC5A9E8F-83E0-4E20-802D-A3B1E5845556}" type="pres">
      <dgm:prSet presAssocID="{FE6AD84F-124A-4871-90AC-ECB8BD49A093}" presName="space" presStyleCnt="0"/>
      <dgm:spPr/>
    </dgm:pt>
    <dgm:pt modelId="{61424262-7301-4024-B7DE-6D5BA75720A6}" type="pres">
      <dgm:prSet presAssocID="{11A84EA9-87AC-4130-B7F9-7ED3F12DD0DF}" presName="composite" presStyleCnt="0"/>
      <dgm:spPr/>
    </dgm:pt>
    <dgm:pt modelId="{41C78F44-7EA4-423A-B345-38AB1287A7FA}" type="pres">
      <dgm:prSet presAssocID="{11A84EA9-87AC-4130-B7F9-7ED3F12DD0D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94ABE75-098A-49DC-89F0-C9765CA169AD}" type="pres">
      <dgm:prSet presAssocID="{11A84EA9-87AC-4130-B7F9-7ED3F12DD0D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448C6F0D-0F7B-4042-AE52-A400D78D014A}" srcId="{CB663FB3-3D34-4DEC-9FE8-B80606D80A8B}" destId="{AF1A7A2D-6606-4810-BC1D-2CD014F7B1C8}" srcOrd="0" destOrd="0" parTransId="{CFBA8A25-8A6E-422D-9445-FE9C8D51B993}" sibTransId="{73682C7F-53D4-4EEC-9E84-7256C4399697}"/>
    <dgm:cxn modelId="{FD45370F-2796-4C5D-86BE-462D2F971A64}" type="presOf" srcId="{315680D1-D8CE-4DDF-8C7F-D20110AF136D}" destId="{FECF0440-F05E-4056-BCC4-1EBE21B2B592}" srcOrd="0" destOrd="0" presId="urn:microsoft.com/office/officeart/2005/8/layout/hList1"/>
    <dgm:cxn modelId="{00266012-66E6-4D56-90FF-2C7B6F3B2FAC}" type="presOf" srcId="{CE426DBE-9ACE-4B14-ABFD-44F6133BFBEF}" destId="{D565369F-A014-4A61-BA7C-540692BB6834}" srcOrd="0" destOrd="0" presId="urn:microsoft.com/office/officeart/2005/8/layout/hList1"/>
    <dgm:cxn modelId="{9E5AB322-0A88-4A50-9782-6B3C0EB8B0DE}" srcId="{6B8A58F0-67FE-40BF-A57D-32481A11E923}" destId="{136BC23A-586F-4F1C-9EA7-BD71ACB58B90}" srcOrd="1" destOrd="0" parTransId="{73B96BA8-E92B-4FA6-B3ED-68C2E83BB383}" sibTransId="{9A863DCF-3F91-466D-AAD1-D8726D78D7E6}"/>
    <dgm:cxn modelId="{CF31DE31-A592-4AC2-862D-FB28AB34DA4C}" type="presOf" srcId="{40381800-D7E3-497F-A6CB-8FBA34E01A29}" destId="{C598859F-D00C-416A-A981-4C4065E07C27}" srcOrd="0" destOrd="0" presId="urn:microsoft.com/office/officeart/2005/8/layout/hList1"/>
    <dgm:cxn modelId="{D63D8740-E077-4C3D-922C-54BBE39C50CA}" srcId="{CE426DBE-9ACE-4B14-ABFD-44F6133BFBEF}" destId="{40381800-D7E3-497F-A6CB-8FBA34E01A29}" srcOrd="1" destOrd="0" parTransId="{62EAD828-5EE2-4CBA-B209-16D494BBE7F7}" sibTransId="{B50915DC-D257-456D-AF20-F82425B6714E}"/>
    <dgm:cxn modelId="{136B7443-8851-4F3E-83FD-5DF719BF45A4}" type="presOf" srcId="{820D6A02-3326-4F25-B4BE-60084BEB6B43}" destId="{538C5411-C13B-426F-B57E-51862A8C4061}" srcOrd="0" destOrd="0" presId="urn:microsoft.com/office/officeart/2005/8/layout/hList1"/>
    <dgm:cxn modelId="{A6653565-C6B9-43BC-B02C-12E722E2CABF}" type="presOf" srcId="{E245EBD3-A4B3-43A6-A351-B19754C84190}" destId="{FECF0440-F05E-4056-BCC4-1EBE21B2B592}" srcOrd="0" destOrd="3" presId="urn:microsoft.com/office/officeart/2005/8/layout/hList1"/>
    <dgm:cxn modelId="{8CE3ED45-E509-49D1-8ECC-F47B18C75B3F}" type="presOf" srcId="{11A84EA9-87AC-4130-B7F9-7ED3F12DD0DF}" destId="{41C78F44-7EA4-423A-B345-38AB1287A7FA}" srcOrd="0" destOrd="0" presId="urn:microsoft.com/office/officeart/2005/8/layout/hList1"/>
    <dgm:cxn modelId="{469A3846-FBCE-4E2C-8234-69808126C9CE}" srcId="{CE426DBE-9ACE-4B14-ABFD-44F6133BFBEF}" destId="{11A84EA9-87AC-4130-B7F9-7ED3F12DD0DF}" srcOrd="3" destOrd="0" parTransId="{B4D9D4A6-20B7-4FB7-8AC8-6CFD558ECBF5}" sibTransId="{9C42AAF0-D30C-497A-B114-2A56ED89607C}"/>
    <dgm:cxn modelId="{87C1C447-D0D2-4742-8AE7-AA4620C03CB2}" type="presOf" srcId="{6B8A58F0-67FE-40BF-A57D-32481A11E923}" destId="{BAFD207F-7552-40EA-8796-48BCC6EADDE6}" srcOrd="0" destOrd="0" presId="urn:microsoft.com/office/officeart/2005/8/layout/hList1"/>
    <dgm:cxn modelId="{75FAB16B-1E16-43B2-B19A-295890581600}" srcId="{CE426DBE-9ACE-4B14-ABFD-44F6133BFBEF}" destId="{6B8A58F0-67FE-40BF-A57D-32481A11E923}" srcOrd="2" destOrd="0" parTransId="{F6680E7D-940E-4999-81BF-63B26CA24964}" sibTransId="{FE6AD84F-124A-4871-90AC-ECB8BD49A093}"/>
    <dgm:cxn modelId="{BA7AF14C-4A67-4373-93AC-5099DFEF8923}" srcId="{6B8A58F0-67FE-40BF-A57D-32481A11E923}" destId="{7A791D53-7855-4E90-AD1C-42B51D0B6B96}" srcOrd="2" destOrd="0" parTransId="{B7D7F343-D14F-40C4-8E85-AD37BDBE47D3}" sibTransId="{59BCE79B-3D33-42CF-B3C5-07485308A29D}"/>
    <dgm:cxn modelId="{53995A56-1040-4D4F-A90A-F859139E4911}" srcId="{11A84EA9-87AC-4130-B7F9-7ED3F12DD0DF}" destId="{868528FF-98D6-4F8D-BA07-8371F65EBD46}" srcOrd="2" destOrd="0" parTransId="{0E136F84-C5EC-45CF-8F9A-B6941E1754E1}" sibTransId="{0419E27D-B559-41D6-92E4-CB7EF8D3381B}"/>
    <dgm:cxn modelId="{62EFAF5A-D7DF-4AF3-A8DB-77AB18D02314}" type="presOf" srcId="{AF1A7A2D-6606-4810-BC1D-2CD014F7B1C8}" destId="{C7FC9189-681F-4DDE-A59A-16D1A6A91B66}" srcOrd="0" destOrd="0" presId="urn:microsoft.com/office/officeart/2005/8/layout/hList1"/>
    <dgm:cxn modelId="{AB6E1483-5A5A-41E3-AD52-782AB7AA4A01}" type="presOf" srcId="{9DC9E44A-55BB-4049-A8E2-DDDAAFAF9CF1}" destId="{294ABE75-098A-49DC-89F0-C9765CA169AD}" srcOrd="0" destOrd="1" presId="urn:microsoft.com/office/officeart/2005/8/layout/hList1"/>
    <dgm:cxn modelId="{1D075E84-DE02-4522-A026-205DB0E26983}" type="presOf" srcId="{CB663FB3-3D34-4DEC-9FE8-B80606D80A8B}" destId="{34F4FED3-3669-4D1E-8283-23184F2D97DC}" srcOrd="0" destOrd="0" presId="urn:microsoft.com/office/officeart/2005/8/layout/hList1"/>
    <dgm:cxn modelId="{43720291-A1FE-49F1-950A-976FAB5F8478}" srcId="{6B8A58F0-67FE-40BF-A57D-32481A11E923}" destId="{315680D1-D8CE-4DDF-8C7F-D20110AF136D}" srcOrd="0" destOrd="0" parTransId="{9D1A837C-AE04-4C20-A11F-F784B983791F}" sibTransId="{1AE14F92-5871-43B3-A476-A964A55A5EBF}"/>
    <dgm:cxn modelId="{EDDFA392-E33E-4655-B7AD-0F92D66ECA7C}" srcId="{11A84EA9-87AC-4130-B7F9-7ED3F12DD0DF}" destId="{16AAA86E-9C7C-4845-A167-1A0A147A2D2A}" srcOrd="0" destOrd="0" parTransId="{271D2BDE-7F17-471F-93E7-6E8CF32911BA}" sibTransId="{ACDA7F7A-41D3-44B9-9E78-78FB01797951}"/>
    <dgm:cxn modelId="{AB36F998-7275-4479-9890-6286B58527C5}" srcId="{CE426DBE-9ACE-4B14-ABFD-44F6133BFBEF}" destId="{CB663FB3-3D34-4DEC-9FE8-B80606D80A8B}" srcOrd="0" destOrd="0" parTransId="{66F36D73-4046-480C-8C0A-56639BCA2FAA}" sibTransId="{35ECC5D1-E9E6-4110-988D-80206CFB75B6}"/>
    <dgm:cxn modelId="{3EA4CB9E-01CF-45D3-968E-B2FC6712A93E}" type="presOf" srcId="{A9E981DB-05BE-45D5-A600-B4C1FACD493F}" destId="{294ABE75-098A-49DC-89F0-C9765CA169AD}" srcOrd="0" destOrd="3" presId="urn:microsoft.com/office/officeart/2005/8/layout/hList1"/>
    <dgm:cxn modelId="{3B92E09F-D829-4017-8786-26B215BE89CF}" srcId="{11A84EA9-87AC-4130-B7F9-7ED3F12DD0DF}" destId="{A9E981DB-05BE-45D5-A600-B4C1FACD493F}" srcOrd="3" destOrd="0" parTransId="{62996B1B-4E00-46C3-88AB-98B3045D1E72}" sibTransId="{0ABAF361-46F3-4E1B-BFC6-0683C01C45E7}"/>
    <dgm:cxn modelId="{8314C5A1-5B11-47B2-AA12-F028708F6B3D}" srcId="{40381800-D7E3-497F-A6CB-8FBA34E01A29}" destId="{820D6A02-3326-4F25-B4BE-60084BEB6B43}" srcOrd="0" destOrd="0" parTransId="{6E00BE58-2712-4D02-A822-D1BD516435A0}" sibTransId="{14CF5630-D447-48FE-B660-42583B4E0978}"/>
    <dgm:cxn modelId="{EE27D3C1-B22D-45DB-AD0C-7F696A8E5B11}" srcId="{6B8A58F0-67FE-40BF-A57D-32481A11E923}" destId="{E245EBD3-A4B3-43A6-A351-B19754C84190}" srcOrd="3" destOrd="0" parTransId="{84EE2369-9C87-4967-A608-D307DE2BAB8A}" sibTransId="{7688C03F-9C11-461F-9A62-602C1CEF3F0D}"/>
    <dgm:cxn modelId="{127F7ECA-BD3E-43E5-B4AC-F8CF0279C629}" type="presOf" srcId="{16AAA86E-9C7C-4845-A167-1A0A147A2D2A}" destId="{294ABE75-098A-49DC-89F0-C9765CA169AD}" srcOrd="0" destOrd="0" presId="urn:microsoft.com/office/officeart/2005/8/layout/hList1"/>
    <dgm:cxn modelId="{900944CD-9092-4B9C-9A4E-B67B445D9D1C}" type="presOf" srcId="{868528FF-98D6-4F8D-BA07-8371F65EBD46}" destId="{294ABE75-098A-49DC-89F0-C9765CA169AD}" srcOrd="0" destOrd="2" presId="urn:microsoft.com/office/officeart/2005/8/layout/hList1"/>
    <dgm:cxn modelId="{67AA0FD4-A85A-4BE7-A646-D294F80C351E}" srcId="{11A84EA9-87AC-4130-B7F9-7ED3F12DD0DF}" destId="{9DC9E44A-55BB-4049-A8E2-DDDAAFAF9CF1}" srcOrd="1" destOrd="0" parTransId="{827600A9-E02A-4452-936B-E673CCE11DE8}" sibTransId="{8648D19C-17FB-4C3D-8E28-55657A1CC7FB}"/>
    <dgm:cxn modelId="{E7EBB6D8-52CF-4FFA-95E7-746D0E2367F7}" type="presOf" srcId="{136BC23A-586F-4F1C-9EA7-BD71ACB58B90}" destId="{FECF0440-F05E-4056-BCC4-1EBE21B2B592}" srcOrd="0" destOrd="1" presId="urn:microsoft.com/office/officeart/2005/8/layout/hList1"/>
    <dgm:cxn modelId="{009D58E2-3F51-416A-9019-F27160833CF2}" type="presOf" srcId="{7A791D53-7855-4E90-AD1C-42B51D0B6B96}" destId="{FECF0440-F05E-4056-BCC4-1EBE21B2B592}" srcOrd="0" destOrd="2" presId="urn:microsoft.com/office/officeart/2005/8/layout/hList1"/>
    <dgm:cxn modelId="{549CCA92-E04E-43C7-B97A-1342B0AA34BA}" type="presParOf" srcId="{D565369F-A014-4A61-BA7C-540692BB6834}" destId="{478524C6-210D-4314-9FE7-213E74211C36}" srcOrd="0" destOrd="0" presId="urn:microsoft.com/office/officeart/2005/8/layout/hList1"/>
    <dgm:cxn modelId="{170DC54F-54D0-4980-AE34-FC993FA692E4}" type="presParOf" srcId="{478524C6-210D-4314-9FE7-213E74211C36}" destId="{34F4FED3-3669-4D1E-8283-23184F2D97DC}" srcOrd="0" destOrd="0" presId="urn:microsoft.com/office/officeart/2005/8/layout/hList1"/>
    <dgm:cxn modelId="{D3EEAB44-9BD3-4B89-8211-DBD3AAA55ACC}" type="presParOf" srcId="{478524C6-210D-4314-9FE7-213E74211C36}" destId="{C7FC9189-681F-4DDE-A59A-16D1A6A91B66}" srcOrd="1" destOrd="0" presId="urn:microsoft.com/office/officeart/2005/8/layout/hList1"/>
    <dgm:cxn modelId="{BAEA3B7D-74C9-4C91-B435-8391E820DDDF}" type="presParOf" srcId="{D565369F-A014-4A61-BA7C-540692BB6834}" destId="{1F2DA59F-B078-46DE-82FC-9ED4E58816CB}" srcOrd="1" destOrd="0" presId="urn:microsoft.com/office/officeart/2005/8/layout/hList1"/>
    <dgm:cxn modelId="{C3AEE20A-0667-4CA4-A8C1-AF824937BCF5}" type="presParOf" srcId="{D565369F-A014-4A61-BA7C-540692BB6834}" destId="{9A038147-36F8-480C-835E-5E2D5977836A}" srcOrd="2" destOrd="0" presId="urn:microsoft.com/office/officeart/2005/8/layout/hList1"/>
    <dgm:cxn modelId="{F118EDE9-FF73-4CC7-8058-FA8E44A4C875}" type="presParOf" srcId="{9A038147-36F8-480C-835E-5E2D5977836A}" destId="{C598859F-D00C-416A-A981-4C4065E07C27}" srcOrd="0" destOrd="0" presId="urn:microsoft.com/office/officeart/2005/8/layout/hList1"/>
    <dgm:cxn modelId="{00F83EFD-8989-4CF6-9FDC-47FA66D6E3BA}" type="presParOf" srcId="{9A038147-36F8-480C-835E-5E2D5977836A}" destId="{538C5411-C13B-426F-B57E-51862A8C4061}" srcOrd="1" destOrd="0" presId="urn:microsoft.com/office/officeart/2005/8/layout/hList1"/>
    <dgm:cxn modelId="{FBA7200A-62F9-4EE1-84C1-D3CC4ADE9C1F}" type="presParOf" srcId="{D565369F-A014-4A61-BA7C-540692BB6834}" destId="{CCDD21A7-9788-42D9-A363-5DC9473A03E4}" srcOrd="3" destOrd="0" presId="urn:microsoft.com/office/officeart/2005/8/layout/hList1"/>
    <dgm:cxn modelId="{882A3375-02CB-417A-8902-3E59392A8060}" type="presParOf" srcId="{D565369F-A014-4A61-BA7C-540692BB6834}" destId="{658C9A19-2E94-4BFB-A47D-6D9F5C1B77DA}" srcOrd="4" destOrd="0" presId="urn:microsoft.com/office/officeart/2005/8/layout/hList1"/>
    <dgm:cxn modelId="{F6C88477-EE11-4A5F-B6CF-CA7C7949E052}" type="presParOf" srcId="{658C9A19-2E94-4BFB-A47D-6D9F5C1B77DA}" destId="{BAFD207F-7552-40EA-8796-48BCC6EADDE6}" srcOrd="0" destOrd="0" presId="urn:microsoft.com/office/officeart/2005/8/layout/hList1"/>
    <dgm:cxn modelId="{A407D8CA-B1B7-40CD-9125-AC6112E400D0}" type="presParOf" srcId="{658C9A19-2E94-4BFB-A47D-6D9F5C1B77DA}" destId="{FECF0440-F05E-4056-BCC4-1EBE21B2B592}" srcOrd="1" destOrd="0" presId="urn:microsoft.com/office/officeart/2005/8/layout/hList1"/>
    <dgm:cxn modelId="{7F01664E-E27B-4C2D-9AC1-9535FED33535}" type="presParOf" srcId="{D565369F-A014-4A61-BA7C-540692BB6834}" destId="{AC5A9E8F-83E0-4E20-802D-A3B1E5845556}" srcOrd="5" destOrd="0" presId="urn:microsoft.com/office/officeart/2005/8/layout/hList1"/>
    <dgm:cxn modelId="{F3C0F088-6AC2-4EB8-89D6-B6BC9D383F56}" type="presParOf" srcId="{D565369F-A014-4A61-BA7C-540692BB6834}" destId="{61424262-7301-4024-B7DE-6D5BA75720A6}" srcOrd="6" destOrd="0" presId="urn:microsoft.com/office/officeart/2005/8/layout/hList1"/>
    <dgm:cxn modelId="{AAD82925-4E44-4EF7-9BEB-D119003A5B5E}" type="presParOf" srcId="{61424262-7301-4024-B7DE-6D5BA75720A6}" destId="{41C78F44-7EA4-423A-B345-38AB1287A7FA}" srcOrd="0" destOrd="0" presId="urn:microsoft.com/office/officeart/2005/8/layout/hList1"/>
    <dgm:cxn modelId="{834B34CC-C752-4AFE-AF67-6B7FEE3E74F2}" type="presParOf" srcId="{61424262-7301-4024-B7DE-6D5BA75720A6}" destId="{294ABE75-098A-49DC-89F0-C9765CA169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B0FB56-8D5E-4B9F-B224-D58E6F9CE8AE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11030F4-BE2F-45E3-8232-714FDDC5E269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Jaccard similarity: 11.57%</a:t>
          </a:r>
        </a:p>
      </dgm:t>
    </dgm:pt>
    <dgm:pt modelId="{DF928185-E590-4743-807B-FBE3D3EAB7E5}" type="parTrans" cxnId="{9777485A-A8B7-4712-A0BD-1B009E4020F4}">
      <dgm:prSet/>
      <dgm:spPr/>
      <dgm:t>
        <a:bodyPr/>
        <a:lstStyle/>
        <a:p>
          <a:endParaRPr lang="en-US"/>
        </a:p>
      </dgm:t>
    </dgm:pt>
    <dgm:pt modelId="{92A4F994-0433-45A5-B05B-6160A59804BB}" type="sibTrans" cxnId="{9777485A-A8B7-4712-A0BD-1B009E4020F4}">
      <dgm:prSet/>
      <dgm:spPr/>
      <dgm:t>
        <a:bodyPr/>
        <a:lstStyle/>
        <a:p>
          <a:endParaRPr lang="en-US"/>
        </a:p>
      </dgm:t>
    </dgm:pt>
    <dgm:pt modelId="{7713D484-A45C-4107-AF1F-96B3E98C5BE4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Cosine similarity: 33.73%</a:t>
          </a:r>
        </a:p>
      </dgm:t>
    </dgm:pt>
    <dgm:pt modelId="{92EFC6C6-D72D-43B2-BDE6-E020BC9EB532}" type="parTrans" cxnId="{699BDA9B-0C0F-4552-BCFF-32C49FFADE7D}">
      <dgm:prSet/>
      <dgm:spPr/>
      <dgm:t>
        <a:bodyPr/>
        <a:lstStyle/>
        <a:p>
          <a:endParaRPr lang="en-US"/>
        </a:p>
      </dgm:t>
    </dgm:pt>
    <dgm:pt modelId="{5D5EBE52-BB59-43D6-8B99-4C2CAAC8228E}" type="sibTrans" cxnId="{699BDA9B-0C0F-4552-BCFF-32C49FFADE7D}">
      <dgm:prSet/>
      <dgm:spPr/>
      <dgm:t>
        <a:bodyPr/>
        <a:lstStyle/>
        <a:p>
          <a:endParaRPr lang="en-US"/>
        </a:p>
      </dgm:t>
    </dgm:pt>
    <dgm:pt modelId="{D522AD3C-5D0E-4720-8D30-2ABD3FD2E6C9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No. of common words: 3221</a:t>
          </a:r>
        </a:p>
      </dgm:t>
    </dgm:pt>
    <dgm:pt modelId="{58F6C8D3-1642-4C1D-B6BE-ECE50192D69D}" type="parTrans" cxnId="{50A671DC-E86D-4AD7-937C-DB84540E1B1F}">
      <dgm:prSet/>
      <dgm:spPr/>
      <dgm:t>
        <a:bodyPr/>
        <a:lstStyle/>
        <a:p>
          <a:endParaRPr lang="en-US"/>
        </a:p>
      </dgm:t>
    </dgm:pt>
    <dgm:pt modelId="{0F4D7211-0C7A-4F2A-B782-0EC585C18F76}" type="sibTrans" cxnId="{50A671DC-E86D-4AD7-937C-DB84540E1B1F}">
      <dgm:prSet/>
      <dgm:spPr/>
      <dgm:t>
        <a:bodyPr/>
        <a:lstStyle/>
        <a:p>
          <a:endParaRPr lang="en-US"/>
        </a:p>
      </dgm:t>
    </dgm:pt>
    <dgm:pt modelId="{B7591CB3-49EA-4A61-9EEF-B847809048A0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No. of words in the union: 27834</a:t>
          </a:r>
        </a:p>
      </dgm:t>
    </dgm:pt>
    <dgm:pt modelId="{C9221F0A-D1A7-4366-B6D8-377E1BF90E9D}" type="parTrans" cxnId="{345C2151-BF8B-4573-A003-F801E152A628}">
      <dgm:prSet/>
      <dgm:spPr/>
      <dgm:t>
        <a:bodyPr/>
        <a:lstStyle/>
        <a:p>
          <a:endParaRPr lang="en-US"/>
        </a:p>
      </dgm:t>
    </dgm:pt>
    <dgm:pt modelId="{58226FF9-0453-4769-A07E-FC7C25AB1015}" type="sibTrans" cxnId="{345C2151-BF8B-4573-A003-F801E152A628}">
      <dgm:prSet/>
      <dgm:spPr/>
      <dgm:t>
        <a:bodyPr/>
        <a:lstStyle/>
        <a:p>
          <a:endParaRPr lang="en-US"/>
        </a:p>
      </dgm:t>
    </dgm:pt>
    <dgm:pt modelId="{C0D23495-DEA2-401F-8759-3F871B9ECB69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No. of words NOT in TRAIN set but in TEST set: 2659</a:t>
          </a:r>
        </a:p>
      </dgm:t>
    </dgm:pt>
    <dgm:pt modelId="{19018E3F-AECE-4CCE-BAE8-8AAFEAB3373E}" type="parTrans" cxnId="{C0F3347A-8F96-4AB3-A07F-9A0C51199428}">
      <dgm:prSet/>
      <dgm:spPr/>
      <dgm:t>
        <a:bodyPr/>
        <a:lstStyle/>
        <a:p>
          <a:endParaRPr lang="en-US"/>
        </a:p>
      </dgm:t>
    </dgm:pt>
    <dgm:pt modelId="{2A5856E2-614A-4E9B-8673-3388D1101BA6}" type="sibTrans" cxnId="{C0F3347A-8F96-4AB3-A07F-9A0C51199428}">
      <dgm:prSet/>
      <dgm:spPr/>
      <dgm:t>
        <a:bodyPr/>
        <a:lstStyle/>
        <a:p>
          <a:endParaRPr lang="en-US"/>
        </a:p>
      </dgm:t>
    </dgm:pt>
    <dgm:pt modelId="{3C35A7AE-EADA-41F2-9AEB-05563F1D9B9E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No. of words NOT in TEST set but in TRAIN set: 21954</a:t>
          </a:r>
        </a:p>
      </dgm:t>
    </dgm:pt>
    <dgm:pt modelId="{D2361747-C713-4C92-983E-3A9C44E44AD5}" type="parTrans" cxnId="{53970F39-79FD-4100-8A52-AABAACDC69D6}">
      <dgm:prSet/>
      <dgm:spPr/>
      <dgm:t>
        <a:bodyPr/>
        <a:lstStyle/>
        <a:p>
          <a:endParaRPr lang="en-US"/>
        </a:p>
      </dgm:t>
    </dgm:pt>
    <dgm:pt modelId="{79046BBB-D34B-46CD-8AEE-38EF4F6891B3}" type="sibTrans" cxnId="{53970F39-79FD-4100-8A52-AABAACDC69D6}">
      <dgm:prSet/>
      <dgm:spPr/>
      <dgm:t>
        <a:bodyPr/>
        <a:lstStyle/>
        <a:p>
          <a:endParaRPr lang="en-US"/>
        </a:p>
      </dgm:t>
    </dgm:pt>
    <dgm:pt modelId="{568CCA0B-A498-4E06-89DD-4C50FCCE383A}" type="pres">
      <dgm:prSet presAssocID="{F7B0FB56-8D5E-4B9F-B224-D58E6F9CE8AE}" presName="diagram" presStyleCnt="0">
        <dgm:presLayoutVars>
          <dgm:dir/>
          <dgm:resizeHandles val="exact"/>
        </dgm:presLayoutVars>
      </dgm:prSet>
      <dgm:spPr/>
    </dgm:pt>
    <dgm:pt modelId="{2BBDA8B1-B001-432C-93C1-AB4D21E672A4}" type="pres">
      <dgm:prSet presAssocID="{A11030F4-BE2F-45E3-8232-714FDDC5E269}" presName="node" presStyleLbl="node1" presStyleIdx="0" presStyleCnt="6">
        <dgm:presLayoutVars>
          <dgm:bulletEnabled val="1"/>
        </dgm:presLayoutVars>
      </dgm:prSet>
      <dgm:spPr/>
    </dgm:pt>
    <dgm:pt modelId="{49CB02E6-BB2C-4D65-8DFF-86CC6A596FD6}" type="pres">
      <dgm:prSet presAssocID="{92A4F994-0433-45A5-B05B-6160A59804BB}" presName="sibTrans" presStyleCnt="0"/>
      <dgm:spPr/>
    </dgm:pt>
    <dgm:pt modelId="{CE16FE8C-562C-43DB-BC99-8784C0C82674}" type="pres">
      <dgm:prSet presAssocID="{7713D484-A45C-4107-AF1F-96B3E98C5BE4}" presName="node" presStyleLbl="node1" presStyleIdx="1" presStyleCnt="6">
        <dgm:presLayoutVars>
          <dgm:bulletEnabled val="1"/>
        </dgm:presLayoutVars>
      </dgm:prSet>
      <dgm:spPr/>
    </dgm:pt>
    <dgm:pt modelId="{1B48D13B-5CCF-4072-A917-2D4DACA01622}" type="pres">
      <dgm:prSet presAssocID="{5D5EBE52-BB59-43D6-8B99-4C2CAAC8228E}" presName="sibTrans" presStyleCnt="0"/>
      <dgm:spPr/>
    </dgm:pt>
    <dgm:pt modelId="{432096C8-A92C-4625-BAD9-CAD0CD82BDAC}" type="pres">
      <dgm:prSet presAssocID="{D522AD3C-5D0E-4720-8D30-2ABD3FD2E6C9}" presName="node" presStyleLbl="node1" presStyleIdx="2" presStyleCnt="6">
        <dgm:presLayoutVars>
          <dgm:bulletEnabled val="1"/>
        </dgm:presLayoutVars>
      </dgm:prSet>
      <dgm:spPr/>
    </dgm:pt>
    <dgm:pt modelId="{8886E214-2B00-464E-B674-44CC970F9B0F}" type="pres">
      <dgm:prSet presAssocID="{0F4D7211-0C7A-4F2A-B782-0EC585C18F76}" presName="sibTrans" presStyleCnt="0"/>
      <dgm:spPr/>
    </dgm:pt>
    <dgm:pt modelId="{49D4FA71-9BB1-4667-9086-6D3CBCDE249A}" type="pres">
      <dgm:prSet presAssocID="{B7591CB3-49EA-4A61-9EEF-B847809048A0}" presName="node" presStyleLbl="node1" presStyleIdx="3" presStyleCnt="6">
        <dgm:presLayoutVars>
          <dgm:bulletEnabled val="1"/>
        </dgm:presLayoutVars>
      </dgm:prSet>
      <dgm:spPr/>
    </dgm:pt>
    <dgm:pt modelId="{AA1027FD-308F-425B-BDF4-091C59DC9701}" type="pres">
      <dgm:prSet presAssocID="{58226FF9-0453-4769-A07E-FC7C25AB1015}" presName="sibTrans" presStyleCnt="0"/>
      <dgm:spPr/>
    </dgm:pt>
    <dgm:pt modelId="{673D6359-3A4D-41EC-B947-9FC71D4C0915}" type="pres">
      <dgm:prSet presAssocID="{C0D23495-DEA2-401F-8759-3F871B9ECB69}" presName="node" presStyleLbl="node1" presStyleIdx="4" presStyleCnt="6">
        <dgm:presLayoutVars>
          <dgm:bulletEnabled val="1"/>
        </dgm:presLayoutVars>
      </dgm:prSet>
      <dgm:spPr/>
    </dgm:pt>
    <dgm:pt modelId="{EC5724F5-F164-4F38-BB4C-32739AE7A2F8}" type="pres">
      <dgm:prSet presAssocID="{2A5856E2-614A-4E9B-8673-3388D1101BA6}" presName="sibTrans" presStyleCnt="0"/>
      <dgm:spPr/>
    </dgm:pt>
    <dgm:pt modelId="{A61022D5-A0E4-4B68-AD03-E4E9A2BF84B3}" type="pres">
      <dgm:prSet presAssocID="{3C35A7AE-EADA-41F2-9AEB-05563F1D9B9E}" presName="node" presStyleLbl="node1" presStyleIdx="5" presStyleCnt="6">
        <dgm:presLayoutVars>
          <dgm:bulletEnabled val="1"/>
        </dgm:presLayoutVars>
      </dgm:prSet>
      <dgm:spPr/>
    </dgm:pt>
  </dgm:ptLst>
  <dgm:cxnLst>
    <dgm:cxn modelId="{4383360D-9708-4077-9022-815ABDE98A4B}" type="presOf" srcId="{C0D23495-DEA2-401F-8759-3F871B9ECB69}" destId="{673D6359-3A4D-41EC-B947-9FC71D4C0915}" srcOrd="0" destOrd="0" presId="urn:microsoft.com/office/officeart/2005/8/layout/default"/>
    <dgm:cxn modelId="{30DB0922-26D2-4CBC-A67D-B06F2CB7A36E}" type="presOf" srcId="{B7591CB3-49EA-4A61-9EEF-B847809048A0}" destId="{49D4FA71-9BB1-4667-9086-6D3CBCDE249A}" srcOrd="0" destOrd="0" presId="urn:microsoft.com/office/officeart/2005/8/layout/default"/>
    <dgm:cxn modelId="{53970F39-79FD-4100-8A52-AABAACDC69D6}" srcId="{F7B0FB56-8D5E-4B9F-B224-D58E6F9CE8AE}" destId="{3C35A7AE-EADA-41F2-9AEB-05563F1D9B9E}" srcOrd="5" destOrd="0" parTransId="{D2361747-C713-4C92-983E-3A9C44E44AD5}" sibTransId="{79046BBB-D34B-46CD-8AEE-38EF4F6891B3}"/>
    <dgm:cxn modelId="{345C2151-BF8B-4573-A003-F801E152A628}" srcId="{F7B0FB56-8D5E-4B9F-B224-D58E6F9CE8AE}" destId="{B7591CB3-49EA-4A61-9EEF-B847809048A0}" srcOrd="3" destOrd="0" parTransId="{C9221F0A-D1A7-4366-B6D8-377E1BF90E9D}" sibTransId="{58226FF9-0453-4769-A07E-FC7C25AB1015}"/>
    <dgm:cxn modelId="{99D19E72-82FF-4260-B1FA-EEAE0D8F9B58}" type="presOf" srcId="{7713D484-A45C-4107-AF1F-96B3E98C5BE4}" destId="{CE16FE8C-562C-43DB-BC99-8784C0C82674}" srcOrd="0" destOrd="0" presId="urn:microsoft.com/office/officeart/2005/8/layout/default"/>
    <dgm:cxn modelId="{90CB6B59-FA2B-4457-9310-4E5BEFCAA19A}" type="presOf" srcId="{A11030F4-BE2F-45E3-8232-714FDDC5E269}" destId="{2BBDA8B1-B001-432C-93C1-AB4D21E672A4}" srcOrd="0" destOrd="0" presId="urn:microsoft.com/office/officeart/2005/8/layout/default"/>
    <dgm:cxn modelId="{C0F3347A-8F96-4AB3-A07F-9A0C51199428}" srcId="{F7B0FB56-8D5E-4B9F-B224-D58E6F9CE8AE}" destId="{C0D23495-DEA2-401F-8759-3F871B9ECB69}" srcOrd="4" destOrd="0" parTransId="{19018E3F-AECE-4CCE-BAE8-8AAFEAB3373E}" sibTransId="{2A5856E2-614A-4E9B-8673-3388D1101BA6}"/>
    <dgm:cxn modelId="{9777485A-A8B7-4712-A0BD-1B009E4020F4}" srcId="{F7B0FB56-8D5E-4B9F-B224-D58E6F9CE8AE}" destId="{A11030F4-BE2F-45E3-8232-714FDDC5E269}" srcOrd="0" destOrd="0" parTransId="{DF928185-E590-4743-807B-FBE3D3EAB7E5}" sibTransId="{92A4F994-0433-45A5-B05B-6160A59804BB}"/>
    <dgm:cxn modelId="{865DC183-EFFC-490A-991E-15356C106547}" type="presOf" srcId="{F7B0FB56-8D5E-4B9F-B224-D58E6F9CE8AE}" destId="{568CCA0B-A498-4E06-89DD-4C50FCCE383A}" srcOrd="0" destOrd="0" presId="urn:microsoft.com/office/officeart/2005/8/layout/default"/>
    <dgm:cxn modelId="{699BDA9B-0C0F-4552-BCFF-32C49FFADE7D}" srcId="{F7B0FB56-8D5E-4B9F-B224-D58E6F9CE8AE}" destId="{7713D484-A45C-4107-AF1F-96B3E98C5BE4}" srcOrd="1" destOrd="0" parTransId="{92EFC6C6-D72D-43B2-BDE6-E020BC9EB532}" sibTransId="{5D5EBE52-BB59-43D6-8B99-4C2CAAC8228E}"/>
    <dgm:cxn modelId="{6E337AD8-8A20-4B24-B62C-78CDF0286A09}" type="presOf" srcId="{3C35A7AE-EADA-41F2-9AEB-05563F1D9B9E}" destId="{A61022D5-A0E4-4B68-AD03-E4E9A2BF84B3}" srcOrd="0" destOrd="0" presId="urn:microsoft.com/office/officeart/2005/8/layout/default"/>
    <dgm:cxn modelId="{50A671DC-E86D-4AD7-937C-DB84540E1B1F}" srcId="{F7B0FB56-8D5E-4B9F-B224-D58E6F9CE8AE}" destId="{D522AD3C-5D0E-4720-8D30-2ABD3FD2E6C9}" srcOrd="2" destOrd="0" parTransId="{58F6C8D3-1642-4C1D-B6BE-ECE50192D69D}" sibTransId="{0F4D7211-0C7A-4F2A-B782-0EC585C18F76}"/>
    <dgm:cxn modelId="{45B3DDF8-226E-4421-9138-635A80292DBA}" type="presOf" srcId="{D522AD3C-5D0E-4720-8D30-2ABD3FD2E6C9}" destId="{432096C8-A92C-4625-BAD9-CAD0CD82BDAC}" srcOrd="0" destOrd="0" presId="urn:microsoft.com/office/officeart/2005/8/layout/default"/>
    <dgm:cxn modelId="{5B8E9A76-8C84-44B6-91C0-3526C7127214}" type="presParOf" srcId="{568CCA0B-A498-4E06-89DD-4C50FCCE383A}" destId="{2BBDA8B1-B001-432C-93C1-AB4D21E672A4}" srcOrd="0" destOrd="0" presId="urn:microsoft.com/office/officeart/2005/8/layout/default"/>
    <dgm:cxn modelId="{9030EEC1-59D9-4C98-AB23-A6872BA01784}" type="presParOf" srcId="{568CCA0B-A498-4E06-89DD-4C50FCCE383A}" destId="{49CB02E6-BB2C-4D65-8DFF-86CC6A596FD6}" srcOrd="1" destOrd="0" presId="urn:microsoft.com/office/officeart/2005/8/layout/default"/>
    <dgm:cxn modelId="{64E2842D-9925-45C4-9C0B-F6A44D508C88}" type="presParOf" srcId="{568CCA0B-A498-4E06-89DD-4C50FCCE383A}" destId="{CE16FE8C-562C-43DB-BC99-8784C0C82674}" srcOrd="2" destOrd="0" presId="urn:microsoft.com/office/officeart/2005/8/layout/default"/>
    <dgm:cxn modelId="{3C9F5B54-EA69-4069-88CF-CAE2FA08489B}" type="presParOf" srcId="{568CCA0B-A498-4E06-89DD-4C50FCCE383A}" destId="{1B48D13B-5CCF-4072-A917-2D4DACA01622}" srcOrd="3" destOrd="0" presId="urn:microsoft.com/office/officeart/2005/8/layout/default"/>
    <dgm:cxn modelId="{2624C3C3-F1EC-4E4B-904D-4AC84FB542AC}" type="presParOf" srcId="{568CCA0B-A498-4E06-89DD-4C50FCCE383A}" destId="{432096C8-A92C-4625-BAD9-CAD0CD82BDAC}" srcOrd="4" destOrd="0" presId="urn:microsoft.com/office/officeart/2005/8/layout/default"/>
    <dgm:cxn modelId="{58E6588B-8699-4A07-A831-C5066E26132F}" type="presParOf" srcId="{568CCA0B-A498-4E06-89DD-4C50FCCE383A}" destId="{8886E214-2B00-464E-B674-44CC970F9B0F}" srcOrd="5" destOrd="0" presId="urn:microsoft.com/office/officeart/2005/8/layout/default"/>
    <dgm:cxn modelId="{300F310C-4564-4928-AD83-328A4EF07F6D}" type="presParOf" srcId="{568CCA0B-A498-4E06-89DD-4C50FCCE383A}" destId="{49D4FA71-9BB1-4667-9086-6D3CBCDE249A}" srcOrd="6" destOrd="0" presId="urn:microsoft.com/office/officeart/2005/8/layout/default"/>
    <dgm:cxn modelId="{3F6BBE1F-43F1-4AF5-BB59-CDF6CFA99A0C}" type="presParOf" srcId="{568CCA0B-A498-4E06-89DD-4C50FCCE383A}" destId="{AA1027FD-308F-425B-BDF4-091C59DC9701}" srcOrd="7" destOrd="0" presId="urn:microsoft.com/office/officeart/2005/8/layout/default"/>
    <dgm:cxn modelId="{6A2BF667-7AD4-4BB4-BC7B-A66E005FE577}" type="presParOf" srcId="{568CCA0B-A498-4E06-89DD-4C50FCCE383A}" destId="{673D6359-3A4D-41EC-B947-9FC71D4C0915}" srcOrd="8" destOrd="0" presId="urn:microsoft.com/office/officeart/2005/8/layout/default"/>
    <dgm:cxn modelId="{7FF30CB3-EA3C-440E-B280-FA9DA803CFA2}" type="presParOf" srcId="{568CCA0B-A498-4E06-89DD-4C50FCCE383A}" destId="{EC5724F5-F164-4F38-BB4C-32739AE7A2F8}" srcOrd="9" destOrd="0" presId="urn:microsoft.com/office/officeart/2005/8/layout/default"/>
    <dgm:cxn modelId="{71ECC008-CCC7-415C-9AFB-056BC173AA6D}" type="presParOf" srcId="{568CCA0B-A498-4E06-89DD-4C50FCCE383A}" destId="{A61022D5-A0E4-4B68-AD03-E4E9A2BF84B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69B576-4023-4E89-9842-448286F3EBC6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13FFE5-B1A4-4D24-A641-28AA47158C57}">
      <dgm:prSet phldrT="[Text]"/>
      <dgm:spPr/>
      <dgm:t>
        <a:bodyPr/>
        <a:lstStyle/>
        <a:p>
          <a:r>
            <a:rPr lang="en-US" dirty="0"/>
            <a:t>Stop words</a:t>
          </a:r>
        </a:p>
      </dgm:t>
    </dgm:pt>
    <dgm:pt modelId="{EEA3721B-E431-4A5E-A9E7-E9C17DE92538}" type="parTrans" cxnId="{A1AFD7F4-20C0-4DA5-8465-C2CEF01EEAE6}">
      <dgm:prSet/>
      <dgm:spPr/>
      <dgm:t>
        <a:bodyPr/>
        <a:lstStyle/>
        <a:p>
          <a:endParaRPr lang="en-US"/>
        </a:p>
      </dgm:t>
    </dgm:pt>
    <dgm:pt modelId="{C60A85EE-1D7C-4864-BBA5-E387D6E1E358}" type="sibTrans" cxnId="{A1AFD7F4-20C0-4DA5-8465-C2CEF01EEAE6}">
      <dgm:prSet/>
      <dgm:spPr/>
      <dgm:t>
        <a:bodyPr/>
        <a:lstStyle/>
        <a:p>
          <a:endParaRPr lang="en-US"/>
        </a:p>
      </dgm:t>
    </dgm:pt>
    <dgm:pt modelId="{F892011C-CF17-4510-A51B-C81BA4BDFB3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Lemmatization</a:t>
          </a:r>
        </a:p>
      </dgm:t>
    </dgm:pt>
    <dgm:pt modelId="{EFA0B42E-0BF8-4B88-A0B1-8E125B8567E5}" type="parTrans" cxnId="{0AD86493-5473-40E7-8FEE-DCF014AD6CD4}">
      <dgm:prSet/>
      <dgm:spPr/>
      <dgm:t>
        <a:bodyPr/>
        <a:lstStyle/>
        <a:p>
          <a:endParaRPr lang="en-US"/>
        </a:p>
      </dgm:t>
    </dgm:pt>
    <dgm:pt modelId="{5C333261-579D-4141-A14F-C72B438A54AE}" type="sibTrans" cxnId="{0AD86493-5473-40E7-8FEE-DCF014AD6CD4}">
      <dgm:prSet/>
      <dgm:spPr/>
      <dgm:t>
        <a:bodyPr/>
        <a:lstStyle/>
        <a:p>
          <a:endParaRPr lang="en-US"/>
        </a:p>
      </dgm:t>
    </dgm:pt>
    <dgm:pt modelId="{61989CAD-9173-4499-BEC5-01A6823583D7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Single character words</a:t>
          </a:r>
        </a:p>
      </dgm:t>
    </dgm:pt>
    <dgm:pt modelId="{7CEFE2D1-43ED-485A-9633-B0EDC683D3B6}" type="parTrans" cxnId="{909868A9-5189-4A61-ABD7-87F9996B5D13}">
      <dgm:prSet/>
      <dgm:spPr/>
      <dgm:t>
        <a:bodyPr/>
        <a:lstStyle/>
        <a:p>
          <a:endParaRPr lang="en-US"/>
        </a:p>
      </dgm:t>
    </dgm:pt>
    <dgm:pt modelId="{79B96A7D-8600-4070-B5FB-E38A841B60DC}" type="sibTrans" cxnId="{909868A9-5189-4A61-ABD7-87F9996B5D13}">
      <dgm:prSet/>
      <dgm:spPr/>
      <dgm:t>
        <a:bodyPr/>
        <a:lstStyle/>
        <a:p>
          <a:endParaRPr lang="en-US"/>
        </a:p>
      </dgm:t>
    </dgm:pt>
    <dgm:pt modelId="{108D9DEF-83EE-426A-B3E3-8A6543C89F5F}">
      <dgm:prSet phldrT="[Text]"/>
      <dgm:spPr/>
      <dgm:t>
        <a:bodyPr/>
        <a:lstStyle/>
        <a:p>
          <a:r>
            <a:rPr lang="en-US" dirty="0"/>
            <a:t>Total occurrence of stop words is around 2000, which accounts to 0.2% of the total words in the train data.</a:t>
          </a:r>
        </a:p>
      </dgm:t>
    </dgm:pt>
    <dgm:pt modelId="{6073D1CD-C06D-4C1D-B103-8AAF10930C51}" type="parTrans" cxnId="{4F965623-4B4E-46E9-B668-6630FC8D79AA}">
      <dgm:prSet/>
      <dgm:spPr/>
      <dgm:t>
        <a:bodyPr/>
        <a:lstStyle/>
        <a:p>
          <a:endParaRPr lang="en-US"/>
        </a:p>
      </dgm:t>
    </dgm:pt>
    <dgm:pt modelId="{1FBCAC9F-FD71-4DA5-B254-F545E5E6A769}" type="sibTrans" cxnId="{4F965623-4B4E-46E9-B668-6630FC8D79AA}">
      <dgm:prSet/>
      <dgm:spPr/>
      <dgm:t>
        <a:bodyPr/>
        <a:lstStyle/>
        <a:p>
          <a:endParaRPr lang="en-US"/>
        </a:p>
      </dgm:t>
    </dgm:pt>
    <dgm:pt modelId="{583CA598-20F4-4215-BB33-6BDD7DAE6F43}">
      <dgm:prSet/>
      <dgm:spPr/>
      <dgm:t>
        <a:bodyPr/>
        <a:lstStyle/>
        <a:p>
          <a:r>
            <a:rPr lang="en-US" dirty="0"/>
            <a:t>Total occurrence of words which are lemmatized is 1530. The unique count of words is 53.</a:t>
          </a:r>
        </a:p>
      </dgm:t>
    </dgm:pt>
    <dgm:pt modelId="{98DD933B-D78D-4CB1-A56E-5A1A563B8CDB}" type="parTrans" cxnId="{C3B92FD2-D430-41F8-B87A-843E98C68AA9}">
      <dgm:prSet/>
      <dgm:spPr/>
      <dgm:t>
        <a:bodyPr/>
        <a:lstStyle/>
        <a:p>
          <a:endParaRPr lang="en-US"/>
        </a:p>
      </dgm:t>
    </dgm:pt>
    <dgm:pt modelId="{26BCA00C-222E-450B-9EB8-3D9541EE7156}" type="sibTrans" cxnId="{C3B92FD2-D430-41F8-B87A-843E98C68AA9}">
      <dgm:prSet/>
      <dgm:spPr/>
      <dgm:t>
        <a:bodyPr/>
        <a:lstStyle/>
        <a:p>
          <a:endParaRPr lang="en-US"/>
        </a:p>
      </dgm:t>
    </dgm:pt>
    <dgm:pt modelId="{CD330635-FB3D-4F73-90D9-79767E654FD1}">
      <dgm:prSet/>
      <dgm:spPr/>
      <dgm:t>
        <a:bodyPr/>
        <a:lstStyle/>
        <a:p>
          <a:r>
            <a:rPr lang="en-US"/>
            <a:t>Around 3000 single character words (like C, N, K, etc) were removed.</a:t>
          </a:r>
          <a:endParaRPr lang="en-US" dirty="0"/>
        </a:p>
      </dgm:t>
    </dgm:pt>
    <dgm:pt modelId="{9E3AF5E8-1F0B-49F8-910E-A1BAEB6FC85D}" type="parTrans" cxnId="{C451C84F-B518-410C-8A65-DEB0A7F8B116}">
      <dgm:prSet/>
      <dgm:spPr/>
      <dgm:t>
        <a:bodyPr/>
        <a:lstStyle/>
        <a:p>
          <a:endParaRPr lang="en-US"/>
        </a:p>
      </dgm:t>
    </dgm:pt>
    <dgm:pt modelId="{A15B3FB6-635B-493B-96DD-D291BD45B3A7}" type="sibTrans" cxnId="{C451C84F-B518-410C-8A65-DEB0A7F8B116}">
      <dgm:prSet/>
      <dgm:spPr/>
      <dgm:t>
        <a:bodyPr/>
        <a:lstStyle/>
        <a:p>
          <a:endParaRPr lang="en-US"/>
        </a:p>
      </dgm:t>
    </dgm:pt>
    <dgm:pt modelId="{E3371E0E-310B-4008-B6B3-90DF60E7EC18}" type="pres">
      <dgm:prSet presAssocID="{D569B576-4023-4E89-9842-448286F3EBC6}" presName="linear" presStyleCnt="0">
        <dgm:presLayoutVars>
          <dgm:animLvl val="lvl"/>
          <dgm:resizeHandles val="exact"/>
        </dgm:presLayoutVars>
      </dgm:prSet>
      <dgm:spPr/>
    </dgm:pt>
    <dgm:pt modelId="{AA46EBE6-770C-4AC6-A0B8-B0230D6C137E}" type="pres">
      <dgm:prSet presAssocID="{B513FFE5-B1A4-4D24-A641-28AA47158C57}" presName="parentText" presStyleLbl="node1" presStyleIdx="0" presStyleCnt="3" custScaleX="56955" custScaleY="95730" custLinFactNeighborX="-37775" custLinFactNeighborY="-7488">
        <dgm:presLayoutVars>
          <dgm:chMax val="0"/>
          <dgm:bulletEnabled val="1"/>
        </dgm:presLayoutVars>
      </dgm:prSet>
      <dgm:spPr/>
    </dgm:pt>
    <dgm:pt modelId="{70414F3F-CC08-4918-BD49-37A7A0D5BF11}" type="pres">
      <dgm:prSet presAssocID="{B513FFE5-B1A4-4D24-A641-28AA47158C57}" presName="childText" presStyleLbl="revTx" presStyleIdx="0" presStyleCnt="3">
        <dgm:presLayoutVars>
          <dgm:bulletEnabled val="1"/>
        </dgm:presLayoutVars>
      </dgm:prSet>
      <dgm:spPr/>
    </dgm:pt>
    <dgm:pt modelId="{06A6196E-E0EF-4A23-8C4D-CA46CD117E96}" type="pres">
      <dgm:prSet presAssocID="{F892011C-CF17-4510-A51B-C81BA4BDFB3B}" presName="parentText" presStyleLbl="node1" presStyleIdx="1" presStyleCnt="3" custScaleX="57130" custLinFactNeighborX="-23104" custLinFactNeighborY="-3209">
        <dgm:presLayoutVars>
          <dgm:chMax val="0"/>
          <dgm:bulletEnabled val="1"/>
        </dgm:presLayoutVars>
      </dgm:prSet>
      <dgm:spPr/>
    </dgm:pt>
    <dgm:pt modelId="{66753BF0-95E5-44F5-9754-91BDD719FD2E}" type="pres">
      <dgm:prSet presAssocID="{F892011C-CF17-4510-A51B-C81BA4BDFB3B}" presName="childText" presStyleLbl="revTx" presStyleIdx="1" presStyleCnt="3">
        <dgm:presLayoutVars>
          <dgm:bulletEnabled val="1"/>
        </dgm:presLayoutVars>
      </dgm:prSet>
      <dgm:spPr/>
    </dgm:pt>
    <dgm:pt modelId="{C5A83F03-E4C6-4221-9915-CBDC25C7C3DD}" type="pres">
      <dgm:prSet presAssocID="{61989CAD-9173-4499-BEC5-01A6823583D7}" presName="parentText" presStyleLbl="node1" presStyleIdx="2" presStyleCnt="3" custScaleX="57130" custLinFactNeighborX="-21523" custLinFactNeighborY="1">
        <dgm:presLayoutVars>
          <dgm:chMax val="0"/>
          <dgm:bulletEnabled val="1"/>
        </dgm:presLayoutVars>
      </dgm:prSet>
      <dgm:spPr/>
    </dgm:pt>
    <dgm:pt modelId="{E51BFB5B-0A47-4384-AD61-AA483AF85A64}" type="pres">
      <dgm:prSet presAssocID="{61989CAD-9173-4499-BEC5-01A6823583D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F965623-4B4E-46E9-B668-6630FC8D79AA}" srcId="{B513FFE5-B1A4-4D24-A641-28AA47158C57}" destId="{108D9DEF-83EE-426A-B3E3-8A6543C89F5F}" srcOrd="0" destOrd="0" parTransId="{6073D1CD-C06D-4C1D-B103-8AAF10930C51}" sibTransId="{1FBCAC9F-FD71-4DA5-B254-F545E5E6A769}"/>
    <dgm:cxn modelId="{D6032324-26F8-4581-B523-7B08F0167B38}" type="presOf" srcId="{61989CAD-9173-4499-BEC5-01A6823583D7}" destId="{C5A83F03-E4C6-4221-9915-CBDC25C7C3DD}" srcOrd="0" destOrd="0" presId="urn:microsoft.com/office/officeart/2005/8/layout/vList2"/>
    <dgm:cxn modelId="{D3F98F3E-6022-4940-9115-1592F807858E}" type="presOf" srcId="{D569B576-4023-4E89-9842-448286F3EBC6}" destId="{E3371E0E-310B-4008-B6B3-90DF60E7EC18}" srcOrd="0" destOrd="0" presId="urn:microsoft.com/office/officeart/2005/8/layout/vList2"/>
    <dgm:cxn modelId="{C451C84F-B518-410C-8A65-DEB0A7F8B116}" srcId="{61989CAD-9173-4499-BEC5-01A6823583D7}" destId="{CD330635-FB3D-4F73-90D9-79767E654FD1}" srcOrd="0" destOrd="0" parTransId="{9E3AF5E8-1F0B-49F8-910E-A1BAEB6FC85D}" sibTransId="{A15B3FB6-635B-493B-96DD-D291BD45B3A7}"/>
    <dgm:cxn modelId="{EA75AA56-39A2-4760-8571-0EE29903CF66}" type="presOf" srcId="{F892011C-CF17-4510-A51B-C81BA4BDFB3B}" destId="{06A6196E-E0EF-4A23-8C4D-CA46CD117E96}" srcOrd="0" destOrd="0" presId="urn:microsoft.com/office/officeart/2005/8/layout/vList2"/>
    <dgm:cxn modelId="{060EE383-97A9-4C52-A4D6-8E8056EC5CB4}" type="presOf" srcId="{B513FFE5-B1A4-4D24-A641-28AA47158C57}" destId="{AA46EBE6-770C-4AC6-A0B8-B0230D6C137E}" srcOrd="0" destOrd="0" presId="urn:microsoft.com/office/officeart/2005/8/layout/vList2"/>
    <dgm:cxn modelId="{0AD86493-5473-40E7-8FEE-DCF014AD6CD4}" srcId="{D569B576-4023-4E89-9842-448286F3EBC6}" destId="{F892011C-CF17-4510-A51B-C81BA4BDFB3B}" srcOrd="1" destOrd="0" parTransId="{EFA0B42E-0BF8-4B88-A0B1-8E125B8567E5}" sibTransId="{5C333261-579D-4141-A14F-C72B438A54AE}"/>
    <dgm:cxn modelId="{909868A9-5189-4A61-ABD7-87F9996B5D13}" srcId="{D569B576-4023-4E89-9842-448286F3EBC6}" destId="{61989CAD-9173-4499-BEC5-01A6823583D7}" srcOrd="2" destOrd="0" parTransId="{7CEFE2D1-43ED-485A-9633-B0EDC683D3B6}" sibTransId="{79B96A7D-8600-4070-B5FB-E38A841B60DC}"/>
    <dgm:cxn modelId="{A69B4FBD-6ABE-4641-B16F-9DE10848374A}" type="presOf" srcId="{108D9DEF-83EE-426A-B3E3-8A6543C89F5F}" destId="{70414F3F-CC08-4918-BD49-37A7A0D5BF11}" srcOrd="0" destOrd="0" presId="urn:microsoft.com/office/officeart/2005/8/layout/vList2"/>
    <dgm:cxn modelId="{C3B92FD2-D430-41F8-B87A-843E98C68AA9}" srcId="{F892011C-CF17-4510-A51B-C81BA4BDFB3B}" destId="{583CA598-20F4-4215-BB33-6BDD7DAE6F43}" srcOrd="0" destOrd="0" parTransId="{98DD933B-D78D-4CB1-A56E-5A1A563B8CDB}" sibTransId="{26BCA00C-222E-450B-9EB8-3D9541EE7156}"/>
    <dgm:cxn modelId="{A7C4FED5-F18D-4945-877C-7063DE023A29}" type="presOf" srcId="{CD330635-FB3D-4F73-90D9-79767E654FD1}" destId="{E51BFB5B-0A47-4384-AD61-AA483AF85A64}" srcOrd="0" destOrd="0" presId="urn:microsoft.com/office/officeart/2005/8/layout/vList2"/>
    <dgm:cxn modelId="{08C1EFE8-7CC4-46C0-8794-82256E0220CC}" type="presOf" srcId="{583CA598-20F4-4215-BB33-6BDD7DAE6F43}" destId="{66753BF0-95E5-44F5-9754-91BDD719FD2E}" srcOrd="0" destOrd="0" presId="urn:microsoft.com/office/officeart/2005/8/layout/vList2"/>
    <dgm:cxn modelId="{A1AFD7F4-20C0-4DA5-8465-C2CEF01EEAE6}" srcId="{D569B576-4023-4E89-9842-448286F3EBC6}" destId="{B513FFE5-B1A4-4D24-A641-28AA47158C57}" srcOrd="0" destOrd="0" parTransId="{EEA3721B-E431-4A5E-A9E7-E9C17DE92538}" sibTransId="{C60A85EE-1D7C-4864-BBA5-E387D6E1E358}"/>
    <dgm:cxn modelId="{39AA8D36-82DC-49BE-AA6E-D9607B73D95E}" type="presParOf" srcId="{E3371E0E-310B-4008-B6B3-90DF60E7EC18}" destId="{AA46EBE6-770C-4AC6-A0B8-B0230D6C137E}" srcOrd="0" destOrd="0" presId="urn:microsoft.com/office/officeart/2005/8/layout/vList2"/>
    <dgm:cxn modelId="{8037094B-B851-4C5F-8E38-05C46046FCAF}" type="presParOf" srcId="{E3371E0E-310B-4008-B6B3-90DF60E7EC18}" destId="{70414F3F-CC08-4918-BD49-37A7A0D5BF11}" srcOrd="1" destOrd="0" presId="urn:microsoft.com/office/officeart/2005/8/layout/vList2"/>
    <dgm:cxn modelId="{C15DECF3-D17B-4291-92A3-4A3C71B24BD1}" type="presParOf" srcId="{E3371E0E-310B-4008-B6B3-90DF60E7EC18}" destId="{06A6196E-E0EF-4A23-8C4D-CA46CD117E96}" srcOrd="2" destOrd="0" presId="urn:microsoft.com/office/officeart/2005/8/layout/vList2"/>
    <dgm:cxn modelId="{B3EB3CF8-2790-4560-97EF-9329258B3DE9}" type="presParOf" srcId="{E3371E0E-310B-4008-B6B3-90DF60E7EC18}" destId="{66753BF0-95E5-44F5-9754-91BDD719FD2E}" srcOrd="3" destOrd="0" presId="urn:microsoft.com/office/officeart/2005/8/layout/vList2"/>
    <dgm:cxn modelId="{3BB70F8F-E723-4FC8-BDD3-6763F008E12D}" type="presParOf" srcId="{E3371E0E-310B-4008-B6B3-90DF60E7EC18}" destId="{C5A83F03-E4C6-4221-9915-CBDC25C7C3DD}" srcOrd="4" destOrd="0" presId="urn:microsoft.com/office/officeart/2005/8/layout/vList2"/>
    <dgm:cxn modelId="{AE65FB8B-C578-4FA2-BE6E-A2E065E63C5C}" type="presParOf" srcId="{E3371E0E-310B-4008-B6B3-90DF60E7EC18}" destId="{E51BFB5B-0A47-4384-AD61-AA483AF85A6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6556E6-A645-4A6B-84A3-49B9F42B9E3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306D15-B369-4748-86E3-13F3F072C472}">
      <dgm:prSet/>
      <dgm:spPr/>
      <dgm:t>
        <a:bodyPr/>
        <a:lstStyle/>
        <a:p>
          <a:r>
            <a:rPr lang="en-US" dirty="0"/>
            <a:t>Modularize the </a:t>
          </a:r>
          <a:r>
            <a:rPr lang="en-US" dirty="0" err="1"/>
            <a:t>jupyter</a:t>
          </a:r>
          <a:r>
            <a:rPr lang="en-US" dirty="0"/>
            <a:t> notebook.</a:t>
          </a:r>
        </a:p>
      </dgm:t>
    </dgm:pt>
    <dgm:pt modelId="{71B79FC3-EAF8-4E81-92A7-331056BB2A63}" type="parTrans" cxnId="{CB5F85A9-7BFC-4F47-A92B-E3E670EE3267}">
      <dgm:prSet/>
      <dgm:spPr/>
      <dgm:t>
        <a:bodyPr/>
        <a:lstStyle/>
        <a:p>
          <a:endParaRPr lang="en-US"/>
        </a:p>
      </dgm:t>
    </dgm:pt>
    <dgm:pt modelId="{BDAD1F14-A402-43E5-A3AC-40755BC1F43F}" type="sibTrans" cxnId="{CB5F85A9-7BFC-4F47-A92B-E3E670EE3267}">
      <dgm:prSet/>
      <dgm:spPr/>
      <dgm:t>
        <a:bodyPr/>
        <a:lstStyle/>
        <a:p>
          <a:endParaRPr lang="en-US"/>
        </a:p>
      </dgm:t>
    </dgm:pt>
    <dgm:pt modelId="{3D8FF62C-904D-4430-AF8D-685D5055D352}">
      <dgm:prSet/>
      <dgm:spPr/>
      <dgm:t>
        <a:bodyPr/>
        <a:lstStyle/>
        <a:p>
          <a:r>
            <a:rPr lang="en-US"/>
            <a:t>Clean the test data as well.</a:t>
          </a:r>
        </a:p>
      </dgm:t>
    </dgm:pt>
    <dgm:pt modelId="{D384D4D5-0ABD-456C-8FF3-30FD0ADFC2A4}" type="parTrans" cxnId="{D401CC42-D023-4492-996A-54DE70BF6C84}">
      <dgm:prSet/>
      <dgm:spPr/>
      <dgm:t>
        <a:bodyPr/>
        <a:lstStyle/>
        <a:p>
          <a:endParaRPr lang="en-US"/>
        </a:p>
      </dgm:t>
    </dgm:pt>
    <dgm:pt modelId="{9DF5E648-ACA8-48BA-ACA2-EE9674D1A385}" type="sibTrans" cxnId="{D401CC42-D023-4492-996A-54DE70BF6C84}">
      <dgm:prSet/>
      <dgm:spPr/>
      <dgm:t>
        <a:bodyPr/>
        <a:lstStyle/>
        <a:p>
          <a:endParaRPr lang="en-US"/>
        </a:p>
      </dgm:t>
    </dgm:pt>
    <dgm:pt modelId="{E97E11B0-DE49-48D8-A0D3-192CF1969208}">
      <dgm:prSet/>
      <dgm:spPr/>
      <dgm:t>
        <a:bodyPr/>
        <a:lstStyle/>
        <a:p>
          <a:r>
            <a:rPr lang="en-US" dirty="0"/>
            <a:t>Find the list of all the stop words and lemmatized words</a:t>
          </a:r>
        </a:p>
      </dgm:t>
    </dgm:pt>
    <dgm:pt modelId="{E59776DF-8A45-4D64-B729-5AD8D863896B}" type="parTrans" cxnId="{CFB6382E-5CE7-4B53-8C01-C0F05164BBFA}">
      <dgm:prSet/>
      <dgm:spPr/>
      <dgm:t>
        <a:bodyPr/>
        <a:lstStyle/>
        <a:p>
          <a:endParaRPr lang="en-US"/>
        </a:p>
      </dgm:t>
    </dgm:pt>
    <dgm:pt modelId="{D1290A3D-53D1-4C3E-812E-BE626CC832CC}" type="sibTrans" cxnId="{CFB6382E-5CE7-4B53-8C01-C0F05164BBFA}">
      <dgm:prSet/>
      <dgm:spPr/>
      <dgm:t>
        <a:bodyPr/>
        <a:lstStyle/>
        <a:p>
          <a:endParaRPr lang="en-US"/>
        </a:p>
      </dgm:t>
    </dgm:pt>
    <dgm:pt modelId="{5A0994EF-60FF-4ACD-9525-512C4F5D5C48}">
      <dgm:prSet/>
      <dgm:spPr/>
      <dgm:t>
        <a:bodyPr/>
        <a:lstStyle/>
        <a:p>
          <a:r>
            <a:rPr lang="en-US" dirty="0"/>
            <a:t>Formulate the function for Trust factor.</a:t>
          </a:r>
        </a:p>
      </dgm:t>
    </dgm:pt>
    <dgm:pt modelId="{D68C1755-506A-44DD-9143-F066C159D7D1}" type="parTrans" cxnId="{4A867E36-D110-4DBA-9B56-6E75462137EB}">
      <dgm:prSet/>
      <dgm:spPr/>
      <dgm:t>
        <a:bodyPr/>
        <a:lstStyle/>
        <a:p>
          <a:endParaRPr lang="en-US"/>
        </a:p>
      </dgm:t>
    </dgm:pt>
    <dgm:pt modelId="{F66B05E5-1C64-4B5D-980B-713DB8F312AB}" type="sibTrans" cxnId="{4A867E36-D110-4DBA-9B56-6E75462137EB}">
      <dgm:prSet/>
      <dgm:spPr/>
      <dgm:t>
        <a:bodyPr/>
        <a:lstStyle/>
        <a:p>
          <a:endParaRPr lang="en-US"/>
        </a:p>
      </dgm:t>
    </dgm:pt>
    <dgm:pt modelId="{109C6332-E386-4AE4-AD93-20D268A3A2E6}">
      <dgm:prSet/>
      <dgm:spPr/>
      <dgm:t>
        <a:bodyPr/>
        <a:lstStyle/>
        <a:p>
          <a:r>
            <a:rPr lang="en-US" dirty="0"/>
            <a:t>Test the performance on the test data.</a:t>
          </a:r>
        </a:p>
      </dgm:t>
    </dgm:pt>
    <dgm:pt modelId="{22B250CE-1EA5-4B52-A7BC-7C2324CA92D0}" type="parTrans" cxnId="{64CA0154-7F3B-4F66-B6F6-C3DD1B8F1C6E}">
      <dgm:prSet/>
      <dgm:spPr/>
      <dgm:t>
        <a:bodyPr/>
        <a:lstStyle/>
        <a:p>
          <a:endParaRPr lang="en-US"/>
        </a:p>
      </dgm:t>
    </dgm:pt>
    <dgm:pt modelId="{77A5028E-F1F9-4AA7-B662-3674DB560397}" type="sibTrans" cxnId="{64CA0154-7F3B-4F66-B6F6-C3DD1B8F1C6E}">
      <dgm:prSet/>
      <dgm:spPr/>
      <dgm:t>
        <a:bodyPr/>
        <a:lstStyle/>
        <a:p>
          <a:endParaRPr lang="en-US"/>
        </a:p>
      </dgm:t>
    </dgm:pt>
    <dgm:pt modelId="{AC0D7CDC-B181-488E-8064-CDA76807985A}">
      <dgm:prSet/>
      <dgm:spPr/>
      <dgm:t>
        <a:bodyPr/>
        <a:lstStyle/>
        <a:p>
          <a:r>
            <a:rPr lang="en-US" dirty="0"/>
            <a:t>Fuzzy score</a:t>
          </a:r>
        </a:p>
      </dgm:t>
    </dgm:pt>
    <dgm:pt modelId="{BEAF1897-7A1D-4E6C-9461-CDB494C0277D}" type="parTrans" cxnId="{D2FDB788-205C-4DCB-83E2-808413568AE3}">
      <dgm:prSet/>
      <dgm:spPr/>
      <dgm:t>
        <a:bodyPr/>
        <a:lstStyle/>
        <a:p>
          <a:endParaRPr lang="en-US"/>
        </a:p>
      </dgm:t>
    </dgm:pt>
    <dgm:pt modelId="{0232E427-BF8F-4B62-9537-81118CF930EF}" type="sibTrans" cxnId="{D2FDB788-205C-4DCB-83E2-808413568AE3}">
      <dgm:prSet/>
      <dgm:spPr/>
      <dgm:t>
        <a:bodyPr/>
        <a:lstStyle/>
        <a:p>
          <a:endParaRPr lang="en-US"/>
        </a:p>
      </dgm:t>
    </dgm:pt>
    <dgm:pt modelId="{5D60F618-3EC9-4B9A-914E-7DCB6B9D7D49}">
      <dgm:prSet/>
      <dgm:spPr/>
      <dgm:t>
        <a:bodyPr/>
        <a:lstStyle/>
        <a:p>
          <a:r>
            <a:rPr lang="en-US" dirty="0"/>
            <a:t>Find the difference in two distributions</a:t>
          </a:r>
        </a:p>
      </dgm:t>
    </dgm:pt>
    <dgm:pt modelId="{1EF16B89-AC9B-4891-834C-857DB0DB2B5F}" type="parTrans" cxnId="{F845CACF-5E93-47E0-A03D-9CF218AC4E36}">
      <dgm:prSet/>
      <dgm:spPr/>
      <dgm:t>
        <a:bodyPr/>
        <a:lstStyle/>
        <a:p>
          <a:endParaRPr lang="en-US"/>
        </a:p>
      </dgm:t>
    </dgm:pt>
    <dgm:pt modelId="{DD3BEAB7-A5E2-4232-8B0E-F253620513AD}" type="sibTrans" cxnId="{F845CACF-5E93-47E0-A03D-9CF218AC4E36}">
      <dgm:prSet/>
      <dgm:spPr/>
      <dgm:t>
        <a:bodyPr/>
        <a:lstStyle/>
        <a:p>
          <a:endParaRPr lang="en-US"/>
        </a:p>
      </dgm:t>
    </dgm:pt>
    <dgm:pt modelId="{758C1801-63BC-466D-BFED-26AE6798203F}">
      <dgm:prSet/>
      <dgm:spPr/>
      <dgm:t>
        <a:bodyPr/>
        <a:lstStyle/>
        <a:p>
          <a:r>
            <a:rPr lang="en-US" dirty="0"/>
            <a:t>KL divergence</a:t>
          </a:r>
        </a:p>
      </dgm:t>
    </dgm:pt>
    <dgm:pt modelId="{ABDD64B0-E36E-4A2E-ACF4-DA3802155B42}" type="parTrans" cxnId="{004DD41D-EE04-4C79-AA96-13FC0EEFEA6E}">
      <dgm:prSet/>
      <dgm:spPr/>
      <dgm:t>
        <a:bodyPr/>
        <a:lstStyle/>
        <a:p>
          <a:endParaRPr lang="en-US"/>
        </a:p>
      </dgm:t>
    </dgm:pt>
    <dgm:pt modelId="{72EC2BEA-8F13-4583-B8FD-72473F0BE332}" type="sibTrans" cxnId="{004DD41D-EE04-4C79-AA96-13FC0EEFEA6E}">
      <dgm:prSet/>
      <dgm:spPr/>
      <dgm:t>
        <a:bodyPr/>
        <a:lstStyle/>
        <a:p>
          <a:endParaRPr lang="en-US"/>
        </a:p>
      </dgm:t>
    </dgm:pt>
    <dgm:pt modelId="{C1AF78BD-9203-4CC8-B62C-B6EE4F2F4905}" type="pres">
      <dgm:prSet presAssocID="{686556E6-A645-4A6B-84A3-49B9F42B9E35}" presName="Name0" presStyleCnt="0">
        <dgm:presLayoutVars>
          <dgm:dir/>
          <dgm:resizeHandles val="exact"/>
        </dgm:presLayoutVars>
      </dgm:prSet>
      <dgm:spPr/>
    </dgm:pt>
    <dgm:pt modelId="{C216B8B7-1839-46D7-BBD0-8DE73CE1AD4A}" type="pres">
      <dgm:prSet presAssocID="{5D306D15-B369-4748-86E3-13F3F072C472}" presName="node" presStyleLbl="node1" presStyleIdx="0" presStyleCnt="6">
        <dgm:presLayoutVars>
          <dgm:bulletEnabled val="1"/>
        </dgm:presLayoutVars>
      </dgm:prSet>
      <dgm:spPr/>
    </dgm:pt>
    <dgm:pt modelId="{B0F95D3A-D6D5-4A8A-94D2-95EA5E14EBB5}" type="pres">
      <dgm:prSet presAssocID="{BDAD1F14-A402-43E5-A3AC-40755BC1F43F}" presName="sibTrans" presStyleLbl="sibTrans2D1" presStyleIdx="0" presStyleCnt="5"/>
      <dgm:spPr/>
    </dgm:pt>
    <dgm:pt modelId="{54EAD32F-9993-49D1-BD76-19849924431F}" type="pres">
      <dgm:prSet presAssocID="{BDAD1F14-A402-43E5-A3AC-40755BC1F43F}" presName="connectorText" presStyleLbl="sibTrans2D1" presStyleIdx="0" presStyleCnt="5"/>
      <dgm:spPr/>
    </dgm:pt>
    <dgm:pt modelId="{493D2EA2-EC33-4BEF-BC7B-6B61B6D4776B}" type="pres">
      <dgm:prSet presAssocID="{3D8FF62C-904D-4430-AF8D-685D5055D352}" presName="node" presStyleLbl="node1" presStyleIdx="1" presStyleCnt="6">
        <dgm:presLayoutVars>
          <dgm:bulletEnabled val="1"/>
        </dgm:presLayoutVars>
      </dgm:prSet>
      <dgm:spPr/>
    </dgm:pt>
    <dgm:pt modelId="{C9B935C8-2DE4-4E3C-B007-F691DFFDEA3C}" type="pres">
      <dgm:prSet presAssocID="{9DF5E648-ACA8-48BA-ACA2-EE9674D1A385}" presName="sibTrans" presStyleLbl="sibTrans2D1" presStyleIdx="1" presStyleCnt="5"/>
      <dgm:spPr/>
    </dgm:pt>
    <dgm:pt modelId="{9AC947CF-3985-427B-827D-F36E1B46325B}" type="pres">
      <dgm:prSet presAssocID="{9DF5E648-ACA8-48BA-ACA2-EE9674D1A385}" presName="connectorText" presStyleLbl="sibTrans2D1" presStyleIdx="1" presStyleCnt="5"/>
      <dgm:spPr/>
    </dgm:pt>
    <dgm:pt modelId="{DFA8AF77-8194-4DDD-915A-3AA861140DD7}" type="pres">
      <dgm:prSet presAssocID="{E97E11B0-DE49-48D8-A0D3-192CF1969208}" presName="node" presStyleLbl="node1" presStyleIdx="2" presStyleCnt="6">
        <dgm:presLayoutVars>
          <dgm:bulletEnabled val="1"/>
        </dgm:presLayoutVars>
      </dgm:prSet>
      <dgm:spPr/>
    </dgm:pt>
    <dgm:pt modelId="{B551D6FD-5822-4E5C-8D8B-CE4D28178578}" type="pres">
      <dgm:prSet presAssocID="{D1290A3D-53D1-4C3E-812E-BE626CC832CC}" presName="sibTrans" presStyleLbl="sibTrans2D1" presStyleIdx="2" presStyleCnt="5"/>
      <dgm:spPr/>
    </dgm:pt>
    <dgm:pt modelId="{E97B1E2C-57BE-45B2-9C8C-FBB72FA075BF}" type="pres">
      <dgm:prSet presAssocID="{D1290A3D-53D1-4C3E-812E-BE626CC832CC}" presName="connectorText" presStyleLbl="sibTrans2D1" presStyleIdx="2" presStyleCnt="5"/>
      <dgm:spPr/>
    </dgm:pt>
    <dgm:pt modelId="{4FE508EF-EB9B-42AE-B3E7-F4F4A29A574E}" type="pres">
      <dgm:prSet presAssocID="{5D60F618-3EC9-4B9A-914E-7DCB6B9D7D49}" presName="node" presStyleLbl="node1" presStyleIdx="3" presStyleCnt="6">
        <dgm:presLayoutVars>
          <dgm:bulletEnabled val="1"/>
        </dgm:presLayoutVars>
      </dgm:prSet>
      <dgm:spPr/>
    </dgm:pt>
    <dgm:pt modelId="{E83414C5-96A3-48FC-A8CF-116C99056606}" type="pres">
      <dgm:prSet presAssocID="{DD3BEAB7-A5E2-4232-8B0E-F253620513AD}" presName="sibTrans" presStyleLbl="sibTrans2D1" presStyleIdx="3" presStyleCnt="5"/>
      <dgm:spPr/>
    </dgm:pt>
    <dgm:pt modelId="{DF7AD57E-1FF3-4803-97A9-7E4F91B65C2A}" type="pres">
      <dgm:prSet presAssocID="{DD3BEAB7-A5E2-4232-8B0E-F253620513AD}" presName="connectorText" presStyleLbl="sibTrans2D1" presStyleIdx="3" presStyleCnt="5"/>
      <dgm:spPr/>
    </dgm:pt>
    <dgm:pt modelId="{D376DA88-047C-44F0-BD0E-A47516D201FD}" type="pres">
      <dgm:prSet presAssocID="{5A0994EF-60FF-4ACD-9525-512C4F5D5C48}" presName="node" presStyleLbl="node1" presStyleIdx="4" presStyleCnt="6">
        <dgm:presLayoutVars>
          <dgm:bulletEnabled val="1"/>
        </dgm:presLayoutVars>
      </dgm:prSet>
      <dgm:spPr/>
    </dgm:pt>
    <dgm:pt modelId="{C6D63944-AD0C-4968-B3A1-507F7949FDCA}" type="pres">
      <dgm:prSet presAssocID="{F66B05E5-1C64-4B5D-980B-713DB8F312AB}" presName="sibTrans" presStyleLbl="sibTrans2D1" presStyleIdx="4" presStyleCnt="5"/>
      <dgm:spPr/>
    </dgm:pt>
    <dgm:pt modelId="{0067FF86-6090-48C1-A792-FCF8B52D3FD3}" type="pres">
      <dgm:prSet presAssocID="{F66B05E5-1C64-4B5D-980B-713DB8F312AB}" presName="connectorText" presStyleLbl="sibTrans2D1" presStyleIdx="4" presStyleCnt="5"/>
      <dgm:spPr/>
    </dgm:pt>
    <dgm:pt modelId="{8A473AA0-E395-4EEB-A774-01DBD415B1DE}" type="pres">
      <dgm:prSet presAssocID="{109C6332-E386-4AE4-AD93-20D268A3A2E6}" presName="node" presStyleLbl="node1" presStyleIdx="5" presStyleCnt="6">
        <dgm:presLayoutVars>
          <dgm:bulletEnabled val="1"/>
        </dgm:presLayoutVars>
      </dgm:prSet>
      <dgm:spPr/>
    </dgm:pt>
  </dgm:ptLst>
  <dgm:cxnLst>
    <dgm:cxn modelId="{004DD41D-EE04-4C79-AA96-13FC0EEFEA6E}" srcId="{5D60F618-3EC9-4B9A-914E-7DCB6B9D7D49}" destId="{758C1801-63BC-466D-BFED-26AE6798203F}" srcOrd="0" destOrd="0" parTransId="{ABDD64B0-E36E-4A2E-ACF4-DA3802155B42}" sibTransId="{72EC2BEA-8F13-4583-B8FD-72473F0BE332}"/>
    <dgm:cxn modelId="{D41A1E23-151B-46CE-96FD-E32A87366976}" type="presOf" srcId="{F66B05E5-1C64-4B5D-980B-713DB8F312AB}" destId="{0067FF86-6090-48C1-A792-FCF8B52D3FD3}" srcOrd="1" destOrd="0" presId="urn:microsoft.com/office/officeart/2005/8/layout/process1"/>
    <dgm:cxn modelId="{6D02D625-AD54-4133-A706-92447DD7CB54}" type="presOf" srcId="{AC0D7CDC-B181-488E-8064-CDA76807985A}" destId="{D376DA88-047C-44F0-BD0E-A47516D201FD}" srcOrd="0" destOrd="1" presId="urn:microsoft.com/office/officeart/2005/8/layout/process1"/>
    <dgm:cxn modelId="{CFB6382E-5CE7-4B53-8C01-C0F05164BBFA}" srcId="{686556E6-A645-4A6B-84A3-49B9F42B9E35}" destId="{E97E11B0-DE49-48D8-A0D3-192CF1969208}" srcOrd="2" destOrd="0" parTransId="{E59776DF-8A45-4D64-B729-5AD8D863896B}" sibTransId="{D1290A3D-53D1-4C3E-812E-BE626CC832CC}"/>
    <dgm:cxn modelId="{4A867E36-D110-4DBA-9B56-6E75462137EB}" srcId="{686556E6-A645-4A6B-84A3-49B9F42B9E35}" destId="{5A0994EF-60FF-4ACD-9525-512C4F5D5C48}" srcOrd="4" destOrd="0" parTransId="{D68C1755-506A-44DD-9143-F066C159D7D1}" sibTransId="{F66B05E5-1C64-4B5D-980B-713DB8F312AB}"/>
    <dgm:cxn modelId="{15C6E85B-C098-493D-9058-C59D6C38EFC3}" type="presOf" srcId="{D1290A3D-53D1-4C3E-812E-BE626CC832CC}" destId="{E97B1E2C-57BE-45B2-9C8C-FBB72FA075BF}" srcOrd="1" destOrd="0" presId="urn:microsoft.com/office/officeart/2005/8/layout/process1"/>
    <dgm:cxn modelId="{D401CC42-D023-4492-996A-54DE70BF6C84}" srcId="{686556E6-A645-4A6B-84A3-49B9F42B9E35}" destId="{3D8FF62C-904D-4430-AF8D-685D5055D352}" srcOrd="1" destOrd="0" parTransId="{D384D4D5-0ABD-456C-8FF3-30FD0ADFC2A4}" sibTransId="{9DF5E648-ACA8-48BA-ACA2-EE9674D1A385}"/>
    <dgm:cxn modelId="{C128B266-8752-4AA6-B925-3EC9E007525A}" type="presOf" srcId="{D1290A3D-53D1-4C3E-812E-BE626CC832CC}" destId="{B551D6FD-5822-4E5C-8D8B-CE4D28178578}" srcOrd="0" destOrd="0" presId="urn:microsoft.com/office/officeart/2005/8/layout/process1"/>
    <dgm:cxn modelId="{D0CD0272-1F52-440B-B742-46501462A7AB}" type="presOf" srcId="{BDAD1F14-A402-43E5-A3AC-40755BC1F43F}" destId="{B0F95D3A-D6D5-4A8A-94D2-95EA5E14EBB5}" srcOrd="0" destOrd="0" presId="urn:microsoft.com/office/officeart/2005/8/layout/process1"/>
    <dgm:cxn modelId="{64CA0154-7F3B-4F66-B6F6-C3DD1B8F1C6E}" srcId="{686556E6-A645-4A6B-84A3-49B9F42B9E35}" destId="{109C6332-E386-4AE4-AD93-20D268A3A2E6}" srcOrd="5" destOrd="0" parTransId="{22B250CE-1EA5-4B52-A7BC-7C2324CA92D0}" sibTransId="{77A5028E-F1F9-4AA7-B662-3674DB560397}"/>
    <dgm:cxn modelId="{00EE1155-9F5C-4710-B2D6-B911FABEDB9B}" type="presOf" srcId="{BDAD1F14-A402-43E5-A3AC-40755BC1F43F}" destId="{54EAD32F-9993-49D1-BD76-19849924431F}" srcOrd="1" destOrd="0" presId="urn:microsoft.com/office/officeart/2005/8/layout/process1"/>
    <dgm:cxn modelId="{D2FDB788-205C-4DCB-83E2-808413568AE3}" srcId="{5A0994EF-60FF-4ACD-9525-512C4F5D5C48}" destId="{AC0D7CDC-B181-488E-8064-CDA76807985A}" srcOrd="0" destOrd="0" parTransId="{BEAF1897-7A1D-4E6C-9461-CDB494C0277D}" sibTransId="{0232E427-BF8F-4B62-9537-81118CF930EF}"/>
    <dgm:cxn modelId="{0B93B888-17C9-4E9A-AB93-1315D767D8BD}" type="presOf" srcId="{686556E6-A645-4A6B-84A3-49B9F42B9E35}" destId="{C1AF78BD-9203-4CC8-B62C-B6EE4F2F4905}" srcOrd="0" destOrd="0" presId="urn:microsoft.com/office/officeart/2005/8/layout/process1"/>
    <dgm:cxn modelId="{B50C0E92-F05D-4E46-8C89-B57A4A7C4F85}" type="presOf" srcId="{5D60F618-3EC9-4B9A-914E-7DCB6B9D7D49}" destId="{4FE508EF-EB9B-42AE-B3E7-F4F4A29A574E}" srcOrd="0" destOrd="0" presId="urn:microsoft.com/office/officeart/2005/8/layout/process1"/>
    <dgm:cxn modelId="{4D936897-D741-4ADD-8037-7986D02497C3}" type="presOf" srcId="{F66B05E5-1C64-4B5D-980B-713DB8F312AB}" destId="{C6D63944-AD0C-4968-B3A1-507F7949FDCA}" srcOrd="0" destOrd="0" presId="urn:microsoft.com/office/officeart/2005/8/layout/process1"/>
    <dgm:cxn modelId="{C0995598-7D09-417C-B43C-F8A8E2CF5F05}" type="presOf" srcId="{5D306D15-B369-4748-86E3-13F3F072C472}" destId="{C216B8B7-1839-46D7-BBD0-8DE73CE1AD4A}" srcOrd="0" destOrd="0" presId="urn:microsoft.com/office/officeart/2005/8/layout/process1"/>
    <dgm:cxn modelId="{7940119A-5404-485F-8459-45BFA77A0F1C}" type="presOf" srcId="{5A0994EF-60FF-4ACD-9525-512C4F5D5C48}" destId="{D376DA88-047C-44F0-BD0E-A47516D201FD}" srcOrd="0" destOrd="0" presId="urn:microsoft.com/office/officeart/2005/8/layout/process1"/>
    <dgm:cxn modelId="{2536659A-FC51-4329-BA37-EFBE65C6528D}" type="presOf" srcId="{3D8FF62C-904D-4430-AF8D-685D5055D352}" destId="{493D2EA2-EC33-4BEF-BC7B-6B61B6D4776B}" srcOrd="0" destOrd="0" presId="urn:microsoft.com/office/officeart/2005/8/layout/process1"/>
    <dgm:cxn modelId="{82B43D9C-45F4-44A4-8D3F-FDBEB832FFC8}" type="presOf" srcId="{9DF5E648-ACA8-48BA-ACA2-EE9674D1A385}" destId="{9AC947CF-3985-427B-827D-F36E1B46325B}" srcOrd="1" destOrd="0" presId="urn:microsoft.com/office/officeart/2005/8/layout/process1"/>
    <dgm:cxn modelId="{C389E89C-6C13-4B46-B494-CC0BEA43CAF2}" type="presOf" srcId="{9DF5E648-ACA8-48BA-ACA2-EE9674D1A385}" destId="{C9B935C8-2DE4-4E3C-B007-F691DFFDEA3C}" srcOrd="0" destOrd="0" presId="urn:microsoft.com/office/officeart/2005/8/layout/process1"/>
    <dgm:cxn modelId="{C433699D-9A7B-418F-86BE-32317C9DF413}" type="presOf" srcId="{758C1801-63BC-466D-BFED-26AE6798203F}" destId="{4FE508EF-EB9B-42AE-B3E7-F4F4A29A574E}" srcOrd="0" destOrd="1" presId="urn:microsoft.com/office/officeart/2005/8/layout/process1"/>
    <dgm:cxn modelId="{CB5F85A9-7BFC-4F47-A92B-E3E670EE3267}" srcId="{686556E6-A645-4A6B-84A3-49B9F42B9E35}" destId="{5D306D15-B369-4748-86E3-13F3F072C472}" srcOrd="0" destOrd="0" parTransId="{71B79FC3-EAF8-4E81-92A7-331056BB2A63}" sibTransId="{BDAD1F14-A402-43E5-A3AC-40755BC1F43F}"/>
    <dgm:cxn modelId="{99AB07B2-76CB-4AC7-82DE-A4A83C1AB31E}" type="presOf" srcId="{DD3BEAB7-A5E2-4232-8B0E-F253620513AD}" destId="{DF7AD57E-1FF3-4803-97A9-7E4F91B65C2A}" srcOrd="1" destOrd="0" presId="urn:microsoft.com/office/officeart/2005/8/layout/process1"/>
    <dgm:cxn modelId="{36D0D8CB-F829-49B6-8152-1CDAEF444D72}" type="presOf" srcId="{109C6332-E386-4AE4-AD93-20D268A3A2E6}" destId="{8A473AA0-E395-4EEB-A774-01DBD415B1DE}" srcOrd="0" destOrd="0" presId="urn:microsoft.com/office/officeart/2005/8/layout/process1"/>
    <dgm:cxn modelId="{F845CACF-5E93-47E0-A03D-9CF218AC4E36}" srcId="{686556E6-A645-4A6B-84A3-49B9F42B9E35}" destId="{5D60F618-3EC9-4B9A-914E-7DCB6B9D7D49}" srcOrd="3" destOrd="0" parTransId="{1EF16B89-AC9B-4891-834C-857DB0DB2B5F}" sibTransId="{DD3BEAB7-A5E2-4232-8B0E-F253620513AD}"/>
    <dgm:cxn modelId="{C74484D0-650F-4068-9B9D-27285C38C036}" type="presOf" srcId="{E97E11B0-DE49-48D8-A0D3-192CF1969208}" destId="{DFA8AF77-8194-4DDD-915A-3AA861140DD7}" srcOrd="0" destOrd="0" presId="urn:microsoft.com/office/officeart/2005/8/layout/process1"/>
    <dgm:cxn modelId="{409A04D5-2D6A-4A59-B629-2F4344751404}" type="presOf" srcId="{DD3BEAB7-A5E2-4232-8B0E-F253620513AD}" destId="{E83414C5-96A3-48FC-A8CF-116C99056606}" srcOrd="0" destOrd="0" presId="urn:microsoft.com/office/officeart/2005/8/layout/process1"/>
    <dgm:cxn modelId="{E8A8FE91-E54E-45DA-9BEF-887376285345}" type="presParOf" srcId="{C1AF78BD-9203-4CC8-B62C-B6EE4F2F4905}" destId="{C216B8B7-1839-46D7-BBD0-8DE73CE1AD4A}" srcOrd="0" destOrd="0" presId="urn:microsoft.com/office/officeart/2005/8/layout/process1"/>
    <dgm:cxn modelId="{261171C6-88C6-4686-987C-B5968730270E}" type="presParOf" srcId="{C1AF78BD-9203-4CC8-B62C-B6EE4F2F4905}" destId="{B0F95D3A-D6D5-4A8A-94D2-95EA5E14EBB5}" srcOrd="1" destOrd="0" presId="urn:microsoft.com/office/officeart/2005/8/layout/process1"/>
    <dgm:cxn modelId="{18054A75-B357-4B7A-9B91-6D8BC12DE243}" type="presParOf" srcId="{B0F95D3A-D6D5-4A8A-94D2-95EA5E14EBB5}" destId="{54EAD32F-9993-49D1-BD76-19849924431F}" srcOrd="0" destOrd="0" presId="urn:microsoft.com/office/officeart/2005/8/layout/process1"/>
    <dgm:cxn modelId="{8E90B08D-500B-4541-B9F4-5F04ADD60655}" type="presParOf" srcId="{C1AF78BD-9203-4CC8-B62C-B6EE4F2F4905}" destId="{493D2EA2-EC33-4BEF-BC7B-6B61B6D4776B}" srcOrd="2" destOrd="0" presId="urn:microsoft.com/office/officeart/2005/8/layout/process1"/>
    <dgm:cxn modelId="{A3ADA269-0929-4753-99DA-DE2E8BE47FD1}" type="presParOf" srcId="{C1AF78BD-9203-4CC8-B62C-B6EE4F2F4905}" destId="{C9B935C8-2DE4-4E3C-B007-F691DFFDEA3C}" srcOrd="3" destOrd="0" presId="urn:microsoft.com/office/officeart/2005/8/layout/process1"/>
    <dgm:cxn modelId="{A473E756-7DCD-43A5-98EB-CD7FD6481604}" type="presParOf" srcId="{C9B935C8-2DE4-4E3C-B007-F691DFFDEA3C}" destId="{9AC947CF-3985-427B-827D-F36E1B46325B}" srcOrd="0" destOrd="0" presId="urn:microsoft.com/office/officeart/2005/8/layout/process1"/>
    <dgm:cxn modelId="{47E52926-B83A-49AF-A240-36CAA77D9F0C}" type="presParOf" srcId="{C1AF78BD-9203-4CC8-B62C-B6EE4F2F4905}" destId="{DFA8AF77-8194-4DDD-915A-3AA861140DD7}" srcOrd="4" destOrd="0" presId="urn:microsoft.com/office/officeart/2005/8/layout/process1"/>
    <dgm:cxn modelId="{AA48C7BA-693A-40B7-B5A6-6A1AB7BF2EC6}" type="presParOf" srcId="{C1AF78BD-9203-4CC8-B62C-B6EE4F2F4905}" destId="{B551D6FD-5822-4E5C-8D8B-CE4D28178578}" srcOrd="5" destOrd="0" presId="urn:microsoft.com/office/officeart/2005/8/layout/process1"/>
    <dgm:cxn modelId="{85F1B537-E3A9-4E3F-9C01-48EA0EE62E27}" type="presParOf" srcId="{B551D6FD-5822-4E5C-8D8B-CE4D28178578}" destId="{E97B1E2C-57BE-45B2-9C8C-FBB72FA075BF}" srcOrd="0" destOrd="0" presId="urn:microsoft.com/office/officeart/2005/8/layout/process1"/>
    <dgm:cxn modelId="{C3667982-8F85-45BF-9A08-18C47BD87B9D}" type="presParOf" srcId="{C1AF78BD-9203-4CC8-B62C-B6EE4F2F4905}" destId="{4FE508EF-EB9B-42AE-B3E7-F4F4A29A574E}" srcOrd="6" destOrd="0" presId="urn:microsoft.com/office/officeart/2005/8/layout/process1"/>
    <dgm:cxn modelId="{86517A15-6C6D-4903-9552-95F362155F08}" type="presParOf" srcId="{C1AF78BD-9203-4CC8-B62C-B6EE4F2F4905}" destId="{E83414C5-96A3-48FC-A8CF-116C99056606}" srcOrd="7" destOrd="0" presId="urn:microsoft.com/office/officeart/2005/8/layout/process1"/>
    <dgm:cxn modelId="{B79643CB-02DB-489E-A6E4-C83EB5AA5FC8}" type="presParOf" srcId="{E83414C5-96A3-48FC-A8CF-116C99056606}" destId="{DF7AD57E-1FF3-4803-97A9-7E4F91B65C2A}" srcOrd="0" destOrd="0" presId="urn:microsoft.com/office/officeart/2005/8/layout/process1"/>
    <dgm:cxn modelId="{AAE20D3D-85A8-4D43-A3F7-61E49CAB6F1E}" type="presParOf" srcId="{C1AF78BD-9203-4CC8-B62C-B6EE4F2F4905}" destId="{D376DA88-047C-44F0-BD0E-A47516D201FD}" srcOrd="8" destOrd="0" presId="urn:microsoft.com/office/officeart/2005/8/layout/process1"/>
    <dgm:cxn modelId="{ABB299FA-3F5D-48D5-BD92-81157412B01D}" type="presParOf" srcId="{C1AF78BD-9203-4CC8-B62C-B6EE4F2F4905}" destId="{C6D63944-AD0C-4968-B3A1-507F7949FDCA}" srcOrd="9" destOrd="0" presId="urn:microsoft.com/office/officeart/2005/8/layout/process1"/>
    <dgm:cxn modelId="{BA528B8B-06BE-4F7E-9A1D-7D5F682439E8}" type="presParOf" srcId="{C6D63944-AD0C-4968-B3A1-507F7949FDCA}" destId="{0067FF86-6090-48C1-A792-FCF8B52D3FD3}" srcOrd="0" destOrd="0" presId="urn:microsoft.com/office/officeart/2005/8/layout/process1"/>
    <dgm:cxn modelId="{490AE2B5-E826-450C-BB2A-A4012C2C9AE4}" type="presParOf" srcId="{C1AF78BD-9203-4CC8-B62C-B6EE4F2F4905}" destId="{8A473AA0-E395-4EEB-A774-01DBD415B1D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DFE5D-AEA7-432D-A36B-DB3A71538E61}">
      <dsp:nvSpPr>
        <dsp:cNvPr id="0" name=""/>
        <dsp:cNvSpPr/>
      </dsp:nvSpPr>
      <dsp:spPr>
        <a:xfrm>
          <a:off x="0" y="531"/>
          <a:ext cx="5181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616F3-5DDC-490F-87AE-53AE5C09038E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5C86C-5066-4D6C-88B3-A753AB2E81BB}">
      <dsp:nvSpPr>
        <dsp:cNvPr id="0" name=""/>
        <dsp:cNvSpPr/>
      </dsp:nvSpPr>
      <dsp:spPr>
        <a:xfrm>
          <a:off x="1435590" y="531"/>
          <a:ext cx="3746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Brief of previous meet</a:t>
          </a:r>
        </a:p>
      </dsp:txBody>
      <dsp:txXfrm>
        <a:off x="1435590" y="531"/>
        <a:ext cx="3746009" cy="1242935"/>
      </dsp:txXfrm>
    </dsp:sp>
    <dsp:sp modelId="{A4F7A9A4-F2BA-4E01-85E3-100DD4CAB63E}">
      <dsp:nvSpPr>
        <dsp:cNvPr id="0" name=""/>
        <dsp:cNvSpPr/>
      </dsp:nvSpPr>
      <dsp:spPr>
        <a:xfrm>
          <a:off x="0" y="1554201"/>
          <a:ext cx="5181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6BDAD-671B-4CDA-9389-B5BAD9558AAE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6A812-A529-48F6-8B69-758A98C34BAB}">
      <dsp:nvSpPr>
        <dsp:cNvPr id="0" name=""/>
        <dsp:cNvSpPr/>
      </dsp:nvSpPr>
      <dsp:spPr>
        <a:xfrm>
          <a:off x="1435590" y="1554201"/>
          <a:ext cx="3746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week’s progress</a:t>
          </a:r>
        </a:p>
      </dsp:txBody>
      <dsp:txXfrm>
        <a:off x="1435590" y="1554201"/>
        <a:ext cx="3746009" cy="1242935"/>
      </dsp:txXfrm>
    </dsp:sp>
    <dsp:sp modelId="{7B5A0233-F267-4B79-9799-E6797E86BF09}">
      <dsp:nvSpPr>
        <dsp:cNvPr id="0" name=""/>
        <dsp:cNvSpPr/>
      </dsp:nvSpPr>
      <dsp:spPr>
        <a:xfrm>
          <a:off x="0" y="3107870"/>
          <a:ext cx="5181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A1CBCD-B5A6-417C-B98C-B7A6F513922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F2302-7145-450C-BDFD-6C60348EF71B}">
      <dsp:nvSpPr>
        <dsp:cNvPr id="0" name=""/>
        <dsp:cNvSpPr/>
      </dsp:nvSpPr>
      <dsp:spPr>
        <a:xfrm>
          <a:off x="1435590" y="3107870"/>
          <a:ext cx="3746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Way forward</a:t>
          </a:r>
        </a:p>
      </dsp:txBody>
      <dsp:txXfrm>
        <a:off x="1435590" y="3107870"/>
        <a:ext cx="3746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094C2-4C59-4747-9BFD-05377291A09E}">
      <dsp:nvSpPr>
        <dsp:cNvPr id="0" name=""/>
        <dsp:cNvSpPr/>
      </dsp:nvSpPr>
      <dsp:spPr>
        <a:xfrm>
          <a:off x="2744" y="0"/>
          <a:ext cx="2693553" cy="57505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Initial EDA</a:t>
          </a:r>
        </a:p>
      </dsp:txBody>
      <dsp:txXfrm>
        <a:off x="2744" y="0"/>
        <a:ext cx="2693553" cy="1725169"/>
      </dsp:txXfrm>
    </dsp:sp>
    <dsp:sp modelId="{21B599BD-8068-4390-A854-F8562B2E5F10}">
      <dsp:nvSpPr>
        <dsp:cNvPr id="0" name=""/>
        <dsp:cNvSpPr/>
      </dsp:nvSpPr>
      <dsp:spPr>
        <a:xfrm>
          <a:off x="272100" y="1726854"/>
          <a:ext cx="2154843" cy="1733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Train/Test ratio</a:t>
          </a:r>
        </a:p>
      </dsp:txBody>
      <dsp:txXfrm>
        <a:off x="322883" y="1777637"/>
        <a:ext cx="2053277" cy="1632308"/>
      </dsp:txXfrm>
    </dsp:sp>
    <dsp:sp modelId="{5F49CB84-433E-4EB9-8E77-32C575B8E5EA}">
      <dsp:nvSpPr>
        <dsp:cNvPr id="0" name=""/>
        <dsp:cNvSpPr/>
      </dsp:nvSpPr>
      <dsp:spPr>
        <a:xfrm>
          <a:off x="272100" y="3727478"/>
          <a:ext cx="2154843" cy="1733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Max FEAT1 length</a:t>
          </a:r>
        </a:p>
      </dsp:txBody>
      <dsp:txXfrm>
        <a:off x="322883" y="3778261"/>
        <a:ext cx="2053277" cy="1632308"/>
      </dsp:txXfrm>
    </dsp:sp>
    <dsp:sp modelId="{51F2A8B5-B338-433E-AAAC-6AB2660D0F2F}">
      <dsp:nvSpPr>
        <dsp:cNvPr id="0" name=""/>
        <dsp:cNvSpPr/>
      </dsp:nvSpPr>
      <dsp:spPr>
        <a:xfrm>
          <a:off x="2898315" y="0"/>
          <a:ext cx="2693553" cy="57505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 pre-processing</a:t>
          </a:r>
        </a:p>
      </dsp:txBody>
      <dsp:txXfrm>
        <a:off x="2898315" y="0"/>
        <a:ext cx="2693553" cy="1725169"/>
      </dsp:txXfrm>
    </dsp:sp>
    <dsp:sp modelId="{F9A4C0A2-1CD8-4374-B43A-FCEF5B5A4A5C}">
      <dsp:nvSpPr>
        <dsp:cNvPr id="0" name=""/>
        <dsp:cNvSpPr/>
      </dsp:nvSpPr>
      <dsp:spPr>
        <a:xfrm>
          <a:off x="3167670" y="1725661"/>
          <a:ext cx="2154843" cy="112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Creating Target column</a:t>
          </a:r>
        </a:p>
      </dsp:txBody>
      <dsp:txXfrm>
        <a:off x="3200759" y="1758750"/>
        <a:ext cx="2088665" cy="1063577"/>
      </dsp:txXfrm>
    </dsp:sp>
    <dsp:sp modelId="{FA6E0A15-B24B-4DD9-BB6B-1CC2BD5B680D}">
      <dsp:nvSpPr>
        <dsp:cNvPr id="0" name=""/>
        <dsp:cNvSpPr/>
      </dsp:nvSpPr>
      <dsp:spPr>
        <a:xfrm>
          <a:off x="3167670" y="3029225"/>
          <a:ext cx="2154843" cy="112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Train/Test split</a:t>
          </a:r>
        </a:p>
      </dsp:txBody>
      <dsp:txXfrm>
        <a:off x="3200759" y="3062314"/>
        <a:ext cx="2088665" cy="1063577"/>
      </dsp:txXfrm>
    </dsp:sp>
    <dsp:sp modelId="{59B63E67-4F5A-4050-A2DA-637D0C1EB1C0}">
      <dsp:nvSpPr>
        <dsp:cNvPr id="0" name=""/>
        <dsp:cNvSpPr/>
      </dsp:nvSpPr>
      <dsp:spPr>
        <a:xfrm>
          <a:off x="3167670" y="4332790"/>
          <a:ext cx="2154843" cy="112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Removed classes with count &lt; 5</a:t>
          </a:r>
        </a:p>
      </dsp:txBody>
      <dsp:txXfrm>
        <a:off x="3200759" y="4365879"/>
        <a:ext cx="2088665" cy="1063577"/>
      </dsp:txXfrm>
    </dsp:sp>
    <dsp:sp modelId="{1C93AE6F-46DB-4E4E-8034-BDBAB0AFD626}">
      <dsp:nvSpPr>
        <dsp:cNvPr id="0" name=""/>
        <dsp:cNvSpPr/>
      </dsp:nvSpPr>
      <dsp:spPr>
        <a:xfrm>
          <a:off x="5793885" y="0"/>
          <a:ext cx="2693553" cy="57505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Fitting ML models</a:t>
          </a:r>
        </a:p>
      </dsp:txBody>
      <dsp:txXfrm>
        <a:off x="5793885" y="0"/>
        <a:ext cx="2693553" cy="1725169"/>
      </dsp:txXfrm>
    </dsp:sp>
    <dsp:sp modelId="{8FB7C03C-7F81-434B-995F-BC6E40DE3D89}">
      <dsp:nvSpPr>
        <dsp:cNvPr id="0" name=""/>
        <dsp:cNvSpPr/>
      </dsp:nvSpPr>
      <dsp:spPr>
        <a:xfrm>
          <a:off x="6063241" y="1726257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Multinomial NB</a:t>
          </a:r>
        </a:p>
      </dsp:txBody>
      <dsp:txXfrm>
        <a:off x="6082726" y="1745742"/>
        <a:ext cx="2115873" cy="626290"/>
      </dsp:txXfrm>
    </dsp:sp>
    <dsp:sp modelId="{98263B84-2449-4C56-9FB7-5C60FE3A437E}">
      <dsp:nvSpPr>
        <dsp:cNvPr id="0" name=""/>
        <dsp:cNvSpPr/>
      </dsp:nvSpPr>
      <dsp:spPr>
        <a:xfrm>
          <a:off x="6063241" y="2493865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Random forest</a:t>
          </a:r>
        </a:p>
      </dsp:txBody>
      <dsp:txXfrm>
        <a:off x="6082726" y="2513350"/>
        <a:ext cx="2115873" cy="626290"/>
      </dsp:txXfrm>
    </dsp:sp>
    <dsp:sp modelId="{5046C787-99E9-4150-9227-3EC21E33CE51}">
      <dsp:nvSpPr>
        <dsp:cNvPr id="0" name=""/>
        <dsp:cNvSpPr/>
      </dsp:nvSpPr>
      <dsp:spPr>
        <a:xfrm>
          <a:off x="6063241" y="3261473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SVM</a:t>
          </a:r>
        </a:p>
      </dsp:txBody>
      <dsp:txXfrm>
        <a:off x="6082726" y="3280958"/>
        <a:ext cx="2115873" cy="626290"/>
      </dsp:txXfrm>
    </dsp:sp>
    <dsp:sp modelId="{CD78EF53-1343-4259-9E30-87FE24791973}">
      <dsp:nvSpPr>
        <dsp:cNvPr id="0" name=""/>
        <dsp:cNvSpPr/>
      </dsp:nvSpPr>
      <dsp:spPr>
        <a:xfrm>
          <a:off x="6063241" y="4029081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Logistic Regression</a:t>
          </a:r>
        </a:p>
      </dsp:txBody>
      <dsp:txXfrm>
        <a:off x="6082726" y="4048566"/>
        <a:ext cx="2115873" cy="626290"/>
      </dsp:txXfrm>
    </dsp:sp>
    <dsp:sp modelId="{DBF1F7E2-D283-451B-BCB3-6D58F525D6A8}">
      <dsp:nvSpPr>
        <dsp:cNvPr id="0" name=""/>
        <dsp:cNvSpPr/>
      </dsp:nvSpPr>
      <dsp:spPr>
        <a:xfrm>
          <a:off x="6063241" y="4796689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KNN</a:t>
          </a:r>
        </a:p>
      </dsp:txBody>
      <dsp:txXfrm>
        <a:off x="6082726" y="4816174"/>
        <a:ext cx="2115873" cy="626290"/>
      </dsp:txXfrm>
    </dsp:sp>
    <dsp:sp modelId="{4D6AFA64-20C6-4F5E-BB31-38ACA42B885B}">
      <dsp:nvSpPr>
        <dsp:cNvPr id="0" name=""/>
        <dsp:cNvSpPr/>
      </dsp:nvSpPr>
      <dsp:spPr>
        <a:xfrm>
          <a:off x="8689456" y="0"/>
          <a:ext cx="2693553" cy="57505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Hyperparameter tuning for RF</a:t>
          </a:r>
        </a:p>
      </dsp:txBody>
      <dsp:txXfrm>
        <a:off x="8689456" y="0"/>
        <a:ext cx="2693553" cy="1725169"/>
      </dsp:txXfrm>
    </dsp:sp>
    <dsp:sp modelId="{7BD0DB11-5892-4A8E-B956-42375BA2C923}">
      <dsp:nvSpPr>
        <dsp:cNvPr id="0" name=""/>
        <dsp:cNvSpPr/>
      </dsp:nvSpPr>
      <dsp:spPr>
        <a:xfrm>
          <a:off x="8958811" y="1726257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N_estimators</a:t>
          </a:r>
          <a:r>
            <a:rPr lang="en-US" sz="1900" kern="1200" dirty="0"/>
            <a:t>= 150</a:t>
          </a:r>
        </a:p>
      </dsp:txBody>
      <dsp:txXfrm>
        <a:off x="8978296" y="1745742"/>
        <a:ext cx="2115873" cy="626290"/>
      </dsp:txXfrm>
    </dsp:sp>
    <dsp:sp modelId="{4A941B94-CDCF-4C03-82D2-5966978E8999}">
      <dsp:nvSpPr>
        <dsp:cNvPr id="0" name=""/>
        <dsp:cNvSpPr/>
      </dsp:nvSpPr>
      <dsp:spPr>
        <a:xfrm>
          <a:off x="8958811" y="2493865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Class_weight</a:t>
          </a:r>
          <a:r>
            <a:rPr lang="en-US" sz="1900" kern="1200" dirty="0"/>
            <a:t> = balanced</a:t>
          </a:r>
        </a:p>
      </dsp:txBody>
      <dsp:txXfrm>
        <a:off x="8978296" y="2513350"/>
        <a:ext cx="2115873" cy="626290"/>
      </dsp:txXfrm>
    </dsp:sp>
    <dsp:sp modelId="{B34AF998-F572-4E9C-A05B-E6EA8DB5A3F8}">
      <dsp:nvSpPr>
        <dsp:cNvPr id="0" name=""/>
        <dsp:cNvSpPr/>
      </dsp:nvSpPr>
      <dsp:spPr>
        <a:xfrm>
          <a:off x="8958811" y="3261473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Vectorizer = </a:t>
          </a:r>
          <a:r>
            <a:rPr lang="en-US" sz="1900" kern="1200" dirty="0" err="1"/>
            <a:t>CountVectorizer</a:t>
          </a:r>
          <a:endParaRPr lang="en-US" sz="1900" kern="1200" dirty="0"/>
        </a:p>
      </dsp:txBody>
      <dsp:txXfrm>
        <a:off x="8978296" y="3280958"/>
        <a:ext cx="2115873" cy="626290"/>
      </dsp:txXfrm>
    </dsp:sp>
    <dsp:sp modelId="{928072A9-8268-4978-B74C-D6850B96A7DF}">
      <dsp:nvSpPr>
        <dsp:cNvPr id="0" name=""/>
        <dsp:cNvSpPr/>
      </dsp:nvSpPr>
      <dsp:spPr>
        <a:xfrm>
          <a:off x="8958811" y="4029081"/>
          <a:ext cx="2154843" cy="665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Min_df</a:t>
          </a:r>
          <a:r>
            <a:rPr lang="en-US" sz="1900" kern="1200" dirty="0"/>
            <a:t> = 10</a:t>
          </a:r>
        </a:p>
      </dsp:txBody>
      <dsp:txXfrm>
        <a:off x="8978296" y="4048566"/>
        <a:ext cx="2115873" cy="626290"/>
      </dsp:txXfrm>
    </dsp:sp>
    <dsp:sp modelId="{0C0E2BC0-B018-40DC-A4A4-C5A4A56363ED}">
      <dsp:nvSpPr>
        <dsp:cNvPr id="0" name=""/>
        <dsp:cNvSpPr/>
      </dsp:nvSpPr>
      <dsp:spPr>
        <a:xfrm>
          <a:off x="8958811" y="4796689"/>
          <a:ext cx="2154843" cy="665260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Accuracy = 0.9899</a:t>
          </a:r>
        </a:p>
      </dsp:txBody>
      <dsp:txXfrm>
        <a:off x="8978296" y="4816174"/>
        <a:ext cx="2115873" cy="626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55865-40CE-451C-8FA6-F56DC1F1D72F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D0558-38B3-4750-9AD4-EC1311F7433E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Tried to perform an exhaustive EDA</a:t>
          </a:r>
        </a:p>
      </dsp:txBody>
      <dsp:txXfrm>
        <a:off x="0" y="675"/>
        <a:ext cx="6900512" cy="790684"/>
      </dsp:txXfrm>
    </dsp:sp>
    <dsp:sp modelId="{879E2EDD-2324-4F38-ADDB-9884DDEC86BB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868C3-D9FF-4459-A0C4-E6A60EAFFE25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Comparison of Text and Train data</a:t>
          </a:r>
        </a:p>
      </dsp:txBody>
      <dsp:txXfrm>
        <a:off x="0" y="791359"/>
        <a:ext cx="6900512" cy="790684"/>
      </dsp:txXfrm>
    </dsp:sp>
    <dsp:sp modelId="{4447B584-FB27-497B-9DFB-C30325E0BD35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13F9B-8DEE-4D1D-8034-F131C9CD602E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Data cleaning</a:t>
          </a:r>
        </a:p>
      </dsp:txBody>
      <dsp:txXfrm>
        <a:off x="0" y="1582044"/>
        <a:ext cx="6900512" cy="790684"/>
      </dsp:txXfrm>
    </dsp:sp>
    <dsp:sp modelId="{7A6A3A77-16F2-486B-9070-8EFC4CAE7A86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F1875-D767-49B0-804B-2B5656B51472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Modelling using multiple metrics</a:t>
          </a:r>
        </a:p>
      </dsp:txBody>
      <dsp:txXfrm>
        <a:off x="0" y="2372728"/>
        <a:ext cx="6900512" cy="790684"/>
      </dsp:txXfrm>
    </dsp:sp>
    <dsp:sp modelId="{6613A85A-36CE-435E-A761-E1B03165D29F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F2186-3CB0-467C-9318-4F8025751762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Feature importance for Random forest</a:t>
          </a:r>
        </a:p>
      </dsp:txBody>
      <dsp:txXfrm>
        <a:off x="0" y="3163412"/>
        <a:ext cx="6900512" cy="790684"/>
      </dsp:txXfrm>
    </dsp:sp>
    <dsp:sp modelId="{975E3A1B-A201-4B4B-9F8E-90FF1C8CD34B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3892F-FCD4-4F93-A9EC-55C453375F9B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Coefficients for Logistic Regression</a:t>
          </a:r>
        </a:p>
      </dsp:txBody>
      <dsp:txXfrm>
        <a:off x="0" y="3954096"/>
        <a:ext cx="6900512" cy="790684"/>
      </dsp:txXfrm>
    </dsp:sp>
    <dsp:sp modelId="{82B4D6B1-9391-4E08-AF1C-5B4851EE8713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CCD46-E5B0-4545-920A-1341CF20E85A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Hyperparameter tuning</a:t>
          </a:r>
        </a:p>
      </dsp:txBody>
      <dsp:txXfrm>
        <a:off x="0" y="4744781"/>
        <a:ext cx="6900512" cy="790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4FED3-3669-4D1E-8283-23184F2D97DC}">
      <dsp:nvSpPr>
        <dsp:cNvPr id="0" name=""/>
        <dsp:cNvSpPr/>
      </dsp:nvSpPr>
      <dsp:spPr>
        <a:xfrm>
          <a:off x="2686" y="228320"/>
          <a:ext cx="1615434" cy="518400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softEdge rad="31750"/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 data</a:t>
          </a:r>
        </a:p>
      </dsp:txBody>
      <dsp:txXfrm>
        <a:off x="2686" y="228320"/>
        <a:ext cx="1615434" cy="518400"/>
      </dsp:txXfrm>
    </dsp:sp>
    <dsp:sp modelId="{C7FC9189-681F-4DDE-A59A-16D1A6A91B66}">
      <dsp:nvSpPr>
        <dsp:cNvPr id="0" name=""/>
        <dsp:cNvSpPr/>
      </dsp:nvSpPr>
      <dsp:spPr>
        <a:xfrm>
          <a:off x="2686" y="746720"/>
          <a:ext cx="1615434" cy="36559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63500" dist="50800" dir="135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highlight>
                <a:srgbClr val="FFFF00"/>
              </a:highlight>
            </a:rPr>
            <a:t>99.8%</a:t>
          </a:r>
          <a:r>
            <a:rPr lang="en-US" sz="1800" kern="1200" dirty="0"/>
            <a:t> of the training data is from US.</a:t>
          </a:r>
        </a:p>
      </dsp:txBody>
      <dsp:txXfrm>
        <a:off x="2686" y="746720"/>
        <a:ext cx="1615434" cy="3655953"/>
      </dsp:txXfrm>
    </dsp:sp>
    <dsp:sp modelId="{C598859F-D00C-416A-A981-4C4065E07C27}">
      <dsp:nvSpPr>
        <dsp:cNvPr id="0" name=""/>
        <dsp:cNvSpPr/>
      </dsp:nvSpPr>
      <dsp:spPr>
        <a:xfrm>
          <a:off x="1844281" y="228320"/>
          <a:ext cx="1615434" cy="518400"/>
        </a:xfrm>
        <a:prstGeom prst="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softEdge rad="31750"/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 data</a:t>
          </a:r>
        </a:p>
      </dsp:txBody>
      <dsp:txXfrm>
        <a:off x="1844281" y="228320"/>
        <a:ext cx="1615434" cy="518400"/>
      </dsp:txXfrm>
    </dsp:sp>
    <dsp:sp modelId="{538C5411-C13B-426F-B57E-51862A8C4061}">
      <dsp:nvSpPr>
        <dsp:cNvPr id="0" name=""/>
        <dsp:cNvSpPr/>
      </dsp:nvSpPr>
      <dsp:spPr>
        <a:xfrm>
          <a:off x="1844281" y="746720"/>
          <a:ext cx="1615434" cy="3655953"/>
        </a:xfrm>
        <a:prstGeom prst="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63500" dist="50800" dir="135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highlight>
                <a:srgbClr val="FFFF00"/>
              </a:highlight>
            </a:rPr>
            <a:t>65%</a:t>
          </a:r>
          <a:r>
            <a:rPr lang="en-US" sz="1800" kern="1200" dirty="0"/>
            <a:t> of the test data is from CN, 10% from CA, 6% from JP.</a:t>
          </a:r>
        </a:p>
      </dsp:txBody>
      <dsp:txXfrm>
        <a:off x="1844281" y="746720"/>
        <a:ext cx="1615434" cy="3655953"/>
      </dsp:txXfrm>
    </dsp:sp>
    <dsp:sp modelId="{BAFD207F-7552-40EA-8796-48BCC6EADDE6}">
      <dsp:nvSpPr>
        <dsp:cNvPr id="0" name=""/>
        <dsp:cNvSpPr/>
      </dsp:nvSpPr>
      <dsp:spPr>
        <a:xfrm>
          <a:off x="3685876" y="228320"/>
          <a:ext cx="1615434" cy="518400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softEdge rad="31750"/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 data</a:t>
          </a:r>
        </a:p>
      </dsp:txBody>
      <dsp:txXfrm>
        <a:off x="3685876" y="228320"/>
        <a:ext cx="1615434" cy="518400"/>
      </dsp:txXfrm>
    </dsp:sp>
    <dsp:sp modelId="{FECF0440-F05E-4056-BCC4-1EBE21B2B592}">
      <dsp:nvSpPr>
        <dsp:cNvPr id="0" name=""/>
        <dsp:cNvSpPr/>
      </dsp:nvSpPr>
      <dsp:spPr>
        <a:xfrm>
          <a:off x="3685876" y="746720"/>
          <a:ext cx="1615434" cy="3655953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63500" dist="50800" dir="135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Mean word count is </a:t>
          </a:r>
          <a:r>
            <a:rPr lang="en-US" sz="1800" kern="1200" dirty="0">
              <a:highlight>
                <a:srgbClr val="FFFF00"/>
              </a:highlight>
            </a:rPr>
            <a:t>16.7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Mean character count is </a:t>
          </a:r>
          <a:r>
            <a:rPr lang="en-US" sz="1800" kern="1200" dirty="0">
              <a:highlight>
                <a:srgbClr val="FFFF00"/>
              </a:highlight>
            </a:rPr>
            <a:t>80.6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Mean avg word length is 4.92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Correlation b/w word count and char count is 0.54</a:t>
          </a:r>
        </a:p>
      </dsp:txBody>
      <dsp:txXfrm>
        <a:off x="3685876" y="746720"/>
        <a:ext cx="1615434" cy="3655953"/>
      </dsp:txXfrm>
    </dsp:sp>
    <dsp:sp modelId="{41C78F44-7EA4-423A-B345-38AB1287A7FA}">
      <dsp:nvSpPr>
        <dsp:cNvPr id="0" name=""/>
        <dsp:cNvSpPr/>
      </dsp:nvSpPr>
      <dsp:spPr>
        <a:xfrm>
          <a:off x="5527472" y="228320"/>
          <a:ext cx="1615434" cy="518400"/>
        </a:xfrm>
        <a:prstGeom prst="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softEdge rad="31750"/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 data</a:t>
          </a:r>
        </a:p>
      </dsp:txBody>
      <dsp:txXfrm>
        <a:off x="5527472" y="228320"/>
        <a:ext cx="1615434" cy="518400"/>
      </dsp:txXfrm>
    </dsp:sp>
    <dsp:sp modelId="{294ABE75-098A-49DC-89F0-C9765CA169AD}">
      <dsp:nvSpPr>
        <dsp:cNvPr id="0" name=""/>
        <dsp:cNvSpPr/>
      </dsp:nvSpPr>
      <dsp:spPr>
        <a:xfrm>
          <a:off x="5527472" y="746720"/>
          <a:ext cx="1615434" cy="3655953"/>
        </a:xfrm>
        <a:prstGeom prst="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63500" dist="50800" dir="135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Mean word count is </a:t>
          </a:r>
          <a:r>
            <a:rPr lang="en-US" sz="1800" kern="1200" dirty="0">
              <a:highlight>
                <a:srgbClr val="FFFF00"/>
              </a:highlight>
            </a:rPr>
            <a:t>17.3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Mean character count is </a:t>
          </a:r>
          <a:r>
            <a:rPr lang="en-US" sz="1800" kern="1200" dirty="0">
              <a:highlight>
                <a:srgbClr val="FFFF00"/>
              </a:highlight>
            </a:rPr>
            <a:t>90.8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Mean avg word length is 5.26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Correlation b/w word count and char count is 0.84</a:t>
          </a:r>
        </a:p>
      </dsp:txBody>
      <dsp:txXfrm>
        <a:off x="5527472" y="746720"/>
        <a:ext cx="1615434" cy="36559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DA8B1-B001-432C-93C1-AB4D21E672A4}">
      <dsp:nvSpPr>
        <dsp:cNvPr id="0" name=""/>
        <dsp:cNvSpPr/>
      </dsp:nvSpPr>
      <dsp:spPr>
        <a:xfrm>
          <a:off x="244826" y="2826"/>
          <a:ext cx="2749517" cy="1649710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Jaccard similarity: 11.57%</a:t>
          </a:r>
        </a:p>
      </dsp:txBody>
      <dsp:txXfrm>
        <a:off x="244826" y="2826"/>
        <a:ext cx="2749517" cy="1649710"/>
      </dsp:txXfrm>
    </dsp:sp>
    <dsp:sp modelId="{CE16FE8C-562C-43DB-BC99-8784C0C82674}">
      <dsp:nvSpPr>
        <dsp:cNvPr id="0" name=""/>
        <dsp:cNvSpPr/>
      </dsp:nvSpPr>
      <dsp:spPr>
        <a:xfrm>
          <a:off x="3269295" y="2826"/>
          <a:ext cx="2749517" cy="1649710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Cosine similarity: 33.73%</a:t>
          </a:r>
        </a:p>
      </dsp:txBody>
      <dsp:txXfrm>
        <a:off x="3269295" y="2826"/>
        <a:ext cx="2749517" cy="1649710"/>
      </dsp:txXfrm>
    </dsp:sp>
    <dsp:sp modelId="{432096C8-A92C-4625-BAD9-CAD0CD82BDAC}">
      <dsp:nvSpPr>
        <dsp:cNvPr id="0" name=""/>
        <dsp:cNvSpPr/>
      </dsp:nvSpPr>
      <dsp:spPr>
        <a:xfrm>
          <a:off x="244826" y="1927488"/>
          <a:ext cx="2749517" cy="1649710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No. of common words: 3221</a:t>
          </a:r>
        </a:p>
      </dsp:txBody>
      <dsp:txXfrm>
        <a:off x="244826" y="1927488"/>
        <a:ext cx="2749517" cy="1649710"/>
      </dsp:txXfrm>
    </dsp:sp>
    <dsp:sp modelId="{49D4FA71-9BB1-4667-9086-6D3CBCDE249A}">
      <dsp:nvSpPr>
        <dsp:cNvPr id="0" name=""/>
        <dsp:cNvSpPr/>
      </dsp:nvSpPr>
      <dsp:spPr>
        <a:xfrm>
          <a:off x="3269295" y="1927488"/>
          <a:ext cx="2749517" cy="1649710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No. of words in the union: 27834</a:t>
          </a:r>
        </a:p>
      </dsp:txBody>
      <dsp:txXfrm>
        <a:off x="3269295" y="1927488"/>
        <a:ext cx="2749517" cy="1649710"/>
      </dsp:txXfrm>
    </dsp:sp>
    <dsp:sp modelId="{673D6359-3A4D-41EC-B947-9FC71D4C0915}">
      <dsp:nvSpPr>
        <dsp:cNvPr id="0" name=""/>
        <dsp:cNvSpPr/>
      </dsp:nvSpPr>
      <dsp:spPr>
        <a:xfrm>
          <a:off x="244826" y="3852151"/>
          <a:ext cx="2749517" cy="1649710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No. of words NOT in TRAIN set but in TEST set: 2659</a:t>
          </a:r>
        </a:p>
      </dsp:txBody>
      <dsp:txXfrm>
        <a:off x="244826" y="3852151"/>
        <a:ext cx="2749517" cy="1649710"/>
      </dsp:txXfrm>
    </dsp:sp>
    <dsp:sp modelId="{A61022D5-A0E4-4B68-AD03-E4E9A2BF84B3}">
      <dsp:nvSpPr>
        <dsp:cNvPr id="0" name=""/>
        <dsp:cNvSpPr/>
      </dsp:nvSpPr>
      <dsp:spPr>
        <a:xfrm>
          <a:off x="3269295" y="3852151"/>
          <a:ext cx="2749517" cy="1649710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No. of words NOT in TEST set but in TRAIN set: 21954</a:t>
          </a:r>
        </a:p>
      </dsp:txBody>
      <dsp:txXfrm>
        <a:off x="3269295" y="3852151"/>
        <a:ext cx="2749517" cy="16497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46EBE6-770C-4AC6-A0B8-B0230D6C137E}">
      <dsp:nvSpPr>
        <dsp:cNvPr id="0" name=""/>
        <dsp:cNvSpPr/>
      </dsp:nvSpPr>
      <dsp:spPr>
        <a:xfrm>
          <a:off x="0" y="102852"/>
          <a:ext cx="6374624" cy="84955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Stop words</a:t>
          </a:r>
        </a:p>
      </dsp:txBody>
      <dsp:txXfrm>
        <a:off x="41472" y="144324"/>
        <a:ext cx="6291680" cy="766607"/>
      </dsp:txXfrm>
    </dsp:sp>
    <dsp:sp modelId="{70414F3F-CC08-4918-BD49-37A7A0D5BF11}">
      <dsp:nvSpPr>
        <dsp:cNvPr id="0" name=""/>
        <dsp:cNvSpPr/>
      </dsp:nvSpPr>
      <dsp:spPr>
        <a:xfrm>
          <a:off x="0" y="1021224"/>
          <a:ext cx="11192387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358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Total occurrence of stop words is around 2000, which accounts to 0.2% of the total words in the train data.</a:t>
          </a:r>
        </a:p>
      </dsp:txBody>
      <dsp:txXfrm>
        <a:off x="0" y="1021224"/>
        <a:ext cx="11192387" cy="919080"/>
      </dsp:txXfrm>
    </dsp:sp>
    <dsp:sp modelId="{06A6196E-E0EF-4A23-8C4D-CA46CD117E96}">
      <dsp:nvSpPr>
        <dsp:cNvPr id="0" name=""/>
        <dsp:cNvSpPr/>
      </dsp:nvSpPr>
      <dsp:spPr>
        <a:xfrm>
          <a:off x="0" y="1910810"/>
          <a:ext cx="6394210" cy="887445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Lemmatization</a:t>
          </a:r>
        </a:p>
      </dsp:txBody>
      <dsp:txXfrm>
        <a:off x="43321" y="1954131"/>
        <a:ext cx="6307568" cy="800803"/>
      </dsp:txXfrm>
    </dsp:sp>
    <dsp:sp modelId="{66753BF0-95E5-44F5-9754-91BDD719FD2E}">
      <dsp:nvSpPr>
        <dsp:cNvPr id="0" name=""/>
        <dsp:cNvSpPr/>
      </dsp:nvSpPr>
      <dsp:spPr>
        <a:xfrm>
          <a:off x="0" y="2827749"/>
          <a:ext cx="11192387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358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Total occurrence of words which are lemmatized is 1530. The unique count of words is 53.</a:t>
          </a:r>
        </a:p>
      </dsp:txBody>
      <dsp:txXfrm>
        <a:off x="0" y="2827749"/>
        <a:ext cx="11192387" cy="919080"/>
      </dsp:txXfrm>
    </dsp:sp>
    <dsp:sp modelId="{C5A83F03-E4C6-4221-9915-CBDC25C7C3DD}">
      <dsp:nvSpPr>
        <dsp:cNvPr id="0" name=""/>
        <dsp:cNvSpPr/>
      </dsp:nvSpPr>
      <dsp:spPr>
        <a:xfrm>
          <a:off x="0" y="3746835"/>
          <a:ext cx="6394210" cy="887445"/>
        </a:xfrm>
        <a:prstGeom prst="roundRect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Single character words</a:t>
          </a:r>
        </a:p>
      </dsp:txBody>
      <dsp:txXfrm>
        <a:off x="43321" y="3790156"/>
        <a:ext cx="6307568" cy="800803"/>
      </dsp:txXfrm>
    </dsp:sp>
    <dsp:sp modelId="{E51BFB5B-0A47-4384-AD61-AA483AF85A64}">
      <dsp:nvSpPr>
        <dsp:cNvPr id="0" name=""/>
        <dsp:cNvSpPr/>
      </dsp:nvSpPr>
      <dsp:spPr>
        <a:xfrm>
          <a:off x="0" y="4634274"/>
          <a:ext cx="11192387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358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Around 3000 single character words (like C, N, K, etc) were removed.</a:t>
          </a:r>
          <a:endParaRPr lang="en-US" sz="2700" kern="1200" dirty="0"/>
        </a:p>
      </dsp:txBody>
      <dsp:txXfrm>
        <a:off x="0" y="4634274"/>
        <a:ext cx="11192387" cy="6127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6B8B7-1839-46D7-BBD0-8DE73CE1AD4A}">
      <dsp:nvSpPr>
        <dsp:cNvPr id="0" name=""/>
        <dsp:cNvSpPr/>
      </dsp:nvSpPr>
      <dsp:spPr>
        <a:xfrm>
          <a:off x="0" y="1301490"/>
          <a:ext cx="1444969" cy="174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Modularize the </a:t>
          </a:r>
          <a:r>
            <a:rPr lang="en-US" sz="1800" kern="1200" dirty="0" err="1"/>
            <a:t>jupyter</a:t>
          </a:r>
          <a:r>
            <a:rPr lang="en-US" sz="1800" kern="1200" dirty="0"/>
            <a:t> notebook.</a:t>
          </a:r>
        </a:p>
      </dsp:txBody>
      <dsp:txXfrm>
        <a:off x="42322" y="1343812"/>
        <a:ext cx="1360325" cy="1663712"/>
      </dsp:txXfrm>
    </dsp:sp>
    <dsp:sp modelId="{B0F95D3A-D6D5-4A8A-94D2-95EA5E14EBB5}">
      <dsp:nvSpPr>
        <dsp:cNvPr id="0" name=""/>
        <dsp:cNvSpPr/>
      </dsp:nvSpPr>
      <dsp:spPr>
        <a:xfrm>
          <a:off x="1589466" y="1996492"/>
          <a:ext cx="306333" cy="3583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89466" y="2068162"/>
        <a:ext cx="214433" cy="215012"/>
      </dsp:txXfrm>
    </dsp:sp>
    <dsp:sp modelId="{493D2EA2-EC33-4BEF-BC7B-6B61B6D4776B}">
      <dsp:nvSpPr>
        <dsp:cNvPr id="0" name=""/>
        <dsp:cNvSpPr/>
      </dsp:nvSpPr>
      <dsp:spPr>
        <a:xfrm>
          <a:off x="2022957" y="1301490"/>
          <a:ext cx="1444969" cy="174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Clean the test data as well.</a:t>
          </a:r>
        </a:p>
      </dsp:txBody>
      <dsp:txXfrm>
        <a:off x="2065279" y="1343812"/>
        <a:ext cx="1360325" cy="1663712"/>
      </dsp:txXfrm>
    </dsp:sp>
    <dsp:sp modelId="{C9B935C8-2DE4-4E3C-B007-F691DFFDEA3C}">
      <dsp:nvSpPr>
        <dsp:cNvPr id="0" name=""/>
        <dsp:cNvSpPr/>
      </dsp:nvSpPr>
      <dsp:spPr>
        <a:xfrm>
          <a:off x="3612423" y="1996492"/>
          <a:ext cx="306333" cy="3583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12423" y="2068162"/>
        <a:ext cx="214433" cy="215012"/>
      </dsp:txXfrm>
    </dsp:sp>
    <dsp:sp modelId="{DFA8AF77-8194-4DDD-915A-3AA861140DD7}">
      <dsp:nvSpPr>
        <dsp:cNvPr id="0" name=""/>
        <dsp:cNvSpPr/>
      </dsp:nvSpPr>
      <dsp:spPr>
        <a:xfrm>
          <a:off x="4045914" y="1301490"/>
          <a:ext cx="1444969" cy="174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 the list of all the stop words and lemmatized words</a:t>
          </a:r>
        </a:p>
      </dsp:txBody>
      <dsp:txXfrm>
        <a:off x="4088236" y="1343812"/>
        <a:ext cx="1360325" cy="1663712"/>
      </dsp:txXfrm>
    </dsp:sp>
    <dsp:sp modelId="{B551D6FD-5822-4E5C-8D8B-CE4D28178578}">
      <dsp:nvSpPr>
        <dsp:cNvPr id="0" name=""/>
        <dsp:cNvSpPr/>
      </dsp:nvSpPr>
      <dsp:spPr>
        <a:xfrm>
          <a:off x="5635381" y="1996492"/>
          <a:ext cx="306333" cy="3583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5381" y="2068162"/>
        <a:ext cx="214433" cy="215012"/>
      </dsp:txXfrm>
    </dsp:sp>
    <dsp:sp modelId="{4FE508EF-EB9B-42AE-B3E7-F4F4A29A574E}">
      <dsp:nvSpPr>
        <dsp:cNvPr id="0" name=""/>
        <dsp:cNvSpPr/>
      </dsp:nvSpPr>
      <dsp:spPr>
        <a:xfrm>
          <a:off x="6068871" y="1301490"/>
          <a:ext cx="1444969" cy="174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 the difference in two distributions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KL divergence</a:t>
          </a:r>
        </a:p>
      </dsp:txBody>
      <dsp:txXfrm>
        <a:off x="6111193" y="1343812"/>
        <a:ext cx="1360325" cy="1663712"/>
      </dsp:txXfrm>
    </dsp:sp>
    <dsp:sp modelId="{E83414C5-96A3-48FC-A8CF-116C99056606}">
      <dsp:nvSpPr>
        <dsp:cNvPr id="0" name=""/>
        <dsp:cNvSpPr/>
      </dsp:nvSpPr>
      <dsp:spPr>
        <a:xfrm>
          <a:off x="7658338" y="1996492"/>
          <a:ext cx="306333" cy="3583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658338" y="2068162"/>
        <a:ext cx="214433" cy="215012"/>
      </dsp:txXfrm>
    </dsp:sp>
    <dsp:sp modelId="{D376DA88-047C-44F0-BD0E-A47516D201FD}">
      <dsp:nvSpPr>
        <dsp:cNvPr id="0" name=""/>
        <dsp:cNvSpPr/>
      </dsp:nvSpPr>
      <dsp:spPr>
        <a:xfrm>
          <a:off x="8091829" y="1301490"/>
          <a:ext cx="1444969" cy="174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Formulate the function for Trust factor.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Fuzzy score</a:t>
          </a:r>
        </a:p>
      </dsp:txBody>
      <dsp:txXfrm>
        <a:off x="8134151" y="1343812"/>
        <a:ext cx="1360325" cy="1663712"/>
      </dsp:txXfrm>
    </dsp:sp>
    <dsp:sp modelId="{C6D63944-AD0C-4968-B3A1-507F7949FDCA}">
      <dsp:nvSpPr>
        <dsp:cNvPr id="0" name=""/>
        <dsp:cNvSpPr/>
      </dsp:nvSpPr>
      <dsp:spPr>
        <a:xfrm>
          <a:off x="9681295" y="1996492"/>
          <a:ext cx="306333" cy="3583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681295" y="2068162"/>
        <a:ext cx="214433" cy="215012"/>
      </dsp:txXfrm>
    </dsp:sp>
    <dsp:sp modelId="{8A473AA0-E395-4EEB-A774-01DBD415B1DE}">
      <dsp:nvSpPr>
        <dsp:cNvPr id="0" name=""/>
        <dsp:cNvSpPr/>
      </dsp:nvSpPr>
      <dsp:spPr>
        <a:xfrm>
          <a:off x="10114786" y="1301490"/>
          <a:ext cx="1444969" cy="174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 the performance on the test data.</a:t>
          </a:r>
        </a:p>
      </dsp:txBody>
      <dsp:txXfrm>
        <a:off x="10157108" y="1343812"/>
        <a:ext cx="1360325" cy="1663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tiff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171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291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27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90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248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952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88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164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1773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2296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56359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55988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466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43330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44238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72312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4529761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95553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89823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24711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92155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41276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7869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33145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7365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5287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81535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66918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00298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3000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6947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80421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79157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508373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363454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6850085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557786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8039657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083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37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448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775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55312" y="956929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159489" y="4327383"/>
            <a:ext cx="12192000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2400" dirty="0">
                <a:solidFill>
                  <a:srgbClr val="0D1D2B"/>
                </a:solidFill>
                <a:latin typeface="Bogle"/>
                <a:cs typeface="Bogle"/>
              </a:rPr>
              <a:t>Review meet- 2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2400" dirty="0">
                <a:solidFill>
                  <a:srgbClr val="0D1D2B"/>
                </a:solidFill>
                <a:latin typeface="Bogle"/>
                <a:cs typeface="Bogle"/>
              </a:rPr>
              <a:t>June 4</a:t>
            </a:r>
            <a:r>
              <a:rPr lang="en-US" sz="2400" baseline="30000" dirty="0">
                <a:solidFill>
                  <a:srgbClr val="0D1D2B"/>
                </a:solidFill>
                <a:latin typeface="Bogle"/>
                <a:cs typeface="Bogle"/>
              </a:rPr>
              <a:t>th</a:t>
            </a:r>
            <a:r>
              <a:rPr lang="en-US" sz="2400" dirty="0">
                <a:solidFill>
                  <a:srgbClr val="0D1D2B"/>
                </a:solidFill>
                <a:latin typeface="Bogle"/>
                <a:cs typeface="Bogle"/>
              </a:rPr>
              <a:t>, 2021</a:t>
            </a: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20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20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20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</p:spTree>
    <p:extLst>
      <p:ext uri="{BB962C8B-B14F-4D97-AF65-F5344CB8AC3E}">
        <p14:creationId xmlns:p14="http://schemas.microsoft.com/office/powerpoint/2010/main" val="13620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39A144-1544-4B5A-BD76-9C5D0882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2978"/>
            <a:ext cx="4486589" cy="590264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 dirty="0">
                <a:latin typeface="Bogle" panose="020B0503020203060203" pitchFamily="34" charset="77"/>
                <a:ea typeface="+mj-ea"/>
                <a:cs typeface="+mj-cs"/>
              </a:rPr>
              <a:t>Review Meet – 2</a:t>
            </a:r>
            <a:br>
              <a:rPr lang="en-US" b="1" kern="1200" dirty="0">
                <a:latin typeface="Bogle" panose="020B0503020203060203" pitchFamily="34" charset="77"/>
                <a:ea typeface="+mj-ea"/>
                <a:cs typeface="+mj-cs"/>
              </a:rPr>
            </a:br>
            <a:r>
              <a:rPr lang="en-US" b="1" kern="1200" dirty="0">
                <a:latin typeface="Bogle" panose="020B0503020203060203" pitchFamily="34" charset="77"/>
                <a:ea typeface="+mj-ea"/>
                <a:cs typeface="+mj-cs"/>
              </a:rPr>
              <a:t>June 4</a:t>
            </a:r>
            <a:r>
              <a:rPr lang="en-US" b="1" kern="1200" baseline="30000" dirty="0">
                <a:latin typeface="Bogle" panose="020B0503020203060203" pitchFamily="34" charset="77"/>
                <a:ea typeface="+mj-ea"/>
                <a:cs typeface="+mj-cs"/>
              </a:rPr>
              <a:t>th</a:t>
            </a:r>
            <a:r>
              <a:rPr lang="en-US" b="1" kern="1200" dirty="0">
                <a:latin typeface="Bogle" panose="020B0503020203060203" pitchFamily="34" charset="77"/>
                <a:ea typeface="+mj-ea"/>
                <a:cs typeface="+mj-cs"/>
              </a:rPr>
              <a:t>,2021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0DF84-C8CC-4BF1-86F0-FD284C7E6EC6}"/>
              </a:ext>
            </a:extLst>
          </p:cNvPr>
          <p:cNvSpPr txBox="1"/>
          <p:nvPr/>
        </p:nvSpPr>
        <p:spPr>
          <a:xfrm>
            <a:off x="5982956" y="937101"/>
            <a:ext cx="5181600" cy="746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04041"/>
                </a:solidFill>
                <a:latin typeface="Bogle" panose="020B0503020203060203" pitchFamily="34" charset="77"/>
              </a:rPr>
              <a:t>Agenda</a:t>
            </a:r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3C210A7D-5734-4FF0-A50E-3436B040628A}"/>
              </a:ext>
            </a:extLst>
          </p:cNvPr>
          <p:cNvGraphicFramePr/>
          <p:nvPr/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49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044D9F-0169-4FD0-A920-23509CDA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51798"/>
            <a:ext cx="10515600" cy="745920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7F418629-2D4B-46A5-A53A-CBC3847099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3122" y="896041"/>
          <a:ext cx="11385755" cy="5750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94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AC9F-9763-4C7C-A99E-5088D83D1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dirty="0"/>
              <a:t>This week’s progress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993AEC-77D4-4FBC-88A1-1E46C0BEEA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2877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DD04-11DC-4D98-A410-67FBE777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03" y="165524"/>
            <a:ext cx="10515600" cy="622683"/>
          </a:xfrm>
        </p:spPr>
        <p:txBody>
          <a:bodyPr>
            <a:noAutofit/>
          </a:bodyPr>
          <a:lstStyle/>
          <a:p>
            <a:r>
              <a:rPr lang="en-US" sz="4000" dirty="0"/>
              <a:t>EDA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89F204-36F5-4418-9927-B1A2357028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9104" y="1828800"/>
          <a:ext cx="7145593" cy="4630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Wave 5">
            <a:extLst>
              <a:ext uri="{FF2B5EF4-FFF2-40B4-BE49-F238E27FC236}">
                <a16:creationId xmlns:a16="http://schemas.microsoft.com/office/drawing/2014/main" id="{9F66DB5E-BDC7-4C42-9A28-0FE3B9B28FF7}"/>
              </a:ext>
            </a:extLst>
          </p:cNvPr>
          <p:cNvSpPr/>
          <p:nvPr/>
        </p:nvSpPr>
        <p:spPr>
          <a:xfrm>
            <a:off x="383458" y="1163457"/>
            <a:ext cx="2861187" cy="766915"/>
          </a:xfrm>
          <a:prstGeom prst="wav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Country</a:t>
            </a:r>
          </a:p>
        </p:txBody>
      </p:sp>
      <p:sp>
        <p:nvSpPr>
          <p:cNvPr id="13" name="Wave 12">
            <a:extLst>
              <a:ext uri="{FF2B5EF4-FFF2-40B4-BE49-F238E27FC236}">
                <a16:creationId xmlns:a16="http://schemas.microsoft.com/office/drawing/2014/main" id="{4310AA9E-FB09-4FA5-82E8-A6ABDAD1BDB9}"/>
              </a:ext>
            </a:extLst>
          </p:cNvPr>
          <p:cNvSpPr/>
          <p:nvPr/>
        </p:nvSpPr>
        <p:spPr>
          <a:xfrm>
            <a:off x="4076700" y="1167560"/>
            <a:ext cx="2760406" cy="758708"/>
          </a:xfrm>
          <a:prstGeom prst="wav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FEAT1</a:t>
            </a:r>
          </a:p>
        </p:txBody>
      </p:sp>
      <p:sp>
        <p:nvSpPr>
          <p:cNvPr id="14" name="Wave 13">
            <a:extLst>
              <a:ext uri="{FF2B5EF4-FFF2-40B4-BE49-F238E27FC236}">
                <a16:creationId xmlns:a16="http://schemas.microsoft.com/office/drawing/2014/main" id="{8923636E-C9FF-492A-A0CA-25309FFE7D5D}"/>
              </a:ext>
            </a:extLst>
          </p:cNvPr>
          <p:cNvSpPr/>
          <p:nvPr/>
        </p:nvSpPr>
        <p:spPr>
          <a:xfrm>
            <a:off x="8302138" y="1175768"/>
            <a:ext cx="2760406" cy="758708"/>
          </a:xfrm>
          <a:prstGeom prst="wav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Target</a:t>
            </a:r>
          </a:p>
        </p:txBody>
      </p:sp>
      <p:pic>
        <p:nvPicPr>
          <p:cNvPr id="15" name="Content Placeholder 5" descr="Text&#10;&#10;Description automatically generated">
            <a:extLst>
              <a:ext uri="{FF2B5EF4-FFF2-40B4-BE49-F238E27FC236}">
                <a16:creationId xmlns:a16="http://schemas.microsoft.com/office/drawing/2014/main" id="{2DF628ED-FA22-4625-8AFA-4DEA2C3493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2" y="2214538"/>
            <a:ext cx="4382727" cy="31342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245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3A9A-D031-4EC9-BD15-6F6B82C95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1" y="93384"/>
            <a:ext cx="9918290" cy="526048"/>
          </a:xfrm>
        </p:spPr>
        <p:txBody>
          <a:bodyPr>
            <a:noAutofit/>
          </a:bodyPr>
          <a:lstStyle/>
          <a:p>
            <a:r>
              <a:rPr lang="en-US" sz="4000" dirty="0"/>
              <a:t>Comparison of </a:t>
            </a:r>
            <a:r>
              <a:rPr lang="en-US" sz="3600" dirty="0"/>
              <a:t>test</a:t>
            </a:r>
            <a:r>
              <a:rPr lang="en-US" sz="4000" dirty="0"/>
              <a:t> and train data 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BF2E8E7F-6E46-40B9-8810-CF61B6AF65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521" y="1064186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2EA5BD47-0A52-4627-B634-BC1C9B59F3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524" y="2605921"/>
            <a:ext cx="2086266" cy="3962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Text, letter&#10;&#10;Description automatically generated">
            <a:extLst>
              <a:ext uri="{FF2B5EF4-FFF2-40B4-BE49-F238E27FC236}">
                <a16:creationId xmlns:a16="http://schemas.microsoft.com/office/drawing/2014/main" id="{3CF98B26-5DE4-4E9E-BB7C-C8ED85772C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202" y="2605921"/>
            <a:ext cx="1886213" cy="39534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2722B1-DBBB-4B98-882E-94D15E5FD828}"/>
              </a:ext>
            </a:extLst>
          </p:cNvPr>
          <p:cNvSpPr txBox="1"/>
          <p:nvPr/>
        </p:nvSpPr>
        <p:spPr>
          <a:xfrm>
            <a:off x="6893202" y="1514167"/>
            <a:ext cx="1690359" cy="92333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Frequency of top 20 words in TRAIN 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99ADDC-9221-440E-9057-265F602FF355}"/>
              </a:ext>
            </a:extLst>
          </p:cNvPr>
          <p:cNvSpPr txBox="1"/>
          <p:nvPr/>
        </p:nvSpPr>
        <p:spPr>
          <a:xfrm>
            <a:off x="9700312" y="1514167"/>
            <a:ext cx="1690359" cy="92333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Frequency of top 20 words in TEST set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4C20A72-73E7-4B12-9E8F-713A04BC63A8}"/>
              </a:ext>
            </a:extLst>
          </p:cNvPr>
          <p:cNvCxnSpPr>
            <a:cxnSpLocks/>
          </p:cNvCxnSpPr>
          <p:nvPr/>
        </p:nvCxnSpPr>
        <p:spPr>
          <a:xfrm>
            <a:off x="8445121" y="2958420"/>
            <a:ext cx="1337976" cy="815716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B5DDEDF-1D71-497E-B6B4-18D589A28D4C}"/>
              </a:ext>
            </a:extLst>
          </p:cNvPr>
          <p:cNvCxnSpPr>
            <a:cxnSpLocks/>
          </p:cNvCxnSpPr>
          <p:nvPr/>
        </p:nvCxnSpPr>
        <p:spPr>
          <a:xfrm>
            <a:off x="8371774" y="3960769"/>
            <a:ext cx="1411323" cy="1201166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06306CE-5C72-4247-99A1-6CCDF1F67CD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33872" y="4873675"/>
            <a:ext cx="2029074" cy="1129696"/>
          </a:xfrm>
          <a:prstGeom prst="bentConnector3">
            <a:avLst>
              <a:gd name="adj1" fmla="val 83435"/>
            </a:avLst>
          </a:prstGeom>
          <a:ln w="952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06BF1C8F-90C3-4330-929C-173CC0A2C553}"/>
              </a:ext>
            </a:extLst>
          </p:cNvPr>
          <p:cNvCxnSpPr>
            <a:cxnSpLocks/>
          </p:cNvCxnSpPr>
          <p:nvPr/>
        </p:nvCxnSpPr>
        <p:spPr>
          <a:xfrm>
            <a:off x="8461147" y="4955458"/>
            <a:ext cx="1321950" cy="599771"/>
          </a:xfrm>
          <a:prstGeom prst="bentConnector3">
            <a:avLst>
              <a:gd name="adj1" fmla="val 34381"/>
            </a:avLst>
          </a:prstGeom>
          <a:ln w="952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612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24C6-30FE-4E86-BC7D-8282A0D6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138983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cleaning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57B45B4-8F5E-4A85-9DC3-F56D22A4A2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5744509"/>
              </p:ext>
            </p:extLst>
          </p:nvPr>
        </p:nvGraphicFramePr>
        <p:xfrm>
          <a:off x="252361" y="924232"/>
          <a:ext cx="1119238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90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228F-F3F0-4315-BFE3-EAB054F82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10" y="178313"/>
            <a:ext cx="10515600" cy="576983"/>
          </a:xfrm>
        </p:spPr>
        <p:txBody>
          <a:bodyPr>
            <a:normAutofit fontScale="90000"/>
          </a:bodyPr>
          <a:lstStyle/>
          <a:p>
            <a:r>
              <a:rPr lang="en-US" dirty="0"/>
              <a:t>Modelling using multiple metrics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96B9C71-9E9A-4A8D-B0CB-B9FEE1AF09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8709" y="962622"/>
          <a:ext cx="11454582" cy="2466377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797350">
                  <a:extLst>
                    <a:ext uri="{9D8B030D-6E8A-4147-A177-3AD203B41FA5}">
                      <a16:colId xmlns:a16="http://schemas.microsoft.com/office/drawing/2014/main" val="3002165624"/>
                    </a:ext>
                  </a:extLst>
                </a:gridCol>
                <a:gridCol w="2919212">
                  <a:extLst>
                    <a:ext uri="{9D8B030D-6E8A-4147-A177-3AD203B41FA5}">
                      <a16:colId xmlns:a16="http://schemas.microsoft.com/office/drawing/2014/main" val="156477634"/>
                    </a:ext>
                  </a:extLst>
                </a:gridCol>
                <a:gridCol w="1483148">
                  <a:extLst>
                    <a:ext uri="{9D8B030D-6E8A-4147-A177-3AD203B41FA5}">
                      <a16:colId xmlns:a16="http://schemas.microsoft.com/office/drawing/2014/main" val="1468779556"/>
                    </a:ext>
                  </a:extLst>
                </a:gridCol>
                <a:gridCol w="2352180">
                  <a:extLst>
                    <a:ext uri="{9D8B030D-6E8A-4147-A177-3AD203B41FA5}">
                      <a16:colId xmlns:a16="http://schemas.microsoft.com/office/drawing/2014/main" val="3918074769"/>
                    </a:ext>
                  </a:extLst>
                </a:gridCol>
                <a:gridCol w="1837292">
                  <a:extLst>
                    <a:ext uri="{9D8B030D-6E8A-4147-A177-3AD203B41FA5}">
                      <a16:colId xmlns:a16="http://schemas.microsoft.com/office/drawing/2014/main" val="1945801089"/>
                    </a:ext>
                  </a:extLst>
                </a:gridCol>
                <a:gridCol w="2065400">
                  <a:extLst>
                    <a:ext uri="{9D8B030D-6E8A-4147-A177-3AD203B41FA5}">
                      <a16:colId xmlns:a16="http://schemas.microsoft.com/office/drawing/2014/main" val="2785649501"/>
                    </a:ext>
                  </a:extLst>
                </a:gridCol>
              </a:tblGrid>
              <a:tr h="37534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S.No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 (Micro)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 (Micro)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taken (secs)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226"/>
                  </a:ext>
                </a:extLst>
              </a:tr>
              <a:tr h="376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275.87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54656"/>
                  </a:ext>
                </a:extLst>
              </a:tr>
              <a:tr h="3753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922850"/>
                  </a:ext>
                </a:extLst>
              </a:tr>
              <a:tr h="3753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629.61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623852"/>
                  </a:ext>
                </a:extLst>
              </a:tr>
              <a:tr h="3753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264038"/>
                  </a:ext>
                </a:extLst>
              </a:tr>
              <a:tr h="588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Multinomial 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0.79816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0.79816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0.79816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127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960B182-9E75-40B7-8F60-992E2CC2A1D6}"/>
              </a:ext>
            </a:extLst>
          </p:cNvPr>
          <p:cNvSpPr txBox="1"/>
          <p:nvPr/>
        </p:nvSpPr>
        <p:spPr>
          <a:xfrm>
            <a:off x="457199" y="4647180"/>
            <a:ext cx="5653549" cy="12003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classes = 533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5-fold cross validation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Class_weight = balanced used for RF and 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Tfidf vectorizer used for all with min_df = 1 (default)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06E35-D3E0-42B0-BBA5-9EFC5A71BD27}"/>
              </a:ext>
            </a:extLst>
          </p:cNvPr>
          <p:cNvSpPr txBox="1"/>
          <p:nvPr/>
        </p:nvSpPr>
        <p:spPr>
          <a:xfrm>
            <a:off x="6779342" y="4730164"/>
            <a:ext cx="5132439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accuracy, precision and recall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RF score increased from 0.98 to 0.99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62991-2551-48FA-8CBF-602F68B8E71E}"/>
              </a:ext>
            </a:extLst>
          </p:cNvPr>
          <p:cNvSpPr txBox="1"/>
          <p:nvPr/>
        </p:nvSpPr>
        <p:spPr>
          <a:xfrm>
            <a:off x="1170039" y="4153506"/>
            <a:ext cx="4227871" cy="369332"/>
          </a:xfrm>
          <a:prstGeom prst="rect">
            <a:avLst/>
          </a:prstGeom>
          <a:solidFill>
            <a:srgbClr val="78B9E7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CONDITIONS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1A1E8-C9BC-4416-96FD-B7C9904BB8ED}"/>
              </a:ext>
            </a:extLst>
          </p:cNvPr>
          <p:cNvSpPr txBox="1"/>
          <p:nvPr/>
        </p:nvSpPr>
        <p:spPr>
          <a:xfrm>
            <a:off x="6985818" y="4153506"/>
            <a:ext cx="4227871" cy="369332"/>
          </a:xfrm>
          <a:prstGeom prst="rect">
            <a:avLst/>
          </a:prstGeom>
          <a:solidFill>
            <a:srgbClr val="F4752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81768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8DC4-3E5E-47AD-853D-2AC9A2A3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168479"/>
            <a:ext cx="10515600" cy="608269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69DD8-4E2A-4245-A835-2D4189A1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2" y="1575279"/>
            <a:ext cx="7675317" cy="1005058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Tfidf vectorizer (min_df= 1)</a:t>
            </a:r>
          </a:p>
          <a:p>
            <a:r>
              <a:rPr lang="en-US" dirty="0"/>
              <a:t>Random forest with class weight as balanced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6FAE0-56B1-4B45-AE44-39A4B26280A8}"/>
              </a:ext>
            </a:extLst>
          </p:cNvPr>
          <p:cNvSpPr txBox="1"/>
          <p:nvPr/>
        </p:nvSpPr>
        <p:spPr>
          <a:xfrm>
            <a:off x="212622" y="3844704"/>
            <a:ext cx="7675317" cy="18158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N_estimators = 120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Class_weight = balanced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Tfidf vectorizer (mind_df =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Accuracy =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0.98917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223B984-6300-4846-9528-A0A6EA959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212" y="968768"/>
            <a:ext cx="2295845" cy="44202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8429EC-5C87-4CC6-AD90-EE5523B610B8}"/>
              </a:ext>
            </a:extLst>
          </p:cNvPr>
          <p:cNvSpPr txBox="1"/>
          <p:nvPr/>
        </p:nvSpPr>
        <p:spPr>
          <a:xfrm>
            <a:off x="212622" y="1087358"/>
            <a:ext cx="4227871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IMPORTANCE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CF9BF-0B2F-4813-BBDE-5B8D42929C15}"/>
              </a:ext>
            </a:extLst>
          </p:cNvPr>
          <p:cNvSpPr txBox="1"/>
          <p:nvPr/>
        </p:nvSpPr>
        <p:spPr>
          <a:xfrm>
            <a:off x="239046" y="3278042"/>
            <a:ext cx="4227871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HYPERPARAMETER TUNING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BD7C6-3EC4-4E21-9B15-39974B3FADB7}"/>
              </a:ext>
            </a:extLst>
          </p:cNvPr>
          <p:cNvSpPr txBox="1"/>
          <p:nvPr/>
        </p:nvSpPr>
        <p:spPr>
          <a:xfrm>
            <a:off x="353960" y="6206302"/>
            <a:ext cx="639096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i="1" dirty="0"/>
              <a:t>With n_estimators = 150, memory out of space error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CF63DC-8C37-4DDC-BA08-5588F0DFE84D}"/>
              </a:ext>
            </a:extLst>
          </p:cNvPr>
          <p:cNvCxnSpPr/>
          <p:nvPr/>
        </p:nvCxnSpPr>
        <p:spPr>
          <a:xfrm>
            <a:off x="8554063" y="1575279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76AA46-B84C-43FF-A925-0F63A2C1671A}"/>
              </a:ext>
            </a:extLst>
          </p:cNvPr>
          <p:cNvCxnSpPr/>
          <p:nvPr/>
        </p:nvCxnSpPr>
        <p:spPr>
          <a:xfrm>
            <a:off x="8554063" y="2086556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777C74-C8B0-41E5-A5F3-20062F6BA184}"/>
              </a:ext>
            </a:extLst>
          </p:cNvPr>
          <p:cNvCxnSpPr/>
          <p:nvPr/>
        </p:nvCxnSpPr>
        <p:spPr>
          <a:xfrm>
            <a:off x="8593392" y="2302866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75D6EF-5CFD-4295-A12E-FC8A53510990}"/>
              </a:ext>
            </a:extLst>
          </p:cNvPr>
          <p:cNvCxnSpPr/>
          <p:nvPr/>
        </p:nvCxnSpPr>
        <p:spPr>
          <a:xfrm>
            <a:off x="8554063" y="1929241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6BECA3-A79D-48E9-A06B-AD1C98A408A8}"/>
              </a:ext>
            </a:extLst>
          </p:cNvPr>
          <p:cNvCxnSpPr/>
          <p:nvPr/>
        </p:nvCxnSpPr>
        <p:spPr>
          <a:xfrm>
            <a:off x="8554063" y="3758040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A9A7A9-A454-4D8B-8DDE-EEBA77677C4E}"/>
              </a:ext>
            </a:extLst>
          </p:cNvPr>
          <p:cNvCxnSpPr/>
          <p:nvPr/>
        </p:nvCxnSpPr>
        <p:spPr>
          <a:xfrm>
            <a:off x="8554063" y="1712930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F21A46-3093-4082-B0CE-0D964C22278E}"/>
              </a:ext>
            </a:extLst>
          </p:cNvPr>
          <p:cNvCxnSpPr/>
          <p:nvPr/>
        </p:nvCxnSpPr>
        <p:spPr>
          <a:xfrm>
            <a:off x="8554063" y="2580337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9A0BD6-F7B4-4BAE-BD20-ADD4ACE104DF}"/>
              </a:ext>
            </a:extLst>
          </p:cNvPr>
          <p:cNvCxnSpPr/>
          <p:nvPr/>
        </p:nvCxnSpPr>
        <p:spPr>
          <a:xfrm>
            <a:off x="8544231" y="3541730"/>
            <a:ext cx="324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887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7639-39DE-4EBD-9DEF-11435033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6" y="148815"/>
            <a:ext cx="10515600" cy="716423"/>
          </a:xfrm>
        </p:spPr>
        <p:txBody>
          <a:bodyPr/>
          <a:lstStyle/>
          <a:p>
            <a:r>
              <a:rPr lang="en-US" dirty="0"/>
              <a:t>Logistic </a:t>
            </a:r>
            <a:r>
              <a:rPr lang="en-US" sz="4000" dirty="0"/>
              <a:t>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E8A1-B00E-4635-9B95-32513363C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871" y="1139602"/>
            <a:ext cx="4707194" cy="464662"/>
          </a:xfrm>
          <a:solidFill>
            <a:srgbClr val="FFC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Top 5 features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F3B329-E0C5-4A2F-BC09-C703D5C57036}"/>
              </a:ext>
            </a:extLst>
          </p:cNvPr>
          <p:cNvSpPr txBox="1">
            <a:spLocks/>
          </p:cNvSpPr>
          <p:nvPr/>
        </p:nvSpPr>
        <p:spPr>
          <a:xfrm>
            <a:off x="6866604" y="2135568"/>
            <a:ext cx="4301612" cy="26981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C= 215.4464</a:t>
            </a:r>
          </a:p>
          <a:p>
            <a:r>
              <a:rPr lang="en-US" sz="2000" dirty="0"/>
              <a:t>Penalty = l1</a:t>
            </a:r>
          </a:p>
          <a:p>
            <a:r>
              <a:rPr lang="en-US" sz="2000" dirty="0" err="1"/>
              <a:t>class_weight</a:t>
            </a:r>
            <a:r>
              <a:rPr lang="en-US" sz="2000" dirty="0"/>
              <a:t>= None</a:t>
            </a:r>
          </a:p>
          <a:p>
            <a:r>
              <a:rPr lang="en-US" sz="2000" dirty="0"/>
              <a:t>solver= ‘saga’</a:t>
            </a:r>
          </a:p>
          <a:p>
            <a:r>
              <a:rPr lang="en-US" sz="2000" dirty="0"/>
              <a:t>Tfidf vectorizer (min_df= 10)</a:t>
            </a:r>
          </a:p>
          <a:p>
            <a:r>
              <a:rPr lang="en-US" sz="2000" dirty="0"/>
              <a:t>Accuracy = 0.98908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CDF637D-67C6-433F-A997-EBD6E6583066}"/>
              </a:ext>
            </a:extLst>
          </p:cNvPr>
          <p:cNvGraphicFramePr>
            <a:graphicFrameLocks noGrp="1"/>
          </p:cNvGraphicFramePr>
          <p:nvPr/>
        </p:nvGraphicFramePr>
        <p:xfrm>
          <a:off x="417871" y="2090339"/>
          <a:ext cx="4793226" cy="29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742">
                  <a:extLst>
                    <a:ext uri="{9D8B030D-6E8A-4147-A177-3AD203B41FA5}">
                      <a16:colId xmlns:a16="http://schemas.microsoft.com/office/drawing/2014/main" val="3894367124"/>
                    </a:ext>
                  </a:extLst>
                </a:gridCol>
                <a:gridCol w="1597742">
                  <a:extLst>
                    <a:ext uri="{9D8B030D-6E8A-4147-A177-3AD203B41FA5}">
                      <a16:colId xmlns:a16="http://schemas.microsoft.com/office/drawing/2014/main" val="3332077388"/>
                    </a:ext>
                  </a:extLst>
                </a:gridCol>
                <a:gridCol w="1597742">
                  <a:extLst>
                    <a:ext uri="{9D8B030D-6E8A-4147-A177-3AD203B41FA5}">
                      <a16:colId xmlns:a16="http://schemas.microsoft.com/office/drawing/2014/main" val="1619476647"/>
                    </a:ext>
                  </a:extLst>
                </a:gridCol>
              </a:tblGrid>
              <a:tr h="4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Coeff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Absolute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07615"/>
                  </a:ext>
                </a:extLst>
              </a:tr>
              <a:tr h="4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aloe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6.024688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6.024688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200450"/>
                  </a:ext>
                </a:extLst>
              </a:tr>
              <a:tr h="4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vera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5.687455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5.687455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424564"/>
                  </a:ext>
                </a:extLst>
              </a:tr>
              <a:tr h="4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tropicals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1.569965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1.569965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915016"/>
                  </a:ext>
                </a:extLst>
              </a:tr>
              <a:tr h="4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juice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-1.503277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1.503277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516525"/>
                  </a:ext>
                </a:extLst>
              </a:tr>
              <a:tr h="4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12ct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1.154497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1.154497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826893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F2F008-47AD-41A2-A42E-3961832DBB31}"/>
              </a:ext>
            </a:extLst>
          </p:cNvPr>
          <p:cNvSpPr txBox="1">
            <a:spLocks/>
          </p:cNvSpPr>
          <p:nvPr/>
        </p:nvSpPr>
        <p:spPr>
          <a:xfrm>
            <a:off x="6575322" y="1095827"/>
            <a:ext cx="4707194" cy="464662"/>
          </a:xfrm>
          <a:prstGeom prst="rect">
            <a:avLst/>
          </a:prstGeom>
          <a:solidFill>
            <a:srgbClr val="00B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Hyperparameter tuning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5B940-90F0-4717-A25F-BBD8B3DF0B61}"/>
              </a:ext>
            </a:extLst>
          </p:cNvPr>
          <p:cNvSpPr txBox="1"/>
          <p:nvPr/>
        </p:nvSpPr>
        <p:spPr>
          <a:xfrm>
            <a:off x="417871" y="5389347"/>
            <a:ext cx="4793226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LR parameters with balanced class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Tfidf vectorizer.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55785F-E60C-4789-ADA5-1C4383772C76}"/>
              </a:ext>
            </a:extLst>
          </p:cNvPr>
          <p:cNvSpPr txBox="1"/>
          <p:nvPr/>
        </p:nvSpPr>
        <p:spPr>
          <a:xfrm>
            <a:off x="6866604" y="5466735"/>
            <a:ext cx="3857932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i="1" dirty="0"/>
              <a:t>Where as L2 performed best with ‘newton-cg’ solver and C=46415.888.</a:t>
            </a:r>
          </a:p>
          <a:p>
            <a:r>
              <a:rPr lang="en-US" i="1" dirty="0"/>
              <a:t>Accuracy was 0.98722</a:t>
            </a:r>
          </a:p>
        </p:txBody>
      </p:sp>
    </p:spTree>
    <p:extLst>
      <p:ext uri="{BB962C8B-B14F-4D97-AF65-F5344CB8AC3E}">
        <p14:creationId xmlns:p14="http://schemas.microsoft.com/office/powerpoint/2010/main" val="4038595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A462-A6E2-4D0E-88F3-E18E6D0A2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03" y="178313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BAE55-C4C7-4008-AFE1-2442A4E2B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28" y="1874787"/>
            <a:ext cx="11186653" cy="2323587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0" dirty="0"/>
              <a:t>Class_weight = balanced</a:t>
            </a:r>
          </a:p>
          <a:p>
            <a:r>
              <a:rPr lang="en-US" b="0" dirty="0"/>
              <a:t>Kernel = linear</a:t>
            </a:r>
          </a:p>
          <a:p>
            <a:r>
              <a:rPr lang="en-US" b="0" dirty="0"/>
              <a:t>Count vectorizer (</a:t>
            </a:r>
            <a:r>
              <a:rPr lang="en-US" b="0" dirty="0" err="1"/>
              <a:t>min_df</a:t>
            </a:r>
            <a:r>
              <a:rPr lang="en-US" b="0" dirty="0"/>
              <a:t> = 10)</a:t>
            </a:r>
          </a:p>
          <a:p>
            <a:r>
              <a:rPr lang="en-US" b="0" dirty="0"/>
              <a:t>Accuracy = 0.98489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745FC7-EFC0-4D70-A692-66F6704B7074}"/>
              </a:ext>
            </a:extLst>
          </p:cNvPr>
          <p:cNvSpPr txBox="1">
            <a:spLocks/>
          </p:cNvSpPr>
          <p:nvPr/>
        </p:nvSpPr>
        <p:spPr>
          <a:xfrm>
            <a:off x="2745658" y="1194149"/>
            <a:ext cx="4707194" cy="4646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4160128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98C9-8CD0-4375-AA63-28334CF37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217642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dirty="0"/>
              <a:t>Tasks for the next week (3</a:t>
            </a:r>
            <a:r>
              <a:rPr lang="en-US" baseline="30000" dirty="0"/>
              <a:t>rd</a:t>
            </a:r>
            <a:r>
              <a:rPr lang="en-US" dirty="0"/>
              <a:t> week)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3CACD3-53BD-4077-8EBC-3E3616568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517617"/>
              </p:ext>
            </p:extLst>
          </p:nvPr>
        </p:nvGraphicFramePr>
        <p:xfrm>
          <a:off x="258618" y="1068541"/>
          <a:ext cx="115597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1055136"/>
      </p:ext>
    </p:extLst>
  </p:cSld>
  <p:clrMapOvr>
    <a:masterClrMapping/>
  </p:clrMapOvr>
</p:sld>
</file>

<file path=ppt/theme/theme1.xml><?xml version="1.0" encoding="utf-8"?>
<a:theme xmlns:a="http://schemas.openxmlformats.org/drawingml/2006/main" name="3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2.xml><?xml version="1.0" encoding="utf-8"?>
<a:theme xmlns:a="http://schemas.openxmlformats.org/drawingml/2006/main" name="1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3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4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INTERNSHIP_PROBLEM_ST</Template>
  <TotalTime>17</TotalTime>
  <Words>703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Bogle</vt:lpstr>
      <vt:lpstr>Calibri</vt:lpstr>
      <vt:lpstr>Calibri Light</vt:lpstr>
      <vt:lpstr>Estrangelo Edessa</vt:lpstr>
      <vt:lpstr>Lato Light</vt:lpstr>
      <vt:lpstr>Times</vt:lpstr>
      <vt:lpstr>3_Intl_Theme_Slide</vt:lpstr>
      <vt:lpstr>1_Default Design</vt:lpstr>
      <vt:lpstr>5_Intl_Theme_Slide</vt:lpstr>
      <vt:lpstr>Cover_Slide</vt:lpstr>
      <vt:lpstr>PowerPoint Presentation</vt:lpstr>
      <vt:lpstr>Review Meet – 2 June 4th,2021</vt:lpstr>
      <vt:lpstr>Recap</vt:lpstr>
      <vt:lpstr>This week’s progress</vt:lpstr>
      <vt:lpstr>EDA results</vt:lpstr>
      <vt:lpstr>Comparison of test and train data </vt:lpstr>
      <vt:lpstr>Data cleaning</vt:lpstr>
      <vt:lpstr>Modelling using multiple metrics</vt:lpstr>
      <vt:lpstr>Random forest</vt:lpstr>
      <vt:lpstr>Logistic regression</vt:lpstr>
      <vt:lpstr>SVM</vt:lpstr>
      <vt:lpstr>Tasks for the next week (3rd week)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2</cp:revision>
  <dcterms:created xsi:type="dcterms:W3CDTF">2021-06-10T07:03:05Z</dcterms:created>
  <dcterms:modified xsi:type="dcterms:W3CDTF">2021-06-18T11:26:44Z</dcterms:modified>
</cp:coreProperties>
</file>