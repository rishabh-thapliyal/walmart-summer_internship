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5.xml" ContentType="application/vnd.openxmlformats-officedocument.theme+xml"/>
  <Override PartName="/ppt/slideLayouts/slideLayout7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  <p:sldMasterId id="2147483672" r:id="rId2"/>
    <p:sldMasterId id="2147483682" r:id="rId3"/>
    <p:sldMasterId id="2147483713" r:id="rId4"/>
    <p:sldMasterId id="2147483722" r:id="rId5"/>
    <p:sldMasterId id="2147483661" r:id="rId6"/>
  </p:sldMasterIdLst>
  <p:notesMasterIdLst>
    <p:notesMasterId r:id="rId18"/>
  </p:notesMasterIdLst>
  <p:sldIdLst>
    <p:sldId id="460" r:id="rId7"/>
    <p:sldId id="461" r:id="rId8"/>
    <p:sldId id="462" r:id="rId9"/>
    <p:sldId id="463" r:id="rId10"/>
    <p:sldId id="464" r:id="rId11"/>
    <p:sldId id="469" r:id="rId12"/>
    <p:sldId id="470" r:id="rId13"/>
    <p:sldId id="465" r:id="rId14"/>
    <p:sldId id="466" r:id="rId15"/>
    <p:sldId id="467" r:id="rId16"/>
    <p:sldId id="4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B9E7"/>
    <a:srgbClr val="F47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6307" autoAdjust="0"/>
  </p:normalViewPr>
  <p:slideViewPr>
    <p:cSldViewPr snapToGrid="0">
      <p:cViewPr varScale="1">
        <p:scale>
          <a:sx n="74" d="100"/>
          <a:sy n="74" d="100"/>
        </p:scale>
        <p:origin x="114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15D9D9-D56F-41A8-9153-1EFAA560D0DA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8BB8E95-3BA5-4524-9038-BB6B9916DDA4}">
      <dgm:prSet/>
      <dgm:spPr>
        <a:ln>
          <a:noFill/>
        </a:ln>
        <a:effectLst/>
        <a:sp3d prstMaterial="metal">
          <a:bevelT w="88900" h="88900"/>
        </a:sp3d>
      </dgm:spPr>
      <dgm:t>
        <a:bodyPr/>
        <a:lstStyle/>
        <a:p>
          <a:pPr>
            <a:lnSpc>
              <a:spcPct val="100000"/>
            </a:lnSpc>
            <a:defRPr b="1"/>
          </a:pPr>
          <a:r>
            <a:rPr lang="en-US" b="0"/>
            <a:t>Brief recap of previous week</a:t>
          </a:r>
          <a:endParaRPr lang="en-US" dirty="0"/>
        </a:p>
      </dgm:t>
    </dgm:pt>
    <dgm:pt modelId="{40F42D7E-D15C-4205-8211-684E303FE75C}" type="parTrans" cxnId="{D89CF4E1-892F-4429-8ADA-A047C2FE7CB4}">
      <dgm:prSet/>
      <dgm:spPr/>
      <dgm:t>
        <a:bodyPr/>
        <a:lstStyle/>
        <a:p>
          <a:endParaRPr lang="en-US"/>
        </a:p>
      </dgm:t>
    </dgm:pt>
    <dgm:pt modelId="{28A91DD9-C3E9-4EE4-B211-336D89BE6BE1}" type="sibTrans" cxnId="{D89CF4E1-892F-4429-8ADA-A047C2FE7CB4}">
      <dgm:prSet/>
      <dgm:spPr/>
      <dgm:t>
        <a:bodyPr/>
        <a:lstStyle/>
        <a:p>
          <a:endParaRPr lang="en-US"/>
        </a:p>
      </dgm:t>
    </dgm:pt>
    <dgm:pt modelId="{2CBA0BF4-54E2-463B-A849-54D5EA677FA1}">
      <dgm:prSet/>
      <dgm:spPr>
        <a:ln>
          <a:noFill/>
        </a:ln>
        <a:effectLst/>
        <a:sp3d prstMaterial="metal">
          <a:bevelT w="88900" h="88900"/>
        </a:sp3d>
      </dgm:spPr>
      <dgm:t>
        <a:bodyPr/>
        <a:lstStyle/>
        <a:p>
          <a:pPr>
            <a:lnSpc>
              <a:spcPct val="100000"/>
            </a:lnSpc>
            <a:defRPr b="1"/>
          </a:pPr>
          <a:r>
            <a:rPr lang="en-US" b="0"/>
            <a:t>Progress made in this week</a:t>
          </a:r>
          <a:endParaRPr lang="en-US" dirty="0"/>
        </a:p>
      </dgm:t>
    </dgm:pt>
    <dgm:pt modelId="{4F90CE70-FDB9-482E-872A-FB749A74679E}" type="parTrans" cxnId="{0F0E7CFE-F163-4E99-B660-AEAC8C226830}">
      <dgm:prSet/>
      <dgm:spPr/>
      <dgm:t>
        <a:bodyPr/>
        <a:lstStyle/>
        <a:p>
          <a:endParaRPr lang="en-US"/>
        </a:p>
      </dgm:t>
    </dgm:pt>
    <dgm:pt modelId="{27B71916-E1C4-4422-88F2-BF814AD87ACA}" type="sibTrans" cxnId="{0F0E7CFE-F163-4E99-B660-AEAC8C226830}">
      <dgm:prSet/>
      <dgm:spPr/>
      <dgm:t>
        <a:bodyPr/>
        <a:lstStyle/>
        <a:p>
          <a:endParaRPr lang="en-US"/>
        </a:p>
      </dgm:t>
    </dgm:pt>
    <dgm:pt modelId="{BD8D258E-218B-4483-82A2-079BC4422D21}">
      <dgm:prSet/>
      <dgm:spPr>
        <a:ln>
          <a:noFill/>
        </a:ln>
        <a:effectLst/>
      </dgm:spPr>
      <dgm:t>
        <a:bodyPr/>
        <a:lstStyle/>
        <a:p>
          <a:pPr>
            <a:lnSpc>
              <a:spcPct val="100000"/>
            </a:lnSpc>
          </a:pPr>
          <a:r>
            <a:rPr lang="en-US" dirty="0"/>
            <a:t>All correction list updated</a:t>
          </a:r>
        </a:p>
        <a:p>
          <a:pPr>
            <a:lnSpc>
              <a:spcPct val="100000"/>
            </a:lnSpc>
          </a:pPr>
          <a:r>
            <a:rPr lang="en-US" dirty="0"/>
            <a:t>Finalize the train data after augmentation</a:t>
          </a:r>
        </a:p>
        <a:p>
          <a:pPr>
            <a:lnSpc>
              <a:spcPct val="100000"/>
            </a:lnSpc>
          </a:pPr>
          <a:r>
            <a:rPr lang="en-US" dirty="0"/>
            <a:t>Fuzzy matching of FEAT1</a:t>
          </a:r>
        </a:p>
        <a:p>
          <a:pPr>
            <a:lnSpc>
              <a:spcPct val="100000"/>
            </a:lnSpc>
          </a:pPr>
          <a:r>
            <a:rPr lang="en-US" dirty="0"/>
            <a:t>Optimizer for LR </a:t>
          </a:r>
        </a:p>
        <a:p>
          <a:pPr>
            <a:lnSpc>
              <a:spcPct val="100000"/>
            </a:lnSpc>
          </a:pPr>
          <a:r>
            <a:rPr lang="en-US" dirty="0"/>
            <a:t>Final results for Voting Hard</a:t>
          </a:r>
        </a:p>
      </dgm:t>
    </dgm:pt>
    <dgm:pt modelId="{2545F0C9-4A30-4819-A904-BED17AD34C1C}" type="parTrans" cxnId="{3CE59DC1-53C3-464D-9D76-31C4716A05EF}">
      <dgm:prSet/>
      <dgm:spPr/>
      <dgm:t>
        <a:bodyPr/>
        <a:lstStyle/>
        <a:p>
          <a:endParaRPr lang="en-US"/>
        </a:p>
      </dgm:t>
    </dgm:pt>
    <dgm:pt modelId="{7423866D-82B8-4B5B-BEA7-F658DF222B25}" type="sibTrans" cxnId="{3CE59DC1-53C3-464D-9D76-31C4716A05EF}">
      <dgm:prSet/>
      <dgm:spPr/>
      <dgm:t>
        <a:bodyPr/>
        <a:lstStyle/>
        <a:p>
          <a:endParaRPr lang="en-US"/>
        </a:p>
      </dgm:t>
    </dgm:pt>
    <dgm:pt modelId="{C976FD86-6663-49F4-94AB-9FB8D0252CEC}">
      <dgm:prSet/>
      <dgm:spPr>
        <a:ln>
          <a:noFill/>
        </a:ln>
        <a:effectLst/>
        <a:sp3d prstMaterial="metal">
          <a:bevelT w="88900" h="88900"/>
        </a:sp3d>
      </dgm:spPr>
      <dgm:t>
        <a:bodyPr/>
        <a:lstStyle/>
        <a:p>
          <a:pPr>
            <a:lnSpc>
              <a:spcPct val="100000"/>
            </a:lnSpc>
            <a:defRPr b="1"/>
          </a:pPr>
          <a:r>
            <a:rPr lang="en-US" b="0"/>
            <a:t>Way forward</a:t>
          </a:r>
          <a:endParaRPr lang="en-US" dirty="0"/>
        </a:p>
      </dgm:t>
    </dgm:pt>
    <dgm:pt modelId="{71AD0EC0-420E-401F-B731-9026E5ADB6D3}" type="parTrans" cxnId="{9D6215BB-A767-437E-BA93-41605A2BFAF7}">
      <dgm:prSet/>
      <dgm:spPr/>
      <dgm:t>
        <a:bodyPr/>
        <a:lstStyle/>
        <a:p>
          <a:endParaRPr lang="en-US"/>
        </a:p>
      </dgm:t>
    </dgm:pt>
    <dgm:pt modelId="{3A11E3D6-7FAD-449A-9208-E94F21D5EBC4}" type="sibTrans" cxnId="{9D6215BB-A767-437E-BA93-41605A2BFAF7}">
      <dgm:prSet/>
      <dgm:spPr/>
      <dgm:t>
        <a:bodyPr/>
        <a:lstStyle/>
        <a:p>
          <a:endParaRPr lang="en-US"/>
        </a:p>
      </dgm:t>
    </dgm:pt>
    <dgm:pt modelId="{613243C9-43FD-4C4C-837D-2B8E0D55D9EA}">
      <dgm:prSet/>
      <dgm:spPr>
        <a:ln>
          <a:noFill/>
        </a:ln>
        <a:effectLst/>
      </dgm:spPr>
      <dgm:t>
        <a:bodyPr/>
        <a:lstStyle/>
        <a:p>
          <a:pPr>
            <a:lnSpc>
              <a:spcPct val="100000"/>
            </a:lnSpc>
          </a:pPr>
          <a:r>
            <a:rPr lang="en-US" dirty="0"/>
            <a:t>Final results for FastText</a:t>
          </a:r>
        </a:p>
      </dgm:t>
    </dgm:pt>
    <dgm:pt modelId="{0F401404-E799-43CF-89D7-04C8B1E2DDDF}" type="parTrans" cxnId="{60B0B88C-289B-4569-8BF4-62E0F934C7E2}">
      <dgm:prSet/>
      <dgm:spPr/>
      <dgm:t>
        <a:bodyPr/>
        <a:lstStyle/>
        <a:p>
          <a:endParaRPr lang="en-US"/>
        </a:p>
      </dgm:t>
    </dgm:pt>
    <dgm:pt modelId="{F9DAC246-8EFE-49A1-BF64-F56036F9C27A}" type="sibTrans" cxnId="{60B0B88C-289B-4569-8BF4-62E0F934C7E2}">
      <dgm:prSet/>
      <dgm:spPr/>
      <dgm:t>
        <a:bodyPr/>
        <a:lstStyle/>
        <a:p>
          <a:endParaRPr lang="en-US"/>
        </a:p>
      </dgm:t>
    </dgm:pt>
    <dgm:pt modelId="{AF8339A4-4969-4166-8D78-A9668542A120}" type="pres">
      <dgm:prSet presAssocID="{A615D9D9-D56F-41A8-9153-1EFAA560D0DA}" presName="root" presStyleCnt="0">
        <dgm:presLayoutVars>
          <dgm:dir/>
          <dgm:resizeHandles val="exact"/>
        </dgm:presLayoutVars>
      </dgm:prSet>
      <dgm:spPr/>
    </dgm:pt>
    <dgm:pt modelId="{019FCDB0-C8B1-46E5-B61B-3A4F354739C3}" type="pres">
      <dgm:prSet presAssocID="{58BB8E95-3BA5-4524-9038-BB6B9916DDA4}" presName="compNod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30631440-BC67-43E5-999A-82C9909AA415}" type="pres">
      <dgm:prSet presAssocID="{58BB8E95-3BA5-4524-9038-BB6B9916DDA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p3d prstMaterial="metal">
          <a:bevelT w="88900" h="88900"/>
        </a:sp3d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D6BF89B-2847-4D78-BDDC-6F3106D28948}" type="pres">
      <dgm:prSet presAssocID="{58BB8E95-3BA5-4524-9038-BB6B9916DDA4}" presName="icon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3A0F7255-1AD6-4693-BC0F-CDDA6BA38820}" type="pres">
      <dgm:prSet presAssocID="{58BB8E95-3BA5-4524-9038-BB6B9916DDA4}" presName="parTx" presStyleLbl="revTx" presStyleIdx="0" presStyleCnt="6">
        <dgm:presLayoutVars>
          <dgm:chMax val="0"/>
          <dgm:chPref val="0"/>
        </dgm:presLayoutVars>
      </dgm:prSet>
      <dgm:spPr/>
    </dgm:pt>
    <dgm:pt modelId="{16BE5E57-1543-4EC7-8AD3-FC01159DF563}" type="pres">
      <dgm:prSet presAssocID="{58BB8E95-3BA5-4524-9038-BB6B9916DDA4}" presName="tx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464C32C9-97E0-4FAC-AB96-14BD65EC5CF4}" type="pres">
      <dgm:prSet presAssocID="{58BB8E95-3BA5-4524-9038-BB6B9916DDA4}" presName="desTx" presStyleLbl="revTx" presStyleIdx="1" presStyleCnt="6">
        <dgm:presLayoutVars/>
      </dgm:prSet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586272C0-62EA-4692-B2AD-57761F3A185F}" type="pres">
      <dgm:prSet presAssocID="{28A91DD9-C3E9-4EE4-B211-336D89BE6BE1}" presName="sibTrans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FF849A67-248E-4842-8CD8-34B304EA12F3}" type="pres">
      <dgm:prSet presAssocID="{2CBA0BF4-54E2-463B-A849-54D5EA677FA1}" presName="compNod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859557B7-7AD7-41A8-ACCC-0BA2B42C1833}" type="pres">
      <dgm:prSet presAssocID="{2CBA0BF4-54E2-463B-A849-54D5EA677FA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p3d prstMaterial="metal">
          <a:bevelT w="88900" h="88900"/>
        </a:sp3d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30ABB94C-835E-497D-9A51-BAC8F9D2CF6D}" type="pres">
      <dgm:prSet presAssocID="{2CBA0BF4-54E2-463B-A849-54D5EA677FA1}" presName="icon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0691EB6A-B71C-45E5-9D36-0DE3C91EDE8E}" type="pres">
      <dgm:prSet presAssocID="{2CBA0BF4-54E2-463B-A849-54D5EA677FA1}" presName="parTx" presStyleLbl="revTx" presStyleIdx="2" presStyleCnt="6">
        <dgm:presLayoutVars>
          <dgm:chMax val="0"/>
          <dgm:chPref val="0"/>
        </dgm:presLayoutVars>
      </dgm:prSet>
      <dgm:spPr/>
    </dgm:pt>
    <dgm:pt modelId="{CEE4D9A9-0661-4637-B0BF-2DF06C9F2516}" type="pres">
      <dgm:prSet presAssocID="{2CBA0BF4-54E2-463B-A849-54D5EA677FA1}" presName="tx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344511C2-B581-4A2F-A53C-47FD4732B07C}" type="pres">
      <dgm:prSet presAssocID="{2CBA0BF4-54E2-463B-A849-54D5EA677FA1}" presName="desTx" presStyleLbl="revTx" presStyleIdx="3" presStyleCnt="6">
        <dgm:presLayoutVars/>
      </dgm:prSet>
      <dgm:spPr/>
    </dgm:pt>
    <dgm:pt modelId="{B18AE2A2-C1E9-4ACA-8F8E-6330526F9B00}" type="pres">
      <dgm:prSet presAssocID="{27B71916-E1C4-4422-88F2-BF814AD87ACA}" presName="sibTrans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492266CD-7AE6-44C6-90CA-F5A56F6EF7C4}" type="pres">
      <dgm:prSet presAssocID="{C976FD86-6663-49F4-94AB-9FB8D0252CEC}" presName="compNod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9AE7C2E3-CC14-4B41-BF36-F8DEF0DC3CED}" type="pres">
      <dgm:prSet presAssocID="{C976FD86-6663-49F4-94AB-9FB8D0252CE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  <a:sp3d prstMaterial="metal">
          <a:bevelT w="88900" h="88900"/>
        </a:sp3d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BF9EC99-6526-46FA-B3E6-9E5E0938F110}" type="pres">
      <dgm:prSet presAssocID="{C976FD86-6663-49F4-94AB-9FB8D0252CEC}" presName="icon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FFCE3B9E-67C9-4544-9F38-A420A90EFFDB}" type="pres">
      <dgm:prSet presAssocID="{C976FD86-6663-49F4-94AB-9FB8D0252CEC}" presName="parTx" presStyleLbl="revTx" presStyleIdx="4" presStyleCnt="6">
        <dgm:presLayoutVars>
          <dgm:chMax val="0"/>
          <dgm:chPref val="0"/>
        </dgm:presLayoutVars>
      </dgm:prSet>
      <dgm:spPr/>
    </dgm:pt>
    <dgm:pt modelId="{5BCC3A51-DC3C-443E-991D-6A6156C1DEEE}" type="pres">
      <dgm:prSet presAssocID="{C976FD86-6663-49F4-94AB-9FB8D0252CEC}" presName="tx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706B9664-41A4-4BB4-B2AA-4220C06F7950}" type="pres">
      <dgm:prSet presAssocID="{C976FD86-6663-49F4-94AB-9FB8D0252CEC}" presName="desTx" presStyleLbl="revTx" presStyleIdx="5" presStyleCnt="6">
        <dgm:presLayoutVars/>
      </dgm:prSet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</dgm:ptLst>
  <dgm:cxnLst>
    <dgm:cxn modelId="{D9488602-4418-4E1C-B6B4-AD1C6F8C57A6}" type="presOf" srcId="{C976FD86-6663-49F4-94AB-9FB8D0252CEC}" destId="{FFCE3B9E-67C9-4544-9F38-A420A90EFFDB}" srcOrd="0" destOrd="0" presId="urn:microsoft.com/office/officeart/2018/5/layout/CenteredIconLabelDescriptionList"/>
    <dgm:cxn modelId="{EEA35249-F280-4F2B-8C14-CA7AE52C8C8D}" type="presOf" srcId="{A615D9D9-D56F-41A8-9153-1EFAA560D0DA}" destId="{AF8339A4-4969-4166-8D78-A9668542A120}" srcOrd="0" destOrd="0" presId="urn:microsoft.com/office/officeart/2018/5/layout/CenteredIconLabelDescriptionList"/>
    <dgm:cxn modelId="{436A9B4A-274E-48C7-A446-E5C58EC0BDF5}" type="presOf" srcId="{2CBA0BF4-54E2-463B-A849-54D5EA677FA1}" destId="{0691EB6A-B71C-45E5-9D36-0DE3C91EDE8E}" srcOrd="0" destOrd="0" presId="urn:microsoft.com/office/officeart/2018/5/layout/CenteredIconLabelDescriptionList"/>
    <dgm:cxn modelId="{38F3636F-4400-4012-BED5-074CB6429E15}" type="presOf" srcId="{BD8D258E-218B-4483-82A2-079BC4422D21}" destId="{344511C2-B581-4A2F-A53C-47FD4732B07C}" srcOrd="0" destOrd="0" presId="urn:microsoft.com/office/officeart/2018/5/layout/CenteredIconLabelDescriptionList"/>
    <dgm:cxn modelId="{60B0B88C-289B-4569-8BF4-62E0F934C7E2}" srcId="{2CBA0BF4-54E2-463B-A849-54D5EA677FA1}" destId="{613243C9-43FD-4C4C-837D-2B8E0D55D9EA}" srcOrd="1" destOrd="0" parTransId="{0F401404-E799-43CF-89D7-04C8B1E2DDDF}" sibTransId="{F9DAC246-8EFE-49A1-BF64-F56036F9C27A}"/>
    <dgm:cxn modelId="{74F39B8D-A240-4E07-A439-D8DC23ADE2E1}" type="presOf" srcId="{58BB8E95-3BA5-4524-9038-BB6B9916DDA4}" destId="{3A0F7255-1AD6-4693-BC0F-CDDA6BA38820}" srcOrd="0" destOrd="0" presId="urn:microsoft.com/office/officeart/2018/5/layout/CenteredIconLabelDescriptionList"/>
    <dgm:cxn modelId="{9D6215BB-A767-437E-BA93-41605A2BFAF7}" srcId="{A615D9D9-D56F-41A8-9153-1EFAA560D0DA}" destId="{C976FD86-6663-49F4-94AB-9FB8D0252CEC}" srcOrd="2" destOrd="0" parTransId="{71AD0EC0-420E-401F-B731-9026E5ADB6D3}" sibTransId="{3A11E3D6-7FAD-449A-9208-E94F21D5EBC4}"/>
    <dgm:cxn modelId="{3CE59DC1-53C3-464D-9D76-31C4716A05EF}" srcId="{2CBA0BF4-54E2-463B-A849-54D5EA677FA1}" destId="{BD8D258E-218B-4483-82A2-079BC4422D21}" srcOrd="0" destOrd="0" parTransId="{2545F0C9-4A30-4819-A904-BED17AD34C1C}" sibTransId="{7423866D-82B8-4B5B-BEA7-F658DF222B25}"/>
    <dgm:cxn modelId="{90DBD0DC-CD8C-4DA6-886B-F70D5B318DE4}" type="presOf" srcId="{613243C9-43FD-4C4C-837D-2B8E0D55D9EA}" destId="{344511C2-B581-4A2F-A53C-47FD4732B07C}" srcOrd="0" destOrd="1" presId="urn:microsoft.com/office/officeart/2018/5/layout/CenteredIconLabelDescriptionList"/>
    <dgm:cxn modelId="{D89CF4E1-892F-4429-8ADA-A047C2FE7CB4}" srcId="{A615D9D9-D56F-41A8-9153-1EFAA560D0DA}" destId="{58BB8E95-3BA5-4524-9038-BB6B9916DDA4}" srcOrd="0" destOrd="0" parTransId="{40F42D7E-D15C-4205-8211-684E303FE75C}" sibTransId="{28A91DD9-C3E9-4EE4-B211-336D89BE6BE1}"/>
    <dgm:cxn modelId="{0F0E7CFE-F163-4E99-B660-AEAC8C226830}" srcId="{A615D9D9-D56F-41A8-9153-1EFAA560D0DA}" destId="{2CBA0BF4-54E2-463B-A849-54D5EA677FA1}" srcOrd="1" destOrd="0" parTransId="{4F90CE70-FDB9-482E-872A-FB749A74679E}" sibTransId="{27B71916-E1C4-4422-88F2-BF814AD87ACA}"/>
    <dgm:cxn modelId="{6E276574-7DCB-4F23-971E-3A61E6B1CC09}" type="presParOf" srcId="{AF8339A4-4969-4166-8D78-A9668542A120}" destId="{019FCDB0-C8B1-46E5-B61B-3A4F354739C3}" srcOrd="0" destOrd="0" presId="urn:microsoft.com/office/officeart/2018/5/layout/CenteredIconLabelDescriptionList"/>
    <dgm:cxn modelId="{9E9F7899-CD5B-48C7-BE63-844B32BA2501}" type="presParOf" srcId="{019FCDB0-C8B1-46E5-B61B-3A4F354739C3}" destId="{30631440-BC67-43E5-999A-82C9909AA415}" srcOrd="0" destOrd="0" presId="urn:microsoft.com/office/officeart/2018/5/layout/CenteredIconLabelDescriptionList"/>
    <dgm:cxn modelId="{960D8D2F-B70E-452C-B09E-B0850159537D}" type="presParOf" srcId="{019FCDB0-C8B1-46E5-B61B-3A4F354739C3}" destId="{CD6BF89B-2847-4D78-BDDC-6F3106D28948}" srcOrd="1" destOrd="0" presId="urn:microsoft.com/office/officeart/2018/5/layout/CenteredIconLabelDescriptionList"/>
    <dgm:cxn modelId="{15895672-33CA-4E8F-9DEA-D0B36C3E74B5}" type="presParOf" srcId="{019FCDB0-C8B1-46E5-B61B-3A4F354739C3}" destId="{3A0F7255-1AD6-4693-BC0F-CDDA6BA38820}" srcOrd="2" destOrd="0" presId="urn:microsoft.com/office/officeart/2018/5/layout/CenteredIconLabelDescriptionList"/>
    <dgm:cxn modelId="{62CA779B-FFAF-4C48-B028-8623943B538B}" type="presParOf" srcId="{019FCDB0-C8B1-46E5-B61B-3A4F354739C3}" destId="{16BE5E57-1543-4EC7-8AD3-FC01159DF563}" srcOrd="3" destOrd="0" presId="urn:microsoft.com/office/officeart/2018/5/layout/CenteredIconLabelDescriptionList"/>
    <dgm:cxn modelId="{DD2A940C-53F4-452C-9D4E-2EBD746D7A7B}" type="presParOf" srcId="{019FCDB0-C8B1-46E5-B61B-3A4F354739C3}" destId="{464C32C9-97E0-4FAC-AB96-14BD65EC5CF4}" srcOrd="4" destOrd="0" presId="urn:microsoft.com/office/officeart/2018/5/layout/CenteredIconLabelDescriptionList"/>
    <dgm:cxn modelId="{D86DEA2B-B2D6-4C32-9D40-F8D436DB33FF}" type="presParOf" srcId="{AF8339A4-4969-4166-8D78-A9668542A120}" destId="{586272C0-62EA-4692-B2AD-57761F3A185F}" srcOrd="1" destOrd="0" presId="urn:microsoft.com/office/officeart/2018/5/layout/CenteredIconLabelDescriptionList"/>
    <dgm:cxn modelId="{CF85A589-11E4-4103-9A76-489A36AC8F24}" type="presParOf" srcId="{AF8339A4-4969-4166-8D78-A9668542A120}" destId="{FF849A67-248E-4842-8CD8-34B304EA12F3}" srcOrd="2" destOrd="0" presId="urn:microsoft.com/office/officeart/2018/5/layout/CenteredIconLabelDescriptionList"/>
    <dgm:cxn modelId="{9F45F783-5249-4067-8706-710ECDB680A6}" type="presParOf" srcId="{FF849A67-248E-4842-8CD8-34B304EA12F3}" destId="{859557B7-7AD7-41A8-ACCC-0BA2B42C1833}" srcOrd="0" destOrd="0" presId="urn:microsoft.com/office/officeart/2018/5/layout/CenteredIconLabelDescriptionList"/>
    <dgm:cxn modelId="{7433448A-5318-428B-8518-08EA77DD51F4}" type="presParOf" srcId="{FF849A67-248E-4842-8CD8-34B304EA12F3}" destId="{30ABB94C-835E-497D-9A51-BAC8F9D2CF6D}" srcOrd="1" destOrd="0" presId="urn:microsoft.com/office/officeart/2018/5/layout/CenteredIconLabelDescriptionList"/>
    <dgm:cxn modelId="{627AE00A-C4B4-4DE1-A9EE-92324D7D9D21}" type="presParOf" srcId="{FF849A67-248E-4842-8CD8-34B304EA12F3}" destId="{0691EB6A-B71C-45E5-9D36-0DE3C91EDE8E}" srcOrd="2" destOrd="0" presId="urn:microsoft.com/office/officeart/2018/5/layout/CenteredIconLabelDescriptionList"/>
    <dgm:cxn modelId="{2A94F537-60C5-4C76-9A74-6F82D7BD1748}" type="presParOf" srcId="{FF849A67-248E-4842-8CD8-34B304EA12F3}" destId="{CEE4D9A9-0661-4637-B0BF-2DF06C9F2516}" srcOrd="3" destOrd="0" presId="urn:microsoft.com/office/officeart/2018/5/layout/CenteredIconLabelDescriptionList"/>
    <dgm:cxn modelId="{7DA67DA3-48C0-49CC-AB85-AFFF137869F5}" type="presParOf" srcId="{FF849A67-248E-4842-8CD8-34B304EA12F3}" destId="{344511C2-B581-4A2F-A53C-47FD4732B07C}" srcOrd="4" destOrd="0" presId="urn:microsoft.com/office/officeart/2018/5/layout/CenteredIconLabelDescriptionList"/>
    <dgm:cxn modelId="{42BFCF92-AE3D-4ADD-9F22-E6B8BE3CF809}" type="presParOf" srcId="{AF8339A4-4969-4166-8D78-A9668542A120}" destId="{B18AE2A2-C1E9-4ACA-8F8E-6330526F9B00}" srcOrd="3" destOrd="0" presId="urn:microsoft.com/office/officeart/2018/5/layout/CenteredIconLabelDescriptionList"/>
    <dgm:cxn modelId="{6D64656F-D3AD-45F0-986C-5240C179612D}" type="presParOf" srcId="{AF8339A4-4969-4166-8D78-A9668542A120}" destId="{492266CD-7AE6-44C6-90CA-F5A56F6EF7C4}" srcOrd="4" destOrd="0" presId="urn:microsoft.com/office/officeart/2018/5/layout/CenteredIconLabelDescriptionList"/>
    <dgm:cxn modelId="{26F32001-1388-48EE-A69C-BA956CBF3C5C}" type="presParOf" srcId="{492266CD-7AE6-44C6-90CA-F5A56F6EF7C4}" destId="{9AE7C2E3-CC14-4B41-BF36-F8DEF0DC3CED}" srcOrd="0" destOrd="0" presId="urn:microsoft.com/office/officeart/2018/5/layout/CenteredIconLabelDescriptionList"/>
    <dgm:cxn modelId="{B79D74A3-F018-4B49-9E8C-03048106DC31}" type="presParOf" srcId="{492266CD-7AE6-44C6-90CA-F5A56F6EF7C4}" destId="{6BF9EC99-6526-46FA-B3E6-9E5E0938F110}" srcOrd="1" destOrd="0" presId="urn:microsoft.com/office/officeart/2018/5/layout/CenteredIconLabelDescriptionList"/>
    <dgm:cxn modelId="{4715EFA7-2340-462B-89C4-005E2E116DA5}" type="presParOf" srcId="{492266CD-7AE6-44C6-90CA-F5A56F6EF7C4}" destId="{FFCE3B9E-67C9-4544-9F38-A420A90EFFDB}" srcOrd="2" destOrd="0" presId="urn:microsoft.com/office/officeart/2018/5/layout/CenteredIconLabelDescriptionList"/>
    <dgm:cxn modelId="{5D8A612B-918D-4313-B260-669A38608707}" type="presParOf" srcId="{492266CD-7AE6-44C6-90CA-F5A56F6EF7C4}" destId="{5BCC3A51-DC3C-443E-991D-6A6156C1DEEE}" srcOrd="3" destOrd="0" presId="urn:microsoft.com/office/officeart/2018/5/layout/CenteredIconLabelDescriptionList"/>
    <dgm:cxn modelId="{CF3FCD3C-FDD4-48DC-AE05-14C6E65E8C22}" type="presParOf" srcId="{492266CD-7AE6-44C6-90CA-F5A56F6EF7C4}" destId="{706B9664-41A4-4BB4-B2AA-4220C06F7950}" srcOrd="4" destOrd="0" presId="urn:microsoft.com/office/officeart/2018/5/layout/CenteredIconLabelDescriptionList"/>
  </dgm:cxnLst>
  <dgm:bg>
    <a:effectLst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651A8D-5D05-42AF-BC9B-C1C136929AD8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F53EF7-5169-4021-9CFC-525A4A83CE20}">
      <dgm:prSet/>
      <dgm:spPr/>
      <dgm:t>
        <a:bodyPr/>
        <a:lstStyle/>
        <a:p>
          <a:r>
            <a:rPr lang="en-US" dirty="0"/>
            <a:t>New updated data</a:t>
          </a:r>
        </a:p>
      </dgm:t>
    </dgm:pt>
    <dgm:pt modelId="{DACDF8AE-C645-4D99-86C3-24B11DB2ED80}" type="parTrans" cxnId="{8E02A750-F180-4FD4-B630-A280ED8FFB72}">
      <dgm:prSet/>
      <dgm:spPr/>
      <dgm:t>
        <a:bodyPr/>
        <a:lstStyle/>
        <a:p>
          <a:endParaRPr lang="en-US"/>
        </a:p>
      </dgm:t>
    </dgm:pt>
    <dgm:pt modelId="{FA5707A0-D63D-4574-9630-03B52BFF237B}" type="sibTrans" cxnId="{8E02A750-F180-4FD4-B630-A280ED8FFB72}">
      <dgm:prSet/>
      <dgm:spPr/>
      <dgm:t>
        <a:bodyPr/>
        <a:lstStyle/>
        <a:p>
          <a:endParaRPr lang="en-US"/>
        </a:p>
      </dgm:t>
    </dgm:pt>
    <dgm:pt modelId="{AE071F18-F17D-4629-AE95-771A867E0719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ITEM1_DESC mapping</a:t>
          </a:r>
        </a:p>
      </dgm:t>
    </dgm:pt>
    <dgm:pt modelId="{16AA91F5-A7B7-4763-A969-77139E533FD9}" type="parTrans" cxnId="{73922E29-1062-42A1-97F8-70575496D607}">
      <dgm:prSet/>
      <dgm:spPr/>
      <dgm:t>
        <a:bodyPr/>
        <a:lstStyle/>
        <a:p>
          <a:endParaRPr lang="en-US"/>
        </a:p>
      </dgm:t>
    </dgm:pt>
    <dgm:pt modelId="{38CFBB8F-F5F3-4C73-83A7-1CE25718BF34}" type="sibTrans" cxnId="{73922E29-1062-42A1-97F8-70575496D607}">
      <dgm:prSet/>
      <dgm:spPr/>
      <dgm:t>
        <a:bodyPr/>
        <a:lstStyle/>
        <a:p>
          <a:endParaRPr lang="en-US"/>
        </a:p>
      </dgm:t>
    </dgm:pt>
    <dgm:pt modelId="{27F8191F-A2ED-4742-B4AB-66EEC8005200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Train data: 50248</a:t>
          </a:r>
        </a:p>
      </dgm:t>
    </dgm:pt>
    <dgm:pt modelId="{91E627DA-87AF-43DC-B267-42905BEE2984}" type="parTrans" cxnId="{A8C25644-6747-4389-B82E-7D4BEFAD1646}">
      <dgm:prSet/>
      <dgm:spPr/>
      <dgm:t>
        <a:bodyPr/>
        <a:lstStyle/>
        <a:p>
          <a:endParaRPr lang="en-US"/>
        </a:p>
      </dgm:t>
    </dgm:pt>
    <dgm:pt modelId="{CD7B6C4B-24A6-4644-82D2-7E8B87051B5D}" type="sibTrans" cxnId="{A8C25644-6747-4389-B82E-7D4BEFAD1646}">
      <dgm:prSet/>
      <dgm:spPr/>
      <dgm:t>
        <a:bodyPr/>
        <a:lstStyle/>
        <a:p>
          <a:endParaRPr lang="en-US"/>
        </a:p>
      </dgm:t>
    </dgm:pt>
    <dgm:pt modelId="{4FFB34D1-1E00-4648-8F59-AAC3BFA6F8B2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Unique: 89</a:t>
          </a:r>
        </a:p>
      </dgm:t>
    </dgm:pt>
    <dgm:pt modelId="{CFE48C79-5DCE-434C-9F46-8D7C97A980A7}" type="parTrans" cxnId="{F5F8858B-397A-44FB-BE44-306407B2B340}">
      <dgm:prSet/>
      <dgm:spPr/>
      <dgm:t>
        <a:bodyPr/>
        <a:lstStyle/>
        <a:p>
          <a:endParaRPr lang="en-US"/>
        </a:p>
      </dgm:t>
    </dgm:pt>
    <dgm:pt modelId="{2A3F7B67-10D3-4F60-A714-82185BBEA347}" type="sibTrans" cxnId="{F5F8858B-397A-44FB-BE44-306407B2B340}">
      <dgm:prSet/>
      <dgm:spPr/>
      <dgm:t>
        <a:bodyPr/>
        <a:lstStyle/>
        <a:p>
          <a:endParaRPr lang="en-US"/>
        </a:p>
      </dgm:t>
    </dgm:pt>
    <dgm:pt modelId="{28C5DF32-03E7-4E89-82E9-8DADF9951A3D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Total: 1770</a:t>
          </a:r>
        </a:p>
      </dgm:t>
    </dgm:pt>
    <dgm:pt modelId="{163820F5-E465-4808-BA95-2F246D4ABA01}" type="parTrans" cxnId="{52D9A917-C5B6-4A52-B112-7198F16FB729}">
      <dgm:prSet/>
      <dgm:spPr/>
      <dgm:t>
        <a:bodyPr/>
        <a:lstStyle/>
        <a:p>
          <a:endParaRPr lang="en-US"/>
        </a:p>
      </dgm:t>
    </dgm:pt>
    <dgm:pt modelId="{29CEBA99-B6A2-4941-8511-B2609676A5B0}" type="sibTrans" cxnId="{52D9A917-C5B6-4A52-B112-7198F16FB729}">
      <dgm:prSet/>
      <dgm:spPr/>
      <dgm:t>
        <a:bodyPr/>
        <a:lstStyle/>
        <a:p>
          <a:endParaRPr lang="en-US"/>
        </a:p>
      </dgm:t>
    </dgm:pt>
    <dgm:pt modelId="{6E3528FC-B10D-4CD6-9419-EC2650FDED1C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TF cat: 74.51</a:t>
          </a:r>
        </a:p>
      </dgm:t>
    </dgm:pt>
    <dgm:pt modelId="{821E27F6-8DB5-46AB-A4F1-FC71A858F117}" type="parTrans" cxnId="{FB991664-2DD2-47EE-98FA-701DDA4928D7}">
      <dgm:prSet/>
      <dgm:spPr/>
      <dgm:t>
        <a:bodyPr/>
        <a:lstStyle/>
        <a:p>
          <a:endParaRPr lang="en-US"/>
        </a:p>
      </dgm:t>
    </dgm:pt>
    <dgm:pt modelId="{8D689E91-FB57-4A3B-A082-061F661119EF}" type="sibTrans" cxnId="{FB991664-2DD2-47EE-98FA-701DDA4928D7}">
      <dgm:prSet/>
      <dgm:spPr/>
      <dgm:t>
        <a:bodyPr/>
        <a:lstStyle/>
        <a:p>
          <a:endParaRPr lang="en-US"/>
        </a:p>
      </dgm:t>
    </dgm:pt>
    <dgm:pt modelId="{D7C1B807-8A19-4059-86F1-996E8D2C860A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TF var: 96.10</a:t>
          </a:r>
        </a:p>
      </dgm:t>
    </dgm:pt>
    <dgm:pt modelId="{5D953AF4-36F6-4DC7-AAFF-09F9E3833D19}" type="parTrans" cxnId="{5967AFE9-1FC5-45A6-8993-EB6E9440BC0E}">
      <dgm:prSet/>
      <dgm:spPr/>
      <dgm:t>
        <a:bodyPr/>
        <a:lstStyle/>
        <a:p>
          <a:endParaRPr lang="en-US"/>
        </a:p>
      </dgm:t>
    </dgm:pt>
    <dgm:pt modelId="{AE042DAF-93AE-40C8-95E1-B3D014B4320A}" type="sibTrans" cxnId="{5967AFE9-1FC5-45A6-8993-EB6E9440BC0E}">
      <dgm:prSet/>
      <dgm:spPr/>
      <dgm:t>
        <a:bodyPr/>
        <a:lstStyle/>
        <a:p>
          <a:endParaRPr lang="en-US"/>
        </a:p>
      </dgm:t>
    </dgm:pt>
    <dgm:pt modelId="{8011EA95-D8B6-4D8A-AD4D-B37CBD9257BF}">
      <dgm:prSet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FastText</a:t>
          </a:r>
        </a:p>
      </dgm:t>
    </dgm:pt>
    <dgm:pt modelId="{13365783-7739-4B88-AD23-8F4BDF63DB80}" type="parTrans" cxnId="{BE686BB9-AC9E-46AB-9747-2DE9045E9A74}">
      <dgm:prSet/>
      <dgm:spPr/>
      <dgm:t>
        <a:bodyPr/>
        <a:lstStyle/>
        <a:p>
          <a:endParaRPr lang="en-US"/>
        </a:p>
      </dgm:t>
    </dgm:pt>
    <dgm:pt modelId="{4163E7C5-71A1-49C6-85AB-E8725CA9ACFE}" type="sibTrans" cxnId="{BE686BB9-AC9E-46AB-9747-2DE9045E9A74}">
      <dgm:prSet/>
      <dgm:spPr/>
      <dgm:t>
        <a:bodyPr/>
        <a:lstStyle/>
        <a:p>
          <a:endParaRPr lang="en-US"/>
        </a:p>
      </dgm:t>
    </dgm:pt>
    <dgm:pt modelId="{541A2259-D230-4D18-9586-E5E5A1CCA6A9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Results not consistent</a:t>
          </a:r>
        </a:p>
      </dgm:t>
    </dgm:pt>
    <dgm:pt modelId="{AF80C2AA-811C-4435-8735-82C4A02DA7F3}" type="parTrans" cxnId="{9C510C50-DBC1-455D-90A8-A68B2F8A11AA}">
      <dgm:prSet/>
      <dgm:spPr/>
      <dgm:t>
        <a:bodyPr/>
        <a:lstStyle/>
        <a:p>
          <a:endParaRPr lang="en-US"/>
        </a:p>
      </dgm:t>
    </dgm:pt>
    <dgm:pt modelId="{D5CB0368-85EB-45A2-8CCA-B27DD3D77E03}" type="sibTrans" cxnId="{9C510C50-DBC1-455D-90A8-A68B2F8A11AA}">
      <dgm:prSet/>
      <dgm:spPr/>
      <dgm:t>
        <a:bodyPr/>
        <a:lstStyle/>
        <a:p>
          <a:endParaRPr lang="en-US"/>
        </a:p>
      </dgm:t>
    </dgm:pt>
    <dgm:pt modelId="{45868E65-FF1C-4184-91E5-610610F5B344}">
      <dgm:prSet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Voting hard</a:t>
          </a:r>
        </a:p>
      </dgm:t>
    </dgm:pt>
    <dgm:pt modelId="{29DD7CF0-662C-4AB4-BAE5-BA504C153554}" type="parTrans" cxnId="{D6AA58D9-820F-46F7-AD3E-F5E2CBCCAD1C}">
      <dgm:prSet/>
      <dgm:spPr/>
      <dgm:t>
        <a:bodyPr/>
        <a:lstStyle/>
        <a:p>
          <a:endParaRPr lang="en-US"/>
        </a:p>
      </dgm:t>
    </dgm:pt>
    <dgm:pt modelId="{AB1AC22B-2B5A-4B40-BED0-7D86F2EDDFFE}" type="sibTrans" cxnId="{D6AA58D9-820F-46F7-AD3E-F5E2CBCCAD1C}">
      <dgm:prSet/>
      <dgm:spPr/>
      <dgm:t>
        <a:bodyPr/>
        <a:lstStyle/>
        <a:p>
          <a:endParaRPr lang="en-US"/>
        </a:p>
      </dgm:t>
    </dgm:pt>
    <dgm:pt modelId="{24A6CE23-4B32-4C6F-BC29-30B318773511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TF cat best: 68.67</a:t>
          </a:r>
        </a:p>
      </dgm:t>
    </dgm:pt>
    <dgm:pt modelId="{82FFBE00-9817-4F4C-AB8D-D5FC3553935C}" type="parTrans" cxnId="{4600F820-0E9B-4C0A-B4B2-37547E22E740}">
      <dgm:prSet/>
      <dgm:spPr/>
      <dgm:t>
        <a:bodyPr/>
        <a:lstStyle/>
        <a:p>
          <a:endParaRPr lang="en-US"/>
        </a:p>
      </dgm:t>
    </dgm:pt>
    <dgm:pt modelId="{74FA1104-8FD8-4F65-93A1-878F034E982F}" type="sibTrans" cxnId="{4600F820-0E9B-4C0A-B4B2-37547E22E740}">
      <dgm:prSet/>
      <dgm:spPr/>
      <dgm:t>
        <a:bodyPr/>
        <a:lstStyle/>
        <a:p>
          <a:endParaRPr lang="en-US"/>
        </a:p>
      </dgm:t>
    </dgm:pt>
    <dgm:pt modelId="{217AC7CB-5F79-4EDD-88C1-DF800C5E6551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TF var best: 73.70</a:t>
          </a:r>
        </a:p>
      </dgm:t>
    </dgm:pt>
    <dgm:pt modelId="{6FE932E4-1D12-42B2-B7DF-417DEC918FFC}" type="parTrans" cxnId="{87F2F5D3-9882-4BC9-B74C-701D8303B918}">
      <dgm:prSet/>
      <dgm:spPr/>
      <dgm:t>
        <a:bodyPr/>
        <a:lstStyle/>
        <a:p>
          <a:endParaRPr lang="en-US"/>
        </a:p>
      </dgm:t>
    </dgm:pt>
    <dgm:pt modelId="{3705939B-CD49-45D2-B705-97E90E8F67AD}" type="sibTrans" cxnId="{87F2F5D3-9882-4BC9-B74C-701D8303B918}">
      <dgm:prSet/>
      <dgm:spPr/>
      <dgm:t>
        <a:bodyPr/>
        <a:lstStyle/>
        <a:p>
          <a:endParaRPr lang="en-US"/>
        </a:p>
      </dgm:t>
    </dgm:pt>
    <dgm:pt modelId="{21073FA7-EB67-4E05-ACE3-7D54AD29EACD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Random state </a:t>
          </a:r>
        </a:p>
      </dgm:t>
    </dgm:pt>
    <dgm:pt modelId="{4D69E230-59E8-4307-9388-35FC819F7582}" type="parTrans" cxnId="{B21A4F60-A48C-44FF-8521-469188DEEFD8}">
      <dgm:prSet/>
      <dgm:spPr/>
      <dgm:t>
        <a:bodyPr/>
        <a:lstStyle/>
        <a:p>
          <a:endParaRPr lang="en-US"/>
        </a:p>
      </dgm:t>
    </dgm:pt>
    <dgm:pt modelId="{E2C1C13E-F3B7-48EA-8C75-D4BB888096BF}" type="sibTrans" cxnId="{B21A4F60-A48C-44FF-8521-469188DEEFD8}">
      <dgm:prSet/>
      <dgm:spPr/>
      <dgm:t>
        <a:bodyPr/>
        <a:lstStyle/>
        <a:p>
          <a:endParaRPr lang="en-US"/>
        </a:p>
      </dgm:t>
    </dgm:pt>
    <dgm:pt modelId="{0B882D7C-C044-4668-B7F3-D17507AE11D3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Solver for Logistic</a:t>
          </a:r>
        </a:p>
      </dgm:t>
    </dgm:pt>
    <dgm:pt modelId="{1B44388C-93F4-4B74-8490-14E707DA3F3B}" type="parTrans" cxnId="{955FA05D-8A1E-4CB8-90F4-A526A23110B2}">
      <dgm:prSet/>
      <dgm:spPr/>
      <dgm:t>
        <a:bodyPr/>
        <a:lstStyle/>
        <a:p>
          <a:endParaRPr lang="en-US"/>
        </a:p>
      </dgm:t>
    </dgm:pt>
    <dgm:pt modelId="{92AA0867-4BFB-4F62-B826-8A6F7C6A61CF}" type="sibTrans" cxnId="{955FA05D-8A1E-4CB8-90F4-A526A23110B2}">
      <dgm:prSet/>
      <dgm:spPr/>
      <dgm:t>
        <a:bodyPr/>
        <a:lstStyle/>
        <a:p>
          <a:endParaRPr lang="en-US"/>
        </a:p>
      </dgm:t>
    </dgm:pt>
    <dgm:pt modelId="{3518B09F-1B01-485C-8BFE-D91D6BD6FCA8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TF cat best:</a:t>
          </a:r>
        </a:p>
      </dgm:t>
    </dgm:pt>
    <dgm:pt modelId="{4087D829-1F85-43E2-97AB-56F217D5E87A}" type="parTrans" cxnId="{D397B77F-4DE0-420D-9669-136524246B04}">
      <dgm:prSet/>
      <dgm:spPr/>
      <dgm:t>
        <a:bodyPr/>
        <a:lstStyle/>
        <a:p>
          <a:endParaRPr lang="en-US"/>
        </a:p>
      </dgm:t>
    </dgm:pt>
    <dgm:pt modelId="{A6473DA1-2FCF-42EB-BBEC-5FA571AF7E73}" type="sibTrans" cxnId="{D397B77F-4DE0-420D-9669-136524246B04}">
      <dgm:prSet/>
      <dgm:spPr/>
      <dgm:t>
        <a:bodyPr/>
        <a:lstStyle/>
        <a:p>
          <a:endParaRPr lang="en-US"/>
        </a:p>
      </dgm:t>
    </dgm:pt>
    <dgm:pt modelId="{2C86C181-DB90-4066-9865-898881FD119F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TF var best:</a:t>
          </a:r>
        </a:p>
      </dgm:t>
    </dgm:pt>
    <dgm:pt modelId="{8992628E-C4BF-4E6B-BD68-33B442B4B157}" type="parTrans" cxnId="{E834595B-654A-425A-AE66-3E0C2E817FC6}">
      <dgm:prSet/>
      <dgm:spPr/>
      <dgm:t>
        <a:bodyPr/>
        <a:lstStyle/>
        <a:p>
          <a:endParaRPr lang="en-US"/>
        </a:p>
      </dgm:t>
    </dgm:pt>
    <dgm:pt modelId="{2A856AAD-FF4F-4324-8DAF-C6E46AD6B5B4}" type="sibTrans" cxnId="{E834595B-654A-425A-AE66-3E0C2E817FC6}">
      <dgm:prSet/>
      <dgm:spPr/>
      <dgm:t>
        <a:bodyPr/>
        <a:lstStyle/>
        <a:p>
          <a:endParaRPr lang="en-US"/>
        </a:p>
      </dgm:t>
    </dgm:pt>
    <dgm:pt modelId="{D218B8E3-3BB2-4A98-9B14-E50F4C7B40A5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Fuzzy Tfidf matching of FEAT1</a:t>
          </a:r>
        </a:p>
      </dgm:t>
    </dgm:pt>
    <dgm:pt modelId="{18C1F9C8-7986-4734-8302-1B3496407CC7}" type="parTrans" cxnId="{532F23CD-1B66-4BC5-B632-9615624DA161}">
      <dgm:prSet/>
      <dgm:spPr/>
      <dgm:t>
        <a:bodyPr/>
        <a:lstStyle/>
        <a:p>
          <a:endParaRPr lang="en-US"/>
        </a:p>
      </dgm:t>
    </dgm:pt>
    <dgm:pt modelId="{3F3276C6-6040-45E0-B05C-C2728E470B8B}" type="sibTrans" cxnId="{532F23CD-1B66-4BC5-B632-9615624DA161}">
      <dgm:prSet/>
      <dgm:spPr/>
      <dgm:t>
        <a:bodyPr/>
        <a:lstStyle/>
        <a:p>
          <a:endParaRPr lang="en-US"/>
        </a:p>
      </dgm:t>
    </dgm:pt>
    <dgm:pt modelId="{E7EAE82B-B058-424B-A2CB-47BF6B42DE8C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Ratio&gt;=90</a:t>
          </a:r>
        </a:p>
      </dgm:t>
    </dgm:pt>
    <dgm:pt modelId="{DDC75119-9260-42E4-8FD0-6A0F9D309CB3}" type="parTrans" cxnId="{D28FC01E-2748-4982-B56B-5FD5DC716885}">
      <dgm:prSet/>
      <dgm:spPr/>
      <dgm:t>
        <a:bodyPr/>
        <a:lstStyle/>
        <a:p>
          <a:endParaRPr lang="en-US"/>
        </a:p>
      </dgm:t>
    </dgm:pt>
    <dgm:pt modelId="{9FB80F95-8A65-42B5-9284-71E0AB01D73B}" type="sibTrans" cxnId="{D28FC01E-2748-4982-B56B-5FD5DC716885}">
      <dgm:prSet/>
      <dgm:spPr/>
      <dgm:t>
        <a:bodyPr/>
        <a:lstStyle/>
        <a:p>
          <a:endParaRPr lang="en-US"/>
        </a:p>
      </dgm:t>
    </dgm:pt>
    <dgm:pt modelId="{11B0A464-E13D-463E-8DE6-63803428CE7B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TF cat: 96.85</a:t>
          </a:r>
        </a:p>
      </dgm:t>
    </dgm:pt>
    <dgm:pt modelId="{3C0C7E07-36C6-4B31-8C1A-3A89A5941F8E}" type="parTrans" cxnId="{0897BDF5-A5F4-4167-9079-341880ACC8B5}">
      <dgm:prSet/>
      <dgm:spPr/>
      <dgm:t>
        <a:bodyPr/>
        <a:lstStyle/>
        <a:p>
          <a:endParaRPr lang="en-US"/>
        </a:p>
      </dgm:t>
    </dgm:pt>
    <dgm:pt modelId="{0CD0FF8D-70CF-4E6D-A70A-8714D532211A}" type="sibTrans" cxnId="{0897BDF5-A5F4-4167-9079-341880ACC8B5}">
      <dgm:prSet/>
      <dgm:spPr/>
      <dgm:t>
        <a:bodyPr/>
        <a:lstStyle/>
        <a:p>
          <a:endParaRPr lang="en-US"/>
        </a:p>
      </dgm:t>
    </dgm:pt>
    <dgm:pt modelId="{419DC530-6F2C-4DF7-8F6B-0047C96B4E31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TF var: 95.85</a:t>
          </a:r>
        </a:p>
      </dgm:t>
    </dgm:pt>
    <dgm:pt modelId="{B0693422-F9B5-4CFE-928F-5C15F21E858F}" type="parTrans" cxnId="{CAADC674-7F64-4DD0-9A87-2B1CA293EAE4}">
      <dgm:prSet/>
      <dgm:spPr/>
      <dgm:t>
        <a:bodyPr/>
        <a:lstStyle/>
        <a:p>
          <a:endParaRPr lang="en-US"/>
        </a:p>
      </dgm:t>
    </dgm:pt>
    <dgm:pt modelId="{E3394B24-7BDB-4534-AE22-664F440858C7}" type="sibTrans" cxnId="{CAADC674-7F64-4DD0-9A87-2B1CA293EAE4}">
      <dgm:prSet/>
      <dgm:spPr/>
      <dgm:t>
        <a:bodyPr/>
        <a:lstStyle/>
        <a:p>
          <a:endParaRPr lang="en-US"/>
        </a:p>
      </dgm:t>
    </dgm:pt>
    <dgm:pt modelId="{7B543416-17D0-43E1-9552-9F16641E523A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Ratio&gt;=80</a:t>
          </a:r>
        </a:p>
      </dgm:t>
    </dgm:pt>
    <dgm:pt modelId="{F3506760-6083-467D-907D-E1367B4B86A4}" type="parTrans" cxnId="{F3498031-63A0-4C4F-9C18-140A034495E3}">
      <dgm:prSet/>
      <dgm:spPr/>
      <dgm:t>
        <a:bodyPr/>
        <a:lstStyle/>
        <a:p>
          <a:endParaRPr lang="en-US"/>
        </a:p>
      </dgm:t>
    </dgm:pt>
    <dgm:pt modelId="{1460A883-598C-4D58-BD48-91CD9247A759}" type="sibTrans" cxnId="{F3498031-63A0-4C4F-9C18-140A034495E3}">
      <dgm:prSet/>
      <dgm:spPr/>
      <dgm:t>
        <a:bodyPr/>
        <a:lstStyle/>
        <a:p>
          <a:endParaRPr lang="en-US"/>
        </a:p>
      </dgm:t>
    </dgm:pt>
    <dgm:pt modelId="{91D2ED37-2BC1-469A-A181-CAD4AEBC024A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TF cat: 97.27</a:t>
          </a:r>
        </a:p>
      </dgm:t>
    </dgm:pt>
    <dgm:pt modelId="{8733ED54-378C-4109-B4F1-04A4146B21F7}" type="parTrans" cxnId="{26EF9E7C-159C-4B9C-BDF2-07F586CA1C52}">
      <dgm:prSet/>
      <dgm:spPr/>
      <dgm:t>
        <a:bodyPr/>
        <a:lstStyle/>
        <a:p>
          <a:endParaRPr lang="en-US"/>
        </a:p>
      </dgm:t>
    </dgm:pt>
    <dgm:pt modelId="{AF42C5AD-CBD0-4889-A08E-9AEB4037FEE1}" type="sibTrans" cxnId="{26EF9E7C-159C-4B9C-BDF2-07F586CA1C52}">
      <dgm:prSet/>
      <dgm:spPr/>
      <dgm:t>
        <a:bodyPr/>
        <a:lstStyle/>
        <a:p>
          <a:endParaRPr lang="en-US"/>
        </a:p>
      </dgm:t>
    </dgm:pt>
    <dgm:pt modelId="{27C74ABA-EA38-40FB-941D-99953758663D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TF var: 98.37</a:t>
          </a:r>
        </a:p>
      </dgm:t>
    </dgm:pt>
    <dgm:pt modelId="{45725725-A726-4A2D-8090-C7D5BE86054F}" type="parTrans" cxnId="{7B4B03C0-B035-486A-9AC4-E0CBC863A607}">
      <dgm:prSet/>
      <dgm:spPr/>
      <dgm:t>
        <a:bodyPr/>
        <a:lstStyle/>
        <a:p>
          <a:endParaRPr lang="en-US"/>
        </a:p>
      </dgm:t>
    </dgm:pt>
    <dgm:pt modelId="{1048A886-20BD-40D3-9AFA-55F46066DA13}" type="sibTrans" cxnId="{7B4B03C0-B035-486A-9AC4-E0CBC863A607}">
      <dgm:prSet/>
      <dgm:spPr/>
      <dgm:t>
        <a:bodyPr/>
        <a:lstStyle/>
        <a:p>
          <a:endParaRPr lang="en-US"/>
        </a:p>
      </dgm:t>
    </dgm:pt>
    <dgm:pt modelId="{BA0EDBA7-AF48-4D44-A2BE-045DB47530DF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Ratio&gt;=70</a:t>
          </a:r>
        </a:p>
      </dgm:t>
    </dgm:pt>
    <dgm:pt modelId="{5A3D25B1-5111-42C3-A982-A501745DAE29}" type="parTrans" cxnId="{08DAC923-91C4-42F4-B14E-922CD6F8E6F5}">
      <dgm:prSet/>
      <dgm:spPr/>
      <dgm:t>
        <a:bodyPr/>
        <a:lstStyle/>
        <a:p>
          <a:endParaRPr lang="en-US"/>
        </a:p>
      </dgm:t>
    </dgm:pt>
    <dgm:pt modelId="{D5FC212E-92C7-4FBF-8CD4-6B087ACD3AB2}" type="sibTrans" cxnId="{08DAC923-91C4-42F4-B14E-922CD6F8E6F5}">
      <dgm:prSet/>
      <dgm:spPr/>
      <dgm:t>
        <a:bodyPr/>
        <a:lstStyle/>
        <a:p>
          <a:endParaRPr lang="en-US"/>
        </a:p>
      </dgm:t>
    </dgm:pt>
    <dgm:pt modelId="{C766C5D7-5F1F-4DD2-91A8-AAD771524DF4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TF cat: 94.69</a:t>
          </a:r>
        </a:p>
      </dgm:t>
    </dgm:pt>
    <dgm:pt modelId="{7E41D04D-C21B-43F0-ADCD-142E8B3CBCA1}" type="parTrans" cxnId="{833724B4-5C89-4C43-8ED1-99667EFA4121}">
      <dgm:prSet/>
      <dgm:spPr/>
      <dgm:t>
        <a:bodyPr/>
        <a:lstStyle/>
        <a:p>
          <a:endParaRPr lang="en-US"/>
        </a:p>
      </dgm:t>
    </dgm:pt>
    <dgm:pt modelId="{6D4D03A0-2004-4781-A5EF-AF3A86F4AAF7}" type="sibTrans" cxnId="{833724B4-5C89-4C43-8ED1-99667EFA4121}">
      <dgm:prSet/>
      <dgm:spPr/>
      <dgm:t>
        <a:bodyPr/>
        <a:lstStyle/>
        <a:p>
          <a:endParaRPr lang="en-US"/>
        </a:p>
      </dgm:t>
    </dgm:pt>
    <dgm:pt modelId="{954DDCF1-CA87-4618-BD21-B3E9C1E5AF5B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TF var: 96.55</a:t>
          </a:r>
        </a:p>
      </dgm:t>
    </dgm:pt>
    <dgm:pt modelId="{4502E6FD-AC72-4146-AE0A-3B20F5D7DE3D}" type="parTrans" cxnId="{54D09251-21ED-4F2E-9406-8FF942680006}">
      <dgm:prSet/>
      <dgm:spPr/>
      <dgm:t>
        <a:bodyPr/>
        <a:lstStyle/>
        <a:p>
          <a:endParaRPr lang="en-US"/>
        </a:p>
      </dgm:t>
    </dgm:pt>
    <dgm:pt modelId="{F9E0DD0A-EE06-49B2-8658-C87E6B5EF15F}" type="sibTrans" cxnId="{54D09251-21ED-4F2E-9406-8FF942680006}">
      <dgm:prSet/>
      <dgm:spPr/>
      <dgm:t>
        <a:bodyPr/>
        <a:lstStyle/>
        <a:p>
          <a:endParaRPr lang="en-US"/>
        </a:p>
      </dgm:t>
    </dgm:pt>
    <dgm:pt modelId="{070F596F-3C59-4823-AEC8-DC50B0B8C669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/>
            <a:t>Test data: 244187</a:t>
          </a:r>
          <a:endParaRPr lang="en-US" dirty="0"/>
        </a:p>
      </dgm:t>
    </dgm:pt>
    <dgm:pt modelId="{A12BD1BC-11F1-4A65-92CB-EFF7176F8276}" type="parTrans" cxnId="{323EE40C-A30F-410F-A5CE-FEF6C2DD7040}">
      <dgm:prSet/>
      <dgm:spPr/>
      <dgm:t>
        <a:bodyPr/>
        <a:lstStyle/>
        <a:p>
          <a:endParaRPr lang="en-US"/>
        </a:p>
      </dgm:t>
    </dgm:pt>
    <dgm:pt modelId="{1A8D8591-2DCC-4420-A0FC-440425DFB5F9}" type="sibTrans" cxnId="{323EE40C-A30F-410F-A5CE-FEF6C2DD7040}">
      <dgm:prSet/>
      <dgm:spPr/>
      <dgm:t>
        <a:bodyPr/>
        <a:lstStyle/>
        <a:p>
          <a:endParaRPr lang="en-US"/>
        </a:p>
      </dgm:t>
    </dgm:pt>
    <dgm:pt modelId="{3094B844-4A39-4B27-AF51-F8AF8F8FE48E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Complete synonyms list: 4853</a:t>
          </a:r>
        </a:p>
      </dgm:t>
    </dgm:pt>
    <dgm:pt modelId="{1BA1948D-C04F-4193-BEFE-3A62247FAAFE}" type="parTrans" cxnId="{2BB9CCDC-92A4-4813-BD67-285282C8C139}">
      <dgm:prSet/>
      <dgm:spPr/>
      <dgm:t>
        <a:bodyPr/>
        <a:lstStyle/>
        <a:p>
          <a:endParaRPr lang="en-US"/>
        </a:p>
      </dgm:t>
    </dgm:pt>
    <dgm:pt modelId="{5C40E72A-4B9F-434C-BF4F-DBA1369B5E6B}" type="sibTrans" cxnId="{2BB9CCDC-92A4-4813-BD67-285282C8C139}">
      <dgm:prSet/>
      <dgm:spPr/>
      <dgm:t>
        <a:bodyPr/>
        <a:lstStyle/>
        <a:p>
          <a:endParaRPr lang="en-US"/>
        </a:p>
      </dgm:t>
    </dgm:pt>
    <dgm:pt modelId="{FE46291A-A0BB-45AF-91C1-01E4158B14A0}" type="pres">
      <dgm:prSet presAssocID="{1B651A8D-5D05-42AF-BC9B-C1C136929AD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442464D-4FAF-4C7E-A0AA-F4BE95273640}" type="pres">
      <dgm:prSet presAssocID="{75F53EF7-5169-4021-9CFC-525A4A83CE20}" presName="root" presStyleCnt="0"/>
      <dgm:spPr/>
    </dgm:pt>
    <dgm:pt modelId="{1481EF69-1DDA-4344-B637-8CD81806DC1E}" type="pres">
      <dgm:prSet presAssocID="{75F53EF7-5169-4021-9CFC-525A4A83CE20}" presName="rootComposite" presStyleCnt="0"/>
      <dgm:spPr/>
    </dgm:pt>
    <dgm:pt modelId="{34843DAC-15C5-47D8-A8F4-396A32973E26}" type="pres">
      <dgm:prSet presAssocID="{75F53EF7-5169-4021-9CFC-525A4A83CE20}" presName="rootText" presStyleLbl="node1" presStyleIdx="0" presStyleCnt="5"/>
      <dgm:spPr/>
    </dgm:pt>
    <dgm:pt modelId="{4B9292B0-6520-4178-A95C-CF159984FA47}" type="pres">
      <dgm:prSet presAssocID="{75F53EF7-5169-4021-9CFC-525A4A83CE20}" presName="rootConnector" presStyleLbl="node1" presStyleIdx="0" presStyleCnt="5"/>
      <dgm:spPr/>
    </dgm:pt>
    <dgm:pt modelId="{7E4126B7-21F5-4BDE-952D-0B92B2A3D037}" type="pres">
      <dgm:prSet presAssocID="{75F53EF7-5169-4021-9CFC-525A4A83CE20}" presName="childShape" presStyleCnt="0"/>
      <dgm:spPr/>
    </dgm:pt>
    <dgm:pt modelId="{BB45995A-67F2-4796-B232-89FFC56EB079}" type="pres">
      <dgm:prSet presAssocID="{91E627DA-87AF-43DC-B267-42905BEE2984}" presName="Name13" presStyleLbl="parChTrans1D2" presStyleIdx="0" presStyleCnt="17"/>
      <dgm:spPr/>
    </dgm:pt>
    <dgm:pt modelId="{56F08B98-7687-4C72-B546-B0340A4BBADC}" type="pres">
      <dgm:prSet presAssocID="{27F8191F-A2ED-4742-B4AB-66EEC8005200}" presName="childText" presStyleLbl="bgAcc1" presStyleIdx="0" presStyleCnt="17">
        <dgm:presLayoutVars>
          <dgm:bulletEnabled val="1"/>
        </dgm:presLayoutVars>
      </dgm:prSet>
      <dgm:spPr/>
    </dgm:pt>
    <dgm:pt modelId="{A5770161-872D-42A7-9B71-0116DE066DCE}" type="pres">
      <dgm:prSet presAssocID="{A12BD1BC-11F1-4A65-92CB-EFF7176F8276}" presName="Name13" presStyleLbl="parChTrans1D2" presStyleIdx="1" presStyleCnt="17"/>
      <dgm:spPr/>
    </dgm:pt>
    <dgm:pt modelId="{2DFD825E-11C4-4D9E-88F8-E761812E55F1}" type="pres">
      <dgm:prSet presAssocID="{070F596F-3C59-4823-AEC8-DC50B0B8C669}" presName="childText" presStyleLbl="bgAcc1" presStyleIdx="1" presStyleCnt="17">
        <dgm:presLayoutVars>
          <dgm:bulletEnabled val="1"/>
        </dgm:presLayoutVars>
      </dgm:prSet>
      <dgm:spPr/>
    </dgm:pt>
    <dgm:pt modelId="{8DE64E42-5EDB-4E81-9DD8-E4BC52690AD5}" type="pres">
      <dgm:prSet presAssocID="{1BA1948D-C04F-4193-BEFE-3A62247FAAFE}" presName="Name13" presStyleLbl="parChTrans1D2" presStyleIdx="2" presStyleCnt="17"/>
      <dgm:spPr/>
    </dgm:pt>
    <dgm:pt modelId="{BE92D845-7726-43F5-8D5C-A5C8A31047B0}" type="pres">
      <dgm:prSet presAssocID="{3094B844-4A39-4B27-AF51-F8AF8F8FE48E}" presName="childText" presStyleLbl="bgAcc1" presStyleIdx="2" presStyleCnt="17">
        <dgm:presLayoutVars>
          <dgm:bulletEnabled val="1"/>
        </dgm:presLayoutVars>
      </dgm:prSet>
      <dgm:spPr/>
    </dgm:pt>
    <dgm:pt modelId="{2BD47BC5-4E3D-40C9-AAB4-0C32D2CCD0B8}" type="pres">
      <dgm:prSet presAssocID="{AE071F18-F17D-4629-AE95-771A867E0719}" presName="root" presStyleCnt="0"/>
      <dgm:spPr/>
    </dgm:pt>
    <dgm:pt modelId="{CBE907C1-0836-405E-83B6-FF5757EDCBAE}" type="pres">
      <dgm:prSet presAssocID="{AE071F18-F17D-4629-AE95-771A867E0719}" presName="rootComposite" presStyleCnt="0"/>
      <dgm:spPr/>
    </dgm:pt>
    <dgm:pt modelId="{5B8367E5-A427-408D-8792-D789F256589A}" type="pres">
      <dgm:prSet presAssocID="{AE071F18-F17D-4629-AE95-771A867E0719}" presName="rootText" presStyleLbl="node1" presStyleIdx="1" presStyleCnt="5"/>
      <dgm:spPr/>
    </dgm:pt>
    <dgm:pt modelId="{3FA11DF1-0D7B-4216-8C36-996896091931}" type="pres">
      <dgm:prSet presAssocID="{AE071F18-F17D-4629-AE95-771A867E0719}" presName="rootConnector" presStyleLbl="node1" presStyleIdx="1" presStyleCnt="5"/>
      <dgm:spPr/>
    </dgm:pt>
    <dgm:pt modelId="{0C1CECBC-0091-4DA1-852C-CF6085626749}" type="pres">
      <dgm:prSet presAssocID="{AE071F18-F17D-4629-AE95-771A867E0719}" presName="childShape" presStyleCnt="0"/>
      <dgm:spPr/>
    </dgm:pt>
    <dgm:pt modelId="{A32B403D-2E99-4854-8BD7-2E7B1B401CFB}" type="pres">
      <dgm:prSet presAssocID="{CFE48C79-5DCE-434C-9F46-8D7C97A980A7}" presName="Name13" presStyleLbl="parChTrans1D2" presStyleIdx="3" presStyleCnt="17"/>
      <dgm:spPr/>
    </dgm:pt>
    <dgm:pt modelId="{62D0E005-58E9-4B23-8DC1-05DD5721D62A}" type="pres">
      <dgm:prSet presAssocID="{4FFB34D1-1E00-4648-8F59-AAC3BFA6F8B2}" presName="childText" presStyleLbl="bgAcc1" presStyleIdx="3" presStyleCnt="17">
        <dgm:presLayoutVars>
          <dgm:bulletEnabled val="1"/>
        </dgm:presLayoutVars>
      </dgm:prSet>
      <dgm:spPr/>
    </dgm:pt>
    <dgm:pt modelId="{66BD1D1D-103E-43C2-BED6-2CBF983E3EF3}" type="pres">
      <dgm:prSet presAssocID="{163820F5-E465-4808-BA95-2F246D4ABA01}" presName="Name13" presStyleLbl="parChTrans1D2" presStyleIdx="4" presStyleCnt="17"/>
      <dgm:spPr/>
    </dgm:pt>
    <dgm:pt modelId="{8FA54509-E5B2-4812-B52A-4D7DE8FB7237}" type="pres">
      <dgm:prSet presAssocID="{28C5DF32-03E7-4E89-82E9-8DADF9951A3D}" presName="childText" presStyleLbl="bgAcc1" presStyleIdx="4" presStyleCnt="17">
        <dgm:presLayoutVars>
          <dgm:bulletEnabled val="1"/>
        </dgm:presLayoutVars>
      </dgm:prSet>
      <dgm:spPr/>
    </dgm:pt>
    <dgm:pt modelId="{D8FB5317-95E6-4CCD-B67B-EB7FECD91711}" type="pres">
      <dgm:prSet presAssocID="{821E27F6-8DB5-46AB-A4F1-FC71A858F117}" presName="Name13" presStyleLbl="parChTrans1D2" presStyleIdx="5" presStyleCnt="17"/>
      <dgm:spPr/>
    </dgm:pt>
    <dgm:pt modelId="{0B1E8C26-20B2-47D4-8DAB-8532568D6016}" type="pres">
      <dgm:prSet presAssocID="{6E3528FC-B10D-4CD6-9419-EC2650FDED1C}" presName="childText" presStyleLbl="bgAcc1" presStyleIdx="5" presStyleCnt="17">
        <dgm:presLayoutVars>
          <dgm:bulletEnabled val="1"/>
        </dgm:presLayoutVars>
      </dgm:prSet>
      <dgm:spPr/>
    </dgm:pt>
    <dgm:pt modelId="{00313B18-5203-4EDE-84B3-FA79D9BD193E}" type="pres">
      <dgm:prSet presAssocID="{5D953AF4-36F6-4DC7-AAFF-09F9E3833D19}" presName="Name13" presStyleLbl="parChTrans1D2" presStyleIdx="6" presStyleCnt="17"/>
      <dgm:spPr/>
    </dgm:pt>
    <dgm:pt modelId="{470574B2-6D9B-47BF-8AD5-2FD49D929934}" type="pres">
      <dgm:prSet presAssocID="{D7C1B807-8A19-4059-86F1-996E8D2C860A}" presName="childText" presStyleLbl="bgAcc1" presStyleIdx="6" presStyleCnt="17">
        <dgm:presLayoutVars>
          <dgm:bulletEnabled val="1"/>
        </dgm:presLayoutVars>
      </dgm:prSet>
      <dgm:spPr/>
    </dgm:pt>
    <dgm:pt modelId="{9F6369A6-38B7-4A48-8C0C-B74EADD484B4}" type="pres">
      <dgm:prSet presAssocID="{8011EA95-D8B6-4D8A-AD4D-B37CBD9257BF}" presName="root" presStyleCnt="0"/>
      <dgm:spPr/>
    </dgm:pt>
    <dgm:pt modelId="{308ED643-A6F2-43E2-A718-9C4433862DF3}" type="pres">
      <dgm:prSet presAssocID="{8011EA95-D8B6-4D8A-AD4D-B37CBD9257BF}" presName="rootComposite" presStyleCnt="0"/>
      <dgm:spPr/>
    </dgm:pt>
    <dgm:pt modelId="{84F6DF17-2796-4F89-BBD6-45B73B94B326}" type="pres">
      <dgm:prSet presAssocID="{8011EA95-D8B6-4D8A-AD4D-B37CBD9257BF}" presName="rootText" presStyleLbl="node1" presStyleIdx="2" presStyleCnt="5"/>
      <dgm:spPr/>
    </dgm:pt>
    <dgm:pt modelId="{FBBBD26D-0C17-47E6-915B-B1EBD22E65A5}" type="pres">
      <dgm:prSet presAssocID="{8011EA95-D8B6-4D8A-AD4D-B37CBD9257BF}" presName="rootConnector" presStyleLbl="node1" presStyleIdx="2" presStyleCnt="5"/>
      <dgm:spPr/>
    </dgm:pt>
    <dgm:pt modelId="{3B486253-1D12-4F32-BAD1-9CAB62E58998}" type="pres">
      <dgm:prSet presAssocID="{8011EA95-D8B6-4D8A-AD4D-B37CBD9257BF}" presName="childShape" presStyleCnt="0"/>
      <dgm:spPr/>
    </dgm:pt>
    <dgm:pt modelId="{24362C85-2FC0-44D1-ABA7-B1158C99AA92}" type="pres">
      <dgm:prSet presAssocID="{AF80C2AA-811C-4435-8735-82C4A02DA7F3}" presName="Name13" presStyleLbl="parChTrans1D2" presStyleIdx="7" presStyleCnt="17"/>
      <dgm:spPr/>
    </dgm:pt>
    <dgm:pt modelId="{AAAF1C12-16A8-47FA-AD17-CA6567EFED9B}" type="pres">
      <dgm:prSet presAssocID="{541A2259-D230-4D18-9586-E5E5A1CCA6A9}" presName="childText" presStyleLbl="bgAcc1" presStyleIdx="7" presStyleCnt="17">
        <dgm:presLayoutVars>
          <dgm:bulletEnabled val="1"/>
        </dgm:presLayoutVars>
      </dgm:prSet>
      <dgm:spPr/>
    </dgm:pt>
    <dgm:pt modelId="{91C42F0B-7F77-415E-B49D-6FD16D12C5E6}" type="pres">
      <dgm:prSet presAssocID="{82FFBE00-9817-4F4C-AB8D-D5FC3553935C}" presName="Name13" presStyleLbl="parChTrans1D2" presStyleIdx="8" presStyleCnt="17"/>
      <dgm:spPr/>
    </dgm:pt>
    <dgm:pt modelId="{9F2ACFFF-B1BF-4C52-98E9-0BEEEE2A8224}" type="pres">
      <dgm:prSet presAssocID="{24A6CE23-4B32-4C6F-BC29-30B318773511}" presName="childText" presStyleLbl="bgAcc1" presStyleIdx="8" presStyleCnt="17">
        <dgm:presLayoutVars>
          <dgm:bulletEnabled val="1"/>
        </dgm:presLayoutVars>
      </dgm:prSet>
      <dgm:spPr/>
    </dgm:pt>
    <dgm:pt modelId="{3286CB7A-26D7-42C3-BA78-8DCDAC5EDAB9}" type="pres">
      <dgm:prSet presAssocID="{6FE932E4-1D12-42B2-B7DF-417DEC918FFC}" presName="Name13" presStyleLbl="parChTrans1D2" presStyleIdx="9" presStyleCnt="17"/>
      <dgm:spPr/>
    </dgm:pt>
    <dgm:pt modelId="{F9503E27-E241-4037-B18C-7D44291ABDAB}" type="pres">
      <dgm:prSet presAssocID="{217AC7CB-5F79-4EDD-88C1-DF800C5E6551}" presName="childText" presStyleLbl="bgAcc1" presStyleIdx="9" presStyleCnt="17">
        <dgm:presLayoutVars>
          <dgm:bulletEnabled val="1"/>
        </dgm:presLayoutVars>
      </dgm:prSet>
      <dgm:spPr/>
    </dgm:pt>
    <dgm:pt modelId="{39A1B23F-54F6-4FBD-BE64-0E76369B2750}" type="pres">
      <dgm:prSet presAssocID="{45868E65-FF1C-4184-91E5-610610F5B344}" presName="root" presStyleCnt="0"/>
      <dgm:spPr/>
    </dgm:pt>
    <dgm:pt modelId="{481DE480-6BDA-43DF-B9B2-C51DAF0C1C51}" type="pres">
      <dgm:prSet presAssocID="{45868E65-FF1C-4184-91E5-610610F5B344}" presName="rootComposite" presStyleCnt="0"/>
      <dgm:spPr/>
    </dgm:pt>
    <dgm:pt modelId="{5BC38429-5F9A-48C5-A1A9-2F10FBE8AF7C}" type="pres">
      <dgm:prSet presAssocID="{45868E65-FF1C-4184-91E5-610610F5B344}" presName="rootText" presStyleLbl="node1" presStyleIdx="3" presStyleCnt="5"/>
      <dgm:spPr/>
    </dgm:pt>
    <dgm:pt modelId="{48E66677-AAEC-4777-B1A7-4DB2AB10A923}" type="pres">
      <dgm:prSet presAssocID="{45868E65-FF1C-4184-91E5-610610F5B344}" presName="rootConnector" presStyleLbl="node1" presStyleIdx="3" presStyleCnt="5"/>
      <dgm:spPr/>
    </dgm:pt>
    <dgm:pt modelId="{83E7A3AB-75D4-491B-84FC-9E04CC02C0E4}" type="pres">
      <dgm:prSet presAssocID="{45868E65-FF1C-4184-91E5-610610F5B344}" presName="childShape" presStyleCnt="0"/>
      <dgm:spPr/>
    </dgm:pt>
    <dgm:pt modelId="{A6039C8A-0474-4F1F-A998-FDDC3D0C1A20}" type="pres">
      <dgm:prSet presAssocID="{4D69E230-59E8-4307-9388-35FC819F7582}" presName="Name13" presStyleLbl="parChTrans1D2" presStyleIdx="10" presStyleCnt="17"/>
      <dgm:spPr/>
    </dgm:pt>
    <dgm:pt modelId="{519377EC-4756-4486-B367-CC5C56FBC3BF}" type="pres">
      <dgm:prSet presAssocID="{21073FA7-EB67-4E05-ACE3-7D54AD29EACD}" presName="childText" presStyleLbl="bgAcc1" presStyleIdx="10" presStyleCnt="17">
        <dgm:presLayoutVars>
          <dgm:bulletEnabled val="1"/>
        </dgm:presLayoutVars>
      </dgm:prSet>
      <dgm:spPr/>
    </dgm:pt>
    <dgm:pt modelId="{9563D955-8FFA-499C-9B74-4827B4F5D3EA}" type="pres">
      <dgm:prSet presAssocID="{1B44388C-93F4-4B74-8490-14E707DA3F3B}" presName="Name13" presStyleLbl="parChTrans1D2" presStyleIdx="11" presStyleCnt="17"/>
      <dgm:spPr/>
    </dgm:pt>
    <dgm:pt modelId="{BEFAFF35-11FA-4CF3-A44E-44533FE1B1DB}" type="pres">
      <dgm:prSet presAssocID="{0B882D7C-C044-4668-B7F3-D17507AE11D3}" presName="childText" presStyleLbl="bgAcc1" presStyleIdx="11" presStyleCnt="17">
        <dgm:presLayoutVars>
          <dgm:bulletEnabled val="1"/>
        </dgm:presLayoutVars>
      </dgm:prSet>
      <dgm:spPr/>
    </dgm:pt>
    <dgm:pt modelId="{8541FA5B-C6CA-40CC-BDE1-AF7177A26A2F}" type="pres">
      <dgm:prSet presAssocID="{4087D829-1F85-43E2-97AB-56F217D5E87A}" presName="Name13" presStyleLbl="parChTrans1D2" presStyleIdx="12" presStyleCnt="17"/>
      <dgm:spPr/>
    </dgm:pt>
    <dgm:pt modelId="{D3FA7DA7-72B6-48BA-A9FE-E39AE12E56E1}" type="pres">
      <dgm:prSet presAssocID="{3518B09F-1B01-485C-8BFE-D91D6BD6FCA8}" presName="childText" presStyleLbl="bgAcc1" presStyleIdx="12" presStyleCnt="17">
        <dgm:presLayoutVars>
          <dgm:bulletEnabled val="1"/>
        </dgm:presLayoutVars>
      </dgm:prSet>
      <dgm:spPr/>
    </dgm:pt>
    <dgm:pt modelId="{D7AAA49C-DF53-4FA4-9440-71452A9710BC}" type="pres">
      <dgm:prSet presAssocID="{8992628E-C4BF-4E6B-BD68-33B442B4B157}" presName="Name13" presStyleLbl="parChTrans1D2" presStyleIdx="13" presStyleCnt="17"/>
      <dgm:spPr/>
    </dgm:pt>
    <dgm:pt modelId="{4A691132-55E3-4B5D-A8AD-146828BB0528}" type="pres">
      <dgm:prSet presAssocID="{2C86C181-DB90-4066-9865-898881FD119F}" presName="childText" presStyleLbl="bgAcc1" presStyleIdx="13" presStyleCnt="17">
        <dgm:presLayoutVars>
          <dgm:bulletEnabled val="1"/>
        </dgm:presLayoutVars>
      </dgm:prSet>
      <dgm:spPr/>
    </dgm:pt>
    <dgm:pt modelId="{C34D30DB-428D-4E48-A060-02529BD01B46}" type="pres">
      <dgm:prSet presAssocID="{D218B8E3-3BB2-4A98-9B14-E50F4C7B40A5}" presName="root" presStyleCnt="0"/>
      <dgm:spPr/>
    </dgm:pt>
    <dgm:pt modelId="{75DC517A-246A-4BBC-A798-AA69AE55F1F7}" type="pres">
      <dgm:prSet presAssocID="{D218B8E3-3BB2-4A98-9B14-E50F4C7B40A5}" presName="rootComposite" presStyleCnt="0"/>
      <dgm:spPr/>
    </dgm:pt>
    <dgm:pt modelId="{90BF3C06-FCD1-47C5-A279-03A41375E198}" type="pres">
      <dgm:prSet presAssocID="{D218B8E3-3BB2-4A98-9B14-E50F4C7B40A5}" presName="rootText" presStyleLbl="node1" presStyleIdx="4" presStyleCnt="5"/>
      <dgm:spPr/>
    </dgm:pt>
    <dgm:pt modelId="{8A8EEE50-0656-4458-B5FE-F908C0261E15}" type="pres">
      <dgm:prSet presAssocID="{D218B8E3-3BB2-4A98-9B14-E50F4C7B40A5}" presName="rootConnector" presStyleLbl="node1" presStyleIdx="4" presStyleCnt="5"/>
      <dgm:spPr/>
    </dgm:pt>
    <dgm:pt modelId="{A89B6ED9-ED40-48D6-B16D-429463A590DB}" type="pres">
      <dgm:prSet presAssocID="{D218B8E3-3BB2-4A98-9B14-E50F4C7B40A5}" presName="childShape" presStyleCnt="0"/>
      <dgm:spPr/>
    </dgm:pt>
    <dgm:pt modelId="{861FEA3D-A657-4BDB-9DCB-A65044ED976A}" type="pres">
      <dgm:prSet presAssocID="{DDC75119-9260-42E4-8FD0-6A0F9D309CB3}" presName="Name13" presStyleLbl="parChTrans1D2" presStyleIdx="14" presStyleCnt="17"/>
      <dgm:spPr/>
    </dgm:pt>
    <dgm:pt modelId="{8F0AD401-D469-4443-A184-C30904352207}" type="pres">
      <dgm:prSet presAssocID="{E7EAE82B-B058-424B-A2CB-47BF6B42DE8C}" presName="childText" presStyleLbl="bgAcc1" presStyleIdx="14" presStyleCnt="17">
        <dgm:presLayoutVars>
          <dgm:bulletEnabled val="1"/>
        </dgm:presLayoutVars>
      </dgm:prSet>
      <dgm:spPr/>
    </dgm:pt>
    <dgm:pt modelId="{597A1F48-6395-455F-8568-1E11569A471A}" type="pres">
      <dgm:prSet presAssocID="{F3506760-6083-467D-907D-E1367B4B86A4}" presName="Name13" presStyleLbl="parChTrans1D2" presStyleIdx="15" presStyleCnt="17"/>
      <dgm:spPr/>
    </dgm:pt>
    <dgm:pt modelId="{58C10E68-B716-4A49-8A1D-A5852546BAD5}" type="pres">
      <dgm:prSet presAssocID="{7B543416-17D0-43E1-9552-9F16641E523A}" presName="childText" presStyleLbl="bgAcc1" presStyleIdx="15" presStyleCnt="17">
        <dgm:presLayoutVars>
          <dgm:bulletEnabled val="1"/>
        </dgm:presLayoutVars>
      </dgm:prSet>
      <dgm:spPr/>
    </dgm:pt>
    <dgm:pt modelId="{5783A448-6EAD-4964-9BB8-114CC84A8100}" type="pres">
      <dgm:prSet presAssocID="{5A3D25B1-5111-42C3-A982-A501745DAE29}" presName="Name13" presStyleLbl="parChTrans1D2" presStyleIdx="16" presStyleCnt="17"/>
      <dgm:spPr/>
    </dgm:pt>
    <dgm:pt modelId="{3DAEE623-4C2F-462C-8BF7-5B7875CE5577}" type="pres">
      <dgm:prSet presAssocID="{BA0EDBA7-AF48-4D44-A2BE-045DB47530DF}" presName="childText" presStyleLbl="bgAcc1" presStyleIdx="16" presStyleCnt="17">
        <dgm:presLayoutVars>
          <dgm:bulletEnabled val="1"/>
        </dgm:presLayoutVars>
      </dgm:prSet>
      <dgm:spPr/>
    </dgm:pt>
  </dgm:ptLst>
  <dgm:cxnLst>
    <dgm:cxn modelId="{8DF2DE02-48F0-4D85-819F-15555E14937E}" type="presOf" srcId="{1BA1948D-C04F-4193-BEFE-3A62247FAAFE}" destId="{8DE64E42-5EDB-4E81-9DD8-E4BC52690AD5}" srcOrd="0" destOrd="0" presId="urn:microsoft.com/office/officeart/2005/8/layout/hierarchy3"/>
    <dgm:cxn modelId="{0325BC06-256F-4C8C-8EE4-0033CB5C7B24}" type="presOf" srcId="{F3506760-6083-467D-907D-E1367B4B86A4}" destId="{597A1F48-6395-455F-8568-1E11569A471A}" srcOrd="0" destOrd="0" presId="urn:microsoft.com/office/officeart/2005/8/layout/hierarchy3"/>
    <dgm:cxn modelId="{78F3DA0C-E114-4B50-B67F-FC6DA76299A5}" type="presOf" srcId="{3094B844-4A39-4B27-AF51-F8AF8F8FE48E}" destId="{BE92D845-7726-43F5-8D5C-A5C8A31047B0}" srcOrd="0" destOrd="0" presId="urn:microsoft.com/office/officeart/2005/8/layout/hierarchy3"/>
    <dgm:cxn modelId="{323EE40C-A30F-410F-A5CE-FEF6C2DD7040}" srcId="{75F53EF7-5169-4021-9CFC-525A4A83CE20}" destId="{070F596F-3C59-4823-AEC8-DC50B0B8C669}" srcOrd="1" destOrd="0" parTransId="{A12BD1BC-11F1-4A65-92CB-EFF7176F8276}" sibTransId="{1A8D8591-2DCC-4420-A0FC-440425DFB5F9}"/>
    <dgm:cxn modelId="{903A790D-2565-4842-8005-5ECB3868C830}" type="presOf" srcId="{D218B8E3-3BB2-4A98-9B14-E50F4C7B40A5}" destId="{8A8EEE50-0656-4458-B5FE-F908C0261E15}" srcOrd="1" destOrd="0" presId="urn:microsoft.com/office/officeart/2005/8/layout/hierarchy3"/>
    <dgm:cxn modelId="{52D9A917-C5B6-4A52-B112-7198F16FB729}" srcId="{AE071F18-F17D-4629-AE95-771A867E0719}" destId="{28C5DF32-03E7-4E89-82E9-8DADF9951A3D}" srcOrd="1" destOrd="0" parTransId="{163820F5-E465-4808-BA95-2F246D4ABA01}" sibTransId="{29CEBA99-B6A2-4941-8511-B2609676A5B0}"/>
    <dgm:cxn modelId="{BA8DF41A-F2B7-4491-A587-617A6C6E2C2C}" type="presOf" srcId="{BA0EDBA7-AF48-4D44-A2BE-045DB47530DF}" destId="{3DAEE623-4C2F-462C-8BF7-5B7875CE5577}" srcOrd="0" destOrd="0" presId="urn:microsoft.com/office/officeart/2005/8/layout/hierarchy3"/>
    <dgm:cxn modelId="{60B5541D-9E1F-421B-B9EA-6467340B8BF3}" type="presOf" srcId="{217AC7CB-5F79-4EDD-88C1-DF800C5E6551}" destId="{F9503E27-E241-4037-B18C-7D44291ABDAB}" srcOrd="0" destOrd="0" presId="urn:microsoft.com/office/officeart/2005/8/layout/hierarchy3"/>
    <dgm:cxn modelId="{D28FC01E-2748-4982-B56B-5FD5DC716885}" srcId="{D218B8E3-3BB2-4A98-9B14-E50F4C7B40A5}" destId="{E7EAE82B-B058-424B-A2CB-47BF6B42DE8C}" srcOrd="0" destOrd="0" parTransId="{DDC75119-9260-42E4-8FD0-6A0F9D309CB3}" sibTransId="{9FB80F95-8A65-42B5-9284-71E0AB01D73B}"/>
    <dgm:cxn modelId="{4600F820-0E9B-4C0A-B4B2-37547E22E740}" srcId="{8011EA95-D8B6-4D8A-AD4D-B37CBD9257BF}" destId="{24A6CE23-4B32-4C6F-BC29-30B318773511}" srcOrd="1" destOrd="0" parTransId="{82FFBE00-9817-4F4C-AB8D-D5FC3553935C}" sibTransId="{74FA1104-8FD8-4F65-93A1-878F034E982F}"/>
    <dgm:cxn modelId="{1157B323-C692-4AE2-AC31-F2886EF96010}" type="presOf" srcId="{6E3528FC-B10D-4CD6-9419-EC2650FDED1C}" destId="{0B1E8C26-20B2-47D4-8DAB-8532568D6016}" srcOrd="0" destOrd="0" presId="urn:microsoft.com/office/officeart/2005/8/layout/hierarchy3"/>
    <dgm:cxn modelId="{08DAC923-91C4-42F4-B14E-922CD6F8E6F5}" srcId="{D218B8E3-3BB2-4A98-9B14-E50F4C7B40A5}" destId="{BA0EDBA7-AF48-4D44-A2BE-045DB47530DF}" srcOrd="2" destOrd="0" parTransId="{5A3D25B1-5111-42C3-A982-A501745DAE29}" sibTransId="{D5FC212E-92C7-4FBF-8CD4-6B087ACD3AB2}"/>
    <dgm:cxn modelId="{73922E29-1062-42A1-97F8-70575496D607}" srcId="{1B651A8D-5D05-42AF-BC9B-C1C136929AD8}" destId="{AE071F18-F17D-4629-AE95-771A867E0719}" srcOrd="1" destOrd="0" parTransId="{16AA91F5-A7B7-4763-A969-77139E533FD9}" sibTransId="{38CFBB8F-F5F3-4C73-83A7-1CE25718BF34}"/>
    <dgm:cxn modelId="{FEE2512C-003A-4FC8-8B26-AAE8CD8C566E}" type="presOf" srcId="{4D69E230-59E8-4307-9388-35FC819F7582}" destId="{A6039C8A-0474-4F1F-A998-FDDC3D0C1A20}" srcOrd="0" destOrd="0" presId="urn:microsoft.com/office/officeart/2005/8/layout/hierarchy3"/>
    <dgm:cxn modelId="{172F4E30-C84B-4D75-B3A1-A38B3601E88B}" type="presOf" srcId="{5D953AF4-36F6-4DC7-AAFF-09F9E3833D19}" destId="{00313B18-5203-4EDE-84B3-FA79D9BD193E}" srcOrd="0" destOrd="0" presId="urn:microsoft.com/office/officeart/2005/8/layout/hierarchy3"/>
    <dgm:cxn modelId="{F3498031-63A0-4C4F-9C18-140A034495E3}" srcId="{D218B8E3-3BB2-4A98-9B14-E50F4C7B40A5}" destId="{7B543416-17D0-43E1-9552-9F16641E523A}" srcOrd="1" destOrd="0" parTransId="{F3506760-6083-467D-907D-E1367B4B86A4}" sibTransId="{1460A883-598C-4D58-BD48-91CD9247A759}"/>
    <dgm:cxn modelId="{FC5DF037-05FD-4CAE-8341-3CD27197D0DC}" type="presOf" srcId="{E7EAE82B-B058-424B-A2CB-47BF6B42DE8C}" destId="{8F0AD401-D469-4443-A184-C30904352207}" srcOrd="0" destOrd="0" presId="urn:microsoft.com/office/officeart/2005/8/layout/hierarchy3"/>
    <dgm:cxn modelId="{3A64203A-8A2E-4711-B737-21FD0710AE25}" type="presOf" srcId="{7B543416-17D0-43E1-9552-9F16641E523A}" destId="{58C10E68-B716-4A49-8A1D-A5852546BAD5}" srcOrd="0" destOrd="0" presId="urn:microsoft.com/office/officeart/2005/8/layout/hierarchy3"/>
    <dgm:cxn modelId="{FFD5C73B-79C5-4780-AC05-09F0447203E0}" type="presOf" srcId="{D218B8E3-3BB2-4A98-9B14-E50F4C7B40A5}" destId="{90BF3C06-FCD1-47C5-A279-03A41375E198}" srcOrd="0" destOrd="0" presId="urn:microsoft.com/office/officeart/2005/8/layout/hierarchy3"/>
    <dgm:cxn modelId="{D122E33B-BDA0-4C9B-B608-C391311C402C}" type="presOf" srcId="{541A2259-D230-4D18-9586-E5E5A1CCA6A9}" destId="{AAAF1C12-16A8-47FA-AD17-CA6567EFED9B}" srcOrd="0" destOrd="0" presId="urn:microsoft.com/office/officeart/2005/8/layout/hierarchy3"/>
    <dgm:cxn modelId="{88D90B3F-DAF1-46B3-AD92-2FD278F7F689}" type="presOf" srcId="{AE071F18-F17D-4629-AE95-771A867E0719}" destId="{3FA11DF1-0D7B-4216-8C36-996896091931}" srcOrd="1" destOrd="0" presId="urn:microsoft.com/office/officeart/2005/8/layout/hierarchy3"/>
    <dgm:cxn modelId="{E834595B-654A-425A-AE66-3E0C2E817FC6}" srcId="{45868E65-FF1C-4184-91E5-610610F5B344}" destId="{2C86C181-DB90-4066-9865-898881FD119F}" srcOrd="3" destOrd="0" parTransId="{8992628E-C4BF-4E6B-BD68-33B442B4B157}" sibTransId="{2A856AAD-FF4F-4324-8DAF-C6E46AD6B5B4}"/>
    <dgm:cxn modelId="{955FA05D-8A1E-4CB8-90F4-A526A23110B2}" srcId="{45868E65-FF1C-4184-91E5-610610F5B344}" destId="{0B882D7C-C044-4668-B7F3-D17507AE11D3}" srcOrd="1" destOrd="0" parTransId="{1B44388C-93F4-4B74-8490-14E707DA3F3B}" sibTransId="{92AA0867-4BFB-4F62-B826-8A6F7C6A61CF}"/>
    <dgm:cxn modelId="{B21A4F60-A48C-44FF-8521-469188DEEFD8}" srcId="{45868E65-FF1C-4184-91E5-610610F5B344}" destId="{21073FA7-EB67-4E05-ACE3-7D54AD29EACD}" srcOrd="0" destOrd="0" parTransId="{4D69E230-59E8-4307-9388-35FC819F7582}" sibTransId="{E2C1C13E-F3B7-48EA-8C75-D4BB888096BF}"/>
    <dgm:cxn modelId="{736AD661-3C7E-49A4-AF46-0AD073065F1B}" type="presOf" srcId="{D7C1B807-8A19-4059-86F1-996E8D2C860A}" destId="{470574B2-6D9B-47BF-8AD5-2FD49D929934}" srcOrd="0" destOrd="0" presId="urn:microsoft.com/office/officeart/2005/8/layout/hierarchy3"/>
    <dgm:cxn modelId="{FB991664-2DD2-47EE-98FA-701DDA4928D7}" srcId="{AE071F18-F17D-4629-AE95-771A867E0719}" destId="{6E3528FC-B10D-4CD6-9419-EC2650FDED1C}" srcOrd="2" destOrd="0" parTransId="{821E27F6-8DB5-46AB-A4F1-FC71A858F117}" sibTransId="{8D689E91-FB57-4A3B-A082-061F661119EF}"/>
    <dgm:cxn modelId="{A8C25644-6747-4389-B82E-7D4BEFAD1646}" srcId="{75F53EF7-5169-4021-9CFC-525A4A83CE20}" destId="{27F8191F-A2ED-4742-B4AB-66EEC8005200}" srcOrd="0" destOrd="0" parTransId="{91E627DA-87AF-43DC-B267-42905BEE2984}" sibTransId="{CD7B6C4B-24A6-4644-82D2-7E8B87051B5D}"/>
    <dgm:cxn modelId="{7941354A-3341-4820-B3B7-D8902A666A1A}" type="presOf" srcId="{5A3D25B1-5111-42C3-A982-A501745DAE29}" destId="{5783A448-6EAD-4964-9BB8-114CC84A8100}" srcOrd="0" destOrd="0" presId="urn:microsoft.com/office/officeart/2005/8/layout/hierarchy3"/>
    <dgm:cxn modelId="{4E854A6A-BBEB-4C56-AA7B-BAD16D3BBDE7}" type="presOf" srcId="{6FE932E4-1D12-42B2-B7DF-417DEC918FFC}" destId="{3286CB7A-26D7-42C3-BA78-8DCDAC5EDAB9}" srcOrd="0" destOrd="0" presId="urn:microsoft.com/office/officeart/2005/8/layout/hierarchy3"/>
    <dgm:cxn modelId="{D02B7B4C-0470-46AF-BEF1-137057170984}" type="presOf" srcId="{2C86C181-DB90-4066-9865-898881FD119F}" destId="{4A691132-55E3-4B5D-A8AD-146828BB0528}" srcOrd="0" destOrd="0" presId="urn:microsoft.com/office/officeart/2005/8/layout/hierarchy3"/>
    <dgm:cxn modelId="{CA2F736D-1B4F-4C94-96E1-6BAAD17D1EC3}" type="presOf" srcId="{8992628E-C4BF-4E6B-BD68-33B442B4B157}" destId="{D7AAA49C-DF53-4FA4-9440-71452A9710BC}" srcOrd="0" destOrd="0" presId="urn:microsoft.com/office/officeart/2005/8/layout/hierarchy3"/>
    <dgm:cxn modelId="{9C510C50-DBC1-455D-90A8-A68B2F8A11AA}" srcId="{8011EA95-D8B6-4D8A-AD4D-B37CBD9257BF}" destId="{541A2259-D230-4D18-9586-E5E5A1CCA6A9}" srcOrd="0" destOrd="0" parTransId="{AF80C2AA-811C-4435-8735-82C4A02DA7F3}" sibTransId="{D5CB0368-85EB-45A2-8CCA-B27DD3D77E03}"/>
    <dgm:cxn modelId="{8E02A750-F180-4FD4-B630-A280ED8FFB72}" srcId="{1B651A8D-5D05-42AF-BC9B-C1C136929AD8}" destId="{75F53EF7-5169-4021-9CFC-525A4A83CE20}" srcOrd="0" destOrd="0" parTransId="{DACDF8AE-C645-4D99-86C3-24B11DB2ED80}" sibTransId="{FA5707A0-D63D-4574-9630-03B52BFF237B}"/>
    <dgm:cxn modelId="{54D09251-21ED-4F2E-9406-8FF942680006}" srcId="{BA0EDBA7-AF48-4D44-A2BE-045DB47530DF}" destId="{954DDCF1-CA87-4618-BD21-B3E9C1E5AF5B}" srcOrd="1" destOrd="0" parTransId="{4502E6FD-AC72-4146-AE0A-3B20F5D7DE3D}" sibTransId="{F9E0DD0A-EE06-49B2-8658-C87E6B5EF15F}"/>
    <dgm:cxn modelId="{CAADC674-7F64-4DD0-9A87-2B1CA293EAE4}" srcId="{E7EAE82B-B058-424B-A2CB-47BF6B42DE8C}" destId="{419DC530-6F2C-4DF7-8F6B-0047C96B4E31}" srcOrd="1" destOrd="0" parTransId="{B0693422-F9B5-4CFE-928F-5C15F21E858F}" sibTransId="{E3394B24-7BDB-4534-AE22-664F440858C7}"/>
    <dgm:cxn modelId="{A5B5627A-C9A3-4CA8-B1AE-3C7F2BB3B915}" type="presOf" srcId="{45868E65-FF1C-4184-91E5-610610F5B344}" destId="{48E66677-AAEC-4777-B1A7-4DB2AB10A923}" srcOrd="1" destOrd="0" presId="urn:microsoft.com/office/officeart/2005/8/layout/hierarchy3"/>
    <dgm:cxn modelId="{26EF9E7C-159C-4B9C-BDF2-07F586CA1C52}" srcId="{7B543416-17D0-43E1-9552-9F16641E523A}" destId="{91D2ED37-2BC1-469A-A181-CAD4AEBC024A}" srcOrd="0" destOrd="0" parTransId="{8733ED54-378C-4109-B4F1-04A4146B21F7}" sibTransId="{AF42C5AD-CBD0-4889-A08E-9AEB4037FEE1}"/>
    <dgm:cxn modelId="{D397B77F-4DE0-420D-9669-136524246B04}" srcId="{45868E65-FF1C-4184-91E5-610610F5B344}" destId="{3518B09F-1B01-485C-8BFE-D91D6BD6FCA8}" srcOrd="2" destOrd="0" parTransId="{4087D829-1F85-43E2-97AB-56F217D5E87A}" sibTransId="{A6473DA1-2FCF-42EB-BBEC-5FA571AF7E73}"/>
    <dgm:cxn modelId="{AA2C9F83-1D97-4C78-AF2D-0DF49C89836C}" type="presOf" srcId="{4087D829-1F85-43E2-97AB-56F217D5E87A}" destId="{8541FA5B-C6CA-40CC-BDE1-AF7177A26A2F}" srcOrd="0" destOrd="0" presId="urn:microsoft.com/office/officeart/2005/8/layout/hierarchy3"/>
    <dgm:cxn modelId="{3202DA84-9A25-48A9-87DD-A15381693870}" type="presOf" srcId="{163820F5-E465-4808-BA95-2F246D4ABA01}" destId="{66BD1D1D-103E-43C2-BED6-2CBF983E3EF3}" srcOrd="0" destOrd="0" presId="urn:microsoft.com/office/officeart/2005/8/layout/hierarchy3"/>
    <dgm:cxn modelId="{E9F7B685-6DC9-4F63-8CB7-6EF69015C4FE}" type="presOf" srcId="{45868E65-FF1C-4184-91E5-610610F5B344}" destId="{5BC38429-5F9A-48C5-A1A9-2F10FBE8AF7C}" srcOrd="0" destOrd="0" presId="urn:microsoft.com/office/officeart/2005/8/layout/hierarchy3"/>
    <dgm:cxn modelId="{72EC838B-4B6A-4018-9AC1-864E5017607A}" type="presOf" srcId="{11B0A464-E13D-463E-8DE6-63803428CE7B}" destId="{8F0AD401-D469-4443-A184-C30904352207}" srcOrd="0" destOrd="1" presId="urn:microsoft.com/office/officeart/2005/8/layout/hierarchy3"/>
    <dgm:cxn modelId="{F5F8858B-397A-44FB-BE44-306407B2B340}" srcId="{AE071F18-F17D-4629-AE95-771A867E0719}" destId="{4FFB34D1-1E00-4648-8F59-AAC3BFA6F8B2}" srcOrd="0" destOrd="0" parTransId="{CFE48C79-5DCE-434C-9F46-8D7C97A980A7}" sibTransId="{2A3F7B67-10D3-4F60-A714-82185BBEA347}"/>
    <dgm:cxn modelId="{ACA25A8F-3C6C-4A80-AD2F-F7BC1DEB00A8}" type="presOf" srcId="{821E27F6-8DB5-46AB-A4F1-FC71A858F117}" destId="{D8FB5317-95E6-4CCD-B67B-EB7FECD91711}" srcOrd="0" destOrd="0" presId="urn:microsoft.com/office/officeart/2005/8/layout/hierarchy3"/>
    <dgm:cxn modelId="{561F7C92-76A8-4057-8F5E-4E98C4D57701}" type="presOf" srcId="{419DC530-6F2C-4DF7-8F6B-0047C96B4E31}" destId="{8F0AD401-D469-4443-A184-C30904352207}" srcOrd="0" destOrd="2" presId="urn:microsoft.com/office/officeart/2005/8/layout/hierarchy3"/>
    <dgm:cxn modelId="{CF959F92-6CA6-40EF-9BBD-16A5FDB4CC74}" type="presOf" srcId="{CFE48C79-5DCE-434C-9F46-8D7C97A980A7}" destId="{A32B403D-2E99-4854-8BD7-2E7B1B401CFB}" srcOrd="0" destOrd="0" presId="urn:microsoft.com/office/officeart/2005/8/layout/hierarchy3"/>
    <dgm:cxn modelId="{98B6C592-6638-4FCA-A60D-2D8B47578E50}" type="presOf" srcId="{24A6CE23-4B32-4C6F-BC29-30B318773511}" destId="{9F2ACFFF-B1BF-4C52-98E9-0BEEEE2A8224}" srcOrd="0" destOrd="0" presId="urn:microsoft.com/office/officeart/2005/8/layout/hierarchy3"/>
    <dgm:cxn modelId="{7D022196-F1F8-4662-A355-9718F2FDCA49}" type="presOf" srcId="{0B882D7C-C044-4668-B7F3-D17507AE11D3}" destId="{BEFAFF35-11FA-4CF3-A44E-44533FE1B1DB}" srcOrd="0" destOrd="0" presId="urn:microsoft.com/office/officeart/2005/8/layout/hierarchy3"/>
    <dgm:cxn modelId="{FD690097-7186-4742-BF30-6D4BD59664FA}" type="presOf" srcId="{1B44388C-93F4-4B74-8490-14E707DA3F3B}" destId="{9563D955-8FFA-499C-9B74-4827B4F5D3EA}" srcOrd="0" destOrd="0" presId="urn:microsoft.com/office/officeart/2005/8/layout/hierarchy3"/>
    <dgm:cxn modelId="{92758C97-461F-401E-9D16-691F5ACE8B09}" type="presOf" srcId="{28C5DF32-03E7-4E89-82E9-8DADF9951A3D}" destId="{8FA54509-E5B2-4812-B52A-4D7DE8FB7237}" srcOrd="0" destOrd="0" presId="urn:microsoft.com/office/officeart/2005/8/layout/hierarchy3"/>
    <dgm:cxn modelId="{C29EEA9A-7D14-4C73-BFDD-4CA7CACD926F}" type="presOf" srcId="{82FFBE00-9817-4F4C-AB8D-D5FC3553935C}" destId="{91C42F0B-7F77-415E-B49D-6FD16D12C5E6}" srcOrd="0" destOrd="0" presId="urn:microsoft.com/office/officeart/2005/8/layout/hierarchy3"/>
    <dgm:cxn modelId="{ED6BD2A2-8977-4A0A-9069-0555ADD234C9}" type="presOf" srcId="{91E627DA-87AF-43DC-B267-42905BEE2984}" destId="{BB45995A-67F2-4796-B232-89FFC56EB079}" srcOrd="0" destOrd="0" presId="urn:microsoft.com/office/officeart/2005/8/layout/hierarchy3"/>
    <dgm:cxn modelId="{833724B4-5C89-4C43-8ED1-99667EFA4121}" srcId="{BA0EDBA7-AF48-4D44-A2BE-045DB47530DF}" destId="{C766C5D7-5F1F-4DD2-91A8-AAD771524DF4}" srcOrd="0" destOrd="0" parTransId="{7E41D04D-C21B-43F0-ADCD-142E8B3CBCA1}" sibTransId="{6D4D03A0-2004-4781-A5EF-AF3A86F4AAF7}"/>
    <dgm:cxn modelId="{DA27AFB8-47B5-4DB0-83EA-2752056D8588}" type="presOf" srcId="{AF80C2AA-811C-4435-8735-82C4A02DA7F3}" destId="{24362C85-2FC0-44D1-ABA7-B1158C99AA92}" srcOrd="0" destOrd="0" presId="urn:microsoft.com/office/officeart/2005/8/layout/hierarchy3"/>
    <dgm:cxn modelId="{BE686BB9-AC9E-46AB-9747-2DE9045E9A74}" srcId="{1B651A8D-5D05-42AF-BC9B-C1C136929AD8}" destId="{8011EA95-D8B6-4D8A-AD4D-B37CBD9257BF}" srcOrd="2" destOrd="0" parTransId="{13365783-7739-4B88-AD23-8F4BDF63DB80}" sibTransId="{4163E7C5-71A1-49C6-85AB-E8725CA9ACFE}"/>
    <dgm:cxn modelId="{7CDAEAB9-B7B9-4B95-BA1F-7092A7378523}" type="presOf" srcId="{27F8191F-A2ED-4742-B4AB-66EEC8005200}" destId="{56F08B98-7687-4C72-B546-B0340A4BBADC}" srcOrd="0" destOrd="0" presId="urn:microsoft.com/office/officeart/2005/8/layout/hierarchy3"/>
    <dgm:cxn modelId="{709874BA-BB28-4104-BD62-6D692184B3E9}" type="presOf" srcId="{C766C5D7-5F1F-4DD2-91A8-AAD771524DF4}" destId="{3DAEE623-4C2F-462C-8BF7-5B7875CE5577}" srcOrd="0" destOrd="1" presId="urn:microsoft.com/office/officeart/2005/8/layout/hierarchy3"/>
    <dgm:cxn modelId="{BE84F5BA-D95F-412A-98EB-E6D3775EECB5}" type="presOf" srcId="{4FFB34D1-1E00-4648-8F59-AAC3BFA6F8B2}" destId="{62D0E005-58E9-4B23-8DC1-05DD5721D62A}" srcOrd="0" destOrd="0" presId="urn:microsoft.com/office/officeart/2005/8/layout/hierarchy3"/>
    <dgm:cxn modelId="{C3B3F7BE-C127-4345-BA92-088ADF9581C6}" type="presOf" srcId="{070F596F-3C59-4823-AEC8-DC50B0B8C669}" destId="{2DFD825E-11C4-4D9E-88F8-E761812E55F1}" srcOrd="0" destOrd="0" presId="urn:microsoft.com/office/officeart/2005/8/layout/hierarchy3"/>
    <dgm:cxn modelId="{7B4B03C0-B035-486A-9AC4-E0CBC863A607}" srcId="{7B543416-17D0-43E1-9552-9F16641E523A}" destId="{27C74ABA-EA38-40FB-941D-99953758663D}" srcOrd="1" destOrd="0" parTransId="{45725725-A726-4A2D-8090-C7D5BE86054F}" sibTransId="{1048A886-20BD-40D3-9AFA-55F46066DA13}"/>
    <dgm:cxn modelId="{94B08EC8-338E-444F-BE26-A6B79DDAB14E}" type="presOf" srcId="{1B651A8D-5D05-42AF-BC9B-C1C136929AD8}" destId="{FE46291A-A0BB-45AF-91C1-01E4158B14A0}" srcOrd="0" destOrd="0" presId="urn:microsoft.com/office/officeart/2005/8/layout/hierarchy3"/>
    <dgm:cxn modelId="{532F23CD-1B66-4BC5-B632-9615624DA161}" srcId="{1B651A8D-5D05-42AF-BC9B-C1C136929AD8}" destId="{D218B8E3-3BB2-4A98-9B14-E50F4C7B40A5}" srcOrd="4" destOrd="0" parTransId="{18C1F9C8-7986-4734-8302-1B3496407CC7}" sibTransId="{3F3276C6-6040-45E0-B05C-C2728E470B8B}"/>
    <dgm:cxn modelId="{87F2F5D3-9882-4BC9-B74C-701D8303B918}" srcId="{8011EA95-D8B6-4D8A-AD4D-B37CBD9257BF}" destId="{217AC7CB-5F79-4EDD-88C1-DF800C5E6551}" srcOrd="2" destOrd="0" parTransId="{6FE932E4-1D12-42B2-B7DF-417DEC918FFC}" sibTransId="{3705939B-CD49-45D2-B705-97E90E8F67AD}"/>
    <dgm:cxn modelId="{D7E21DD6-FE3D-4FA2-A11F-37CE330945D9}" type="presOf" srcId="{27C74ABA-EA38-40FB-941D-99953758663D}" destId="{58C10E68-B716-4A49-8A1D-A5852546BAD5}" srcOrd="0" destOrd="2" presId="urn:microsoft.com/office/officeart/2005/8/layout/hierarchy3"/>
    <dgm:cxn modelId="{D6AA58D9-820F-46F7-AD3E-F5E2CBCCAD1C}" srcId="{1B651A8D-5D05-42AF-BC9B-C1C136929AD8}" destId="{45868E65-FF1C-4184-91E5-610610F5B344}" srcOrd="3" destOrd="0" parTransId="{29DD7CF0-662C-4AB4-BAE5-BA504C153554}" sibTransId="{AB1AC22B-2B5A-4B40-BED0-7D86F2EDDFFE}"/>
    <dgm:cxn modelId="{2BB9CCDC-92A4-4813-BD67-285282C8C139}" srcId="{75F53EF7-5169-4021-9CFC-525A4A83CE20}" destId="{3094B844-4A39-4B27-AF51-F8AF8F8FE48E}" srcOrd="2" destOrd="0" parTransId="{1BA1948D-C04F-4193-BEFE-3A62247FAAFE}" sibTransId="{5C40E72A-4B9F-434C-BF4F-DBA1369B5E6B}"/>
    <dgm:cxn modelId="{CD28C3E1-1A0A-44A7-83CD-E5C007659E16}" type="presOf" srcId="{75F53EF7-5169-4021-9CFC-525A4A83CE20}" destId="{34843DAC-15C5-47D8-A8F4-396A32973E26}" srcOrd="0" destOrd="0" presId="urn:microsoft.com/office/officeart/2005/8/layout/hierarchy3"/>
    <dgm:cxn modelId="{DBA788E4-44A5-4F31-B554-2F57F1013CDB}" type="presOf" srcId="{8011EA95-D8B6-4D8A-AD4D-B37CBD9257BF}" destId="{FBBBD26D-0C17-47E6-915B-B1EBD22E65A5}" srcOrd="1" destOrd="0" presId="urn:microsoft.com/office/officeart/2005/8/layout/hierarchy3"/>
    <dgm:cxn modelId="{118DFAE5-3972-4C26-984A-A417FF766D5D}" type="presOf" srcId="{AE071F18-F17D-4629-AE95-771A867E0719}" destId="{5B8367E5-A427-408D-8792-D789F256589A}" srcOrd="0" destOrd="0" presId="urn:microsoft.com/office/officeart/2005/8/layout/hierarchy3"/>
    <dgm:cxn modelId="{5967AFE9-1FC5-45A6-8993-EB6E9440BC0E}" srcId="{AE071F18-F17D-4629-AE95-771A867E0719}" destId="{D7C1B807-8A19-4059-86F1-996E8D2C860A}" srcOrd="3" destOrd="0" parTransId="{5D953AF4-36F6-4DC7-AAFF-09F9E3833D19}" sibTransId="{AE042DAF-93AE-40C8-95E1-B3D014B4320A}"/>
    <dgm:cxn modelId="{064BAEEC-E538-46EC-94BF-43176AEB70D5}" type="presOf" srcId="{8011EA95-D8B6-4D8A-AD4D-B37CBD9257BF}" destId="{84F6DF17-2796-4F89-BBD6-45B73B94B326}" srcOrd="0" destOrd="0" presId="urn:microsoft.com/office/officeart/2005/8/layout/hierarchy3"/>
    <dgm:cxn modelId="{7BB412F1-E2EE-414A-901B-E170946F1019}" type="presOf" srcId="{954DDCF1-CA87-4618-BD21-B3E9C1E5AF5B}" destId="{3DAEE623-4C2F-462C-8BF7-5B7875CE5577}" srcOrd="0" destOrd="2" presId="urn:microsoft.com/office/officeart/2005/8/layout/hierarchy3"/>
    <dgm:cxn modelId="{FF7788F1-EBF2-4124-A615-A30BC1A21454}" type="presOf" srcId="{A12BD1BC-11F1-4A65-92CB-EFF7176F8276}" destId="{A5770161-872D-42A7-9B71-0116DE066DCE}" srcOrd="0" destOrd="0" presId="urn:microsoft.com/office/officeart/2005/8/layout/hierarchy3"/>
    <dgm:cxn modelId="{035E9BF3-0EA8-4D16-8525-1037856462DC}" type="presOf" srcId="{3518B09F-1B01-485C-8BFE-D91D6BD6FCA8}" destId="{D3FA7DA7-72B6-48BA-A9FE-E39AE12E56E1}" srcOrd="0" destOrd="0" presId="urn:microsoft.com/office/officeart/2005/8/layout/hierarchy3"/>
    <dgm:cxn modelId="{0897BDF5-A5F4-4167-9079-341880ACC8B5}" srcId="{E7EAE82B-B058-424B-A2CB-47BF6B42DE8C}" destId="{11B0A464-E13D-463E-8DE6-63803428CE7B}" srcOrd="0" destOrd="0" parTransId="{3C0C7E07-36C6-4B31-8C1A-3A89A5941F8E}" sibTransId="{0CD0FF8D-70CF-4E6D-A70A-8714D532211A}"/>
    <dgm:cxn modelId="{576CB7F6-7333-4E0B-BFEF-7FC101AC08C2}" type="presOf" srcId="{75F53EF7-5169-4021-9CFC-525A4A83CE20}" destId="{4B9292B0-6520-4178-A95C-CF159984FA47}" srcOrd="1" destOrd="0" presId="urn:microsoft.com/office/officeart/2005/8/layout/hierarchy3"/>
    <dgm:cxn modelId="{5E1604F7-67EB-4540-8C71-C540142F62F0}" type="presOf" srcId="{DDC75119-9260-42E4-8FD0-6A0F9D309CB3}" destId="{861FEA3D-A657-4BDB-9DCB-A65044ED976A}" srcOrd="0" destOrd="0" presId="urn:microsoft.com/office/officeart/2005/8/layout/hierarchy3"/>
    <dgm:cxn modelId="{866995F9-28B1-40A4-8C3D-5C9808738B07}" type="presOf" srcId="{91D2ED37-2BC1-469A-A181-CAD4AEBC024A}" destId="{58C10E68-B716-4A49-8A1D-A5852546BAD5}" srcOrd="0" destOrd="1" presId="urn:microsoft.com/office/officeart/2005/8/layout/hierarchy3"/>
    <dgm:cxn modelId="{919A95FF-C5CF-4F4F-A565-573C036E9F73}" type="presOf" srcId="{21073FA7-EB67-4E05-ACE3-7D54AD29EACD}" destId="{519377EC-4756-4486-B367-CC5C56FBC3BF}" srcOrd="0" destOrd="0" presId="urn:microsoft.com/office/officeart/2005/8/layout/hierarchy3"/>
    <dgm:cxn modelId="{AA617024-A69B-48C0-9939-6F65F084A8B7}" type="presParOf" srcId="{FE46291A-A0BB-45AF-91C1-01E4158B14A0}" destId="{1442464D-4FAF-4C7E-A0AA-F4BE95273640}" srcOrd="0" destOrd="0" presId="urn:microsoft.com/office/officeart/2005/8/layout/hierarchy3"/>
    <dgm:cxn modelId="{908BEF20-7D2B-4597-A44F-D3348F393287}" type="presParOf" srcId="{1442464D-4FAF-4C7E-A0AA-F4BE95273640}" destId="{1481EF69-1DDA-4344-B637-8CD81806DC1E}" srcOrd="0" destOrd="0" presId="urn:microsoft.com/office/officeart/2005/8/layout/hierarchy3"/>
    <dgm:cxn modelId="{AC45F81A-8456-4DD5-9888-DB70480C4E3B}" type="presParOf" srcId="{1481EF69-1DDA-4344-B637-8CD81806DC1E}" destId="{34843DAC-15C5-47D8-A8F4-396A32973E26}" srcOrd="0" destOrd="0" presId="urn:microsoft.com/office/officeart/2005/8/layout/hierarchy3"/>
    <dgm:cxn modelId="{BB1072F7-37FD-485F-864D-2EE806EA7BF3}" type="presParOf" srcId="{1481EF69-1DDA-4344-B637-8CD81806DC1E}" destId="{4B9292B0-6520-4178-A95C-CF159984FA47}" srcOrd="1" destOrd="0" presId="urn:microsoft.com/office/officeart/2005/8/layout/hierarchy3"/>
    <dgm:cxn modelId="{F30BCCA9-4A7A-4503-8309-C2DA490C02F2}" type="presParOf" srcId="{1442464D-4FAF-4C7E-A0AA-F4BE95273640}" destId="{7E4126B7-21F5-4BDE-952D-0B92B2A3D037}" srcOrd="1" destOrd="0" presId="urn:microsoft.com/office/officeart/2005/8/layout/hierarchy3"/>
    <dgm:cxn modelId="{6E7139FF-EBD5-4D76-BA16-FF43E9C9AC6C}" type="presParOf" srcId="{7E4126B7-21F5-4BDE-952D-0B92B2A3D037}" destId="{BB45995A-67F2-4796-B232-89FFC56EB079}" srcOrd="0" destOrd="0" presId="urn:microsoft.com/office/officeart/2005/8/layout/hierarchy3"/>
    <dgm:cxn modelId="{BAB96AEE-4D65-45B7-80E0-C71967D7BC26}" type="presParOf" srcId="{7E4126B7-21F5-4BDE-952D-0B92B2A3D037}" destId="{56F08B98-7687-4C72-B546-B0340A4BBADC}" srcOrd="1" destOrd="0" presId="urn:microsoft.com/office/officeart/2005/8/layout/hierarchy3"/>
    <dgm:cxn modelId="{B8F9BACD-E778-4A25-B667-E595A4D1A9E8}" type="presParOf" srcId="{7E4126B7-21F5-4BDE-952D-0B92B2A3D037}" destId="{A5770161-872D-42A7-9B71-0116DE066DCE}" srcOrd="2" destOrd="0" presId="urn:microsoft.com/office/officeart/2005/8/layout/hierarchy3"/>
    <dgm:cxn modelId="{DAC30289-DDD7-46C7-8D3B-CDAB67A5C36A}" type="presParOf" srcId="{7E4126B7-21F5-4BDE-952D-0B92B2A3D037}" destId="{2DFD825E-11C4-4D9E-88F8-E761812E55F1}" srcOrd="3" destOrd="0" presId="urn:microsoft.com/office/officeart/2005/8/layout/hierarchy3"/>
    <dgm:cxn modelId="{CE65EE8A-9FDC-4A16-9330-3BD81737E89F}" type="presParOf" srcId="{7E4126B7-21F5-4BDE-952D-0B92B2A3D037}" destId="{8DE64E42-5EDB-4E81-9DD8-E4BC52690AD5}" srcOrd="4" destOrd="0" presId="urn:microsoft.com/office/officeart/2005/8/layout/hierarchy3"/>
    <dgm:cxn modelId="{79D6F775-4110-4B0E-9C1C-1F2BE670464E}" type="presParOf" srcId="{7E4126B7-21F5-4BDE-952D-0B92B2A3D037}" destId="{BE92D845-7726-43F5-8D5C-A5C8A31047B0}" srcOrd="5" destOrd="0" presId="urn:microsoft.com/office/officeart/2005/8/layout/hierarchy3"/>
    <dgm:cxn modelId="{CD81AE73-6940-4888-979C-45203AA8E2A2}" type="presParOf" srcId="{FE46291A-A0BB-45AF-91C1-01E4158B14A0}" destId="{2BD47BC5-4E3D-40C9-AAB4-0C32D2CCD0B8}" srcOrd="1" destOrd="0" presId="urn:microsoft.com/office/officeart/2005/8/layout/hierarchy3"/>
    <dgm:cxn modelId="{3119C813-1559-4DC5-A27E-31FC72B167FC}" type="presParOf" srcId="{2BD47BC5-4E3D-40C9-AAB4-0C32D2CCD0B8}" destId="{CBE907C1-0836-405E-83B6-FF5757EDCBAE}" srcOrd="0" destOrd="0" presId="urn:microsoft.com/office/officeart/2005/8/layout/hierarchy3"/>
    <dgm:cxn modelId="{8D6805DC-8C4B-4B36-82A4-95419AC49D4A}" type="presParOf" srcId="{CBE907C1-0836-405E-83B6-FF5757EDCBAE}" destId="{5B8367E5-A427-408D-8792-D789F256589A}" srcOrd="0" destOrd="0" presId="urn:microsoft.com/office/officeart/2005/8/layout/hierarchy3"/>
    <dgm:cxn modelId="{2E4D0D32-4058-4A43-BD67-07EB2307DE4E}" type="presParOf" srcId="{CBE907C1-0836-405E-83B6-FF5757EDCBAE}" destId="{3FA11DF1-0D7B-4216-8C36-996896091931}" srcOrd="1" destOrd="0" presId="urn:microsoft.com/office/officeart/2005/8/layout/hierarchy3"/>
    <dgm:cxn modelId="{81D1424F-D036-457E-BCD3-A7C64461B475}" type="presParOf" srcId="{2BD47BC5-4E3D-40C9-AAB4-0C32D2CCD0B8}" destId="{0C1CECBC-0091-4DA1-852C-CF6085626749}" srcOrd="1" destOrd="0" presId="urn:microsoft.com/office/officeart/2005/8/layout/hierarchy3"/>
    <dgm:cxn modelId="{44A7DBB7-F466-4FD2-8028-BA26FEFD7A90}" type="presParOf" srcId="{0C1CECBC-0091-4DA1-852C-CF6085626749}" destId="{A32B403D-2E99-4854-8BD7-2E7B1B401CFB}" srcOrd="0" destOrd="0" presId="urn:microsoft.com/office/officeart/2005/8/layout/hierarchy3"/>
    <dgm:cxn modelId="{EEC9A6DA-F8B7-463A-B576-7F16CD4E59A8}" type="presParOf" srcId="{0C1CECBC-0091-4DA1-852C-CF6085626749}" destId="{62D0E005-58E9-4B23-8DC1-05DD5721D62A}" srcOrd="1" destOrd="0" presId="urn:microsoft.com/office/officeart/2005/8/layout/hierarchy3"/>
    <dgm:cxn modelId="{0336E6F7-7608-4215-A1DA-5354D6A5CEF1}" type="presParOf" srcId="{0C1CECBC-0091-4DA1-852C-CF6085626749}" destId="{66BD1D1D-103E-43C2-BED6-2CBF983E3EF3}" srcOrd="2" destOrd="0" presId="urn:microsoft.com/office/officeart/2005/8/layout/hierarchy3"/>
    <dgm:cxn modelId="{4448E412-069B-49E1-88D6-4FA00434F915}" type="presParOf" srcId="{0C1CECBC-0091-4DA1-852C-CF6085626749}" destId="{8FA54509-E5B2-4812-B52A-4D7DE8FB7237}" srcOrd="3" destOrd="0" presId="urn:microsoft.com/office/officeart/2005/8/layout/hierarchy3"/>
    <dgm:cxn modelId="{28531EF3-E87D-4B62-AD87-AC96A0534AEB}" type="presParOf" srcId="{0C1CECBC-0091-4DA1-852C-CF6085626749}" destId="{D8FB5317-95E6-4CCD-B67B-EB7FECD91711}" srcOrd="4" destOrd="0" presId="urn:microsoft.com/office/officeart/2005/8/layout/hierarchy3"/>
    <dgm:cxn modelId="{7EA748BA-B347-4A9C-823F-B271F69EE531}" type="presParOf" srcId="{0C1CECBC-0091-4DA1-852C-CF6085626749}" destId="{0B1E8C26-20B2-47D4-8DAB-8532568D6016}" srcOrd="5" destOrd="0" presId="urn:microsoft.com/office/officeart/2005/8/layout/hierarchy3"/>
    <dgm:cxn modelId="{60F6D86F-D9B5-4E61-AC4E-66F73B77A8F9}" type="presParOf" srcId="{0C1CECBC-0091-4DA1-852C-CF6085626749}" destId="{00313B18-5203-4EDE-84B3-FA79D9BD193E}" srcOrd="6" destOrd="0" presId="urn:microsoft.com/office/officeart/2005/8/layout/hierarchy3"/>
    <dgm:cxn modelId="{BF4AA5F6-F9D9-450A-B281-3C9B5AAEB343}" type="presParOf" srcId="{0C1CECBC-0091-4DA1-852C-CF6085626749}" destId="{470574B2-6D9B-47BF-8AD5-2FD49D929934}" srcOrd="7" destOrd="0" presId="urn:microsoft.com/office/officeart/2005/8/layout/hierarchy3"/>
    <dgm:cxn modelId="{256BACE6-45B2-4565-A162-F443D360EBA5}" type="presParOf" srcId="{FE46291A-A0BB-45AF-91C1-01E4158B14A0}" destId="{9F6369A6-38B7-4A48-8C0C-B74EADD484B4}" srcOrd="2" destOrd="0" presId="urn:microsoft.com/office/officeart/2005/8/layout/hierarchy3"/>
    <dgm:cxn modelId="{9FC2B115-4D79-42AC-890E-BA04A255F3B3}" type="presParOf" srcId="{9F6369A6-38B7-4A48-8C0C-B74EADD484B4}" destId="{308ED643-A6F2-43E2-A718-9C4433862DF3}" srcOrd="0" destOrd="0" presId="urn:microsoft.com/office/officeart/2005/8/layout/hierarchy3"/>
    <dgm:cxn modelId="{75DED279-7E08-495D-B4E8-4D8D7434D6AE}" type="presParOf" srcId="{308ED643-A6F2-43E2-A718-9C4433862DF3}" destId="{84F6DF17-2796-4F89-BBD6-45B73B94B326}" srcOrd="0" destOrd="0" presId="urn:microsoft.com/office/officeart/2005/8/layout/hierarchy3"/>
    <dgm:cxn modelId="{3CBB08DE-D320-408A-9C47-70B3F20A8653}" type="presParOf" srcId="{308ED643-A6F2-43E2-A718-9C4433862DF3}" destId="{FBBBD26D-0C17-47E6-915B-B1EBD22E65A5}" srcOrd="1" destOrd="0" presId="urn:microsoft.com/office/officeart/2005/8/layout/hierarchy3"/>
    <dgm:cxn modelId="{C8994ECA-4EAC-48BD-804F-F97E5365585A}" type="presParOf" srcId="{9F6369A6-38B7-4A48-8C0C-B74EADD484B4}" destId="{3B486253-1D12-4F32-BAD1-9CAB62E58998}" srcOrd="1" destOrd="0" presId="urn:microsoft.com/office/officeart/2005/8/layout/hierarchy3"/>
    <dgm:cxn modelId="{5464D86E-4F13-4C02-AEAB-7EBB1E5278E3}" type="presParOf" srcId="{3B486253-1D12-4F32-BAD1-9CAB62E58998}" destId="{24362C85-2FC0-44D1-ABA7-B1158C99AA92}" srcOrd="0" destOrd="0" presId="urn:microsoft.com/office/officeart/2005/8/layout/hierarchy3"/>
    <dgm:cxn modelId="{E88B038A-2983-4C94-B845-F960139B39D2}" type="presParOf" srcId="{3B486253-1D12-4F32-BAD1-9CAB62E58998}" destId="{AAAF1C12-16A8-47FA-AD17-CA6567EFED9B}" srcOrd="1" destOrd="0" presId="urn:microsoft.com/office/officeart/2005/8/layout/hierarchy3"/>
    <dgm:cxn modelId="{C80E36A9-3227-4D26-93ED-6736764843C5}" type="presParOf" srcId="{3B486253-1D12-4F32-BAD1-9CAB62E58998}" destId="{91C42F0B-7F77-415E-B49D-6FD16D12C5E6}" srcOrd="2" destOrd="0" presId="urn:microsoft.com/office/officeart/2005/8/layout/hierarchy3"/>
    <dgm:cxn modelId="{99E8FDCE-1B6A-41D6-9C2F-FEE5EFA2BE4B}" type="presParOf" srcId="{3B486253-1D12-4F32-BAD1-9CAB62E58998}" destId="{9F2ACFFF-B1BF-4C52-98E9-0BEEEE2A8224}" srcOrd="3" destOrd="0" presId="urn:microsoft.com/office/officeart/2005/8/layout/hierarchy3"/>
    <dgm:cxn modelId="{B203A1A9-9564-4225-8E3A-B26BE5F03C59}" type="presParOf" srcId="{3B486253-1D12-4F32-BAD1-9CAB62E58998}" destId="{3286CB7A-26D7-42C3-BA78-8DCDAC5EDAB9}" srcOrd="4" destOrd="0" presId="urn:microsoft.com/office/officeart/2005/8/layout/hierarchy3"/>
    <dgm:cxn modelId="{7B5D86F8-4F07-4EE1-A508-7FE54F2496D2}" type="presParOf" srcId="{3B486253-1D12-4F32-BAD1-9CAB62E58998}" destId="{F9503E27-E241-4037-B18C-7D44291ABDAB}" srcOrd="5" destOrd="0" presId="urn:microsoft.com/office/officeart/2005/8/layout/hierarchy3"/>
    <dgm:cxn modelId="{51126F46-B16A-4161-BDE4-F4C254460133}" type="presParOf" srcId="{FE46291A-A0BB-45AF-91C1-01E4158B14A0}" destId="{39A1B23F-54F6-4FBD-BE64-0E76369B2750}" srcOrd="3" destOrd="0" presId="urn:microsoft.com/office/officeart/2005/8/layout/hierarchy3"/>
    <dgm:cxn modelId="{2CB29824-CCC2-427C-A38B-B986E029957B}" type="presParOf" srcId="{39A1B23F-54F6-4FBD-BE64-0E76369B2750}" destId="{481DE480-6BDA-43DF-B9B2-C51DAF0C1C51}" srcOrd="0" destOrd="0" presId="urn:microsoft.com/office/officeart/2005/8/layout/hierarchy3"/>
    <dgm:cxn modelId="{4C9B36AD-2BCD-4727-86AA-58112472131A}" type="presParOf" srcId="{481DE480-6BDA-43DF-B9B2-C51DAF0C1C51}" destId="{5BC38429-5F9A-48C5-A1A9-2F10FBE8AF7C}" srcOrd="0" destOrd="0" presId="urn:microsoft.com/office/officeart/2005/8/layout/hierarchy3"/>
    <dgm:cxn modelId="{6581A047-F5C3-45C1-84E9-3DB1C89D0F0D}" type="presParOf" srcId="{481DE480-6BDA-43DF-B9B2-C51DAF0C1C51}" destId="{48E66677-AAEC-4777-B1A7-4DB2AB10A923}" srcOrd="1" destOrd="0" presId="urn:microsoft.com/office/officeart/2005/8/layout/hierarchy3"/>
    <dgm:cxn modelId="{7F3C54BD-69D1-4F8B-84C6-C8943088C9FD}" type="presParOf" srcId="{39A1B23F-54F6-4FBD-BE64-0E76369B2750}" destId="{83E7A3AB-75D4-491B-84FC-9E04CC02C0E4}" srcOrd="1" destOrd="0" presId="urn:microsoft.com/office/officeart/2005/8/layout/hierarchy3"/>
    <dgm:cxn modelId="{5D4663BD-3A0D-4634-9B0B-E3CAF9442EDB}" type="presParOf" srcId="{83E7A3AB-75D4-491B-84FC-9E04CC02C0E4}" destId="{A6039C8A-0474-4F1F-A998-FDDC3D0C1A20}" srcOrd="0" destOrd="0" presId="urn:microsoft.com/office/officeart/2005/8/layout/hierarchy3"/>
    <dgm:cxn modelId="{6E85905D-790B-4F5F-A3B3-A52195F9C9FA}" type="presParOf" srcId="{83E7A3AB-75D4-491B-84FC-9E04CC02C0E4}" destId="{519377EC-4756-4486-B367-CC5C56FBC3BF}" srcOrd="1" destOrd="0" presId="urn:microsoft.com/office/officeart/2005/8/layout/hierarchy3"/>
    <dgm:cxn modelId="{13CA6047-486F-4CE3-A8A8-40F3BF31425B}" type="presParOf" srcId="{83E7A3AB-75D4-491B-84FC-9E04CC02C0E4}" destId="{9563D955-8FFA-499C-9B74-4827B4F5D3EA}" srcOrd="2" destOrd="0" presId="urn:microsoft.com/office/officeart/2005/8/layout/hierarchy3"/>
    <dgm:cxn modelId="{523C9A81-5247-4AE3-A1FA-36E5A068F5AB}" type="presParOf" srcId="{83E7A3AB-75D4-491B-84FC-9E04CC02C0E4}" destId="{BEFAFF35-11FA-4CF3-A44E-44533FE1B1DB}" srcOrd="3" destOrd="0" presId="urn:microsoft.com/office/officeart/2005/8/layout/hierarchy3"/>
    <dgm:cxn modelId="{FA64B6F4-E05A-4C3E-94A9-3627EDBC436B}" type="presParOf" srcId="{83E7A3AB-75D4-491B-84FC-9E04CC02C0E4}" destId="{8541FA5B-C6CA-40CC-BDE1-AF7177A26A2F}" srcOrd="4" destOrd="0" presId="urn:microsoft.com/office/officeart/2005/8/layout/hierarchy3"/>
    <dgm:cxn modelId="{D83F1053-8801-4825-9D1D-E0B7343EE85F}" type="presParOf" srcId="{83E7A3AB-75D4-491B-84FC-9E04CC02C0E4}" destId="{D3FA7DA7-72B6-48BA-A9FE-E39AE12E56E1}" srcOrd="5" destOrd="0" presId="urn:microsoft.com/office/officeart/2005/8/layout/hierarchy3"/>
    <dgm:cxn modelId="{E2B77128-51D2-461B-8D2D-8DF24D9BECED}" type="presParOf" srcId="{83E7A3AB-75D4-491B-84FC-9E04CC02C0E4}" destId="{D7AAA49C-DF53-4FA4-9440-71452A9710BC}" srcOrd="6" destOrd="0" presId="urn:microsoft.com/office/officeart/2005/8/layout/hierarchy3"/>
    <dgm:cxn modelId="{2BEFFB63-A489-4C67-A9E0-27226FA903BE}" type="presParOf" srcId="{83E7A3AB-75D4-491B-84FC-9E04CC02C0E4}" destId="{4A691132-55E3-4B5D-A8AD-146828BB0528}" srcOrd="7" destOrd="0" presId="urn:microsoft.com/office/officeart/2005/8/layout/hierarchy3"/>
    <dgm:cxn modelId="{1FF4FE1F-BA92-4A56-BACF-42CEA0ADDF82}" type="presParOf" srcId="{FE46291A-A0BB-45AF-91C1-01E4158B14A0}" destId="{C34D30DB-428D-4E48-A060-02529BD01B46}" srcOrd="4" destOrd="0" presId="urn:microsoft.com/office/officeart/2005/8/layout/hierarchy3"/>
    <dgm:cxn modelId="{475EE593-10FD-45D6-AC7D-CF2C8C88F317}" type="presParOf" srcId="{C34D30DB-428D-4E48-A060-02529BD01B46}" destId="{75DC517A-246A-4BBC-A798-AA69AE55F1F7}" srcOrd="0" destOrd="0" presId="urn:microsoft.com/office/officeart/2005/8/layout/hierarchy3"/>
    <dgm:cxn modelId="{DB9896E9-8407-4DF9-8FD0-381E13EE89EF}" type="presParOf" srcId="{75DC517A-246A-4BBC-A798-AA69AE55F1F7}" destId="{90BF3C06-FCD1-47C5-A279-03A41375E198}" srcOrd="0" destOrd="0" presId="urn:microsoft.com/office/officeart/2005/8/layout/hierarchy3"/>
    <dgm:cxn modelId="{D64344F2-5F06-4E77-9012-BE893ECE5507}" type="presParOf" srcId="{75DC517A-246A-4BBC-A798-AA69AE55F1F7}" destId="{8A8EEE50-0656-4458-B5FE-F908C0261E15}" srcOrd="1" destOrd="0" presId="urn:microsoft.com/office/officeart/2005/8/layout/hierarchy3"/>
    <dgm:cxn modelId="{FAA4A52E-4C29-4AF4-A37B-332BAA45C4C1}" type="presParOf" srcId="{C34D30DB-428D-4E48-A060-02529BD01B46}" destId="{A89B6ED9-ED40-48D6-B16D-429463A590DB}" srcOrd="1" destOrd="0" presId="urn:microsoft.com/office/officeart/2005/8/layout/hierarchy3"/>
    <dgm:cxn modelId="{B2EBF1E8-652A-4E13-BEE4-98F1BDCEFDFA}" type="presParOf" srcId="{A89B6ED9-ED40-48D6-B16D-429463A590DB}" destId="{861FEA3D-A657-4BDB-9DCB-A65044ED976A}" srcOrd="0" destOrd="0" presId="urn:microsoft.com/office/officeart/2005/8/layout/hierarchy3"/>
    <dgm:cxn modelId="{7EC45767-7681-4979-A4FD-BE703AA97E1A}" type="presParOf" srcId="{A89B6ED9-ED40-48D6-B16D-429463A590DB}" destId="{8F0AD401-D469-4443-A184-C30904352207}" srcOrd="1" destOrd="0" presId="urn:microsoft.com/office/officeart/2005/8/layout/hierarchy3"/>
    <dgm:cxn modelId="{A0930EFD-7E55-4B3B-AD4D-15D11A08724D}" type="presParOf" srcId="{A89B6ED9-ED40-48D6-B16D-429463A590DB}" destId="{597A1F48-6395-455F-8568-1E11569A471A}" srcOrd="2" destOrd="0" presId="urn:microsoft.com/office/officeart/2005/8/layout/hierarchy3"/>
    <dgm:cxn modelId="{AD878059-D4C5-4587-8435-F9BBD4496ADC}" type="presParOf" srcId="{A89B6ED9-ED40-48D6-B16D-429463A590DB}" destId="{58C10E68-B716-4A49-8A1D-A5852546BAD5}" srcOrd="3" destOrd="0" presId="urn:microsoft.com/office/officeart/2005/8/layout/hierarchy3"/>
    <dgm:cxn modelId="{548286CA-312D-455F-A09D-948609AA0E6F}" type="presParOf" srcId="{A89B6ED9-ED40-48D6-B16D-429463A590DB}" destId="{5783A448-6EAD-4964-9BB8-114CC84A8100}" srcOrd="4" destOrd="0" presId="urn:microsoft.com/office/officeart/2005/8/layout/hierarchy3"/>
    <dgm:cxn modelId="{71F9DF9A-94D2-42E9-B025-3C06E97FDBE9}" type="presParOf" srcId="{A89B6ED9-ED40-48D6-B16D-429463A590DB}" destId="{3DAEE623-4C2F-462C-8BF7-5B7875CE5577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F59A55-1090-4D0D-AD87-2F0061BFD377}" type="doc">
      <dgm:prSet loTypeId="urn:microsoft.com/office/officeart/2005/8/layout/bProcess3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144124C-D58C-42FD-865A-A45B142BC8E2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gm:spPr>
      <dgm:t>
        <a:bodyPr/>
        <a:lstStyle/>
        <a:p>
          <a:r>
            <a:rPr lang="en-US" dirty="0"/>
            <a:t>Augmented Training data (length: 69937)</a:t>
          </a:r>
        </a:p>
      </dgm:t>
    </dgm:pt>
    <dgm:pt modelId="{0D431BEE-844A-4398-8832-1A0842A30C1D}" type="parTrans" cxnId="{C6F8E557-2D56-4C04-B662-3E106A0E117D}">
      <dgm:prSet/>
      <dgm:spPr/>
      <dgm:t>
        <a:bodyPr/>
        <a:lstStyle/>
        <a:p>
          <a:endParaRPr lang="en-US"/>
        </a:p>
      </dgm:t>
    </dgm:pt>
    <dgm:pt modelId="{1B71B47A-F422-4374-99CB-6A6CAEB727FE}" type="sibTrans" cxnId="{C6F8E557-2D56-4C04-B662-3E106A0E117D}">
      <dgm:prSet/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gm:spPr>
      <dgm:t>
        <a:bodyPr/>
        <a:lstStyle/>
        <a:p>
          <a:endParaRPr lang="en-US"/>
        </a:p>
      </dgm:t>
    </dgm:pt>
    <dgm:pt modelId="{5D6C946C-B301-4014-9469-DC4AE3F2013A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gm:spPr>
      <dgm:t>
        <a:bodyPr/>
        <a:lstStyle/>
        <a:p>
          <a:r>
            <a:rPr lang="en-US" sz="2600" dirty="0"/>
            <a:t>Model: Voting Hard</a:t>
          </a:r>
        </a:p>
      </dgm:t>
    </dgm:pt>
    <dgm:pt modelId="{24719B05-10FB-46B2-A27F-1FDAB2DBBADA}" type="parTrans" cxnId="{59935E2F-1A64-41CB-8416-F90B9DD062A9}">
      <dgm:prSet/>
      <dgm:spPr/>
      <dgm:t>
        <a:bodyPr/>
        <a:lstStyle/>
        <a:p>
          <a:endParaRPr lang="en-US"/>
        </a:p>
      </dgm:t>
    </dgm:pt>
    <dgm:pt modelId="{1B78C18B-7B42-419D-8BFF-7ED2EECF28D4}" type="sibTrans" cxnId="{59935E2F-1A64-41CB-8416-F90B9DD062A9}">
      <dgm:prSet/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gm:spPr>
      <dgm:t>
        <a:bodyPr/>
        <a:lstStyle/>
        <a:p>
          <a:endParaRPr lang="en-US"/>
        </a:p>
      </dgm:t>
    </dgm:pt>
    <dgm:pt modelId="{F6154CF7-76AA-49FA-B1A5-2A54C9C5D005}">
      <dgm:prSet phldrT="[Text]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gm:spPr>
      <dgm:t>
        <a:bodyPr/>
        <a:lstStyle/>
        <a:p>
          <a:r>
            <a:rPr lang="en-US" dirty="0"/>
            <a:t>Predictions on pre-processed test data (length: 244187)</a:t>
          </a:r>
        </a:p>
      </dgm:t>
    </dgm:pt>
    <dgm:pt modelId="{21D1002A-FBFE-4FD6-B1C3-5759380E8F8A}" type="parTrans" cxnId="{11EFDEF4-9AD0-4A2F-A402-4258351B1A27}">
      <dgm:prSet/>
      <dgm:spPr/>
      <dgm:t>
        <a:bodyPr/>
        <a:lstStyle/>
        <a:p>
          <a:endParaRPr lang="en-US"/>
        </a:p>
      </dgm:t>
    </dgm:pt>
    <dgm:pt modelId="{A499DD55-F3B5-4454-90F5-4B1DE81FF512}" type="sibTrans" cxnId="{11EFDEF4-9AD0-4A2F-A402-4258351B1A27}">
      <dgm:prSet/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gm:spPr>
      <dgm:t>
        <a:bodyPr/>
        <a:lstStyle/>
        <a:p>
          <a:endParaRPr lang="en-US"/>
        </a:p>
      </dgm:t>
    </dgm:pt>
    <dgm:pt modelId="{863660DE-6C31-4238-9FDC-BD7DCB30CE94}">
      <dgm:prSet phldrT="[Text]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gm:spPr>
      <dgm:t>
        <a:bodyPr/>
        <a:lstStyle/>
        <a:p>
          <a:r>
            <a:rPr lang="en-US" dirty="0"/>
            <a:t>Predictions from the model</a:t>
          </a:r>
        </a:p>
      </dgm:t>
    </dgm:pt>
    <dgm:pt modelId="{97273AE2-FFE4-4843-B7D4-C7155196D8F9}" type="parTrans" cxnId="{76B5796C-713A-4828-9B5E-4929247FAB2F}">
      <dgm:prSet/>
      <dgm:spPr/>
      <dgm:t>
        <a:bodyPr/>
        <a:lstStyle/>
        <a:p>
          <a:endParaRPr lang="en-US"/>
        </a:p>
      </dgm:t>
    </dgm:pt>
    <dgm:pt modelId="{35E20615-CF2B-48F2-BB77-1CEDC4C4EF95}" type="sibTrans" cxnId="{76B5796C-713A-4828-9B5E-4929247FAB2F}">
      <dgm:prSet/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gm:spPr>
      <dgm:t>
        <a:bodyPr/>
        <a:lstStyle/>
        <a:p>
          <a:endParaRPr lang="en-US"/>
        </a:p>
      </dgm:t>
    </dgm:pt>
    <dgm:pt modelId="{99AD70E4-4BDC-4F2A-8A43-02079DB0468E}">
      <dgm:prSet phldrT="[Text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gm:spPr>
      <dgm:t>
        <a:bodyPr/>
        <a:lstStyle/>
        <a:p>
          <a:r>
            <a:rPr lang="en-US" dirty="0"/>
            <a:t>Predictions using fuzzy tfidf matching of FEAT1</a:t>
          </a:r>
        </a:p>
      </dgm:t>
    </dgm:pt>
    <dgm:pt modelId="{8DCD4902-8F42-4087-91FE-7A2879E37851}" type="parTrans" cxnId="{229DCAAB-E219-4AAC-8767-0983E21BE55A}">
      <dgm:prSet/>
      <dgm:spPr/>
      <dgm:t>
        <a:bodyPr/>
        <a:lstStyle/>
        <a:p>
          <a:endParaRPr lang="en-US"/>
        </a:p>
      </dgm:t>
    </dgm:pt>
    <dgm:pt modelId="{2A5A53C1-D7A6-41C4-9C47-50F7CAEA8737}" type="sibTrans" cxnId="{229DCAAB-E219-4AAC-8767-0983E21BE55A}">
      <dgm:prSet/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gm:spPr>
      <dgm:t>
        <a:bodyPr/>
        <a:lstStyle/>
        <a:p>
          <a:endParaRPr lang="en-US"/>
        </a:p>
      </dgm:t>
    </dgm:pt>
    <dgm:pt modelId="{A58A3339-57F7-4E61-A5FA-D792BC9C69C5}">
      <dgm:prSet phldrT="[Text]" custT="1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gm:spPr>
      <dgm:t>
        <a:bodyPr/>
        <a:lstStyle/>
        <a:p>
          <a:r>
            <a:rPr lang="en-US" sz="2400" dirty="0"/>
            <a:t>Random Forest</a:t>
          </a:r>
        </a:p>
      </dgm:t>
    </dgm:pt>
    <dgm:pt modelId="{D5FD2DF9-BDD1-4120-B2A7-6444443729AC}" type="parTrans" cxnId="{C57EE737-5A09-4832-A077-A9C5D370549C}">
      <dgm:prSet/>
      <dgm:spPr/>
      <dgm:t>
        <a:bodyPr/>
        <a:lstStyle/>
        <a:p>
          <a:endParaRPr lang="en-US"/>
        </a:p>
      </dgm:t>
    </dgm:pt>
    <dgm:pt modelId="{9274E03B-A7D6-46A9-BA1A-C78FED4BEA24}" type="sibTrans" cxnId="{C57EE737-5A09-4832-A077-A9C5D370549C}">
      <dgm:prSet/>
      <dgm:spPr/>
      <dgm:t>
        <a:bodyPr/>
        <a:lstStyle/>
        <a:p>
          <a:endParaRPr lang="en-US"/>
        </a:p>
      </dgm:t>
    </dgm:pt>
    <dgm:pt modelId="{A73CFDF8-F233-49B8-9947-57C8F65F2819}">
      <dgm:prSet phldrT="[Text]" custT="1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gm:spPr>
      <dgm:t>
        <a:bodyPr/>
        <a:lstStyle/>
        <a:p>
          <a:r>
            <a:rPr lang="en-US" sz="2400" dirty="0"/>
            <a:t>Logistic Regression</a:t>
          </a:r>
        </a:p>
      </dgm:t>
    </dgm:pt>
    <dgm:pt modelId="{0A6D7B62-151E-40BC-89FC-69CA7423112D}" type="parTrans" cxnId="{E91A8BCB-90A8-43A7-AF1B-C3972C65BB37}">
      <dgm:prSet/>
      <dgm:spPr/>
      <dgm:t>
        <a:bodyPr/>
        <a:lstStyle/>
        <a:p>
          <a:endParaRPr lang="en-US"/>
        </a:p>
      </dgm:t>
    </dgm:pt>
    <dgm:pt modelId="{D28A8ED6-D4A0-4301-A0D8-15AFBE5C8E60}" type="sibTrans" cxnId="{E91A8BCB-90A8-43A7-AF1B-C3972C65BB37}">
      <dgm:prSet/>
      <dgm:spPr/>
      <dgm:t>
        <a:bodyPr/>
        <a:lstStyle/>
        <a:p>
          <a:endParaRPr lang="en-US"/>
        </a:p>
      </dgm:t>
    </dgm:pt>
    <dgm:pt modelId="{554A8D62-4BCE-431F-94EE-309BC7776609}">
      <dgm:prSet phldrT="[Text]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gm:spPr>
      <dgm:t>
        <a:bodyPr/>
        <a:lstStyle/>
        <a:p>
          <a:r>
            <a:rPr lang="en-US" dirty="0"/>
            <a:t>TF category: 67.75 </a:t>
          </a:r>
          <a:br>
            <a:rPr lang="en-US" dirty="0"/>
          </a:br>
          <a:r>
            <a:rPr lang="en-US" dirty="0"/>
            <a:t>TF variety: 80.06</a:t>
          </a:r>
        </a:p>
      </dgm:t>
    </dgm:pt>
    <dgm:pt modelId="{AF5D2050-37C9-4829-B9C4-D9F146EC639F}" type="parTrans" cxnId="{CC2DEEB9-6788-4985-AB1F-5BA304B0CE3C}">
      <dgm:prSet/>
      <dgm:spPr/>
      <dgm:t>
        <a:bodyPr/>
        <a:lstStyle/>
        <a:p>
          <a:endParaRPr lang="en-US"/>
        </a:p>
      </dgm:t>
    </dgm:pt>
    <dgm:pt modelId="{CFEE4F3C-8938-4D3E-8ACA-86D34B19C96D}" type="sibTrans" cxnId="{CC2DEEB9-6788-4985-AB1F-5BA304B0CE3C}">
      <dgm:prSet/>
      <dgm:spPr/>
      <dgm:t>
        <a:bodyPr/>
        <a:lstStyle/>
        <a:p>
          <a:endParaRPr lang="en-US"/>
        </a:p>
      </dgm:t>
    </dgm:pt>
    <dgm:pt modelId="{679A6805-7D4A-45F4-89EF-6ED7776D09BB}" type="pres">
      <dgm:prSet presAssocID="{BCF59A55-1090-4D0D-AD87-2F0061BFD377}" presName="Name0" presStyleCnt="0">
        <dgm:presLayoutVars>
          <dgm:dir/>
          <dgm:resizeHandles val="exact"/>
        </dgm:presLayoutVars>
      </dgm:prSet>
      <dgm:spPr/>
    </dgm:pt>
    <dgm:pt modelId="{ED108872-FFA2-4A4D-B353-860F6646CFCA}" type="pres">
      <dgm:prSet presAssocID="{E144124C-D58C-42FD-865A-A45B142BC8E2}" presName="node" presStyleLbl="node1" presStyleIdx="0" presStyleCnt="6">
        <dgm:presLayoutVars>
          <dgm:bulletEnabled val="1"/>
        </dgm:presLayoutVars>
      </dgm:prSet>
      <dgm:spPr/>
    </dgm:pt>
    <dgm:pt modelId="{15F8CD7C-066B-4FC7-9818-B81A7A6123BD}" type="pres">
      <dgm:prSet presAssocID="{1B71B47A-F422-4374-99CB-6A6CAEB727FE}" presName="sibTrans" presStyleLbl="sibTrans1D1" presStyleIdx="0" presStyleCnt="5"/>
      <dgm:spPr/>
    </dgm:pt>
    <dgm:pt modelId="{88783B83-C65E-4A14-9540-9C5AD093E9E0}" type="pres">
      <dgm:prSet presAssocID="{1B71B47A-F422-4374-99CB-6A6CAEB727FE}" presName="connectorText" presStyleLbl="sibTrans1D1" presStyleIdx="0" presStyleCnt="5"/>
      <dgm:spPr/>
    </dgm:pt>
    <dgm:pt modelId="{C7BD7B34-8361-4EDC-8E8E-55B832D082D3}" type="pres">
      <dgm:prSet presAssocID="{5D6C946C-B301-4014-9469-DC4AE3F2013A}" presName="node" presStyleLbl="node1" presStyleIdx="1" presStyleCnt="6">
        <dgm:presLayoutVars>
          <dgm:bulletEnabled val="1"/>
        </dgm:presLayoutVars>
      </dgm:prSet>
      <dgm:spPr/>
    </dgm:pt>
    <dgm:pt modelId="{24871098-3E63-4D18-9BFA-02A267CB5FE5}" type="pres">
      <dgm:prSet presAssocID="{1B78C18B-7B42-419D-8BFF-7ED2EECF28D4}" presName="sibTrans" presStyleLbl="sibTrans1D1" presStyleIdx="1" presStyleCnt="5"/>
      <dgm:spPr/>
    </dgm:pt>
    <dgm:pt modelId="{5E48ECB8-6590-4078-BCAA-FCAD30BE55BB}" type="pres">
      <dgm:prSet presAssocID="{1B78C18B-7B42-419D-8BFF-7ED2EECF28D4}" presName="connectorText" presStyleLbl="sibTrans1D1" presStyleIdx="1" presStyleCnt="5"/>
      <dgm:spPr/>
    </dgm:pt>
    <dgm:pt modelId="{447D6834-1ED0-48C4-9F20-90CDA34B7CDF}" type="pres">
      <dgm:prSet presAssocID="{F6154CF7-76AA-49FA-B1A5-2A54C9C5D005}" presName="node" presStyleLbl="node1" presStyleIdx="2" presStyleCnt="6">
        <dgm:presLayoutVars>
          <dgm:bulletEnabled val="1"/>
        </dgm:presLayoutVars>
      </dgm:prSet>
      <dgm:spPr/>
    </dgm:pt>
    <dgm:pt modelId="{157F73ED-BDE7-4FF3-A875-BE06161D0B7A}" type="pres">
      <dgm:prSet presAssocID="{A499DD55-F3B5-4454-90F5-4B1DE81FF512}" presName="sibTrans" presStyleLbl="sibTrans1D1" presStyleIdx="2" presStyleCnt="5"/>
      <dgm:spPr/>
    </dgm:pt>
    <dgm:pt modelId="{BDA9D9E3-7CF2-4B41-BF26-CE9CFB7BFA15}" type="pres">
      <dgm:prSet presAssocID="{A499DD55-F3B5-4454-90F5-4B1DE81FF512}" presName="connectorText" presStyleLbl="sibTrans1D1" presStyleIdx="2" presStyleCnt="5"/>
      <dgm:spPr/>
    </dgm:pt>
    <dgm:pt modelId="{508446D9-8DBB-4FA4-B2F8-935586F4778B}" type="pres">
      <dgm:prSet presAssocID="{863660DE-6C31-4238-9FDC-BD7DCB30CE94}" presName="node" presStyleLbl="node1" presStyleIdx="3" presStyleCnt="6">
        <dgm:presLayoutVars>
          <dgm:bulletEnabled val="1"/>
        </dgm:presLayoutVars>
      </dgm:prSet>
      <dgm:spPr/>
    </dgm:pt>
    <dgm:pt modelId="{53E42C39-F89F-48FC-BECB-83D5E11A8F15}" type="pres">
      <dgm:prSet presAssocID="{35E20615-CF2B-48F2-BB77-1CEDC4C4EF95}" presName="sibTrans" presStyleLbl="sibTrans1D1" presStyleIdx="3" presStyleCnt="5"/>
      <dgm:spPr/>
    </dgm:pt>
    <dgm:pt modelId="{5B56AD89-47F7-4E45-B5D1-E0D2D1DE46A8}" type="pres">
      <dgm:prSet presAssocID="{35E20615-CF2B-48F2-BB77-1CEDC4C4EF95}" presName="connectorText" presStyleLbl="sibTrans1D1" presStyleIdx="3" presStyleCnt="5"/>
      <dgm:spPr/>
    </dgm:pt>
    <dgm:pt modelId="{409509F3-9A24-40D9-9FC0-5C4BDE4579F2}" type="pres">
      <dgm:prSet presAssocID="{99AD70E4-4BDC-4F2A-8A43-02079DB0468E}" presName="node" presStyleLbl="node1" presStyleIdx="4" presStyleCnt="6">
        <dgm:presLayoutVars>
          <dgm:bulletEnabled val="1"/>
        </dgm:presLayoutVars>
      </dgm:prSet>
      <dgm:spPr/>
    </dgm:pt>
    <dgm:pt modelId="{75C1E752-5332-46BE-BC77-D641E7FF1ACA}" type="pres">
      <dgm:prSet presAssocID="{2A5A53C1-D7A6-41C4-9C47-50F7CAEA8737}" presName="sibTrans" presStyleLbl="sibTrans1D1" presStyleIdx="4" presStyleCnt="5"/>
      <dgm:spPr/>
    </dgm:pt>
    <dgm:pt modelId="{8B3388AC-9D66-4D53-8B65-52F119D90274}" type="pres">
      <dgm:prSet presAssocID="{2A5A53C1-D7A6-41C4-9C47-50F7CAEA8737}" presName="connectorText" presStyleLbl="sibTrans1D1" presStyleIdx="4" presStyleCnt="5"/>
      <dgm:spPr/>
    </dgm:pt>
    <dgm:pt modelId="{A88E65A0-3BBB-4D55-B9EB-727DEE82CF24}" type="pres">
      <dgm:prSet presAssocID="{554A8D62-4BCE-431F-94EE-309BC7776609}" presName="node" presStyleLbl="node1" presStyleIdx="5" presStyleCnt="6">
        <dgm:presLayoutVars>
          <dgm:bulletEnabled val="1"/>
        </dgm:presLayoutVars>
      </dgm:prSet>
      <dgm:spPr/>
    </dgm:pt>
  </dgm:ptLst>
  <dgm:cxnLst>
    <dgm:cxn modelId="{7A478704-81FA-4950-A692-564AA5F370F4}" type="presOf" srcId="{A73CFDF8-F233-49B8-9947-57C8F65F2819}" destId="{C7BD7B34-8361-4EDC-8E8E-55B832D082D3}" srcOrd="0" destOrd="2" presId="urn:microsoft.com/office/officeart/2005/8/layout/bProcess3"/>
    <dgm:cxn modelId="{0CBA4005-F591-47D0-9F79-87F7A2D9F399}" type="presOf" srcId="{BCF59A55-1090-4D0D-AD87-2F0061BFD377}" destId="{679A6805-7D4A-45F4-89EF-6ED7776D09BB}" srcOrd="0" destOrd="0" presId="urn:microsoft.com/office/officeart/2005/8/layout/bProcess3"/>
    <dgm:cxn modelId="{2588AF05-8EDA-4C7D-B356-2621F029AE86}" type="presOf" srcId="{A499DD55-F3B5-4454-90F5-4B1DE81FF512}" destId="{157F73ED-BDE7-4FF3-A875-BE06161D0B7A}" srcOrd="0" destOrd="0" presId="urn:microsoft.com/office/officeart/2005/8/layout/bProcess3"/>
    <dgm:cxn modelId="{E812AD1A-579A-4F18-9719-7C922C0194AC}" type="presOf" srcId="{99AD70E4-4BDC-4F2A-8A43-02079DB0468E}" destId="{409509F3-9A24-40D9-9FC0-5C4BDE4579F2}" srcOrd="0" destOrd="0" presId="urn:microsoft.com/office/officeart/2005/8/layout/bProcess3"/>
    <dgm:cxn modelId="{59935E2F-1A64-41CB-8416-F90B9DD062A9}" srcId="{BCF59A55-1090-4D0D-AD87-2F0061BFD377}" destId="{5D6C946C-B301-4014-9469-DC4AE3F2013A}" srcOrd="1" destOrd="0" parTransId="{24719B05-10FB-46B2-A27F-1FDAB2DBBADA}" sibTransId="{1B78C18B-7B42-419D-8BFF-7ED2EECF28D4}"/>
    <dgm:cxn modelId="{C57EE737-5A09-4832-A077-A9C5D370549C}" srcId="{5D6C946C-B301-4014-9469-DC4AE3F2013A}" destId="{A58A3339-57F7-4E61-A5FA-D792BC9C69C5}" srcOrd="0" destOrd="0" parTransId="{D5FD2DF9-BDD1-4120-B2A7-6444443729AC}" sibTransId="{9274E03B-A7D6-46A9-BA1A-C78FED4BEA24}"/>
    <dgm:cxn modelId="{43814A5F-DF7D-49B3-AEC5-FB2DEE60EF2E}" type="presOf" srcId="{A58A3339-57F7-4E61-A5FA-D792BC9C69C5}" destId="{C7BD7B34-8361-4EDC-8E8E-55B832D082D3}" srcOrd="0" destOrd="1" presId="urn:microsoft.com/office/officeart/2005/8/layout/bProcess3"/>
    <dgm:cxn modelId="{3BC7DD47-E916-409C-BC21-4BAA284E0C7E}" type="presOf" srcId="{1B78C18B-7B42-419D-8BFF-7ED2EECF28D4}" destId="{5E48ECB8-6590-4078-BCAA-FCAD30BE55BB}" srcOrd="1" destOrd="0" presId="urn:microsoft.com/office/officeart/2005/8/layout/bProcess3"/>
    <dgm:cxn modelId="{862C7A49-5568-46C4-AEA2-34E4A5B15F61}" type="presOf" srcId="{1B71B47A-F422-4374-99CB-6A6CAEB727FE}" destId="{15F8CD7C-066B-4FC7-9818-B81A7A6123BD}" srcOrd="0" destOrd="0" presId="urn:microsoft.com/office/officeart/2005/8/layout/bProcess3"/>
    <dgm:cxn modelId="{317A6C6C-7D87-4905-87A6-9A5D789798DB}" type="presOf" srcId="{1B71B47A-F422-4374-99CB-6A6CAEB727FE}" destId="{88783B83-C65E-4A14-9540-9C5AD093E9E0}" srcOrd="1" destOrd="0" presId="urn:microsoft.com/office/officeart/2005/8/layout/bProcess3"/>
    <dgm:cxn modelId="{76B5796C-713A-4828-9B5E-4929247FAB2F}" srcId="{BCF59A55-1090-4D0D-AD87-2F0061BFD377}" destId="{863660DE-6C31-4238-9FDC-BD7DCB30CE94}" srcOrd="3" destOrd="0" parTransId="{97273AE2-FFE4-4843-B7D4-C7155196D8F9}" sibTransId="{35E20615-CF2B-48F2-BB77-1CEDC4C4EF95}"/>
    <dgm:cxn modelId="{46C62871-9C1A-49F0-ADE1-EAE84FD74B7D}" type="presOf" srcId="{F6154CF7-76AA-49FA-B1A5-2A54C9C5D005}" destId="{447D6834-1ED0-48C4-9F20-90CDA34B7CDF}" srcOrd="0" destOrd="0" presId="urn:microsoft.com/office/officeart/2005/8/layout/bProcess3"/>
    <dgm:cxn modelId="{C6F8E557-2D56-4C04-B662-3E106A0E117D}" srcId="{BCF59A55-1090-4D0D-AD87-2F0061BFD377}" destId="{E144124C-D58C-42FD-865A-A45B142BC8E2}" srcOrd="0" destOrd="0" parTransId="{0D431BEE-844A-4398-8832-1A0842A30C1D}" sibTransId="{1B71B47A-F422-4374-99CB-6A6CAEB727FE}"/>
    <dgm:cxn modelId="{BA94928D-5EB1-4D9A-8DD6-38013563211F}" type="presOf" srcId="{554A8D62-4BCE-431F-94EE-309BC7776609}" destId="{A88E65A0-3BBB-4D55-B9EB-727DEE82CF24}" srcOrd="0" destOrd="0" presId="urn:microsoft.com/office/officeart/2005/8/layout/bProcess3"/>
    <dgm:cxn modelId="{9ECDA08D-28C2-487C-8EE0-682E04471E7A}" type="presOf" srcId="{2A5A53C1-D7A6-41C4-9C47-50F7CAEA8737}" destId="{75C1E752-5332-46BE-BC77-D641E7FF1ACA}" srcOrd="0" destOrd="0" presId="urn:microsoft.com/office/officeart/2005/8/layout/bProcess3"/>
    <dgm:cxn modelId="{157F6D90-1F11-479F-BC70-0703DA1C64DB}" type="presOf" srcId="{5D6C946C-B301-4014-9469-DC4AE3F2013A}" destId="{C7BD7B34-8361-4EDC-8E8E-55B832D082D3}" srcOrd="0" destOrd="0" presId="urn:microsoft.com/office/officeart/2005/8/layout/bProcess3"/>
    <dgm:cxn modelId="{229DCAAB-E219-4AAC-8767-0983E21BE55A}" srcId="{BCF59A55-1090-4D0D-AD87-2F0061BFD377}" destId="{99AD70E4-4BDC-4F2A-8A43-02079DB0468E}" srcOrd="4" destOrd="0" parTransId="{8DCD4902-8F42-4087-91FE-7A2879E37851}" sibTransId="{2A5A53C1-D7A6-41C4-9C47-50F7CAEA8737}"/>
    <dgm:cxn modelId="{0DA549AC-1492-44FE-A2A1-A371ABB1C140}" type="presOf" srcId="{1B78C18B-7B42-419D-8BFF-7ED2EECF28D4}" destId="{24871098-3E63-4D18-9BFA-02A267CB5FE5}" srcOrd="0" destOrd="0" presId="urn:microsoft.com/office/officeart/2005/8/layout/bProcess3"/>
    <dgm:cxn modelId="{331F4BB1-ED5B-4169-ACCB-98B3D985FFF7}" type="presOf" srcId="{35E20615-CF2B-48F2-BB77-1CEDC4C4EF95}" destId="{5B56AD89-47F7-4E45-B5D1-E0D2D1DE46A8}" srcOrd="1" destOrd="0" presId="urn:microsoft.com/office/officeart/2005/8/layout/bProcess3"/>
    <dgm:cxn modelId="{B0D944B5-4AD0-4A5F-847F-DCD928E3B8F3}" type="presOf" srcId="{E144124C-D58C-42FD-865A-A45B142BC8E2}" destId="{ED108872-FFA2-4A4D-B353-860F6646CFCA}" srcOrd="0" destOrd="0" presId="urn:microsoft.com/office/officeart/2005/8/layout/bProcess3"/>
    <dgm:cxn modelId="{CC2DEEB9-6788-4985-AB1F-5BA304B0CE3C}" srcId="{BCF59A55-1090-4D0D-AD87-2F0061BFD377}" destId="{554A8D62-4BCE-431F-94EE-309BC7776609}" srcOrd="5" destOrd="0" parTransId="{AF5D2050-37C9-4829-B9C4-D9F146EC639F}" sibTransId="{CFEE4F3C-8938-4D3E-8ACA-86D34B19C96D}"/>
    <dgm:cxn modelId="{E91A8BCB-90A8-43A7-AF1B-C3972C65BB37}" srcId="{5D6C946C-B301-4014-9469-DC4AE3F2013A}" destId="{A73CFDF8-F233-49B8-9947-57C8F65F2819}" srcOrd="1" destOrd="0" parTransId="{0A6D7B62-151E-40BC-89FC-69CA7423112D}" sibTransId="{D28A8ED6-D4A0-4301-A0D8-15AFBE5C8E60}"/>
    <dgm:cxn modelId="{3A8785E0-892C-4A90-BF45-C1DB74A19589}" type="presOf" srcId="{2A5A53C1-D7A6-41C4-9C47-50F7CAEA8737}" destId="{8B3388AC-9D66-4D53-8B65-52F119D90274}" srcOrd="1" destOrd="0" presId="urn:microsoft.com/office/officeart/2005/8/layout/bProcess3"/>
    <dgm:cxn modelId="{DD6E49EA-8D4A-4550-A6E4-015012D93B93}" type="presOf" srcId="{863660DE-6C31-4238-9FDC-BD7DCB30CE94}" destId="{508446D9-8DBB-4FA4-B2F8-935586F4778B}" srcOrd="0" destOrd="0" presId="urn:microsoft.com/office/officeart/2005/8/layout/bProcess3"/>
    <dgm:cxn modelId="{B52C4DF3-1F02-4FB3-A6D0-092B5AC7490D}" type="presOf" srcId="{A499DD55-F3B5-4454-90F5-4B1DE81FF512}" destId="{BDA9D9E3-7CF2-4B41-BF26-CE9CFB7BFA15}" srcOrd="1" destOrd="0" presId="urn:microsoft.com/office/officeart/2005/8/layout/bProcess3"/>
    <dgm:cxn modelId="{11EFDEF4-9AD0-4A2F-A402-4258351B1A27}" srcId="{BCF59A55-1090-4D0D-AD87-2F0061BFD377}" destId="{F6154CF7-76AA-49FA-B1A5-2A54C9C5D005}" srcOrd="2" destOrd="0" parTransId="{21D1002A-FBFE-4FD6-B1C3-5759380E8F8A}" sibTransId="{A499DD55-F3B5-4454-90F5-4B1DE81FF512}"/>
    <dgm:cxn modelId="{A086B0F8-2668-460F-B8C2-E8B1FDCC64AA}" type="presOf" srcId="{35E20615-CF2B-48F2-BB77-1CEDC4C4EF95}" destId="{53E42C39-F89F-48FC-BECB-83D5E11A8F15}" srcOrd="0" destOrd="0" presId="urn:microsoft.com/office/officeart/2005/8/layout/bProcess3"/>
    <dgm:cxn modelId="{D95D3064-9E52-4620-90D7-6B533C58762F}" type="presParOf" srcId="{679A6805-7D4A-45F4-89EF-6ED7776D09BB}" destId="{ED108872-FFA2-4A4D-B353-860F6646CFCA}" srcOrd="0" destOrd="0" presId="urn:microsoft.com/office/officeart/2005/8/layout/bProcess3"/>
    <dgm:cxn modelId="{F4979B10-BB60-4F00-97A7-13FF54B1BCB8}" type="presParOf" srcId="{679A6805-7D4A-45F4-89EF-6ED7776D09BB}" destId="{15F8CD7C-066B-4FC7-9818-B81A7A6123BD}" srcOrd="1" destOrd="0" presId="urn:microsoft.com/office/officeart/2005/8/layout/bProcess3"/>
    <dgm:cxn modelId="{2631F23B-0AA5-4D4B-AC23-3D183CE2E723}" type="presParOf" srcId="{15F8CD7C-066B-4FC7-9818-B81A7A6123BD}" destId="{88783B83-C65E-4A14-9540-9C5AD093E9E0}" srcOrd="0" destOrd="0" presId="urn:microsoft.com/office/officeart/2005/8/layout/bProcess3"/>
    <dgm:cxn modelId="{2E469230-8055-47C2-8039-EBD53930FB90}" type="presParOf" srcId="{679A6805-7D4A-45F4-89EF-6ED7776D09BB}" destId="{C7BD7B34-8361-4EDC-8E8E-55B832D082D3}" srcOrd="2" destOrd="0" presId="urn:microsoft.com/office/officeart/2005/8/layout/bProcess3"/>
    <dgm:cxn modelId="{4FDA2760-5591-4F84-A83B-04D213176CE2}" type="presParOf" srcId="{679A6805-7D4A-45F4-89EF-6ED7776D09BB}" destId="{24871098-3E63-4D18-9BFA-02A267CB5FE5}" srcOrd="3" destOrd="0" presId="urn:microsoft.com/office/officeart/2005/8/layout/bProcess3"/>
    <dgm:cxn modelId="{B07C7452-C1D7-47FA-B2AA-16BCC316D5B0}" type="presParOf" srcId="{24871098-3E63-4D18-9BFA-02A267CB5FE5}" destId="{5E48ECB8-6590-4078-BCAA-FCAD30BE55BB}" srcOrd="0" destOrd="0" presId="urn:microsoft.com/office/officeart/2005/8/layout/bProcess3"/>
    <dgm:cxn modelId="{96D3F5A7-7E01-4A30-A3D9-6B276A21A6DA}" type="presParOf" srcId="{679A6805-7D4A-45F4-89EF-6ED7776D09BB}" destId="{447D6834-1ED0-48C4-9F20-90CDA34B7CDF}" srcOrd="4" destOrd="0" presId="urn:microsoft.com/office/officeart/2005/8/layout/bProcess3"/>
    <dgm:cxn modelId="{0E28E245-0A1C-43C8-9358-B4A7AFA0CB66}" type="presParOf" srcId="{679A6805-7D4A-45F4-89EF-6ED7776D09BB}" destId="{157F73ED-BDE7-4FF3-A875-BE06161D0B7A}" srcOrd="5" destOrd="0" presId="urn:microsoft.com/office/officeart/2005/8/layout/bProcess3"/>
    <dgm:cxn modelId="{6285841A-E585-41EF-8526-DD60EF00655A}" type="presParOf" srcId="{157F73ED-BDE7-4FF3-A875-BE06161D0B7A}" destId="{BDA9D9E3-7CF2-4B41-BF26-CE9CFB7BFA15}" srcOrd="0" destOrd="0" presId="urn:microsoft.com/office/officeart/2005/8/layout/bProcess3"/>
    <dgm:cxn modelId="{C69DC5E0-7B17-4779-A0FE-88015BD039DC}" type="presParOf" srcId="{679A6805-7D4A-45F4-89EF-6ED7776D09BB}" destId="{508446D9-8DBB-4FA4-B2F8-935586F4778B}" srcOrd="6" destOrd="0" presId="urn:microsoft.com/office/officeart/2005/8/layout/bProcess3"/>
    <dgm:cxn modelId="{7717D102-22C8-4A8A-BB90-5D070927ECAD}" type="presParOf" srcId="{679A6805-7D4A-45F4-89EF-6ED7776D09BB}" destId="{53E42C39-F89F-48FC-BECB-83D5E11A8F15}" srcOrd="7" destOrd="0" presId="urn:microsoft.com/office/officeart/2005/8/layout/bProcess3"/>
    <dgm:cxn modelId="{5F5EDEF7-6C3C-4FCD-852F-ABD26B447DBF}" type="presParOf" srcId="{53E42C39-F89F-48FC-BECB-83D5E11A8F15}" destId="{5B56AD89-47F7-4E45-B5D1-E0D2D1DE46A8}" srcOrd="0" destOrd="0" presId="urn:microsoft.com/office/officeart/2005/8/layout/bProcess3"/>
    <dgm:cxn modelId="{B180F74C-9DAE-4F20-B1F2-D43DF9789474}" type="presParOf" srcId="{679A6805-7D4A-45F4-89EF-6ED7776D09BB}" destId="{409509F3-9A24-40D9-9FC0-5C4BDE4579F2}" srcOrd="8" destOrd="0" presId="urn:microsoft.com/office/officeart/2005/8/layout/bProcess3"/>
    <dgm:cxn modelId="{2773E9F1-9A09-41FA-96BB-1E0D3BC51D4D}" type="presParOf" srcId="{679A6805-7D4A-45F4-89EF-6ED7776D09BB}" destId="{75C1E752-5332-46BE-BC77-D641E7FF1ACA}" srcOrd="9" destOrd="0" presId="urn:microsoft.com/office/officeart/2005/8/layout/bProcess3"/>
    <dgm:cxn modelId="{B7F9D35E-F467-46EC-BE7B-99513EA4D7E5}" type="presParOf" srcId="{75C1E752-5332-46BE-BC77-D641E7FF1ACA}" destId="{8B3388AC-9D66-4D53-8B65-52F119D90274}" srcOrd="0" destOrd="0" presId="urn:microsoft.com/office/officeart/2005/8/layout/bProcess3"/>
    <dgm:cxn modelId="{9005E6EA-AF11-4201-9735-D3B7C5FB405C}" type="presParOf" srcId="{679A6805-7D4A-45F4-89EF-6ED7776D09BB}" destId="{A88E65A0-3BBB-4D55-B9EB-727DEE82CF24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631440-BC67-43E5-999A-82C9909AA415}">
      <dsp:nvSpPr>
        <dsp:cNvPr id="0" name=""/>
        <dsp:cNvSpPr/>
      </dsp:nvSpPr>
      <dsp:spPr>
        <a:xfrm>
          <a:off x="1049271" y="503974"/>
          <a:ext cx="1123664" cy="11236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0F7255-1AD6-4693-BC0F-CDDA6BA38820}">
      <dsp:nvSpPr>
        <dsp:cNvPr id="0" name=""/>
        <dsp:cNvSpPr/>
      </dsp:nvSpPr>
      <dsp:spPr>
        <a:xfrm>
          <a:off x="5868" y="1785347"/>
          <a:ext cx="3210468" cy="481570"/>
        </a:xfrm>
        <a:prstGeom prst="rect">
          <a:avLst/>
        </a:prstGeom>
        <a:noFill/>
        <a:ln>
          <a:noFill/>
        </a:ln>
        <a:effectLst/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0" kern="1200"/>
            <a:t>Brief recap of previous week</a:t>
          </a:r>
          <a:endParaRPr lang="en-US" sz="2100" kern="1200" dirty="0"/>
        </a:p>
      </dsp:txBody>
      <dsp:txXfrm>
        <a:off x="5868" y="1785347"/>
        <a:ext cx="3210468" cy="481570"/>
      </dsp:txXfrm>
    </dsp:sp>
    <dsp:sp modelId="{464C32C9-97E0-4FAC-AB96-14BD65EC5CF4}">
      <dsp:nvSpPr>
        <dsp:cNvPr id="0" name=""/>
        <dsp:cNvSpPr/>
      </dsp:nvSpPr>
      <dsp:spPr>
        <a:xfrm>
          <a:off x="5868" y="2340270"/>
          <a:ext cx="3210468" cy="1831356"/>
        </a:xfrm>
        <a:prstGeom prst="rect">
          <a:avLst/>
        </a:prstGeom>
        <a:noFill/>
        <a:ln>
          <a:noFill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9557B7-7AD7-41A8-ACCC-0BA2B42C1833}">
      <dsp:nvSpPr>
        <dsp:cNvPr id="0" name=""/>
        <dsp:cNvSpPr/>
      </dsp:nvSpPr>
      <dsp:spPr>
        <a:xfrm>
          <a:off x="4821571" y="503974"/>
          <a:ext cx="1123664" cy="11236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91EB6A-B71C-45E5-9D36-0DE3C91EDE8E}">
      <dsp:nvSpPr>
        <dsp:cNvPr id="0" name=""/>
        <dsp:cNvSpPr/>
      </dsp:nvSpPr>
      <dsp:spPr>
        <a:xfrm>
          <a:off x="3778169" y="1785347"/>
          <a:ext cx="3210468" cy="481570"/>
        </a:xfrm>
        <a:prstGeom prst="rect">
          <a:avLst/>
        </a:prstGeom>
        <a:noFill/>
        <a:ln>
          <a:noFill/>
        </a:ln>
        <a:effectLst/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0" kern="1200"/>
            <a:t>Progress made in this week</a:t>
          </a:r>
          <a:endParaRPr lang="en-US" sz="2100" kern="1200" dirty="0"/>
        </a:p>
      </dsp:txBody>
      <dsp:txXfrm>
        <a:off x="3778169" y="1785347"/>
        <a:ext cx="3210468" cy="481570"/>
      </dsp:txXfrm>
    </dsp:sp>
    <dsp:sp modelId="{344511C2-B581-4A2F-A53C-47FD4732B07C}">
      <dsp:nvSpPr>
        <dsp:cNvPr id="0" name=""/>
        <dsp:cNvSpPr/>
      </dsp:nvSpPr>
      <dsp:spPr>
        <a:xfrm>
          <a:off x="3778169" y="2340270"/>
          <a:ext cx="3210468" cy="1831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All correction list updated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Finalize the train data after augmentation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Fuzzy matching of FEAT1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Optimizer for LR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Final results for Voting Hard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Final results for FastText</a:t>
          </a:r>
        </a:p>
      </dsp:txBody>
      <dsp:txXfrm>
        <a:off x="3778169" y="2340270"/>
        <a:ext cx="3210468" cy="1831356"/>
      </dsp:txXfrm>
    </dsp:sp>
    <dsp:sp modelId="{9AE7C2E3-CC14-4B41-BF36-F8DEF0DC3CED}">
      <dsp:nvSpPr>
        <dsp:cNvPr id="0" name=""/>
        <dsp:cNvSpPr/>
      </dsp:nvSpPr>
      <dsp:spPr>
        <a:xfrm>
          <a:off x="8593872" y="503974"/>
          <a:ext cx="1123664" cy="11236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E3B9E-67C9-4544-9F38-A420A90EFFDB}">
      <dsp:nvSpPr>
        <dsp:cNvPr id="0" name=""/>
        <dsp:cNvSpPr/>
      </dsp:nvSpPr>
      <dsp:spPr>
        <a:xfrm>
          <a:off x="7550470" y="1785347"/>
          <a:ext cx="3210468" cy="481570"/>
        </a:xfrm>
        <a:prstGeom prst="rect">
          <a:avLst/>
        </a:prstGeom>
        <a:noFill/>
        <a:ln>
          <a:noFill/>
        </a:ln>
        <a:effectLst/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0" kern="1200"/>
            <a:t>Way forward</a:t>
          </a:r>
          <a:endParaRPr lang="en-US" sz="2100" kern="1200" dirty="0"/>
        </a:p>
      </dsp:txBody>
      <dsp:txXfrm>
        <a:off x="7550470" y="1785347"/>
        <a:ext cx="3210468" cy="481570"/>
      </dsp:txXfrm>
    </dsp:sp>
    <dsp:sp modelId="{706B9664-41A4-4BB4-B2AA-4220C06F7950}">
      <dsp:nvSpPr>
        <dsp:cNvPr id="0" name=""/>
        <dsp:cNvSpPr/>
      </dsp:nvSpPr>
      <dsp:spPr>
        <a:xfrm>
          <a:off x="7550470" y="2340270"/>
          <a:ext cx="3210468" cy="1831356"/>
        </a:xfrm>
        <a:prstGeom prst="rect">
          <a:avLst/>
        </a:prstGeom>
        <a:noFill/>
        <a:ln>
          <a:noFill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843DAC-15C5-47D8-A8F4-396A32973E26}">
      <dsp:nvSpPr>
        <dsp:cNvPr id="0" name=""/>
        <dsp:cNvSpPr/>
      </dsp:nvSpPr>
      <dsp:spPr>
        <a:xfrm>
          <a:off x="719075" y="2821"/>
          <a:ext cx="1692941" cy="8464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New updated data</a:t>
          </a:r>
        </a:p>
      </dsp:txBody>
      <dsp:txXfrm>
        <a:off x="743867" y="27613"/>
        <a:ext cx="1643357" cy="796886"/>
      </dsp:txXfrm>
    </dsp:sp>
    <dsp:sp modelId="{BB45995A-67F2-4796-B232-89FFC56EB079}">
      <dsp:nvSpPr>
        <dsp:cNvPr id="0" name=""/>
        <dsp:cNvSpPr/>
      </dsp:nvSpPr>
      <dsp:spPr>
        <a:xfrm>
          <a:off x="888369" y="849292"/>
          <a:ext cx="169294" cy="6348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4852"/>
              </a:lnTo>
              <a:lnTo>
                <a:pt x="169294" y="6348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F08B98-7687-4C72-B546-B0340A4BBADC}">
      <dsp:nvSpPr>
        <dsp:cNvPr id="0" name=""/>
        <dsp:cNvSpPr/>
      </dsp:nvSpPr>
      <dsp:spPr>
        <a:xfrm>
          <a:off x="1057663" y="1060909"/>
          <a:ext cx="1354352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Train data: 50248</a:t>
          </a:r>
        </a:p>
      </dsp:txBody>
      <dsp:txXfrm>
        <a:off x="1082455" y="1085701"/>
        <a:ext cx="1304768" cy="796886"/>
      </dsp:txXfrm>
    </dsp:sp>
    <dsp:sp modelId="{A5770161-872D-42A7-9B71-0116DE066DCE}">
      <dsp:nvSpPr>
        <dsp:cNvPr id="0" name=""/>
        <dsp:cNvSpPr/>
      </dsp:nvSpPr>
      <dsp:spPr>
        <a:xfrm>
          <a:off x="888369" y="849292"/>
          <a:ext cx="169294" cy="1692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2941"/>
              </a:lnTo>
              <a:lnTo>
                <a:pt x="169294" y="16929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FD825E-11C4-4D9E-88F8-E761812E55F1}">
      <dsp:nvSpPr>
        <dsp:cNvPr id="0" name=""/>
        <dsp:cNvSpPr/>
      </dsp:nvSpPr>
      <dsp:spPr>
        <a:xfrm>
          <a:off x="1057663" y="2118998"/>
          <a:ext cx="1354352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Test data: 244187</a:t>
          </a:r>
          <a:endParaRPr lang="en-US" sz="1700" kern="1200" dirty="0"/>
        </a:p>
      </dsp:txBody>
      <dsp:txXfrm>
        <a:off x="1082455" y="2143790"/>
        <a:ext cx="1304768" cy="796886"/>
      </dsp:txXfrm>
    </dsp:sp>
    <dsp:sp modelId="{8DE64E42-5EDB-4E81-9DD8-E4BC52690AD5}">
      <dsp:nvSpPr>
        <dsp:cNvPr id="0" name=""/>
        <dsp:cNvSpPr/>
      </dsp:nvSpPr>
      <dsp:spPr>
        <a:xfrm>
          <a:off x="888369" y="849292"/>
          <a:ext cx="169294" cy="2751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51029"/>
              </a:lnTo>
              <a:lnTo>
                <a:pt x="169294" y="27510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92D845-7726-43F5-8D5C-A5C8A31047B0}">
      <dsp:nvSpPr>
        <dsp:cNvPr id="0" name=""/>
        <dsp:cNvSpPr/>
      </dsp:nvSpPr>
      <dsp:spPr>
        <a:xfrm>
          <a:off x="1057663" y="3177086"/>
          <a:ext cx="1354352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Complete synonyms list: 4853</a:t>
          </a:r>
        </a:p>
      </dsp:txBody>
      <dsp:txXfrm>
        <a:off x="1082455" y="3201878"/>
        <a:ext cx="1304768" cy="796886"/>
      </dsp:txXfrm>
    </dsp:sp>
    <dsp:sp modelId="{5B8367E5-A427-408D-8792-D789F256589A}">
      <dsp:nvSpPr>
        <dsp:cNvPr id="0" name=""/>
        <dsp:cNvSpPr/>
      </dsp:nvSpPr>
      <dsp:spPr>
        <a:xfrm>
          <a:off x="2835251" y="2821"/>
          <a:ext cx="1692941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lumMod val="110000"/>
                <a:satMod val="105000"/>
                <a:tint val="67000"/>
              </a:schemeClr>
            </a:gs>
            <a:gs pos="50000">
              <a:schemeClr val="dk1">
                <a:lumMod val="105000"/>
                <a:satMod val="103000"/>
                <a:tint val="73000"/>
              </a:schemeClr>
            </a:gs>
            <a:gs pos="100000">
              <a:schemeClr val="dk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ITEM1_DESC mapping</a:t>
          </a:r>
        </a:p>
      </dsp:txBody>
      <dsp:txXfrm>
        <a:off x="2860043" y="27613"/>
        <a:ext cx="1643357" cy="796886"/>
      </dsp:txXfrm>
    </dsp:sp>
    <dsp:sp modelId="{A32B403D-2E99-4854-8BD7-2E7B1B401CFB}">
      <dsp:nvSpPr>
        <dsp:cNvPr id="0" name=""/>
        <dsp:cNvSpPr/>
      </dsp:nvSpPr>
      <dsp:spPr>
        <a:xfrm>
          <a:off x="3004546" y="849292"/>
          <a:ext cx="169294" cy="6348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4852"/>
              </a:lnTo>
              <a:lnTo>
                <a:pt x="169294" y="6348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D0E005-58E9-4B23-8DC1-05DD5721D62A}">
      <dsp:nvSpPr>
        <dsp:cNvPr id="0" name=""/>
        <dsp:cNvSpPr/>
      </dsp:nvSpPr>
      <dsp:spPr>
        <a:xfrm>
          <a:off x="3173840" y="1060909"/>
          <a:ext cx="1354352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lumMod val="110000"/>
                <a:satMod val="105000"/>
                <a:tint val="67000"/>
              </a:schemeClr>
            </a:gs>
            <a:gs pos="50000">
              <a:schemeClr val="dk1">
                <a:lumMod val="105000"/>
                <a:satMod val="103000"/>
                <a:tint val="73000"/>
              </a:schemeClr>
            </a:gs>
            <a:gs pos="100000">
              <a:schemeClr val="dk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Unique: 89</a:t>
          </a:r>
        </a:p>
      </dsp:txBody>
      <dsp:txXfrm>
        <a:off x="3198632" y="1085701"/>
        <a:ext cx="1304768" cy="796886"/>
      </dsp:txXfrm>
    </dsp:sp>
    <dsp:sp modelId="{66BD1D1D-103E-43C2-BED6-2CBF983E3EF3}">
      <dsp:nvSpPr>
        <dsp:cNvPr id="0" name=""/>
        <dsp:cNvSpPr/>
      </dsp:nvSpPr>
      <dsp:spPr>
        <a:xfrm>
          <a:off x="3004546" y="849292"/>
          <a:ext cx="169294" cy="1692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2941"/>
              </a:lnTo>
              <a:lnTo>
                <a:pt x="169294" y="16929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A54509-E5B2-4812-B52A-4D7DE8FB7237}">
      <dsp:nvSpPr>
        <dsp:cNvPr id="0" name=""/>
        <dsp:cNvSpPr/>
      </dsp:nvSpPr>
      <dsp:spPr>
        <a:xfrm>
          <a:off x="3173840" y="2118998"/>
          <a:ext cx="1354352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lumMod val="110000"/>
                <a:satMod val="105000"/>
                <a:tint val="67000"/>
              </a:schemeClr>
            </a:gs>
            <a:gs pos="50000">
              <a:schemeClr val="dk1">
                <a:lumMod val="105000"/>
                <a:satMod val="103000"/>
                <a:tint val="73000"/>
              </a:schemeClr>
            </a:gs>
            <a:gs pos="100000">
              <a:schemeClr val="dk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Total: 1770</a:t>
          </a:r>
        </a:p>
      </dsp:txBody>
      <dsp:txXfrm>
        <a:off x="3198632" y="2143790"/>
        <a:ext cx="1304768" cy="796886"/>
      </dsp:txXfrm>
    </dsp:sp>
    <dsp:sp modelId="{D8FB5317-95E6-4CCD-B67B-EB7FECD91711}">
      <dsp:nvSpPr>
        <dsp:cNvPr id="0" name=""/>
        <dsp:cNvSpPr/>
      </dsp:nvSpPr>
      <dsp:spPr>
        <a:xfrm>
          <a:off x="3004546" y="849292"/>
          <a:ext cx="169294" cy="2751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51029"/>
              </a:lnTo>
              <a:lnTo>
                <a:pt x="169294" y="27510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1E8C26-20B2-47D4-8DAB-8532568D6016}">
      <dsp:nvSpPr>
        <dsp:cNvPr id="0" name=""/>
        <dsp:cNvSpPr/>
      </dsp:nvSpPr>
      <dsp:spPr>
        <a:xfrm>
          <a:off x="3173840" y="3177086"/>
          <a:ext cx="1354352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lumMod val="110000"/>
                <a:satMod val="105000"/>
                <a:tint val="67000"/>
              </a:schemeClr>
            </a:gs>
            <a:gs pos="50000">
              <a:schemeClr val="dk1">
                <a:lumMod val="105000"/>
                <a:satMod val="103000"/>
                <a:tint val="73000"/>
              </a:schemeClr>
            </a:gs>
            <a:gs pos="100000">
              <a:schemeClr val="dk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TF cat: 74.51</a:t>
          </a:r>
        </a:p>
      </dsp:txBody>
      <dsp:txXfrm>
        <a:off x="3198632" y="3201878"/>
        <a:ext cx="1304768" cy="796886"/>
      </dsp:txXfrm>
    </dsp:sp>
    <dsp:sp modelId="{00313B18-5203-4EDE-84B3-FA79D9BD193E}">
      <dsp:nvSpPr>
        <dsp:cNvPr id="0" name=""/>
        <dsp:cNvSpPr/>
      </dsp:nvSpPr>
      <dsp:spPr>
        <a:xfrm>
          <a:off x="3004546" y="849292"/>
          <a:ext cx="169294" cy="38091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9117"/>
              </a:lnTo>
              <a:lnTo>
                <a:pt x="169294" y="380911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0574B2-6D9B-47BF-8AD5-2FD49D929934}">
      <dsp:nvSpPr>
        <dsp:cNvPr id="0" name=""/>
        <dsp:cNvSpPr/>
      </dsp:nvSpPr>
      <dsp:spPr>
        <a:xfrm>
          <a:off x="3173840" y="4235174"/>
          <a:ext cx="1354352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lumMod val="110000"/>
                <a:satMod val="105000"/>
                <a:tint val="67000"/>
              </a:schemeClr>
            </a:gs>
            <a:gs pos="50000">
              <a:schemeClr val="dk1">
                <a:lumMod val="105000"/>
                <a:satMod val="103000"/>
                <a:tint val="73000"/>
              </a:schemeClr>
            </a:gs>
            <a:gs pos="100000">
              <a:schemeClr val="dk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TF var: 96.10</a:t>
          </a:r>
        </a:p>
      </dsp:txBody>
      <dsp:txXfrm>
        <a:off x="3198632" y="4259966"/>
        <a:ext cx="1304768" cy="796886"/>
      </dsp:txXfrm>
    </dsp:sp>
    <dsp:sp modelId="{84F6DF17-2796-4F89-BBD6-45B73B94B326}">
      <dsp:nvSpPr>
        <dsp:cNvPr id="0" name=""/>
        <dsp:cNvSpPr/>
      </dsp:nvSpPr>
      <dsp:spPr>
        <a:xfrm>
          <a:off x="4951428" y="2821"/>
          <a:ext cx="1692941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FastText</a:t>
          </a:r>
        </a:p>
      </dsp:txBody>
      <dsp:txXfrm>
        <a:off x="4976220" y="27613"/>
        <a:ext cx="1643357" cy="796886"/>
      </dsp:txXfrm>
    </dsp:sp>
    <dsp:sp modelId="{24362C85-2FC0-44D1-ABA7-B1158C99AA92}">
      <dsp:nvSpPr>
        <dsp:cNvPr id="0" name=""/>
        <dsp:cNvSpPr/>
      </dsp:nvSpPr>
      <dsp:spPr>
        <a:xfrm>
          <a:off x="5120722" y="849292"/>
          <a:ext cx="169294" cy="6348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4852"/>
              </a:lnTo>
              <a:lnTo>
                <a:pt x="169294" y="6348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AF1C12-16A8-47FA-AD17-CA6567EFED9B}">
      <dsp:nvSpPr>
        <dsp:cNvPr id="0" name=""/>
        <dsp:cNvSpPr/>
      </dsp:nvSpPr>
      <dsp:spPr>
        <a:xfrm>
          <a:off x="5290016" y="1060909"/>
          <a:ext cx="1354352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Results not consistent</a:t>
          </a:r>
        </a:p>
      </dsp:txBody>
      <dsp:txXfrm>
        <a:off x="5314808" y="1085701"/>
        <a:ext cx="1304768" cy="796886"/>
      </dsp:txXfrm>
    </dsp:sp>
    <dsp:sp modelId="{91C42F0B-7F77-415E-B49D-6FD16D12C5E6}">
      <dsp:nvSpPr>
        <dsp:cNvPr id="0" name=""/>
        <dsp:cNvSpPr/>
      </dsp:nvSpPr>
      <dsp:spPr>
        <a:xfrm>
          <a:off x="5120722" y="849292"/>
          <a:ext cx="169294" cy="1692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2941"/>
              </a:lnTo>
              <a:lnTo>
                <a:pt x="169294" y="16929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2ACFFF-B1BF-4C52-98E9-0BEEEE2A8224}">
      <dsp:nvSpPr>
        <dsp:cNvPr id="0" name=""/>
        <dsp:cNvSpPr/>
      </dsp:nvSpPr>
      <dsp:spPr>
        <a:xfrm>
          <a:off x="5290016" y="2118998"/>
          <a:ext cx="1354352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TF cat best: 68.67</a:t>
          </a:r>
        </a:p>
      </dsp:txBody>
      <dsp:txXfrm>
        <a:off x="5314808" y="2143790"/>
        <a:ext cx="1304768" cy="796886"/>
      </dsp:txXfrm>
    </dsp:sp>
    <dsp:sp modelId="{3286CB7A-26D7-42C3-BA78-8DCDAC5EDAB9}">
      <dsp:nvSpPr>
        <dsp:cNvPr id="0" name=""/>
        <dsp:cNvSpPr/>
      </dsp:nvSpPr>
      <dsp:spPr>
        <a:xfrm>
          <a:off x="5120722" y="849292"/>
          <a:ext cx="169294" cy="2751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51029"/>
              </a:lnTo>
              <a:lnTo>
                <a:pt x="169294" y="27510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503E27-E241-4037-B18C-7D44291ABDAB}">
      <dsp:nvSpPr>
        <dsp:cNvPr id="0" name=""/>
        <dsp:cNvSpPr/>
      </dsp:nvSpPr>
      <dsp:spPr>
        <a:xfrm>
          <a:off x="5290016" y="3177086"/>
          <a:ext cx="1354352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TF var best: 73.70</a:t>
          </a:r>
        </a:p>
      </dsp:txBody>
      <dsp:txXfrm>
        <a:off x="5314808" y="3201878"/>
        <a:ext cx="1304768" cy="796886"/>
      </dsp:txXfrm>
    </dsp:sp>
    <dsp:sp modelId="{5BC38429-5F9A-48C5-A1A9-2F10FBE8AF7C}">
      <dsp:nvSpPr>
        <dsp:cNvPr id="0" name=""/>
        <dsp:cNvSpPr/>
      </dsp:nvSpPr>
      <dsp:spPr>
        <a:xfrm>
          <a:off x="7067604" y="2821"/>
          <a:ext cx="1692941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Voting hard</a:t>
          </a:r>
        </a:p>
      </dsp:txBody>
      <dsp:txXfrm>
        <a:off x="7092396" y="27613"/>
        <a:ext cx="1643357" cy="796886"/>
      </dsp:txXfrm>
    </dsp:sp>
    <dsp:sp modelId="{A6039C8A-0474-4F1F-A998-FDDC3D0C1A20}">
      <dsp:nvSpPr>
        <dsp:cNvPr id="0" name=""/>
        <dsp:cNvSpPr/>
      </dsp:nvSpPr>
      <dsp:spPr>
        <a:xfrm>
          <a:off x="7236899" y="849292"/>
          <a:ext cx="169294" cy="6348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4852"/>
              </a:lnTo>
              <a:lnTo>
                <a:pt x="169294" y="6348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9377EC-4756-4486-B367-CC5C56FBC3BF}">
      <dsp:nvSpPr>
        <dsp:cNvPr id="0" name=""/>
        <dsp:cNvSpPr/>
      </dsp:nvSpPr>
      <dsp:spPr>
        <a:xfrm>
          <a:off x="7406193" y="1060909"/>
          <a:ext cx="1354352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Random state </a:t>
          </a:r>
        </a:p>
      </dsp:txBody>
      <dsp:txXfrm>
        <a:off x="7430985" y="1085701"/>
        <a:ext cx="1304768" cy="796886"/>
      </dsp:txXfrm>
    </dsp:sp>
    <dsp:sp modelId="{9563D955-8FFA-499C-9B74-4827B4F5D3EA}">
      <dsp:nvSpPr>
        <dsp:cNvPr id="0" name=""/>
        <dsp:cNvSpPr/>
      </dsp:nvSpPr>
      <dsp:spPr>
        <a:xfrm>
          <a:off x="7236899" y="849292"/>
          <a:ext cx="169294" cy="1692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2941"/>
              </a:lnTo>
              <a:lnTo>
                <a:pt x="169294" y="16929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FAFF35-11FA-4CF3-A44E-44533FE1B1DB}">
      <dsp:nvSpPr>
        <dsp:cNvPr id="0" name=""/>
        <dsp:cNvSpPr/>
      </dsp:nvSpPr>
      <dsp:spPr>
        <a:xfrm>
          <a:off x="7406193" y="2118998"/>
          <a:ext cx="1354352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Solver for Logistic</a:t>
          </a:r>
        </a:p>
      </dsp:txBody>
      <dsp:txXfrm>
        <a:off x="7430985" y="2143790"/>
        <a:ext cx="1304768" cy="796886"/>
      </dsp:txXfrm>
    </dsp:sp>
    <dsp:sp modelId="{8541FA5B-C6CA-40CC-BDE1-AF7177A26A2F}">
      <dsp:nvSpPr>
        <dsp:cNvPr id="0" name=""/>
        <dsp:cNvSpPr/>
      </dsp:nvSpPr>
      <dsp:spPr>
        <a:xfrm>
          <a:off x="7236899" y="849292"/>
          <a:ext cx="169294" cy="2751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51029"/>
              </a:lnTo>
              <a:lnTo>
                <a:pt x="169294" y="27510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FA7DA7-72B6-48BA-A9FE-E39AE12E56E1}">
      <dsp:nvSpPr>
        <dsp:cNvPr id="0" name=""/>
        <dsp:cNvSpPr/>
      </dsp:nvSpPr>
      <dsp:spPr>
        <a:xfrm>
          <a:off x="7406193" y="3177086"/>
          <a:ext cx="1354352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TF cat best:</a:t>
          </a:r>
        </a:p>
      </dsp:txBody>
      <dsp:txXfrm>
        <a:off x="7430985" y="3201878"/>
        <a:ext cx="1304768" cy="796886"/>
      </dsp:txXfrm>
    </dsp:sp>
    <dsp:sp modelId="{D7AAA49C-DF53-4FA4-9440-71452A9710BC}">
      <dsp:nvSpPr>
        <dsp:cNvPr id="0" name=""/>
        <dsp:cNvSpPr/>
      </dsp:nvSpPr>
      <dsp:spPr>
        <a:xfrm>
          <a:off x="7236899" y="849292"/>
          <a:ext cx="169294" cy="38091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9117"/>
              </a:lnTo>
              <a:lnTo>
                <a:pt x="169294" y="380911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691132-55E3-4B5D-A8AD-146828BB0528}">
      <dsp:nvSpPr>
        <dsp:cNvPr id="0" name=""/>
        <dsp:cNvSpPr/>
      </dsp:nvSpPr>
      <dsp:spPr>
        <a:xfrm>
          <a:off x="7406193" y="4235174"/>
          <a:ext cx="1354352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TF var best:</a:t>
          </a:r>
        </a:p>
      </dsp:txBody>
      <dsp:txXfrm>
        <a:off x="7430985" y="4259966"/>
        <a:ext cx="1304768" cy="796886"/>
      </dsp:txXfrm>
    </dsp:sp>
    <dsp:sp modelId="{90BF3C06-FCD1-47C5-A279-03A41375E198}">
      <dsp:nvSpPr>
        <dsp:cNvPr id="0" name=""/>
        <dsp:cNvSpPr/>
      </dsp:nvSpPr>
      <dsp:spPr>
        <a:xfrm>
          <a:off x="9183781" y="2821"/>
          <a:ext cx="1692941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Fuzzy Tfidf matching of FEAT1</a:t>
          </a:r>
        </a:p>
      </dsp:txBody>
      <dsp:txXfrm>
        <a:off x="9208573" y="27613"/>
        <a:ext cx="1643357" cy="796886"/>
      </dsp:txXfrm>
    </dsp:sp>
    <dsp:sp modelId="{861FEA3D-A657-4BDB-9DCB-A65044ED976A}">
      <dsp:nvSpPr>
        <dsp:cNvPr id="0" name=""/>
        <dsp:cNvSpPr/>
      </dsp:nvSpPr>
      <dsp:spPr>
        <a:xfrm>
          <a:off x="9353075" y="849292"/>
          <a:ext cx="169294" cy="6348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4852"/>
              </a:lnTo>
              <a:lnTo>
                <a:pt x="169294" y="6348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0AD401-D469-4443-A184-C30904352207}">
      <dsp:nvSpPr>
        <dsp:cNvPr id="0" name=""/>
        <dsp:cNvSpPr/>
      </dsp:nvSpPr>
      <dsp:spPr>
        <a:xfrm>
          <a:off x="9522369" y="1060909"/>
          <a:ext cx="1354352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Ratio&gt;=90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TF cat: 96.85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TF var: 95.85</a:t>
          </a:r>
        </a:p>
      </dsp:txBody>
      <dsp:txXfrm>
        <a:off x="9547161" y="1085701"/>
        <a:ext cx="1304768" cy="796886"/>
      </dsp:txXfrm>
    </dsp:sp>
    <dsp:sp modelId="{597A1F48-6395-455F-8568-1E11569A471A}">
      <dsp:nvSpPr>
        <dsp:cNvPr id="0" name=""/>
        <dsp:cNvSpPr/>
      </dsp:nvSpPr>
      <dsp:spPr>
        <a:xfrm>
          <a:off x="9353075" y="849292"/>
          <a:ext cx="169294" cy="1692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2941"/>
              </a:lnTo>
              <a:lnTo>
                <a:pt x="169294" y="16929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C10E68-B716-4A49-8A1D-A5852546BAD5}">
      <dsp:nvSpPr>
        <dsp:cNvPr id="0" name=""/>
        <dsp:cNvSpPr/>
      </dsp:nvSpPr>
      <dsp:spPr>
        <a:xfrm>
          <a:off x="9522369" y="2118998"/>
          <a:ext cx="1354352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Ratio&gt;=80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TF cat: 97.27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TF var: 98.37</a:t>
          </a:r>
        </a:p>
      </dsp:txBody>
      <dsp:txXfrm>
        <a:off x="9547161" y="2143790"/>
        <a:ext cx="1304768" cy="796886"/>
      </dsp:txXfrm>
    </dsp:sp>
    <dsp:sp modelId="{5783A448-6EAD-4964-9BB8-114CC84A8100}">
      <dsp:nvSpPr>
        <dsp:cNvPr id="0" name=""/>
        <dsp:cNvSpPr/>
      </dsp:nvSpPr>
      <dsp:spPr>
        <a:xfrm>
          <a:off x="9353075" y="849292"/>
          <a:ext cx="169294" cy="2751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51029"/>
              </a:lnTo>
              <a:lnTo>
                <a:pt x="169294" y="27510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AEE623-4C2F-462C-8BF7-5B7875CE5577}">
      <dsp:nvSpPr>
        <dsp:cNvPr id="0" name=""/>
        <dsp:cNvSpPr/>
      </dsp:nvSpPr>
      <dsp:spPr>
        <a:xfrm>
          <a:off x="9522369" y="3177086"/>
          <a:ext cx="1354352" cy="84647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Ratio&gt;=70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TF cat: 94.69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TF var: 96.55</a:t>
          </a:r>
        </a:p>
      </dsp:txBody>
      <dsp:txXfrm>
        <a:off x="9547161" y="3201878"/>
        <a:ext cx="1304768" cy="7968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8CD7C-066B-4FC7-9818-B81A7A6123BD}">
      <dsp:nvSpPr>
        <dsp:cNvPr id="0" name=""/>
        <dsp:cNvSpPr/>
      </dsp:nvSpPr>
      <dsp:spPr>
        <a:xfrm>
          <a:off x="3311165" y="867232"/>
          <a:ext cx="6692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9218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28279" y="909453"/>
        <a:ext cx="34990" cy="6998"/>
      </dsp:txXfrm>
    </dsp:sp>
    <dsp:sp modelId="{ED108872-FFA2-4A4D-B353-860F6646CFCA}">
      <dsp:nvSpPr>
        <dsp:cNvPr id="0" name=""/>
        <dsp:cNvSpPr/>
      </dsp:nvSpPr>
      <dsp:spPr>
        <a:xfrm>
          <a:off x="270275" y="145"/>
          <a:ext cx="3042690" cy="1825614"/>
        </a:xfrm>
        <a:prstGeom prst="rect">
          <a:avLst/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Augmented Training data (length: 69937)</a:t>
          </a:r>
        </a:p>
      </dsp:txBody>
      <dsp:txXfrm>
        <a:off x="270275" y="145"/>
        <a:ext cx="3042690" cy="1825614"/>
      </dsp:txXfrm>
    </dsp:sp>
    <dsp:sp modelId="{24871098-3E63-4D18-9BFA-02A267CB5FE5}">
      <dsp:nvSpPr>
        <dsp:cNvPr id="0" name=""/>
        <dsp:cNvSpPr/>
      </dsp:nvSpPr>
      <dsp:spPr>
        <a:xfrm>
          <a:off x="7053674" y="867232"/>
          <a:ext cx="6692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9218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370788" y="909453"/>
        <a:ext cx="34990" cy="6998"/>
      </dsp:txXfrm>
    </dsp:sp>
    <dsp:sp modelId="{C7BD7B34-8361-4EDC-8E8E-55B832D082D3}">
      <dsp:nvSpPr>
        <dsp:cNvPr id="0" name=""/>
        <dsp:cNvSpPr/>
      </dsp:nvSpPr>
      <dsp:spPr>
        <a:xfrm>
          <a:off x="4012784" y="145"/>
          <a:ext cx="3042690" cy="1825614"/>
        </a:xfrm>
        <a:prstGeom prst="rect">
          <a:avLst/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Model: Voting Hard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Random Forest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Logistic Regression</a:t>
          </a:r>
        </a:p>
      </dsp:txBody>
      <dsp:txXfrm>
        <a:off x="4012784" y="145"/>
        <a:ext cx="3042690" cy="1825614"/>
      </dsp:txXfrm>
    </dsp:sp>
    <dsp:sp modelId="{157F73ED-BDE7-4FF3-A875-BE06161D0B7A}">
      <dsp:nvSpPr>
        <dsp:cNvPr id="0" name=""/>
        <dsp:cNvSpPr/>
      </dsp:nvSpPr>
      <dsp:spPr>
        <a:xfrm>
          <a:off x="1791620" y="1823959"/>
          <a:ext cx="7485018" cy="669218"/>
        </a:xfrm>
        <a:custGeom>
          <a:avLst/>
          <a:gdLst/>
          <a:ahLst/>
          <a:cxnLst/>
          <a:rect l="0" t="0" r="0" b="0"/>
          <a:pathLst>
            <a:path>
              <a:moveTo>
                <a:pt x="7485018" y="0"/>
              </a:moveTo>
              <a:lnTo>
                <a:pt x="7485018" y="351709"/>
              </a:lnTo>
              <a:lnTo>
                <a:pt x="0" y="351709"/>
              </a:lnTo>
              <a:lnTo>
                <a:pt x="0" y="669218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46187" y="2155069"/>
        <a:ext cx="375883" cy="6998"/>
      </dsp:txXfrm>
    </dsp:sp>
    <dsp:sp modelId="{447D6834-1ED0-48C4-9F20-90CDA34B7CDF}">
      <dsp:nvSpPr>
        <dsp:cNvPr id="0" name=""/>
        <dsp:cNvSpPr/>
      </dsp:nvSpPr>
      <dsp:spPr>
        <a:xfrm>
          <a:off x="7755293" y="145"/>
          <a:ext cx="3042690" cy="1825614"/>
        </a:xfrm>
        <a:prstGeom prst="rect">
          <a:avLst/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Predictions on pre-processed test data (length: 244187)</a:t>
          </a:r>
        </a:p>
      </dsp:txBody>
      <dsp:txXfrm>
        <a:off x="7755293" y="145"/>
        <a:ext cx="3042690" cy="1825614"/>
      </dsp:txXfrm>
    </dsp:sp>
    <dsp:sp modelId="{53E42C39-F89F-48FC-BECB-83D5E11A8F15}">
      <dsp:nvSpPr>
        <dsp:cNvPr id="0" name=""/>
        <dsp:cNvSpPr/>
      </dsp:nvSpPr>
      <dsp:spPr>
        <a:xfrm>
          <a:off x="3311165" y="3392665"/>
          <a:ext cx="6692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9218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28279" y="3434886"/>
        <a:ext cx="34990" cy="6998"/>
      </dsp:txXfrm>
    </dsp:sp>
    <dsp:sp modelId="{508446D9-8DBB-4FA4-B2F8-935586F4778B}">
      <dsp:nvSpPr>
        <dsp:cNvPr id="0" name=""/>
        <dsp:cNvSpPr/>
      </dsp:nvSpPr>
      <dsp:spPr>
        <a:xfrm>
          <a:off x="270275" y="2525578"/>
          <a:ext cx="3042690" cy="1825614"/>
        </a:xfrm>
        <a:prstGeom prst="rect">
          <a:avLst/>
        </a:prstGeom>
        <a:gradFill rotWithShape="1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Predictions from the model</a:t>
          </a:r>
        </a:p>
      </dsp:txBody>
      <dsp:txXfrm>
        <a:off x="270275" y="2525578"/>
        <a:ext cx="3042690" cy="1825614"/>
      </dsp:txXfrm>
    </dsp:sp>
    <dsp:sp modelId="{75C1E752-5332-46BE-BC77-D641E7FF1ACA}">
      <dsp:nvSpPr>
        <dsp:cNvPr id="0" name=""/>
        <dsp:cNvSpPr/>
      </dsp:nvSpPr>
      <dsp:spPr>
        <a:xfrm>
          <a:off x="7053674" y="3392665"/>
          <a:ext cx="66921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9218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370788" y="3434886"/>
        <a:ext cx="34990" cy="6998"/>
      </dsp:txXfrm>
    </dsp:sp>
    <dsp:sp modelId="{409509F3-9A24-40D9-9FC0-5C4BDE4579F2}">
      <dsp:nvSpPr>
        <dsp:cNvPr id="0" name=""/>
        <dsp:cNvSpPr/>
      </dsp:nvSpPr>
      <dsp:spPr>
        <a:xfrm>
          <a:off x="4012784" y="2525578"/>
          <a:ext cx="3042690" cy="1825614"/>
        </a:xfrm>
        <a:prstGeom prst="rect">
          <a:avLst/>
        </a:prstGeom>
        <a:gradFill rotWithShape="1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Predictions using fuzzy tfidf matching of FEAT1</a:t>
          </a:r>
        </a:p>
      </dsp:txBody>
      <dsp:txXfrm>
        <a:off x="4012784" y="2525578"/>
        <a:ext cx="3042690" cy="1825614"/>
      </dsp:txXfrm>
    </dsp:sp>
    <dsp:sp modelId="{A88E65A0-3BBB-4D55-B9EB-727DEE82CF24}">
      <dsp:nvSpPr>
        <dsp:cNvPr id="0" name=""/>
        <dsp:cNvSpPr/>
      </dsp:nvSpPr>
      <dsp:spPr>
        <a:xfrm>
          <a:off x="7755293" y="2525578"/>
          <a:ext cx="3042690" cy="1825614"/>
        </a:xfrm>
        <a:prstGeom prst="rect">
          <a:avLst/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>
          <a:bevelT w="114300" prst="artDeco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TF category: 67.75 </a:t>
          </a:r>
          <a:br>
            <a:rPr lang="en-US" sz="2600" kern="1200" dirty="0"/>
          </a:br>
          <a:r>
            <a:rPr lang="en-US" sz="2600" kern="1200" dirty="0"/>
            <a:t>TF variety: 80.06</a:t>
          </a:r>
        </a:p>
      </dsp:txBody>
      <dsp:txXfrm>
        <a:off x="7755293" y="2525578"/>
        <a:ext cx="3042690" cy="18256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7.79528" units="1/cm"/>
          <inkml:channelProperty channel="Y" name="resolution" value="37.76224" units="1/cm"/>
          <inkml:channelProperty channel="T" name="resolution" value="1" units="1/dev"/>
        </inkml:channelProperties>
      </inkml:inkSource>
      <inkml:timestamp xml:id="ts0" timeString="2021-07-16T09:33:46.1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1023 17939 0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385DD-8EB7-40E0-830B-D3BA96938F9D}" type="datetimeFigureOut">
              <a:rPr lang="en-US" smtClean="0"/>
              <a:t>7/17/2021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862D4-D1FE-4D44-9D30-6726DFE65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3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862D4-D1FE-4D44-9D30-6726DFE65B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20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862D4-D1FE-4D44-9D30-6726DFE65B6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84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Attempt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TF cat 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TF var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63.77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69.44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64.95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70.97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862D4-D1FE-4D44-9D30-6726DFE65B6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914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tiff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tiff"/></Relationships>
</file>

<file path=ppt/slideLayouts/_rels/slideLayout5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2293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8240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D7D9-DE4A-EB44-A948-15530EFF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9794-85F5-7E4B-AE1F-A6849184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962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9DE6-FE4F-204B-8BC8-933D65853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87612-4E26-2446-928F-6FE282247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426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6848-AFCE-E64B-81C5-2A272FA0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27D5-6B1B-5C45-A99A-5D170A1CB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9E8F1-8FC0-7043-9717-C6F81B6B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1560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06A2-451B-8B48-A090-9FF6C8FC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2339B-2E64-4345-BDC0-BB2C19DD7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81859-680F-504A-A71A-82A6EEDA9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36BA2-5963-FA4E-8C76-71FF77365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2717A-C715-0440-A8F9-574C38855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9739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88FA-9303-4143-A431-7A4B4A0A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7488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11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382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11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227667"/>
            <a:ext cx="10972800" cy="36576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</p:spTree>
    <p:extLst>
      <p:ext uri="{BB962C8B-B14F-4D97-AF65-F5344CB8AC3E}">
        <p14:creationId xmlns:p14="http://schemas.microsoft.com/office/powerpoint/2010/main" val="2410561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731520" y="1949414"/>
            <a:ext cx="10728960" cy="666786"/>
          </a:xfrm>
          <a:solidFill>
            <a:schemeClr val="accent1">
              <a:alpha val="0"/>
            </a:schemeClr>
          </a:solidFill>
        </p:spPr>
        <p:txBody>
          <a:bodyPr anchor="b"/>
          <a:lstStyle>
            <a:lvl1pPr algn="ctr">
              <a:defRPr sz="3733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731520" y="3657603"/>
            <a:ext cx="10728960" cy="853440"/>
          </a:xfrm>
          <a:solidFill>
            <a:schemeClr val="accent1">
              <a:alpha val="0"/>
            </a:schemeClr>
          </a:solidFill>
        </p:spPr>
        <p:txBody>
          <a:bodyPr/>
          <a:lstStyle>
            <a:lvl1pPr marL="0" indent="0" algn="ctr">
              <a:buFont typeface="Times" pitchFamily="18" charset="0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731520" y="5095240"/>
            <a:ext cx="10728960" cy="365760"/>
          </a:xfrm>
        </p:spPr>
        <p:txBody>
          <a:bodyPr anchor="ctr"/>
          <a:lstStyle>
            <a:lvl1pPr marL="0" indent="0" algn="ctr">
              <a:buNone/>
              <a:defRPr sz="1600" baseline="0"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2595908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2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070455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557584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11040"/>
          </a:xfrm>
        </p:spPr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  <a:lvl2pPr>
              <a:defRPr>
                <a:latin typeface="Bogle" charset="0"/>
                <a:ea typeface="Bogle" charset="0"/>
                <a:cs typeface="Bogle" charset="0"/>
              </a:defRPr>
            </a:lvl2pPr>
            <a:lvl3pPr>
              <a:defRPr>
                <a:latin typeface="Bogle" charset="0"/>
                <a:ea typeface="Bogle" charset="0"/>
                <a:cs typeface="Bogle" charset="0"/>
              </a:defRPr>
            </a:lvl3pPr>
            <a:lvl4pPr>
              <a:defRPr>
                <a:latin typeface="Bogle" charset="0"/>
                <a:ea typeface="Bogle" charset="0"/>
                <a:cs typeface="Bogle" charset="0"/>
              </a:defRPr>
            </a:lvl4pPr>
            <a:lvl5pPr>
              <a:defRPr>
                <a:latin typeface="Bogle" charset="0"/>
                <a:ea typeface="Bogle" charset="0"/>
                <a:cs typeface="Bogle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227667"/>
            <a:ext cx="10972800" cy="365760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535223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83200" y="81492"/>
            <a:ext cx="1828800" cy="2997200"/>
          </a:xfrm>
          <a:prstGeom prst="rect">
            <a:avLst/>
          </a:prstGeom>
        </p:spPr>
      </p:pic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1263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5" name="object 17"/>
          <p:cNvSpPr/>
          <p:nvPr userDrawn="1"/>
        </p:nvSpPr>
        <p:spPr>
          <a:xfrm>
            <a:off x="5494693" y="496209"/>
            <a:ext cx="1422400" cy="2411647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FFC21F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019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object 24"/>
          <p:cNvSpPr/>
          <p:nvPr userDrawn="1"/>
        </p:nvSpPr>
        <p:spPr>
          <a:xfrm>
            <a:off x="5486400" y="423029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59"/>
                </a:lnTo>
                <a:lnTo>
                  <a:pt x="332191" y="42225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5BC678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23082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8" name="object 31"/>
          <p:cNvSpPr/>
          <p:nvPr userDrawn="1"/>
        </p:nvSpPr>
        <p:spPr>
          <a:xfrm>
            <a:off x="5486400" y="442015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0BAFF3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1691268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object 38"/>
          <p:cNvSpPr/>
          <p:nvPr userDrawn="1"/>
        </p:nvSpPr>
        <p:spPr>
          <a:xfrm>
            <a:off x="5465442" y="403160"/>
            <a:ext cx="1544959" cy="2619441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DA52D4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2305431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reeform 101"/>
          <p:cNvSpPr>
            <a:spLocks noEditPoints="1"/>
          </p:cNvSpPr>
          <p:nvPr userDrawn="1"/>
        </p:nvSpPr>
        <p:spPr bwMode="auto">
          <a:xfrm>
            <a:off x="5283200" y="1294709"/>
            <a:ext cx="1625600" cy="1503955"/>
          </a:xfrm>
          <a:custGeom>
            <a:avLst/>
            <a:gdLst/>
            <a:ahLst/>
            <a:cxnLst>
              <a:cxn ang="0">
                <a:pos x="39" y="36"/>
              </a:cxn>
              <a:cxn ang="0">
                <a:pos x="41" y="44"/>
              </a:cxn>
              <a:cxn ang="0">
                <a:pos x="35" y="50"/>
              </a:cxn>
              <a:cxn ang="0">
                <a:pos x="27" y="53"/>
              </a:cxn>
              <a:cxn ang="0">
                <a:pos x="18" y="53"/>
              </a:cxn>
              <a:cxn ang="0">
                <a:pos x="11" y="50"/>
              </a:cxn>
              <a:cxn ang="0">
                <a:pos x="4" y="44"/>
              </a:cxn>
              <a:cxn ang="0">
                <a:pos x="6" y="36"/>
              </a:cxn>
              <a:cxn ang="0">
                <a:pos x="0" y="28"/>
              </a:cxn>
              <a:cxn ang="0">
                <a:pos x="7" y="23"/>
              </a:cxn>
              <a:cxn ang="0">
                <a:pos x="4" y="18"/>
              </a:cxn>
              <a:cxn ang="0">
                <a:pos x="15" y="16"/>
              </a:cxn>
              <a:cxn ang="0">
                <a:pos x="19" y="8"/>
              </a:cxn>
              <a:cxn ang="0">
                <a:pos x="28" y="15"/>
              </a:cxn>
              <a:cxn ang="0">
                <a:pos x="35" y="12"/>
              </a:cxn>
              <a:cxn ang="0">
                <a:pos x="41" y="19"/>
              </a:cxn>
              <a:cxn ang="0">
                <a:pos x="45" y="27"/>
              </a:cxn>
              <a:cxn ang="0">
                <a:pos x="23" y="22"/>
              </a:cxn>
              <a:cxn ang="0">
                <a:pos x="32" y="31"/>
              </a:cxn>
              <a:cxn ang="0">
                <a:pos x="63" y="16"/>
              </a:cxn>
              <a:cxn ang="0">
                <a:pos x="64" y="24"/>
              </a:cxn>
              <a:cxn ang="0">
                <a:pos x="55" y="22"/>
              </a:cxn>
              <a:cxn ang="0">
                <a:pos x="46" y="24"/>
              </a:cxn>
              <a:cxn ang="0">
                <a:pos x="46" y="16"/>
              </a:cxn>
              <a:cxn ang="0">
                <a:pos x="46" y="9"/>
              </a:cxn>
              <a:cxn ang="0">
                <a:pos x="46" y="2"/>
              </a:cxn>
              <a:cxn ang="0">
                <a:pos x="55" y="4"/>
              </a:cxn>
              <a:cxn ang="0">
                <a:pos x="59" y="0"/>
              </a:cxn>
              <a:cxn ang="0">
                <a:pos x="62" y="7"/>
              </a:cxn>
              <a:cxn ang="0">
                <a:pos x="68" y="15"/>
              </a:cxn>
              <a:cxn ang="0">
                <a:pos x="62" y="55"/>
              </a:cxn>
              <a:cxn ang="0">
                <a:pos x="59" y="63"/>
              </a:cxn>
              <a:cxn ang="0">
                <a:pos x="54" y="59"/>
              </a:cxn>
              <a:cxn ang="0">
                <a:pos x="45" y="60"/>
              </a:cxn>
              <a:cxn ang="0">
                <a:pos x="41" y="52"/>
              </a:cxn>
              <a:cxn ang="0">
                <a:pos x="47" y="44"/>
              </a:cxn>
              <a:cxn ang="0">
                <a:pos x="50" y="36"/>
              </a:cxn>
              <a:cxn ang="0">
                <a:pos x="56" y="40"/>
              </a:cxn>
              <a:cxn ang="0">
                <a:pos x="64" y="39"/>
              </a:cxn>
              <a:cxn ang="0">
                <a:pos x="63" y="46"/>
              </a:cxn>
              <a:cxn ang="0">
                <a:pos x="55" y="8"/>
              </a:cxn>
              <a:cxn ang="0">
                <a:pos x="59" y="13"/>
              </a:cxn>
              <a:cxn ang="0">
                <a:pos x="50" y="49"/>
              </a:cxn>
              <a:cxn ang="0">
                <a:pos x="55" y="45"/>
              </a:cxn>
            </a:cxnLst>
            <a:rect l="0" t="0" r="r" b="b"/>
            <a:pathLst>
              <a:path w="68" h="63">
                <a:moveTo>
                  <a:pt x="45" y="35"/>
                </a:moveTo>
                <a:cubicBezTo>
                  <a:pt x="45" y="35"/>
                  <a:pt x="45" y="36"/>
                  <a:pt x="45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7"/>
                  <a:pt x="38" y="38"/>
                  <a:pt x="38" y="39"/>
                </a:cubicBezTo>
                <a:cubicBezTo>
                  <a:pt x="39" y="41"/>
                  <a:pt x="40" y="42"/>
                  <a:pt x="41" y="43"/>
                </a:cubicBezTo>
                <a:cubicBezTo>
                  <a:pt x="41" y="43"/>
                  <a:pt x="41" y="44"/>
                  <a:pt x="41" y="44"/>
                </a:cubicBezTo>
                <a:cubicBezTo>
                  <a:pt x="41" y="44"/>
                  <a:pt x="41" y="44"/>
                  <a:pt x="41" y="45"/>
                </a:cubicBezTo>
                <a:cubicBezTo>
                  <a:pt x="40" y="46"/>
                  <a:pt x="36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7"/>
                  <a:pt x="29" y="47"/>
                  <a:pt x="28" y="48"/>
                </a:cubicBezTo>
                <a:cubicBezTo>
                  <a:pt x="28" y="49"/>
                  <a:pt x="27" y="51"/>
                  <a:pt x="27" y="53"/>
                </a:cubicBezTo>
                <a:cubicBezTo>
                  <a:pt x="27" y="54"/>
                  <a:pt x="26" y="54"/>
                  <a:pt x="26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8" y="54"/>
                  <a:pt x="18" y="53"/>
                </a:cubicBezTo>
                <a:cubicBezTo>
                  <a:pt x="17" y="48"/>
                  <a:pt x="17" y="48"/>
                  <a:pt x="17" y="48"/>
                </a:cubicBezTo>
                <a:cubicBezTo>
                  <a:pt x="16" y="47"/>
                  <a:pt x="16" y="47"/>
                  <a:pt x="15" y="47"/>
                </a:cubicBezTo>
                <a:cubicBezTo>
                  <a:pt x="11" y="50"/>
                  <a:pt x="11" y="50"/>
                  <a:pt x="11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50"/>
                  <a:pt x="9" y="50"/>
                  <a:pt x="9" y="50"/>
                </a:cubicBezTo>
                <a:cubicBezTo>
                  <a:pt x="8" y="49"/>
                  <a:pt x="4" y="45"/>
                  <a:pt x="4" y="44"/>
                </a:cubicBezTo>
                <a:cubicBezTo>
                  <a:pt x="4" y="44"/>
                  <a:pt x="4" y="44"/>
                  <a:pt x="4" y="43"/>
                </a:cubicBezTo>
                <a:cubicBezTo>
                  <a:pt x="5" y="42"/>
                  <a:pt x="6" y="41"/>
                  <a:pt x="7" y="39"/>
                </a:cubicBezTo>
                <a:cubicBezTo>
                  <a:pt x="7" y="38"/>
                  <a:pt x="6" y="37"/>
                  <a:pt x="6" y="36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5"/>
                  <a:pt x="0" y="3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25"/>
                  <a:pt x="7" y="24"/>
                  <a:pt x="7" y="23"/>
                </a:cubicBezTo>
                <a:cubicBezTo>
                  <a:pt x="6" y="22"/>
                  <a:pt x="5" y="20"/>
                  <a:pt x="4" y="19"/>
                </a:cubicBezTo>
                <a:cubicBezTo>
                  <a:pt x="4" y="19"/>
                  <a:pt x="4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5" y="17"/>
                  <a:pt x="9" y="12"/>
                  <a:pt x="10" y="12"/>
                </a:cubicBezTo>
                <a:cubicBezTo>
                  <a:pt x="10" y="12"/>
                  <a:pt x="10" y="12"/>
                  <a:pt x="11" y="13"/>
                </a:cubicBezTo>
                <a:cubicBezTo>
                  <a:pt x="15" y="16"/>
                  <a:pt x="15" y="16"/>
                  <a:pt x="15" y="16"/>
                </a:cubicBezTo>
                <a:cubicBezTo>
                  <a:pt x="16" y="15"/>
                  <a:pt x="16" y="15"/>
                  <a:pt x="17" y="15"/>
                </a:cubicBezTo>
                <a:cubicBezTo>
                  <a:pt x="18" y="13"/>
                  <a:pt x="18" y="11"/>
                  <a:pt x="18" y="9"/>
                </a:cubicBezTo>
                <a:cubicBezTo>
                  <a:pt x="18" y="9"/>
                  <a:pt x="19" y="8"/>
                  <a:pt x="19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27" y="9"/>
                  <a:pt x="27" y="9"/>
                </a:cubicBezTo>
                <a:cubicBezTo>
                  <a:pt x="28" y="15"/>
                  <a:pt x="28" y="15"/>
                  <a:pt x="28" y="15"/>
                </a:cubicBezTo>
                <a:cubicBezTo>
                  <a:pt x="29" y="15"/>
                  <a:pt x="30" y="15"/>
                  <a:pt x="31" y="16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2"/>
                  <a:pt x="36" y="13"/>
                </a:cubicBezTo>
                <a:cubicBezTo>
                  <a:pt x="37" y="13"/>
                  <a:pt x="41" y="17"/>
                  <a:pt x="41" y="18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20"/>
                  <a:pt x="39" y="22"/>
                  <a:pt x="38" y="23"/>
                </a:cubicBezTo>
                <a:cubicBezTo>
                  <a:pt x="38" y="24"/>
                  <a:pt x="39" y="25"/>
                  <a:pt x="39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8"/>
                </a:cubicBezTo>
                <a:lnTo>
                  <a:pt x="45" y="35"/>
                </a:lnTo>
                <a:close/>
                <a:moveTo>
                  <a:pt x="23" y="22"/>
                </a:moveTo>
                <a:cubicBezTo>
                  <a:pt x="18" y="22"/>
                  <a:pt x="13" y="26"/>
                  <a:pt x="13" y="31"/>
                </a:cubicBezTo>
                <a:cubicBezTo>
                  <a:pt x="13" y="36"/>
                  <a:pt x="18" y="40"/>
                  <a:pt x="23" y="40"/>
                </a:cubicBezTo>
                <a:cubicBezTo>
                  <a:pt x="28" y="40"/>
                  <a:pt x="32" y="36"/>
                  <a:pt x="32" y="31"/>
                </a:cubicBezTo>
                <a:cubicBezTo>
                  <a:pt x="32" y="26"/>
                  <a:pt x="28" y="22"/>
                  <a:pt x="23" y="22"/>
                </a:cubicBezTo>
                <a:close/>
                <a:moveTo>
                  <a:pt x="68" y="15"/>
                </a:moveTo>
                <a:cubicBezTo>
                  <a:pt x="68" y="16"/>
                  <a:pt x="64" y="16"/>
                  <a:pt x="63" y="16"/>
                </a:cubicBezTo>
                <a:cubicBezTo>
                  <a:pt x="63" y="17"/>
                  <a:pt x="62" y="18"/>
                  <a:pt x="62" y="18"/>
                </a:cubicBezTo>
                <a:cubicBezTo>
                  <a:pt x="62" y="19"/>
                  <a:pt x="64" y="23"/>
                  <a:pt x="64" y="23"/>
                </a:cubicBezTo>
                <a:cubicBezTo>
                  <a:pt x="64" y="23"/>
                  <a:pt x="64" y="23"/>
                  <a:pt x="64" y="24"/>
                </a:cubicBezTo>
                <a:cubicBezTo>
                  <a:pt x="63" y="24"/>
                  <a:pt x="59" y="26"/>
                  <a:pt x="59" y="26"/>
                </a:cubicBezTo>
                <a:cubicBezTo>
                  <a:pt x="59" y="26"/>
                  <a:pt x="56" y="22"/>
                  <a:pt x="56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53" y="22"/>
                  <a:pt x="50" y="26"/>
                  <a:pt x="50" y="26"/>
                </a:cubicBezTo>
                <a:cubicBezTo>
                  <a:pt x="50" y="26"/>
                  <a:pt x="46" y="24"/>
                  <a:pt x="46" y="24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7" y="19"/>
                  <a:pt x="47" y="18"/>
                </a:cubicBezTo>
                <a:cubicBezTo>
                  <a:pt x="47" y="18"/>
                  <a:pt x="46" y="17"/>
                  <a:pt x="46" y="16"/>
                </a:cubicBezTo>
                <a:cubicBezTo>
                  <a:pt x="45" y="16"/>
                  <a:pt x="41" y="16"/>
                  <a:pt x="41" y="15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5" y="9"/>
                  <a:pt x="46" y="9"/>
                </a:cubicBezTo>
                <a:cubicBezTo>
                  <a:pt x="46" y="9"/>
                  <a:pt x="47" y="8"/>
                  <a:pt x="47" y="7"/>
                </a:cubicBezTo>
                <a:cubicBezTo>
                  <a:pt x="47" y="7"/>
                  <a:pt x="45" y="3"/>
                  <a:pt x="45" y="2"/>
                </a:cubicBezTo>
                <a:cubicBezTo>
                  <a:pt x="45" y="2"/>
                  <a:pt x="45" y="2"/>
                  <a:pt x="46" y="2"/>
                </a:cubicBezTo>
                <a:cubicBezTo>
                  <a:pt x="46" y="2"/>
                  <a:pt x="50" y="0"/>
                  <a:pt x="50" y="0"/>
                </a:cubicBezTo>
                <a:cubicBezTo>
                  <a:pt x="50" y="0"/>
                  <a:pt x="53" y="3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5" y="4"/>
                  <a:pt x="56" y="4"/>
                </a:cubicBezTo>
                <a:cubicBezTo>
                  <a:pt x="57" y="2"/>
                  <a:pt x="58" y="1"/>
                  <a:pt x="5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0"/>
                  <a:pt x="63" y="2"/>
                  <a:pt x="64" y="2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3"/>
                  <a:pt x="62" y="7"/>
                  <a:pt x="62" y="7"/>
                </a:cubicBezTo>
                <a:cubicBezTo>
                  <a:pt x="62" y="8"/>
                  <a:pt x="63" y="9"/>
                  <a:pt x="63" y="9"/>
                </a:cubicBezTo>
                <a:cubicBezTo>
                  <a:pt x="64" y="9"/>
                  <a:pt x="68" y="10"/>
                  <a:pt x="68" y="10"/>
                </a:cubicBezTo>
                <a:lnTo>
                  <a:pt x="68" y="15"/>
                </a:lnTo>
                <a:close/>
                <a:moveTo>
                  <a:pt x="68" y="52"/>
                </a:moveTo>
                <a:cubicBezTo>
                  <a:pt x="68" y="52"/>
                  <a:pt x="64" y="53"/>
                  <a:pt x="63" y="53"/>
                </a:cubicBezTo>
                <a:cubicBezTo>
                  <a:pt x="63" y="54"/>
                  <a:pt x="62" y="54"/>
                  <a:pt x="62" y="55"/>
                </a:cubicBezTo>
                <a:cubicBezTo>
                  <a:pt x="62" y="56"/>
                  <a:pt x="64" y="59"/>
                  <a:pt x="6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63" y="60"/>
                  <a:pt x="59" y="63"/>
                  <a:pt x="59" y="63"/>
                </a:cubicBezTo>
                <a:cubicBezTo>
                  <a:pt x="59" y="63"/>
                  <a:pt x="56" y="59"/>
                  <a:pt x="56" y="59"/>
                </a:cubicBezTo>
                <a:cubicBezTo>
                  <a:pt x="55" y="59"/>
                  <a:pt x="55" y="59"/>
                  <a:pt x="55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0" y="63"/>
                  <a:pt x="50" y="63"/>
                </a:cubicBezTo>
                <a:cubicBezTo>
                  <a:pt x="50" y="63"/>
                  <a:pt x="46" y="60"/>
                  <a:pt x="46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9"/>
                  <a:pt x="47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5" y="53"/>
                  <a:pt x="41" y="52"/>
                  <a:pt x="41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46"/>
                  <a:pt x="45" y="46"/>
                  <a:pt x="46" y="46"/>
                </a:cubicBezTo>
                <a:cubicBezTo>
                  <a:pt x="46" y="45"/>
                  <a:pt x="47" y="45"/>
                  <a:pt x="47" y="44"/>
                </a:cubicBezTo>
                <a:cubicBezTo>
                  <a:pt x="47" y="43"/>
                  <a:pt x="45" y="40"/>
                  <a:pt x="45" y="39"/>
                </a:cubicBezTo>
                <a:cubicBezTo>
                  <a:pt x="45" y="39"/>
                  <a:pt x="45" y="39"/>
                  <a:pt x="46" y="39"/>
                </a:cubicBezTo>
                <a:cubicBezTo>
                  <a:pt x="46" y="39"/>
                  <a:pt x="50" y="36"/>
                  <a:pt x="50" y="36"/>
                </a:cubicBezTo>
                <a:cubicBezTo>
                  <a:pt x="50" y="36"/>
                  <a:pt x="53" y="40"/>
                  <a:pt x="54" y="40"/>
                </a:cubicBezTo>
                <a:cubicBezTo>
                  <a:pt x="54" y="40"/>
                  <a:pt x="54" y="40"/>
                  <a:pt x="55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8" y="38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63" y="39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40"/>
                  <a:pt x="62" y="43"/>
                  <a:pt x="62" y="44"/>
                </a:cubicBezTo>
                <a:cubicBezTo>
                  <a:pt x="62" y="45"/>
                  <a:pt x="63" y="45"/>
                  <a:pt x="63" y="46"/>
                </a:cubicBezTo>
                <a:cubicBezTo>
                  <a:pt x="64" y="46"/>
                  <a:pt x="68" y="46"/>
                  <a:pt x="68" y="47"/>
                </a:cubicBezTo>
                <a:lnTo>
                  <a:pt x="68" y="52"/>
                </a:lnTo>
                <a:close/>
                <a:moveTo>
                  <a:pt x="55" y="8"/>
                </a:moveTo>
                <a:cubicBezTo>
                  <a:pt x="52" y="8"/>
                  <a:pt x="50" y="10"/>
                  <a:pt x="50" y="13"/>
                </a:cubicBezTo>
                <a:cubicBezTo>
                  <a:pt x="50" y="15"/>
                  <a:pt x="52" y="17"/>
                  <a:pt x="55" y="17"/>
                </a:cubicBezTo>
                <a:cubicBezTo>
                  <a:pt x="57" y="17"/>
                  <a:pt x="59" y="15"/>
                  <a:pt x="59" y="13"/>
                </a:cubicBezTo>
                <a:cubicBezTo>
                  <a:pt x="59" y="10"/>
                  <a:pt x="57" y="8"/>
                  <a:pt x="55" y="8"/>
                </a:cubicBezTo>
                <a:close/>
                <a:moveTo>
                  <a:pt x="55" y="45"/>
                </a:moveTo>
                <a:cubicBezTo>
                  <a:pt x="52" y="45"/>
                  <a:pt x="50" y="47"/>
                  <a:pt x="50" y="49"/>
                </a:cubicBezTo>
                <a:cubicBezTo>
                  <a:pt x="50" y="52"/>
                  <a:pt x="52" y="54"/>
                  <a:pt x="55" y="54"/>
                </a:cubicBezTo>
                <a:cubicBezTo>
                  <a:pt x="57" y="54"/>
                  <a:pt x="59" y="52"/>
                  <a:pt x="59" y="49"/>
                </a:cubicBezTo>
                <a:cubicBezTo>
                  <a:pt x="59" y="47"/>
                  <a:pt x="57" y="45"/>
                  <a:pt x="55" y="4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679174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tr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5"/>
          <p:cNvSpPr>
            <a:spLocks noEditPoints="1"/>
          </p:cNvSpPr>
          <p:nvPr userDrawn="1"/>
        </p:nvSpPr>
        <p:spPr bwMode="auto">
          <a:xfrm>
            <a:off x="5273189" y="1318685"/>
            <a:ext cx="1645625" cy="1297516"/>
          </a:xfrm>
          <a:custGeom>
            <a:avLst/>
            <a:gdLst/>
            <a:ahLst/>
            <a:cxnLst>
              <a:cxn ang="0">
                <a:pos x="17" y="16"/>
              </a:cxn>
              <a:cxn ang="0">
                <a:pos x="0" y="12"/>
              </a:cxn>
              <a:cxn ang="0">
                <a:pos x="4" y="0"/>
              </a:cxn>
              <a:cxn ang="0">
                <a:pos x="21" y="4"/>
              </a:cxn>
              <a:cxn ang="0">
                <a:pos x="21" y="33"/>
              </a:cxn>
              <a:cxn ang="0">
                <a:pos x="4" y="36"/>
              </a:cxn>
              <a:cxn ang="0">
                <a:pos x="0" y="25"/>
              </a:cxn>
              <a:cxn ang="0">
                <a:pos x="17" y="21"/>
              </a:cxn>
              <a:cxn ang="0">
                <a:pos x="21" y="33"/>
              </a:cxn>
              <a:cxn ang="0">
                <a:pos x="17" y="57"/>
              </a:cxn>
              <a:cxn ang="0">
                <a:pos x="0" y="53"/>
              </a:cxn>
              <a:cxn ang="0">
                <a:pos x="4" y="42"/>
              </a:cxn>
              <a:cxn ang="0">
                <a:pos x="21" y="45"/>
              </a:cxn>
              <a:cxn ang="0">
                <a:pos x="47" y="12"/>
              </a:cxn>
              <a:cxn ang="0">
                <a:pos x="30" y="16"/>
              </a:cxn>
              <a:cxn ang="0">
                <a:pos x="26" y="4"/>
              </a:cxn>
              <a:cxn ang="0">
                <a:pos x="43" y="0"/>
              </a:cxn>
              <a:cxn ang="0">
                <a:pos x="47" y="12"/>
              </a:cxn>
              <a:cxn ang="0">
                <a:pos x="43" y="36"/>
              </a:cxn>
              <a:cxn ang="0">
                <a:pos x="26" y="33"/>
              </a:cxn>
              <a:cxn ang="0">
                <a:pos x="30" y="21"/>
              </a:cxn>
              <a:cxn ang="0">
                <a:pos x="47" y="25"/>
              </a:cxn>
              <a:cxn ang="0">
                <a:pos x="47" y="53"/>
              </a:cxn>
              <a:cxn ang="0">
                <a:pos x="30" y="57"/>
              </a:cxn>
              <a:cxn ang="0">
                <a:pos x="26" y="45"/>
              </a:cxn>
              <a:cxn ang="0">
                <a:pos x="43" y="42"/>
              </a:cxn>
              <a:cxn ang="0">
                <a:pos x="47" y="53"/>
              </a:cxn>
              <a:cxn ang="0">
                <a:pos x="69" y="16"/>
              </a:cxn>
              <a:cxn ang="0">
                <a:pos x="52" y="12"/>
              </a:cxn>
              <a:cxn ang="0">
                <a:pos x="56" y="0"/>
              </a:cxn>
              <a:cxn ang="0">
                <a:pos x="72" y="4"/>
              </a:cxn>
              <a:cxn ang="0">
                <a:pos x="72" y="33"/>
              </a:cxn>
              <a:cxn ang="0">
                <a:pos x="56" y="36"/>
              </a:cxn>
              <a:cxn ang="0">
                <a:pos x="52" y="25"/>
              </a:cxn>
              <a:cxn ang="0">
                <a:pos x="69" y="21"/>
              </a:cxn>
              <a:cxn ang="0">
                <a:pos x="72" y="33"/>
              </a:cxn>
              <a:cxn ang="0">
                <a:pos x="69" y="57"/>
              </a:cxn>
              <a:cxn ang="0">
                <a:pos x="52" y="53"/>
              </a:cxn>
              <a:cxn ang="0">
                <a:pos x="56" y="42"/>
              </a:cxn>
              <a:cxn ang="0">
                <a:pos x="72" y="45"/>
              </a:cxn>
            </a:cxnLst>
            <a:rect l="0" t="0" r="r" b="b"/>
            <a:pathLst>
              <a:path w="72" h="57">
                <a:moveTo>
                  <a:pt x="21" y="12"/>
                </a:moveTo>
                <a:cubicBezTo>
                  <a:pt x="21" y="14"/>
                  <a:pt x="19" y="16"/>
                  <a:pt x="17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2" y="16"/>
                  <a:pt x="0" y="14"/>
                  <a:pt x="0" y="12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9" y="0"/>
                  <a:pt x="21" y="2"/>
                  <a:pt x="21" y="4"/>
                </a:cubicBezTo>
                <a:lnTo>
                  <a:pt x="21" y="12"/>
                </a:lnTo>
                <a:close/>
                <a:moveTo>
                  <a:pt x="21" y="33"/>
                </a:moveTo>
                <a:cubicBezTo>
                  <a:pt x="21" y="35"/>
                  <a:pt x="19" y="36"/>
                  <a:pt x="17" y="36"/>
                </a:cubicBezTo>
                <a:cubicBezTo>
                  <a:pt x="4" y="36"/>
                  <a:pt x="4" y="36"/>
                  <a:pt x="4" y="36"/>
                </a:cubicBezTo>
                <a:cubicBezTo>
                  <a:pt x="2" y="36"/>
                  <a:pt x="0" y="35"/>
                  <a:pt x="0" y="3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3"/>
                  <a:pt x="2" y="21"/>
                  <a:pt x="4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9" y="21"/>
                  <a:pt x="21" y="23"/>
                  <a:pt x="21" y="25"/>
                </a:cubicBezTo>
                <a:lnTo>
                  <a:pt x="21" y="33"/>
                </a:lnTo>
                <a:close/>
                <a:moveTo>
                  <a:pt x="21" y="53"/>
                </a:moveTo>
                <a:cubicBezTo>
                  <a:pt x="21" y="55"/>
                  <a:pt x="19" y="57"/>
                  <a:pt x="17" y="57"/>
                </a:cubicBezTo>
                <a:cubicBezTo>
                  <a:pt x="4" y="57"/>
                  <a:pt x="4" y="57"/>
                  <a:pt x="4" y="57"/>
                </a:cubicBezTo>
                <a:cubicBezTo>
                  <a:pt x="2" y="57"/>
                  <a:pt x="0" y="55"/>
                  <a:pt x="0" y="53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3"/>
                  <a:pt x="2" y="42"/>
                  <a:pt x="4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9" y="42"/>
                  <a:pt x="21" y="43"/>
                  <a:pt x="21" y="45"/>
                </a:cubicBezTo>
                <a:lnTo>
                  <a:pt x="21" y="53"/>
                </a:lnTo>
                <a:close/>
                <a:moveTo>
                  <a:pt x="47" y="12"/>
                </a:moveTo>
                <a:cubicBezTo>
                  <a:pt x="47" y="14"/>
                  <a:pt x="45" y="16"/>
                  <a:pt x="43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28" y="16"/>
                  <a:pt x="26" y="14"/>
                  <a:pt x="26" y="12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2"/>
                  <a:pt x="28" y="0"/>
                  <a:pt x="30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5" y="0"/>
                  <a:pt x="47" y="2"/>
                  <a:pt x="47" y="4"/>
                </a:cubicBezTo>
                <a:lnTo>
                  <a:pt x="47" y="12"/>
                </a:lnTo>
                <a:close/>
                <a:moveTo>
                  <a:pt x="47" y="33"/>
                </a:moveTo>
                <a:cubicBezTo>
                  <a:pt x="47" y="35"/>
                  <a:pt x="45" y="36"/>
                  <a:pt x="43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8" y="36"/>
                  <a:pt x="26" y="35"/>
                  <a:pt x="26" y="33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3"/>
                  <a:pt x="28" y="21"/>
                  <a:pt x="30" y="21"/>
                </a:cubicBezTo>
                <a:cubicBezTo>
                  <a:pt x="43" y="21"/>
                  <a:pt x="43" y="21"/>
                  <a:pt x="43" y="21"/>
                </a:cubicBezTo>
                <a:cubicBezTo>
                  <a:pt x="45" y="21"/>
                  <a:pt x="47" y="23"/>
                  <a:pt x="47" y="25"/>
                </a:cubicBezTo>
                <a:lnTo>
                  <a:pt x="47" y="33"/>
                </a:lnTo>
                <a:close/>
                <a:moveTo>
                  <a:pt x="47" y="53"/>
                </a:moveTo>
                <a:cubicBezTo>
                  <a:pt x="47" y="55"/>
                  <a:pt x="45" y="57"/>
                  <a:pt x="43" y="57"/>
                </a:cubicBezTo>
                <a:cubicBezTo>
                  <a:pt x="30" y="57"/>
                  <a:pt x="30" y="57"/>
                  <a:pt x="30" y="57"/>
                </a:cubicBezTo>
                <a:cubicBezTo>
                  <a:pt x="28" y="57"/>
                  <a:pt x="26" y="55"/>
                  <a:pt x="26" y="53"/>
                </a:cubicBezTo>
                <a:cubicBezTo>
                  <a:pt x="26" y="45"/>
                  <a:pt x="26" y="45"/>
                  <a:pt x="26" y="45"/>
                </a:cubicBezTo>
                <a:cubicBezTo>
                  <a:pt x="26" y="43"/>
                  <a:pt x="28" y="42"/>
                  <a:pt x="30" y="42"/>
                </a:cubicBezTo>
                <a:cubicBezTo>
                  <a:pt x="43" y="42"/>
                  <a:pt x="43" y="42"/>
                  <a:pt x="43" y="42"/>
                </a:cubicBezTo>
                <a:cubicBezTo>
                  <a:pt x="45" y="42"/>
                  <a:pt x="47" y="43"/>
                  <a:pt x="47" y="45"/>
                </a:cubicBezTo>
                <a:lnTo>
                  <a:pt x="47" y="53"/>
                </a:lnTo>
                <a:close/>
                <a:moveTo>
                  <a:pt x="72" y="12"/>
                </a:moveTo>
                <a:cubicBezTo>
                  <a:pt x="72" y="14"/>
                  <a:pt x="71" y="16"/>
                  <a:pt x="69" y="16"/>
                </a:cubicBezTo>
                <a:cubicBezTo>
                  <a:pt x="56" y="16"/>
                  <a:pt x="56" y="16"/>
                  <a:pt x="56" y="16"/>
                </a:cubicBezTo>
                <a:cubicBezTo>
                  <a:pt x="54" y="16"/>
                  <a:pt x="52" y="14"/>
                  <a:pt x="52" y="12"/>
                </a:cubicBezTo>
                <a:cubicBezTo>
                  <a:pt x="52" y="4"/>
                  <a:pt x="52" y="4"/>
                  <a:pt x="52" y="4"/>
                </a:cubicBezTo>
                <a:cubicBezTo>
                  <a:pt x="52" y="2"/>
                  <a:pt x="54" y="0"/>
                  <a:pt x="56" y="0"/>
                </a:cubicBezTo>
                <a:cubicBezTo>
                  <a:pt x="69" y="0"/>
                  <a:pt x="69" y="0"/>
                  <a:pt x="69" y="0"/>
                </a:cubicBezTo>
                <a:cubicBezTo>
                  <a:pt x="71" y="0"/>
                  <a:pt x="72" y="2"/>
                  <a:pt x="72" y="4"/>
                </a:cubicBezTo>
                <a:lnTo>
                  <a:pt x="72" y="12"/>
                </a:lnTo>
                <a:close/>
                <a:moveTo>
                  <a:pt x="72" y="33"/>
                </a:moveTo>
                <a:cubicBezTo>
                  <a:pt x="72" y="35"/>
                  <a:pt x="71" y="36"/>
                  <a:pt x="69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4" y="36"/>
                  <a:pt x="52" y="35"/>
                  <a:pt x="52" y="33"/>
                </a:cubicBezTo>
                <a:cubicBezTo>
                  <a:pt x="52" y="25"/>
                  <a:pt x="52" y="25"/>
                  <a:pt x="52" y="25"/>
                </a:cubicBezTo>
                <a:cubicBezTo>
                  <a:pt x="52" y="23"/>
                  <a:pt x="54" y="21"/>
                  <a:pt x="56" y="21"/>
                </a:cubicBezTo>
                <a:cubicBezTo>
                  <a:pt x="69" y="21"/>
                  <a:pt x="69" y="21"/>
                  <a:pt x="69" y="21"/>
                </a:cubicBezTo>
                <a:cubicBezTo>
                  <a:pt x="71" y="21"/>
                  <a:pt x="72" y="23"/>
                  <a:pt x="72" y="25"/>
                </a:cubicBezTo>
                <a:lnTo>
                  <a:pt x="72" y="33"/>
                </a:lnTo>
                <a:close/>
                <a:moveTo>
                  <a:pt x="72" y="53"/>
                </a:moveTo>
                <a:cubicBezTo>
                  <a:pt x="72" y="55"/>
                  <a:pt x="71" y="57"/>
                  <a:pt x="69" y="57"/>
                </a:cubicBezTo>
                <a:cubicBezTo>
                  <a:pt x="56" y="57"/>
                  <a:pt x="56" y="57"/>
                  <a:pt x="56" y="57"/>
                </a:cubicBezTo>
                <a:cubicBezTo>
                  <a:pt x="54" y="57"/>
                  <a:pt x="52" y="55"/>
                  <a:pt x="52" y="53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3"/>
                  <a:pt x="54" y="42"/>
                  <a:pt x="56" y="42"/>
                </a:cubicBezTo>
                <a:cubicBezTo>
                  <a:pt x="69" y="42"/>
                  <a:pt x="69" y="42"/>
                  <a:pt x="69" y="42"/>
                </a:cubicBezTo>
                <a:cubicBezTo>
                  <a:pt x="71" y="42"/>
                  <a:pt x="72" y="43"/>
                  <a:pt x="72" y="45"/>
                </a:cubicBezTo>
                <a:lnTo>
                  <a:pt x="72" y="5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93642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Flow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145"/>
          <p:cNvSpPr>
            <a:spLocks/>
          </p:cNvSpPr>
          <p:nvPr userDrawn="1"/>
        </p:nvSpPr>
        <p:spPr bwMode="auto">
          <a:xfrm>
            <a:off x="5292585" y="1230595"/>
            <a:ext cx="1606833" cy="1385605"/>
          </a:xfrm>
          <a:custGeom>
            <a:avLst/>
            <a:gdLst/>
            <a:ahLst/>
            <a:cxnLst>
              <a:cxn ang="0">
                <a:pos x="64" y="51"/>
              </a:cxn>
              <a:cxn ang="0">
                <a:pos x="60" y="55"/>
              </a:cxn>
              <a:cxn ang="0">
                <a:pos x="49" y="55"/>
              </a:cxn>
              <a:cxn ang="0">
                <a:pos x="45" y="51"/>
              </a:cxn>
              <a:cxn ang="0">
                <a:pos x="45" y="40"/>
              </a:cxn>
              <a:cxn ang="0">
                <a:pos x="49" y="36"/>
              </a:cxn>
              <a:cxn ang="0">
                <a:pos x="52" y="36"/>
              </a:cxn>
              <a:cxn ang="0">
                <a:pos x="52" y="30"/>
              </a:cxn>
              <a:cxn ang="0">
                <a:pos x="34" y="30"/>
              </a:cxn>
              <a:cxn ang="0">
                <a:pos x="34" y="36"/>
              </a:cxn>
              <a:cxn ang="0">
                <a:pos x="37" y="36"/>
              </a:cxn>
              <a:cxn ang="0">
                <a:pos x="41" y="40"/>
              </a:cxn>
              <a:cxn ang="0">
                <a:pos x="41" y="51"/>
              </a:cxn>
              <a:cxn ang="0">
                <a:pos x="37" y="55"/>
              </a:cxn>
              <a:cxn ang="0">
                <a:pos x="26" y="55"/>
              </a:cxn>
              <a:cxn ang="0">
                <a:pos x="23" y="51"/>
              </a:cxn>
              <a:cxn ang="0">
                <a:pos x="23" y="40"/>
              </a:cxn>
              <a:cxn ang="0">
                <a:pos x="26" y="36"/>
              </a:cxn>
              <a:cxn ang="0">
                <a:pos x="29" y="36"/>
              </a:cxn>
              <a:cxn ang="0">
                <a:pos x="29" y="30"/>
              </a:cxn>
              <a:cxn ang="0">
                <a:pos x="11" y="30"/>
              </a:cxn>
              <a:cxn ang="0">
                <a:pos x="11" y="36"/>
              </a:cxn>
              <a:cxn ang="0">
                <a:pos x="15" y="36"/>
              </a:cxn>
              <a:cxn ang="0">
                <a:pos x="18" y="40"/>
              </a:cxn>
              <a:cxn ang="0">
                <a:pos x="18" y="51"/>
              </a:cxn>
              <a:cxn ang="0">
                <a:pos x="15" y="55"/>
              </a:cxn>
              <a:cxn ang="0">
                <a:pos x="3" y="55"/>
              </a:cxn>
              <a:cxn ang="0">
                <a:pos x="0" y="51"/>
              </a:cxn>
              <a:cxn ang="0">
                <a:pos x="0" y="40"/>
              </a:cxn>
              <a:cxn ang="0">
                <a:pos x="3" y="36"/>
              </a:cxn>
              <a:cxn ang="0">
                <a:pos x="7" y="36"/>
              </a:cxn>
              <a:cxn ang="0">
                <a:pos x="7" y="30"/>
              </a:cxn>
              <a:cxn ang="0">
                <a:pos x="11" y="25"/>
              </a:cxn>
              <a:cxn ang="0">
                <a:pos x="29" y="25"/>
              </a:cxn>
              <a:cxn ang="0">
                <a:pos x="29" y="18"/>
              </a:cxn>
              <a:cxn ang="0">
                <a:pos x="26" y="18"/>
              </a:cxn>
              <a:cxn ang="0">
                <a:pos x="23" y="15"/>
              </a:cxn>
              <a:cxn ang="0">
                <a:pos x="23" y="3"/>
              </a:cxn>
              <a:cxn ang="0">
                <a:pos x="26" y="0"/>
              </a:cxn>
              <a:cxn ang="0">
                <a:pos x="37" y="0"/>
              </a:cxn>
              <a:cxn ang="0">
                <a:pos x="41" y="3"/>
              </a:cxn>
              <a:cxn ang="0">
                <a:pos x="41" y="15"/>
              </a:cxn>
              <a:cxn ang="0">
                <a:pos x="37" y="18"/>
              </a:cxn>
              <a:cxn ang="0">
                <a:pos x="34" y="18"/>
              </a:cxn>
              <a:cxn ang="0">
                <a:pos x="34" y="25"/>
              </a:cxn>
              <a:cxn ang="0">
                <a:pos x="52" y="25"/>
              </a:cxn>
              <a:cxn ang="0">
                <a:pos x="57" y="30"/>
              </a:cxn>
              <a:cxn ang="0">
                <a:pos x="57" y="36"/>
              </a:cxn>
              <a:cxn ang="0">
                <a:pos x="60" y="36"/>
              </a:cxn>
              <a:cxn ang="0">
                <a:pos x="64" y="40"/>
              </a:cxn>
              <a:cxn ang="0">
                <a:pos x="64" y="51"/>
              </a:cxn>
            </a:cxnLst>
            <a:rect l="0" t="0" r="r" b="b"/>
            <a:pathLst>
              <a:path w="64" h="55">
                <a:moveTo>
                  <a:pt x="64" y="51"/>
                </a:moveTo>
                <a:cubicBezTo>
                  <a:pt x="64" y="53"/>
                  <a:pt x="62" y="55"/>
                  <a:pt x="60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7" y="55"/>
                  <a:pt x="45" y="53"/>
                  <a:pt x="45" y="51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38"/>
                  <a:pt x="47" y="36"/>
                  <a:pt x="4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0"/>
                  <a:pt x="52" y="30"/>
                  <a:pt x="52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6"/>
                  <a:pt x="34" y="36"/>
                  <a:pt x="34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9" y="36"/>
                  <a:pt x="41" y="38"/>
                  <a:pt x="41" y="40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3"/>
                  <a:pt x="39" y="55"/>
                  <a:pt x="3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4" y="55"/>
                  <a:pt x="23" y="53"/>
                  <a:pt x="23" y="51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0"/>
                  <a:pt x="29" y="30"/>
                  <a:pt x="29" y="30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6"/>
                  <a:pt x="11" y="36"/>
                  <a:pt x="1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3"/>
                  <a:pt x="17" y="55"/>
                  <a:pt x="15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7"/>
                  <a:pt x="9" y="25"/>
                  <a:pt x="11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4" y="18"/>
                  <a:pt x="23" y="17"/>
                  <a:pt x="23" y="15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1" y="1"/>
                  <a:pt x="41" y="3"/>
                </a:cubicBezTo>
                <a:cubicBezTo>
                  <a:pt x="41" y="15"/>
                  <a:pt x="41" y="15"/>
                  <a:pt x="41" y="15"/>
                </a:cubicBezTo>
                <a:cubicBezTo>
                  <a:pt x="41" y="17"/>
                  <a:pt x="39" y="18"/>
                  <a:pt x="37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25"/>
                  <a:pt x="34" y="25"/>
                  <a:pt x="34" y="25"/>
                </a:cubicBezTo>
                <a:cubicBezTo>
                  <a:pt x="52" y="25"/>
                  <a:pt x="52" y="25"/>
                  <a:pt x="52" y="25"/>
                </a:cubicBezTo>
                <a:cubicBezTo>
                  <a:pt x="55" y="25"/>
                  <a:pt x="57" y="27"/>
                  <a:pt x="57" y="30"/>
                </a:cubicBezTo>
                <a:cubicBezTo>
                  <a:pt x="57" y="36"/>
                  <a:pt x="57" y="36"/>
                  <a:pt x="57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5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76936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re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29"/>
          <p:cNvSpPr>
            <a:spLocks/>
          </p:cNvSpPr>
          <p:nvPr userDrawn="1"/>
        </p:nvSpPr>
        <p:spPr bwMode="auto">
          <a:xfrm>
            <a:off x="5583767" y="1363136"/>
            <a:ext cx="1024467" cy="1253064"/>
          </a:xfrm>
          <a:custGeom>
            <a:avLst/>
            <a:gdLst/>
            <a:ahLst/>
            <a:cxnLst>
              <a:cxn ang="0">
                <a:pos x="53" y="58"/>
              </a:cxn>
              <a:cxn ang="0">
                <a:pos x="36" y="58"/>
              </a:cxn>
              <a:cxn ang="0">
                <a:pos x="36" y="65"/>
              </a:cxn>
              <a:cxn ang="0">
                <a:pos x="34" y="68"/>
              </a:cxn>
              <a:cxn ang="0">
                <a:pos x="22" y="68"/>
              </a:cxn>
              <a:cxn ang="0">
                <a:pos x="20" y="65"/>
              </a:cxn>
              <a:cxn ang="0">
                <a:pos x="20" y="58"/>
              </a:cxn>
              <a:cxn ang="0">
                <a:pos x="2" y="58"/>
              </a:cxn>
              <a:cxn ang="0">
                <a:pos x="0" y="56"/>
              </a:cxn>
              <a:cxn ang="0">
                <a:pos x="1" y="54"/>
              </a:cxn>
              <a:cxn ang="0">
                <a:pos x="16" y="39"/>
              </a:cxn>
              <a:cxn ang="0">
                <a:pos x="7" y="39"/>
              </a:cxn>
              <a:cxn ang="0">
                <a:pos x="5" y="36"/>
              </a:cxn>
              <a:cxn ang="0">
                <a:pos x="6" y="34"/>
              </a:cxn>
              <a:cxn ang="0">
                <a:pos x="21" y="19"/>
              </a:cxn>
              <a:cxn ang="0">
                <a:pos x="13" y="19"/>
              </a:cxn>
              <a:cxn ang="0">
                <a:pos x="11" y="17"/>
              </a:cxn>
              <a:cxn ang="0">
                <a:pos x="12" y="15"/>
              </a:cxn>
              <a:cxn ang="0">
                <a:pos x="26" y="0"/>
              </a:cxn>
              <a:cxn ang="0">
                <a:pos x="28" y="0"/>
              </a:cxn>
              <a:cxn ang="0">
                <a:pos x="30" y="0"/>
              </a:cxn>
              <a:cxn ang="0">
                <a:pos x="44" y="15"/>
              </a:cxn>
              <a:cxn ang="0">
                <a:pos x="45" y="17"/>
              </a:cxn>
              <a:cxn ang="0">
                <a:pos x="42" y="19"/>
              </a:cxn>
              <a:cxn ang="0">
                <a:pos x="35" y="19"/>
              </a:cxn>
              <a:cxn ang="0">
                <a:pos x="50" y="34"/>
              </a:cxn>
              <a:cxn ang="0">
                <a:pos x="51" y="36"/>
              </a:cxn>
              <a:cxn ang="0">
                <a:pos x="49" y="39"/>
              </a:cxn>
              <a:cxn ang="0">
                <a:pos x="40" y="39"/>
              </a:cxn>
              <a:cxn ang="0">
                <a:pos x="55" y="54"/>
              </a:cxn>
              <a:cxn ang="0">
                <a:pos x="56" y="56"/>
              </a:cxn>
              <a:cxn ang="0">
                <a:pos x="53" y="58"/>
              </a:cxn>
            </a:cxnLst>
            <a:rect l="0" t="0" r="r" b="b"/>
            <a:pathLst>
              <a:path w="56" h="68">
                <a:moveTo>
                  <a:pt x="53" y="58"/>
                </a:moveTo>
                <a:cubicBezTo>
                  <a:pt x="36" y="58"/>
                  <a:pt x="36" y="58"/>
                  <a:pt x="36" y="58"/>
                </a:cubicBezTo>
                <a:cubicBezTo>
                  <a:pt x="36" y="60"/>
                  <a:pt x="36" y="63"/>
                  <a:pt x="36" y="65"/>
                </a:cubicBezTo>
                <a:cubicBezTo>
                  <a:pt x="36" y="67"/>
                  <a:pt x="35" y="68"/>
                  <a:pt x="34" y="68"/>
                </a:cubicBezTo>
                <a:cubicBezTo>
                  <a:pt x="22" y="68"/>
                  <a:pt x="22" y="68"/>
                  <a:pt x="22" y="68"/>
                </a:cubicBezTo>
                <a:cubicBezTo>
                  <a:pt x="21" y="68"/>
                  <a:pt x="20" y="67"/>
                  <a:pt x="20" y="65"/>
                </a:cubicBezTo>
                <a:cubicBezTo>
                  <a:pt x="20" y="63"/>
                  <a:pt x="20" y="60"/>
                  <a:pt x="20" y="58"/>
                </a:cubicBezTo>
                <a:cubicBezTo>
                  <a:pt x="2" y="58"/>
                  <a:pt x="2" y="58"/>
                  <a:pt x="2" y="58"/>
                </a:cubicBezTo>
                <a:cubicBezTo>
                  <a:pt x="1" y="58"/>
                  <a:pt x="0" y="57"/>
                  <a:pt x="0" y="56"/>
                </a:cubicBezTo>
                <a:cubicBezTo>
                  <a:pt x="0" y="55"/>
                  <a:pt x="0" y="54"/>
                  <a:pt x="1" y="54"/>
                </a:cubicBezTo>
                <a:cubicBezTo>
                  <a:pt x="16" y="39"/>
                  <a:pt x="16" y="39"/>
                  <a:pt x="16" y="39"/>
                </a:cubicBezTo>
                <a:cubicBezTo>
                  <a:pt x="7" y="39"/>
                  <a:pt x="7" y="39"/>
                  <a:pt x="7" y="39"/>
                </a:cubicBezTo>
                <a:cubicBezTo>
                  <a:pt x="6" y="39"/>
                  <a:pt x="5" y="37"/>
                  <a:pt x="5" y="36"/>
                </a:cubicBezTo>
                <a:cubicBezTo>
                  <a:pt x="5" y="35"/>
                  <a:pt x="5" y="35"/>
                  <a:pt x="6" y="34"/>
                </a:cubicBezTo>
                <a:cubicBezTo>
                  <a:pt x="21" y="19"/>
                  <a:pt x="21" y="19"/>
                  <a:pt x="21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2" y="19"/>
                  <a:pt x="11" y="18"/>
                  <a:pt x="11" y="17"/>
                </a:cubicBezTo>
                <a:cubicBezTo>
                  <a:pt x="11" y="16"/>
                  <a:pt x="11" y="15"/>
                  <a:pt x="12" y="15"/>
                </a:cubicBezTo>
                <a:cubicBezTo>
                  <a:pt x="26" y="0"/>
                  <a:pt x="26" y="0"/>
                  <a:pt x="26" y="0"/>
                </a:cubicBezTo>
                <a:cubicBezTo>
                  <a:pt x="27" y="0"/>
                  <a:pt x="27" y="0"/>
                  <a:pt x="28" y="0"/>
                </a:cubicBezTo>
                <a:cubicBezTo>
                  <a:pt x="29" y="0"/>
                  <a:pt x="29" y="0"/>
                  <a:pt x="30" y="0"/>
                </a:cubicBezTo>
                <a:cubicBezTo>
                  <a:pt x="44" y="15"/>
                  <a:pt x="44" y="15"/>
                  <a:pt x="44" y="15"/>
                </a:cubicBezTo>
                <a:cubicBezTo>
                  <a:pt x="45" y="15"/>
                  <a:pt x="45" y="16"/>
                  <a:pt x="45" y="17"/>
                </a:cubicBezTo>
                <a:cubicBezTo>
                  <a:pt x="45" y="18"/>
                  <a:pt x="44" y="19"/>
                  <a:pt x="42" y="19"/>
                </a:cubicBezTo>
                <a:cubicBezTo>
                  <a:pt x="35" y="19"/>
                  <a:pt x="35" y="19"/>
                  <a:pt x="35" y="19"/>
                </a:cubicBezTo>
                <a:cubicBezTo>
                  <a:pt x="50" y="34"/>
                  <a:pt x="50" y="34"/>
                  <a:pt x="50" y="34"/>
                </a:cubicBezTo>
                <a:cubicBezTo>
                  <a:pt x="51" y="35"/>
                  <a:pt x="51" y="35"/>
                  <a:pt x="51" y="36"/>
                </a:cubicBezTo>
                <a:cubicBezTo>
                  <a:pt x="51" y="37"/>
                  <a:pt x="50" y="39"/>
                  <a:pt x="49" y="39"/>
                </a:cubicBezTo>
                <a:cubicBezTo>
                  <a:pt x="40" y="39"/>
                  <a:pt x="40" y="39"/>
                  <a:pt x="40" y="39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4"/>
                  <a:pt x="56" y="55"/>
                  <a:pt x="56" y="56"/>
                </a:cubicBezTo>
                <a:cubicBezTo>
                  <a:pt x="56" y="57"/>
                  <a:pt x="55" y="58"/>
                  <a:pt x="53" y="5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58928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9"/>
          <p:cNvSpPr>
            <a:spLocks noEditPoints="1"/>
          </p:cNvSpPr>
          <p:nvPr userDrawn="1"/>
        </p:nvSpPr>
        <p:spPr bwMode="auto">
          <a:xfrm>
            <a:off x="5467090" y="1498600"/>
            <a:ext cx="1257823" cy="1267883"/>
          </a:xfrm>
          <a:custGeom>
            <a:avLst/>
            <a:gdLst/>
            <a:ahLst/>
            <a:cxnLst>
              <a:cxn ang="0">
                <a:pos x="29" y="58"/>
              </a:cxn>
              <a:cxn ang="0">
                <a:pos x="6" y="47"/>
              </a:cxn>
              <a:cxn ang="0">
                <a:pos x="7" y="46"/>
              </a:cxn>
              <a:cxn ang="0">
                <a:pos x="12" y="40"/>
              </a:cxn>
              <a:cxn ang="0">
                <a:pos x="13" y="40"/>
              </a:cxn>
              <a:cxn ang="0">
                <a:pos x="14" y="41"/>
              </a:cxn>
              <a:cxn ang="0">
                <a:pos x="29" y="48"/>
              </a:cxn>
              <a:cxn ang="0">
                <a:pos x="48" y="29"/>
              </a:cxn>
              <a:cxn ang="0">
                <a:pos x="29" y="9"/>
              </a:cxn>
              <a:cxn ang="0">
                <a:pos x="16" y="14"/>
              </a:cxn>
              <a:cxn ang="0">
                <a:pos x="21" y="20"/>
              </a:cxn>
              <a:cxn ang="0">
                <a:pos x="21" y="22"/>
              </a:cxn>
              <a:cxn ang="0">
                <a:pos x="19" y="24"/>
              </a:cxn>
              <a:cxn ang="0">
                <a:pos x="2" y="24"/>
              </a:cxn>
              <a:cxn ang="0">
                <a:pos x="0" y="21"/>
              </a:cxn>
              <a:cxn ang="0">
                <a:pos x="0" y="4"/>
              </a:cxn>
              <a:cxn ang="0">
                <a:pos x="1" y="2"/>
              </a:cxn>
              <a:cxn ang="0">
                <a:pos x="4" y="3"/>
              </a:cxn>
              <a:cxn ang="0">
                <a:pos x="9" y="8"/>
              </a:cxn>
              <a:cxn ang="0">
                <a:pos x="29" y="0"/>
              </a:cxn>
              <a:cxn ang="0">
                <a:pos x="58" y="29"/>
              </a:cxn>
              <a:cxn ang="0">
                <a:pos x="29" y="58"/>
              </a:cxn>
              <a:cxn ang="0">
                <a:pos x="34" y="35"/>
              </a:cxn>
              <a:cxn ang="0">
                <a:pos x="33" y="36"/>
              </a:cxn>
              <a:cxn ang="0">
                <a:pos x="20" y="36"/>
              </a:cxn>
              <a:cxn ang="0">
                <a:pos x="19" y="35"/>
              </a:cxn>
              <a:cxn ang="0">
                <a:pos x="19" y="32"/>
              </a:cxn>
              <a:cxn ang="0">
                <a:pos x="20" y="31"/>
              </a:cxn>
              <a:cxn ang="0">
                <a:pos x="29" y="31"/>
              </a:cxn>
              <a:cxn ang="0">
                <a:pos x="29" y="18"/>
              </a:cxn>
              <a:cxn ang="0">
                <a:pos x="30" y="17"/>
              </a:cxn>
              <a:cxn ang="0">
                <a:pos x="33" y="17"/>
              </a:cxn>
              <a:cxn ang="0">
                <a:pos x="34" y="18"/>
              </a:cxn>
              <a:cxn ang="0">
                <a:pos x="34" y="35"/>
              </a:cxn>
            </a:cxnLst>
            <a:rect l="0" t="0" r="r" b="b"/>
            <a:pathLst>
              <a:path w="58" h="58">
                <a:moveTo>
                  <a:pt x="29" y="58"/>
                </a:moveTo>
                <a:cubicBezTo>
                  <a:pt x="20" y="58"/>
                  <a:pt x="12" y="54"/>
                  <a:pt x="6" y="47"/>
                </a:cubicBezTo>
                <a:cubicBezTo>
                  <a:pt x="6" y="47"/>
                  <a:pt x="6" y="46"/>
                  <a:pt x="7" y="46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0"/>
                  <a:pt x="12" y="40"/>
                  <a:pt x="13" y="40"/>
                </a:cubicBezTo>
                <a:cubicBezTo>
                  <a:pt x="13" y="40"/>
                  <a:pt x="13" y="40"/>
                  <a:pt x="14" y="41"/>
                </a:cubicBezTo>
                <a:cubicBezTo>
                  <a:pt x="17" y="45"/>
                  <a:pt x="23" y="48"/>
                  <a:pt x="29" y="48"/>
                </a:cubicBezTo>
                <a:cubicBezTo>
                  <a:pt x="40" y="48"/>
                  <a:pt x="48" y="39"/>
                  <a:pt x="48" y="29"/>
                </a:cubicBezTo>
                <a:cubicBezTo>
                  <a:pt x="48" y="18"/>
                  <a:pt x="40" y="9"/>
                  <a:pt x="29" y="9"/>
                </a:cubicBezTo>
                <a:cubicBezTo>
                  <a:pt x="24" y="9"/>
                  <a:pt x="19" y="11"/>
                  <a:pt x="16" y="14"/>
                </a:cubicBezTo>
                <a:cubicBezTo>
                  <a:pt x="21" y="20"/>
                  <a:pt x="21" y="20"/>
                  <a:pt x="21" y="20"/>
                </a:cubicBezTo>
                <a:cubicBezTo>
                  <a:pt x="22" y="20"/>
                  <a:pt x="22" y="21"/>
                  <a:pt x="21" y="22"/>
                </a:cubicBezTo>
                <a:cubicBezTo>
                  <a:pt x="21" y="23"/>
                  <a:pt x="20" y="24"/>
                  <a:pt x="1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1" y="2"/>
                </a:cubicBezTo>
                <a:cubicBezTo>
                  <a:pt x="2" y="2"/>
                  <a:pt x="3" y="2"/>
                  <a:pt x="4" y="3"/>
                </a:cubicBezTo>
                <a:cubicBezTo>
                  <a:pt x="9" y="8"/>
                  <a:pt x="9" y="8"/>
                  <a:pt x="9" y="8"/>
                </a:cubicBezTo>
                <a:cubicBezTo>
                  <a:pt x="14" y="3"/>
                  <a:pt x="21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34" y="35"/>
                </a:moveTo>
                <a:cubicBezTo>
                  <a:pt x="34" y="35"/>
                  <a:pt x="33" y="36"/>
                  <a:pt x="33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6"/>
                  <a:pt x="19" y="35"/>
                  <a:pt x="19" y="35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20" y="31"/>
                  <a:pt x="2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7"/>
                  <a:pt x="29" y="17"/>
                  <a:pt x="30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4" y="17"/>
                  <a:pt x="34" y="18"/>
                </a:cubicBezTo>
                <a:lnTo>
                  <a:pt x="34" y="3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15655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gm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0"/>
          <p:cNvSpPr>
            <a:spLocks noEditPoints="1"/>
          </p:cNvSpPr>
          <p:nvPr userDrawn="1"/>
        </p:nvSpPr>
        <p:spPr bwMode="auto">
          <a:xfrm>
            <a:off x="5428193" y="1498601"/>
            <a:ext cx="1335617" cy="1280351"/>
          </a:xfrm>
          <a:custGeom>
            <a:avLst/>
            <a:gdLst/>
            <a:ahLst/>
            <a:cxnLst>
              <a:cxn ang="0">
                <a:pos x="63" y="49"/>
              </a:cxn>
              <a:cxn ang="0">
                <a:pos x="58" y="44"/>
              </a:cxn>
              <a:cxn ang="0">
                <a:pos x="54" y="48"/>
              </a:cxn>
              <a:cxn ang="0">
                <a:pos x="63" y="57"/>
              </a:cxn>
              <a:cxn ang="0">
                <a:pos x="64" y="60"/>
              </a:cxn>
              <a:cxn ang="0">
                <a:pos x="59" y="64"/>
              </a:cxn>
              <a:cxn ang="0">
                <a:pos x="56" y="63"/>
              </a:cxn>
              <a:cxn ang="0">
                <a:pos x="29" y="36"/>
              </a:cxn>
              <a:cxn ang="0">
                <a:pos x="15" y="42"/>
              </a:cxn>
              <a:cxn ang="0">
                <a:pos x="0" y="27"/>
              </a:cxn>
              <a:cxn ang="0">
                <a:pos x="26" y="0"/>
              </a:cxn>
              <a:cxn ang="0">
                <a:pos x="41" y="15"/>
              </a:cxn>
              <a:cxn ang="0">
                <a:pos x="36" y="30"/>
              </a:cxn>
              <a:cxn ang="0">
                <a:pos x="50" y="44"/>
              </a:cxn>
              <a:cxn ang="0">
                <a:pos x="54" y="40"/>
              </a:cxn>
              <a:cxn ang="0">
                <a:pos x="49" y="35"/>
              </a:cxn>
              <a:cxn ang="0">
                <a:pos x="54" y="31"/>
              </a:cxn>
              <a:cxn ang="0">
                <a:pos x="55" y="31"/>
              </a:cxn>
              <a:cxn ang="0">
                <a:pos x="67" y="44"/>
              </a:cxn>
              <a:cxn ang="0">
                <a:pos x="63" y="49"/>
              </a:cxn>
              <a:cxn ang="0">
                <a:pos x="25" y="8"/>
              </a:cxn>
              <a:cxn ang="0">
                <a:pos x="18" y="16"/>
              </a:cxn>
              <a:cxn ang="0">
                <a:pos x="19" y="19"/>
              </a:cxn>
              <a:cxn ang="0">
                <a:pos x="15" y="18"/>
              </a:cxn>
              <a:cxn ang="0">
                <a:pos x="7" y="26"/>
              </a:cxn>
              <a:cxn ang="0">
                <a:pos x="15" y="34"/>
              </a:cxn>
              <a:cxn ang="0">
                <a:pos x="23" y="26"/>
              </a:cxn>
              <a:cxn ang="0">
                <a:pos x="22" y="23"/>
              </a:cxn>
              <a:cxn ang="0">
                <a:pos x="25" y="24"/>
              </a:cxn>
              <a:cxn ang="0">
                <a:pos x="33" y="16"/>
              </a:cxn>
              <a:cxn ang="0">
                <a:pos x="25" y="8"/>
              </a:cxn>
            </a:cxnLst>
            <a:rect l="0" t="0" r="r" b="b"/>
            <a:pathLst>
              <a:path w="67" h="64">
                <a:moveTo>
                  <a:pt x="63" y="49"/>
                </a:moveTo>
                <a:cubicBezTo>
                  <a:pt x="62" y="49"/>
                  <a:pt x="58" y="45"/>
                  <a:pt x="58" y="44"/>
                </a:cubicBezTo>
                <a:cubicBezTo>
                  <a:pt x="54" y="48"/>
                  <a:pt x="54" y="48"/>
                  <a:pt x="54" y="48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58"/>
                  <a:pt x="64" y="59"/>
                  <a:pt x="64" y="60"/>
                </a:cubicBezTo>
                <a:cubicBezTo>
                  <a:pt x="64" y="62"/>
                  <a:pt x="61" y="64"/>
                  <a:pt x="59" y="64"/>
                </a:cubicBezTo>
                <a:cubicBezTo>
                  <a:pt x="58" y="64"/>
                  <a:pt x="57" y="64"/>
                  <a:pt x="56" y="63"/>
                </a:cubicBezTo>
                <a:cubicBezTo>
                  <a:pt x="29" y="36"/>
                  <a:pt x="29" y="36"/>
                  <a:pt x="29" y="36"/>
                </a:cubicBezTo>
                <a:cubicBezTo>
                  <a:pt x="25" y="39"/>
                  <a:pt x="20" y="42"/>
                  <a:pt x="15" y="42"/>
                </a:cubicBezTo>
                <a:cubicBezTo>
                  <a:pt x="6" y="42"/>
                  <a:pt x="0" y="36"/>
                  <a:pt x="0" y="27"/>
                </a:cubicBezTo>
                <a:cubicBezTo>
                  <a:pt x="0" y="14"/>
                  <a:pt x="13" y="0"/>
                  <a:pt x="26" y="0"/>
                </a:cubicBezTo>
                <a:cubicBezTo>
                  <a:pt x="35" y="0"/>
                  <a:pt x="41" y="6"/>
                  <a:pt x="41" y="15"/>
                </a:cubicBezTo>
                <a:cubicBezTo>
                  <a:pt x="41" y="21"/>
                  <a:pt x="39" y="26"/>
                  <a:pt x="36" y="30"/>
                </a:cubicBezTo>
                <a:cubicBezTo>
                  <a:pt x="50" y="44"/>
                  <a:pt x="50" y="44"/>
                  <a:pt x="50" y="44"/>
                </a:cubicBezTo>
                <a:cubicBezTo>
                  <a:pt x="54" y="40"/>
                  <a:pt x="54" y="40"/>
                  <a:pt x="54" y="40"/>
                </a:cubicBezTo>
                <a:cubicBezTo>
                  <a:pt x="53" y="39"/>
                  <a:pt x="49" y="36"/>
                  <a:pt x="49" y="35"/>
                </a:cubicBezTo>
                <a:cubicBezTo>
                  <a:pt x="49" y="34"/>
                  <a:pt x="53" y="31"/>
                  <a:pt x="54" y="31"/>
                </a:cubicBezTo>
                <a:cubicBezTo>
                  <a:pt x="54" y="31"/>
                  <a:pt x="54" y="31"/>
                  <a:pt x="55" y="31"/>
                </a:cubicBezTo>
                <a:cubicBezTo>
                  <a:pt x="56" y="32"/>
                  <a:pt x="67" y="43"/>
                  <a:pt x="67" y="44"/>
                </a:cubicBezTo>
                <a:cubicBezTo>
                  <a:pt x="67" y="45"/>
                  <a:pt x="64" y="49"/>
                  <a:pt x="63" y="49"/>
                </a:cubicBezTo>
                <a:close/>
                <a:moveTo>
                  <a:pt x="25" y="8"/>
                </a:moveTo>
                <a:cubicBezTo>
                  <a:pt x="21" y="8"/>
                  <a:pt x="18" y="12"/>
                  <a:pt x="18" y="16"/>
                </a:cubicBezTo>
                <a:cubicBezTo>
                  <a:pt x="18" y="17"/>
                  <a:pt x="18" y="18"/>
                  <a:pt x="19" y="19"/>
                </a:cubicBezTo>
                <a:cubicBezTo>
                  <a:pt x="17" y="19"/>
                  <a:pt x="16" y="18"/>
                  <a:pt x="15" y="18"/>
                </a:cubicBezTo>
                <a:cubicBezTo>
                  <a:pt x="11" y="18"/>
                  <a:pt x="7" y="22"/>
                  <a:pt x="7" y="26"/>
                </a:cubicBezTo>
                <a:cubicBezTo>
                  <a:pt x="7" y="30"/>
                  <a:pt x="11" y="34"/>
                  <a:pt x="15" y="34"/>
                </a:cubicBezTo>
                <a:cubicBezTo>
                  <a:pt x="19" y="34"/>
                  <a:pt x="23" y="30"/>
                  <a:pt x="23" y="26"/>
                </a:cubicBezTo>
                <a:cubicBezTo>
                  <a:pt x="23" y="25"/>
                  <a:pt x="23" y="24"/>
                  <a:pt x="22" y="23"/>
                </a:cubicBezTo>
                <a:cubicBezTo>
                  <a:pt x="23" y="23"/>
                  <a:pt x="24" y="24"/>
                  <a:pt x="25" y="24"/>
                </a:cubicBezTo>
                <a:cubicBezTo>
                  <a:pt x="30" y="24"/>
                  <a:pt x="33" y="20"/>
                  <a:pt x="33" y="16"/>
                </a:cubicBezTo>
                <a:cubicBezTo>
                  <a:pt x="33" y="12"/>
                  <a:pt x="30" y="8"/>
                  <a:pt x="25" y="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22930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peci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89"/>
          <p:cNvSpPr>
            <a:spLocks noEditPoints="1"/>
          </p:cNvSpPr>
          <p:nvPr userDrawn="1"/>
        </p:nvSpPr>
        <p:spPr bwMode="auto">
          <a:xfrm>
            <a:off x="5524265" y="1698556"/>
            <a:ext cx="1143473" cy="998408"/>
          </a:xfrm>
          <a:custGeom>
            <a:avLst/>
            <a:gdLst/>
            <a:ahLst/>
            <a:cxnLst>
              <a:cxn ang="0">
                <a:pos x="62" y="32"/>
              </a:cxn>
              <a:cxn ang="0">
                <a:pos x="61" y="33"/>
              </a:cxn>
              <a:cxn ang="0">
                <a:pos x="57" y="33"/>
              </a:cxn>
              <a:cxn ang="0">
                <a:pos x="57" y="50"/>
              </a:cxn>
              <a:cxn ang="0">
                <a:pos x="53" y="54"/>
              </a:cxn>
              <a:cxn ang="0">
                <a:pos x="9" y="54"/>
              </a:cxn>
              <a:cxn ang="0">
                <a:pos x="6" y="50"/>
              </a:cxn>
              <a:cxn ang="0">
                <a:pos x="6" y="33"/>
              </a:cxn>
              <a:cxn ang="0">
                <a:pos x="2" y="33"/>
              </a:cxn>
              <a:cxn ang="0">
                <a:pos x="0" y="32"/>
              </a:cxn>
              <a:cxn ang="0">
                <a:pos x="0" y="19"/>
              </a:cxn>
              <a:cxn ang="0">
                <a:pos x="2" y="18"/>
              </a:cxn>
              <a:cxn ang="0">
                <a:pos x="19" y="18"/>
              </a:cxn>
              <a:cxn ang="0">
                <a:pos x="10" y="9"/>
              </a:cxn>
              <a:cxn ang="0">
                <a:pos x="19" y="0"/>
              </a:cxn>
              <a:cxn ang="0">
                <a:pos x="26" y="3"/>
              </a:cxn>
              <a:cxn ang="0">
                <a:pos x="31" y="10"/>
              </a:cxn>
              <a:cxn ang="0">
                <a:pos x="36" y="3"/>
              </a:cxn>
              <a:cxn ang="0">
                <a:pos x="43" y="0"/>
              </a:cxn>
              <a:cxn ang="0">
                <a:pos x="52" y="9"/>
              </a:cxn>
              <a:cxn ang="0">
                <a:pos x="43" y="18"/>
              </a:cxn>
              <a:cxn ang="0">
                <a:pos x="61" y="18"/>
              </a:cxn>
              <a:cxn ang="0">
                <a:pos x="62" y="19"/>
              </a:cxn>
              <a:cxn ang="0">
                <a:pos x="62" y="32"/>
              </a:cxn>
              <a:cxn ang="0">
                <a:pos x="27" y="13"/>
              </a:cxn>
              <a:cxn ang="0">
                <a:pos x="22" y="6"/>
              </a:cxn>
              <a:cxn ang="0">
                <a:pos x="19" y="5"/>
              </a:cxn>
              <a:cxn ang="0">
                <a:pos x="16" y="9"/>
              </a:cxn>
              <a:cxn ang="0">
                <a:pos x="19" y="13"/>
              </a:cxn>
              <a:cxn ang="0">
                <a:pos x="27" y="13"/>
              </a:cxn>
              <a:cxn ang="0">
                <a:pos x="38" y="45"/>
              </a:cxn>
              <a:cxn ang="0">
                <a:pos x="38" y="26"/>
              </a:cxn>
              <a:cxn ang="0">
                <a:pos x="38" y="18"/>
              </a:cxn>
              <a:cxn ang="0">
                <a:pos x="25" y="18"/>
              </a:cxn>
              <a:cxn ang="0">
                <a:pos x="25" y="26"/>
              </a:cxn>
              <a:cxn ang="0">
                <a:pos x="25" y="45"/>
              </a:cxn>
              <a:cxn ang="0">
                <a:pos x="25" y="47"/>
              </a:cxn>
              <a:cxn ang="0">
                <a:pos x="27" y="49"/>
              </a:cxn>
              <a:cxn ang="0">
                <a:pos x="35" y="49"/>
              </a:cxn>
              <a:cxn ang="0">
                <a:pos x="38" y="47"/>
              </a:cxn>
              <a:cxn ang="0">
                <a:pos x="38" y="45"/>
              </a:cxn>
              <a:cxn ang="0">
                <a:pos x="43" y="5"/>
              </a:cxn>
              <a:cxn ang="0">
                <a:pos x="40" y="6"/>
              </a:cxn>
              <a:cxn ang="0">
                <a:pos x="35" y="13"/>
              </a:cxn>
              <a:cxn ang="0">
                <a:pos x="43" y="13"/>
              </a:cxn>
              <a:cxn ang="0">
                <a:pos x="47" y="9"/>
              </a:cxn>
              <a:cxn ang="0">
                <a:pos x="43" y="5"/>
              </a:cxn>
            </a:cxnLst>
            <a:rect l="0" t="0" r="r" b="b"/>
            <a:pathLst>
              <a:path w="62" h="54">
                <a:moveTo>
                  <a:pt x="62" y="32"/>
                </a:moveTo>
                <a:cubicBezTo>
                  <a:pt x="62" y="33"/>
                  <a:pt x="62" y="33"/>
                  <a:pt x="61" y="33"/>
                </a:cubicBezTo>
                <a:cubicBezTo>
                  <a:pt x="57" y="33"/>
                  <a:pt x="57" y="33"/>
                  <a:pt x="57" y="33"/>
                </a:cubicBezTo>
                <a:cubicBezTo>
                  <a:pt x="57" y="50"/>
                  <a:pt x="57" y="50"/>
                  <a:pt x="57" y="50"/>
                </a:cubicBezTo>
                <a:cubicBezTo>
                  <a:pt x="57" y="52"/>
                  <a:pt x="55" y="54"/>
                  <a:pt x="53" y="54"/>
                </a:cubicBezTo>
                <a:cubicBezTo>
                  <a:pt x="9" y="54"/>
                  <a:pt x="9" y="54"/>
                  <a:pt x="9" y="54"/>
                </a:cubicBezTo>
                <a:cubicBezTo>
                  <a:pt x="7" y="54"/>
                  <a:pt x="6" y="52"/>
                  <a:pt x="6" y="50"/>
                </a:cubicBezTo>
                <a:cubicBezTo>
                  <a:pt x="6" y="33"/>
                  <a:pt x="6" y="33"/>
                  <a:pt x="6" y="33"/>
                </a:cubicBezTo>
                <a:cubicBezTo>
                  <a:pt x="2" y="33"/>
                  <a:pt x="2" y="33"/>
                  <a:pt x="2" y="33"/>
                </a:cubicBezTo>
                <a:cubicBezTo>
                  <a:pt x="1" y="33"/>
                  <a:pt x="0" y="33"/>
                  <a:pt x="0" y="3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1" y="18"/>
                  <a:pt x="2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4" y="18"/>
                  <a:pt x="10" y="14"/>
                  <a:pt x="10" y="9"/>
                </a:cubicBezTo>
                <a:cubicBezTo>
                  <a:pt x="10" y="4"/>
                  <a:pt x="14" y="0"/>
                  <a:pt x="19" y="0"/>
                </a:cubicBezTo>
                <a:cubicBezTo>
                  <a:pt x="22" y="0"/>
                  <a:pt x="25" y="1"/>
                  <a:pt x="26" y="3"/>
                </a:cubicBezTo>
                <a:cubicBezTo>
                  <a:pt x="31" y="10"/>
                  <a:pt x="31" y="10"/>
                  <a:pt x="31" y="10"/>
                </a:cubicBezTo>
                <a:cubicBezTo>
                  <a:pt x="36" y="3"/>
                  <a:pt x="36" y="3"/>
                  <a:pt x="36" y="3"/>
                </a:cubicBezTo>
                <a:cubicBezTo>
                  <a:pt x="38" y="1"/>
                  <a:pt x="41" y="0"/>
                  <a:pt x="43" y="0"/>
                </a:cubicBezTo>
                <a:cubicBezTo>
                  <a:pt x="48" y="0"/>
                  <a:pt x="52" y="4"/>
                  <a:pt x="52" y="9"/>
                </a:cubicBezTo>
                <a:cubicBezTo>
                  <a:pt x="52" y="14"/>
                  <a:pt x="48" y="18"/>
                  <a:pt x="43" y="18"/>
                </a:cubicBezTo>
                <a:cubicBezTo>
                  <a:pt x="61" y="18"/>
                  <a:pt x="61" y="18"/>
                  <a:pt x="61" y="18"/>
                </a:cubicBezTo>
                <a:cubicBezTo>
                  <a:pt x="62" y="18"/>
                  <a:pt x="62" y="19"/>
                  <a:pt x="62" y="19"/>
                </a:cubicBezTo>
                <a:lnTo>
                  <a:pt x="62" y="32"/>
                </a:lnTo>
                <a:close/>
                <a:moveTo>
                  <a:pt x="27" y="13"/>
                </a:move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1" y="5"/>
                  <a:pt x="19" y="5"/>
                </a:cubicBezTo>
                <a:cubicBezTo>
                  <a:pt x="17" y="5"/>
                  <a:pt x="16" y="7"/>
                  <a:pt x="16" y="9"/>
                </a:cubicBezTo>
                <a:cubicBezTo>
                  <a:pt x="16" y="11"/>
                  <a:pt x="17" y="13"/>
                  <a:pt x="19" y="13"/>
                </a:cubicBezTo>
                <a:lnTo>
                  <a:pt x="27" y="13"/>
                </a:lnTo>
                <a:close/>
                <a:moveTo>
                  <a:pt x="38" y="45"/>
                </a:moveTo>
                <a:cubicBezTo>
                  <a:pt x="38" y="26"/>
                  <a:pt x="38" y="26"/>
                  <a:pt x="38" y="26"/>
                </a:cubicBezTo>
                <a:cubicBezTo>
                  <a:pt x="38" y="18"/>
                  <a:pt x="38" y="18"/>
                  <a:pt x="38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26"/>
                  <a:pt x="25" y="26"/>
                  <a:pt x="25" y="26"/>
                </a:cubicBezTo>
                <a:cubicBezTo>
                  <a:pt x="25" y="45"/>
                  <a:pt x="25" y="45"/>
                  <a:pt x="25" y="45"/>
                </a:cubicBezTo>
                <a:cubicBezTo>
                  <a:pt x="25" y="47"/>
                  <a:pt x="25" y="47"/>
                  <a:pt x="25" y="47"/>
                </a:cubicBezTo>
                <a:cubicBezTo>
                  <a:pt x="25" y="48"/>
                  <a:pt x="26" y="49"/>
                  <a:pt x="27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7" y="49"/>
                  <a:pt x="38" y="48"/>
                  <a:pt x="38" y="47"/>
                </a:cubicBezTo>
                <a:lnTo>
                  <a:pt x="38" y="45"/>
                </a:lnTo>
                <a:close/>
                <a:moveTo>
                  <a:pt x="43" y="5"/>
                </a:moveTo>
                <a:cubicBezTo>
                  <a:pt x="42" y="5"/>
                  <a:pt x="41" y="6"/>
                  <a:pt x="40" y="6"/>
                </a:cubicBezTo>
                <a:cubicBezTo>
                  <a:pt x="35" y="13"/>
                  <a:pt x="35" y="13"/>
                  <a:pt x="35" y="13"/>
                </a:cubicBezTo>
                <a:cubicBezTo>
                  <a:pt x="43" y="13"/>
                  <a:pt x="43" y="13"/>
                  <a:pt x="43" y="13"/>
                </a:cubicBezTo>
                <a:cubicBezTo>
                  <a:pt x="45" y="13"/>
                  <a:pt x="47" y="11"/>
                  <a:pt x="47" y="9"/>
                </a:cubicBezTo>
                <a:cubicBezTo>
                  <a:pt x="47" y="7"/>
                  <a:pt x="45" y="5"/>
                  <a:pt x="43" y="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4919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12"/>
          <p:cNvSpPr>
            <a:spLocks noEditPoints="1"/>
          </p:cNvSpPr>
          <p:nvPr userDrawn="1"/>
        </p:nvSpPr>
        <p:spPr bwMode="auto">
          <a:xfrm rot="10800000">
            <a:off x="5503067" y="1397001"/>
            <a:ext cx="1185868" cy="1202225"/>
          </a:xfrm>
          <a:custGeom>
            <a:avLst/>
            <a:gdLst/>
            <a:ahLst/>
            <a:cxnLst>
              <a:cxn ang="0">
                <a:pos x="26" y="55"/>
              </a:cxn>
              <a:cxn ang="0">
                <a:pos x="14" y="67"/>
              </a:cxn>
              <a:cxn ang="0">
                <a:pos x="13" y="68"/>
              </a:cxn>
              <a:cxn ang="0">
                <a:pos x="12" y="67"/>
              </a:cxn>
              <a:cxn ang="0">
                <a:pos x="0" y="55"/>
              </a:cxn>
              <a:cxn ang="0">
                <a:pos x="0" y="54"/>
              </a:cxn>
              <a:cxn ang="0">
                <a:pos x="1" y="53"/>
              </a:cxn>
              <a:cxn ang="0">
                <a:pos x="8" y="53"/>
              </a:cxn>
              <a:cxn ang="0">
                <a:pos x="8" y="1"/>
              </a:cxn>
              <a:cxn ang="0">
                <a:pos x="10" y="0"/>
              </a:cxn>
              <a:cxn ang="0">
                <a:pos x="17" y="0"/>
              </a:cxn>
              <a:cxn ang="0">
                <a:pos x="18" y="1"/>
              </a:cxn>
              <a:cxn ang="0">
                <a:pos x="18" y="53"/>
              </a:cxn>
              <a:cxn ang="0">
                <a:pos x="25" y="53"/>
              </a:cxn>
              <a:cxn ang="0">
                <a:pos x="27" y="54"/>
              </a:cxn>
              <a:cxn ang="0">
                <a:pos x="26" y="55"/>
              </a:cxn>
              <a:cxn ang="0">
                <a:pos x="67" y="8"/>
              </a:cxn>
              <a:cxn ang="0">
                <a:pos x="66" y="9"/>
              </a:cxn>
              <a:cxn ang="0">
                <a:pos x="34" y="9"/>
              </a:cxn>
              <a:cxn ang="0">
                <a:pos x="33" y="8"/>
              </a:cxn>
              <a:cxn ang="0">
                <a:pos x="33" y="1"/>
              </a:cxn>
              <a:cxn ang="0">
                <a:pos x="34" y="0"/>
              </a:cxn>
              <a:cxn ang="0">
                <a:pos x="66" y="0"/>
              </a:cxn>
              <a:cxn ang="0">
                <a:pos x="67" y="1"/>
              </a:cxn>
              <a:cxn ang="0">
                <a:pos x="67" y="8"/>
              </a:cxn>
              <a:cxn ang="0">
                <a:pos x="60" y="28"/>
              </a:cxn>
              <a:cxn ang="0">
                <a:pos x="58" y="29"/>
              </a:cxn>
              <a:cxn ang="0">
                <a:pos x="34" y="29"/>
              </a:cxn>
              <a:cxn ang="0">
                <a:pos x="33" y="28"/>
              </a:cxn>
              <a:cxn ang="0">
                <a:pos x="33" y="20"/>
              </a:cxn>
              <a:cxn ang="0">
                <a:pos x="34" y="19"/>
              </a:cxn>
              <a:cxn ang="0">
                <a:pos x="58" y="19"/>
              </a:cxn>
              <a:cxn ang="0">
                <a:pos x="60" y="20"/>
              </a:cxn>
              <a:cxn ang="0">
                <a:pos x="60" y="28"/>
              </a:cxn>
              <a:cxn ang="0">
                <a:pos x="52" y="47"/>
              </a:cxn>
              <a:cxn ang="0">
                <a:pos x="51" y="48"/>
              </a:cxn>
              <a:cxn ang="0">
                <a:pos x="34" y="48"/>
              </a:cxn>
              <a:cxn ang="0">
                <a:pos x="33" y="47"/>
              </a:cxn>
              <a:cxn ang="0">
                <a:pos x="33" y="40"/>
              </a:cxn>
              <a:cxn ang="0">
                <a:pos x="34" y="39"/>
              </a:cxn>
              <a:cxn ang="0">
                <a:pos x="51" y="39"/>
              </a:cxn>
              <a:cxn ang="0">
                <a:pos x="52" y="40"/>
              </a:cxn>
              <a:cxn ang="0">
                <a:pos x="52" y="47"/>
              </a:cxn>
              <a:cxn ang="0">
                <a:pos x="45" y="67"/>
              </a:cxn>
              <a:cxn ang="0">
                <a:pos x="44" y="68"/>
              </a:cxn>
              <a:cxn ang="0">
                <a:pos x="34" y="68"/>
              </a:cxn>
              <a:cxn ang="0">
                <a:pos x="33" y="67"/>
              </a:cxn>
              <a:cxn ang="0">
                <a:pos x="33" y="59"/>
              </a:cxn>
              <a:cxn ang="0">
                <a:pos x="34" y="58"/>
              </a:cxn>
              <a:cxn ang="0">
                <a:pos x="44" y="58"/>
              </a:cxn>
              <a:cxn ang="0">
                <a:pos x="45" y="59"/>
              </a:cxn>
              <a:cxn ang="0">
                <a:pos x="45" y="67"/>
              </a:cxn>
            </a:cxnLst>
            <a:rect l="0" t="0" r="r" b="b"/>
            <a:pathLst>
              <a:path w="67" h="68">
                <a:moveTo>
                  <a:pt x="26" y="55"/>
                </a:moveTo>
                <a:cubicBezTo>
                  <a:pt x="14" y="67"/>
                  <a:pt x="14" y="67"/>
                  <a:pt x="14" y="67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8"/>
                  <a:pt x="13" y="68"/>
                  <a:pt x="12" y="67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4"/>
                  <a:pt x="0" y="54"/>
                </a:cubicBezTo>
                <a:cubicBezTo>
                  <a:pt x="0" y="53"/>
                  <a:pt x="1" y="53"/>
                  <a:pt x="1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53"/>
                  <a:pt x="18" y="53"/>
                  <a:pt x="18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7" y="54"/>
                  <a:pt x="27" y="54"/>
                </a:cubicBezTo>
                <a:cubicBezTo>
                  <a:pt x="27" y="55"/>
                  <a:pt x="27" y="55"/>
                  <a:pt x="26" y="55"/>
                </a:cubicBezTo>
                <a:close/>
                <a:moveTo>
                  <a:pt x="67" y="8"/>
                </a:moveTo>
                <a:cubicBezTo>
                  <a:pt x="67" y="9"/>
                  <a:pt x="66" y="9"/>
                  <a:pt x="66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3" y="9"/>
                  <a:pt x="33" y="9"/>
                  <a:pt x="33" y="8"/>
                </a:cubicBez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3" y="0"/>
                  <a:pt x="34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6" y="0"/>
                  <a:pt x="67" y="0"/>
                  <a:pt x="67" y="1"/>
                </a:cubicBezTo>
                <a:lnTo>
                  <a:pt x="67" y="8"/>
                </a:lnTo>
                <a:close/>
                <a:moveTo>
                  <a:pt x="60" y="28"/>
                </a:moveTo>
                <a:cubicBezTo>
                  <a:pt x="60" y="28"/>
                  <a:pt x="59" y="29"/>
                  <a:pt x="58" y="29"/>
                </a:cubicBezTo>
                <a:cubicBezTo>
                  <a:pt x="34" y="29"/>
                  <a:pt x="34" y="29"/>
                  <a:pt x="34" y="29"/>
                </a:cubicBezTo>
                <a:cubicBezTo>
                  <a:pt x="33" y="29"/>
                  <a:pt x="33" y="28"/>
                  <a:pt x="33" y="28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0"/>
                  <a:pt x="33" y="19"/>
                  <a:pt x="34" y="19"/>
                </a:cubicBezTo>
                <a:cubicBezTo>
                  <a:pt x="58" y="19"/>
                  <a:pt x="58" y="19"/>
                  <a:pt x="58" y="19"/>
                </a:cubicBezTo>
                <a:cubicBezTo>
                  <a:pt x="59" y="19"/>
                  <a:pt x="60" y="20"/>
                  <a:pt x="60" y="20"/>
                </a:cubicBezTo>
                <a:lnTo>
                  <a:pt x="60" y="28"/>
                </a:lnTo>
                <a:close/>
                <a:moveTo>
                  <a:pt x="52" y="47"/>
                </a:moveTo>
                <a:cubicBezTo>
                  <a:pt x="52" y="48"/>
                  <a:pt x="52" y="48"/>
                  <a:pt x="51" y="48"/>
                </a:cubicBezTo>
                <a:cubicBezTo>
                  <a:pt x="34" y="48"/>
                  <a:pt x="34" y="48"/>
                  <a:pt x="34" y="48"/>
                </a:cubicBezTo>
                <a:cubicBezTo>
                  <a:pt x="33" y="48"/>
                  <a:pt x="33" y="48"/>
                  <a:pt x="33" y="47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39"/>
                  <a:pt x="33" y="39"/>
                  <a:pt x="34" y="39"/>
                </a:cubicBezTo>
                <a:cubicBezTo>
                  <a:pt x="51" y="39"/>
                  <a:pt x="51" y="39"/>
                  <a:pt x="51" y="39"/>
                </a:cubicBezTo>
                <a:cubicBezTo>
                  <a:pt x="52" y="39"/>
                  <a:pt x="52" y="39"/>
                  <a:pt x="52" y="40"/>
                </a:cubicBezTo>
                <a:lnTo>
                  <a:pt x="52" y="47"/>
                </a:lnTo>
                <a:close/>
                <a:moveTo>
                  <a:pt x="45" y="67"/>
                </a:moveTo>
                <a:cubicBezTo>
                  <a:pt x="45" y="67"/>
                  <a:pt x="44" y="68"/>
                  <a:pt x="44" y="68"/>
                </a:cubicBezTo>
                <a:cubicBezTo>
                  <a:pt x="34" y="68"/>
                  <a:pt x="34" y="68"/>
                  <a:pt x="34" y="68"/>
                </a:cubicBezTo>
                <a:cubicBezTo>
                  <a:pt x="33" y="68"/>
                  <a:pt x="33" y="67"/>
                  <a:pt x="33" y="67"/>
                </a:cubicBezTo>
                <a:cubicBezTo>
                  <a:pt x="33" y="59"/>
                  <a:pt x="33" y="59"/>
                  <a:pt x="33" y="59"/>
                </a:cubicBezTo>
                <a:cubicBezTo>
                  <a:pt x="33" y="59"/>
                  <a:pt x="33" y="58"/>
                  <a:pt x="34" y="58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58"/>
                  <a:pt x="45" y="59"/>
                  <a:pt x="45" y="59"/>
                </a:cubicBezTo>
                <a:lnTo>
                  <a:pt x="45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65153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e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219"/>
          <p:cNvSpPr>
            <a:spLocks noEditPoints="1"/>
          </p:cNvSpPr>
          <p:nvPr userDrawn="1"/>
        </p:nvSpPr>
        <p:spPr bwMode="auto">
          <a:xfrm>
            <a:off x="5503067" y="1701799"/>
            <a:ext cx="1185868" cy="919652"/>
          </a:xfrm>
          <a:custGeom>
            <a:avLst/>
            <a:gdLst/>
            <a:ahLst/>
            <a:cxnLst>
              <a:cxn ang="0">
                <a:pos x="8" y="15"/>
              </a:cxn>
              <a:cxn ang="0">
                <a:pos x="0" y="7"/>
              </a:cxn>
              <a:cxn ang="0">
                <a:pos x="8" y="0"/>
              </a:cxn>
              <a:cxn ang="0">
                <a:pos x="15" y="7"/>
              </a:cxn>
              <a:cxn ang="0">
                <a:pos x="8" y="15"/>
              </a:cxn>
              <a:cxn ang="0">
                <a:pos x="8" y="34"/>
              </a:cxn>
              <a:cxn ang="0">
                <a:pos x="0" y="27"/>
              </a:cxn>
              <a:cxn ang="0">
                <a:pos x="8" y="19"/>
              </a:cxn>
              <a:cxn ang="0">
                <a:pos x="15" y="27"/>
              </a:cxn>
              <a:cxn ang="0">
                <a:pos x="8" y="34"/>
              </a:cxn>
              <a:cxn ang="0">
                <a:pos x="8" y="53"/>
              </a:cxn>
              <a:cxn ang="0">
                <a:pos x="0" y="46"/>
              </a:cxn>
              <a:cxn ang="0">
                <a:pos x="8" y="39"/>
              </a:cxn>
              <a:cxn ang="0">
                <a:pos x="15" y="46"/>
              </a:cxn>
              <a:cxn ang="0">
                <a:pos x="8" y="53"/>
              </a:cxn>
              <a:cxn ang="0">
                <a:pos x="68" y="11"/>
              </a:cxn>
              <a:cxn ang="0">
                <a:pos x="67" y="12"/>
              </a:cxn>
              <a:cxn ang="0">
                <a:pos x="21" y="12"/>
              </a:cxn>
              <a:cxn ang="0">
                <a:pos x="20" y="11"/>
              </a:cxn>
              <a:cxn ang="0">
                <a:pos x="20" y="4"/>
              </a:cxn>
              <a:cxn ang="0">
                <a:pos x="21" y="2"/>
              </a:cxn>
              <a:cxn ang="0">
                <a:pos x="67" y="2"/>
              </a:cxn>
              <a:cxn ang="0">
                <a:pos x="68" y="4"/>
              </a:cxn>
              <a:cxn ang="0">
                <a:pos x="68" y="11"/>
              </a:cxn>
              <a:cxn ang="0">
                <a:pos x="68" y="30"/>
              </a:cxn>
              <a:cxn ang="0">
                <a:pos x="67" y="32"/>
              </a:cxn>
              <a:cxn ang="0">
                <a:pos x="21" y="32"/>
              </a:cxn>
              <a:cxn ang="0">
                <a:pos x="20" y="30"/>
              </a:cxn>
              <a:cxn ang="0">
                <a:pos x="20" y="23"/>
              </a:cxn>
              <a:cxn ang="0">
                <a:pos x="21" y="22"/>
              </a:cxn>
              <a:cxn ang="0">
                <a:pos x="67" y="22"/>
              </a:cxn>
              <a:cxn ang="0">
                <a:pos x="68" y="23"/>
              </a:cxn>
              <a:cxn ang="0">
                <a:pos x="68" y="30"/>
              </a:cxn>
              <a:cxn ang="0">
                <a:pos x="68" y="50"/>
              </a:cxn>
              <a:cxn ang="0">
                <a:pos x="67" y="51"/>
              </a:cxn>
              <a:cxn ang="0">
                <a:pos x="21" y="51"/>
              </a:cxn>
              <a:cxn ang="0">
                <a:pos x="20" y="50"/>
              </a:cxn>
              <a:cxn ang="0">
                <a:pos x="20" y="42"/>
              </a:cxn>
              <a:cxn ang="0">
                <a:pos x="21" y="41"/>
              </a:cxn>
              <a:cxn ang="0">
                <a:pos x="67" y="41"/>
              </a:cxn>
              <a:cxn ang="0">
                <a:pos x="68" y="42"/>
              </a:cxn>
              <a:cxn ang="0">
                <a:pos x="68" y="50"/>
              </a:cxn>
            </a:cxnLst>
            <a:rect l="0" t="0" r="r" b="b"/>
            <a:pathLst>
              <a:path w="68" h="53">
                <a:moveTo>
                  <a:pt x="8" y="15"/>
                </a:moveTo>
                <a:cubicBezTo>
                  <a:pt x="4" y="15"/>
                  <a:pt x="0" y="11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ubicBezTo>
                  <a:pt x="15" y="11"/>
                  <a:pt x="12" y="15"/>
                  <a:pt x="8" y="15"/>
                </a:cubicBezTo>
                <a:close/>
                <a:moveTo>
                  <a:pt x="8" y="34"/>
                </a:moveTo>
                <a:cubicBezTo>
                  <a:pt x="4" y="34"/>
                  <a:pt x="0" y="31"/>
                  <a:pt x="0" y="27"/>
                </a:cubicBezTo>
                <a:cubicBezTo>
                  <a:pt x="0" y="23"/>
                  <a:pt x="4" y="19"/>
                  <a:pt x="8" y="19"/>
                </a:cubicBezTo>
                <a:cubicBezTo>
                  <a:pt x="12" y="19"/>
                  <a:pt x="15" y="23"/>
                  <a:pt x="15" y="27"/>
                </a:cubicBezTo>
                <a:cubicBezTo>
                  <a:pt x="15" y="31"/>
                  <a:pt x="12" y="34"/>
                  <a:pt x="8" y="34"/>
                </a:cubicBezTo>
                <a:close/>
                <a:moveTo>
                  <a:pt x="8" y="53"/>
                </a:moveTo>
                <a:cubicBezTo>
                  <a:pt x="4" y="53"/>
                  <a:pt x="0" y="50"/>
                  <a:pt x="0" y="46"/>
                </a:cubicBezTo>
                <a:cubicBezTo>
                  <a:pt x="0" y="42"/>
                  <a:pt x="4" y="39"/>
                  <a:pt x="8" y="39"/>
                </a:cubicBezTo>
                <a:cubicBezTo>
                  <a:pt x="12" y="39"/>
                  <a:pt x="15" y="42"/>
                  <a:pt x="15" y="46"/>
                </a:cubicBezTo>
                <a:cubicBezTo>
                  <a:pt x="15" y="50"/>
                  <a:pt x="12" y="53"/>
                  <a:pt x="8" y="53"/>
                </a:cubicBezTo>
                <a:close/>
                <a:moveTo>
                  <a:pt x="68" y="11"/>
                </a:moveTo>
                <a:cubicBezTo>
                  <a:pt x="68" y="12"/>
                  <a:pt x="68" y="12"/>
                  <a:pt x="67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0" y="12"/>
                  <a:pt x="20" y="12"/>
                  <a:pt x="20" y="11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3"/>
                  <a:pt x="20" y="2"/>
                  <a:pt x="21" y="2"/>
                </a:cubicBezTo>
                <a:cubicBezTo>
                  <a:pt x="67" y="2"/>
                  <a:pt x="67" y="2"/>
                  <a:pt x="67" y="2"/>
                </a:cubicBezTo>
                <a:cubicBezTo>
                  <a:pt x="68" y="2"/>
                  <a:pt x="68" y="3"/>
                  <a:pt x="68" y="4"/>
                </a:cubicBezTo>
                <a:lnTo>
                  <a:pt x="68" y="11"/>
                </a:lnTo>
                <a:close/>
                <a:moveTo>
                  <a:pt x="68" y="30"/>
                </a:moveTo>
                <a:cubicBezTo>
                  <a:pt x="68" y="31"/>
                  <a:pt x="68" y="32"/>
                  <a:pt x="67" y="32"/>
                </a:cubicBezTo>
                <a:cubicBezTo>
                  <a:pt x="21" y="32"/>
                  <a:pt x="21" y="32"/>
                  <a:pt x="21" y="32"/>
                </a:cubicBezTo>
                <a:cubicBezTo>
                  <a:pt x="20" y="32"/>
                  <a:pt x="20" y="31"/>
                  <a:pt x="20" y="30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2"/>
                  <a:pt x="21" y="22"/>
                </a:cubicBezTo>
                <a:cubicBezTo>
                  <a:pt x="67" y="22"/>
                  <a:pt x="67" y="22"/>
                  <a:pt x="67" y="22"/>
                </a:cubicBezTo>
                <a:cubicBezTo>
                  <a:pt x="68" y="22"/>
                  <a:pt x="68" y="22"/>
                  <a:pt x="68" y="23"/>
                </a:cubicBezTo>
                <a:lnTo>
                  <a:pt x="68" y="30"/>
                </a:lnTo>
                <a:close/>
                <a:moveTo>
                  <a:pt x="68" y="50"/>
                </a:moveTo>
                <a:cubicBezTo>
                  <a:pt x="68" y="50"/>
                  <a:pt x="68" y="51"/>
                  <a:pt x="67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0" y="51"/>
                  <a:pt x="20" y="50"/>
                  <a:pt x="20" y="50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1"/>
                  <a:pt x="21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68" y="42"/>
                  <a:pt x="68" y="42"/>
                </a:cubicBezTo>
                <a:lnTo>
                  <a:pt x="68" y="5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7743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de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3"/>
          <p:cNvSpPr>
            <a:spLocks noEditPoints="1"/>
          </p:cNvSpPr>
          <p:nvPr userDrawn="1"/>
        </p:nvSpPr>
        <p:spPr bwMode="auto">
          <a:xfrm>
            <a:off x="5613303" y="1397832"/>
            <a:ext cx="965396" cy="1421568"/>
          </a:xfrm>
          <a:custGeom>
            <a:avLst/>
            <a:gdLst/>
            <a:ahLst/>
            <a:cxnLst>
              <a:cxn ang="0">
                <a:pos x="37" y="29"/>
              </a:cxn>
              <a:cxn ang="0">
                <a:pos x="31" y="41"/>
              </a:cxn>
              <a:cxn ang="0">
                <a:pos x="33" y="44"/>
              </a:cxn>
              <a:cxn ang="0">
                <a:pos x="32" y="47"/>
              </a:cxn>
              <a:cxn ang="0">
                <a:pos x="33" y="49"/>
              </a:cxn>
              <a:cxn ang="0">
                <a:pos x="31" y="53"/>
              </a:cxn>
              <a:cxn ang="0">
                <a:pos x="31" y="54"/>
              </a:cxn>
              <a:cxn ang="0">
                <a:pos x="27" y="58"/>
              </a:cxn>
              <a:cxn ang="0">
                <a:pos x="21" y="62"/>
              </a:cxn>
              <a:cxn ang="0">
                <a:pos x="15" y="58"/>
              </a:cxn>
              <a:cxn ang="0">
                <a:pos x="11" y="54"/>
              </a:cxn>
              <a:cxn ang="0">
                <a:pos x="11" y="53"/>
              </a:cxn>
              <a:cxn ang="0">
                <a:pos x="9" y="49"/>
              </a:cxn>
              <a:cxn ang="0">
                <a:pos x="10" y="47"/>
              </a:cxn>
              <a:cxn ang="0">
                <a:pos x="9" y="44"/>
              </a:cxn>
              <a:cxn ang="0">
                <a:pos x="11" y="41"/>
              </a:cxn>
              <a:cxn ang="0">
                <a:pos x="5" y="29"/>
              </a:cxn>
              <a:cxn ang="0">
                <a:pos x="0" y="18"/>
              </a:cxn>
              <a:cxn ang="0">
                <a:pos x="21" y="0"/>
              </a:cxn>
              <a:cxn ang="0">
                <a:pos x="42" y="18"/>
              </a:cxn>
              <a:cxn ang="0">
                <a:pos x="37" y="29"/>
              </a:cxn>
              <a:cxn ang="0">
                <a:pos x="21" y="6"/>
              </a:cxn>
              <a:cxn ang="0">
                <a:pos x="6" y="18"/>
              </a:cxn>
              <a:cxn ang="0">
                <a:pos x="8" y="26"/>
              </a:cxn>
              <a:cxn ang="0">
                <a:pos x="11" y="28"/>
              </a:cxn>
              <a:cxn ang="0">
                <a:pos x="16" y="40"/>
              </a:cxn>
              <a:cxn ang="0">
                <a:pos x="26" y="40"/>
              </a:cxn>
              <a:cxn ang="0">
                <a:pos x="31" y="28"/>
              </a:cxn>
              <a:cxn ang="0">
                <a:pos x="34" y="26"/>
              </a:cxn>
              <a:cxn ang="0">
                <a:pos x="36" y="18"/>
              </a:cxn>
              <a:cxn ang="0">
                <a:pos x="21" y="6"/>
              </a:cxn>
              <a:cxn ang="0">
                <a:pos x="29" y="20"/>
              </a:cxn>
              <a:cxn ang="0">
                <a:pos x="27" y="18"/>
              </a:cxn>
              <a:cxn ang="0">
                <a:pos x="21" y="15"/>
              </a:cxn>
              <a:cxn ang="0">
                <a:pos x="20" y="13"/>
              </a:cxn>
              <a:cxn ang="0">
                <a:pos x="21" y="12"/>
              </a:cxn>
              <a:cxn ang="0">
                <a:pos x="30" y="18"/>
              </a:cxn>
              <a:cxn ang="0">
                <a:pos x="29" y="20"/>
              </a:cxn>
            </a:cxnLst>
            <a:rect l="0" t="0" r="r" b="b"/>
            <a:pathLst>
              <a:path w="42" h="62">
                <a:moveTo>
                  <a:pt x="37" y="29"/>
                </a:moveTo>
                <a:cubicBezTo>
                  <a:pt x="35" y="32"/>
                  <a:pt x="31" y="37"/>
                  <a:pt x="31" y="41"/>
                </a:cubicBezTo>
                <a:cubicBezTo>
                  <a:pt x="32" y="42"/>
                  <a:pt x="33" y="43"/>
                  <a:pt x="33" y="44"/>
                </a:cubicBezTo>
                <a:cubicBezTo>
                  <a:pt x="33" y="45"/>
                  <a:pt x="32" y="46"/>
                  <a:pt x="32" y="47"/>
                </a:cubicBezTo>
                <a:cubicBezTo>
                  <a:pt x="32" y="47"/>
                  <a:pt x="33" y="48"/>
                  <a:pt x="33" y="49"/>
                </a:cubicBezTo>
                <a:cubicBezTo>
                  <a:pt x="33" y="51"/>
                  <a:pt x="32" y="52"/>
                  <a:pt x="31" y="53"/>
                </a:cubicBezTo>
                <a:cubicBezTo>
                  <a:pt x="31" y="53"/>
                  <a:pt x="31" y="54"/>
                  <a:pt x="31" y="54"/>
                </a:cubicBezTo>
                <a:cubicBezTo>
                  <a:pt x="31" y="57"/>
                  <a:pt x="29" y="58"/>
                  <a:pt x="27" y="58"/>
                </a:cubicBezTo>
                <a:cubicBezTo>
                  <a:pt x="26" y="61"/>
                  <a:pt x="24" y="62"/>
                  <a:pt x="21" y="62"/>
                </a:cubicBezTo>
                <a:cubicBezTo>
                  <a:pt x="19" y="62"/>
                  <a:pt x="16" y="61"/>
                  <a:pt x="15" y="58"/>
                </a:cubicBezTo>
                <a:cubicBezTo>
                  <a:pt x="13" y="58"/>
                  <a:pt x="11" y="57"/>
                  <a:pt x="11" y="54"/>
                </a:cubicBezTo>
                <a:cubicBezTo>
                  <a:pt x="11" y="54"/>
                  <a:pt x="11" y="53"/>
                  <a:pt x="11" y="53"/>
                </a:cubicBezTo>
                <a:cubicBezTo>
                  <a:pt x="10" y="52"/>
                  <a:pt x="9" y="51"/>
                  <a:pt x="9" y="49"/>
                </a:cubicBezTo>
                <a:cubicBezTo>
                  <a:pt x="9" y="48"/>
                  <a:pt x="10" y="47"/>
                  <a:pt x="10" y="47"/>
                </a:cubicBezTo>
                <a:cubicBezTo>
                  <a:pt x="10" y="46"/>
                  <a:pt x="9" y="45"/>
                  <a:pt x="9" y="44"/>
                </a:cubicBezTo>
                <a:cubicBezTo>
                  <a:pt x="9" y="43"/>
                  <a:pt x="10" y="42"/>
                  <a:pt x="11" y="41"/>
                </a:cubicBezTo>
                <a:cubicBezTo>
                  <a:pt x="11" y="37"/>
                  <a:pt x="7" y="32"/>
                  <a:pt x="5" y="29"/>
                </a:cubicBezTo>
                <a:cubicBezTo>
                  <a:pt x="2" y="26"/>
                  <a:pt x="0" y="23"/>
                  <a:pt x="0" y="18"/>
                </a:cubicBezTo>
                <a:cubicBezTo>
                  <a:pt x="0" y="8"/>
                  <a:pt x="11" y="0"/>
                  <a:pt x="21" y="0"/>
                </a:cubicBezTo>
                <a:cubicBezTo>
                  <a:pt x="31" y="0"/>
                  <a:pt x="42" y="8"/>
                  <a:pt x="42" y="18"/>
                </a:cubicBezTo>
                <a:cubicBezTo>
                  <a:pt x="42" y="23"/>
                  <a:pt x="40" y="26"/>
                  <a:pt x="37" y="29"/>
                </a:cubicBezTo>
                <a:close/>
                <a:moveTo>
                  <a:pt x="21" y="6"/>
                </a:moveTo>
                <a:cubicBezTo>
                  <a:pt x="14" y="6"/>
                  <a:pt x="6" y="10"/>
                  <a:pt x="6" y="18"/>
                </a:cubicBezTo>
                <a:cubicBezTo>
                  <a:pt x="6" y="21"/>
                  <a:pt x="7" y="24"/>
                  <a:pt x="8" y="26"/>
                </a:cubicBezTo>
                <a:cubicBezTo>
                  <a:pt x="9" y="27"/>
                  <a:pt x="10" y="27"/>
                  <a:pt x="11" y="28"/>
                </a:cubicBezTo>
                <a:cubicBezTo>
                  <a:pt x="14" y="32"/>
                  <a:pt x="16" y="36"/>
                  <a:pt x="16" y="40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36"/>
                  <a:pt x="28" y="32"/>
                  <a:pt x="31" y="28"/>
                </a:cubicBezTo>
                <a:cubicBezTo>
                  <a:pt x="32" y="27"/>
                  <a:pt x="33" y="27"/>
                  <a:pt x="34" y="26"/>
                </a:cubicBezTo>
                <a:cubicBezTo>
                  <a:pt x="35" y="24"/>
                  <a:pt x="36" y="21"/>
                  <a:pt x="36" y="18"/>
                </a:cubicBezTo>
                <a:cubicBezTo>
                  <a:pt x="36" y="10"/>
                  <a:pt x="28" y="6"/>
                  <a:pt x="21" y="6"/>
                </a:cubicBezTo>
                <a:close/>
                <a:moveTo>
                  <a:pt x="29" y="20"/>
                </a:moveTo>
                <a:cubicBezTo>
                  <a:pt x="28" y="20"/>
                  <a:pt x="27" y="19"/>
                  <a:pt x="27" y="18"/>
                </a:cubicBezTo>
                <a:cubicBezTo>
                  <a:pt x="27" y="16"/>
                  <a:pt x="23" y="15"/>
                  <a:pt x="21" y="15"/>
                </a:cubicBezTo>
                <a:cubicBezTo>
                  <a:pt x="20" y="15"/>
                  <a:pt x="20" y="14"/>
                  <a:pt x="20" y="13"/>
                </a:cubicBezTo>
                <a:cubicBezTo>
                  <a:pt x="20" y="13"/>
                  <a:pt x="20" y="12"/>
                  <a:pt x="21" y="12"/>
                </a:cubicBezTo>
                <a:cubicBezTo>
                  <a:pt x="25" y="12"/>
                  <a:pt x="30" y="14"/>
                  <a:pt x="30" y="18"/>
                </a:cubicBezTo>
                <a:cubicBezTo>
                  <a:pt x="30" y="19"/>
                  <a:pt x="29" y="20"/>
                  <a:pt x="29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49489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ru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56"/>
          <p:cNvSpPr>
            <a:spLocks noEditPoints="1"/>
          </p:cNvSpPr>
          <p:nvPr userDrawn="1"/>
        </p:nvSpPr>
        <p:spPr bwMode="auto">
          <a:xfrm>
            <a:off x="5470526" y="1498601"/>
            <a:ext cx="1250951" cy="1250951"/>
          </a:xfrm>
          <a:custGeom>
            <a:avLst/>
            <a:gdLst/>
            <a:ahLst/>
            <a:cxnLst>
              <a:cxn ang="0">
                <a:pos x="64" y="42"/>
              </a:cxn>
              <a:cxn ang="0">
                <a:pos x="63" y="44"/>
              </a:cxn>
              <a:cxn ang="0">
                <a:pos x="33" y="64"/>
              </a:cxn>
              <a:cxn ang="0">
                <a:pos x="32" y="64"/>
              </a:cxn>
              <a:cxn ang="0">
                <a:pos x="30" y="64"/>
              </a:cxn>
              <a:cxn ang="0">
                <a:pos x="1" y="44"/>
              </a:cxn>
              <a:cxn ang="0">
                <a:pos x="0" y="42"/>
              </a:cxn>
              <a:cxn ang="0">
                <a:pos x="0" y="23"/>
              </a:cxn>
              <a:cxn ang="0">
                <a:pos x="1" y="20"/>
              </a:cxn>
              <a:cxn ang="0">
                <a:pos x="30" y="1"/>
              </a:cxn>
              <a:cxn ang="0">
                <a:pos x="32" y="0"/>
              </a:cxn>
              <a:cxn ang="0">
                <a:pos x="33" y="1"/>
              </a:cxn>
              <a:cxn ang="0">
                <a:pos x="63" y="20"/>
              </a:cxn>
              <a:cxn ang="0">
                <a:pos x="64" y="23"/>
              </a:cxn>
              <a:cxn ang="0">
                <a:pos x="64" y="42"/>
              </a:cxn>
              <a:cxn ang="0">
                <a:pos x="12" y="32"/>
              </a:cxn>
              <a:cxn ang="0">
                <a:pos x="5" y="28"/>
              </a:cxn>
              <a:cxn ang="0">
                <a:pos x="5" y="37"/>
              </a:cxn>
              <a:cxn ang="0">
                <a:pos x="12" y="32"/>
              </a:cxn>
              <a:cxn ang="0">
                <a:pos x="29" y="21"/>
              </a:cxn>
              <a:cxn ang="0">
                <a:pos x="29" y="8"/>
              </a:cxn>
              <a:cxn ang="0">
                <a:pos x="7" y="23"/>
              </a:cxn>
              <a:cxn ang="0">
                <a:pos x="17" y="29"/>
              </a:cxn>
              <a:cxn ang="0">
                <a:pos x="29" y="21"/>
              </a:cxn>
              <a:cxn ang="0">
                <a:pos x="29" y="56"/>
              </a:cxn>
              <a:cxn ang="0">
                <a:pos x="29" y="44"/>
              </a:cxn>
              <a:cxn ang="0">
                <a:pos x="17" y="36"/>
              </a:cxn>
              <a:cxn ang="0">
                <a:pos x="7" y="42"/>
              </a:cxn>
              <a:cxn ang="0">
                <a:pos x="29" y="56"/>
              </a:cxn>
              <a:cxn ang="0">
                <a:pos x="41" y="32"/>
              </a:cxn>
              <a:cxn ang="0">
                <a:pos x="32" y="26"/>
              </a:cxn>
              <a:cxn ang="0">
                <a:pos x="22" y="32"/>
              </a:cxn>
              <a:cxn ang="0">
                <a:pos x="32" y="39"/>
              </a:cxn>
              <a:cxn ang="0">
                <a:pos x="41" y="32"/>
              </a:cxn>
              <a:cxn ang="0">
                <a:pos x="56" y="23"/>
              </a:cxn>
              <a:cxn ang="0">
                <a:pos x="35" y="8"/>
              </a:cxn>
              <a:cxn ang="0">
                <a:pos x="35" y="21"/>
              </a:cxn>
              <a:cxn ang="0">
                <a:pos x="46" y="29"/>
              </a:cxn>
              <a:cxn ang="0">
                <a:pos x="56" y="23"/>
              </a:cxn>
              <a:cxn ang="0">
                <a:pos x="56" y="42"/>
              </a:cxn>
              <a:cxn ang="0">
                <a:pos x="46" y="36"/>
              </a:cxn>
              <a:cxn ang="0">
                <a:pos x="35" y="44"/>
              </a:cxn>
              <a:cxn ang="0">
                <a:pos x="35" y="56"/>
              </a:cxn>
              <a:cxn ang="0">
                <a:pos x="56" y="42"/>
              </a:cxn>
              <a:cxn ang="0">
                <a:pos x="58" y="37"/>
              </a:cxn>
              <a:cxn ang="0">
                <a:pos x="58" y="28"/>
              </a:cxn>
              <a:cxn ang="0">
                <a:pos x="51" y="32"/>
              </a:cxn>
              <a:cxn ang="0">
                <a:pos x="58" y="37"/>
              </a:cxn>
            </a:cxnLst>
            <a:rect l="0" t="0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79043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uzz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77"/>
          <p:cNvSpPr>
            <a:spLocks/>
          </p:cNvSpPr>
          <p:nvPr userDrawn="1"/>
        </p:nvSpPr>
        <p:spPr bwMode="auto">
          <a:xfrm rot="20133226">
            <a:off x="5329055" y="1240368"/>
            <a:ext cx="1533892" cy="1532467"/>
          </a:xfrm>
          <a:custGeom>
            <a:avLst/>
            <a:gdLst/>
            <a:ahLst/>
            <a:cxnLst>
              <a:cxn ang="0">
                <a:pos x="183" y="216"/>
              </a:cxn>
              <a:cxn ang="0">
                <a:pos x="256" y="180"/>
              </a:cxn>
              <a:cxn ang="0">
                <a:pos x="217" y="88"/>
              </a:cxn>
              <a:cxn ang="0">
                <a:pos x="385" y="88"/>
              </a:cxn>
              <a:cxn ang="0">
                <a:pos x="347" y="180"/>
              </a:cxn>
              <a:cxn ang="0">
                <a:pos x="420" y="216"/>
              </a:cxn>
              <a:cxn ang="0">
                <a:pos x="603" y="216"/>
              </a:cxn>
              <a:cxn ang="0">
                <a:pos x="603" y="399"/>
              </a:cxn>
              <a:cxn ang="0">
                <a:pos x="638" y="472"/>
              </a:cxn>
              <a:cxn ang="0">
                <a:pos x="731" y="433"/>
              </a:cxn>
              <a:cxn ang="0">
                <a:pos x="731" y="601"/>
              </a:cxn>
              <a:cxn ang="0">
                <a:pos x="638" y="563"/>
              </a:cxn>
              <a:cxn ang="0">
                <a:pos x="603" y="636"/>
              </a:cxn>
              <a:cxn ang="0">
                <a:pos x="603" y="819"/>
              </a:cxn>
              <a:cxn ang="0">
                <a:pos x="420" y="819"/>
              </a:cxn>
              <a:cxn ang="0">
                <a:pos x="347" y="784"/>
              </a:cxn>
              <a:cxn ang="0">
                <a:pos x="385" y="691"/>
              </a:cxn>
              <a:cxn ang="0">
                <a:pos x="217" y="691"/>
              </a:cxn>
              <a:cxn ang="0">
                <a:pos x="256" y="784"/>
              </a:cxn>
              <a:cxn ang="0">
                <a:pos x="183" y="819"/>
              </a:cxn>
              <a:cxn ang="0">
                <a:pos x="0" y="819"/>
              </a:cxn>
              <a:cxn ang="0">
                <a:pos x="0" y="636"/>
              </a:cxn>
              <a:cxn ang="0">
                <a:pos x="35" y="563"/>
              </a:cxn>
              <a:cxn ang="0">
                <a:pos x="128" y="601"/>
              </a:cxn>
              <a:cxn ang="0">
                <a:pos x="128" y="433"/>
              </a:cxn>
              <a:cxn ang="0">
                <a:pos x="35" y="472"/>
              </a:cxn>
              <a:cxn ang="0">
                <a:pos x="0" y="399"/>
              </a:cxn>
              <a:cxn ang="0">
                <a:pos x="0" y="216"/>
              </a:cxn>
              <a:cxn ang="0">
                <a:pos x="183" y="216"/>
              </a:cxn>
            </a:cxnLst>
            <a:rect l="0" t="0" r="r" b="b"/>
            <a:pathLst>
              <a:path w="819" h="819">
                <a:moveTo>
                  <a:pt x="183" y="216"/>
                </a:moveTo>
                <a:cubicBezTo>
                  <a:pt x="249" y="216"/>
                  <a:pt x="264" y="200"/>
                  <a:pt x="256" y="180"/>
                </a:cubicBezTo>
                <a:cubicBezTo>
                  <a:pt x="239" y="144"/>
                  <a:pt x="209" y="139"/>
                  <a:pt x="217" y="88"/>
                </a:cubicBezTo>
                <a:cubicBezTo>
                  <a:pt x="231" y="0"/>
                  <a:pt x="372" y="0"/>
                  <a:pt x="385" y="88"/>
                </a:cubicBezTo>
                <a:cubicBezTo>
                  <a:pt x="393" y="139"/>
                  <a:pt x="364" y="144"/>
                  <a:pt x="347" y="180"/>
                </a:cubicBezTo>
                <a:cubicBezTo>
                  <a:pt x="338" y="200"/>
                  <a:pt x="354" y="216"/>
                  <a:pt x="420" y="216"/>
                </a:cubicBezTo>
                <a:cubicBezTo>
                  <a:pt x="603" y="216"/>
                  <a:pt x="603" y="216"/>
                  <a:pt x="603" y="216"/>
                </a:cubicBezTo>
                <a:cubicBezTo>
                  <a:pt x="603" y="399"/>
                  <a:pt x="603" y="399"/>
                  <a:pt x="603" y="399"/>
                </a:cubicBezTo>
                <a:cubicBezTo>
                  <a:pt x="603" y="465"/>
                  <a:pt x="619" y="480"/>
                  <a:pt x="638" y="472"/>
                </a:cubicBezTo>
                <a:cubicBezTo>
                  <a:pt x="675" y="455"/>
                  <a:pt x="680" y="425"/>
                  <a:pt x="731" y="433"/>
                </a:cubicBezTo>
                <a:cubicBezTo>
                  <a:pt x="819" y="447"/>
                  <a:pt x="819" y="588"/>
                  <a:pt x="731" y="601"/>
                </a:cubicBezTo>
                <a:cubicBezTo>
                  <a:pt x="680" y="609"/>
                  <a:pt x="675" y="580"/>
                  <a:pt x="638" y="563"/>
                </a:cubicBezTo>
                <a:cubicBezTo>
                  <a:pt x="619" y="554"/>
                  <a:pt x="603" y="570"/>
                  <a:pt x="603" y="636"/>
                </a:cubicBezTo>
                <a:cubicBezTo>
                  <a:pt x="603" y="819"/>
                  <a:pt x="603" y="819"/>
                  <a:pt x="603" y="819"/>
                </a:cubicBezTo>
                <a:cubicBezTo>
                  <a:pt x="420" y="819"/>
                  <a:pt x="420" y="819"/>
                  <a:pt x="420" y="819"/>
                </a:cubicBezTo>
                <a:cubicBezTo>
                  <a:pt x="354" y="819"/>
                  <a:pt x="338" y="803"/>
                  <a:pt x="347" y="784"/>
                </a:cubicBezTo>
                <a:cubicBezTo>
                  <a:pt x="364" y="747"/>
                  <a:pt x="393" y="742"/>
                  <a:pt x="385" y="691"/>
                </a:cubicBezTo>
                <a:cubicBezTo>
                  <a:pt x="372" y="603"/>
                  <a:pt x="231" y="603"/>
                  <a:pt x="217" y="691"/>
                </a:cubicBezTo>
                <a:cubicBezTo>
                  <a:pt x="209" y="742"/>
                  <a:pt x="239" y="747"/>
                  <a:pt x="256" y="784"/>
                </a:cubicBezTo>
                <a:cubicBezTo>
                  <a:pt x="264" y="803"/>
                  <a:pt x="249" y="819"/>
                  <a:pt x="183" y="819"/>
                </a:cubicBezTo>
                <a:cubicBezTo>
                  <a:pt x="0" y="819"/>
                  <a:pt x="0" y="819"/>
                  <a:pt x="0" y="819"/>
                </a:cubicBezTo>
                <a:cubicBezTo>
                  <a:pt x="0" y="636"/>
                  <a:pt x="0" y="636"/>
                  <a:pt x="0" y="636"/>
                </a:cubicBezTo>
                <a:cubicBezTo>
                  <a:pt x="0" y="570"/>
                  <a:pt x="16" y="554"/>
                  <a:pt x="35" y="563"/>
                </a:cubicBezTo>
                <a:cubicBezTo>
                  <a:pt x="72" y="580"/>
                  <a:pt x="76" y="609"/>
                  <a:pt x="128" y="601"/>
                </a:cubicBezTo>
                <a:cubicBezTo>
                  <a:pt x="216" y="588"/>
                  <a:pt x="216" y="447"/>
                  <a:pt x="128" y="433"/>
                </a:cubicBezTo>
                <a:cubicBezTo>
                  <a:pt x="76" y="425"/>
                  <a:pt x="72" y="455"/>
                  <a:pt x="35" y="472"/>
                </a:cubicBezTo>
                <a:cubicBezTo>
                  <a:pt x="16" y="480"/>
                  <a:pt x="0" y="465"/>
                  <a:pt x="0" y="399"/>
                </a:cubicBezTo>
                <a:cubicBezTo>
                  <a:pt x="0" y="216"/>
                  <a:pt x="0" y="216"/>
                  <a:pt x="0" y="216"/>
                </a:cubicBezTo>
                <a:lnTo>
                  <a:pt x="183" y="216"/>
                </a:lnTo>
                <a:close/>
              </a:path>
            </a:pathLst>
          </a:custGeom>
          <a:solidFill>
            <a:schemeClr val="bg1"/>
          </a:solidFill>
          <a:ln w="1905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7479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Netwo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6"/>
          <p:cNvSpPr>
            <a:spLocks noEditPoints="1"/>
          </p:cNvSpPr>
          <p:nvPr userDrawn="1"/>
        </p:nvSpPr>
        <p:spPr bwMode="auto">
          <a:xfrm>
            <a:off x="5577490" y="1594470"/>
            <a:ext cx="1037021" cy="1211311"/>
          </a:xfrm>
          <a:custGeom>
            <a:avLst/>
            <a:gdLst/>
            <a:ahLst/>
            <a:cxnLst>
              <a:cxn ang="0">
                <a:pos x="55" y="9"/>
              </a:cxn>
              <a:cxn ang="0">
                <a:pos x="55" y="14"/>
              </a:cxn>
              <a:cxn ang="0">
                <a:pos x="27" y="23"/>
              </a:cxn>
              <a:cxn ang="0">
                <a:pos x="0" y="14"/>
              </a:cxn>
              <a:cxn ang="0">
                <a:pos x="0" y="9"/>
              </a:cxn>
              <a:cxn ang="0">
                <a:pos x="27" y="0"/>
              </a:cxn>
              <a:cxn ang="0">
                <a:pos x="55" y="9"/>
              </a:cxn>
              <a:cxn ang="0">
                <a:pos x="55" y="21"/>
              </a:cxn>
              <a:cxn ang="0">
                <a:pos x="55" y="27"/>
              </a:cxn>
              <a:cxn ang="0">
                <a:pos x="27" y="37"/>
              </a:cxn>
              <a:cxn ang="0">
                <a:pos x="0" y="27"/>
              </a:cxn>
              <a:cxn ang="0">
                <a:pos x="0" y="21"/>
              </a:cxn>
              <a:cxn ang="0">
                <a:pos x="27" y="27"/>
              </a:cxn>
              <a:cxn ang="0">
                <a:pos x="55" y="21"/>
              </a:cxn>
              <a:cxn ang="0">
                <a:pos x="55" y="35"/>
              </a:cxn>
              <a:cxn ang="0">
                <a:pos x="55" y="41"/>
              </a:cxn>
              <a:cxn ang="0">
                <a:pos x="27" y="50"/>
              </a:cxn>
              <a:cxn ang="0">
                <a:pos x="0" y="41"/>
              </a:cxn>
              <a:cxn ang="0">
                <a:pos x="0" y="35"/>
              </a:cxn>
              <a:cxn ang="0">
                <a:pos x="27" y="41"/>
              </a:cxn>
              <a:cxn ang="0">
                <a:pos x="55" y="35"/>
              </a:cxn>
              <a:cxn ang="0">
                <a:pos x="55" y="49"/>
              </a:cxn>
              <a:cxn ang="0">
                <a:pos x="55" y="55"/>
              </a:cxn>
              <a:cxn ang="0">
                <a:pos x="27" y="64"/>
              </a:cxn>
              <a:cxn ang="0">
                <a:pos x="0" y="55"/>
              </a:cxn>
              <a:cxn ang="0">
                <a:pos x="0" y="49"/>
              </a:cxn>
              <a:cxn ang="0">
                <a:pos x="27" y="55"/>
              </a:cxn>
              <a:cxn ang="0">
                <a:pos x="55" y="49"/>
              </a:cxn>
            </a:cxnLst>
            <a:rect l="0" t="0" r="r" b="b"/>
            <a:pathLst>
              <a:path w="55" h="64">
                <a:moveTo>
                  <a:pt x="55" y="9"/>
                </a:moveTo>
                <a:cubicBezTo>
                  <a:pt x="55" y="14"/>
                  <a:pt x="55" y="14"/>
                  <a:pt x="55" y="14"/>
                </a:cubicBezTo>
                <a:cubicBezTo>
                  <a:pt x="55" y="19"/>
                  <a:pt x="42" y="23"/>
                  <a:pt x="27" y="23"/>
                </a:cubicBezTo>
                <a:cubicBezTo>
                  <a:pt x="12" y="23"/>
                  <a:pt x="0" y="19"/>
                  <a:pt x="0" y="14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12" y="0"/>
                  <a:pt x="27" y="0"/>
                </a:cubicBezTo>
                <a:cubicBezTo>
                  <a:pt x="42" y="0"/>
                  <a:pt x="55" y="4"/>
                  <a:pt x="55" y="9"/>
                </a:cubicBezTo>
                <a:close/>
                <a:moveTo>
                  <a:pt x="55" y="21"/>
                </a:moveTo>
                <a:cubicBezTo>
                  <a:pt x="55" y="27"/>
                  <a:pt x="55" y="27"/>
                  <a:pt x="55" y="27"/>
                </a:cubicBezTo>
                <a:cubicBezTo>
                  <a:pt x="55" y="32"/>
                  <a:pt x="42" y="37"/>
                  <a:pt x="27" y="37"/>
                </a:cubicBezTo>
                <a:cubicBezTo>
                  <a:pt x="12" y="37"/>
                  <a:pt x="0" y="32"/>
                  <a:pt x="0" y="27"/>
                </a:cubicBezTo>
                <a:cubicBezTo>
                  <a:pt x="0" y="21"/>
                  <a:pt x="0" y="21"/>
                  <a:pt x="0" y="21"/>
                </a:cubicBezTo>
                <a:cubicBezTo>
                  <a:pt x="6" y="25"/>
                  <a:pt x="16" y="27"/>
                  <a:pt x="27" y="27"/>
                </a:cubicBezTo>
                <a:cubicBezTo>
                  <a:pt x="38" y="27"/>
                  <a:pt x="49" y="25"/>
                  <a:pt x="55" y="21"/>
                </a:cubicBezTo>
                <a:close/>
                <a:moveTo>
                  <a:pt x="55" y="35"/>
                </a:moveTo>
                <a:cubicBezTo>
                  <a:pt x="55" y="41"/>
                  <a:pt x="55" y="41"/>
                  <a:pt x="55" y="41"/>
                </a:cubicBezTo>
                <a:cubicBezTo>
                  <a:pt x="55" y="46"/>
                  <a:pt x="42" y="50"/>
                  <a:pt x="27" y="50"/>
                </a:cubicBezTo>
                <a:cubicBezTo>
                  <a:pt x="12" y="50"/>
                  <a:pt x="0" y="46"/>
                  <a:pt x="0" y="41"/>
                </a:cubicBezTo>
                <a:cubicBezTo>
                  <a:pt x="0" y="35"/>
                  <a:pt x="0" y="35"/>
                  <a:pt x="0" y="35"/>
                </a:cubicBezTo>
                <a:cubicBezTo>
                  <a:pt x="6" y="39"/>
                  <a:pt x="16" y="41"/>
                  <a:pt x="27" y="41"/>
                </a:cubicBezTo>
                <a:cubicBezTo>
                  <a:pt x="38" y="41"/>
                  <a:pt x="49" y="39"/>
                  <a:pt x="55" y="35"/>
                </a:cubicBezTo>
                <a:close/>
                <a:moveTo>
                  <a:pt x="55" y="49"/>
                </a:moveTo>
                <a:cubicBezTo>
                  <a:pt x="55" y="55"/>
                  <a:pt x="55" y="55"/>
                  <a:pt x="55" y="55"/>
                </a:cubicBezTo>
                <a:cubicBezTo>
                  <a:pt x="55" y="60"/>
                  <a:pt x="42" y="64"/>
                  <a:pt x="27" y="64"/>
                </a:cubicBezTo>
                <a:cubicBezTo>
                  <a:pt x="12" y="64"/>
                  <a:pt x="0" y="60"/>
                  <a:pt x="0" y="55"/>
                </a:cubicBezTo>
                <a:cubicBezTo>
                  <a:pt x="0" y="49"/>
                  <a:pt x="0" y="49"/>
                  <a:pt x="0" y="49"/>
                </a:cubicBezTo>
                <a:cubicBezTo>
                  <a:pt x="6" y="53"/>
                  <a:pt x="16" y="55"/>
                  <a:pt x="27" y="55"/>
                </a:cubicBezTo>
                <a:cubicBezTo>
                  <a:pt x="38" y="55"/>
                  <a:pt x="49" y="53"/>
                  <a:pt x="55" y="4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90674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1"/>
          <p:cNvSpPr>
            <a:spLocks noEditPoints="1"/>
          </p:cNvSpPr>
          <p:nvPr userDrawn="1"/>
        </p:nvSpPr>
        <p:spPr bwMode="auto">
          <a:xfrm>
            <a:off x="5339411" y="1667934"/>
            <a:ext cx="1513180" cy="1002709"/>
          </a:xfrm>
          <a:custGeom>
            <a:avLst/>
            <a:gdLst/>
            <a:ahLst/>
            <a:cxnLst>
              <a:cxn ang="0">
                <a:pos x="77" y="43"/>
              </a:cxn>
              <a:cxn ang="0">
                <a:pos x="77" y="47"/>
              </a:cxn>
              <a:cxn ang="0">
                <a:pos x="70" y="51"/>
              </a:cxn>
              <a:cxn ang="0">
                <a:pos x="6" y="51"/>
              </a:cxn>
              <a:cxn ang="0">
                <a:pos x="0" y="47"/>
              </a:cxn>
              <a:cxn ang="0">
                <a:pos x="0" y="43"/>
              </a:cxn>
              <a:cxn ang="0">
                <a:pos x="6" y="43"/>
              </a:cxn>
              <a:cxn ang="0">
                <a:pos x="70" y="43"/>
              </a:cxn>
              <a:cxn ang="0">
                <a:pos x="77" y="43"/>
              </a:cxn>
              <a:cxn ang="0">
                <a:pos x="10" y="34"/>
              </a:cxn>
              <a:cxn ang="0">
                <a:pos x="10" y="6"/>
              </a:cxn>
              <a:cxn ang="0">
                <a:pos x="16" y="0"/>
              </a:cxn>
              <a:cxn ang="0">
                <a:pos x="60" y="0"/>
              </a:cxn>
              <a:cxn ang="0">
                <a:pos x="67" y="6"/>
              </a:cxn>
              <a:cxn ang="0">
                <a:pos x="67" y="34"/>
              </a:cxn>
              <a:cxn ang="0">
                <a:pos x="60" y="41"/>
              </a:cxn>
              <a:cxn ang="0">
                <a:pos x="16" y="41"/>
              </a:cxn>
              <a:cxn ang="0">
                <a:pos x="10" y="34"/>
              </a:cxn>
              <a:cxn ang="0">
                <a:pos x="15" y="34"/>
              </a:cxn>
              <a:cxn ang="0">
                <a:pos x="16" y="36"/>
              </a:cxn>
              <a:cxn ang="0">
                <a:pos x="60" y="36"/>
              </a:cxn>
              <a:cxn ang="0">
                <a:pos x="61" y="34"/>
              </a:cxn>
              <a:cxn ang="0">
                <a:pos x="61" y="6"/>
              </a:cxn>
              <a:cxn ang="0">
                <a:pos x="60" y="5"/>
              </a:cxn>
              <a:cxn ang="0">
                <a:pos x="16" y="5"/>
              </a:cxn>
              <a:cxn ang="0">
                <a:pos x="15" y="6"/>
              </a:cxn>
              <a:cxn ang="0">
                <a:pos x="15" y="34"/>
              </a:cxn>
              <a:cxn ang="0">
                <a:pos x="42" y="47"/>
              </a:cxn>
              <a:cxn ang="0">
                <a:pos x="42" y="46"/>
              </a:cxn>
              <a:cxn ang="0">
                <a:pos x="35" y="46"/>
              </a:cxn>
              <a:cxn ang="0">
                <a:pos x="34" y="47"/>
              </a:cxn>
              <a:cxn ang="0">
                <a:pos x="35" y="47"/>
              </a:cxn>
              <a:cxn ang="0">
                <a:pos x="42" y="47"/>
              </a:cxn>
              <a:cxn ang="0">
                <a:pos x="42" y="47"/>
              </a:cxn>
            </a:cxnLst>
            <a:rect l="0" t="0" r="r" b="b"/>
            <a:pathLst>
              <a:path w="77" h="51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79577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7"/>
          <p:cNvSpPr>
            <a:spLocks noEditPoints="1"/>
          </p:cNvSpPr>
          <p:nvPr userDrawn="1"/>
        </p:nvSpPr>
        <p:spPr bwMode="auto">
          <a:xfrm rot="16200000">
            <a:off x="5457169" y="1600199"/>
            <a:ext cx="1277665" cy="992716"/>
          </a:xfrm>
          <a:custGeom>
            <a:avLst/>
            <a:gdLst/>
            <a:ahLst/>
            <a:cxnLst>
              <a:cxn ang="0">
                <a:pos x="45" y="7"/>
              </a:cxn>
              <a:cxn ang="0">
                <a:pos x="43" y="9"/>
              </a:cxn>
              <a:cxn ang="0">
                <a:pos x="2" y="9"/>
              </a:cxn>
              <a:cxn ang="0">
                <a:pos x="0" y="7"/>
              </a:cxn>
              <a:cxn ang="0">
                <a:pos x="0" y="2"/>
              </a:cxn>
              <a:cxn ang="0">
                <a:pos x="2" y="0"/>
              </a:cxn>
              <a:cxn ang="0">
                <a:pos x="43" y="0"/>
              </a:cxn>
              <a:cxn ang="0">
                <a:pos x="45" y="2"/>
              </a:cxn>
              <a:cxn ang="0">
                <a:pos x="45" y="7"/>
              </a:cxn>
              <a:cxn ang="0">
                <a:pos x="59" y="20"/>
              </a:cxn>
              <a:cxn ang="0">
                <a:pos x="57" y="23"/>
              </a:cxn>
              <a:cxn ang="0">
                <a:pos x="2" y="23"/>
              </a:cxn>
              <a:cxn ang="0">
                <a:pos x="0" y="20"/>
              </a:cxn>
              <a:cxn ang="0">
                <a:pos x="0" y="16"/>
              </a:cxn>
              <a:cxn ang="0">
                <a:pos x="2" y="13"/>
              </a:cxn>
              <a:cxn ang="0">
                <a:pos x="57" y="13"/>
              </a:cxn>
              <a:cxn ang="0">
                <a:pos x="59" y="16"/>
              </a:cxn>
              <a:cxn ang="0">
                <a:pos x="59" y="20"/>
              </a:cxn>
              <a:cxn ang="0">
                <a:pos x="50" y="34"/>
              </a:cxn>
              <a:cxn ang="0">
                <a:pos x="48" y="36"/>
              </a:cxn>
              <a:cxn ang="0">
                <a:pos x="2" y="36"/>
              </a:cxn>
              <a:cxn ang="0">
                <a:pos x="0" y="34"/>
              </a:cxn>
              <a:cxn ang="0">
                <a:pos x="0" y="29"/>
              </a:cxn>
              <a:cxn ang="0">
                <a:pos x="2" y="27"/>
              </a:cxn>
              <a:cxn ang="0">
                <a:pos x="48" y="27"/>
              </a:cxn>
              <a:cxn ang="0">
                <a:pos x="50" y="29"/>
              </a:cxn>
              <a:cxn ang="0">
                <a:pos x="50" y="34"/>
              </a:cxn>
              <a:cxn ang="0">
                <a:pos x="64" y="48"/>
              </a:cxn>
              <a:cxn ang="0">
                <a:pos x="61" y="50"/>
              </a:cxn>
              <a:cxn ang="0">
                <a:pos x="2" y="50"/>
              </a:cxn>
              <a:cxn ang="0">
                <a:pos x="0" y="48"/>
              </a:cxn>
              <a:cxn ang="0">
                <a:pos x="0" y="43"/>
              </a:cxn>
              <a:cxn ang="0">
                <a:pos x="2" y="41"/>
              </a:cxn>
              <a:cxn ang="0">
                <a:pos x="61" y="41"/>
              </a:cxn>
              <a:cxn ang="0">
                <a:pos x="64" y="43"/>
              </a:cxn>
              <a:cxn ang="0">
                <a:pos x="64" y="48"/>
              </a:cxn>
            </a:cxnLst>
            <a:rect l="0" t="0" r="r" b="b"/>
            <a:pathLst>
              <a:path w="64" h="50">
                <a:moveTo>
                  <a:pt x="45" y="7"/>
                </a:moveTo>
                <a:cubicBezTo>
                  <a:pt x="45" y="8"/>
                  <a:pt x="44" y="9"/>
                  <a:pt x="43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5" y="1"/>
                  <a:pt x="45" y="2"/>
                </a:cubicBezTo>
                <a:lnTo>
                  <a:pt x="45" y="7"/>
                </a:lnTo>
                <a:close/>
                <a:moveTo>
                  <a:pt x="59" y="20"/>
                </a:moveTo>
                <a:cubicBezTo>
                  <a:pt x="59" y="22"/>
                  <a:pt x="58" y="23"/>
                  <a:pt x="57" y="23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3"/>
                  <a:pt x="0" y="22"/>
                  <a:pt x="0" y="20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4"/>
                  <a:pt x="1" y="13"/>
                  <a:pt x="2" y="13"/>
                </a:cubicBezTo>
                <a:cubicBezTo>
                  <a:pt x="57" y="13"/>
                  <a:pt x="57" y="13"/>
                  <a:pt x="57" y="13"/>
                </a:cubicBezTo>
                <a:cubicBezTo>
                  <a:pt x="58" y="13"/>
                  <a:pt x="59" y="14"/>
                  <a:pt x="59" y="16"/>
                </a:cubicBezTo>
                <a:lnTo>
                  <a:pt x="59" y="20"/>
                </a:lnTo>
                <a:close/>
                <a:moveTo>
                  <a:pt x="50" y="34"/>
                </a:moveTo>
                <a:cubicBezTo>
                  <a:pt x="50" y="35"/>
                  <a:pt x="49" y="36"/>
                  <a:pt x="48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5"/>
                  <a:pt x="0" y="3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8"/>
                  <a:pt x="1" y="27"/>
                  <a:pt x="2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49" y="27"/>
                  <a:pt x="50" y="28"/>
                  <a:pt x="50" y="29"/>
                </a:cubicBezTo>
                <a:lnTo>
                  <a:pt x="50" y="34"/>
                </a:lnTo>
                <a:close/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61" y="41"/>
                  <a:pt x="61" y="41"/>
                  <a:pt x="61" y="41"/>
                </a:cubicBezTo>
                <a:cubicBezTo>
                  <a:pt x="63" y="41"/>
                  <a:pt x="64" y="42"/>
                  <a:pt x="64" y="43"/>
                </a:cubicBezTo>
                <a:lnTo>
                  <a:pt x="64" y="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78392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3"/>
          <p:cNvSpPr>
            <a:spLocks noEditPoints="1"/>
          </p:cNvSpPr>
          <p:nvPr userDrawn="1"/>
        </p:nvSpPr>
        <p:spPr bwMode="auto">
          <a:xfrm>
            <a:off x="5569331" y="1498600"/>
            <a:ext cx="1053339" cy="1580008"/>
          </a:xfrm>
          <a:custGeom>
            <a:avLst/>
            <a:gdLst/>
            <a:ahLst/>
            <a:cxnLst>
              <a:cxn ang="0">
                <a:pos x="38" y="26"/>
              </a:cxn>
              <a:cxn ang="0">
                <a:pos x="24" y="55"/>
              </a:cxn>
              <a:cxn ang="0">
                <a:pos x="20" y="58"/>
              </a:cxn>
              <a:cxn ang="0">
                <a:pos x="16" y="55"/>
              </a:cxn>
              <a:cxn ang="0">
                <a:pos x="2" y="26"/>
              </a:cxn>
              <a:cxn ang="0">
                <a:pos x="0" y="19"/>
              </a:cxn>
              <a:cxn ang="0">
                <a:pos x="20" y="0"/>
              </a:cxn>
              <a:cxn ang="0">
                <a:pos x="39" y="19"/>
              </a:cxn>
              <a:cxn ang="0">
                <a:pos x="38" y="26"/>
              </a:cxn>
              <a:cxn ang="0">
                <a:pos x="20" y="9"/>
              </a:cxn>
              <a:cxn ang="0">
                <a:pos x="10" y="19"/>
              </a:cxn>
              <a:cxn ang="0">
                <a:pos x="20" y="29"/>
              </a:cxn>
              <a:cxn ang="0">
                <a:pos x="30" y="19"/>
              </a:cxn>
              <a:cxn ang="0">
                <a:pos x="20" y="9"/>
              </a:cxn>
            </a:cxnLst>
            <a:rect l="0" t="0" r="r" b="b"/>
            <a:pathLst>
              <a:path w="39" h="58">
                <a:moveTo>
                  <a:pt x="38" y="26"/>
                </a:moveTo>
                <a:cubicBezTo>
                  <a:pt x="24" y="55"/>
                  <a:pt x="24" y="55"/>
                  <a:pt x="24" y="55"/>
                </a:cubicBezTo>
                <a:cubicBezTo>
                  <a:pt x="23" y="57"/>
                  <a:pt x="22" y="58"/>
                  <a:pt x="20" y="58"/>
                </a:cubicBezTo>
                <a:cubicBezTo>
                  <a:pt x="18" y="58"/>
                  <a:pt x="16" y="57"/>
                  <a:pt x="16" y="55"/>
                </a:cubicBezTo>
                <a:cubicBezTo>
                  <a:pt x="2" y="26"/>
                  <a:pt x="2" y="26"/>
                  <a:pt x="2" y="26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1" y="0"/>
                  <a:pt x="39" y="8"/>
                  <a:pt x="39" y="19"/>
                </a:cubicBezTo>
                <a:cubicBezTo>
                  <a:pt x="39" y="21"/>
                  <a:pt x="39" y="24"/>
                  <a:pt x="38" y="26"/>
                </a:cubicBezTo>
                <a:close/>
                <a:moveTo>
                  <a:pt x="20" y="9"/>
                </a:moveTo>
                <a:cubicBezTo>
                  <a:pt x="15" y="9"/>
                  <a:pt x="10" y="14"/>
                  <a:pt x="10" y="19"/>
                </a:cubicBezTo>
                <a:cubicBezTo>
                  <a:pt x="10" y="24"/>
                  <a:pt x="15" y="29"/>
                  <a:pt x="20" y="29"/>
                </a:cubicBezTo>
                <a:cubicBezTo>
                  <a:pt x="25" y="29"/>
                  <a:pt x="30" y="24"/>
                  <a:pt x="30" y="19"/>
                </a:cubicBezTo>
                <a:cubicBezTo>
                  <a:pt x="30" y="14"/>
                  <a:pt x="25" y="9"/>
                  <a:pt x="20" y="9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5575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9"/>
          <p:cNvSpPr>
            <a:spLocks noEditPoints="1"/>
          </p:cNvSpPr>
          <p:nvPr userDrawn="1"/>
        </p:nvSpPr>
        <p:spPr bwMode="auto">
          <a:xfrm>
            <a:off x="5360224" y="1246248"/>
            <a:ext cx="1471555" cy="1471552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5" y="55"/>
              </a:cxn>
              <a:cxn ang="0">
                <a:pos x="23" y="67"/>
              </a:cxn>
              <a:cxn ang="0">
                <a:pos x="22" y="68"/>
              </a:cxn>
              <a:cxn ang="0">
                <a:pos x="21" y="68"/>
              </a:cxn>
              <a:cxn ang="0">
                <a:pos x="19" y="65"/>
              </a:cxn>
              <a:cxn ang="0">
                <a:pos x="19" y="48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7" y="0"/>
              </a:cxn>
              <a:cxn ang="0">
                <a:pos x="68" y="3"/>
              </a:cxn>
              <a:cxn ang="0">
                <a:pos x="62" y="7"/>
              </a:cxn>
              <a:cxn ang="0">
                <a:pos x="8" y="38"/>
              </a:cxn>
              <a:cxn ang="0">
                <a:pos x="20" y="43"/>
              </a:cxn>
              <a:cxn ang="0">
                <a:pos x="53" y="19"/>
              </a:cxn>
              <a:cxn ang="0">
                <a:pos x="35" y="49"/>
              </a:cxn>
              <a:cxn ang="0">
                <a:pos x="54" y="57"/>
              </a:cxn>
              <a:cxn ang="0">
                <a:pos x="62" y="7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5" y="55"/>
                  <a:pt x="35" y="55"/>
                  <a:pt x="35" y="55"/>
                </a:cubicBezTo>
                <a:cubicBezTo>
                  <a:pt x="23" y="67"/>
                  <a:pt x="23" y="67"/>
                  <a:pt x="23" y="67"/>
                </a:cubicBezTo>
                <a:cubicBezTo>
                  <a:pt x="23" y="67"/>
                  <a:pt x="22" y="68"/>
                  <a:pt x="22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0" y="67"/>
                  <a:pt x="19" y="66"/>
                  <a:pt x="19" y="65"/>
                </a:cubicBezTo>
                <a:cubicBezTo>
                  <a:pt x="19" y="48"/>
                  <a:pt x="19" y="48"/>
                  <a:pt x="19" y="48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  <a:moveTo>
                  <a:pt x="62" y="7"/>
                </a:moveTo>
                <a:cubicBezTo>
                  <a:pt x="8" y="38"/>
                  <a:pt x="8" y="38"/>
                  <a:pt x="8" y="38"/>
                </a:cubicBezTo>
                <a:cubicBezTo>
                  <a:pt x="20" y="43"/>
                  <a:pt x="20" y="43"/>
                  <a:pt x="20" y="43"/>
                </a:cubicBezTo>
                <a:cubicBezTo>
                  <a:pt x="53" y="19"/>
                  <a:pt x="53" y="19"/>
                  <a:pt x="53" y="19"/>
                </a:cubicBezTo>
                <a:cubicBezTo>
                  <a:pt x="35" y="49"/>
                  <a:pt x="35" y="49"/>
                  <a:pt x="35" y="49"/>
                </a:cubicBezTo>
                <a:cubicBezTo>
                  <a:pt x="54" y="57"/>
                  <a:pt x="54" y="57"/>
                  <a:pt x="54" y="57"/>
                </a:cubicBezTo>
                <a:lnTo>
                  <a:pt x="62" y="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5828015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21453" y="1197864"/>
            <a:ext cx="5364480" cy="402336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09453" y="1197864"/>
            <a:ext cx="5364480" cy="402336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8147177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3026157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2931329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1252"/>
            <a:ext cx="4011084" cy="943848"/>
          </a:xfrm>
        </p:spPr>
        <p:txBody>
          <a:bodyPr anchor="ctr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82601"/>
            <a:ext cx="6815667" cy="5643564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3410327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64573"/>
            <a:ext cx="7315200" cy="502766"/>
          </a:xfrm>
        </p:spPr>
        <p:txBody>
          <a:bodyPr anchor="b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04520"/>
            <a:ext cx="7315200" cy="4145280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250584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208938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D7D9-DE4A-EB44-A948-15530EFF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9794-85F5-7E4B-AE1F-A6849184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43096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9DE6-FE4F-204B-8BC8-933D65853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87612-4E26-2446-928F-6FE282247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1766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6848-AFCE-E64B-81C5-2A272FA0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27D5-6B1B-5C45-A99A-5D170A1CB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9E8F1-8FC0-7043-9717-C6F81B6B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89083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06A2-451B-8B48-A090-9FF6C8FC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2339B-2E64-4345-BDC0-BB2C19DD7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81859-680F-504A-A71A-82A6EEDA9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36BA2-5963-FA4E-8C76-71FF77365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2717A-C715-0440-A8F9-574C38855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22430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88FA-9303-4143-A431-7A4B4A0A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45932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314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0130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731520" y="1949414"/>
            <a:ext cx="10728960" cy="666786"/>
          </a:xfrm>
          <a:solidFill>
            <a:schemeClr val="accent1">
              <a:alpha val="0"/>
            </a:schemeClr>
          </a:solidFill>
        </p:spPr>
        <p:txBody>
          <a:bodyPr anchor="b"/>
          <a:lstStyle>
            <a:lvl1pPr algn="ctr">
              <a:defRPr sz="3733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731520" y="3657603"/>
            <a:ext cx="10728960" cy="853440"/>
          </a:xfrm>
          <a:solidFill>
            <a:schemeClr val="accent1">
              <a:alpha val="0"/>
            </a:schemeClr>
          </a:solidFill>
        </p:spPr>
        <p:txBody>
          <a:bodyPr/>
          <a:lstStyle>
            <a:lvl1pPr marL="0" indent="0" algn="ctr">
              <a:buFont typeface="Times" pitchFamily="18" charset="0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731520" y="5095240"/>
            <a:ext cx="10728960" cy="365760"/>
          </a:xfrm>
        </p:spPr>
        <p:txBody>
          <a:bodyPr anchor="ctr"/>
          <a:lstStyle>
            <a:lvl1pPr marL="0" indent="0" algn="ctr">
              <a:buNone/>
              <a:defRPr sz="1600" baseline="0"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2595908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2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798029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215573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11040"/>
          </a:xfrm>
        </p:spPr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  <a:lvl2pPr>
              <a:defRPr>
                <a:latin typeface="Bogle" charset="0"/>
                <a:ea typeface="Bogle" charset="0"/>
                <a:cs typeface="Bogle" charset="0"/>
              </a:defRPr>
            </a:lvl2pPr>
            <a:lvl3pPr>
              <a:defRPr>
                <a:latin typeface="Bogle" charset="0"/>
                <a:ea typeface="Bogle" charset="0"/>
                <a:cs typeface="Bogle" charset="0"/>
              </a:defRPr>
            </a:lvl3pPr>
            <a:lvl4pPr>
              <a:defRPr>
                <a:latin typeface="Bogle" charset="0"/>
                <a:ea typeface="Bogle" charset="0"/>
                <a:cs typeface="Bogle" charset="0"/>
              </a:defRPr>
            </a:lvl4pPr>
            <a:lvl5pPr>
              <a:defRPr>
                <a:latin typeface="Bogle" charset="0"/>
                <a:ea typeface="Bogle" charset="0"/>
                <a:cs typeface="Bogle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227667"/>
            <a:ext cx="10972800" cy="365760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8003544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83200" y="81492"/>
            <a:ext cx="1828800" cy="2997200"/>
          </a:xfrm>
          <a:prstGeom prst="rect">
            <a:avLst/>
          </a:prstGeom>
        </p:spPr>
      </p:pic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34923879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5" name="object 17"/>
          <p:cNvSpPr/>
          <p:nvPr userDrawn="1"/>
        </p:nvSpPr>
        <p:spPr>
          <a:xfrm>
            <a:off x="5494693" y="496209"/>
            <a:ext cx="1422400" cy="2411647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FFC21F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97373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object 24"/>
          <p:cNvSpPr/>
          <p:nvPr userDrawn="1"/>
        </p:nvSpPr>
        <p:spPr>
          <a:xfrm>
            <a:off x="5486400" y="423029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59"/>
                </a:lnTo>
                <a:lnTo>
                  <a:pt x="332191" y="42225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5BC678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71535448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8" name="object 31"/>
          <p:cNvSpPr/>
          <p:nvPr userDrawn="1"/>
        </p:nvSpPr>
        <p:spPr>
          <a:xfrm>
            <a:off x="5486400" y="442015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0BAFF3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61307211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object 38"/>
          <p:cNvSpPr/>
          <p:nvPr userDrawn="1"/>
        </p:nvSpPr>
        <p:spPr>
          <a:xfrm>
            <a:off x="5465442" y="403160"/>
            <a:ext cx="1544959" cy="2619441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DA52D4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3667927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reeform 101"/>
          <p:cNvSpPr>
            <a:spLocks noEditPoints="1"/>
          </p:cNvSpPr>
          <p:nvPr userDrawn="1"/>
        </p:nvSpPr>
        <p:spPr bwMode="auto">
          <a:xfrm>
            <a:off x="5283200" y="1294709"/>
            <a:ext cx="1625600" cy="1503955"/>
          </a:xfrm>
          <a:custGeom>
            <a:avLst/>
            <a:gdLst/>
            <a:ahLst/>
            <a:cxnLst>
              <a:cxn ang="0">
                <a:pos x="39" y="36"/>
              </a:cxn>
              <a:cxn ang="0">
                <a:pos x="41" y="44"/>
              </a:cxn>
              <a:cxn ang="0">
                <a:pos x="35" y="50"/>
              </a:cxn>
              <a:cxn ang="0">
                <a:pos x="27" y="53"/>
              </a:cxn>
              <a:cxn ang="0">
                <a:pos x="18" y="53"/>
              </a:cxn>
              <a:cxn ang="0">
                <a:pos x="11" y="50"/>
              </a:cxn>
              <a:cxn ang="0">
                <a:pos x="4" y="44"/>
              </a:cxn>
              <a:cxn ang="0">
                <a:pos x="6" y="36"/>
              </a:cxn>
              <a:cxn ang="0">
                <a:pos x="0" y="28"/>
              </a:cxn>
              <a:cxn ang="0">
                <a:pos x="7" y="23"/>
              </a:cxn>
              <a:cxn ang="0">
                <a:pos x="4" y="18"/>
              </a:cxn>
              <a:cxn ang="0">
                <a:pos x="15" y="16"/>
              </a:cxn>
              <a:cxn ang="0">
                <a:pos x="19" y="8"/>
              </a:cxn>
              <a:cxn ang="0">
                <a:pos x="28" y="15"/>
              </a:cxn>
              <a:cxn ang="0">
                <a:pos x="35" y="12"/>
              </a:cxn>
              <a:cxn ang="0">
                <a:pos x="41" y="19"/>
              </a:cxn>
              <a:cxn ang="0">
                <a:pos x="45" y="27"/>
              </a:cxn>
              <a:cxn ang="0">
                <a:pos x="23" y="22"/>
              </a:cxn>
              <a:cxn ang="0">
                <a:pos x="32" y="31"/>
              </a:cxn>
              <a:cxn ang="0">
                <a:pos x="63" y="16"/>
              </a:cxn>
              <a:cxn ang="0">
                <a:pos x="64" y="24"/>
              </a:cxn>
              <a:cxn ang="0">
                <a:pos x="55" y="22"/>
              </a:cxn>
              <a:cxn ang="0">
                <a:pos x="46" y="24"/>
              </a:cxn>
              <a:cxn ang="0">
                <a:pos x="46" y="16"/>
              </a:cxn>
              <a:cxn ang="0">
                <a:pos x="46" y="9"/>
              </a:cxn>
              <a:cxn ang="0">
                <a:pos x="46" y="2"/>
              </a:cxn>
              <a:cxn ang="0">
                <a:pos x="55" y="4"/>
              </a:cxn>
              <a:cxn ang="0">
                <a:pos x="59" y="0"/>
              </a:cxn>
              <a:cxn ang="0">
                <a:pos x="62" y="7"/>
              </a:cxn>
              <a:cxn ang="0">
                <a:pos x="68" y="15"/>
              </a:cxn>
              <a:cxn ang="0">
                <a:pos x="62" y="55"/>
              </a:cxn>
              <a:cxn ang="0">
                <a:pos x="59" y="63"/>
              </a:cxn>
              <a:cxn ang="0">
                <a:pos x="54" y="59"/>
              </a:cxn>
              <a:cxn ang="0">
                <a:pos x="45" y="60"/>
              </a:cxn>
              <a:cxn ang="0">
                <a:pos x="41" y="52"/>
              </a:cxn>
              <a:cxn ang="0">
                <a:pos x="47" y="44"/>
              </a:cxn>
              <a:cxn ang="0">
                <a:pos x="50" y="36"/>
              </a:cxn>
              <a:cxn ang="0">
                <a:pos x="56" y="40"/>
              </a:cxn>
              <a:cxn ang="0">
                <a:pos x="64" y="39"/>
              </a:cxn>
              <a:cxn ang="0">
                <a:pos x="63" y="46"/>
              </a:cxn>
              <a:cxn ang="0">
                <a:pos x="55" y="8"/>
              </a:cxn>
              <a:cxn ang="0">
                <a:pos x="59" y="13"/>
              </a:cxn>
              <a:cxn ang="0">
                <a:pos x="50" y="49"/>
              </a:cxn>
              <a:cxn ang="0">
                <a:pos x="55" y="45"/>
              </a:cxn>
            </a:cxnLst>
            <a:rect l="0" t="0" r="r" b="b"/>
            <a:pathLst>
              <a:path w="68" h="63">
                <a:moveTo>
                  <a:pt x="45" y="35"/>
                </a:moveTo>
                <a:cubicBezTo>
                  <a:pt x="45" y="35"/>
                  <a:pt x="45" y="36"/>
                  <a:pt x="45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7"/>
                  <a:pt x="38" y="38"/>
                  <a:pt x="38" y="39"/>
                </a:cubicBezTo>
                <a:cubicBezTo>
                  <a:pt x="39" y="41"/>
                  <a:pt x="40" y="42"/>
                  <a:pt x="41" y="43"/>
                </a:cubicBezTo>
                <a:cubicBezTo>
                  <a:pt x="41" y="43"/>
                  <a:pt x="41" y="44"/>
                  <a:pt x="41" y="44"/>
                </a:cubicBezTo>
                <a:cubicBezTo>
                  <a:pt x="41" y="44"/>
                  <a:pt x="41" y="44"/>
                  <a:pt x="41" y="45"/>
                </a:cubicBezTo>
                <a:cubicBezTo>
                  <a:pt x="40" y="46"/>
                  <a:pt x="36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7"/>
                  <a:pt x="29" y="47"/>
                  <a:pt x="28" y="48"/>
                </a:cubicBezTo>
                <a:cubicBezTo>
                  <a:pt x="28" y="49"/>
                  <a:pt x="27" y="51"/>
                  <a:pt x="27" y="53"/>
                </a:cubicBezTo>
                <a:cubicBezTo>
                  <a:pt x="27" y="54"/>
                  <a:pt x="26" y="54"/>
                  <a:pt x="26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8" y="54"/>
                  <a:pt x="18" y="53"/>
                </a:cubicBezTo>
                <a:cubicBezTo>
                  <a:pt x="17" y="48"/>
                  <a:pt x="17" y="48"/>
                  <a:pt x="17" y="48"/>
                </a:cubicBezTo>
                <a:cubicBezTo>
                  <a:pt x="16" y="47"/>
                  <a:pt x="16" y="47"/>
                  <a:pt x="15" y="47"/>
                </a:cubicBezTo>
                <a:cubicBezTo>
                  <a:pt x="11" y="50"/>
                  <a:pt x="11" y="50"/>
                  <a:pt x="11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50"/>
                  <a:pt x="9" y="50"/>
                  <a:pt x="9" y="50"/>
                </a:cubicBezTo>
                <a:cubicBezTo>
                  <a:pt x="8" y="49"/>
                  <a:pt x="4" y="45"/>
                  <a:pt x="4" y="44"/>
                </a:cubicBezTo>
                <a:cubicBezTo>
                  <a:pt x="4" y="44"/>
                  <a:pt x="4" y="44"/>
                  <a:pt x="4" y="43"/>
                </a:cubicBezTo>
                <a:cubicBezTo>
                  <a:pt x="5" y="42"/>
                  <a:pt x="6" y="41"/>
                  <a:pt x="7" y="39"/>
                </a:cubicBezTo>
                <a:cubicBezTo>
                  <a:pt x="7" y="38"/>
                  <a:pt x="6" y="37"/>
                  <a:pt x="6" y="36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5"/>
                  <a:pt x="0" y="3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25"/>
                  <a:pt x="7" y="24"/>
                  <a:pt x="7" y="23"/>
                </a:cubicBezTo>
                <a:cubicBezTo>
                  <a:pt x="6" y="22"/>
                  <a:pt x="5" y="20"/>
                  <a:pt x="4" y="19"/>
                </a:cubicBezTo>
                <a:cubicBezTo>
                  <a:pt x="4" y="19"/>
                  <a:pt x="4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5" y="17"/>
                  <a:pt x="9" y="12"/>
                  <a:pt x="10" y="12"/>
                </a:cubicBezTo>
                <a:cubicBezTo>
                  <a:pt x="10" y="12"/>
                  <a:pt x="10" y="12"/>
                  <a:pt x="11" y="13"/>
                </a:cubicBezTo>
                <a:cubicBezTo>
                  <a:pt x="15" y="16"/>
                  <a:pt x="15" y="16"/>
                  <a:pt x="15" y="16"/>
                </a:cubicBezTo>
                <a:cubicBezTo>
                  <a:pt x="16" y="15"/>
                  <a:pt x="16" y="15"/>
                  <a:pt x="17" y="15"/>
                </a:cubicBezTo>
                <a:cubicBezTo>
                  <a:pt x="18" y="13"/>
                  <a:pt x="18" y="11"/>
                  <a:pt x="18" y="9"/>
                </a:cubicBezTo>
                <a:cubicBezTo>
                  <a:pt x="18" y="9"/>
                  <a:pt x="19" y="8"/>
                  <a:pt x="19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27" y="9"/>
                  <a:pt x="27" y="9"/>
                </a:cubicBezTo>
                <a:cubicBezTo>
                  <a:pt x="28" y="15"/>
                  <a:pt x="28" y="15"/>
                  <a:pt x="28" y="15"/>
                </a:cubicBezTo>
                <a:cubicBezTo>
                  <a:pt x="29" y="15"/>
                  <a:pt x="30" y="15"/>
                  <a:pt x="31" y="16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2"/>
                  <a:pt x="36" y="13"/>
                </a:cubicBezTo>
                <a:cubicBezTo>
                  <a:pt x="37" y="13"/>
                  <a:pt x="41" y="17"/>
                  <a:pt x="41" y="18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20"/>
                  <a:pt x="39" y="22"/>
                  <a:pt x="38" y="23"/>
                </a:cubicBezTo>
                <a:cubicBezTo>
                  <a:pt x="38" y="24"/>
                  <a:pt x="39" y="25"/>
                  <a:pt x="39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8"/>
                </a:cubicBezTo>
                <a:lnTo>
                  <a:pt x="45" y="35"/>
                </a:lnTo>
                <a:close/>
                <a:moveTo>
                  <a:pt x="23" y="22"/>
                </a:moveTo>
                <a:cubicBezTo>
                  <a:pt x="18" y="22"/>
                  <a:pt x="13" y="26"/>
                  <a:pt x="13" y="31"/>
                </a:cubicBezTo>
                <a:cubicBezTo>
                  <a:pt x="13" y="36"/>
                  <a:pt x="18" y="40"/>
                  <a:pt x="23" y="40"/>
                </a:cubicBezTo>
                <a:cubicBezTo>
                  <a:pt x="28" y="40"/>
                  <a:pt x="32" y="36"/>
                  <a:pt x="32" y="31"/>
                </a:cubicBezTo>
                <a:cubicBezTo>
                  <a:pt x="32" y="26"/>
                  <a:pt x="28" y="22"/>
                  <a:pt x="23" y="22"/>
                </a:cubicBezTo>
                <a:close/>
                <a:moveTo>
                  <a:pt x="68" y="15"/>
                </a:moveTo>
                <a:cubicBezTo>
                  <a:pt x="68" y="16"/>
                  <a:pt x="64" y="16"/>
                  <a:pt x="63" y="16"/>
                </a:cubicBezTo>
                <a:cubicBezTo>
                  <a:pt x="63" y="17"/>
                  <a:pt x="62" y="18"/>
                  <a:pt x="62" y="18"/>
                </a:cubicBezTo>
                <a:cubicBezTo>
                  <a:pt x="62" y="19"/>
                  <a:pt x="64" y="23"/>
                  <a:pt x="64" y="23"/>
                </a:cubicBezTo>
                <a:cubicBezTo>
                  <a:pt x="64" y="23"/>
                  <a:pt x="64" y="23"/>
                  <a:pt x="64" y="24"/>
                </a:cubicBezTo>
                <a:cubicBezTo>
                  <a:pt x="63" y="24"/>
                  <a:pt x="59" y="26"/>
                  <a:pt x="59" y="26"/>
                </a:cubicBezTo>
                <a:cubicBezTo>
                  <a:pt x="59" y="26"/>
                  <a:pt x="56" y="22"/>
                  <a:pt x="56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53" y="22"/>
                  <a:pt x="50" y="26"/>
                  <a:pt x="50" y="26"/>
                </a:cubicBezTo>
                <a:cubicBezTo>
                  <a:pt x="50" y="26"/>
                  <a:pt x="46" y="24"/>
                  <a:pt x="46" y="24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7" y="19"/>
                  <a:pt x="47" y="18"/>
                </a:cubicBezTo>
                <a:cubicBezTo>
                  <a:pt x="47" y="18"/>
                  <a:pt x="46" y="17"/>
                  <a:pt x="46" y="16"/>
                </a:cubicBezTo>
                <a:cubicBezTo>
                  <a:pt x="45" y="16"/>
                  <a:pt x="41" y="16"/>
                  <a:pt x="41" y="15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5" y="9"/>
                  <a:pt x="46" y="9"/>
                </a:cubicBezTo>
                <a:cubicBezTo>
                  <a:pt x="46" y="9"/>
                  <a:pt x="47" y="8"/>
                  <a:pt x="47" y="7"/>
                </a:cubicBezTo>
                <a:cubicBezTo>
                  <a:pt x="47" y="7"/>
                  <a:pt x="45" y="3"/>
                  <a:pt x="45" y="2"/>
                </a:cubicBezTo>
                <a:cubicBezTo>
                  <a:pt x="45" y="2"/>
                  <a:pt x="45" y="2"/>
                  <a:pt x="46" y="2"/>
                </a:cubicBezTo>
                <a:cubicBezTo>
                  <a:pt x="46" y="2"/>
                  <a:pt x="50" y="0"/>
                  <a:pt x="50" y="0"/>
                </a:cubicBezTo>
                <a:cubicBezTo>
                  <a:pt x="50" y="0"/>
                  <a:pt x="53" y="3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5" y="4"/>
                  <a:pt x="56" y="4"/>
                </a:cubicBezTo>
                <a:cubicBezTo>
                  <a:pt x="57" y="2"/>
                  <a:pt x="58" y="1"/>
                  <a:pt x="5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0"/>
                  <a:pt x="63" y="2"/>
                  <a:pt x="64" y="2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3"/>
                  <a:pt x="62" y="7"/>
                  <a:pt x="62" y="7"/>
                </a:cubicBezTo>
                <a:cubicBezTo>
                  <a:pt x="62" y="8"/>
                  <a:pt x="63" y="9"/>
                  <a:pt x="63" y="9"/>
                </a:cubicBezTo>
                <a:cubicBezTo>
                  <a:pt x="64" y="9"/>
                  <a:pt x="68" y="10"/>
                  <a:pt x="68" y="10"/>
                </a:cubicBezTo>
                <a:lnTo>
                  <a:pt x="68" y="15"/>
                </a:lnTo>
                <a:close/>
                <a:moveTo>
                  <a:pt x="68" y="52"/>
                </a:moveTo>
                <a:cubicBezTo>
                  <a:pt x="68" y="52"/>
                  <a:pt x="64" y="53"/>
                  <a:pt x="63" y="53"/>
                </a:cubicBezTo>
                <a:cubicBezTo>
                  <a:pt x="63" y="54"/>
                  <a:pt x="62" y="54"/>
                  <a:pt x="62" y="55"/>
                </a:cubicBezTo>
                <a:cubicBezTo>
                  <a:pt x="62" y="56"/>
                  <a:pt x="64" y="59"/>
                  <a:pt x="6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63" y="60"/>
                  <a:pt x="59" y="63"/>
                  <a:pt x="59" y="63"/>
                </a:cubicBezTo>
                <a:cubicBezTo>
                  <a:pt x="59" y="63"/>
                  <a:pt x="56" y="59"/>
                  <a:pt x="56" y="59"/>
                </a:cubicBezTo>
                <a:cubicBezTo>
                  <a:pt x="55" y="59"/>
                  <a:pt x="55" y="59"/>
                  <a:pt x="55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0" y="63"/>
                  <a:pt x="50" y="63"/>
                </a:cubicBezTo>
                <a:cubicBezTo>
                  <a:pt x="50" y="63"/>
                  <a:pt x="46" y="60"/>
                  <a:pt x="46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9"/>
                  <a:pt x="47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5" y="53"/>
                  <a:pt x="41" y="52"/>
                  <a:pt x="41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46"/>
                  <a:pt x="45" y="46"/>
                  <a:pt x="46" y="46"/>
                </a:cubicBezTo>
                <a:cubicBezTo>
                  <a:pt x="46" y="45"/>
                  <a:pt x="47" y="45"/>
                  <a:pt x="47" y="44"/>
                </a:cubicBezTo>
                <a:cubicBezTo>
                  <a:pt x="47" y="43"/>
                  <a:pt x="45" y="40"/>
                  <a:pt x="45" y="39"/>
                </a:cubicBezTo>
                <a:cubicBezTo>
                  <a:pt x="45" y="39"/>
                  <a:pt x="45" y="39"/>
                  <a:pt x="46" y="39"/>
                </a:cubicBezTo>
                <a:cubicBezTo>
                  <a:pt x="46" y="39"/>
                  <a:pt x="50" y="36"/>
                  <a:pt x="50" y="36"/>
                </a:cubicBezTo>
                <a:cubicBezTo>
                  <a:pt x="50" y="36"/>
                  <a:pt x="53" y="40"/>
                  <a:pt x="54" y="40"/>
                </a:cubicBezTo>
                <a:cubicBezTo>
                  <a:pt x="54" y="40"/>
                  <a:pt x="54" y="40"/>
                  <a:pt x="55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8" y="38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63" y="39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40"/>
                  <a:pt x="62" y="43"/>
                  <a:pt x="62" y="44"/>
                </a:cubicBezTo>
                <a:cubicBezTo>
                  <a:pt x="62" y="45"/>
                  <a:pt x="63" y="45"/>
                  <a:pt x="63" y="46"/>
                </a:cubicBezTo>
                <a:cubicBezTo>
                  <a:pt x="64" y="46"/>
                  <a:pt x="68" y="46"/>
                  <a:pt x="68" y="47"/>
                </a:cubicBezTo>
                <a:lnTo>
                  <a:pt x="68" y="52"/>
                </a:lnTo>
                <a:close/>
                <a:moveTo>
                  <a:pt x="55" y="8"/>
                </a:moveTo>
                <a:cubicBezTo>
                  <a:pt x="52" y="8"/>
                  <a:pt x="50" y="10"/>
                  <a:pt x="50" y="13"/>
                </a:cubicBezTo>
                <a:cubicBezTo>
                  <a:pt x="50" y="15"/>
                  <a:pt x="52" y="17"/>
                  <a:pt x="55" y="17"/>
                </a:cubicBezTo>
                <a:cubicBezTo>
                  <a:pt x="57" y="17"/>
                  <a:pt x="59" y="15"/>
                  <a:pt x="59" y="13"/>
                </a:cubicBezTo>
                <a:cubicBezTo>
                  <a:pt x="59" y="10"/>
                  <a:pt x="57" y="8"/>
                  <a:pt x="55" y="8"/>
                </a:cubicBezTo>
                <a:close/>
                <a:moveTo>
                  <a:pt x="55" y="45"/>
                </a:moveTo>
                <a:cubicBezTo>
                  <a:pt x="52" y="45"/>
                  <a:pt x="50" y="47"/>
                  <a:pt x="50" y="49"/>
                </a:cubicBezTo>
                <a:cubicBezTo>
                  <a:pt x="50" y="52"/>
                  <a:pt x="52" y="54"/>
                  <a:pt x="55" y="54"/>
                </a:cubicBezTo>
                <a:cubicBezTo>
                  <a:pt x="57" y="54"/>
                  <a:pt x="59" y="52"/>
                  <a:pt x="59" y="49"/>
                </a:cubicBezTo>
                <a:cubicBezTo>
                  <a:pt x="59" y="47"/>
                  <a:pt x="57" y="45"/>
                  <a:pt x="55" y="4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9465697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tr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5"/>
          <p:cNvSpPr>
            <a:spLocks noEditPoints="1"/>
          </p:cNvSpPr>
          <p:nvPr userDrawn="1"/>
        </p:nvSpPr>
        <p:spPr bwMode="auto">
          <a:xfrm>
            <a:off x="5273189" y="1318685"/>
            <a:ext cx="1645625" cy="1297516"/>
          </a:xfrm>
          <a:custGeom>
            <a:avLst/>
            <a:gdLst/>
            <a:ahLst/>
            <a:cxnLst>
              <a:cxn ang="0">
                <a:pos x="17" y="16"/>
              </a:cxn>
              <a:cxn ang="0">
                <a:pos x="0" y="12"/>
              </a:cxn>
              <a:cxn ang="0">
                <a:pos x="4" y="0"/>
              </a:cxn>
              <a:cxn ang="0">
                <a:pos x="21" y="4"/>
              </a:cxn>
              <a:cxn ang="0">
                <a:pos x="21" y="33"/>
              </a:cxn>
              <a:cxn ang="0">
                <a:pos x="4" y="36"/>
              </a:cxn>
              <a:cxn ang="0">
                <a:pos x="0" y="25"/>
              </a:cxn>
              <a:cxn ang="0">
                <a:pos x="17" y="21"/>
              </a:cxn>
              <a:cxn ang="0">
                <a:pos x="21" y="33"/>
              </a:cxn>
              <a:cxn ang="0">
                <a:pos x="17" y="57"/>
              </a:cxn>
              <a:cxn ang="0">
                <a:pos x="0" y="53"/>
              </a:cxn>
              <a:cxn ang="0">
                <a:pos x="4" y="42"/>
              </a:cxn>
              <a:cxn ang="0">
                <a:pos x="21" y="45"/>
              </a:cxn>
              <a:cxn ang="0">
                <a:pos x="47" y="12"/>
              </a:cxn>
              <a:cxn ang="0">
                <a:pos x="30" y="16"/>
              </a:cxn>
              <a:cxn ang="0">
                <a:pos x="26" y="4"/>
              </a:cxn>
              <a:cxn ang="0">
                <a:pos x="43" y="0"/>
              </a:cxn>
              <a:cxn ang="0">
                <a:pos x="47" y="12"/>
              </a:cxn>
              <a:cxn ang="0">
                <a:pos x="43" y="36"/>
              </a:cxn>
              <a:cxn ang="0">
                <a:pos x="26" y="33"/>
              </a:cxn>
              <a:cxn ang="0">
                <a:pos x="30" y="21"/>
              </a:cxn>
              <a:cxn ang="0">
                <a:pos x="47" y="25"/>
              </a:cxn>
              <a:cxn ang="0">
                <a:pos x="47" y="53"/>
              </a:cxn>
              <a:cxn ang="0">
                <a:pos x="30" y="57"/>
              </a:cxn>
              <a:cxn ang="0">
                <a:pos x="26" y="45"/>
              </a:cxn>
              <a:cxn ang="0">
                <a:pos x="43" y="42"/>
              </a:cxn>
              <a:cxn ang="0">
                <a:pos x="47" y="53"/>
              </a:cxn>
              <a:cxn ang="0">
                <a:pos x="69" y="16"/>
              </a:cxn>
              <a:cxn ang="0">
                <a:pos x="52" y="12"/>
              </a:cxn>
              <a:cxn ang="0">
                <a:pos x="56" y="0"/>
              </a:cxn>
              <a:cxn ang="0">
                <a:pos x="72" y="4"/>
              </a:cxn>
              <a:cxn ang="0">
                <a:pos x="72" y="33"/>
              </a:cxn>
              <a:cxn ang="0">
                <a:pos x="56" y="36"/>
              </a:cxn>
              <a:cxn ang="0">
                <a:pos x="52" y="25"/>
              </a:cxn>
              <a:cxn ang="0">
                <a:pos x="69" y="21"/>
              </a:cxn>
              <a:cxn ang="0">
                <a:pos x="72" y="33"/>
              </a:cxn>
              <a:cxn ang="0">
                <a:pos x="69" y="57"/>
              </a:cxn>
              <a:cxn ang="0">
                <a:pos x="52" y="53"/>
              </a:cxn>
              <a:cxn ang="0">
                <a:pos x="56" y="42"/>
              </a:cxn>
              <a:cxn ang="0">
                <a:pos x="72" y="45"/>
              </a:cxn>
            </a:cxnLst>
            <a:rect l="0" t="0" r="r" b="b"/>
            <a:pathLst>
              <a:path w="72" h="57">
                <a:moveTo>
                  <a:pt x="21" y="12"/>
                </a:moveTo>
                <a:cubicBezTo>
                  <a:pt x="21" y="14"/>
                  <a:pt x="19" y="16"/>
                  <a:pt x="17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2" y="16"/>
                  <a:pt x="0" y="14"/>
                  <a:pt x="0" y="12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9" y="0"/>
                  <a:pt x="21" y="2"/>
                  <a:pt x="21" y="4"/>
                </a:cubicBezTo>
                <a:lnTo>
                  <a:pt x="21" y="12"/>
                </a:lnTo>
                <a:close/>
                <a:moveTo>
                  <a:pt x="21" y="33"/>
                </a:moveTo>
                <a:cubicBezTo>
                  <a:pt x="21" y="35"/>
                  <a:pt x="19" y="36"/>
                  <a:pt x="17" y="36"/>
                </a:cubicBezTo>
                <a:cubicBezTo>
                  <a:pt x="4" y="36"/>
                  <a:pt x="4" y="36"/>
                  <a:pt x="4" y="36"/>
                </a:cubicBezTo>
                <a:cubicBezTo>
                  <a:pt x="2" y="36"/>
                  <a:pt x="0" y="35"/>
                  <a:pt x="0" y="3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3"/>
                  <a:pt x="2" y="21"/>
                  <a:pt x="4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9" y="21"/>
                  <a:pt x="21" y="23"/>
                  <a:pt x="21" y="25"/>
                </a:cubicBezTo>
                <a:lnTo>
                  <a:pt x="21" y="33"/>
                </a:lnTo>
                <a:close/>
                <a:moveTo>
                  <a:pt x="21" y="53"/>
                </a:moveTo>
                <a:cubicBezTo>
                  <a:pt x="21" y="55"/>
                  <a:pt x="19" y="57"/>
                  <a:pt x="17" y="57"/>
                </a:cubicBezTo>
                <a:cubicBezTo>
                  <a:pt x="4" y="57"/>
                  <a:pt x="4" y="57"/>
                  <a:pt x="4" y="57"/>
                </a:cubicBezTo>
                <a:cubicBezTo>
                  <a:pt x="2" y="57"/>
                  <a:pt x="0" y="55"/>
                  <a:pt x="0" y="53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3"/>
                  <a:pt x="2" y="42"/>
                  <a:pt x="4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9" y="42"/>
                  <a:pt x="21" y="43"/>
                  <a:pt x="21" y="45"/>
                </a:cubicBezTo>
                <a:lnTo>
                  <a:pt x="21" y="53"/>
                </a:lnTo>
                <a:close/>
                <a:moveTo>
                  <a:pt x="47" y="12"/>
                </a:moveTo>
                <a:cubicBezTo>
                  <a:pt x="47" y="14"/>
                  <a:pt x="45" y="16"/>
                  <a:pt x="43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28" y="16"/>
                  <a:pt x="26" y="14"/>
                  <a:pt x="26" y="12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2"/>
                  <a:pt x="28" y="0"/>
                  <a:pt x="30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5" y="0"/>
                  <a:pt x="47" y="2"/>
                  <a:pt x="47" y="4"/>
                </a:cubicBezTo>
                <a:lnTo>
                  <a:pt x="47" y="12"/>
                </a:lnTo>
                <a:close/>
                <a:moveTo>
                  <a:pt x="47" y="33"/>
                </a:moveTo>
                <a:cubicBezTo>
                  <a:pt x="47" y="35"/>
                  <a:pt x="45" y="36"/>
                  <a:pt x="43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8" y="36"/>
                  <a:pt x="26" y="35"/>
                  <a:pt x="26" y="33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3"/>
                  <a:pt x="28" y="21"/>
                  <a:pt x="30" y="21"/>
                </a:cubicBezTo>
                <a:cubicBezTo>
                  <a:pt x="43" y="21"/>
                  <a:pt x="43" y="21"/>
                  <a:pt x="43" y="21"/>
                </a:cubicBezTo>
                <a:cubicBezTo>
                  <a:pt x="45" y="21"/>
                  <a:pt x="47" y="23"/>
                  <a:pt x="47" y="25"/>
                </a:cubicBezTo>
                <a:lnTo>
                  <a:pt x="47" y="33"/>
                </a:lnTo>
                <a:close/>
                <a:moveTo>
                  <a:pt x="47" y="53"/>
                </a:moveTo>
                <a:cubicBezTo>
                  <a:pt x="47" y="55"/>
                  <a:pt x="45" y="57"/>
                  <a:pt x="43" y="57"/>
                </a:cubicBezTo>
                <a:cubicBezTo>
                  <a:pt x="30" y="57"/>
                  <a:pt x="30" y="57"/>
                  <a:pt x="30" y="57"/>
                </a:cubicBezTo>
                <a:cubicBezTo>
                  <a:pt x="28" y="57"/>
                  <a:pt x="26" y="55"/>
                  <a:pt x="26" y="53"/>
                </a:cubicBezTo>
                <a:cubicBezTo>
                  <a:pt x="26" y="45"/>
                  <a:pt x="26" y="45"/>
                  <a:pt x="26" y="45"/>
                </a:cubicBezTo>
                <a:cubicBezTo>
                  <a:pt x="26" y="43"/>
                  <a:pt x="28" y="42"/>
                  <a:pt x="30" y="42"/>
                </a:cubicBezTo>
                <a:cubicBezTo>
                  <a:pt x="43" y="42"/>
                  <a:pt x="43" y="42"/>
                  <a:pt x="43" y="42"/>
                </a:cubicBezTo>
                <a:cubicBezTo>
                  <a:pt x="45" y="42"/>
                  <a:pt x="47" y="43"/>
                  <a:pt x="47" y="45"/>
                </a:cubicBezTo>
                <a:lnTo>
                  <a:pt x="47" y="53"/>
                </a:lnTo>
                <a:close/>
                <a:moveTo>
                  <a:pt x="72" y="12"/>
                </a:moveTo>
                <a:cubicBezTo>
                  <a:pt x="72" y="14"/>
                  <a:pt x="71" y="16"/>
                  <a:pt x="69" y="16"/>
                </a:cubicBezTo>
                <a:cubicBezTo>
                  <a:pt x="56" y="16"/>
                  <a:pt x="56" y="16"/>
                  <a:pt x="56" y="16"/>
                </a:cubicBezTo>
                <a:cubicBezTo>
                  <a:pt x="54" y="16"/>
                  <a:pt x="52" y="14"/>
                  <a:pt x="52" y="12"/>
                </a:cubicBezTo>
                <a:cubicBezTo>
                  <a:pt x="52" y="4"/>
                  <a:pt x="52" y="4"/>
                  <a:pt x="52" y="4"/>
                </a:cubicBezTo>
                <a:cubicBezTo>
                  <a:pt x="52" y="2"/>
                  <a:pt x="54" y="0"/>
                  <a:pt x="56" y="0"/>
                </a:cubicBezTo>
                <a:cubicBezTo>
                  <a:pt x="69" y="0"/>
                  <a:pt x="69" y="0"/>
                  <a:pt x="69" y="0"/>
                </a:cubicBezTo>
                <a:cubicBezTo>
                  <a:pt x="71" y="0"/>
                  <a:pt x="72" y="2"/>
                  <a:pt x="72" y="4"/>
                </a:cubicBezTo>
                <a:lnTo>
                  <a:pt x="72" y="12"/>
                </a:lnTo>
                <a:close/>
                <a:moveTo>
                  <a:pt x="72" y="33"/>
                </a:moveTo>
                <a:cubicBezTo>
                  <a:pt x="72" y="35"/>
                  <a:pt x="71" y="36"/>
                  <a:pt x="69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4" y="36"/>
                  <a:pt x="52" y="35"/>
                  <a:pt x="52" y="33"/>
                </a:cubicBezTo>
                <a:cubicBezTo>
                  <a:pt x="52" y="25"/>
                  <a:pt x="52" y="25"/>
                  <a:pt x="52" y="25"/>
                </a:cubicBezTo>
                <a:cubicBezTo>
                  <a:pt x="52" y="23"/>
                  <a:pt x="54" y="21"/>
                  <a:pt x="56" y="21"/>
                </a:cubicBezTo>
                <a:cubicBezTo>
                  <a:pt x="69" y="21"/>
                  <a:pt x="69" y="21"/>
                  <a:pt x="69" y="21"/>
                </a:cubicBezTo>
                <a:cubicBezTo>
                  <a:pt x="71" y="21"/>
                  <a:pt x="72" y="23"/>
                  <a:pt x="72" y="25"/>
                </a:cubicBezTo>
                <a:lnTo>
                  <a:pt x="72" y="33"/>
                </a:lnTo>
                <a:close/>
                <a:moveTo>
                  <a:pt x="72" y="53"/>
                </a:moveTo>
                <a:cubicBezTo>
                  <a:pt x="72" y="55"/>
                  <a:pt x="71" y="57"/>
                  <a:pt x="69" y="57"/>
                </a:cubicBezTo>
                <a:cubicBezTo>
                  <a:pt x="56" y="57"/>
                  <a:pt x="56" y="57"/>
                  <a:pt x="56" y="57"/>
                </a:cubicBezTo>
                <a:cubicBezTo>
                  <a:pt x="54" y="57"/>
                  <a:pt x="52" y="55"/>
                  <a:pt x="52" y="53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3"/>
                  <a:pt x="54" y="42"/>
                  <a:pt x="56" y="42"/>
                </a:cubicBezTo>
                <a:cubicBezTo>
                  <a:pt x="69" y="42"/>
                  <a:pt x="69" y="42"/>
                  <a:pt x="69" y="42"/>
                </a:cubicBezTo>
                <a:cubicBezTo>
                  <a:pt x="71" y="42"/>
                  <a:pt x="72" y="43"/>
                  <a:pt x="72" y="45"/>
                </a:cubicBezTo>
                <a:lnTo>
                  <a:pt x="72" y="5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57439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Flow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145"/>
          <p:cNvSpPr>
            <a:spLocks/>
          </p:cNvSpPr>
          <p:nvPr userDrawn="1"/>
        </p:nvSpPr>
        <p:spPr bwMode="auto">
          <a:xfrm>
            <a:off x="5292585" y="1230595"/>
            <a:ext cx="1606833" cy="1385605"/>
          </a:xfrm>
          <a:custGeom>
            <a:avLst/>
            <a:gdLst/>
            <a:ahLst/>
            <a:cxnLst>
              <a:cxn ang="0">
                <a:pos x="64" y="51"/>
              </a:cxn>
              <a:cxn ang="0">
                <a:pos x="60" y="55"/>
              </a:cxn>
              <a:cxn ang="0">
                <a:pos x="49" y="55"/>
              </a:cxn>
              <a:cxn ang="0">
                <a:pos x="45" y="51"/>
              </a:cxn>
              <a:cxn ang="0">
                <a:pos x="45" y="40"/>
              </a:cxn>
              <a:cxn ang="0">
                <a:pos x="49" y="36"/>
              </a:cxn>
              <a:cxn ang="0">
                <a:pos x="52" y="36"/>
              </a:cxn>
              <a:cxn ang="0">
                <a:pos x="52" y="30"/>
              </a:cxn>
              <a:cxn ang="0">
                <a:pos x="34" y="30"/>
              </a:cxn>
              <a:cxn ang="0">
                <a:pos x="34" y="36"/>
              </a:cxn>
              <a:cxn ang="0">
                <a:pos x="37" y="36"/>
              </a:cxn>
              <a:cxn ang="0">
                <a:pos x="41" y="40"/>
              </a:cxn>
              <a:cxn ang="0">
                <a:pos x="41" y="51"/>
              </a:cxn>
              <a:cxn ang="0">
                <a:pos x="37" y="55"/>
              </a:cxn>
              <a:cxn ang="0">
                <a:pos x="26" y="55"/>
              </a:cxn>
              <a:cxn ang="0">
                <a:pos x="23" y="51"/>
              </a:cxn>
              <a:cxn ang="0">
                <a:pos x="23" y="40"/>
              </a:cxn>
              <a:cxn ang="0">
                <a:pos x="26" y="36"/>
              </a:cxn>
              <a:cxn ang="0">
                <a:pos x="29" y="36"/>
              </a:cxn>
              <a:cxn ang="0">
                <a:pos x="29" y="30"/>
              </a:cxn>
              <a:cxn ang="0">
                <a:pos x="11" y="30"/>
              </a:cxn>
              <a:cxn ang="0">
                <a:pos x="11" y="36"/>
              </a:cxn>
              <a:cxn ang="0">
                <a:pos x="15" y="36"/>
              </a:cxn>
              <a:cxn ang="0">
                <a:pos x="18" y="40"/>
              </a:cxn>
              <a:cxn ang="0">
                <a:pos x="18" y="51"/>
              </a:cxn>
              <a:cxn ang="0">
                <a:pos x="15" y="55"/>
              </a:cxn>
              <a:cxn ang="0">
                <a:pos x="3" y="55"/>
              </a:cxn>
              <a:cxn ang="0">
                <a:pos x="0" y="51"/>
              </a:cxn>
              <a:cxn ang="0">
                <a:pos x="0" y="40"/>
              </a:cxn>
              <a:cxn ang="0">
                <a:pos x="3" y="36"/>
              </a:cxn>
              <a:cxn ang="0">
                <a:pos x="7" y="36"/>
              </a:cxn>
              <a:cxn ang="0">
                <a:pos x="7" y="30"/>
              </a:cxn>
              <a:cxn ang="0">
                <a:pos x="11" y="25"/>
              </a:cxn>
              <a:cxn ang="0">
                <a:pos x="29" y="25"/>
              </a:cxn>
              <a:cxn ang="0">
                <a:pos x="29" y="18"/>
              </a:cxn>
              <a:cxn ang="0">
                <a:pos x="26" y="18"/>
              </a:cxn>
              <a:cxn ang="0">
                <a:pos x="23" y="15"/>
              </a:cxn>
              <a:cxn ang="0">
                <a:pos x="23" y="3"/>
              </a:cxn>
              <a:cxn ang="0">
                <a:pos x="26" y="0"/>
              </a:cxn>
              <a:cxn ang="0">
                <a:pos x="37" y="0"/>
              </a:cxn>
              <a:cxn ang="0">
                <a:pos x="41" y="3"/>
              </a:cxn>
              <a:cxn ang="0">
                <a:pos x="41" y="15"/>
              </a:cxn>
              <a:cxn ang="0">
                <a:pos x="37" y="18"/>
              </a:cxn>
              <a:cxn ang="0">
                <a:pos x="34" y="18"/>
              </a:cxn>
              <a:cxn ang="0">
                <a:pos x="34" y="25"/>
              </a:cxn>
              <a:cxn ang="0">
                <a:pos x="52" y="25"/>
              </a:cxn>
              <a:cxn ang="0">
                <a:pos x="57" y="30"/>
              </a:cxn>
              <a:cxn ang="0">
                <a:pos x="57" y="36"/>
              </a:cxn>
              <a:cxn ang="0">
                <a:pos x="60" y="36"/>
              </a:cxn>
              <a:cxn ang="0">
                <a:pos x="64" y="40"/>
              </a:cxn>
              <a:cxn ang="0">
                <a:pos x="64" y="51"/>
              </a:cxn>
            </a:cxnLst>
            <a:rect l="0" t="0" r="r" b="b"/>
            <a:pathLst>
              <a:path w="64" h="55">
                <a:moveTo>
                  <a:pt x="64" y="51"/>
                </a:moveTo>
                <a:cubicBezTo>
                  <a:pt x="64" y="53"/>
                  <a:pt x="62" y="55"/>
                  <a:pt x="60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7" y="55"/>
                  <a:pt x="45" y="53"/>
                  <a:pt x="45" y="51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38"/>
                  <a:pt x="47" y="36"/>
                  <a:pt x="4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0"/>
                  <a:pt x="52" y="30"/>
                  <a:pt x="52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6"/>
                  <a:pt x="34" y="36"/>
                  <a:pt x="34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9" y="36"/>
                  <a:pt x="41" y="38"/>
                  <a:pt x="41" y="40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3"/>
                  <a:pt x="39" y="55"/>
                  <a:pt x="3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4" y="55"/>
                  <a:pt x="23" y="53"/>
                  <a:pt x="23" y="51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0"/>
                  <a:pt x="29" y="30"/>
                  <a:pt x="29" y="30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6"/>
                  <a:pt x="11" y="36"/>
                  <a:pt x="1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3"/>
                  <a:pt x="17" y="55"/>
                  <a:pt x="15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7"/>
                  <a:pt x="9" y="25"/>
                  <a:pt x="11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4" y="18"/>
                  <a:pt x="23" y="17"/>
                  <a:pt x="23" y="15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1" y="1"/>
                  <a:pt x="41" y="3"/>
                </a:cubicBezTo>
                <a:cubicBezTo>
                  <a:pt x="41" y="15"/>
                  <a:pt x="41" y="15"/>
                  <a:pt x="41" y="15"/>
                </a:cubicBezTo>
                <a:cubicBezTo>
                  <a:pt x="41" y="17"/>
                  <a:pt x="39" y="18"/>
                  <a:pt x="37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25"/>
                  <a:pt x="34" y="25"/>
                  <a:pt x="34" y="25"/>
                </a:cubicBezTo>
                <a:cubicBezTo>
                  <a:pt x="52" y="25"/>
                  <a:pt x="52" y="25"/>
                  <a:pt x="52" y="25"/>
                </a:cubicBezTo>
                <a:cubicBezTo>
                  <a:pt x="55" y="25"/>
                  <a:pt x="57" y="27"/>
                  <a:pt x="57" y="30"/>
                </a:cubicBezTo>
                <a:cubicBezTo>
                  <a:pt x="57" y="36"/>
                  <a:pt x="57" y="36"/>
                  <a:pt x="57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5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63733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re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29"/>
          <p:cNvSpPr>
            <a:spLocks/>
          </p:cNvSpPr>
          <p:nvPr userDrawn="1"/>
        </p:nvSpPr>
        <p:spPr bwMode="auto">
          <a:xfrm>
            <a:off x="5583767" y="1363136"/>
            <a:ext cx="1024467" cy="1253064"/>
          </a:xfrm>
          <a:custGeom>
            <a:avLst/>
            <a:gdLst/>
            <a:ahLst/>
            <a:cxnLst>
              <a:cxn ang="0">
                <a:pos x="53" y="58"/>
              </a:cxn>
              <a:cxn ang="0">
                <a:pos x="36" y="58"/>
              </a:cxn>
              <a:cxn ang="0">
                <a:pos x="36" y="65"/>
              </a:cxn>
              <a:cxn ang="0">
                <a:pos x="34" y="68"/>
              </a:cxn>
              <a:cxn ang="0">
                <a:pos x="22" y="68"/>
              </a:cxn>
              <a:cxn ang="0">
                <a:pos x="20" y="65"/>
              </a:cxn>
              <a:cxn ang="0">
                <a:pos x="20" y="58"/>
              </a:cxn>
              <a:cxn ang="0">
                <a:pos x="2" y="58"/>
              </a:cxn>
              <a:cxn ang="0">
                <a:pos x="0" y="56"/>
              </a:cxn>
              <a:cxn ang="0">
                <a:pos x="1" y="54"/>
              </a:cxn>
              <a:cxn ang="0">
                <a:pos x="16" y="39"/>
              </a:cxn>
              <a:cxn ang="0">
                <a:pos x="7" y="39"/>
              </a:cxn>
              <a:cxn ang="0">
                <a:pos x="5" y="36"/>
              </a:cxn>
              <a:cxn ang="0">
                <a:pos x="6" y="34"/>
              </a:cxn>
              <a:cxn ang="0">
                <a:pos x="21" y="19"/>
              </a:cxn>
              <a:cxn ang="0">
                <a:pos x="13" y="19"/>
              </a:cxn>
              <a:cxn ang="0">
                <a:pos x="11" y="17"/>
              </a:cxn>
              <a:cxn ang="0">
                <a:pos x="12" y="15"/>
              </a:cxn>
              <a:cxn ang="0">
                <a:pos x="26" y="0"/>
              </a:cxn>
              <a:cxn ang="0">
                <a:pos x="28" y="0"/>
              </a:cxn>
              <a:cxn ang="0">
                <a:pos x="30" y="0"/>
              </a:cxn>
              <a:cxn ang="0">
                <a:pos x="44" y="15"/>
              </a:cxn>
              <a:cxn ang="0">
                <a:pos x="45" y="17"/>
              </a:cxn>
              <a:cxn ang="0">
                <a:pos x="42" y="19"/>
              </a:cxn>
              <a:cxn ang="0">
                <a:pos x="35" y="19"/>
              </a:cxn>
              <a:cxn ang="0">
                <a:pos x="50" y="34"/>
              </a:cxn>
              <a:cxn ang="0">
                <a:pos x="51" y="36"/>
              </a:cxn>
              <a:cxn ang="0">
                <a:pos x="49" y="39"/>
              </a:cxn>
              <a:cxn ang="0">
                <a:pos x="40" y="39"/>
              </a:cxn>
              <a:cxn ang="0">
                <a:pos x="55" y="54"/>
              </a:cxn>
              <a:cxn ang="0">
                <a:pos x="56" y="56"/>
              </a:cxn>
              <a:cxn ang="0">
                <a:pos x="53" y="58"/>
              </a:cxn>
            </a:cxnLst>
            <a:rect l="0" t="0" r="r" b="b"/>
            <a:pathLst>
              <a:path w="56" h="68">
                <a:moveTo>
                  <a:pt x="53" y="58"/>
                </a:moveTo>
                <a:cubicBezTo>
                  <a:pt x="36" y="58"/>
                  <a:pt x="36" y="58"/>
                  <a:pt x="36" y="58"/>
                </a:cubicBezTo>
                <a:cubicBezTo>
                  <a:pt x="36" y="60"/>
                  <a:pt x="36" y="63"/>
                  <a:pt x="36" y="65"/>
                </a:cubicBezTo>
                <a:cubicBezTo>
                  <a:pt x="36" y="67"/>
                  <a:pt x="35" y="68"/>
                  <a:pt x="34" y="68"/>
                </a:cubicBezTo>
                <a:cubicBezTo>
                  <a:pt x="22" y="68"/>
                  <a:pt x="22" y="68"/>
                  <a:pt x="22" y="68"/>
                </a:cubicBezTo>
                <a:cubicBezTo>
                  <a:pt x="21" y="68"/>
                  <a:pt x="20" y="67"/>
                  <a:pt x="20" y="65"/>
                </a:cubicBezTo>
                <a:cubicBezTo>
                  <a:pt x="20" y="63"/>
                  <a:pt x="20" y="60"/>
                  <a:pt x="20" y="58"/>
                </a:cubicBezTo>
                <a:cubicBezTo>
                  <a:pt x="2" y="58"/>
                  <a:pt x="2" y="58"/>
                  <a:pt x="2" y="58"/>
                </a:cubicBezTo>
                <a:cubicBezTo>
                  <a:pt x="1" y="58"/>
                  <a:pt x="0" y="57"/>
                  <a:pt x="0" y="56"/>
                </a:cubicBezTo>
                <a:cubicBezTo>
                  <a:pt x="0" y="55"/>
                  <a:pt x="0" y="54"/>
                  <a:pt x="1" y="54"/>
                </a:cubicBezTo>
                <a:cubicBezTo>
                  <a:pt x="16" y="39"/>
                  <a:pt x="16" y="39"/>
                  <a:pt x="16" y="39"/>
                </a:cubicBezTo>
                <a:cubicBezTo>
                  <a:pt x="7" y="39"/>
                  <a:pt x="7" y="39"/>
                  <a:pt x="7" y="39"/>
                </a:cubicBezTo>
                <a:cubicBezTo>
                  <a:pt x="6" y="39"/>
                  <a:pt x="5" y="37"/>
                  <a:pt x="5" y="36"/>
                </a:cubicBezTo>
                <a:cubicBezTo>
                  <a:pt x="5" y="35"/>
                  <a:pt x="5" y="35"/>
                  <a:pt x="6" y="34"/>
                </a:cubicBezTo>
                <a:cubicBezTo>
                  <a:pt x="21" y="19"/>
                  <a:pt x="21" y="19"/>
                  <a:pt x="21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2" y="19"/>
                  <a:pt x="11" y="18"/>
                  <a:pt x="11" y="17"/>
                </a:cubicBezTo>
                <a:cubicBezTo>
                  <a:pt x="11" y="16"/>
                  <a:pt x="11" y="15"/>
                  <a:pt x="12" y="15"/>
                </a:cubicBezTo>
                <a:cubicBezTo>
                  <a:pt x="26" y="0"/>
                  <a:pt x="26" y="0"/>
                  <a:pt x="26" y="0"/>
                </a:cubicBezTo>
                <a:cubicBezTo>
                  <a:pt x="27" y="0"/>
                  <a:pt x="27" y="0"/>
                  <a:pt x="28" y="0"/>
                </a:cubicBezTo>
                <a:cubicBezTo>
                  <a:pt x="29" y="0"/>
                  <a:pt x="29" y="0"/>
                  <a:pt x="30" y="0"/>
                </a:cubicBezTo>
                <a:cubicBezTo>
                  <a:pt x="44" y="15"/>
                  <a:pt x="44" y="15"/>
                  <a:pt x="44" y="15"/>
                </a:cubicBezTo>
                <a:cubicBezTo>
                  <a:pt x="45" y="15"/>
                  <a:pt x="45" y="16"/>
                  <a:pt x="45" y="17"/>
                </a:cubicBezTo>
                <a:cubicBezTo>
                  <a:pt x="45" y="18"/>
                  <a:pt x="44" y="19"/>
                  <a:pt x="42" y="19"/>
                </a:cubicBezTo>
                <a:cubicBezTo>
                  <a:pt x="35" y="19"/>
                  <a:pt x="35" y="19"/>
                  <a:pt x="35" y="19"/>
                </a:cubicBezTo>
                <a:cubicBezTo>
                  <a:pt x="50" y="34"/>
                  <a:pt x="50" y="34"/>
                  <a:pt x="50" y="34"/>
                </a:cubicBezTo>
                <a:cubicBezTo>
                  <a:pt x="51" y="35"/>
                  <a:pt x="51" y="35"/>
                  <a:pt x="51" y="36"/>
                </a:cubicBezTo>
                <a:cubicBezTo>
                  <a:pt x="51" y="37"/>
                  <a:pt x="50" y="39"/>
                  <a:pt x="49" y="39"/>
                </a:cubicBezTo>
                <a:cubicBezTo>
                  <a:pt x="40" y="39"/>
                  <a:pt x="40" y="39"/>
                  <a:pt x="40" y="39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4"/>
                  <a:pt x="56" y="55"/>
                  <a:pt x="56" y="56"/>
                </a:cubicBezTo>
                <a:cubicBezTo>
                  <a:pt x="56" y="57"/>
                  <a:pt x="55" y="58"/>
                  <a:pt x="53" y="5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01986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9"/>
          <p:cNvSpPr>
            <a:spLocks noEditPoints="1"/>
          </p:cNvSpPr>
          <p:nvPr userDrawn="1"/>
        </p:nvSpPr>
        <p:spPr bwMode="auto">
          <a:xfrm>
            <a:off x="5467090" y="1498600"/>
            <a:ext cx="1257823" cy="1267883"/>
          </a:xfrm>
          <a:custGeom>
            <a:avLst/>
            <a:gdLst/>
            <a:ahLst/>
            <a:cxnLst>
              <a:cxn ang="0">
                <a:pos x="29" y="58"/>
              </a:cxn>
              <a:cxn ang="0">
                <a:pos x="6" y="47"/>
              </a:cxn>
              <a:cxn ang="0">
                <a:pos x="7" y="46"/>
              </a:cxn>
              <a:cxn ang="0">
                <a:pos x="12" y="40"/>
              </a:cxn>
              <a:cxn ang="0">
                <a:pos x="13" y="40"/>
              </a:cxn>
              <a:cxn ang="0">
                <a:pos x="14" y="41"/>
              </a:cxn>
              <a:cxn ang="0">
                <a:pos x="29" y="48"/>
              </a:cxn>
              <a:cxn ang="0">
                <a:pos x="48" y="29"/>
              </a:cxn>
              <a:cxn ang="0">
                <a:pos x="29" y="9"/>
              </a:cxn>
              <a:cxn ang="0">
                <a:pos x="16" y="14"/>
              </a:cxn>
              <a:cxn ang="0">
                <a:pos x="21" y="20"/>
              </a:cxn>
              <a:cxn ang="0">
                <a:pos x="21" y="22"/>
              </a:cxn>
              <a:cxn ang="0">
                <a:pos x="19" y="24"/>
              </a:cxn>
              <a:cxn ang="0">
                <a:pos x="2" y="24"/>
              </a:cxn>
              <a:cxn ang="0">
                <a:pos x="0" y="21"/>
              </a:cxn>
              <a:cxn ang="0">
                <a:pos x="0" y="4"/>
              </a:cxn>
              <a:cxn ang="0">
                <a:pos x="1" y="2"/>
              </a:cxn>
              <a:cxn ang="0">
                <a:pos x="4" y="3"/>
              </a:cxn>
              <a:cxn ang="0">
                <a:pos x="9" y="8"/>
              </a:cxn>
              <a:cxn ang="0">
                <a:pos x="29" y="0"/>
              </a:cxn>
              <a:cxn ang="0">
                <a:pos x="58" y="29"/>
              </a:cxn>
              <a:cxn ang="0">
                <a:pos x="29" y="58"/>
              </a:cxn>
              <a:cxn ang="0">
                <a:pos x="34" y="35"/>
              </a:cxn>
              <a:cxn ang="0">
                <a:pos x="33" y="36"/>
              </a:cxn>
              <a:cxn ang="0">
                <a:pos x="20" y="36"/>
              </a:cxn>
              <a:cxn ang="0">
                <a:pos x="19" y="35"/>
              </a:cxn>
              <a:cxn ang="0">
                <a:pos x="19" y="32"/>
              </a:cxn>
              <a:cxn ang="0">
                <a:pos x="20" y="31"/>
              </a:cxn>
              <a:cxn ang="0">
                <a:pos x="29" y="31"/>
              </a:cxn>
              <a:cxn ang="0">
                <a:pos x="29" y="18"/>
              </a:cxn>
              <a:cxn ang="0">
                <a:pos x="30" y="17"/>
              </a:cxn>
              <a:cxn ang="0">
                <a:pos x="33" y="17"/>
              </a:cxn>
              <a:cxn ang="0">
                <a:pos x="34" y="18"/>
              </a:cxn>
              <a:cxn ang="0">
                <a:pos x="34" y="35"/>
              </a:cxn>
            </a:cxnLst>
            <a:rect l="0" t="0" r="r" b="b"/>
            <a:pathLst>
              <a:path w="58" h="58">
                <a:moveTo>
                  <a:pt x="29" y="58"/>
                </a:moveTo>
                <a:cubicBezTo>
                  <a:pt x="20" y="58"/>
                  <a:pt x="12" y="54"/>
                  <a:pt x="6" y="47"/>
                </a:cubicBezTo>
                <a:cubicBezTo>
                  <a:pt x="6" y="47"/>
                  <a:pt x="6" y="46"/>
                  <a:pt x="7" y="46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0"/>
                  <a:pt x="12" y="40"/>
                  <a:pt x="13" y="40"/>
                </a:cubicBezTo>
                <a:cubicBezTo>
                  <a:pt x="13" y="40"/>
                  <a:pt x="13" y="40"/>
                  <a:pt x="14" y="41"/>
                </a:cubicBezTo>
                <a:cubicBezTo>
                  <a:pt x="17" y="45"/>
                  <a:pt x="23" y="48"/>
                  <a:pt x="29" y="48"/>
                </a:cubicBezTo>
                <a:cubicBezTo>
                  <a:pt x="40" y="48"/>
                  <a:pt x="48" y="39"/>
                  <a:pt x="48" y="29"/>
                </a:cubicBezTo>
                <a:cubicBezTo>
                  <a:pt x="48" y="18"/>
                  <a:pt x="40" y="9"/>
                  <a:pt x="29" y="9"/>
                </a:cubicBezTo>
                <a:cubicBezTo>
                  <a:pt x="24" y="9"/>
                  <a:pt x="19" y="11"/>
                  <a:pt x="16" y="14"/>
                </a:cubicBezTo>
                <a:cubicBezTo>
                  <a:pt x="21" y="20"/>
                  <a:pt x="21" y="20"/>
                  <a:pt x="21" y="20"/>
                </a:cubicBezTo>
                <a:cubicBezTo>
                  <a:pt x="22" y="20"/>
                  <a:pt x="22" y="21"/>
                  <a:pt x="21" y="22"/>
                </a:cubicBezTo>
                <a:cubicBezTo>
                  <a:pt x="21" y="23"/>
                  <a:pt x="20" y="24"/>
                  <a:pt x="1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1" y="2"/>
                </a:cubicBezTo>
                <a:cubicBezTo>
                  <a:pt x="2" y="2"/>
                  <a:pt x="3" y="2"/>
                  <a:pt x="4" y="3"/>
                </a:cubicBezTo>
                <a:cubicBezTo>
                  <a:pt x="9" y="8"/>
                  <a:pt x="9" y="8"/>
                  <a:pt x="9" y="8"/>
                </a:cubicBezTo>
                <a:cubicBezTo>
                  <a:pt x="14" y="3"/>
                  <a:pt x="21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34" y="35"/>
                </a:moveTo>
                <a:cubicBezTo>
                  <a:pt x="34" y="35"/>
                  <a:pt x="33" y="36"/>
                  <a:pt x="33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6"/>
                  <a:pt x="19" y="35"/>
                  <a:pt x="19" y="35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20" y="31"/>
                  <a:pt x="2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7"/>
                  <a:pt x="29" y="17"/>
                  <a:pt x="30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4" y="17"/>
                  <a:pt x="34" y="18"/>
                </a:cubicBezTo>
                <a:lnTo>
                  <a:pt x="34" y="3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97584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gm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0"/>
          <p:cNvSpPr>
            <a:spLocks noEditPoints="1"/>
          </p:cNvSpPr>
          <p:nvPr userDrawn="1"/>
        </p:nvSpPr>
        <p:spPr bwMode="auto">
          <a:xfrm>
            <a:off x="5428193" y="1498601"/>
            <a:ext cx="1335617" cy="1280351"/>
          </a:xfrm>
          <a:custGeom>
            <a:avLst/>
            <a:gdLst/>
            <a:ahLst/>
            <a:cxnLst>
              <a:cxn ang="0">
                <a:pos x="63" y="49"/>
              </a:cxn>
              <a:cxn ang="0">
                <a:pos x="58" y="44"/>
              </a:cxn>
              <a:cxn ang="0">
                <a:pos x="54" y="48"/>
              </a:cxn>
              <a:cxn ang="0">
                <a:pos x="63" y="57"/>
              </a:cxn>
              <a:cxn ang="0">
                <a:pos x="64" y="60"/>
              </a:cxn>
              <a:cxn ang="0">
                <a:pos x="59" y="64"/>
              </a:cxn>
              <a:cxn ang="0">
                <a:pos x="56" y="63"/>
              </a:cxn>
              <a:cxn ang="0">
                <a:pos x="29" y="36"/>
              </a:cxn>
              <a:cxn ang="0">
                <a:pos x="15" y="42"/>
              </a:cxn>
              <a:cxn ang="0">
                <a:pos x="0" y="27"/>
              </a:cxn>
              <a:cxn ang="0">
                <a:pos x="26" y="0"/>
              </a:cxn>
              <a:cxn ang="0">
                <a:pos x="41" y="15"/>
              </a:cxn>
              <a:cxn ang="0">
                <a:pos x="36" y="30"/>
              </a:cxn>
              <a:cxn ang="0">
                <a:pos x="50" y="44"/>
              </a:cxn>
              <a:cxn ang="0">
                <a:pos x="54" y="40"/>
              </a:cxn>
              <a:cxn ang="0">
                <a:pos x="49" y="35"/>
              </a:cxn>
              <a:cxn ang="0">
                <a:pos x="54" y="31"/>
              </a:cxn>
              <a:cxn ang="0">
                <a:pos x="55" y="31"/>
              </a:cxn>
              <a:cxn ang="0">
                <a:pos x="67" y="44"/>
              </a:cxn>
              <a:cxn ang="0">
                <a:pos x="63" y="49"/>
              </a:cxn>
              <a:cxn ang="0">
                <a:pos x="25" y="8"/>
              </a:cxn>
              <a:cxn ang="0">
                <a:pos x="18" y="16"/>
              </a:cxn>
              <a:cxn ang="0">
                <a:pos x="19" y="19"/>
              </a:cxn>
              <a:cxn ang="0">
                <a:pos x="15" y="18"/>
              </a:cxn>
              <a:cxn ang="0">
                <a:pos x="7" y="26"/>
              </a:cxn>
              <a:cxn ang="0">
                <a:pos x="15" y="34"/>
              </a:cxn>
              <a:cxn ang="0">
                <a:pos x="23" y="26"/>
              </a:cxn>
              <a:cxn ang="0">
                <a:pos x="22" y="23"/>
              </a:cxn>
              <a:cxn ang="0">
                <a:pos x="25" y="24"/>
              </a:cxn>
              <a:cxn ang="0">
                <a:pos x="33" y="16"/>
              </a:cxn>
              <a:cxn ang="0">
                <a:pos x="25" y="8"/>
              </a:cxn>
            </a:cxnLst>
            <a:rect l="0" t="0" r="r" b="b"/>
            <a:pathLst>
              <a:path w="67" h="64">
                <a:moveTo>
                  <a:pt x="63" y="49"/>
                </a:moveTo>
                <a:cubicBezTo>
                  <a:pt x="62" y="49"/>
                  <a:pt x="58" y="45"/>
                  <a:pt x="58" y="44"/>
                </a:cubicBezTo>
                <a:cubicBezTo>
                  <a:pt x="54" y="48"/>
                  <a:pt x="54" y="48"/>
                  <a:pt x="54" y="48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58"/>
                  <a:pt x="64" y="59"/>
                  <a:pt x="64" y="60"/>
                </a:cubicBezTo>
                <a:cubicBezTo>
                  <a:pt x="64" y="62"/>
                  <a:pt x="61" y="64"/>
                  <a:pt x="59" y="64"/>
                </a:cubicBezTo>
                <a:cubicBezTo>
                  <a:pt x="58" y="64"/>
                  <a:pt x="57" y="64"/>
                  <a:pt x="56" y="63"/>
                </a:cubicBezTo>
                <a:cubicBezTo>
                  <a:pt x="29" y="36"/>
                  <a:pt x="29" y="36"/>
                  <a:pt x="29" y="36"/>
                </a:cubicBezTo>
                <a:cubicBezTo>
                  <a:pt x="25" y="39"/>
                  <a:pt x="20" y="42"/>
                  <a:pt x="15" y="42"/>
                </a:cubicBezTo>
                <a:cubicBezTo>
                  <a:pt x="6" y="42"/>
                  <a:pt x="0" y="36"/>
                  <a:pt x="0" y="27"/>
                </a:cubicBezTo>
                <a:cubicBezTo>
                  <a:pt x="0" y="14"/>
                  <a:pt x="13" y="0"/>
                  <a:pt x="26" y="0"/>
                </a:cubicBezTo>
                <a:cubicBezTo>
                  <a:pt x="35" y="0"/>
                  <a:pt x="41" y="6"/>
                  <a:pt x="41" y="15"/>
                </a:cubicBezTo>
                <a:cubicBezTo>
                  <a:pt x="41" y="21"/>
                  <a:pt x="39" y="26"/>
                  <a:pt x="36" y="30"/>
                </a:cubicBezTo>
                <a:cubicBezTo>
                  <a:pt x="50" y="44"/>
                  <a:pt x="50" y="44"/>
                  <a:pt x="50" y="44"/>
                </a:cubicBezTo>
                <a:cubicBezTo>
                  <a:pt x="54" y="40"/>
                  <a:pt x="54" y="40"/>
                  <a:pt x="54" y="40"/>
                </a:cubicBezTo>
                <a:cubicBezTo>
                  <a:pt x="53" y="39"/>
                  <a:pt x="49" y="36"/>
                  <a:pt x="49" y="35"/>
                </a:cubicBezTo>
                <a:cubicBezTo>
                  <a:pt x="49" y="34"/>
                  <a:pt x="53" y="31"/>
                  <a:pt x="54" y="31"/>
                </a:cubicBezTo>
                <a:cubicBezTo>
                  <a:pt x="54" y="31"/>
                  <a:pt x="54" y="31"/>
                  <a:pt x="55" y="31"/>
                </a:cubicBezTo>
                <a:cubicBezTo>
                  <a:pt x="56" y="32"/>
                  <a:pt x="67" y="43"/>
                  <a:pt x="67" y="44"/>
                </a:cubicBezTo>
                <a:cubicBezTo>
                  <a:pt x="67" y="45"/>
                  <a:pt x="64" y="49"/>
                  <a:pt x="63" y="49"/>
                </a:cubicBezTo>
                <a:close/>
                <a:moveTo>
                  <a:pt x="25" y="8"/>
                </a:moveTo>
                <a:cubicBezTo>
                  <a:pt x="21" y="8"/>
                  <a:pt x="18" y="12"/>
                  <a:pt x="18" y="16"/>
                </a:cubicBezTo>
                <a:cubicBezTo>
                  <a:pt x="18" y="17"/>
                  <a:pt x="18" y="18"/>
                  <a:pt x="19" y="19"/>
                </a:cubicBezTo>
                <a:cubicBezTo>
                  <a:pt x="17" y="19"/>
                  <a:pt x="16" y="18"/>
                  <a:pt x="15" y="18"/>
                </a:cubicBezTo>
                <a:cubicBezTo>
                  <a:pt x="11" y="18"/>
                  <a:pt x="7" y="22"/>
                  <a:pt x="7" y="26"/>
                </a:cubicBezTo>
                <a:cubicBezTo>
                  <a:pt x="7" y="30"/>
                  <a:pt x="11" y="34"/>
                  <a:pt x="15" y="34"/>
                </a:cubicBezTo>
                <a:cubicBezTo>
                  <a:pt x="19" y="34"/>
                  <a:pt x="23" y="30"/>
                  <a:pt x="23" y="26"/>
                </a:cubicBezTo>
                <a:cubicBezTo>
                  <a:pt x="23" y="25"/>
                  <a:pt x="23" y="24"/>
                  <a:pt x="22" y="23"/>
                </a:cubicBezTo>
                <a:cubicBezTo>
                  <a:pt x="23" y="23"/>
                  <a:pt x="24" y="24"/>
                  <a:pt x="25" y="24"/>
                </a:cubicBezTo>
                <a:cubicBezTo>
                  <a:pt x="30" y="24"/>
                  <a:pt x="33" y="20"/>
                  <a:pt x="33" y="16"/>
                </a:cubicBezTo>
                <a:cubicBezTo>
                  <a:pt x="33" y="12"/>
                  <a:pt x="30" y="8"/>
                  <a:pt x="25" y="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27948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peci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89"/>
          <p:cNvSpPr>
            <a:spLocks noEditPoints="1"/>
          </p:cNvSpPr>
          <p:nvPr userDrawn="1"/>
        </p:nvSpPr>
        <p:spPr bwMode="auto">
          <a:xfrm>
            <a:off x="5524265" y="1698556"/>
            <a:ext cx="1143473" cy="998408"/>
          </a:xfrm>
          <a:custGeom>
            <a:avLst/>
            <a:gdLst/>
            <a:ahLst/>
            <a:cxnLst>
              <a:cxn ang="0">
                <a:pos x="62" y="32"/>
              </a:cxn>
              <a:cxn ang="0">
                <a:pos x="61" y="33"/>
              </a:cxn>
              <a:cxn ang="0">
                <a:pos x="57" y="33"/>
              </a:cxn>
              <a:cxn ang="0">
                <a:pos x="57" y="50"/>
              </a:cxn>
              <a:cxn ang="0">
                <a:pos x="53" y="54"/>
              </a:cxn>
              <a:cxn ang="0">
                <a:pos x="9" y="54"/>
              </a:cxn>
              <a:cxn ang="0">
                <a:pos x="6" y="50"/>
              </a:cxn>
              <a:cxn ang="0">
                <a:pos x="6" y="33"/>
              </a:cxn>
              <a:cxn ang="0">
                <a:pos x="2" y="33"/>
              </a:cxn>
              <a:cxn ang="0">
                <a:pos x="0" y="32"/>
              </a:cxn>
              <a:cxn ang="0">
                <a:pos x="0" y="19"/>
              </a:cxn>
              <a:cxn ang="0">
                <a:pos x="2" y="18"/>
              </a:cxn>
              <a:cxn ang="0">
                <a:pos x="19" y="18"/>
              </a:cxn>
              <a:cxn ang="0">
                <a:pos x="10" y="9"/>
              </a:cxn>
              <a:cxn ang="0">
                <a:pos x="19" y="0"/>
              </a:cxn>
              <a:cxn ang="0">
                <a:pos x="26" y="3"/>
              </a:cxn>
              <a:cxn ang="0">
                <a:pos x="31" y="10"/>
              </a:cxn>
              <a:cxn ang="0">
                <a:pos x="36" y="3"/>
              </a:cxn>
              <a:cxn ang="0">
                <a:pos x="43" y="0"/>
              </a:cxn>
              <a:cxn ang="0">
                <a:pos x="52" y="9"/>
              </a:cxn>
              <a:cxn ang="0">
                <a:pos x="43" y="18"/>
              </a:cxn>
              <a:cxn ang="0">
                <a:pos x="61" y="18"/>
              </a:cxn>
              <a:cxn ang="0">
                <a:pos x="62" y="19"/>
              </a:cxn>
              <a:cxn ang="0">
                <a:pos x="62" y="32"/>
              </a:cxn>
              <a:cxn ang="0">
                <a:pos x="27" y="13"/>
              </a:cxn>
              <a:cxn ang="0">
                <a:pos x="22" y="6"/>
              </a:cxn>
              <a:cxn ang="0">
                <a:pos x="19" y="5"/>
              </a:cxn>
              <a:cxn ang="0">
                <a:pos x="16" y="9"/>
              </a:cxn>
              <a:cxn ang="0">
                <a:pos x="19" y="13"/>
              </a:cxn>
              <a:cxn ang="0">
                <a:pos x="27" y="13"/>
              </a:cxn>
              <a:cxn ang="0">
                <a:pos x="38" y="45"/>
              </a:cxn>
              <a:cxn ang="0">
                <a:pos x="38" y="26"/>
              </a:cxn>
              <a:cxn ang="0">
                <a:pos x="38" y="18"/>
              </a:cxn>
              <a:cxn ang="0">
                <a:pos x="25" y="18"/>
              </a:cxn>
              <a:cxn ang="0">
                <a:pos x="25" y="26"/>
              </a:cxn>
              <a:cxn ang="0">
                <a:pos x="25" y="45"/>
              </a:cxn>
              <a:cxn ang="0">
                <a:pos x="25" y="47"/>
              </a:cxn>
              <a:cxn ang="0">
                <a:pos x="27" y="49"/>
              </a:cxn>
              <a:cxn ang="0">
                <a:pos x="35" y="49"/>
              </a:cxn>
              <a:cxn ang="0">
                <a:pos x="38" y="47"/>
              </a:cxn>
              <a:cxn ang="0">
                <a:pos x="38" y="45"/>
              </a:cxn>
              <a:cxn ang="0">
                <a:pos x="43" y="5"/>
              </a:cxn>
              <a:cxn ang="0">
                <a:pos x="40" y="6"/>
              </a:cxn>
              <a:cxn ang="0">
                <a:pos x="35" y="13"/>
              </a:cxn>
              <a:cxn ang="0">
                <a:pos x="43" y="13"/>
              </a:cxn>
              <a:cxn ang="0">
                <a:pos x="47" y="9"/>
              </a:cxn>
              <a:cxn ang="0">
                <a:pos x="43" y="5"/>
              </a:cxn>
            </a:cxnLst>
            <a:rect l="0" t="0" r="r" b="b"/>
            <a:pathLst>
              <a:path w="62" h="54">
                <a:moveTo>
                  <a:pt x="62" y="32"/>
                </a:moveTo>
                <a:cubicBezTo>
                  <a:pt x="62" y="33"/>
                  <a:pt x="62" y="33"/>
                  <a:pt x="61" y="33"/>
                </a:cubicBezTo>
                <a:cubicBezTo>
                  <a:pt x="57" y="33"/>
                  <a:pt x="57" y="33"/>
                  <a:pt x="57" y="33"/>
                </a:cubicBezTo>
                <a:cubicBezTo>
                  <a:pt x="57" y="50"/>
                  <a:pt x="57" y="50"/>
                  <a:pt x="57" y="50"/>
                </a:cubicBezTo>
                <a:cubicBezTo>
                  <a:pt x="57" y="52"/>
                  <a:pt x="55" y="54"/>
                  <a:pt x="53" y="54"/>
                </a:cubicBezTo>
                <a:cubicBezTo>
                  <a:pt x="9" y="54"/>
                  <a:pt x="9" y="54"/>
                  <a:pt x="9" y="54"/>
                </a:cubicBezTo>
                <a:cubicBezTo>
                  <a:pt x="7" y="54"/>
                  <a:pt x="6" y="52"/>
                  <a:pt x="6" y="50"/>
                </a:cubicBezTo>
                <a:cubicBezTo>
                  <a:pt x="6" y="33"/>
                  <a:pt x="6" y="33"/>
                  <a:pt x="6" y="33"/>
                </a:cubicBezTo>
                <a:cubicBezTo>
                  <a:pt x="2" y="33"/>
                  <a:pt x="2" y="33"/>
                  <a:pt x="2" y="33"/>
                </a:cubicBezTo>
                <a:cubicBezTo>
                  <a:pt x="1" y="33"/>
                  <a:pt x="0" y="33"/>
                  <a:pt x="0" y="3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1" y="18"/>
                  <a:pt x="2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4" y="18"/>
                  <a:pt x="10" y="14"/>
                  <a:pt x="10" y="9"/>
                </a:cubicBezTo>
                <a:cubicBezTo>
                  <a:pt x="10" y="4"/>
                  <a:pt x="14" y="0"/>
                  <a:pt x="19" y="0"/>
                </a:cubicBezTo>
                <a:cubicBezTo>
                  <a:pt x="22" y="0"/>
                  <a:pt x="25" y="1"/>
                  <a:pt x="26" y="3"/>
                </a:cubicBezTo>
                <a:cubicBezTo>
                  <a:pt x="31" y="10"/>
                  <a:pt x="31" y="10"/>
                  <a:pt x="31" y="10"/>
                </a:cubicBezTo>
                <a:cubicBezTo>
                  <a:pt x="36" y="3"/>
                  <a:pt x="36" y="3"/>
                  <a:pt x="36" y="3"/>
                </a:cubicBezTo>
                <a:cubicBezTo>
                  <a:pt x="38" y="1"/>
                  <a:pt x="41" y="0"/>
                  <a:pt x="43" y="0"/>
                </a:cubicBezTo>
                <a:cubicBezTo>
                  <a:pt x="48" y="0"/>
                  <a:pt x="52" y="4"/>
                  <a:pt x="52" y="9"/>
                </a:cubicBezTo>
                <a:cubicBezTo>
                  <a:pt x="52" y="14"/>
                  <a:pt x="48" y="18"/>
                  <a:pt x="43" y="18"/>
                </a:cubicBezTo>
                <a:cubicBezTo>
                  <a:pt x="61" y="18"/>
                  <a:pt x="61" y="18"/>
                  <a:pt x="61" y="18"/>
                </a:cubicBezTo>
                <a:cubicBezTo>
                  <a:pt x="62" y="18"/>
                  <a:pt x="62" y="19"/>
                  <a:pt x="62" y="19"/>
                </a:cubicBezTo>
                <a:lnTo>
                  <a:pt x="62" y="32"/>
                </a:lnTo>
                <a:close/>
                <a:moveTo>
                  <a:pt x="27" y="13"/>
                </a:move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1" y="5"/>
                  <a:pt x="19" y="5"/>
                </a:cubicBezTo>
                <a:cubicBezTo>
                  <a:pt x="17" y="5"/>
                  <a:pt x="16" y="7"/>
                  <a:pt x="16" y="9"/>
                </a:cubicBezTo>
                <a:cubicBezTo>
                  <a:pt x="16" y="11"/>
                  <a:pt x="17" y="13"/>
                  <a:pt x="19" y="13"/>
                </a:cubicBezTo>
                <a:lnTo>
                  <a:pt x="27" y="13"/>
                </a:lnTo>
                <a:close/>
                <a:moveTo>
                  <a:pt x="38" y="45"/>
                </a:moveTo>
                <a:cubicBezTo>
                  <a:pt x="38" y="26"/>
                  <a:pt x="38" y="26"/>
                  <a:pt x="38" y="26"/>
                </a:cubicBezTo>
                <a:cubicBezTo>
                  <a:pt x="38" y="18"/>
                  <a:pt x="38" y="18"/>
                  <a:pt x="38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26"/>
                  <a:pt x="25" y="26"/>
                  <a:pt x="25" y="26"/>
                </a:cubicBezTo>
                <a:cubicBezTo>
                  <a:pt x="25" y="45"/>
                  <a:pt x="25" y="45"/>
                  <a:pt x="25" y="45"/>
                </a:cubicBezTo>
                <a:cubicBezTo>
                  <a:pt x="25" y="47"/>
                  <a:pt x="25" y="47"/>
                  <a:pt x="25" y="47"/>
                </a:cubicBezTo>
                <a:cubicBezTo>
                  <a:pt x="25" y="48"/>
                  <a:pt x="26" y="49"/>
                  <a:pt x="27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7" y="49"/>
                  <a:pt x="38" y="48"/>
                  <a:pt x="38" y="47"/>
                </a:cubicBezTo>
                <a:lnTo>
                  <a:pt x="38" y="45"/>
                </a:lnTo>
                <a:close/>
                <a:moveTo>
                  <a:pt x="43" y="5"/>
                </a:moveTo>
                <a:cubicBezTo>
                  <a:pt x="42" y="5"/>
                  <a:pt x="41" y="6"/>
                  <a:pt x="40" y="6"/>
                </a:cubicBezTo>
                <a:cubicBezTo>
                  <a:pt x="35" y="13"/>
                  <a:pt x="35" y="13"/>
                  <a:pt x="35" y="13"/>
                </a:cubicBezTo>
                <a:cubicBezTo>
                  <a:pt x="43" y="13"/>
                  <a:pt x="43" y="13"/>
                  <a:pt x="43" y="13"/>
                </a:cubicBezTo>
                <a:cubicBezTo>
                  <a:pt x="45" y="13"/>
                  <a:pt x="47" y="11"/>
                  <a:pt x="47" y="9"/>
                </a:cubicBezTo>
                <a:cubicBezTo>
                  <a:pt x="47" y="7"/>
                  <a:pt x="45" y="5"/>
                  <a:pt x="43" y="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37140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12"/>
          <p:cNvSpPr>
            <a:spLocks noEditPoints="1"/>
          </p:cNvSpPr>
          <p:nvPr userDrawn="1"/>
        </p:nvSpPr>
        <p:spPr bwMode="auto">
          <a:xfrm rot="10800000">
            <a:off x="5503067" y="1397001"/>
            <a:ext cx="1185868" cy="1202225"/>
          </a:xfrm>
          <a:custGeom>
            <a:avLst/>
            <a:gdLst/>
            <a:ahLst/>
            <a:cxnLst>
              <a:cxn ang="0">
                <a:pos x="26" y="55"/>
              </a:cxn>
              <a:cxn ang="0">
                <a:pos x="14" y="67"/>
              </a:cxn>
              <a:cxn ang="0">
                <a:pos x="13" y="68"/>
              </a:cxn>
              <a:cxn ang="0">
                <a:pos x="12" y="67"/>
              </a:cxn>
              <a:cxn ang="0">
                <a:pos x="0" y="55"/>
              </a:cxn>
              <a:cxn ang="0">
                <a:pos x="0" y="54"/>
              </a:cxn>
              <a:cxn ang="0">
                <a:pos x="1" y="53"/>
              </a:cxn>
              <a:cxn ang="0">
                <a:pos x="8" y="53"/>
              </a:cxn>
              <a:cxn ang="0">
                <a:pos x="8" y="1"/>
              </a:cxn>
              <a:cxn ang="0">
                <a:pos x="10" y="0"/>
              </a:cxn>
              <a:cxn ang="0">
                <a:pos x="17" y="0"/>
              </a:cxn>
              <a:cxn ang="0">
                <a:pos x="18" y="1"/>
              </a:cxn>
              <a:cxn ang="0">
                <a:pos x="18" y="53"/>
              </a:cxn>
              <a:cxn ang="0">
                <a:pos x="25" y="53"/>
              </a:cxn>
              <a:cxn ang="0">
                <a:pos x="27" y="54"/>
              </a:cxn>
              <a:cxn ang="0">
                <a:pos x="26" y="55"/>
              </a:cxn>
              <a:cxn ang="0">
                <a:pos x="67" y="8"/>
              </a:cxn>
              <a:cxn ang="0">
                <a:pos x="66" y="9"/>
              </a:cxn>
              <a:cxn ang="0">
                <a:pos x="34" y="9"/>
              </a:cxn>
              <a:cxn ang="0">
                <a:pos x="33" y="8"/>
              </a:cxn>
              <a:cxn ang="0">
                <a:pos x="33" y="1"/>
              </a:cxn>
              <a:cxn ang="0">
                <a:pos x="34" y="0"/>
              </a:cxn>
              <a:cxn ang="0">
                <a:pos x="66" y="0"/>
              </a:cxn>
              <a:cxn ang="0">
                <a:pos x="67" y="1"/>
              </a:cxn>
              <a:cxn ang="0">
                <a:pos x="67" y="8"/>
              </a:cxn>
              <a:cxn ang="0">
                <a:pos x="60" y="28"/>
              </a:cxn>
              <a:cxn ang="0">
                <a:pos x="58" y="29"/>
              </a:cxn>
              <a:cxn ang="0">
                <a:pos x="34" y="29"/>
              </a:cxn>
              <a:cxn ang="0">
                <a:pos x="33" y="28"/>
              </a:cxn>
              <a:cxn ang="0">
                <a:pos x="33" y="20"/>
              </a:cxn>
              <a:cxn ang="0">
                <a:pos x="34" y="19"/>
              </a:cxn>
              <a:cxn ang="0">
                <a:pos x="58" y="19"/>
              </a:cxn>
              <a:cxn ang="0">
                <a:pos x="60" y="20"/>
              </a:cxn>
              <a:cxn ang="0">
                <a:pos x="60" y="28"/>
              </a:cxn>
              <a:cxn ang="0">
                <a:pos x="52" y="47"/>
              </a:cxn>
              <a:cxn ang="0">
                <a:pos x="51" y="48"/>
              </a:cxn>
              <a:cxn ang="0">
                <a:pos x="34" y="48"/>
              </a:cxn>
              <a:cxn ang="0">
                <a:pos x="33" y="47"/>
              </a:cxn>
              <a:cxn ang="0">
                <a:pos x="33" y="40"/>
              </a:cxn>
              <a:cxn ang="0">
                <a:pos x="34" y="39"/>
              </a:cxn>
              <a:cxn ang="0">
                <a:pos x="51" y="39"/>
              </a:cxn>
              <a:cxn ang="0">
                <a:pos x="52" y="40"/>
              </a:cxn>
              <a:cxn ang="0">
                <a:pos x="52" y="47"/>
              </a:cxn>
              <a:cxn ang="0">
                <a:pos x="45" y="67"/>
              </a:cxn>
              <a:cxn ang="0">
                <a:pos x="44" y="68"/>
              </a:cxn>
              <a:cxn ang="0">
                <a:pos x="34" y="68"/>
              </a:cxn>
              <a:cxn ang="0">
                <a:pos x="33" y="67"/>
              </a:cxn>
              <a:cxn ang="0">
                <a:pos x="33" y="59"/>
              </a:cxn>
              <a:cxn ang="0">
                <a:pos x="34" y="58"/>
              </a:cxn>
              <a:cxn ang="0">
                <a:pos x="44" y="58"/>
              </a:cxn>
              <a:cxn ang="0">
                <a:pos x="45" y="59"/>
              </a:cxn>
              <a:cxn ang="0">
                <a:pos x="45" y="67"/>
              </a:cxn>
            </a:cxnLst>
            <a:rect l="0" t="0" r="r" b="b"/>
            <a:pathLst>
              <a:path w="67" h="68">
                <a:moveTo>
                  <a:pt x="26" y="55"/>
                </a:moveTo>
                <a:cubicBezTo>
                  <a:pt x="14" y="67"/>
                  <a:pt x="14" y="67"/>
                  <a:pt x="14" y="67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8"/>
                  <a:pt x="13" y="68"/>
                  <a:pt x="12" y="67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4"/>
                  <a:pt x="0" y="54"/>
                </a:cubicBezTo>
                <a:cubicBezTo>
                  <a:pt x="0" y="53"/>
                  <a:pt x="1" y="53"/>
                  <a:pt x="1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53"/>
                  <a:pt x="18" y="53"/>
                  <a:pt x="18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7" y="54"/>
                  <a:pt x="27" y="54"/>
                </a:cubicBezTo>
                <a:cubicBezTo>
                  <a:pt x="27" y="55"/>
                  <a:pt x="27" y="55"/>
                  <a:pt x="26" y="55"/>
                </a:cubicBezTo>
                <a:close/>
                <a:moveTo>
                  <a:pt x="67" y="8"/>
                </a:moveTo>
                <a:cubicBezTo>
                  <a:pt x="67" y="9"/>
                  <a:pt x="66" y="9"/>
                  <a:pt x="66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3" y="9"/>
                  <a:pt x="33" y="9"/>
                  <a:pt x="33" y="8"/>
                </a:cubicBez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3" y="0"/>
                  <a:pt x="34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6" y="0"/>
                  <a:pt x="67" y="0"/>
                  <a:pt x="67" y="1"/>
                </a:cubicBezTo>
                <a:lnTo>
                  <a:pt x="67" y="8"/>
                </a:lnTo>
                <a:close/>
                <a:moveTo>
                  <a:pt x="60" y="28"/>
                </a:moveTo>
                <a:cubicBezTo>
                  <a:pt x="60" y="28"/>
                  <a:pt x="59" y="29"/>
                  <a:pt x="58" y="29"/>
                </a:cubicBezTo>
                <a:cubicBezTo>
                  <a:pt x="34" y="29"/>
                  <a:pt x="34" y="29"/>
                  <a:pt x="34" y="29"/>
                </a:cubicBezTo>
                <a:cubicBezTo>
                  <a:pt x="33" y="29"/>
                  <a:pt x="33" y="28"/>
                  <a:pt x="33" y="28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0"/>
                  <a:pt x="33" y="19"/>
                  <a:pt x="34" y="19"/>
                </a:cubicBezTo>
                <a:cubicBezTo>
                  <a:pt x="58" y="19"/>
                  <a:pt x="58" y="19"/>
                  <a:pt x="58" y="19"/>
                </a:cubicBezTo>
                <a:cubicBezTo>
                  <a:pt x="59" y="19"/>
                  <a:pt x="60" y="20"/>
                  <a:pt x="60" y="20"/>
                </a:cubicBezTo>
                <a:lnTo>
                  <a:pt x="60" y="28"/>
                </a:lnTo>
                <a:close/>
                <a:moveTo>
                  <a:pt x="52" y="47"/>
                </a:moveTo>
                <a:cubicBezTo>
                  <a:pt x="52" y="48"/>
                  <a:pt x="52" y="48"/>
                  <a:pt x="51" y="48"/>
                </a:cubicBezTo>
                <a:cubicBezTo>
                  <a:pt x="34" y="48"/>
                  <a:pt x="34" y="48"/>
                  <a:pt x="34" y="48"/>
                </a:cubicBezTo>
                <a:cubicBezTo>
                  <a:pt x="33" y="48"/>
                  <a:pt x="33" y="48"/>
                  <a:pt x="33" y="47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39"/>
                  <a:pt x="33" y="39"/>
                  <a:pt x="34" y="39"/>
                </a:cubicBezTo>
                <a:cubicBezTo>
                  <a:pt x="51" y="39"/>
                  <a:pt x="51" y="39"/>
                  <a:pt x="51" y="39"/>
                </a:cubicBezTo>
                <a:cubicBezTo>
                  <a:pt x="52" y="39"/>
                  <a:pt x="52" y="39"/>
                  <a:pt x="52" y="40"/>
                </a:cubicBezTo>
                <a:lnTo>
                  <a:pt x="52" y="47"/>
                </a:lnTo>
                <a:close/>
                <a:moveTo>
                  <a:pt x="45" y="67"/>
                </a:moveTo>
                <a:cubicBezTo>
                  <a:pt x="45" y="67"/>
                  <a:pt x="44" y="68"/>
                  <a:pt x="44" y="68"/>
                </a:cubicBezTo>
                <a:cubicBezTo>
                  <a:pt x="34" y="68"/>
                  <a:pt x="34" y="68"/>
                  <a:pt x="34" y="68"/>
                </a:cubicBezTo>
                <a:cubicBezTo>
                  <a:pt x="33" y="68"/>
                  <a:pt x="33" y="67"/>
                  <a:pt x="33" y="67"/>
                </a:cubicBezTo>
                <a:cubicBezTo>
                  <a:pt x="33" y="59"/>
                  <a:pt x="33" y="59"/>
                  <a:pt x="33" y="59"/>
                </a:cubicBezTo>
                <a:cubicBezTo>
                  <a:pt x="33" y="59"/>
                  <a:pt x="33" y="58"/>
                  <a:pt x="34" y="58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58"/>
                  <a:pt x="45" y="59"/>
                  <a:pt x="45" y="59"/>
                </a:cubicBezTo>
                <a:lnTo>
                  <a:pt x="45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64277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e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219"/>
          <p:cNvSpPr>
            <a:spLocks noEditPoints="1"/>
          </p:cNvSpPr>
          <p:nvPr userDrawn="1"/>
        </p:nvSpPr>
        <p:spPr bwMode="auto">
          <a:xfrm>
            <a:off x="5503067" y="1701799"/>
            <a:ext cx="1185868" cy="919652"/>
          </a:xfrm>
          <a:custGeom>
            <a:avLst/>
            <a:gdLst/>
            <a:ahLst/>
            <a:cxnLst>
              <a:cxn ang="0">
                <a:pos x="8" y="15"/>
              </a:cxn>
              <a:cxn ang="0">
                <a:pos x="0" y="7"/>
              </a:cxn>
              <a:cxn ang="0">
                <a:pos x="8" y="0"/>
              </a:cxn>
              <a:cxn ang="0">
                <a:pos x="15" y="7"/>
              </a:cxn>
              <a:cxn ang="0">
                <a:pos x="8" y="15"/>
              </a:cxn>
              <a:cxn ang="0">
                <a:pos x="8" y="34"/>
              </a:cxn>
              <a:cxn ang="0">
                <a:pos x="0" y="27"/>
              </a:cxn>
              <a:cxn ang="0">
                <a:pos x="8" y="19"/>
              </a:cxn>
              <a:cxn ang="0">
                <a:pos x="15" y="27"/>
              </a:cxn>
              <a:cxn ang="0">
                <a:pos x="8" y="34"/>
              </a:cxn>
              <a:cxn ang="0">
                <a:pos x="8" y="53"/>
              </a:cxn>
              <a:cxn ang="0">
                <a:pos x="0" y="46"/>
              </a:cxn>
              <a:cxn ang="0">
                <a:pos x="8" y="39"/>
              </a:cxn>
              <a:cxn ang="0">
                <a:pos x="15" y="46"/>
              </a:cxn>
              <a:cxn ang="0">
                <a:pos x="8" y="53"/>
              </a:cxn>
              <a:cxn ang="0">
                <a:pos x="68" y="11"/>
              </a:cxn>
              <a:cxn ang="0">
                <a:pos x="67" y="12"/>
              </a:cxn>
              <a:cxn ang="0">
                <a:pos x="21" y="12"/>
              </a:cxn>
              <a:cxn ang="0">
                <a:pos x="20" y="11"/>
              </a:cxn>
              <a:cxn ang="0">
                <a:pos x="20" y="4"/>
              </a:cxn>
              <a:cxn ang="0">
                <a:pos x="21" y="2"/>
              </a:cxn>
              <a:cxn ang="0">
                <a:pos x="67" y="2"/>
              </a:cxn>
              <a:cxn ang="0">
                <a:pos x="68" y="4"/>
              </a:cxn>
              <a:cxn ang="0">
                <a:pos x="68" y="11"/>
              </a:cxn>
              <a:cxn ang="0">
                <a:pos x="68" y="30"/>
              </a:cxn>
              <a:cxn ang="0">
                <a:pos x="67" y="32"/>
              </a:cxn>
              <a:cxn ang="0">
                <a:pos x="21" y="32"/>
              </a:cxn>
              <a:cxn ang="0">
                <a:pos x="20" y="30"/>
              </a:cxn>
              <a:cxn ang="0">
                <a:pos x="20" y="23"/>
              </a:cxn>
              <a:cxn ang="0">
                <a:pos x="21" y="22"/>
              </a:cxn>
              <a:cxn ang="0">
                <a:pos x="67" y="22"/>
              </a:cxn>
              <a:cxn ang="0">
                <a:pos x="68" y="23"/>
              </a:cxn>
              <a:cxn ang="0">
                <a:pos x="68" y="30"/>
              </a:cxn>
              <a:cxn ang="0">
                <a:pos x="68" y="50"/>
              </a:cxn>
              <a:cxn ang="0">
                <a:pos x="67" y="51"/>
              </a:cxn>
              <a:cxn ang="0">
                <a:pos x="21" y="51"/>
              </a:cxn>
              <a:cxn ang="0">
                <a:pos x="20" y="50"/>
              </a:cxn>
              <a:cxn ang="0">
                <a:pos x="20" y="42"/>
              </a:cxn>
              <a:cxn ang="0">
                <a:pos x="21" y="41"/>
              </a:cxn>
              <a:cxn ang="0">
                <a:pos x="67" y="41"/>
              </a:cxn>
              <a:cxn ang="0">
                <a:pos x="68" y="42"/>
              </a:cxn>
              <a:cxn ang="0">
                <a:pos x="68" y="50"/>
              </a:cxn>
            </a:cxnLst>
            <a:rect l="0" t="0" r="r" b="b"/>
            <a:pathLst>
              <a:path w="68" h="53">
                <a:moveTo>
                  <a:pt x="8" y="15"/>
                </a:moveTo>
                <a:cubicBezTo>
                  <a:pt x="4" y="15"/>
                  <a:pt x="0" y="11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ubicBezTo>
                  <a:pt x="15" y="11"/>
                  <a:pt x="12" y="15"/>
                  <a:pt x="8" y="15"/>
                </a:cubicBezTo>
                <a:close/>
                <a:moveTo>
                  <a:pt x="8" y="34"/>
                </a:moveTo>
                <a:cubicBezTo>
                  <a:pt x="4" y="34"/>
                  <a:pt x="0" y="31"/>
                  <a:pt x="0" y="27"/>
                </a:cubicBezTo>
                <a:cubicBezTo>
                  <a:pt x="0" y="23"/>
                  <a:pt x="4" y="19"/>
                  <a:pt x="8" y="19"/>
                </a:cubicBezTo>
                <a:cubicBezTo>
                  <a:pt x="12" y="19"/>
                  <a:pt x="15" y="23"/>
                  <a:pt x="15" y="27"/>
                </a:cubicBezTo>
                <a:cubicBezTo>
                  <a:pt x="15" y="31"/>
                  <a:pt x="12" y="34"/>
                  <a:pt x="8" y="34"/>
                </a:cubicBezTo>
                <a:close/>
                <a:moveTo>
                  <a:pt x="8" y="53"/>
                </a:moveTo>
                <a:cubicBezTo>
                  <a:pt x="4" y="53"/>
                  <a:pt x="0" y="50"/>
                  <a:pt x="0" y="46"/>
                </a:cubicBezTo>
                <a:cubicBezTo>
                  <a:pt x="0" y="42"/>
                  <a:pt x="4" y="39"/>
                  <a:pt x="8" y="39"/>
                </a:cubicBezTo>
                <a:cubicBezTo>
                  <a:pt x="12" y="39"/>
                  <a:pt x="15" y="42"/>
                  <a:pt x="15" y="46"/>
                </a:cubicBezTo>
                <a:cubicBezTo>
                  <a:pt x="15" y="50"/>
                  <a:pt x="12" y="53"/>
                  <a:pt x="8" y="53"/>
                </a:cubicBezTo>
                <a:close/>
                <a:moveTo>
                  <a:pt x="68" y="11"/>
                </a:moveTo>
                <a:cubicBezTo>
                  <a:pt x="68" y="12"/>
                  <a:pt x="68" y="12"/>
                  <a:pt x="67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0" y="12"/>
                  <a:pt x="20" y="12"/>
                  <a:pt x="20" y="11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3"/>
                  <a:pt x="20" y="2"/>
                  <a:pt x="21" y="2"/>
                </a:cubicBezTo>
                <a:cubicBezTo>
                  <a:pt x="67" y="2"/>
                  <a:pt x="67" y="2"/>
                  <a:pt x="67" y="2"/>
                </a:cubicBezTo>
                <a:cubicBezTo>
                  <a:pt x="68" y="2"/>
                  <a:pt x="68" y="3"/>
                  <a:pt x="68" y="4"/>
                </a:cubicBezTo>
                <a:lnTo>
                  <a:pt x="68" y="11"/>
                </a:lnTo>
                <a:close/>
                <a:moveTo>
                  <a:pt x="68" y="30"/>
                </a:moveTo>
                <a:cubicBezTo>
                  <a:pt x="68" y="31"/>
                  <a:pt x="68" y="32"/>
                  <a:pt x="67" y="32"/>
                </a:cubicBezTo>
                <a:cubicBezTo>
                  <a:pt x="21" y="32"/>
                  <a:pt x="21" y="32"/>
                  <a:pt x="21" y="32"/>
                </a:cubicBezTo>
                <a:cubicBezTo>
                  <a:pt x="20" y="32"/>
                  <a:pt x="20" y="31"/>
                  <a:pt x="20" y="30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2"/>
                  <a:pt x="21" y="22"/>
                </a:cubicBezTo>
                <a:cubicBezTo>
                  <a:pt x="67" y="22"/>
                  <a:pt x="67" y="22"/>
                  <a:pt x="67" y="22"/>
                </a:cubicBezTo>
                <a:cubicBezTo>
                  <a:pt x="68" y="22"/>
                  <a:pt x="68" y="22"/>
                  <a:pt x="68" y="23"/>
                </a:cubicBezTo>
                <a:lnTo>
                  <a:pt x="68" y="30"/>
                </a:lnTo>
                <a:close/>
                <a:moveTo>
                  <a:pt x="68" y="50"/>
                </a:moveTo>
                <a:cubicBezTo>
                  <a:pt x="68" y="50"/>
                  <a:pt x="68" y="51"/>
                  <a:pt x="67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0" y="51"/>
                  <a:pt x="20" y="50"/>
                  <a:pt x="20" y="50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1"/>
                  <a:pt x="21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68" y="42"/>
                  <a:pt x="68" y="42"/>
                </a:cubicBezTo>
                <a:lnTo>
                  <a:pt x="68" y="5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72242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de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3"/>
          <p:cNvSpPr>
            <a:spLocks noEditPoints="1"/>
          </p:cNvSpPr>
          <p:nvPr userDrawn="1"/>
        </p:nvSpPr>
        <p:spPr bwMode="auto">
          <a:xfrm>
            <a:off x="5613303" y="1397832"/>
            <a:ext cx="965396" cy="1421568"/>
          </a:xfrm>
          <a:custGeom>
            <a:avLst/>
            <a:gdLst/>
            <a:ahLst/>
            <a:cxnLst>
              <a:cxn ang="0">
                <a:pos x="37" y="29"/>
              </a:cxn>
              <a:cxn ang="0">
                <a:pos x="31" y="41"/>
              </a:cxn>
              <a:cxn ang="0">
                <a:pos x="33" y="44"/>
              </a:cxn>
              <a:cxn ang="0">
                <a:pos x="32" y="47"/>
              </a:cxn>
              <a:cxn ang="0">
                <a:pos x="33" y="49"/>
              </a:cxn>
              <a:cxn ang="0">
                <a:pos x="31" y="53"/>
              </a:cxn>
              <a:cxn ang="0">
                <a:pos x="31" y="54"/>
              </a:cxn>
              <a:cxn ang="0">
                <a:pos x="27" y="58"/>
              </a:cxn>
              <a:cxn ang="0">
                <a:pos x="21" y="62"/>
              </a:cxn>
              <a:cxn ang="0">
                <a:pos x="15" y="58"/>
              </a:cxn>
              <a:cxn ang="0">
                <a:pos x="11" y="54"/>
              </a:cxn>
              <a:cxn ang="0">
                <a:pos x="11" y="53"/>
              </a:cxn>
              <a:cxn ang="0">
                <a:pos x="9" y="49"/>
              </a:cxn>
              <a:cxn ang="0">
                <a:pos x="10" y="47"/>
              </a:cxn>
              <a:cxn ang="0">
                <a:pos x="9" y="44"/>
              </a:cxn>
              <a:cxn ang="0">
                <a:pos x="11" y="41"/>
              </a:cxn>
              <a:cxn ang="0">
                <a:pos x="5" y="29"/>
              </a:cxn>
              <a:cxn ang="0">
                <a:pos x="0" y="18"/>
              </a:cxn>
              <a:cxn ang="0">
                <a:pos x="21" y="0"/>
              </a:cxn>
              <a:cxn ang="0">
                <a:pos x="42" y="18"/>
              </a:cxn>
              <a:cxn ang="0">
                <a:pos x="37" y="29"/>
              </a:cxn>
              <a:cxn ang="0">
                <a:pos x="21" y="6"/>
              </a:cxn>
              <a:cxn ang="0">
                <a:pos x="6" y="18"/>
              </a:cxn>
              <a:cxn ang="0">
                <a:pos x="8" y="26"/>
              </a:cxn>
              <a:cxn ang="0">
                <a:pos x="11" y="28"/>
              </a:cxn>
              <a:cxn ang="0">
                <a:pos x="16" y="40"/>
              </a:cxn>
              <a:cxn ang="0">
                <a:pos x="26" y="40"/>
              </a:cxn>
              <a:cxn ang="0">
                <a:pos x="31" y="28"/>
              </a:cxn>
              <a:cxn ang="0">
                <a:pos x="34" y="26"/>
              </a:cxn>
              <a:cxn ang="0">
                <a:pos x="36" y="18"/>
              </a:cxn>
              <a:cxn ang="0">
                <a:pos x="21" y="6"/>
              </a:cxn>
              <a:cxn ang="0">
                <a:pos x="29" y="20"/>
              </a:cxn>
              <a:cxn ang="0">
                <a:pos x="27" y="18"/>
              </a:cxn>
              <a:cxn ang="0">
                <a:pos x="21" y="15"/>
              </a:cxn>
              <a:cxn ang="0">
                <a:pos x="20" y="13"/>
              </a:cxn>
              <a:cxn ang="0">
                <a:pos x="21" y="12"/>
              </a:cxn>
              <a:cxn ang="0">
                <a:pos x="30" y="18"/>
              </a:cxn>
              <a:cxn ang="0">
                <a:pos x="29" y="20"/>
              </a:cxn>
            </a:cxnLst>
            <a:rect l="0" t="0" r="r" b="b"/>
            <a:pathLst>
              <a:path w="42" h="62">
                <a:moveTo>
                  <a:pt x="37" y="29"/>
                </a:moveTo>
                <a:cubicBezTo>
                  <a:pt x="35" y="32"/>
                  <a:pt x="31" y="37"/>
                  <a:pt x="31" y="41"/>
                </a:cubicBezTo>
                <a:cubicBezTo>
                  <a:pt x="32" y="42"/>
                  <a:pt x="33" y="43"/>
                  <a:pt x="33" y="44"/>
                </a:cubicBezTo>
                <a:cubicBezTo>
                  <a:pt x="33" y="45"/>
                  <a:pt x="32" y="46"/>
                  <a:pt x="32" y="47"/>
                </a:cubicBezTo>
                <a:cubicBezTo>
                  <a:pt x="32" y="47"/>
                  <a:pt x="33" y="48"/>
                  <a:pt x="33" y="49"/>
                </a:cubicBezTo>
                <a:cubicBezTo>
                  <a:pt x="33" y="51"/>
                  <a:pt x="32" y="52"/>
                  <a:pt x="31" y="53"/>
                </a:cubicBezTo>
                <a:cubicBezTo>
                  <a:pt x="31" y="53"/>
                  <a:pt x="31" y="54"/>
                  <a:pt x="31" y="54"/>
                </a:cubicBezTo>
                <a:cubicBezTo>
                  <a:pt x="31" y="57"/>
                  <a:pt x="29" y="58"/>
                  <a:pt x="27" y="58"/>
                </a:cubicBezTo>
                <a:cubicBezTo>
                  <a:pt x="26" y="61"/>
                  <a:pt x="24" y="62"/>
                  <a:pt x="21" y="62"/>
                </a:cubicBezTo>
                <a:cubicBezTo>
                  <a:pt x="19" y="62"/>
                  <a:pt x="16" y="61"/>
                  <a:pt x="15" y="58"/>
                </a:cubicBezTo>
                <a:cubicBezTo>
                  <a:pt x="13" y="58"/>
                  <a:pt x="11" y="57"/>
                  <a:pt x="11" y="54"/>
                </a:cubicBezTo>
                <a:cubicBezTo>
                  <a:pt x="11" y="54"/>
                  <a:pt x="11" y="53"/>
                  <a:pt x="11" y="53"/>
                </a:cubicBezTo>
                <a:cubicBezTo>
                  <a:pt x="10" y="52"/>
                  <a:pt x="9" y="51"/>
                  <a:pt x="9" y="49"/>
                </a:cubicBezTo>
                <a:cubicBezTo>
                  <a:pt x="9" y="48"/>
                  <a:pt x="10" y="47"/>
                  <a:pt x="10" y="47"/>
                </a:cubicBezTo>
                <a:cubicBezTo>
                  <a:pt x="10" y="46"/>
                  <a:pt x="9" y="45"/>
                  <a:pt x="9" y="44"/>
                </a:cubicBezTo>
                <a:cubicBezTo>
                  <a:pt x="9" y="43"/>
                  <a:pt x="10" y="42"/>
                  <a:pt x="11" y="41"/>
                </a:cubicBezTo>
                <a:cubicBezTo>
                  <a:pt x="11" y="37"/>
                  <a:pt x="7" y="32"/>
                  <a:pt x="5" y="29"/>
                </a:cubicBezTo>
                <a:cubicBezTo>
                  <a:pt x="2" y="26"/>
                  <a:pt x="0" y="23"/>
                  <a:pt x="0" y="18"/>
                </a:cubicBezTo>
                <a:cubicBezTo>
                  <a:pt x="0" y="8"/>
                  <a:pt x="11" y="0"/>
                  <a:pt x="21" y="0"/>
                </a:cubicBezTo>
                <a:cubicBezTo>
                  <a:pt x="31" y="0"/>
                  <a:pt x="42" y="8"/>
                  <a:pt x="42" y="18"/>
                </a:cubicBezTo>
                <a:cubicBezTo>
                  <a:pt x="42" y="23"/>
                  <a:pt x="40" y="26"/>
                  <a:pt x="37" y="29"/>
                </a:cubicBezTo>
                <a:close/>
                <a:moveTo>
                  <a:pt x="21" y="6"/>
                </a:moveTo>
                <a:cubicBezTo>
                  <a:pt x="14" y="6"/>
                  <a:pt x="6" y="10"/>
                  <a:pt x="6" y="18"/>
                </a:cubicBezTo>
                <a:cubicBezTo>
                  <a:pt x="6" y="21"/>
                  <a:pt x="7" y="24"/>
                  <a:pt x="8" y="26"/>
                </a:cubicBezTo>
                <a:cubicBezTo>
                  <a:pt x="9" y="27"/>
                  <a:pt x="10" y="27"/>
                  <a:pt x="11" y="28"/>
                </a:cubicBezTo>
                <a:cubicBezTo>
                  <a:pt x="14" y="32"/>
                  <a:pt x="16" y="36"/>
                  <a:pt x="16" y="40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36"/>
                  <a:pt x="28" y="32"/>
                  <a:pt x="31" y="28"/>
                </a:cubicBezTo>
                <a:cubicBezTo>
                  <a:pt x="32" y="27"/>
                  <a:pt x="33" y="27"/>
                  <a:pt x="34" y="26"/>
                </a:cubicBezTo>
                <a:cubicBezTo>
                  <a:pt x="35" y="24"/>
                  <a:pt x="36" y="21"/>
                  <a:pt x="36" y="18"/>
                </a:cubicBezTo>
                <a:cubicBezTo>
                  <a:pt x="36" y="10"/>
                  <a:pt x="28" y="6"/>
                  <a:pt x="21" y="6"/>
                </a:cubicBezTo>
                <a:close/>
                <a:moveTo>
                  <a:pt x="29" y="20"/>
                </a:moveTo>
                <a:cubicBezTo>
                  <a:pt x="28" y="20"/>
                  <a:pt x="27" y="19"/>
                  <a:pt x="27" y="18"/>
                </a:cubicBezTo>
                <a:cubicBezTo>
                  <a:pt x="27" y="16"/>
                  <a:pt x="23" y="15"/>
                  <a:pt x="21" y="15"/>
                </a:cubicBezTo>
                <a:cubicBezTo>
                  <a:pt x="20" y="15"/>
                  <a:pt x="20" y="14"/>
                  <a:pt x="20" y="13"/>
                </a:cubicBezTo>
                <a:cubicBezTo>
                  <a:pt x="20" y="13"/>
                  <a:pt x="20" y="12"/>
                  <a:pt x="21" y="12"/>
                </a:cubicBezTo>
                <a:cubicBezTo>
                  <a:pt x="25" y="12"/>
                  <a:pt x="30" y="14"/>
                  <a:pt x="30" y="18"/>
                </a:cubicBezTo>
                <a:cubicBezTo>
                  <a:pt x="30" y="19"/>
                  <a:pt x="29" y="20"/>
                  <a:pt x="29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3182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ru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56"/>
          <p:cNvSpPr>
            <a:spLocks noEditPoints="1"/>
          </p:cNvSpPr>
          <p:nvPr userDrawn="1"/>
        </p:nvSpPr>
        <p:spPr bwMode="auto">
          <a:xfrm>
            <a:off x="5470526" y="1498601"/>
            <a:ext cx="1250951" cy="1250951"/>
          </a:xfrm>
          <a:custGeom>
            <a:avLst/>
            <a:gdLst/>
            <a:ahLst/>
            <a:cxnLst>
              <a:cxn ang="0">
                <a:pos x="64" y="42"/>
              </a:cxn>
              <a:cxn ang="0">
                <a:pos x="63" y="44"/>
              </a:cxn>
              <a:cxn ang="0">
                <a:pos x="33" y="64"/>
              </a:cxn>
              <a:cxn ang="0">
                <a:pos x="32" y="64"/>
              </a:cxn>
              <a:cxn ang="0">
                <a:pos x="30" y="64"/>
              </a:cxn>
              <a:cxn ang="0">
                <a:pos x="1" y="44"/>
              </a:cxn>
              <a:cxn ang="0">
                <a:pos x="0" y="42"/>
              </a:cxn>
              <a:cxn ang="0">
                <a:pos x="0" y="23"/>
              </a:cxn>
              <a:cxn ang="0">
                <a:pos x="1" y="20"/>
              </a:cxn>
              <a:cxn ang="0">
                <a:pos x="30" y="1"/>
              </a:cxn>
              <a:cxn ang="0">
                <a:pos x="32" y="0"/>
              </a:cxn>
              <a:cxn ang="0">
                <a:pos x="33" y="1"/>
              </a:cxn>
              <a:cxn ang="0">
                <a:pos x="63" y="20"/>
              </a:cxn>
              <a:cxn ang="0">
                <a:pos x="64" y="23"/>
              </a:cxn>
              <a:cxn ang="0">
                <a:pos x="64" y="42"/>
              </a:cxn>
              <a:cxn ang="0">
                <a:pos x="12" y="32"/>
              </a:cxn>
              <a:cxn ang="0">
                <a:pos x="5" y="28"/>
              </a:cxn>
              <a:cxn ang="0">
                <a:pos x="5" y="37"/>
              </a:cxn>
              <a:cxn ang="0">
                <a:pos x="12" y="32"/>
              </a:cxn>
              <a:cxn ang="0">
                <a:pos x="29" y="21"/>
              </a:cxn>
              <a:cxn ang="0">
                <a:pos x="29" y="8"/>
              </a:cxn>
              <a:cxn ang="0">
                <a:pos x="7" y="23"/>
              </a:cxn>
              <a:cxn ang="0">
                <a:pos x="17" y="29"/>
              </a:cxn>
              <a:cxn ang="0">
                <a:pos x="29" y="21"/>
              </a:cxn>
              <a:cxn ang="0">
                <a:pos x="29" y="56"/>
              </a:cxn>
              <a:cxn ang="0">
                <a:pos x="29" y="44"/>
              </a:cxn>
              <a:cxn ang="0">
                <a:pos x="17" y="36"/>
              </a:cxn>
              <a:cxn ang="0">
                <a:pos x="7" y="42"/>
              </a:cxn>
              <a:cxn ang="0">
                <a:pos x="29" y="56"/>
              </a:cxn>
              <a:cxn ang="0">
                <a:pos x="41" y="32"/>
              </a:cxn>
              <a:cxn ang="0">
                <a:pos x="32" y="26"/>
              </a:cxn>
              <a:cxn ang="0">
                <a:pos x="22" y="32"/>
              </a:cxn>
              <a:cxn ang="0">
                <a:pos x="32" y="39"/>
              </a:cxn>
              <a:cxn ang="0">
                <a:pos x="41" y="32"/>
              </a:cxn>
              <a:cxn ang="0">
                <a:pos x="56" y="23"/>
              </a:cxn>
              <a:cxn ang="0">
                <a:pos x="35" y="8"/>
              </a:cxn>
              <a:cxn ang="0">
                <a:pos x="35" y="21"/>
              </a:cxn>
              <a:cxn ang="0">
                <a:pos x="46" y="29"/>
              </a:cxn>
              <a:cxn ang="0">
                <a:pos x="56" y="23"/>
              </a:cxn>
              <a:cxn ang="0">
                <a:pos x="56" y="42"/>
              </a:cxn>
              <a:cxn ang="0">
                <a:pos x="46" y="36"/>
              </a:cxn>
              <a:cxn ang="0">
                <a:pos x="35" y="44"/>
              </a:cxn>
              <a:cxn ang="0">
                <a:pos x="35" y="56"/>
              </a:cxn>
              <a:cxn ang="0">
                <a:pos x="56" y="42"/>
              </a:cxn>
              <a:cxn ang="0">
                <a:pos x="58" y="37"/>
              </a:cxn>
              <a:cxn ang="0">
                <a:pos x="58" y="28"/>
              </a:cxn>
              <a:cxn ang="0">
                <a:pos x="51" y="32"/>
              </a:cxn>
              <a:cxn ang="0">
                <a:pos x="58" y="37"/>
              </a:cxn>
            </a:cxnLst>
            <a:rect l="0" t="0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28889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uzz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77"/>
          <p:cNvSpPr>
            <a:spLocks/>
          </p:cNvSpPr>
          <p:nvPr userDrawn="1"/>
        </p:nvSpPr>
        <p:spPr bwMode="auto">
          <a:xfrm rot="20133226">
            <a:off x="5329055" y="1240368"/>
            <a:ext cx="1533892" cy="1532467"/>
          </a:xfrm>
          <a:custGeom>
            <a:avLst/>
            <a:gdLst/>
            <a:ahLst/>
            <a:cxnLst>
              <a:cxn ang="0">
                <a:pos x="183" y="216"/>
              </a:cxn>
              <a:cxn ang="0">
                <a:pos x="256" y="180"/>
              </a:cxn>
              <a:cxn ang="0">
                <a:pos x="217" y="88"/>
              </a:cxn>
              <a:cxn ang="0">
                <a:pos x="385" y="88"/>
              </a:cxn>
              <a:cxn ang="0">
                <a:pos x="347" y="180"/>
              </a:cxn>
              <a:cxn ang="0">
                <a:pos x="420" y="216"/>
              </a:cxn>
              <a:cxn ang="0">
                <a:pos x="603" y="216"/>
              </a:cxn>
              <a:cxn ang="0">
                <a:pos x="603" y="399"/>
              </a:cxn>
              <a:cxn ang="0">
                <a:pos x="638" y="472"/>
              </a:cxn>
              <a:cxn ang="0">
                <a:pos x="731" y="433"/>
              </a:cxn>
              <a:cxn ang="0">
                <a:pos x="731" y="601"/>
              </a:cxn>
              <a:cxn ang="0">
                <a:pos x="638" y="563"/>
              </a:cxn>
              <a:cxn ang="0">
                <a:pos x="603" y="636"/>
              </a:cxn>
              <a:cxn ang="0">
                <a:pos x="603" y="819"/>
              </a:cxn>
              <a:cxn ang="0">
                <a:pos x="420" y="819"/>
              </a:cxn>
              <a:cxn ang="0">
                <a:pos x="347" y="784"/>
              </a:cxn>
              <a:cxn ang="0">
                <a:pos x="385" y="691"/>
              </a:cxn>
              <a:cxn ang="0">
                <a:pos x="217" y="691"/>
              </a:cxn>
              <a:cxn ang="0">
                <a:pos x="256" y="784"/>
              </a:cxn>
              <a:cxn ang="0">
                <a:pos x="183" y="819"/>
              </a:cxn>
              <a:cxn ang="0">
                <a:pos x="0" y="819"/>
              </a:cxn>
              <a:cxn ang="0">
                <a:pos x="0" y="636"/>
              </a:cxn>
              <a:cxn ang="0">
                <a:pos x="35" y="563"/>
              </a:cxn>
              <a:cxn ang="0">
                <a:pos x="128" y="601"/>
              </a:cxn>
              <a:cxn ang="0">
                <a:pos x="128" y="433"/>
              </a:cxn>
              <a:cxn ang="0">
                <a:pos x="35" y="472"/>
              </a:cxn>
              <a:cxn ang="0">
                <a:pos x="0" y="399"/>
              </a:cxn>
              <a:cxn ang="0">
                <a:pos x="0" y="216"/>
              </a:cxn>
              <a:cxn ang="0">
                <a:pos x="183" y="216"/>
              </a:cxn>
            </a:cxnLst>
            <a:rect l="0" t="0" r="r" b="b"/>
            <a:pathLst>
              <a:path w="819" h="819">
                <a:moveTo>
                  <a:pt x="183" y="216"/>
                </a:moveTo>
                <a:cubicBezTo>
                  <a:pt x="249" y="216"/>
                  <a:pt x="264" y="200"/>
                  <a:pt x="256" y="180"/>
                </a:cubicBezTo>
                <a:cubicBezTo>
                  <a:pt x="239" y="144"/>
                  <a:pt x="209" y="139"/>
                  <a:pt x="217" y="88"/>
                </a:cubicBezTo>
                <a:cubicBezTo>
                  <a:pt x="231" y="0"/>
                  <a:pt x="372" y="0"/>
                  <a:pt x="385" y="88"/>
                </a:cubicBezTo>
                <a:cubicBezTo>
                  <a:pt x="393" y="139"/>
                  <a:pt x="364" y="144"/>
                  <a:pt x="347" y="180"/>
                </a:cubicBezTo>
                <a:cubicBezTo>
                  <a:pt x="338" y="200"/>
                  <a:pt x="354" y="216"/>
                  <a:pt x="420" y="216"/>
                </a:cubicBezTo>
                <a:cubicBezTo>
                  <a:pt x="603" y="216"/>
                  <a:pt x="603" y="216"/>
                  <a:pt x="603" y="216"/>
                </a:cubicBezTo>
                <a:cubicBezTo>
                  <a:pt x="603" y="399"/>
                  <a:pt x="603" y="399"/>
                  <a:pt x="603" y="399"/>
                </a:cubicBezTo>
                <a:cubicBezTo>
                  <a:pt x="603" y="465"/>
                  <a:pt x="619" y="480"/>
                  <a:pt x="638" y="472"/>
                </a:cubicBezTo>
                <a:cubicBezTo>
                  <a:pt x="675" y="455"/>
                  <a:pt x="680" y="425"/>
                  <a:pt x="731" y="433"/>
                </a:cubicBezTo>
                <a:cubicBezTo>
                  <a:pt x="819" y="447"/>
                  <a:pt x="819" y="588"/>
                  <a:pt x="731" y="601"/>
                </a:cubicBezTo>
                <a:cubicBezTo>
                  <a:pt x="680" y="609"/>
                  <a:pt x="675" y="580"/>
                  <a:pt x="638" y="563"/>
                </a:cubicBezTo>
                <a:cubicBezTo>
                  <a:pt x="619" y="554"/>
                  <a:pt x="603" y="570"/>
                  <a:pt x="603" y="636"/>
                </a:cubicBezTo>
                <a:cubicBezTo>
                  <a:pt x="603" y="819"/>
                  <a:pt x="603" y="819"/>
                  <a:pt x="603" y="819"/>
                </a:cubicBezTo>
                <a:cubicBezTo>
                  <a:pt x="420" y="819"/>
                  <a:pt x="420" y="819"/>
                  <a:pt x="420" y="819"/>
                </a:cubicBezTo>
                <a:cubicBezTo>
                  <a:pt x="354" y="819"/>
                  <a:pt x="338" y="803"/>
                  <a:pt x="347" y="784"/>
                </a:cubicBezTo>
                <a:cubicBezTo>
                  <a:pt x="364" y="747"/>
                  <a:pt x="393" y="742"/>
                  <a:pt x="385" y="691"/>
                </a:cubicBezTo>
                <a:cubicBezTo>
                  <a:pt x="372" y="603"/>
                  <a:pt x="231" y="603"/>
                  <a:pt x="217" y="691"/>
                </a:cubicBezTo>
                <a:cubicBezTo>
                  <a:pt x="209" y="742"/>
                  <a:pt x="239" y="747"/>
                  <a:pt x="256" y="784"/>
                </a:cubicBezTo>
                <a:cubicBezTo>
                  <a:pt x="264" y="803"/>
                  <a:pt x="249" y="819"/>
                  <a:pt x="183" y="819"/>
                </a:cubicBezTo>
                <a:cubicBezTo>
                  <a:pt x="0" y="819"/>
                  <a:pt x="0" y="819"/>
                  <a:pt x="0" y="819"/>
                </a:cubicBezTo>
                <a:cubicBezTo>
                  <a:pt x="0" y="636"/>
                  <a:pt x="0" y="636"/>
                  <a:pt x="0" y="636"/>
                </a:cubicBezTo>
                <a:cubicBezTo>
                  <a:pt x="0" y="570"/>
                  <a:pt x="16" y="554"/>
                  <a:pt x="35" y="563"/>
                </a:cubicBezTo>
                <a:cubicBezTo>
                  <a:pt x="72" y="580"/>
                  <a:pt x="76" y="609"/>
                  <a:pt x="128" y="601"/>
                </a:cubicBezTo>
                <a:cubicBezTo>
                  <a:pt x="216" y="588"/>
                  <a:pt x="216" y="447"/>
                  <a:pt x="128" y="433"/>
                </a:cubicBezTo>
                <a:cubicBezTo>
                  <a:pt x="76" y="425"/>
                  <a:pt x="72" y="455"/>
                  <a:pt x="35" y="472"/>
                </a:cubicBezTo>
                <a:cubicBezTo>
                  <a:pt x="16" y="480"/>
                  <a:pt x="0" y="465"/>
                  <a:pt x="0" y="399"/>
                </a:cubicBezTo>
                <a:cubicBezTo>
                  <a:pt x="0" y="216"/>
                  <a:pt x="0" y="216"/>
                  <a:pt x="0" y="216"/>
                </a:cubicBezTo>
                <a:lnTo>
                  <a:pt x="183" y="216"/>
                </a:lnTo>
                <a:close/>
              </a:path>
            </a:pathLst>
          </a:custGeom>
          <a:solidFill>
            <a:schemeClr val="bg1"/>
          </a:solidFill>
          <a:ln w="1905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01289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Netwo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6"/>
          <p:cNvSpPr>
            <a:spLocks noEditPoints="1"/>
          </p:cNvSpPr>
          <p:nvPr userDrawn="1"/>
        </p:nvSpPr>
        <p:spPr bwMode="auto">
          <a:xfrm>
            <a:off x="5577490" y="1594470"/>
            <a:ext cx="1037021" cy="1211311"/>
          </a:xfrm>
          <a:custGeom>
            <a:avLst/>
            <a:gdLst/>
            <a:ahLst/>
            <a:cxnLst>
              <a:cxn ang="0">
                <a:pos x="55" y="9"/>
              </a:cxn>
              <a:cxn ang="0">
                <a:pos x="55" y="14"/>
              </a:cxn>
              <a:cxn ang="0">
                <a:pos x="27" y="23"/>
              </a:cxn>
              <a:cxn ang="0">
                <a:pos x="0" y="14"/>
              </a:cxn>
              <a:cxn ang="0">
                <a:pos x="0" y="9"/>
              </a:cxn>
              <a:cxn ang="0">
                <a:pos x="27" y="0"/>
              </a:cxn>
              <a:cxn ang="0">
                <a:pos x="55" y="9"/>
              </a:cxn>
              <a:cxn ang="0">
                <a:pos x="55" y="21"/>
              </a:cxn>
              <a:cxn ang="0">
                <a:pos x="55" y="27"/>
              </a:cxn>
              <a:cxn ang="0">
                <a:pos x="27" y="37"/>
              </a:cxn>
              <a:cxn ang="0">
                <a:pos x="0" y="27"/>
              </a:cxn>
              <a:cxn ang="0">
                <a:pos x="0" y="21"/>
              </a:cxn>
              <a:cxn ang="0">
                <a:pos x="27" y="27"/>
              </a:cxn>
              <a:cxn ang="0">
                <a:pos x="55" y="21"/>
              </a:cxn>
              <a:cxn ang="0">
                <a:pos x="55" y="35"/>
              </a:cxn>
              <a:cxn ang="0">
                <a:pos x="55" y="41"/>
              </a:cxn>
              <a:cxn ang="0">
                <a:pos x="27" y="50"/>
              </a:cxn>
              <a:cxn ang="0">
                <a:pos x="0" y="41"/>
              </a:cxn>
              <a:cxn ang="0">
                <a:pos x="0" y="35"/>
              </a:cxn>
              <a:cxn ang="0">
                <a:pos x="27" y="41"/>
              </a:cxn>
              <a:cxn ang="0">
                <a:pos x="55" y="35"/>
              </a:cxn>
              <a:cxn ang="0">
                <a:pos x="55" y="49"/>
              </a:cxn>
              <a:cxn ang="0">
                <a:pos x="55" y="55"/>
              </a:cxn>
              <a:cxn ang="0">
                <a:pos x="27" y="64"/>
              </a:cxn>
              <a:cxn ang="0">
                <a:pos x="0" y="55"/>
              </a:cxn>
              <a:cxn ang="0">
                <a:pos x="0" y="49"/>
              </a:cxn>
              <a:cxn ang="0">
                <a:pos x="27" y="55"/>
              </a:cxn>
              <a:cxn ang="0">
                <a:pos x="55" y="49"/>
              </a:cxn>
            </a:cxnLst>
            <a:rect l="0" t="0" r="r" b="b"/>
            <a:pathLst>
              <a:path w="55" h="64">
                <a:moveTo>
                  <a:pt x="55" y="9"/>
                </a:moveTo>
                <a:cubicBezTo>
                  <a:pt x="55" y="14"/>
                  <a:pt x="55" y="14"/>
                  <a:pt x="55" y="14"/>
                </a:cubicBezTo>
                <a:cubicBezTo>
                  <a:pt x="55" y="19"/>
                  <a:pt x="42" y="23"/>
                  <a:pt x="27" y="23"/>
                </a:cubicBezTo>
                <a:cubicBezTo>
                  <a:pt x="12" y="23"/>
                  <a:pt x="0" y="19"/>
                  <a:pt x="0" y="14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12" y="0"/>
                  <a:pt x="27" y="0"/>
                </a:cubicBezTo>
                <a:cubicBezTo>
                  <a:pt x="42" y="0"/>
                  <a:pt x="55" y="4"/>
                  <a:pt x="55" y="9"/>
                </a:cubicBezTo>
                <a:close/>
                <a:moveTo>
                  <a:pt x="55" y="21"/>
                </a:moveTo>
                <a:cubicBezTo>
                  <a:pt x="55" y="27"/>
                  <a:pt x="55" y="27"/>
                  <a:pt x="55" y="27"/>
                </a:cubicBezTo>
                <a:cubicBezTo>
                  <a:pt x="55" y="32"/>
                  <a:pt x="42" y="37"/>
                  <a:pt x="27" y="37"/>
                </a:cubicBezTo>
                <a:cubicBezTo>
                  <a:pt x="12" y="37"/>
                  <a:pt x="0" y="32"/>
                  <a:pt x="0" y="27"/>
                </a:cubicBezTo>
                <a:cubicBezTo>
                  <a:pt x="0" y="21"/>
                  <a:pt x="0" y="21"/>
                  <a:pt x="0" y="21"/>
                </a:cubicBezTo>
                <a:cubicBezTo>
                  <a:pt x="6" y="25"/>
                  <a:pt x="16" y="27"/>
                  <a:pt x="27" y="27"/>
                </a:cubicBezTo>
                <a:cubicBezTo>
                  <a:pt x="38" y="27"/>
                  <a:pt x="49" y="25"/>
                  <a:pt x="55" y="21"/>
                </a:cubicBezTo>
                <a:close/>
                <a:moveTo>
                  <a:pt x="55" y="35"/>
                </a:moveTo>
                <a:cubicBezTo>
                  <a:pt x="55" y="41"/>
                  <a:pt x="55" y="41"/>
                  <a:pt x="55" y="41"/>
                </a:cubicBezTo>
                <a:cubicBezTo>
                  <a:pt x="55" y="46"/>
                  <a:pt x="42" y="50"/>
                  <a:pt x="27" y="50"/>
                </a:cubicBezTo>
                <a:cubicBezTo>
                  <a:pt x="12" y="50"/>
                  <a:pt x="0" y="46"/>
                  <a:pt x="0" y="41"/>
                </a:cubicBezTo>
                <a:cubicBezTo>
                  <a:pt x="0" y="35"/>
                  <a:pt x="0" y="35"/>
                  <a:pt x="0" y="35"/>
                </a:cubicBezTo>
                <a:cubicBezTo>
                  <a:pt x="6" y="39"/>
                  <a:pt x="16" y="41"/>
                  <a:pt x="27" y="41"/>
                </a:cubicBezTo>
                <a:cubicBezTo>
                  <a:pt x="38" y="41"/>
                  <a:pt x="49" y="39"/>
                  <a:pt x="55" y="35"/>
                </a:cubicBezTo>
                <a:close/>
                <a:moveTo>
                  <a:pt x="55" y="49"/>
                </a:moveTo>
                <a:cubicBezTo>
                  <a:pt x="55" y="55"/>
                  <a:pt x="55" y="55"/>
                  <a:pt x="55" y="55"/>
                </a:cubicBezTo>
                <a:cubicBezTo>
                  <a:pt x="55" y="60"/>
                  <a:pt x="42" y="64"/>
                  <a:pt x="27" y="64"/>
                </a:cubicBezTo>
                <a:cubicBezTo>
                  <a:pt x="12" y="64"/>
                  <a:pt x="0" y="60"/>
                  <a:pt x="0" y="55"/>
                </a:cubicBezTo>
                <a:cubicBezTo>
                  <a:pt x="0" y="49"/>
                  <a:pt x="0" y="49"/>
                  <a:pt x="0" y="49"/>
                </a:cubicBezTo>
                <a:cubicBezTo>
                  <a:pt x="6" y="53"/>
                  <a:pt x="16" y="55"/>
                  <a:pt x="27" y="55"/>
                </a:cubicBezTo>
                <a:cubicBezTo>
                  <a:pt x="38" y="55"/>
                  <a:pt x="49" y="53"/>
                  <a:pt x="55" y="4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419091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1"/>
          <p:cNvSpPr>
            <a:spLocks noEditPoints="1"/>
          </p:cNvSpPr>
          <p:nvPr userDrawn="1"/>
        </p:nvSpPr>
        <p:spPr bwMode="auto">
          <a:xfrm>
            <a:off x="5339411" y="1667934"/>
            <a:ext cx="1513180" cy="1002709"/>
          </a:xfrm>
          <a:custGeom>
            <a:avLst/>
            <a:gdLst/>
            <a:ahLst/>
            <a:cxnLst>
              <a:cxn ang="0">
                <a:pos x="77" y="43"/>
              </a:cxn>
              <a:cxn ang="0">
                <a:pos x="77" y="47"/>
              </a:cxn>
              <a:cxn ang="0">
                <a:pos x="70" y="51"/>
              </a:cxn>
              <a:cxn ang="0">
                <a:pos x="6" y="51"/>
              </a:cxn>
              <a:cxn ang="0">
                <a:pos x="0" y="47"/>
              </a:cxn>
              <a:cxn ang="0">
                <a:pos x="0" y="43"/>
              </a:cxn>
              <a:cxn ang="0">
                <a:pos x="6" y="43"/>
              </a:cxn>
              <a:cxn ang="0">
                <a:pos x="70" y="43"/>
              </a:cxn>
              <a:cxn ang="0">
                <a:pos x="77" y="43"/>
              </a:cxn>
              <a:cxn ang="0">
                <a:pos x="10" y="34"/>
              </a:cxn>
              <a:cxn ang="0">
                <a:pos x="10" y="6"/>
              </a:cxn>
              <a:cxn ang="0">
                <a:pos x="16" y="0"/>
              </a:cxn>
              <a:cxn ang="0">
                <a:pos x="60" y="0"/>
              </a:cxn>
              <a:cxn ang="0">
                <a:pos x="67" y="6"/>
              </a:cxn>
              <a:cxn ang="0">
                <a:pos x="67" y="34"/>
              </a:cxn>
              <a:cxn ang="0">
                <a:pos x="60" y="41"/>
              </a:cxn>
              <a:cxn ang="0">
                <a:pos x="16" y="41"/>
              </a:cxn>
              <a:cxn ang="0">
                <a:pos x="10" y="34"/>
              </a:cxn>
              <a:cxn ang="0">
                <a:pos x="15" y="34"/>
              </a:cxn>
              <a:cxn ang="0">
                <a:pos x="16" y="36"/>
              </a:cxn>
              <a:cxn ang="0">
                <a:pos x="60" y="36"/>
              </a:cxn>
              <a:cxn ang="0">
                <a:pos x="61" y="34"/>
              </a:cxn>
              <a:cxn ang="0">
                <a:pos x="61" y="6"/>
              </a:cxn>
              <a:cxn ang="0">
                <a:pos x="60" y="5"/>
              </a:cxn>
              <a:cxn ang="0">
                <a:pos x="16" y="5"/>
              </a:cxn>
              <a:cxn ang="0">
                <a:pos x="15" y="6"/>
              </a:cxn>
              <a:cxn ang="0">
                <a:pos x="15" y="34"/>
              </a:cxn>
              <a:cxn ang="0">
                <a:pos x="42" y="47"/>
              </a:cxn>
              <a:cxn ang="0">
                <a:pos x="42" y="46"/>
              </a:cxn>
              <a:cxn ang="0">
                <a:pos x="35" y="46"/>
              </a:cxn>
              <a:cxn ang="0">
                <a:pos x="34" y="47"/>
              </a:cxn>
              <a:cxn ang="0">
                <a:pos x="35" y="47"/>
              </a:cxn>
              <a:cxn ang="0">
                <a:pos x="42" y="47"/>
              </a:cxn>
              <a:cxn ang="0">
                <a:pos x="42" y="47"/>
              </a:cxn>
            </a:cxnLst>
            <a:rect l="0" t="0" r="r" b="b"/>
            <a:pathLst>
              <a:path w="77" h="51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68221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7"/>
          <p:cNvSpPr>
            <a:spLocks noEditPoints="1"/>
          </p:cNvSpPr>
          <p:nvPr userDrawn="1"/>
        </p:nvSpPr>
        <p:spPr bwMode="auto">
          <a:xfrm rot="16200000">
            <a:off x="5457169" y="1600199"/>
            <a:ext cx="1277665" cy="992716"/>
          </a:xfrm>
          <a:custGeom>
            <a:avLst/>
            <a:gdLst/>
            <a:ahLst/>
            <a:cxnLst>
              <a:cxn ang="0">
                <a:pos x="45" y="7"/>
              </a:cxn>
              <a:cxn ang="0">
                <a:pos x="43" y="9"/>
              </a:cxn>
              <a:cxn ang="0">
                <a:pos x="2" y="9"/>
              </a:cxn>
              <a:cxn ang="0">
                <a:pos x="0" y="7"/>
              </a:cxn>
              <a:cxn ang="0">
                <a:pos x="0" y="2"/>
              </a:cxn>
              <a:cxn ang="0">
                <a:pos x="2" y="0"/>
              </a:cxn>
              <a:cxn ang="0">
                <a:pos x="43" y="0"/>
              </a:cxn>
              <a:cxn ang="0">
                <a:pos x="45" y="2"/>
              </a:cxn>
              <a:cxn ang="0">
                <a:pos x="45" y="7"/>
              </a:cxn>
              <a:cxn ang="0">
                <a:pos x="59" y="20"/>
              </a:cxn>
              <a:cxn ang="0">
                <a:pos x="57" y="23"/>
              </a:cxn>
              <a:cxn ang="0">
                <a:pos x="2" y="23"/>
              </a:cxn>
              <a:cxn ang="0">
                <a:pos x="0" y="20"/>
              </a:cxn>
              <a:cxn ang="0">
                <a:pos x="0" y="16"/>
              </a:cxn>
              <a:cxn ang="0">
                <a:pos x="2" y="13"/>
              </a:cxn>
              <a:cxn ang="0">
                <a:pos x="57" y="13"/>
              </a:cxn>
              <a:cxn ang="0">
                <a:pos x="59" y="16"/>
              </a:cxn>
              <a:cxn ang="0">
                <a:pos x="59" y="20"/>
              </a:cxn>
              <a:cxn ang="0">
                <a:pos x="50" y="34"/>
              </a:cxn>
              <a:cxn ang="0">
                <a:pos x="48" y="36"/>
              </a:cxn>
              <a:cxn ang="0">
                <a:pos x="2" y="36"/>
              </a:cxn>
              <a:cxn ang="0">
                <a:pos x="0" y="34"/>
              </a:cxn>
              <a:cxn ang="0">
                <a:pos x="0" y="29"/>
              </a:cxn>
              <a:cxn ang="0">
                <a:pos x="2" y="27"/>
              </a:cxn>
              <a:cxn ang="0">
                <a:pos x="48" y="27"/>
              </a:cxn>
              <a:cxn ang="0">
                <a:pos x="50" y="29"/>
              </a:cxn>
              <a:cxn ang="0">
                <a:pos x="50" y="34"/>
              </a:cxn>
              <a:cxn ang="0">
                <a:pos x="64" y="48"/>
              </a:cxn>
              <a:cxn ang="0">
                <a:pos x="61" y="50"/>
              </a:cxn>
              <a:cxn ang="0">
                <a:pos x="2" y="50"/>
              </a:cxn>
              <a:cxn ang="0">
                <a:pos x="0" y="48"/>
              </a:cxn>
              <a:cxn ang="0">
                <a:pos x="0" y="43"/>
              </a:cxn>
              <a:cxn ang="0">
                <a:pos x="2" y="41"/>
              </a:cxn>
              <a:cxn ang="0">
                <a:pos x="61" y="41"/>
              </a:cxn>
              <a:cxn ang="0">
                <a:pos x="64" y="43"/>
              </a:cxn>
              <a:cxn ang="0">
                <a:pos x="64" y="48"/>
              </a:cxn>
            </a:cxnLst>
            <a:rect l="0" t="0" r="r" b="b"/>
            <a:pathLst>
              <a:path w="64" h="50">
                <a:moveTo>
                  <a:pt x="45" y="7"/>
                </a:moveTo>
                <a:cubicBezTo>
                  <a:pt x="45" y="8"/>
                  <a:pt x="44" y="9"/>
                  <a:pt x="43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5" y="1"/>
                  <a:pt x="45" y="2"/>
                </a:cubicBezTo>
                <a:lnTo>
                  <a:pt x="45" y="7"/>
                </a:lnTo>
                <a:close/>
                <a:moveTo>
                  <a:pt x="59" y="20"/>
                </a:moveTo>
                <a:cubicBezTo>
                  <a:pt x="59" y="22"/>
                  <a:pt x="58" y="23"/>
                  <a:pt x="57" y="23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3"/>
                  <a:pt x="0" y="22"/>
                  <a:pt x="0" y="20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4"/>
                  <a:pt x="1" y="13"/>
                  <a:pt x="2" y="13"/>
                </a:cubicBezTo>
                <a:cubicBezTo>
                  <a:pt x="57" y="13"/>
                  <a:pt x="57" y="13"/>
                  <a:pt x="57" y="13"/>
                </a:cubicBezTo>
                <a:cubicBezTo>
                  <a:pt x="58" y="13"/>
                  <a:pt x="59" y="14"/>
                  <a:pt x="59" y="16"/>
                </a:cubicBezTo>
                <a:lnTo>
                  <a:pt x="59" y="20"/>
                </a:lnTo>
                <a:close/>
                <a:moveTo>
                  <a:pt x="50" y="34"/>
                </a:moveTo>
                <a:cubicBezTo>
                  <a:pt x="50" y="35"/>
                  <a:pt x="49" y="36"/>
                  <a:pt x="48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5"/>
                  <a:pt x="0" y="3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8"/>
                  <a:pt x="1" y="27"/>
                  <a:pt x="2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49" y="27"/>
                  <a:pt x="50" y="28"/>
                  <a:pt x="50" y="29"/>
                </a:cubicBezTo>
                <a:lnTo>
                  <a:pt x="50" y="34"/>
                </a:lnTo>
                <a:close/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61" y="41"/>
                  <a:pt x="61" y="41"/>
                  <a:pt x="61" y="41"/>
                </a:cubicBezTo>
                <a:cubicBezTo>
                  <a:pt x="63" y="41"/>
                  <a:pt x="64" y="42"/>
                  <a:pt x="64" y="43"/>
                </a:cubicBezTo>
                <a:lnTo>
                  <a:pt x="64" y="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39006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3"/>
          <p:cNvSpPr>
            <a:spLocks noEditPoints="1"/>
          </p:cNvSpPr>
          <p:nvPr userDrawn="1"/>
        </p:nvSpPr>
        <p:spPr bwMode="auto">
          <a:xfrm>
            <a:off x="5569331" y="1498600"/>
            <a:ext cx="1053339" cy="1580008"/>
          </a:xfrm>
          <a:custGeom>
            <a:avLst/>
            <a:gdLst/>
            <a:ahLst/>
            <a:cxnLst>
              <a:cxn ang="0">
                <a:pos x="38" y="26"/>
              </a:cxn>
              <a:cxn ang="0">
                <a:pos x="24" y="55"/>
              </a:cxn>
              <a:cxn ang="0">
                <a:pos x="20" y="58"/>
              </a:cxn>
              <a:cxn ang="0">
                <a:pos x="16" y="55"/>
              </a:cxn>
              <a:cxn ang="0">
                <a:pos x="2" y="26"/>
              </a:cxn>
              <a:cxn ang="0">
                <a:pos x="0" y="19"/>
              </a:cxn>
              <a:cxn ang="0">
                <a:pos x="20" y="0"/>
              </a:cxn>
              <a:cxn ang="0">
                <a:pos x="39" y="19"/>
              </a:cxn>
              <a:cxn ang="0">
                <a:pos x="38" y="26"/>
              </a:cxn>
              <a:cxn ang="0">
                <a:pos x="20" y="9"/>
              </a:cxn>
              <a:cxn ang="0">
                <a:pos x="10" y="19"/>
              </a:cxn>
              <a:cxn ang="0">
                <a:pos x="20" y="29"/>
              </a:cxn>
              <a:cxn ang="0">
                <a:pos x="30" y="19"/>
              </a:cxn>
              <a:cxn ang="0">
                <a:pos x="20" y="9"/>
              </a:cxn>
            </a:cxnLst>
            <a:rect l="0" t="0" r="r" b="b"/>
            <a:pathLst>
              <a:path w="39" h="58">
                <a:moveTo>
                  <a:pt x="38" y="26"/>
                </a:moveTo>
                <a:cubicBezTo>
                  <a:pt x="24" y="55"/>
                  <a:pt x="24" y="55"/>
                  <a:pt x="24" y="55"/>
                </a:cubicBezTo>
                <a:cubicBezTo>
                  <a:pt x="23" y="57"/>
                  <a:pt x="22" y="58"/>
                  <a:pt x="20" y="58"/>
                </a:cubicBezTo>
                <a:cubicBezTo>
                  <a:pt x="18" y="58"/>
                  <a:pt x="16" y="57"/>
                  <a:pt x="16" y="55"/>
                </a:cubicBezTo>
                <a:cubicBezTo>
                  <a:pt x="2" y="26"/>
                  <a:pt x="2" y="26"/>
                  <a:pt x="2" y="26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1" y="0"/>
                  <a:pt x="39" y="8"/>
                  <a:pt x="39" y="19"/>
                </a:cubicBezTo>
                <a:cubicBezTo>
                  <a:pt x="39" y="21"/>
                  <a:pt x="39" y="24"/>
                  <a:pt x="38" y="26"/>
                </a:cubicBezTo>
                <a:close/>
                <a:moveTo>
                  <a:pt x="20" y="9"/>
                </a:moveTo>
                <a:cubicBezTo>
                  <a:pt x="15" y="9"/>
                  <a:pt x="10" y="14"/>
                  <a:pt x="10" y="19"/>
                </a:cubicBezTo>
                <a:cubicBezTo>
                  <a:pt x="10" y="24"/>
                  <a:pt x="15" y="29"/>
                  <a:pt x="20" y="29"/>
                </a:cubicBezTo>
                <a:cubicBezTo>
                  <a:pt x="25" y="29"/>
                  <a:pt x="30" y="24"/>
                  <a:pt x="30" y="19"/>
                </a:cubicBezTo>
                <a:cubicBezTo>
                  <a:pt x="30" y="14"/>
                  <a:pt x="25" y="9"/>
                  <a:pt x="20" y="9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14309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9"/>
          <p:cNvSpPr>
            <a:spLocks noEditPoints="1"/>
          </p:cNvSpPr>
          <p:nvPr userDrawn="1"/>
        </p:nvSpPr>
        <p:spPr bwMode="auto">
          <a:xfrm>
            <a:off x="5360224" y="1246248"/>
            <a:ext cx="1471555" cy="1471552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5" y="55"/>
              </a:cxn>
              <a:cxn ang="0">
                <a:pos x="23" y="67"/>
              </a:cxn>
              <a:cxn ang="0">
                <a:pos x="22" y="68"/>
              </a:cxn>
              <a:cxn ang="0">
                <a:pos x="21" y="68"/>
              </a:cxn>
              <a:cxn ang="0">
                <a:pos x="19" y="65"/>
              </a:cxn>
              <a:cxn ang="0">
                <a:pos x="19" y="48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7" y="0"/>
              </a:cxn>
              <a:cxn ang="0">
                <a:pos x="68" y="3"/>
              </a:cxn>
              <a:cxn ang="0">
                <a:pos x="62" y="7"/>
              </a:cxn>
              <a:cxn ang="0">
                <a:pos x="8" y="38"/>
              </a:cxn>
              <a:cxn ang="0">
                <a:pos x="20" y="43"/>
              </a:cxn>
              <a:cxn ang="0">
                <a:pos x="53" y="19"/>
              </a:cxn>
              <a:cxn ang="0">
                <a:pos x="35" y="49"/>
              </a:cxn>
              <a:cxn ang="0">
                <a:pos x="54" y="57"/>
              </a:cxn>
              <a:cxn ang="0">
                <a:pos x="62" y="7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5" y="55"/>
                  <a:pt x="35" y="55"/>
                  <a:pt x="35" y="55"/>
                </a:cubicBezTo>
                <a:cubicBezTo>
                  <a:pt x="23" y="67"/>
                  <a:pt x="23" y="67"/>
                  <a:pt x="23" y="67"/>
                </a:cubicBezTo>
                <a:cubicBezTo>
                  <a:pt x="23" y="67"/>
                  <a:pt x="22" y="68"/>
                  <a:pt x="22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0" y="67"/>
                  <a:pt x="19" y="66"/>
                  <a:pt x="19" y="65"/>
                </a:cubicBezTo>
                <a:cubicBezTo>
                  <a:pt x="19" y="48"/>
                  <a:pt x="19" y="48"/>
                  <a:pt x="19" y="48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  <a:moveTo>
                  <a:pt x="62" y="7"/>
                </a:moveTo>
                <a:cubicBezTo>
                  <a:pt x="8" y="38"/>
                  <a:pt x="8" y="38"/>
                  <a:pt x="8" y="38"/>
                </a:cubicBezTo>
                <a:cubicBezTo>
                  <a:pt x="20" y="43"/>
                  <a:pt x="20" y="43"/>
                  <a:pt x="20" y="43"/>
                </a:cubicBezTo>
                <a:cubicBezTo>
                  <a:pt x="53" y="19"/>
                  <a:pt x="53" y="19"/>
                  <a:pt x="53" y="19"/>
                </a:cubicBezTo>
                <a:cubicBezTo>
                  <a:pt x="35" y="49"/>
                  <a:pt x="35" y="49"/>
                  <a:pt x="35" y="49"/>
                </a:cubicBezTo>
                <a:cubicBezTo>
                  <a:pt x="54" y="57"/>
                  <a:pt x="54" y="57"/>
                  <a:pt x="54" y="57"/>
                </a:cubicBezTo>
                <a:lnTo>
                  <a:pt x="62" y="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17148241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21453" y="1197864"/>
            <a:ext cx="5364480" cy="402336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09453" y="1197864"/>
            <a:ext cx="5364480" cy="402336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1918171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59415349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38812987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1252"/>
            <a:ext cx="4011084" cy="943848"/>
          </a:xfrm>
        </p:spPr>
        <p:txBody>
          <a:bodyPr anchor="ctr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82601"/>
            <a:ext cx="6815667" cy="5643564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07851269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64573"/>
            <a:ext cx="7315200" cy="502766"/>
          </a:xfrm>
        </p:spPr>
        <p:txBody>
          <a:bodyPr anchor="b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04520"/>
            <a:ext cx="7315200" cy="4145280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2889671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716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36.xml"/><Relationship Id="rId3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3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35.xml"/><Relationship Id="rId3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9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34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33.xml"/><Relationship Id="rId28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31" Type="http://schemas.openxmlformats.org/officeDocument/2006/relationships/theme" Target="../theme/theme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Relationship Id="rId27" Type="http://schemas.openxmlformats.org/officeDocument/2006/relationships/slideLayout" Target="../slideLayouts/slideLayout37.xml"/><Relationship Id="rId30" Type="http://schemas.openxmlformats.org/officeDocument/2006/relationships/slideLayout" Target="../slideLayouts/slideLayout40.xml"/><Relationship Id="rId8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4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3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69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33" Type="http://schemas.openxmlformats.org/officeDocument/2006/relationships/image" Target="../media/image4.png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77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31" Type="http://schemas.openxmlformats.org/officeDocument/2006/relationships/theme" Target="../theme/theme5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8.xml"/><Relationship Id="rId8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 userDrawn="1"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467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1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47C7FB-56C9-452B-BA3E-212EF996FFFD}"/>
              </a:ext>
            </a:extLst>
          </p:cNvPr>
          <p:cNvGrpSpPr/>
          <p:nvPr/>
        </p:nvGrpSpPr>
        <p:grpSpPr>
          <a:xfrm>
            <a:off x="-2352501" y="449361"/>
            <a:ext cx="1971501" cy="3367772"/>
            <a:chOff x="-2352501" y="449361"/>
            <a:chExt cx="1971501" cy="33677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C283B5-7826-4A51-9B89-A7C41DE0D688}"/>
                </a:ext>
              </a:extLst>
            </p:cNvPr>
            <p:cNvSpPr/>
            <p:nvPr/>
          </p:nvSpPr>
          <p:spPr>
            <a:xfrm>
              <a:off x="-609600" y="2189339"/>
              <a:ext cx="228600" cy="228600"/>
            </a:xfrm>
            <a:prstGeom prst="rect">
              <a:avLst/>
            </a:prstGeom>
            <a:solidFill>
              <a:srgbClr val="FFC2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AB1459-2B19-4BF9-AB56-9E824460C74B}"/>
                </a:ext>
              </a:extLst>
            </p:cNvPr>
            <p:cNvSpPr/>
            <p:nvPr/>
          </p:nvSpPr>
          <p:spPr>
            <a:xfrm>
              <a:off x="-609600" y="3206399"/>
              <a:ext cx="228600" cy="228600"/>
            </a:xfrm>
            <a:prstGeom prst="rect">
              <a:avLst/>
            </a:prstGeom>
            <a:solidFill>
              <a:srgbClr val="EE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620583-C671-42D6-8299-267BF1BCD21E}"/>
                </a:ext>
              </a:extLst>
            </p:cNvPr>
            <p:cNvGrpSpPr/>
            <p:nvPr/>
          </p:nvGrpSpPr>
          <p:grpSpPr>
            <a:xfrm>
              <a:off x="-2338086" y="449361"/>
              <a:ext cx="1957086" cy="307777"/>
              <a:chOff x="-2338086" y="449361"/>
              <a:chExt cx="1957086" cy="307777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1FC736-8583-45E2-AEA7-F2AB9823A4DD}"/>
                  </a:ext>
                </a:extLst>
              </p:cNvPr>
              <p:cNvSpPr/>
              <p:nvPr/>
            </p:nvSpPr>
            <p:spPr>
              <a:xfrm>
                <a:off x="-609600" y="488950"/>
                <a:ext cx="228600" cy="228600"/>
              </a:xfrm>
              <a:prstGeom prst="rect">
                <a:avLst/>
              </a:prstGeom>
              <a:solidFill>
                <a:srgbClr val="081F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81F2C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EB40F3-763A-456D-A08A-D35948D5EAB3}"/>
                  </a:ext>
                </a:extLst>
              </p:cNvPr>
              <p:cNvSpPr txBox="1"/>
              <p:nvPr/>
            </p:nvSpPr>
            <p:spPr>
              <a:xfrm>
                <a:off x="-2338086" y="449361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8 / 31/ 44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39092E9-DF4D-42EA-B27D-08B70BF3749B}"/>
                </a:ext>
              </a:extLst>
            </p:cNvPr>
            <p:cNvGrpSpPr/>
            <p:nvPr/>
          </p:nvGrpSpPr>
          <p:grpSpPr>
            <a:xfrm>
              <a:off x="-2352501" y="790144"/>
              <a:ext cx="1971501" cy="307777"/>
              <a:chOff x="-2352501" y="790144"/>
              <a:chExt cx="1971501" cy="307777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C0D4BBE-3348-41E9-B715-ADEFA3839BC2}"/>
                  </a:ext>
                </a:extLst>
              </p:cNvPr>
              <p:cNvSpPr/>
              <p:nvPr/>
            </p:nvSpPr>
            <p:spPr>
              <a:xfrm>
                <a:off x="-609600" y="829733"/>
                <a:ext cx="228600" cy="228600"/>
              </a:xfrm>
              <a:prstGeom prst="rect">
                <a:avLst/>
              </a:prstGeom>
              <a:solidFill>
                <a:srgbClr val="78B9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8B9E7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6EB7307-A7A9-4299-BC58-BE30596658A1}"/>
                  </a:ext>
                </a:extLst>
              </p:cNvPr>
              <p:cNvSpPr txBox="1"/>
              <p:nvPr/>
            </p:nvSpPr>
            <p:spPr>
              <a:xfrm>
                <a:off x="-2352501" y="790144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120 / 185 / 231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4766AC-AEF9-477A-AC81-00AE8FA76A96}"/>
                </a:ext>
              </a:extLst>
            </p:cNvPr>
            <p:cNvGrpSpPr/>
            <p:nvPr/>
          </p:nvGrpSpPr>
          <p:grpSpPr>
            <a:xfrm>
              <a:off x="-2352501" y="1471710"/>
              <a:ext cx="1971501" cy="307777"/>
              <a:chOff x="-2352501" y="1471710"/>
              <a:chExt cx="1971501" cy="307777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DF837DA-A7AA-4FA9-B784-79A2E096E625}"/>
                  </a:ext>
                </a:extLst>
              </p:cNvPr>
              <p:cNvSpPr/>
              <p:nvPr/>
            </p:nvSpPr>
            <p:spPr>
              <a:xfrm>
                <a:off x="-609600" y="1511299"/>
                <a:ext cx="228600" cy="228600"/>
              </a:xfrm>
              <a:prstGeom prst="rect">
                <a:avLst/>
              </a:prstGeom>
              <a:solidFill>
                <a:srgbClr val="007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1CE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4D9A2D-16B6-4003-A138-147D2A75FA93}"/>
                  </a:ext>
                </a:extLst>
              </p:cNvPr>
              <p:cNvSpPr txBox="1"/>
              <p:nvPr/>
            </p:nvSpPr>
            <p:spPr>
              <a:xfrm>
                <a:off x="-2352501" y="147171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0 / 112 / 206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A03A35-7EA5-40A3-8A26-2F2ECABB54E3}"/>
                </a:ext>
              </a:extLst>
            </p:cNvPr>
            <p:cNvGrpSpPr/>
            <p:nvPr/>
          </p:nvGrpSpPr>
          <p:grpSpPr>
            <a:xfrm>
              <a:off x="-2352501" y="1810730"/>
              <a:ext cx="1971501" cy="307777"/>
              <a:chOff x="-2352501" y="1810730"/>
              <a:chExt cx="1971501" cy="30777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F2FB6D-2CCC-4415-99A7-33AEB5A96599}"/>
                  </a:ext>
                </a:extLst>
              </p:cNvPr>
              <p:cNvSpPr/>
              <p:nvPr/>
            </p:nvSpPr>
            <p:spPr>
              <a:xfrm>
                <a:off x="-609600" y="1850319"/>
                <a:ext cx="228600" cy="228600"/>
              </a:xfrm>
              <a:prstGeom prst="rect">
                <a:avLst/>
              </a:prstGeom>
              <a:solidFill>
                <a:srgbClr val="EB148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AE297AF-DCAC-4D8E-B0FE-1F3A8C42342B}"/>
                  </a:ext>
                </a:extLst>
              </p:cNvPr>
              <p:cNvSpPr txBox="1"/>
              <p:nvPr/>
            </p:nvSpPr>
            <p:spPr>
              <a:xfrm>
                <a:off x="-2352501" y="181073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235 / 20 / 141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D8E2D3-8159-4572-A1AF-9DBF1D63FC58}"/>
                </a:ext>
              </a:extLst>
            </p:cNvPr>
            <p:cNvSpPr txBox="1"/>
            <p:nvPr/>
          </p:nvSpPr>
          <p:spPr>
            <a:xfrm>
              <a:off x="-2338086" y="2149750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255 / 194 / 32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10ED7E1-CE4F-4690-9F78-3ED0C88CB9D4}"/>
                </a:ext>
              </a:extLst>
            </p:cNvPr>
            <p:cNvGrpSpPr/>
            <p:nvPr/>
          </p:nvGrpSpPr>
          <p:grpSpPr>
            <a:xfrm>
              <a:off x="-2338086" y="2487726"/>
              <a:ext cx="1957086" cy="307777"/>
              <a:chOff x="-2338086" y="2487726"/>
              <a:chExt cx="1957086" cy="307777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6B34E14-6436-4CC0-A4AE-12C013E12EF0}"/>
                  </a:ext>
                </a:extLst>
              </p:cNvPr>
              <p:cNvSpPr/>
              <p:nvPr/>
            </p:nvSpPr>
            <p:spPr>
              <a:xfrm>
                <a:off x="-609600" y="2528359"/>
                <a:ext cx="228600" cy="228600"/>
              </a:xfrm>
              <a:prstGeom prst="rect">
                <a:avLst/>
              </a:prstGeom>
              <a:solidFill>
                <a:srgbClr val="76C0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BE7F54-6D3E-4E06-9552-E973C7BE142B}"/>
                  </a:ext>
                </a:extLst>
              </p:cNvPr>
              <p:cNvSpPr txBox="1"/>
              <p:nvPr/>
            </p:nvSpPr>
            <p:spPr>
              <a:xfrm>
                <a:off x="-2338086" y="248772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118 / 192 / 67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735A56-A3A2-400E-8D24-18857B99577B}"/>
                </a:ext>
              </a:extLst>
            </p:cNvPr>
            <p:cNvGrpSpPr/>
            <p:nvPr/>
          </p:nvGrpSpPr>
          <p:grpSpPr>
            <a:xfrm>
              <a:off x="-2338086" y="2825702"/>
              <a:ext cx="1957086" cy="307777"/>
              <a:chOff x="-2338086" y="2825702"/>
              <a:chExt cx="1957086" cy="30777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62C4DB5-52CD-4797-937E-38A31ED5D70D}"/>
                  </a:ext>
                </a:extLst>
              </p:cNvPr>
              <p:cNvSpPr/>
              <p:nvPr/>
            </p:nvSpPr>
            <p:spPr>
              <a:xfrm>
                <a:off x="-609600" y="2867379"/>
                <a:ext cx="228600" cy="228600"/>
              </a:xfrm>
              <a:prstGeom prst="rect">
                <a:avLst/>
              </a:prstGeom>
              <a:solidFill>
                <a:srgbClr val="F475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42E933-8E73-4BAE-8F79-36B257118F7C}"/>
                  </a:ext>
                </a:extLst>
              </p:cNvPr>
              <p:cNvSpPr txBox="1"/>
              <p:nvPr/>
            </p:nvSpPr>
            <p:spPr>
              <a:xfrm>
                <a:off x="-2338086" y="2825702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244 / 117 / 33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3DDFED-7FD0-4300-8BFA-A2EE13683C58}"/>
                </a:ext>
              </a:extLst>
            </p:cNvPr>
            <p:cNvSpPr txBox="1"/>
            <p:nvPr/>
          </p:nvSpPr>
          <p:spPr>
            <a:xfrm>
              <a:off x="-2338086" y="3161651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238 / 59 / 42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A0E503-2376-447E-97CE-AD6CCFB64935}"/>
                </a:ext>
              </a:extLst>
            </p:cNvPr>
            <p:cNvGrpSpPr/>
            <p:nvPr/>
          </p:nvGrpSpPr>
          <p:grpSpPr>
            <a:xfrm>
              <a:off x="-2338086" y="3509356"/>
              <a:ext cx="1957086" cy="307777"/>
              <a:chOff x="-2338086" y="3509356"/>
              <a:chExt cx="1957086" cy="30777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0E6D90E-A361-4990-920A-3D3599798534}"/>
                  </a:ext>
                </a:extLst>
              </p:cNvPr>
              <p:cNvSpPr/>
              <p:nvPr/>
            </p:nvSpPr>
            <p:spPr>
              <a:xfrm>
                <a:off x="-609600" y="3545417"/>
                <a:ext cx="228600" cy="228600"/>
              </a:xfrm>
              <a:prstGeom prst="rect">
                <a:avLst/>
              </a:prstGeom>
              <a:solidFill>
                <a:srgbClr val="3F3F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349AB5-FC33-43FA-A03A-1E68C5107600}"/>
                  </a:ext>
                </a:extLst>
              </p:cNvPr>
              <p:cNvSpPr txBox="1"/>
              <p:nvPr/>
            </p:nvSpPr>
            <p:spPr>
              <a:xfrm>
                <a:off x="-2338086" y="350935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63 / 63 / 64</a:t>
                </a:r>
              </a:p>
            </p:txBody>
          </p:sp>
        </p:grpSp>
      </p:grpSp>
      <p:sp>
        <p:nvSpPr>
          <p:cNvPr id="38" name="Holder 6">
            <a:extLst>
              <a:ext uri="{FF2B5EF4-FFF2-40B4-BE49-F238E27FC236}">
                <a16:creationId xmlns:a16="http://schemas.microsoft.com/office/drawing/2014/main" id="{7FD24771-4007-4261-9A8D-94578239244E}"/>
              </a:ext>
            </a:extLst>
          </p:cNvPr>
          <p:cNvSpPr txBox="1">
            <a:spLocks/>
          </p:cNvSpPr>
          <p:nvPr userDrawn="1"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39" name="object 33">
            <a:extLst>
              <a:ext uri="{FF2B5EF4-FFF2-40B4-BE49-F238E27FC236}">
                <a16:creationId xmlns:a16="http://schemas.microsoft.com/office/drawing/2014/main" id="{B3F92064-7C4B-447E-8850-3FCCECB6DAEB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016DC48-62D2-49CB-8041-958F0F388E18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A6A46C6-0B23-4F64-831C-17478B95C48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0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93800"/>
            <a:ext cx="10972800" cy="4752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8257"/>
            <a:ext cx="10972800" cy="666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711200" y="6431279"/>
            <a:ext cx="609600" cy="42672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9956800" y="6495043"/>
            <a:ext cx="1625600" cy="332688"/>
            <a:chOff x="2826032" y="2866132"/>
            <a:chExt cx="6368767" cy="1303397"/>
          </a:xfrm>
        </p:grpSpPr>
        <p:pic>
          <p:nvPicPr>
            <p:cNvPr id="44" name="Picture 43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7060"/>
            <a:stretch/>
          </p:blipFill>
          <p:spPr>
            <a:xfrm>
              <a:off x="3865565" y="2866132"/>
              <a:ext cx="3400259" cy="1303397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1395"/>
            <a:stretch/>
          </p:blipFill>
          <p:spPr>
            <a:xfrm>
              <a:off x="7357533" y="2866132"/>
              <a:ext cx="1837266" cy="1303397"/>
            </a:xfrm>
            <a:prstGeom prst="rect">
              <a:avLst/>
            </a:prstGeom>
          </p:spPr>
        </p:pic>
        <p:pic>
          <p:nvPicPr>
            <p:cNvPr id="46" name="Picture 45"/>
            <p:cNvPicPr>
              <a:picLocks noChangeAspect="1"/>
            </p:cNvPicPr>
            <p:nvPr userDrawn="1"/>
          </p:nvPicPr>
          <p:blipFill rotWithShape="1">
            <a:blip r:embed="rId3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3863" r="30319"/>
            <a:stretch/>
          </p:blipFill>
          <p:spPr>
            <a:xfrm>
              <a:off x="2826032" y="2991271"/>
              <a:ext cx="895374" cy="1148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3959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733" b="0">
          <a:solidFill>
            <a:schemeClr val="accent6"/>
          </a:solidFill>
          <a:latin typeface="Bogle" charset="0"/>
          <a:ea typeface="Bogle" charset="0"/>
          <a:cs typeface="Bogle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9pPr>
    </p:titleStyle>
    <p:bodyStyle>
      <a:lvl1pPr marL="365751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SzPct val="120000"/>
        <a:buFont typeface="Times" pitchFamily="18" charset="0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1pPr>
      <a:lvl2pPr marL="609585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–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2pPr>
      <a:lvl3pPr marL="97533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Times" pitchFamily="18" charset="0"/>
        <a:buChar char="•"/>
        <a:defRPr sz="2133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3pPr>
      <a:lvl4pPr marL="134108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Estrangelo Edessa" panose="03080600000000000000" pitchFamily="66" charset="0"/>
        <a:buChar char="›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4pPr>
      <a:lvl5pPr marL="1706837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»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5pPr>
      <a:lvl6pPr marL="274313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35271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396230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457188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1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47C7FB-56C9-452B-BA3E-212EF996FFFD}"/>
              </a:ext>
            </a:extLst>
          </p:cNvPr>
          <p:cNvGrpSpPr/>
          <p:nvPr/>
        </p:nvGrpSpPr>
        <p:grpSpPr>
          <a:xfrm>
            <a:off x="-2352501" y="449361"/>
            <a:ext cx="1971501" cy="3367772"/>
            <a:chOff x="-2352501" y="449361"/>
            <a:chExt cx="1971501" cy="33677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C283B5-7826-4A51-9B89-A7C41DE0D688}"/>
                </a:ext>
              </a:extLst>
            </p:cNvPr>
            <p:cNvSpPr/>
            <p:nvPr/>
          </p:nvSpPr>
          <p:spPr>
            <a:xfrm>
              <a:off x="-609600" y="2189339"/>
              <a:ext cx="228600" cy="228600"/>
            </a:xfrm>
            <a:prstGeom prst="rect">
              <a:avLst/>
            </a:prstGeom>
            <a:solidFill>
              <a:srgbClr val="FFC2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AB1459-2B19-4BF9-AB56-9E824460C74B}"/>
                </a:ext>
              </a:extLst>
            </p:cNvPr>
            <p:cNvSpPr/>
            <p:nvPr/>
          </p:nvSpPr>
          <p:spPr>
            <a:xfrm>
              <a:off x="-609600" y="3206399"/>
              <a:ext cx="228600" cy="228600"/>
            </a:xfrm>
            <a:prstGeom prst="rect">
              <a:avLst/>
            </a:prstGeom>
            <a:solidFill>
              <a:srgbClr val="EE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620583-C671-42D6-8299-267BF1BCD21E}"/>
                </a:ext>
              </a:extLst>
            </p:cNvPr>
            <p:cNvGrpSpPr/>
            <p:nvPr/>
          </p:nvGrpSpPr>
          <p:grpSpPr>
            <a:xfrm>
              <a:off x="-2338086" y="449361"/>
              <a:ext cx="1957086" cy="307777"/>
              <a:chOff x="-2338086" y="449361"/>
              <a:chExt cx="1957086" cy="307777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1FC736-8583-45E2-AEA7-F2AB9823A4DD}"/>
                  </a:ext>
                </a:extLst>
              </p:cNvPr>
              <p:cNvSpPr/>
              <p:nvPr/>
            </p:nvSpPr>
            <p:spPr>
              <a:xfrm>
                <a:off x="-609600" y="488950"/>
                <a:ext cx="228600" cy="228600"/>
              </a:xfrm>
              <a:prstGeom prst="rect">
                <a:avLst/>
              </a:prstGeom>
              <a:solidFill>
                <a:srgbClr val="081F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81F2C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EB40F3-763A-456D-A08A-D35948D5EAB3}"/>
                  </a:ext>
                </a:extLst>
              </p:cNvPr>
              <p:cNvSpPr txBox="1"/>
              <p:nvPr/>
            </p:nvSpPr>
            <p:spPr>
              <a:xfrm>
                <a:off x="-2338086" y="449361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8 / 31/ 44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39092E9-DF4D-42EA-B27D-08B70BF3749B}"/>
                </a:ext>
              </a:extLst>
            </p:cNvPr>
            <p:cNvGrpSpPr/>
            <p:nvPr/>
          </p:nvGrpSpPr>
          <p:grpSpPr>
            <a:xfrm>
              <a:off x="-2352501" y="790144"/>
              <a:ext cx="1971501" cy="307777"/>
              <a:chOff x="-2352501" y="790144"/>
              <a:chExt cx="1971501" cy="307777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C0D4BBE-3348-41E9-B715-ADEFA3839BC2}"/>
                  </a:ext>
                </a:extLst>
              </p:cNvPr>
              <p:cNvSpPr/>
              <p:nvPr/>
            </p:nvSpPr>
            <p:spPr>
              <a:xfrm>
                <a:off x="-609600" y="829733"/>
                <a:ext cx="228600" cy="228600"/>
              </a:xfrm>
              <a:prstGeom prst="rect">
                <a:avLst/>
              </a:prstGeom>
              <a:solidFill>
                <a:srgbClr val="78B9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8B9E7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6EB7307-A7A9-4299-BC58-BE30596658A1}"/>
                  </a:ext>
                </a:extLst>
              </p:cNvPr>
              <p:cNvSpPr txBox="1"/>
              <p:nvPr/>
            </p:nvSpPr>
            <p:spPr>
              <a:xfrm>
                <a:off x="-2352501" y="790144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120 / 185 / 231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4766AC-AEF9-477A-AC81-00AE8FA76A96}"/>
                </a:ext>
              </a:extLst>
            </p:cNvPr>
            <p:cNvGrpSpPr/>
            <p:nvPr/>
          </p:nvGrpSpPr>
          <p:grpSpPr>
            <a:xfrm>
              <a:off x="-2352501" y="1471710"/>
              <a:ext cx="1971501" cy="307777"/>
              <a:chOff x="-2352501" y="1471710"/>
              <a:chExt cx="1971501" cy="307777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DF837DA-A7AA-4FA9-B784-79A2E096E625}"/>
                  </a:ext>
                </a:extLst>
              </p:cNvPr>
              <p:cNvSpPr/>
              <p:nvPr/>
            </p:nvSpPr>
            <p:spPr>
              <a:xfrm>
                <a:off x="-609600" y="1511299"/>
                <a:ext cx="228600" cy="228600"/>
              </a:xfrm>
              <a:prstGeom prst="rect">
                <a:avLst/>
              </a:prstGeom>
              <a:solidFill>
                <a:srgbClr val="007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1CE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4D9A2D-16B6-4003-A138-147D2A75FA93}"/>
                  </a:ext>
                </a:extLst>
              </p:cNvPr>
              <p:cNvSpPr txBox="1"/>
              <p:nvPr/>
            </p:nvSpPr>
            <p:spPr>
              <a:xfrm>
                <a:off x="-2352501" y="147171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0 / 112 / 206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A03A35-7EA5-40A3-8A26-2F2ECABB54E3}"/>
                </a:ext>
              </a:extLst>
            </p:cNvPr>
            <p:cNvGrpSpPr/>
            <p:nvPr/>
          </p:nvGrpSpPr>
          <p:grpSpPr>
            <a:xfrm>
              <a:off x="-2352501" y="1810730"/>
              <a:ext cx="1971501" cy="307777"/>
              <a:chOff x="-2352501" y="1810730"/>
              <a:chExt cx="1971501" cy="30777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F2FB6D-2CCC-4415-99A7-33AEB5A96599}"/>
                  </a:ext>
                </a:extLst>
              </p:cNvPr>
              <p:cNvSpPr/>
              <p:nvPr/>
            </p:nvSpPr>
            <p:spPr>
              <a:xfrm>
                <a:off x="-609600" y="1850319"/>
                <a:ext cx="228600" cy="228600"/>
              </a:xfrm>
              <a:prstGeom prst="rect">
                <a:avLst/>
              </a:prstGeom>
              <a:solidFill>
                <a:srgbClr val="EB148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AE297AF-DCAC-4D8E-B0FE-1F3A8C42342B}"/>
                  </a:ext>
                </a:extLst>
              </p:cNvPr>
              <p:cNvSpPr txBox="1"/>
              <p:nvPr/>
            </p:nvSpPr>
            <p:spPr>
              <a:xfrm>
                <a:off x="-2352501" y="181073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235 / 20 / 141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D8E2D3-8159-4572-A1AF-9DBF1D63FC58}"/>
                </a:ext>
              </a:extLst>
            </p:cNvPr>
            <p:cNvSpPr txBox="1"/>
            <p:nvPr/>
          </p:nvSpPr>
          <p:spPr>
            <a:xfrm>
              <a:off x="-2338086" y="2149750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255 / 194 / 32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10ED7E1-CE4F-4690-9F78-3ED0C88CB9D4}"/>
                </a:ext>
              </a:extLst>
            </p:cNvPr>
            <p:cNvGrpSpPr/>
            <p:nvPr/>
          </p:nvGrpSpPr>
          <p:grpSpPr>
            <a:xfrm>
              <a:off x="-2338086" y="2487726"/>
              <a:ext cx="1957086" cy="307777"/>
              <a:chOff x="-2338086" y="2487726"/>
              <a:chExt cx="1957086" cy="307777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6B34E14-6436-4CC0-A4AE-12C013E12EF0}"/>
                  </a:ext>
                </a:extLst>
              </p:cNvPr>
              <p:cNvSpPr/>
              <p:nvPr/>
            </p:nvSpPr>
            <p:spPr>
              <a:xfrm>
                <a:off x="-609600" y="2528359"/>
                <a:ext cx="228600" cy="228600"/>
              </a:xfrm>
              <a:prstGeom prst="rect">
                <a:avLst/>
              </a:prstGeom>
              <a:solidFill>
                <a:srgbClr val="76C0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BE7F54-6D3E-4E06-9552-E973C7BE142B}"/>
                  </a:ext>
                </a:extLst>
              </p:cNvPr>
              <p:cNvSpPr txBox="1"/>
              <p:nvPr/>
            </p:nvSpPr>
            <p:spPr>
              <a:xfrm>
                <a:off x="-2338086" y="248772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118 / 192 / 67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735A56-A3A2-400E-8D24-18857B99577B}"/>
                </a:ext>
              </a:extLst>
            </p:cNvPr>
            <p:cNvGrpSpPr/>
            <p:nvPr/>
          </p:nvGrpSpPr>
          <p:grpSpPr>
            <a:xfrm>
              <a:off x="-2338086" y="2825702"/>
              <a:ext cx="1957086" cy="307777"/>
              <a:chOff x="-2338086" y="2825702"/>
              <a:chExt cx="1957086" cy="30777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62C4DB5-52CD-4797-937E-38A31ED5D70D}"/>
                  </a:ext>
                </a:extLst>
              </p:cNvPr>
              <p:cNvSpPr/>
              <p:nvPr/>
            </p:nvSpPr>
            <p:spPr>
              <a:xfrm>
                <a:off x="-609600" y="2867379"/>
                <a:ext cx="228600" cy="228600"/>
              </a:xfrm>
              <a:prstGeom prst="rect">
                <a:avLst/>
              </a:prstGeom>
              <a:solidFill>
                <a:srgbClr val="F475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42E933-8E73-4BAE-8F79-36B257118F7C}"/>
                  </a:ext>
                </a:extLst>
              </p:cNvPr>
              <p:cNvSpPr txBox="1"/>
              <p:nvPr/>
            </p:nvSpPr>
            <p:spPr>
              <a:xfrm>
                <a:off x="-2338086" y="2825702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244 / 117 / 33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3DDFED-7FD0-4300-8BFA-A2EE13683C58}"/>
                </a:ext>
              </a:extLst>
            </p:cNvPr>
            <p:cNvSpPr txBox="1"/>
            <p:nvPr/>
          </p:nvSpPr>
          <p:spPr>
            <a:xfrm>
              <a:off x="-2338086" y="3161651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238 / 59 / 42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A0E503-2376-447E-97CE-AD6CCFB64935}"/>
                </a:ext>
              </a:extLst>
            </p:cNvPr>
            <p:cNvGrpSpPr/>
            <p:nvPr/>
          </p:nvGrpSpPr>
          <p:grpSpPr>
            <a:xfrm>
              <a:off x="-2338086" y="3509356"/>
              <a:ext cx="1957086" cy="307777"/>
              <a:chOff x="-2338086" y="3509356"/>
              <a:chExt cx="1957086" cy="30777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0E6D90E-A361-4990-920A-3D3599798534}"/>
                  </a:ext>
                </a:extLst>
              </p:cNvPr>
              <p:cNvSpPr/>
              <p:nvPr/>
            </p:nvSpPr>
            <p:spPr>
              <a:xfrm>
                <a:off x="-609600" y="3545417"/>
                <a:ext cx="228600" cy="228600"/>
              </a:xfrm>
              <a:prstGeom prst="rect">
                <a:avLst/>
              </a:prstGeom>
              <a:solidFill>
                <a:srgbClr val="3F3F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349AB5-FC33-43FA-A03A-1E68C5107600}"/>
                  </a:ext>
                </a:extLst>
              </p:cNvPr>
              <p:cNvSpPr txBox="1"/>
              <p:nvPr/>
            </p:nvSpPr>
            <p:spPr>
              <a:xfrm>
                <a:off x="-2338086" y="350935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63 / 63 / 64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977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93800"/>
            <a:ext cx="10972800" cy="4752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8257"/>
            <a:ext cx="10972800" cy="666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711200" y="6431279"/>
            <a:ext cx="609600" cy="42672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9956800" y="6495043"/>
            <a:ext cx="1625600" cy="332688"/>
            <a:chOff x="2826032" y="2866132"/>
            <a:chExt cx="6368767" cy="1303397"/>
          </a:xfrm>
        </p:grpSpPr>
        <p:pic>
          <p:nvPicPr>
            <p:cNvPr id="44" name="Picture 43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7060"/>
            <a:stretch/>
          </p:blipFill>
          <p:spPr>
            <a:xfrm>
              <a:off x="3865565" y="2866132"/>
              <a:ext cx="3400259" cy="1303397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1395"/>
            <a:stretch/>
          </p:blipFill>
          <p:spPr>
            <a:xfrm>
              <a:off x="7357533" y="2866132"/>
              <a:ext cx="1837266" cy="1303397"/>
            </a:xfrm>
            <a:prstGeom prst="rect">
              <a:avLst/>
            </a:prstGeom>
          </p:spPr>
        </p:pic>
        <p:pic>
          <p:nvPicPr>
            <p:cNvPr id="46" name="Picture 45"/>
            <p:cNvPicPr>
              <a:picLocks noChangeAspect="1"/>
            </p:cNvPicPr>
            <p:nvPr userDrawn="1"/>
          </p:nvPicPr>
          <p:blipFill rotWithShape="1">
            <a:blip r:embed="rId3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3863" r="30319"/>
            <a:stretch/>
          </p:blipFill>
          <p:spPr>
            <a:xfrm>
              <a:off x="2826032" y="2991271"/>
              <a:ext cx="895374" cy="1148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018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733" b="0">
          <a:solidFill>
            <a:schemeClr val="accent6"/>
          </a:solidFill>
          <a:latin typeface="Bogle" charset="0"/>
          <a:ea typeface="Bogle" charset="0"/>
          <a:cs typeface="Bogle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9pPr>
    </p:titleStyle>
    <p:bodyStyle>
      <a:lvl1pPr marL="365751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SzPct val="120000"/>
        <a:buFont typeface="Times" pitchFamily="18" charset="0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1pPr>
      <a:lvl2pPr marL="609585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–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2pPr>
      <a:lvl3pPr marL="97533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Times" pitchFamily="18" charset="0"/>
        <a:buChar char="•"/>
        <a:defRPr sz="2133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3pPr>
      <a:lvl4pPr marL="134108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Estrangelo Edessa" panose="03080600000000000000" pitchFamily="66" charset="0"/>
        <a:buChar char="›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4pPr>
      <a:lvl5pPr marL="1706837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»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5pPr>
      <a:lvl6pPr marL="274313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35271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396230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457188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3">
            <a:extLst>
              <a:ext uri="{FF2B5EF4-FFF2-40B4-BE49-F238E27FC236}">
                <a16:creationId xmlns:a16="http://schemas.microsoft.com/office/drawing/2014/main" id="{EF288915-7E5B-9143-8B8C-0F0DC3D0980D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</p:spTree>
    <p:extLst>
      <p:ext uri="{BB962C8B-B14F-4D97-AF65-F5344CB8AC3E}">
        <p14:creationId xmlns:p14="http://schemas.microsoft.com/office/powerpoint/2010/main" val="418633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9.xml"/><Relationship Id="rId4" Type="http://schemas.openxmlformats.org/officeDocument/2006/relationships/image" Target="../media/image8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539304F-5588-4142-A91C-75DA24DEEA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51" t="14812" r="18640" b="22032"/>
          <a:stretch/>
        </p:blipFill>
        <p:spPr>
          <a:xfrm>
            <a:off x="3985437" y="744906"/>
            <a:ext cx="4221125" cy="3264197"/>
          </a:xfrm>
          <a:prstGeom prst="rect">
            <a:avLst/>
          </a:prstGeom>
        </p:spPr>
      </p:pic>
      <p:sp>
        <p:nvSpPr>
          <p:cNvPr id="13" name="object 10">
            <a:extLst>
              <a:ext uri="{FF2B5EF4-FFF2-40B4-BE49-F238E27FC236}">
                <a16:creationId xmlns:a16="http://schemas.microsoft.com/office/drawing/2014/main" id="{EA4DAB1C-F0D2-1F45-80F4-E09A620A6446}"/>
              </a:ext>
            </a:extLst>
          </p:cNvPr>
          <p:cNvSpPr txBox="1"/>
          <p:nvPr/>
        </p:nvSpPr>
        <p:spPr>
          <a:xfrm>
            <a:off x="241160" y="4327383"/>
            <a:ext cx="11705034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3200" dirty="0">
                <a:solidFill>
                  <a:srgbClr val="0D1D2B"/>
                </a:solidFill>
                <a:latin typeface="Bogle"/>
                <a:cs typeface="Bogle"/>
              </a:rPr>
              <a:t>Review Meet: Week 8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3200" dirty="0">
                <a:solidFill>
                  <a:srgbClr val="0D1D2B"/>
                </a:solidFill>
                <a:latin typeface="Bogle"/>
                <a:cs typeface="Bogle"/>
              </a:rPr>
              <a:t>July 16</a:t>
            </a:r>
            <a:r>
              <a:rPr lang="en-US" sz="3200" baseline="30000" dirty="0">
                <a:solidFill>
                  <a:srgbClr val="0D1D2B"/>
                </a:solidFill>
                <a:latin typeface="Bogle"/>
                <a:cs typeface="Bogle"/>
              </a:rPr>
              <a:t>th</a:t>
            </a:r>
            <a:r>
              <a:rPr lang="en-US" sz="3200" dirty="0">
                <a:solidFill>
                  <a:srgbClr val="0D1D2B"/>
                </a:solidFill>
                <a:latin typeface="Bogle"/>
                <a:cs typeface="Bogle"/>
              </a:rPr>
              <a:t>, 2021</a:t>
            </a:r>
            <a:endParaRPr lang="en-US" sz="2800" dirty="0">
              <a:solidFill>
                <a:srgbClr val="0D1D2B"/>
              </a:solidFill>
              <a:latin typeface="Bogle"/>
              <a:cs typeface="Bogle"/>
            </a:endParaRP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endParaRPr lang="en-US" sz="2000" dirty="0">
              <a:solidFill>
                <a:srgbClr val="0D1D2B"/>
              </a:solidFill>
              <a:latin typeface="Bogle"/>
              <a:cs typeface="Bogle"/>
            </a:endParaRP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Name: Rishabh Thapliyal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Mentor: Syed Faraz Ali &amp; Mallikharjuna MV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Manager: Subhasish Misra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A490C6C-A975-45B7-A6A5-2E9F6993F564}"/>
                  </a:ext>
                </a:extLst>
              </p14:cNvPr>
              <p14:cNvContentPartPr/>
              <p14:nvPr/>
            </p14:nvContentPartPr>
            <p14:xfrm>
              <a:off x="368280" y="645804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A490C6C-A975-45B7-A6A5-2E9F6993F5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920" y="64486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1181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1D3FC-09EA-421E-9DF8-3A48AE708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321"/>
            <a:ext cx="10766809" cy="797734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r>
              <a:rPr lang="en-US"/>
              <a:t>Agenda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F1DA11-19E4-4712-ACB6-975862A4A3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840058"/>
              </p:ext>
            </p:extLst>
          </p:nvPr>
        </p:nvGraphicFramePr>
        <p:xfrm>
          <a:off x="712596" y="1497204"/>
          <a:ext cx="10766808" cy="4675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7447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9605D-A20F-449C-9146-C434375C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800853"/>
          </a:xfrm>
        </p:spPr>
        <p:txBody>
          <a:bodyPr>
            <a:normAutofit/>
          </a:bodyPr>
          <a:lstStyle/>
          <a:p>
            <a:r>
              <a:rPr lang="en-US" dirty="0"/>
              <a:t>Recap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1907C1B-AB9B-4289-9595-57D71E08C2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3203690"/>
              </p:ext>
            </p:extLst>
          </p:nvPr>
        </p:nvGraphicFramePr>
        <p:xfrm>
          <a:off x="140678" y="1225899"/>
          <a:ext cx="11595798" cy="5084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37572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29574-2350-41EC-8021-2FC75D444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1142"/>
            <a:ext cx="10515600" cy="579790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/>
              <a:t>All correction list updated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2AD5A-7552-4D44-BBF6-0FB9E080A2C9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b="0" dirty="0"/>
              <a:t>Total words = 8038</a:t>
            </a:r>
          </a:p>
          <a:p>
            <a:r>
              <a:rPr lang="en-US" b="0" dirty="0"/>
              <a:t>Few examples-</a:t>
            </a:r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r>
              <a:rPr lang="en-US" b="0" dirty="0"/>
              <a:t>Hence, I’ll perform lemmatization after applying all corrections.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5BB30C4-A389-484A-B050-E08D0EAF1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650244"/>
              </p:ext>
            </p:extLst>
          </p:nvPr>
        </p:nvGraphicFramePr>
        <p:xfrm>
          <a:off x="1999622" y="2809723"/>
          <a:ext cx="8370277" cy="25603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180544">
                  <a:extLst>
                    <a:ext uri="{9D8B030D-6E8A-4147-A177-3AD203B41FA5}">
                      <a16:colId xmlns:a16="http://schemas.microsoft.com/office/drawing/2014/main" val="3246523022"/>
                    </a:ext>
                  </a:extLst>
                </a:gridCol>
                <a:gridCol w="4189733">
                  <a:extLst>
                    <a:ext uri="{9D8B030D-6E8A-4147-A177-3AD203B41FA5}">
                      <a16:colId xmlns:a16="http://schemas.microsoft.com/office/drawing/2014/main" val="1442327102"/>
                    </a:ext>
                  </a:extLst>
                </a:gridCol>
              </a:tblGrid>
              <a:tr h="36372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Original 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Corrected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923315"/>
                  </a:ext>
                </a:extLst>
              </a:tr>
              <a:tr h="3637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ABALONES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ABALONE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835169"/>
                  </a:ext>
                </a:extLst>
              </a:tr>
              <a:tr h="3637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ABALONE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ABALONE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69366"/>
                  </a:ext>
                </a:extLst>
              </a:tr>
              <a:tr h="3637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YOURS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YOUR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677059"/>
                  </a:ext>
                </a:extLst>
              </a:tr>
              <a:tr h="3637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YOUR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YOUR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642246"/>
                  </a:ext>
                </a:extLst>
              </a:tr>
              <a:tr h="3637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HUGS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HUGS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741494"/>
                  </a:ext>
                </a:extLst>
              </a:tr>
              <a:tr h="3637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HUG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HUGS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465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867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DEE80-A5A4-43BB-9F7E-A30DED5DA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0659"/>
            <a:ext cx="10515600" cy="780757"/>
          </a:xfrm>
        </p:spPr>
        <p:txBody>
          <a:bodyPr/>
          <a:lstStyle/>
          <a:p>
            <a:r>
              <a:rPr lang="en-US" dirty="0"/>
              <a:t>Train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F94B6-7E69-40EF-954F-1342515D6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130686"/>
            <a:ext cx="10977824" cy="204627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US" b="0" dirty="0"/>
              <a:t>Old data had Jaccard similarity around 11%; this decrease can be because of below reasons-</a:t>
            </a:r>
          </a:p>
          <a:p>
            <a:pPr lvl="1"/>
            <a:r>
              <a:rPr lang="en-US" dirty="0"/>
              <a:t>Increase in the total data (Test+Train)</a:t>
            </a:r>
          </a:p>
          <a:p>
            <a:pPr lvl="1"/>
            <a:r>
              <a:rPr lang="en-US" b="0" dirty="0"/>
              <a:t>Earlier it wasn’t clean, so numbers and 2 char words were present</a:t>
            </a:r>
          </a:p>
          <a:p>
            <a:r>
              <a:rPr lang="en-US" dirty="0">
                <a:solidFill>
                  <a:srgbClr val="FF0000"/>
                </a:solidFill>
              </a:rPr>
              <a:t>Conclusion</a:t>
            </a:r>
            <a:r>
              <a:rPr lang="en-US" b="0" dirty="0"/>
              <a:t>: Data augmentation with 2 new entries per observation is good enough.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DA46E66-B68A-4D08-87B1-D0B905BADD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9976868"/>
              </p:ext>
            </p:extLst>
          </p:nvPr>
        </p:nvGraphicFramePr>
        <p:xfrm>
          <a:off x="1508760" y="1303111"/>
          <a:ext cx="8412480" cy="25958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401367">
                  <a:extLst>
                    <a:ext uri="{9D8B030D-6E8A-4147-A177-3AD203B41FA5}">
                      <a16:colId xmlns:a16="http://schemas.microsoft.com/office/drawing/2014/main" val="3828389806"/>
                    </a:ext>
                  </a:extLst>
                </a:gridCol>
                <a:gridCol w="1296237">
                  <a:extLst>
                    <a:ext uri="{9D8B030D-6E8A-4147-A177-3AD203B41FA5}">
                      <a16:colId xmlns:a16="http://schemas.microsoft.com/office/drawing/2014/main" val="838899630"/>
                    </a:ext>
                  </a:extLst>
                </a:gridCol>
                <a:gridCol w="1848897">
                  <a:extLst>
                    <a:ext uri="{9D8B030D-6E8A-4147-A177-3AD203B41FA5}">
                      <a16:colId xmlns:a16="http://schemas.microsoft.com/office/drawing/2014/main" val="2929191382"/>
                    </a:ext>
                  </a:extLst>
                </a:gridCol>
                <a:gridCol w="1865979">
                  <a:extLst>
                    <a:ext uri="{9D8B030D-6E8A-4147-A177-3AD203B41FA5}">
                      <a16:colId xmlns:a16="http://schemas.microsoft.com/office/drawing/2014/main" val="3837223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Jaccard 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Cossine similarity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296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Train_df 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34.31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6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Augmented(n_per_original=2)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672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Augmented(n_per_original=3)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79972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565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Augmented(n_per_original=5)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394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Augmented(n_per_original=10)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148432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10.53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35.3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453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Augmented(n_per_original=2)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69937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10.32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35.28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52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924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CFDA-CB57-4E14-9BCB-204117CD8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6769"/>
            <a:ext cx="10515600" cy="546561"/>
          </a:xfrm>
        </p:spPr>
        <p:txBody>
          <a:bodyPr>
            <a:normAutofit fontScale="90000"/>
          </a:bodyPr>
          <a:lstStyle/>
          <a:p>
            <a:r>
              <a:rPr lang="en-US" dirty="0"/>
              <a:t>Fuzzy TF-IDF matching of FEAT1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207C61F-E429-40C1-93DD-A7E0058287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6369250"/>
              </p:ext>
            </p:extLst>
          </p:nvPr>
        </p:nvGraphicFramePr>
        <p:xfrm>
          <a:off x="716972" y="1367269"/>
          <a:ext cx="804256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191">
                  <a:extLst>
                    <a:ext uri="{9D8B030D-6E8A-4147-A177-3AD203B41FA5}">
                      <a16:colId xmlns:a16="http://schemas.microsoft.com/office/drawing/2014/main" val="3565917646"/>
                    </a:ext>
                  </a:extLst>
                </a:gridCol>
                <a:gridCol w="2701636">
                  <a:extLst>
                    <a:ext uri="{9D8B030D-6E8A-4147-A177-3AD203B41FA5}">
                      <a16:colId xmlns:a16="http://schemas.microsoft.com/office/drawing/2014/main" val="2929747970"/>
                    </a:ext>
                  </a:extLst>
                </a:gridCol>
                <a:gridCol w="1808018">
                  <a:extLst>
                    <a:ext uri="{9D8B030D-6E8A-4147-A177-3AD203B41FA5}">
                      <a16:colId xmlns:a16="http://schemas.microsoft.com/office/drawing/2014/main" val="1008622269"/>
                    </a:ext>
                  </a:extLst>
                </a:gridCol>
                <a:gridCol w="1693719">
                  <a:extLst>
                    <a:ext uri="{9D8B030D-6E8A-4147-A177-3AD203B41FA5}">
                      <a16:colId xmlns:a16="http://schemas.microsoft.com/office/drawing/2014/main" val="4111887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Observations matched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TF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TF variety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639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&gt;=90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476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&gt;=80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8453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97.27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98.37</a:t>
                      </a: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116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&gt;=70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32521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94.75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96.54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373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&gt;=60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109061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89.68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91.24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88018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&gt;=50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223808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81.69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0169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66584D6-24C0-465A-8410-AD302388F18A}"/>
              </a:ext>
            </a:extLst>
          </p:cNvPr>
          <p:cNvSpPr txBox="1"/>
          <p:nvPr/>
        </p:nvSpPr>
        <p:spPr>
          <a:xfrm>
            <a:off x="716972" y="6107162"/>
            <a:ext cx="10758056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Conclusion</a:t>
            </a:r>
            <a:r>
              <a:rPr lang="en-US" dirty="0"/>
              <a:t>: I’ll take my ration as greater than and equal to 70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C619A-D6B0-4713-80F7-1B38EE10BF20}"/>
              </a:ext>
            </a:extLst>
          </p:cNvPr>
          <p:cNvSpPr txBox="1"/>
          <p:nvPr/>
        </p:nvSpPr>
        <p:spPr>
          <a:xfrm>
            <a:off x="8998795" y="1602626"/>
            <a:ext cx="2476233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fuzzy Tfidf match-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Partial = False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Ratio = sort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Trust factor-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Partial token set ratio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F464DFE-EE2B-47D5-BB0E-BA9F0D621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158977"/>
              </p:ext>
            </p:extLst>
          </p:nvPr>
        </p:nvGraphicFramePr>
        <p:xfrm>
          <a:off x="676275" y="4275178"/>
          <a:ext cx="10798753" cy="165100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386658">
                  <a:extLst>
                    <a:ext uri="{9D8B030D-6E8A-4147-A177-3AD203B41FA5}">
                      <a16:colId xmlns:a16="http://schemas.microsoft.com/office/drawing/2014/main" val="515348064"/>
                    </a:ext>
                  </a:extLst>
                </a:gridCol>
                <a:gridCol w="8145083">
                  <a:extLst>
                    <a:ext uri="{9D8B030D-6E8A-4147-A177-3AD203B41FA5}">
                      <a16:colId xmlns:a16="http://schemas.microsoft.com/office/drawing/2014/main" val="2962953335"/>
                    </a:ext>
                  </a:extLst>
                </a:gridCol>
                <a:gridCol w="1267012">
                  <a:extLst>
                    <a:ext uri="{9D8B030D-6E8A-4147-A177-3AD203B41FA5}">
                      <a16:colId xmlns:a16="http://schemas.microsoft.com/office/drawing/2014/main" val="4091123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698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CUSTOMER ORDERED PROGRAM COP 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LEATHER LEAF </a:t>
                      </a:r>
                      <a:r>
                        <a:rPr lang="en-US" dirty="0"/>
                        <a:t>CUSTOMER ORDER PROGRAM FLORAL 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MISC FLORAL </a:t>
                      </a:r>
                      <a:r>
                        <a:rPr lang="en-US" dirty="0"/>
                        <a:t>CUSTOMER ORDER PROGRAM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7775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CUSTOMER ORDERED PROGRAM COP 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HYDRG BLUE </a:t>
                      </a:r>
                      <a:r>
                        <a:rPr lang="en-US" dirty="0"/>
                        <a:t>CUSTOMER ORDER PROGRAM FLORAL CONSUMER 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BUNCH  SHOPPER BUNCH EVERYDAY </a:t>
                      </a:r>
                      <a:r>
                        <a:rPr lang="en-US" dirty="0"/>
                        <a:t>CUSTOMER ORDER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20080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C0240E9-CBB7-4076-A5DB-6594704A5514}"/>
              </a:ext>
            </a:extLst>
          </p:cNvPr>
          <p:cNvSpPr txBox="1"/>
          <p:nvPr/>
        </p:nvSpPr>
        <p:spPr>
          <a:xfrm>
            <a:off x="676275" y="3877378"/>
            <a:ext cx="263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:-</a:t>
            </a:r>
          </a:p>
        </p:txBody>
      </p:sp>
    </p:spTree>
    <p:extLst>
      <p:ext uri="{BB962C8B-B14F-4D97-AF65-F5344CB8AC3E}">
        <p14:creationId xmlns:p14="http://schemas.microsoft.com/office/powerpoint/2010/main" val="3184851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E7B63-E3A4-42C2-9211-3417244C9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42900"/>
            <a:ext cx="10515600" cy="581232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Finalizing the optimizer for LR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FCEB39-3D35-4B46-8FEA-B6B8352E1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8757"/>
              </p:ext>
            </p:extLst>
          </p:nvPr>
        </p:nvGraphicFramePr>
        <p:xfrm>
          <a:off x="457201" y="1599883"/>
          <a:ext cx="11180618" cy="2535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408">
                  <a:extLst>
                    <a:ext uri="{9D8B030D-6E8A-4147-A177-3AD203B41FA5}">
                      <a16:colId xmlns:a16="http://schemas.microsoft.com/office/drawing/2014/main" val="4109622592"/>
                    </a:ext>
                  </a:extLst>
                </a:gridCol>
                <a:gridCol w="1574509">
                  <a:extLst>
                    <a:ext uri="{9D8B030D-6E8A-4147-A177-3AD203B41FA5}">
                      <a16:colId xmlns:a16="http://schemas.microsoft.com/office/drawing/2014/main" val="3012188933"/>
                    </a:ext>
                  </a:extLst>
                </a:gridCol>
                <a:gridCol w="849371">
                  <a:extLst>
                    <a:ext uri="{9D8B030D-6E8A-4147-A177-3AD203B41FA5}">
                      <a16:colId xmlns:a16="http://schemas.microsoft.com/office/drawing/2014/main" val="2202877708"/>
                    </a:ext>
                  </a:extLst>
                </a:gridCol>
                <a:gridCol w="631050">
                  <a:extLst>
                    <a:ext uri="{9D8B030D-6E8A-4147-A177-3AD203B41FA5}">
                      <a16:colId xmlns:a16="http://schemas.microsoft.com/office/drawing/2014/main" val="1220529161"/>
                    </a:ext>
                  </a:extLst>
                </a:gridCol>
                <a:gridCol w="1065094">
                  <a:extLst>
                    <a:ext uri="{9D8B030D-6E8A-4147-A177-3AD203B41FA5}">
                      <a16:colId xmlns:a16="http://schemas.microsoft.com/office/drawing/2014/main" val="1109790834"/>
                    </a:ext>
                  </a:extLst>
                </a:gridCol>
                <a:gridCol w="927342">
                  <a:extLst>
                    <a:ext uri="{9D8B030D-6E8A-4147-A177-3AD203B41FA5}">
                      <a16:colId xmlns:a16="http://schemas.microsoft.com/office/drawing/2014/main" val="2968858806"/>
                    </a:ext>
                  </a:extLst>
                </a:gridCol>
                <a:gridCol w="981924">
                  <a:extLst>
                    <a:ext uri="{9D8B030D-6E8A-4147-A177-3AD203B41FA5}">
                      <a16:colId xmlns:a16="http://schemas.microsoft.com/office/drawing/2014/main" val="906497963"/>
                    </a:ext>
                  </a:extLst>
                </a:gridCol>
                <a:gridCol w="836377">
                  <a:extLst>
                    <a:ext uri="{9D8B030D-6E8A-4147-A177-3AD203B41FA5}">
                      <a16:colId xmlns:a16="http://schemas.microsoft.com/office/drawing/2014/main" val="89945823"/>
                    </a:ext>
                  </a:extLst>
                </a:gridCol>
                <a:gridCol w="761004">
                  <a:extLst>
                    <a:ext uri="{9D8B030D-6E8A-4147-A177-3AD203B41FA5}">
                      <a16:colId xmlns:a16="http://schemas.microsoft.com/office/drawing/2014/main" val="3224681592"/>
                    </a:ext>
                  </a:extLst>
                </a:gridCol>
                <a:gridCol w="1509530">
                  <a:extLst>
                    <a:ext uri="{9D8B030D-6E8A-4147-A177-3AD203B41FA5}">
                      <a16:colId xmlns:a16="http://schemas.microsoft.com/office/drawing/2014/main" val="2819833925"/>
                    </a:ext>
                  </a:extLst>
                </a:gridCol>
                <a:gridCol w="748009">
                  <a:extLst>
                    <a:ext uri="{9D8B030D-6E8A-4147-A177-3AD203B41FA5}">
                      <a16:colId xmlns:a16="http://schemas.microsoft.com/office/drawing/2014/main" val="1038606782"/>
                    </a:ext>
                  </a:extLst>
                </a:gridCol>
              </a:tblGrid>
              <a:tr h="6339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Pre-processing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Data augmentation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Model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max iter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Random state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penalty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Solver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TF cat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TF var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comment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Time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/>
                </a:tc>
                <a:extLst>
                  <a:ext uri="{0D108BD9-81ED-4DB2-BD59-A6C34878D82A}">
                    <a16:rowId xmlns:a16="http://schemas.microsoft.com/office/drawing/2014/main" val="709665339"/>
                  </a:ext>
                </a:extLst>
              </a:tr>
              <a:tr h="6339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Yes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70098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Voting hard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100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42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l1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saga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73.32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80.63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convergence warning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12 min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034098"/>
                  </a:ext>
                </a:extLst>
              </a:tr>
              <a:tr h="6339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Yes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70098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Voting hard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100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42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l2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 err="1">
                          <a:effectLst/>
                        </a:rPr>
                        <a:t>lbfgs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70.03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81.08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convergence warning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7 min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219703"/>
                  </a:ext>
                </a:extLst>
              </a:tr>
              <a:tr h="6339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Yes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70098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Voting hard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100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42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l2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liblinear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66.8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80.02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>
                          <a:effectLst/>
                        </a:rPr>
                        <a:t>Converged!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3 min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33" marR="11733" marT="11733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9563014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38648F7-5CAD-4290-AA8C-ED542A3DC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4988296"/>
            <a:ext cx="11180617" cy="94557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0" dirty="0">
                <a:solidFill>
                  <a:srgbClr val="FF0000"/>
                </a:solidFill>
              </a:rPr>
              <a:t>Conclusion</a:t>
            </a:r>
            <a:r>
              <a:rPr lang="en-US" b="0" dirty="0"/>
              <a:t>: Use </a:t>
            </a:r>
            <a:r>
              <a:rPr lang="en-US" b="0" dirty="0" err="1"/>
              <a:t>lbfgs</a:t>
            </a:r>
            <a:r>
              <a:rPr lang="en-US" b="0" dirty="0"/>
              <a:t> as the optimization algorithm to minimize the loss function.</a:t>
            </a:r>
          </a:p>
        </p:txBody>
      </p:sp>
    </p:spTree>
    <p:extLst>
      <p:ext uri="{BB962C8B-B14F-4D97-AF65-F5344CB8AC3E}">
        <p14:creationId xmlns:p14="http://schemas.microsoft.com/office/powerpoint/2010/main" val="3741921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82FB6-B303-4584-A6BC-2B584BAA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4707"/>
            <a:ext cx="10515600" cy="499403"/>
          </a:xfrm>
        </p:spPr>
        <p:txBody>
          <a:bodyPr>
            <a:normAutofit fontScale="90000"/>
          </a:bodyPr>
          <a:lstStyle/>
          <a:p>
            <a:r>
              <a:rPr lang="en-US" dirty="0"/>
              <a:t>Voting Hard Classifier: RF+LR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D79EBC-8CB0-4FF5-9FE5-45E33780CF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3190915"/>
              </p:ext>
            </p:extLst>
          </p:nvPr>
        </p:nvGraphicFramePr>
        <p:xfrm>
          <a:off x="457199" y="1544272"/>
          <a:ext cx="1106825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2603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2D2E7-BEAA-4EA4-941F-0E2014F95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599887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 for FastText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3390BB8-04E9-4F97-BADC-DCE17C1E09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439418"/>
              </p:ext>
            </p:extLst>
          </p:nvPr>
        </p:nvGraphicFramePr>
        <p:xfrm>
          <a:off x="538656" y="1426232"/>
          <a:ext cx="1111468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4896">
                  <a:extLst>
                    <a:ext uri="{9D8B030D-6E8A-4147-A177-3AD203B41FA5}">
                      <a16:colId xmlns:a16="http://schemas.microsoft.com/office/drawing/2014/main" val="1719442785"/>
                    </a:ext>
                  </a:extLst>
                </a:gridCol>
                <a:gridCol w="3704896">
                  <a:extLst>
                    <a:ext uri="{9D8B030D-6E8A-4147-A177-3AD203B41FA5}">
                      <a16:colId xmlns:a16="http://schemas.microsoft.com/office/drawing/2014/main" val="3028470554"/>
                    </a:ext>
                  </a:extLst>
                </a:gridCol>
                <a:gridCol w="3704896">
                  <a:extLst>
                    <a:ext uri="{9D8B030D-6E8A-4147-A177-3AD203B41FA5}">
                      <a16:colId xmlns:a16="http://schemas.microsoft.com/office/drawing/2014/main" val="1231077953"/>
                    </a:ext>
                  </a:extLst>
                </a:gridCol>
              </a:tblGrid>
              <a:tr h="3654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Attempt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TF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TF variety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153381"/>
                  </a:ext>
                </a:extLst>
              </a:tr>
              <a:tr h="3654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63.77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930267"/>
                  </a:ext>
                </a:extLst>
              </a:tr>
              <a:tr h="3654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762364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84875683-730A-474F-9732-A17CE7979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165946"/>
              </p:ext>
            </p:extLst>
          </p:nvPr>
        </p:nvGraphicFramePr>
        <p:xfrm>
          <a:off x="2032000" y="3151561"/>
          <a:ext cx="8128000" cy="1366752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5143936">
                  <a:extLst>
                    <a:ext uri="{9D8B030D-6E8A-4147-A177-3AD203B41FA5}">
                      <a16:colId xmlns:a16="http://schemas.microsoft.com/office/drawing/2014/main" val="2269611716"/>
                    </a:ext>
                  </a:extLst>
                </a:gridCol>
                <a:gridCol w="2984064">
                  <a:extLst>
                    <a:ext uri="{9D8B030D-6E8A-4147-A177-3AD203B41FA5}">
                      <a16:colId xmlns:a16="http://schemas.microsoft.com/office/drawing/2014/main" val="1001735868"/>
                    </a:ext>
                  </a:extLst>
                </a:gridCol>
              </a:tblGrid>
              <a:tr h="455584">
                <a:tc>
                  <a:txBody>
                    <a:bodyPr/>
                    <a:lstStyle/>
                    <a:p>
                      <a:r>
                        <a:rPr lang="en-US" dirty="0"/>
                        <a:t>No. of observations with different predicted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73597 (~30% of the test data)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721166"/>
                  </a:ext>
                </a:extLst>
              </a:tr>
              <a:tr h="455584">
                <a:tc>
                  <a:txBody>
                    <a:bodyPr/>
                    <a:lstStyle/>
                    <a:p>
                      <a:r>
                        <a:rPr lang="en-US" dirty="0"/>
                        <a:t>No. of observations with different </a:t>
                      </a:r>
                      <a:r>
                        <a:rPr lang="en-US" dirty="0" err="1"/>
                        <a:t>predicte</a:t>
                      </a:r>
                      <a:r>
                        <a:rPr lang="en-US" dirty="0"/>
                        <a:t>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58737 (~24% of the test data)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5432"/>
                  </a:ext>
                </a:extLst>
              </a:tr>
              <a:tr h="455584">
                <a:tc>
                  <a:txBody>
                    <a:bodyPr/>
                    <a:lstStyle/>
                    <a:p>
                      <a:r>
                        <a:rPr lang="en-US" dirty="0"/>
                        <a:t>No. of observations with different predicted 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73291 (~30% of the test data)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116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026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58F08-BB07-4145-B3AD-DF4DB120B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 ahead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95294-FE7F-4795-A57C-FF7DC6402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Prepare for final presentation.</a:t>
            </a:r>
          </a:p>
        </p:txBody>
      </p:sp>
    </p:spTree>
    <p:extLst>
      <p:ext uri="{BB962C8B-B14F-4D97-AF65-F5344CB8AC3E}">
        <p14:creationId xmlns:p14="http://schemas.microsoft.com/office/powerpoint/2010/main" val="3961796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1164D6-40F2-455A-8550-3D0FB9E82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7669" y="1734206"/>
            <a:ext cx="9144000" cy="1828308"/>
          </a:xfrm>
        </p:spPr>
        <p:txBody>
          <a:bodyPr anchor="b"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YOU!!</a:t>
            </a:r>
          </a:p>
        </p:txBody>
      </p:sp>
      <p:sp>
        <p:nvSpPr>
          <p:cNvPr id="6" name="Smiley Face 5">
            <a:extLst>
              <a:ext uri="{FF2B5EF4-FFF2-40B4-BE49-F238E27FC236}">
                <a16:creationId xmlns:a16="http://schemas.microsoft.com/office/drawing/2014/main" id="{894CD6D7-1743-477C-8AD3-1DDFC3655A69}"/>
              </a:ext>
            </a:extLst>
          </p:cNvPr>
          <p:cNvSpPr/>
          <p:nvPr/>
        </p:nvSpPr>
        <p:spPr>
          <a:xfrm>
            <a:off x="8996854" y="2483069"/>
            <a:ext cx="830318" cy="945931"/>
          </a:xfrm>
          <a:prstGeom prst="smileyFace">
            <a:avLst/>
          </a:prstGeom>
          <a:ln>
            <a:solidFill>
              <a:schemeClr val="tx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8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theme/theme1.xml><?xml version="1.0" encoding="utf-8"?>
<a:theme xmlns:a="http://schemas.openxmlformats.org/drawingml/2006/main" name="3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NSHIP_PROBLEM_ST" id="{8279EBB3-F219-4D6B-B1FE-9FC8070B3CDF}" vid="{E0080AE4-36E4-4291-AA28-B1FB49952848}"/>
    </a:ext>
  </a:extLst>
</a:theme>
</file>

<file path=ppt/theme/theme3.xml><?xml version="1.0" encoding="utf-8"?>
<a:theme xmlns:a="http://schemas.openxmlformats.org/drawingml/2006/main" name="1_Default Design">
  <a:themeElements>
    <a:clrScheme name="Labs">
      <a:dk1>
        <a:srgbClr val="000000"/>
      </a:dk1>
      <a:lt1>
        <a:srgbClr val="FFFFFF"/>
      </a:lt1>
      <a:dk2>
        <a:srgbClr val="004C91"/>
      </a:dk2>
      <a:lt2>
        <a:srgbClr val="EEECE1"/>
      </a:lt2>
      <a:accent1>
        <a:srgbClr val="32ADE4"/>
      </a:accent1>
      <a:accent2>
        <a:srgbClr val="FEC221"/>
      </a:accent2>
      <a:accent3>
        <a:srgbClr val="63BF78"/>
      </a:accent3>
      <a:accent4>
        <a:srgbClr val="D952D4"/>
      </a:accent4>
      <a:accent5>
        <a:srgbClr val="7D7F7D"/>
      </a:accent5>
      <a:accent6>
        <a:srgbClr val="2D2751"/>
      </a:accent6>
      <a:hlink>
        <a:srgbClr val="0000FF"/>
      </a:hlink>
      <a:folHlink>
        <a:srgbClr val="800080"/>
      </a:folHlink>
    </a:clrScheme>
    <a:fontScheme name="Custom 1">
      <a:majorFont>
        <a:latin typeface="Century Gothic"/>
        <a:ea typeface="Microsoft YaHei"/>
        <a:cs typeface=""/>
      </a:majorFont>
      <a:minorFont>
        <a:latin typeface="Calibri Light"/>
        <a:ea typeface="Microsoft YaHei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NTERNSHIP_PROBLEM_ST" id="{8279EBB3-F219-4D6B-B1FE-9FC8070B3CDF}" vid="{61ECD3CE-E5FD-4978-BD49-655725F41B92}"/>
    </a:ext>
  </a:extLst>
</a:theme>
</file>

<file path=ppt/theme/theme4.xml><?xml version="1.0" encoding="utf-8"?>
<a:theme xmlns:a="http://schemas.openxmlformats.org/drawingml/2006/main" name="5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NSHIP_PROBLEM_ST" id="{8279EBB3-F219-4D6B-B1FE-9FC8070B3CDF}" vid="{E0080AE4-36E4-4291-AA28-B1FB49952848}"/>
    </a:ext>
  </a:extLst>
</a:theme>
</file>

<file path=ppt/theme/theme5.xml><?xml version="1.0" encoding="utf-8"?>
<a:theme xmlns:a="http://schemas.openxmlformats.org/drawingml/2006/main" name="2_Default Design">
  <a:themeElements>
    <a:clrScheme name="Labs">
      <a:dk1>
        <a:srgbClr val="000000"/>
      </a:dk1>
      <a:lt1>
        <a:srgbClr val="FFFFFF"/>
      </a:lt1>
      <a:dk2>
        <a:srgbClr val="004C91"/>
      </a:dk2>
      <a:lt2>
        <a:srgbClr val="EEECE1"/>
      </a:lt2>
      <a:accent1>
        <a:srgbClr val="32ADE4"/>
      </a:accent1>
      <a:accent2>
        <a:srgbClr val="FEC221"/>
      </a:accent2>
      <a:accent3>
        <a:srgbClr val="63BF78"/>
      </a:accent3>
      <a:accent4>
        <a:srgbClr val="D952D4"/>
      </a:accent4>
      <a:accent5>
        <a:srgbClr val="7D7F7D"/>
      </a:accent5>
      <a:accent6>
        <a:srgbClr val="2D2751"/>
      </a:accent6>
      <a:hlink>
        <a:srgbClr val="0000FF"/>
      </a:hlink>
      <a:folHlink>
        <a:srgbClr val="800080"/>
      </a:folHlink>
    </a:clrScheme>
    <a:fontScheme name="Custom 1">
      <a:majorFont>
        <a:latin typeface="Century Gothic"/>
        <a:ea typeface="Microsoft YaHei"/>
        <a:cs typeface=""/>
      </a:majorFont>
      <a:minorFont>
        <a:latin typeface="Calibri Light"/>
        <a:ea typeface="Microsoft YaHei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NTERNSHIP_PROBLEM_ST" id="{8279EBB3-F219-4D6B-B1FE-9FC8070B3CDF}" vid="{61ECD3CE-E5FD-4978-BD49-655725F41B92}"/>
    </a:ext>
  </a:extLst>
</a:theme>
</file>

<file path=ppt/theme/theme6.xml><?xml version="1.0" encoding="utf-8"?>
<a:theme xmlns:a="http://schemas.openxmlformats.org/drawingml/2006/main" name="Cover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55703</TotalTime>
  <Words>663</Words>
  <Application>Microsoft Office PowerPoint</Application>
  <PresentationFormat>Widescreen</PresentationFormat>
  <Paragraphs>220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Arial</vt:lpstr>
      <vt:lpstr>Bogle</vt:lpstr>
      <vt:lpstr>Calibri</vt:lpstr>
      <vt:lpstr>Calibri Light</vt:lpstr>
      <vt:lpstr>Estrangelo Edessa</vt:lpstr>
      <vt:lpstr>Lato Light</vt:lpstr>
      <vt:lpstr>Times</vt:lpstr>
      <vt:lpstr>3_Intl_Theme_Slide</vt:lpstr>
      <vt:lpstr>4_Intl_Theme_Slide</vt:lpstr>
      <vt:lpstr>1_Default Design</vt:lpstr>
      <vt:lpstr>5_Intl_Theme_Slide</vt:lpstr>
      <vt:lpstr>2_Default Design</vt:lpstr>
      <vt:lpstr>Cover_Slide</vt:lpstr>
      <vt:lpstr>PowerPoint Presentation</vt:lpstr>
      <vt:lpstr>Agenda</vt:lpstr>
      <vt:lpstr>Recap</vt:lpstr>
      <vt:lpstr>All correction list updated</vt:lpstr>
      <vt:lpstr>Train data</vt:lpstr>
      <vt:lpstr>Fuzzy TF-IDF matching of FEAT1</vt:lpstr>
      <vt:lpstr>Finalizing the optimizer for LR</vt:lpstr>
      <vt:lpstr>Voting Hard Classifier: RF+LR</vt:lpstr>
      <vt:lpstr>Results for FastText</vt:lpstr>
      <vt:lpstr>Way ahead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Rishabh Thapliyal</dc:creator>
  <cp:lastModifiedBy>Rishabh Thapliyal</cp:lastModifiedBy>
  <cp:revision>44</cp:revision>
  <dcterms:created xsi:type="dcterms:W3CDTF">2021-05-25T05:51:37Z</dcterms:created>
  <dcterms:modified xsi:type="dcterms:W3CDTF">2021-07-17T07:21:19Z</dcterms:modified>
</cp:coreProperties>
</file>