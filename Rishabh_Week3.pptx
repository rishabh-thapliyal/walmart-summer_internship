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2" r:id="rId2"/>
    <p:sldMasterId id="2147483682" r:id="rId3"/>
    <p:sldMasterId id="2147483713" r:id="rId4"/>
    <p:sldMasterId id="2147483722" r:id="rId5"/>
    <p:sldMasterId id="2147483661" r:id="rId6"/>
  </p:sldMasterIdLst>
  <p:notesMasterIdLst>
    <p:notesMasterId r:id="rId18"/>
  </p:notesMasterIdLst>
  <p:sldIdLst>
    <p:sldId id="319" r:id="rId7"/>
    <p:sldId id="317" r:id="rId8"/>
    <p:sldId id="320" r:id="rId9"/>
    <p:sldId id="321" r:id="rId10"/>
    <p:sldId id="322" r:id="rId11"/>
    <p:sldId id="323" r:id="rId12"/>
    <p:sldId id="325" r:id="rId13"/>
    <p:sldId id="326" r:id="rId14"/>
    <p:sldId id="328" r:id="rId15"/>
    <p:sldId id="329" r:id="rId16"/>
    <p:sldId id="32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9E7"/>
    <a:srgbClr val="F47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88317" autoAdjust="0"/>
  </p:normalViewPr>
  <p:slideViewPr>
    <p:cSldViewPr snapToGrid="0">
      <p:cViewPr varScale="1">
        <p:scale>
          <a:sx n="74" d="100"/>
          <a:sy n="74" d="100"/>
        </p:scale>
        <p:origin x="7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Thapliyal" userId="368b16fe-05c0-4215-83a5-b415b40e56f1" providerId="ADAL" clId="{BEDD173B-7884-428F-9442-D1B73D9916C1}"/>
    <pc:docChg chg="undo custSel addSld delSld">
      <pc:chgData name="Rishabh Thapliyal" userId="368b16fe-05c0-4215-83a5-b415b40e56f1" providerId="ADAL" clId="{BEDD173B-7884-428F-9442-D1B73D9916C1}" dt="2021-06-18T10:53:28.288" v="82" actId="47"/>
      <pc:docMkLst>
        <pc:docMk/>
      </pc:docMkLst>
      <pc:sldChg chg="add del">
        <pc:chgData name="Rishabh Thapliyal" userId="368b16fe-05c0-4215-83a5-b415b40e56f1" providerId="ADAL" clId="{BEDD173B-7884-428F-9442-D1B73D9916C1}" dt="2021-06-18T10:53:18.812" v="71" actId="47"/>
        <pc:sldMkLst>
          <pc:docMk/>
          <pc:sldMk cId="22216773" sldId="317"/>
        </pc:sldMkLst>
      </pc:sldChg>
      <pc:sldChg chg="add del">
        <pc:chgData name="Rishabh Thapliyal" userId="368b16fe-05c0-4215-83a5-b415b40e56f1" providerId="ADAL" clId="{BEDD173B-7884-428F-9442-D1B73D9916C1}" dt="2021-06-18T10:53:19.411" v="72" actId="47"/>
        <pc:sldMkLst>
          <pc:docMk/>
          <pc:sldMk cId="977677292" sldId="320"/>
        </pc:sldMkLst>
      </pc:sldChg>
      <pc:sldChg chg="add del">
        <pc:chgData name="Rishabh Thapliyal" userId="368b16fe-05c0-4215-83a5-b415b40e56f1" providerId="ADAL" clId="{BEDD173B-7884-428F-9442-D1B73D9916C1}" dt="2021-06-18T10:53:19.927" v="73" actId="47"/>
        <pc:sldMkLst>
          <pc:docMk/>
          <pc:sldMk cId="4048344356" sldId="321"/>
        </pc:sldMkLst>
      </pc:sldChg>
      <pc:sldChg chg="add del">
        <pc:chgData name="Rishabh Thapliyal" userId="368b16fe-05c0-4215-83a5-b415b40e56f1" providerId="ADAL" clId="{BEDD173B-7884-428F-9442-D1B73D9916C1}" dt="2021-06-18T10:53:20.464" v="74" actId="47"/>
        <pc:sldMkLst>
          <pc:docMk/>
          <pc:sldMk cId="1407292537" sldId="322"/>
        </pc:sldMkLst>
      </pc:sldChg>
      <pc:sldChg chg="add del">
        <pc:chgData name="Rishabh Thapliyal" userId="368b16fe-05c0-4215-83a5-b415b40e56f1" providerId="ADAL" clId="{BEDD173B-7884-428F-9442-D1B73D9916C1}" dt="2021-06-18T10:53:20.994" v="75" actId="47"/>
        <pc:sldMkLst>
          <pc:docMk/>
          <pc:sldMk cId="334685687" sldId="323"/>
        </pc:sldMkLst>
      </pc:sldChg>
      <pc:sldChg chg="add del">
        <pc:chgData name="Rishabh Thapliyal" userId="368b16fe-05c0-4215-83a5-b415b40e56f1" providerId="ADAL" clId="{BEDD173B-7884-428F-9442-D1B73D9916C1}" dt="2021-06-18T10:53:21.512" v="76" actId="47"/>
        <pc:sldMkLst>
          <pc:docMk/>
          <pc:sldMk cId="631878985" sldId="325"/>
        </pc:sldMkLst>
      </pc:sldChg>
      <pc:sldChg chg="add del">
        <pc:chgData name="Rishabh Thapliyal" userId="368b16fe-05c0-4215-83a5-b415b40e56f1" providerId="ADAL" clId="{BEDD173B-7884-428F-9442-D1B73D9916C1}" dt="2021-06-18T10:53:22.226" v="77" actId="47"/>
        <pc:sldMkLst>
          <pc:docMk/>
          <pc:sldMk cId="2972285356" sldId="326"/>
        </pc:sldMkLst>
      </pc:sldChg>
      <pc:sldChg chg="add del">
        <pc:chgData name="Rishabh Thapliyal" userId="368b16fe-05c0-4215-83a5-b415b40e56f1" providerId="ADAL" clId="{BEDD173B-7884-428F-9442-D1B73D9916C1}" dt="2021-06-18T10:53:24.900" v="80" actId="47"/>
        <pc:sldMkLst>
          <pc:docMk/>
          <pc:sldMk cId="2959315682" sldId="327"/>
        </pc:sldMkLst>
      </pc:sldChg>
      <pc:sldChg chg="add del">
        <pc:chgData name="Rishabh Thapliyal" userId="368b16fe-05c0-4215-83a5-b415b40e56f1" providerId="ADAL" clId="{BEDD173B-7884-428F-9442-D1B73D9916C1}" dt="2021-06-18T10:53:22.832" v="78" actId="47"/>
        <pc:sldMkLst>
          <pc:docMk/>
          <pc:sldMk cId="2240116530" sldId="328"/>
        </pc:sldMkLst>
      </pc:sldChg>
      <pc:sldChg chg="add del">
        <pc:chgData name="Rishabh Thapliyal" userId="368b16fe-05c0-4215-83a5-b415b40e56f1" providerId="ADAL" clId="{BEDD173B-7884-428F-9442-D1B73D9916C1}" dt="2021-06-18T10:53:23.919" v="79" actId="47"/>
        <pc:sldMkLst>
          <pc:docMk/>
          <pc:sldMk cId="4086613967" sldId="329"/>
        </pc:sldMkLst>
      </pc:sldChg>
      <pc:sldChg chg="del">
        <pc:chgData name="Rishabh Thapliyal" userId="368b16fe-05c0-4215-83a5-b415b40e56f1" providerId="ADAL" clId="{BEDD173B-7884-428F-9442-D1B73D9916C1}" dt="2021-06-18T10:53:03.410" v="0" actId="47"/>
        <pc:sldMkLst>
          <pc:docMk/>
          <pc:sldMk cId="1192313093" sldId="330"/>
        </pc:sldMkLst>
      </pc:sldChg>
      <pc:sldChg chg="del">
        <pc:chgData name="Rishabh Thapliyal" userId="368b16fe-05c0-4215-83a5-b415b40e56f1" providerId="ADAL" clId="{BEDD173B-7884-428F-9442-D1B73D9916C1}" dt="2021-06-18T10:53:04.067" v="2" actId="47"/>
        <pc:sldMkLst>
          <pc:docMk/>
          <pc:sldMk cId="3796789212" sldId="332"/>
        </pc:sldMkLst>
      </pc:sldChg>
      <pc:sldChg chg="del">
        <pc:chgData name="Rishabh Thapliyal" userId="368b16fe-05c0-4215-83a5-b415b40e56f1" providerId="ADAL" clId="{BEDD173B-7884-428F-9442-D1B73D9916C1}" dt="2021-06-18T10:53:04.495" v="3" actId="47"/>
        <pc:sldMkLst>
          <pc:docMk/>
          <pc:sldMk cId="2283266517" sldId="333"/>
        </pc:sldMkLst>
      </pc:sldChg>
      <pc:sldChg chg="del">
        <pc:chgData name="Rishabh Thapliyal" userId="368b16fe-05c0-4215-83a5-b415b40e56f1" providerId="ADAL" clId="{BEDD173B-7884-428F-9442-D1B73D9916C1}" dt="2021-06-18T10:53:04.721" v="4" actId="47"/>
        <pc:sldMkLst>
          <pc:docMk/>
          <pc:sldMk cId="964545547" sldId="334"/>
        </pc:sldMkLst>
      </pc:sldChg>
      <pc:sldChg chg="del">
        <pc:chgData name="Rishabh Thapliyal" userId="368b16fe-05c0-4215-83a5-b415b40e56f1" providerId="ADAL" clId="{BEDD173B-7884-428F-9442-D1B73D9916C1}" dt="2021-06-18T10:53:04.967" v="5" actId="47"/>
        <pc:sldMkLst>
          <pc:docMk/>
          <pc:sldMk cId="1060196117" sldId="335"/>
        </pc:sldMkLst>
      </pc:sldChg>
      <pc:sldChg chg="del">
        <pc:chgData name="Rishabh Thapliyal" userId="368b16fe-05c0-4215-83a5-b415b40e56f1" providerId="ADAL" clId="{BEDD173B-7884-428F-9442-D1B73D9916C1}" dt="2021-06-18T10:53:05.154" v="6" actId="47"/>
        <pc:sldMkLst>
          <pc:docMk/>
          <pc:sldMk cId="572959137" sldId="336"/>
        </pc:sldMkLst>
      </pc:sldChg>
      <pc:sldChg chg="del">
        <pc:chgData name="Rishabh Thapliyal" userId="368b16fe-05c0-4215-83a5-b415b40e56f1" providerId="ADAL" clId="{BEDD173B-7884-428F-9442-D1B73D9916C1}" dt="2021-06-18T10:53:05.336" v="7" actId="47"/>
        <pc:sldMkLst>
          <pc:docMk/>
          <pc:sldMk cId="3315759141" sldId="337"/>
        </pc:sldMkLst>
      </pc:sldChg>
      <pc:sldChg chg="del">
        <pc:chgData name="Rishabh Thapliyal" userId="368b16fe-05c0-4215-83a5-b415b40e56f1" providerId="ADAL" clId="{BEDD173B-7884-428F-9442-D1B73D9916C1}" dt="2021-06-18T10:53:05.540" v="8" actId="47"/>
        <pc:sldMkLst>
          <pc:docMk/>
          <pc:sldMk cId="3737954770" sldId="338"/>
        </pc:sldMkLst>
      </pc:sldChg>
      <pc:sldChg chg="del">
        <pc:chgData name="Rishabh Thapliyal" userId="368b16fe-05c0-4215-83a5-b415b40e56f1" providerId="ADAL" clId="{BEDD173B-7884-428F-9442-D1B73D9916C1}" dt="2021-06-18T10:53:05.648" v="9" actId="47"/>
        <pc:sldMkLst>
          <pc:docMk/>
          <pc:sldMk cId="3262042601" sldId="339"/>
        </pc:sldMkLst>
      </pc:sldChg>
      <pc:sldChg chg="del">
        <pc:chgData name="Rishabh Thapliyal" userId="368b16fe-05c0-4215-83a5-b415b40e56f1" providerId="ADAL" clId="{BEDD173B-7884-428F-9442-D1B73D9916C1}" dt="2021-06-18T10:53:05.939" v="10" actId="47"/>
        <pc:sldMkLst>
          <pc:docMk/>
          <pc:sldMk cId="1843164710" sldId="340"/>
        </pc:sldMkLst>
      </pc:sldChg>
      <pc:sldChg chg="del">
        <pc:chgData name="Rishabh Thapliyal" userId="368b16fe-05c0-4215-83a5-b415b40e56f1" providerId="ADAL" clId="{BEDD173B-7884-428F-9442-D1B73D9916C1}" dt="2021-06-18T10:53:06.143" v="11" actId="47"/>
        <pc:sldMkLst>
          <pc:docMk/>
          <pc:sldMk cId="1114067602" sldId="341"/>
        </pc:sldMkLst>
      </pc:sldChg>
      <pc:sldChg chg="del">
        <pc:chgData name="Rishabh Thapliyal" userId="368b16fe-05c0-4215-83a5-b415b40e56f1" providerId="ADAL" clId="{BEDD173B-7884-428F-9442-D1B73D9916C1}" dt="2021-06-18T10:53:07.407" v="19" actId="47"/>
        <pc:sldMkLst>
          <pc:docMk/>
          <pc:sldMk cId="2322502197" sldId="342"/>
        </pc:sldMkLst>
      </pc:sldChg>
      <pc:sldChg chg="del">
        <pc:chgData name="Rishabh Thapliyal" userId="368b16fe-05c0-4215-83a5-b415b40e56f1" providerId="ADAL" clId="{BEDD173B-7884-428F-9442-D1B73D9916C1}" dt="2021-06-18T10:53:03.681" v="1" actId="47"/>
        <pc:sldMkLst>
          <pc:docMk/>
          <pc:sldMk cId="545157795" sldId="343"/>
        </pc:sldMkLst>
      </pc:sldChg>
      <pc:sldChg chg="del">
        <pc:chgData name="Rishabh Thapliyal" userId="368b16fe-05c0-4215-83a5-b415b40e56f1" providerId="ADAL" clId="{BEDD173B-7884-428F-9442-D1B73D9916C1}" dt="2021-06-18T10:53:06.326" v="12" actId="47"/>
        <pc:sldMkLst>
          <pc:docMk/>
          <pc:sldMk cId="3687517267" sldId="344"/>
        </pc:sldMkLst>
      </pc:sldChg>
      <pc:sldChg chg="del">
        <pc:chgData name="Rishabh Thapliyal" userId="368b16fe-05c0-4215-83a5-b415b40e56f1" providerId="ADAL" clId="{BEDD173B-7884-428F-9442-D1B73D9916C1}" dt="2021-06-18T10:53:06.517" v="13" actId="47"/>
        <pc:sldMkLst>
          <pc:docMk/>
          <pc:sldMk cId="198867113" sldId="345"/>
        </pc:sldMkLst>
      </pc:sldChg>
      <pc:sldChg chg="del">
        <pc:chgData name="Rishabh Thapliyal" userId="368b16fe-05c0-4215-83a5-b415b40e56f1" providerId="ADAL" clId="{BEDD173B-7884-428F-9442-D1B73D9916C1}" dt="2021-06-18T10:53:06.634" v="14" actId="47"/>
        <pc:sldMkLst>
          <pc:docMk/>
          <pc:sldMk cId="837821057" sldId="346"/>
        </pc:sldMkLst>
      </pc:sldChg>
      <pc:sldChg chg="del">
        <pc:chgData name="Rishabh Thapliyal" userId="368b16fe-05c0-4215-83a5-b415b40e56f1" providerId="ADAL" clId="{BEDD173B-7884-428F-9442-D1B73D9916C1}" dt="2021-06-18T10:53:06.811" v="15" actId="47"/>
        <pc:sldMkLst>
          <pc:docMk/>
          <pc:sldMk cId="3753665857" sldId="347"/>
        </pc:sldMkLst>
      </pc:sldChg>
      <pc:sldChg chg="del">
        <pc:chgData name="Rishabh Thapliyal" userId="368b16fe-05c0-4215-83a5-b415b40e56f1" providerId="ADAL" clId="{BEDD173B-7884-428F-9442-D1B73D9916C1}" dt="2021-06-18T10:53:07.544" v="20" actId="47"/>
        <pc:sldMkLst>
          <pc:docMk/>
          <pc:sldMk cId="2288774277" sldId="348"/>
        </pc:sldMkLst>
      </pc:sldChg>
      <pc:sldChg chg="del">
        <pc:chgData name="Rishabh Thapliyal" userId="368b16fe-05c0-4215-83a5-b415b40e56f1" providerId="ADAL" clId="{BEDD173B-7884-428F-9442-D1B73D9916C1}" dt="2021-06-18T10:53:07.005" v="16" actId="47"/>
        <pc:sldMkLst>
          <pc:docMk/>
          <pc:sldMk cId="1488721711" sldId="349"/>
        </pc:sldMkLst>
      </pc:sldChg>
      <pc:sldChg chg="del">
        <pc:chgData name="Rishabh Thapliyal" userId="368b16fe-05c0-4215-83a5-b415b40e56f1" providerId="ADAL" clId="{BEDD173B-7884-428F-9442-D1B73D9916C1}" dt="2021-06-18T10:53:07.080" v="17" actId="47"/>
        <pc:sldMkLst>
          <pc:docMk/>
          <pc:sldMk cId="750976554" sldId="350"/>
        </pc:sldMkLst>
      </pc:sldChg>
      <pc:sldChg chg="del">
        <pc:chgData name="Rishabh Thapliyal" userId="368b16fe-05c0-4215-83a5-b415b40e56f1" providerId="ADAL" clId="{BEDD173B-7884-428F-9442-D1B73D9916C1}" dt="2021-06-18T10:53:07.212" v="18" actId="47"/>
        <pc:sldMkLst>
          <pc:docMk/>
          <pc:sldMk cId="2407609552" sldId="351"/>
        </pc:sldMkLst>
      </pc:sldChg>
      <pc:sldChg chg="del">
        <pc:chgData name="Rishabh Thapliyal" userId="368b16fe-05c0-4215-83a5-b415b40e56f1" providerId="ADAL" clId="{BEDD173B-7884-428F-9442-D1B73D9916C1}" dt="2021-06-18T10:53:07.721" v="21" actId="47"/>
        <pc:sldMkLst>
          <pc:docMk/>
          <pc:sldMk cId="2354252240" sldId="352"/>
        </pc:sldMkLst>
      </pc:sldChg>
      <pc:sldChg chg="del">
        <pc:chgData name="Rishabh Thapliyal" userId="368b16fe-05c0-4215-83a5-b415b40e56f1" providerId="ADAL" clId="{BEDD173B-7884-428F-9442-D1B73D9916C1}" dt="2021-06-18T10:53:07.913" v="22" actId="47"/>
        <pc:sldMkLst>
          <pc:docMk/>
          <pc:sldMk cId="1474966894" sldId="353"/>
        </pc:sldMkLst>
      </pc:sldChg>
      <pc:sldChg chg="del">
        <pc:chgData name="Rishabh Thapliyal" userId="368b16fe-05c0-4215-83a5-b415b40e56f1" providerId="ADAL" clId="{BEDD173B-7884-428F-9442-D1B73D9916C1}" dt="2021-06-18T10:53:08.066" v="23" actId="47"/>
        <pc:sldMkLst>
          <pc:docMk/>
          <pc:sldMk cId="2570691892" sldId="354"/>
        </pc:sldMkLst>
      </pc:sldChg>
      <pc:sldChg chg="del">
        <pc:chgData name="Rishabh Thapliyal" userId="368b16fe-05c0-4215-83a5-b415b40e56f1" providerId="ADAL" clId="{BEDD173B-7884-428F-9442-D1B73D9916C1}" dt="2021-06-18T10:53:08.243" v="24" actId="47"/>
        <pc:sldMkLst>
          <pc:docMk/>
          <pc:sldMk cId="1968676191" sldId="355"/>
        </pc:sldMkLst>
      </pc:sldChg>
      <pc:sldChg chg="del">
        <pc:chgData name="Rishabh Thapliyal" userId="368b16fe-05c0-4215-83a5-b415b40e56f1" providerId="ADAL" clId="{BEDD173B-7884-428F-9442-D1B73D9916C1}" dt="2021-06-18T10:53:08.417" v="25" actId="47"/>
        <pc:sldMkLst>
          <pc:docMk/>
          <pc:sldMk cId="3494214305" sldId="356"/>
        </pc:sldMkLst>
      </pc:sldChg>
      <pc:sldChg chg="del">
        <pc:chgData name="Rishabh Thapliyal" userId="368b16fe-05c0-4215-83a5-b415b40e56f1" providerId="ADAL" clId="{BEDD173B-7884-428F-9442-D1B73D9916C1}" dt="2021-06-18T10:53:08.840" v="26" actId="47"/>
        <pc:sldMkLst>
          <pc:docMk/>
          <pc:sldMk cId="3170795044" sldId="357"/>
        </pc:sldMkLst>
      </pc:sldChg>
      <pc:sldChg chg="del">
        <pc:chgData name="Rishabh Thapliyal" userId="368b16fe-05c0-4215-83a5-b415b40e56f1" providerId="ADAL" clId="{BEDD173B-7884-428F-9442-D1B73D9916C1}" dt="2021-06-18T10:53:09.047" v="27" actId="47"/>
        <pc:sldMkLst>
          <pc:docMk/>
          <pc:sldMk cId="3790158779" sldId="358"/>
        </pc:sldMkLst>
      </pc:sldChg>
      <pc:sldChg chg="del">
        <pc:chgData name="Rishabh Thapliyal" userId="368b16fe-05c0-4215-83a5-b415b40e56f1" providerId="ADAL" clId="{BEDD173B-7884-428F-9442-D1B73D9916C1}" dt="2021-06-18T10:53:09.229" v="28" actId="47"/>
        <pc:sldMkLst>
          <pc:docMk/>
          <pc:sldMk cId="1200693035" sldId="359"/>
        </pc:sldMkLst>
      </pc:sldChg>
      <pc:sldChg chg="del">
        <pc:chgData name="Rishabh Thapliyal" userId="368b16fe-05c0-4215-83a5-b415b40e56f1" providerId="ADAL" clId="{BEDD173B-7884-428F-9442-D1B73D9916C1}" dt="2021-06-18T10:53:09.400" v="29" actId="47"/>
        <pc:sldMkLst>
          <pc:docMk/>
          <pc:sldMk cId="1656032241" sldId="360"/>
        </pc:sldMkLst>
      </pc:sldChg>
      <pc:sldChg chg="del">
        <pc:chgData name="Rishabh Thapliyal" userId="368b16fe-05c0-4215-83a5-b415b40e56f1" providerId="ADAL" clId="{BEDD173B-7884-428F-9442-D1B73D9916C1}" dt="2021-06-18T10:53:10.102" v="33" actId="47"/>
        <pc:sldMkLst>
          <pc:docMk/>
          <pc:sldMk cId="214626147" sldId="361"/>
        </pc:sldMkLst>
      </pc:sldChg>
      <pc:sldChg chg="del">
        <pc:chgData name="Rishabh Thapliyal" userId="368b16fe-05c0-4215-83a5-b415b40e56f1" providerId="ADAL" clId="{BEDD173B-7884-428F-9442-D1B73D9916C1}" dt="2021-06-18T10:53:10.282" v="34" actId="47"/>
        <pc:sldMkLst>
          <pc:docMk/>
          <pc:sldMk cId="4283948965" sldId="362"/>
        </pc:sldMkLst>
      </pc:sldChg>
      <pc:sldChg chg="del">
        <pc:chgData name="Rishabh Thapliyal" userId="368b16fe-05c0-4215-83a5-b415b40e56f1" providerId="ADAL" clId="{BEDD173B-7884-428F-9442-D1B73D9916C1}" dt="2021-06-18T10:53:09.586" v="30" actId="47"/>
        <pc:sldMkLst>
          <pc:docMk/>
          <pc:sldMk cId="3976096894" sldId="363"/>
        </pc:sldMkLst>
      </pc:sldChg>
      <pc:sldChg chg="del">
        <pc:chgData name="Rishabh Thapliyal" userId="368b16fe-05c0-4215-83a5-b415b40e56f1" providerId="ADAL" clId="{BEDD173B-7884-428F-9442-D1B73D9916C1}" dt="2021-06-18T10:53:10.654" v="36" actId="47"/>
        <pc:sldMkLst>
          <pc:docMk/>
          <pc:sldMk cId="1174213539" sldId="364"/>
        </pc:sldMkLst>
      </pc:sldChg>
      <pc:sldChg chg="del">
        <pc:chgData name="Rishabh Thapliyal" userId="368b16fe-05c0-4215-83a5-b415b40e56f1" providerId="ADAL" clId="{BEDD173B-7884-428F-9442-D1B73D9916C1}" dt="2021-06-18T10:53:10.453" v="35" actId="47"/>
        <pc:sldMkLst>
          <pc:docMk/>
          <pc:sldMk cId="54380694" sldId="365"/>
        </pc:sldMkLst>
      </pc:sldChg>
      <pc:sldChg chg="del">
        <pc:chgData name="Rishabh Thapliyal" userId="368b16fe-05c0-4215-83a5-b415b40e56f1" providerId="ADAL" clId="{BEDD173B-7884-428F-9442-D1B73D9916C1}" dt="2021-06-18T10:53:10.870" v="37" actId="47"/>
        <pc:sldMkLst>
          <pc:docMk/>
          <pc:sldMk cId="2349328206" sldId="366"/>
        </pc:sldMkLst>
      </pc:sldChg>
      <pc:sldChg chg="del">
        <pc:chgData name="Rishabh Thapliyal" userId="368b16fe-05c0-4215-83a5-b415b40e56f1" providerId="ADAL" clId="{BEDD173B-7884-428F-9442-D1B73D9916C1}" dt="2021-06-18T10:53:11.071" v="38" actId="47"/>
        <pc:sldMkLst>
          <pc:docMk/>
          <pc:sldMk cId="2981243973" sldId="367"/>
        </pc:sldMkLst>
      </pc:sldChg>
      <pc:sldChg chg="del">
        <pc:chgData name="Rishabh Thapliyal" userId="368b16fe-05c0-4215-83a5-b415b40e56f1" providerId="ADAL" clId="{BEDD173B-7884-428F-9442-D1B73D9916C1}" dt="2021-06-18T10:53:11.285" v="39" actId="47"/>
        <pc:sldMkLst>
          <pc:docMk/>
          <pc:sldMk cId="2695174781" sldId="368"/>
        </pc:sldMkLst>
      </pc:sldChg>
      <pc:sldChg chg="del">
        <pc:chgData name="Rishabh Thapliyal" userId="368b16fe-05c0-4215-83a5-b415b40e56f1" providerId="ADAL" clId="{BEDD173B-7884-428F-9442-D1B73D9916C1}" dt="2021-06-18T10:53:11.684" v="41" actId="47"/>
        <pc:sldMkLst>
          <pc:docMk/>
          <pc:sldMk cId="671741437" sldId="369"/>
        </pc:sldMkLst>
      </pc:sldChg>
      <pc:sldChg chg="del">
        <pc:chgData name="Rishabh Thapliyal" userId="368b16fe-05c0-4215-83a5-b415b40e56f1" providerId="ADAL" clId="{BEDD173B-7884-428F-9442-D1B73D9916C1}" dt="2021-06-18T10:53:12.521" v="46" actId="47"/>
        <pc:sldMkLst>
          <pc:docMk/>
          <pc:sldMk cId="1877168024" sldId="370"/>
        </pc:sldMkLst>
      </pc:sldChg>
      <pc:sldChg chg="del">
        <pc:chgData name="Rishabh Thapliyal" userId="368b16fe-05c0-4215-83a5-b415b40e56f1" providerId="ADAL" clId="{BEDD173B-7884-428F-9442-D1B73D9916C1}" dt="2021-06-18T10:53:09.742" v="31" actId="47"/>
        <pc:sldMkLst>
          <pc:docMk/>
          <pc:sldMk cId="3257457226" sldId="371"/>
        </pc:sldMkLst>
      </pc:sldChg>
      <pc:sldChg chg="del">
        <pc:chgData name="Rishabh Thapliyal" userId="368b16fe-05c0-4215-83a5-b415b40e56f1" providerId="ADAL" clId="{BEDD173B-7884-428F-9442-D1B73D9916C1}" dt="2021-06-18T10:53:11.822" v="42" actId="47"/>
        <pc:sldMkLst>
          <pc:docMk/>
          <pc:sldMk cId="1698670505" sldId="372"/>
        </pc:sldMkLst>
      </pc:sldChg>
      <pc:sldChg chg="del">
        <pc:chgData name="Rishabh Thapliyal" userId="368b16fe-05c0-4215-83a5-b415b40e56f1" providerId="ADAL" clId="{BEDD173B-7884-428F-9442-D1B73D9916C1}" dt="2021-06-18T10:53:11.966" v="43" actId="47"/>
        <pc:sldMkLst>
          <pc:docMk/>
          <pc:sldMk cId="389028872" sldId="373"/>
        </pc:sldMkLst>
      </pc:sldChg>
      <pc:sldChg chg="del">
        <pc:chgData name="Rishabh Thapliyal" userId="368b16fe-05c0-4215-83a5-b415b40e56f1" providerId="ADAL" clId="{BEDD173B-7884-428F-9442-D1B73D9916C1}" dt="2021-06-18T10:53:12.143" v="44" actId="47"/>
        <pc:sldMkLst>
          <pc:docMk/>
          <pc:sldMk cId="2265669371" sldId="374"/>
        </pc:sldMkLst>
      </pc:sldChg>
      <pc:sldChg chg="del">
        <pc:chgData name="Rishabh Thapliyal" userId="368b16fe-05c0-4215-83a5-b415b40e56f1" providerId="ADAL" clId="{BEDD173B-7884-428F-9442-D1B73D9916C1}" dt="2021-06-18T10:53:12.389" v="45" actId="47"/>
        <pc:sldMkLst>
          <pc:docMk/>
          <pc:sldMk cId="3242487418" sldId="375"/>
        </pc:sldMkLst>
      </pc:sldChg>
      <pc:sldChg chg="del">
        <pc:chgData name="Rishabh Thapliyal" userId="368b16fe-05c0-4215-83a5-b415b40e56f1" providerId="ADAL" clId="{BEDD173B-7884-428F-9442-D1B73D9916C1}" dt="2021-06-18T10:53:11.486" v="40" actId="47"/>
        <pc:sldMkLst>
          <pc:docMk/>
          <pc:sldMk cId="2499868590" sldId="376"/>
        </pc:sldMkLst>
      </pc:sldChg>
      <pc:sldChg chg="del">
        <pc:chgData name="Rishabh Thapliyal" userId="368b16fe-05c0-4215-83a5-b415b40e56f1" providerId="ADAL" clId="{BEDD173B-7884-428F-9442-D1B73D9916C1}" dt="2021-06-18T10:53:12.695" v="47" actId="47"/>
        <pc:sldMkLst>
          <pc:docMk/>
          <pc:sldMk cId="2302994920" sldId="377"/>
        </pc:sldMkLst>
      </pc:sldChg>
      <pc:sldChg chg="del">
        <pc:chgData name="Rishabh Thapliyal" userId="368b16fe-05c0-4215-83a5-b415b40e56f1" providerId="ADAL" clId="{BEDD173B-7884-428F-9442-D1B73D9916C1}" dt="2021-06-18T10:53:09.895" v="32" actId="47"/>
        <pc:sldMkLst>
          <pc:docMk/>
          <pc:sldMk cId="2526837637" sldId="378"/>
        </pc:sldMkLst>
      </pc:sldChg>
      <pc:sldChg chg="del">
        <pc:chgData name="Rishabh Thapliyal" userId="368b16fe-05c0-4215-83a5-b415b40e56f1" providerId="ADAL" clId="{BEDD173B-7884-428F-9442-D1B73D9916C1}" dt="2021-06-18T10:53:13.085" v="49" actId="47"/>
        <pc:sldMkLst>
          <pc:docMk/>
          <pc:sldMk cId="2718810153" sldId="379"/>
        </pc:sldMkLst>
      </pc:sldChg>
      <pc:sldChg chg="del">
        <pc:chgData name="Rishabh Thapliyal" userId="368b16fe-05c0-4215-83a5-b415b40e56f1" providerId="ADAL" clId="{BEDD173B-7884-428F-9442-D1B73D9916C1}" dt="2021-06-18T10:53:12.839" v="48" actId="47"/>
        <pc:sldMkLst>
          <pc:docMk/>
          <pc:sldMk cId="3433350833" sldId="380"/>
        </pc:sldMkLst>
      </pc:sldChg>
      <pc:sldChg chg="del">
        <pc:chgData name="Rishabh Thapliyal" userId="368b16fe-05c0-4215-83a5-b415b40e56f1" providerId="ADAL" clId="{BEDD173B-7884-428F-9442-D1B73D9916C1}" dt="2021-06-18T10:53:13.322" v="50" actId="47"/>
        <pc:sldMkLst>
          <pc:docMk/>
          <pc:sldMk cId="1511732583" sldId="381"/>
        </pc:sldMkLst>
      </pc:sldChg>
      <pc:sldChg chg="del">
        <pc:chgData name="Rishabh Thapliyal" userId="368b16fe-05c0-4215-83a5-b415b40e56f1" providerId="ADAL" clId="{BEDD173B-7884-428F-9442-D1B73D9916C1}" dt="2021-06-18T10:53:13.370" v="51" actId="47"/>
        <pc:sldMkLst>
          <pc:docMk/>
          <pc:sldMk cId="2237504718" sldId="382"/>
        </pc:sldMkLst>
      </pc:sldChg>
      <pc:sldChg chg="del">
        <pc:chgData name="Rishabh Thapliyal" userId="368b16fe-05c0-4215-83a5-b415b40e56f1" providerId="ADAL" clId="{BEDD173B-7884-428F-9442-D1B73D9916C1}" dt="2021-06-18T10:53:13.577" v="52" actId="47"/>
        <pc:sldMkLst>
          <pc:docMk/>
          <pc:sldMk cId="3980253970" sldId="383"/>
        </pc:sldMkLst>
      </pc:sldChg>
      <pc:sldChg chg="del">
        <pc:chgData name="Rishabh Thapliyal" userId="368b16fe-05c0-4215-83a5-b415b40e56f1" providerId="ADAL" clId="{BEDD173B-7884-428F-9442-D1B73D9916C1}" dt="2021-06-18T10:53:14.651" v="56" actId="47"/>
        <pc:sldMkLst>
          <pc:docMk/>
          <pc:sldMk cId="155386419" sldId="384"/>
        </pc:sldMkLst>
      </pc:sldChg>
      <pc:sldChg chg="del">
        <pc:chgData name="Rishabh Thapliyal" userId="368b16fe-05c0-4215-83a5-b415b40e56f1" providerId="ADAL" clId="{BEDD173B-7884-428F-9442-D1B73D9916C1}" dt="2021-06-18T10:53:14.591" v="55" actId="47"/>
        <pc:sldMkLst>
          <pc:docMk/>
          <pc:sldMk cId="3673944153" sldId="385"/>
        </pc:sldMkLst>
      </pc:sldChg>
      <pc:sldChg chg="del">
        <pc:chgData name="Rishabh Thapliyal" userId="368b16fe-05c0-4215-83a5-b415b40e56f1" providerId="ADAL" clId="{BEDD173B-7884-428F-9442-D1B73D9916C1}" dt="2021-06-18T10:53:14.129" v="54" actId="47"/>
        <pc:sldMkLst>
          <pc:docMk/>
          <pc:sldMk cId="1979032966" sldId="386"/>
        </pc:sldMkLst>
      </pc:sldChg>
      <pc:sldChg chg="del">
        <pc:chgData name="Rishabh Thapliyal" userId="368b16fe-05c0-4215-83a5-b415b40e56f1" providerId="ADAL" clId="{BEDD173B-7884-428F-9442-D1B73D9916C1}" dt="2021-06-18T10:53:14.807" v="58" actId="47"/>
        <pc:sldMkLst>
          <pc:docMk/>
          <pc:sldMk cId="1458654110" sldId="387"/>
        </pc:sldMkLst>
      </pc:sldChg>
      <pc:sldChg chg="del">
        <pc:chgData name="Rishabh Thapliyal" userId="368b16fe-05c0-4215-83a5-b415b40e56f1" providerId="ADAL" clId="{BEDD173B-7884-428F-9442-D1B73D9916C1}" dt="2021-06-18T10:53:14.846" v="59" actId="47"/>
        <pc:sldMkLst>
          <pc:docMk/>
          <pc:sldMk cId="4089680348" sldId="388"/>
        </pc:sldMkLst>
      </pc:sldChg>
      <pc:sldChg chg="add del">
        <pc:chgData name="Rishabh Thapliyal" userId="368b16fe-05c0-4215-83a5-b415b40e56f1" providerId="ADAL" clId="{BEDD173B-7884-428F-9442-D1B73D9916C1}" dt="2021-06-18T10:53:28.288" v="82" actId="47"/>
        <pc:sldMkLst>
          <pc:docMk/>
          <pc:sldMk cId="2487277629" sldId="389"/>
        </pc:sldMkLst>
      </pc:sldChg>
      <pc:sldChg chg="del">
        <pc:chgData name="Rishabh Thapliyal" userId="368b16fe-05c0-4215-83a5-b415b40e56f1" providerId="ADAL" clId="{BEDD173B-7884-428F-9442-D1B73D9916C1}" dt="2021-06-18T10:53:13.775" v="53" actId="47"/>
        <pc:sldMkLst>
          <pc:docMk/>
          <pc:sldMk cId="2392425821" sldId="390"/>
        </pc:sldMkLst>
      </pc:sldChg>
      <pc:sldChg chg="del">
        <pc:chgData name="Rishabh Thapliyal" userId="368b16fe-05c0-4215-83a5-b415b40e56f1" providerId="ADAL" clId="{BEDD173B-7884-428F-9442-D1B73D9916C1}" dt="2021-06-18T10:53:14.732" v="57" actId="47"/>
        <pc:sldMkLst>
          <pc:docMk/>
          <pc:sldMk cId="1253563509" sldId="39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CBBECC-E854-48CF-BB9F-32BD0C5D2CD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DC2DA5-E90E-4622-B009-5DB1126671CD}">
      <dgm:prSet phldrT="[Text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EDA</a:t>
          </a:r>
        </a:p>
      </dgm:t>
    </dgm:pt>
    <dgm:pt modelId="{435F3F00-B5F4-41FF-8C63-89D3408234D3}" type="parTrans" cxnId="{BEFEB340-A8CC-48CD-AADB-8EFAB52974D7}">
      <dgm:prSet/>
      <dgm:spPr/>
      <dgm:t>
        <a:bodyPr/>
        <a:lstStyle/>
        <a:p>
          <a:endParaRPr lang="en-US"/>
        </a:p>
      </dgm:t>
    </dgm:pt>
    <dgm:pt modelId="{C0392B97-E4A8-4E9C-9C91-E3D23E678377}" type="sibTrans" cxnId="{BEFEB340-A8CC-48CD-AADB-8EFAB52974D7}">
      <dgm:prSet/>
      <dgm:spPr/>
      <dgm:t>
        <a:bodyPr/>
        <a:lstStyle/>
        <a:p>
          <a:endParaRPr lang="en-US"/>
        </a:p>
      </dgm:t>
    </dgm:pt>
    <dgm:pt modelId="{28D5209D-DC49-46CE-AFDD-21E8F355C573}">
      <dgm:prSet phldrT="[Text]"/>
      <dgm:spPr/>
      <dgm:t>
        <a:bodyPr/>
        <a:lstStyle/>
        <a:p>
          <a:r>
            <a:rPr lang="en-US" dirty="0"/>
            <a:t>Jaccard similarity</a:t>
          </a:r>
        </a:p>
      </dgm:t>
    </dgm:pt>
    <dgm:pt modelId="{29F0E32A-5DC9-47D4-BBF3-38C03ADAB596}" type="parTrans" cxnId="{BF81C4F2-44BE-431B-85CB-EDEE19639E16}">
      <dgm:prSet/>
      <dgm:spPr/>
      <dgm:t>
        <a:bodyPr/>
        <a:lstStyle/>
        <a:p>
          <a:endParaRPr lang="en-US"/>
        </a:p>
      </dgm:t>
    </dgm:pt>
    <dgm:pt modelId="{F206AB19-7050-4B2E-B8D9-5122F6BFA319}" type="sibTrans" cxnId="{BF81C4F2-44BE-431B-85CB-EDEE19639E16}">
      <dgm:prSet/>
      <dgm:spPr/>
      <dgm:t>
        <a:bodyPr/>
        <a:lstStyle/>
        <a:p>
          <a:endParaRPr lang="en-US"/>
        </a:p>
      </dgm:t>
    </dgm:pt>
    <dgm:pt modelId="{42323CDC-09AA-4014-B801-AA2F2B8F4D3F}">
      <dgm:prSet phldrT="[Text]"/>
      <dgm:spPr/>
      <dgm:t>
        <a:bodyPr/>
        <a:lstStyle/>
        <a:p>
          <a:r>
            <a:rPr lang="en-US" dirty="0"/>
            <a:t>Cosine similarity</a:t>
          </a:r>
        </a:p>
      </dgm:t>
    </dgm:pt>
    <dgm:pt modelId="{404D0C81-50F6-46D4-9D4F-4FA8C3333CF6}" type="parTrans" cxnId="{179EA83B-9314-4B13-81D7-6CB0C9FD362F}">
      <dgm:prSet/>
      <dgm:spPr/>
      <dgm:t>
        <a:bodyPr/>
        <a:lstStyle/>
        <a:p>
          <a:endParaRPr lang="en-US"/>
        </a:p>
      </dgm:t>
    </dgm:pt>
    <dgm:pt modelId="{D8637937-56B4-430A-96A5-1805564045F5}" type="sibTrans" cxnId="{179EA83B-9314-4B13-81D7-6CB0C9FD362F}">
      <dgm:prSet/>
      <dgm:spPr/>
      <dgm:t>
        <a:bodyPr/>
        <a:lstStyle/>
        <a:p>
          <a:endParaRPr lang="en-US"/>
        </a:p>
      </dgm:t>
    </dgm:pt>
    <dgm:pt modelId="{9822BEF7-4DAC-408A-A227-F1B31D6B50BD}">
      <dgm:prSet phldrT="[Text]"/>
      <dgm:spPr/>
      <dgm:t>
        <a:bodyPr/>
        <a:lstStyle/>
        <a:p>
          <a:r>
            <a:rPr lang="en-US" dirty="0"/>
            <a:t>Multiple metric</a:t>
          </a:r>
        </a:p>
      </dgm:t>
    </dgm:pt>
    <dgm:pt modelId="{8B826118-B5EA-4AB4-93A8-9ADEBF6EBD52}" type="parTrans" cxnId="{B3F8390B-F87E-4840-BC1B-6E6AC721F56A}">
      <dgm:prSet/>
      <dgm:spPr/>
      <dgm:t>
        <a:bodyPr/>
        <a:lstStyle/>
        <a:p>
          <a:endParaRPr lang="en-US"/>
        </a:p>
      </dgm:t>
    </dgm:pt>
    <dgm:pt modelId="{E9786552-0044-4232-B7CD-062EAF216EC4}" type="sibTrans" cxnId="{B3F8390B-F87E-4840-BC1B-6E6AC721F56A}">
      <dgm:prSet/>
      <dgm:spPr/>
      <dgm:t>
        <a:bodyPr/>
        <a:lstStyle/>
        <a:p>
          <a:endParaRPr lang="en-US"/>
        </a:p>
      </dgm:t>
    </dgm:pt>
    <dgm:pt modelId="{26208461-2B4E-4893-91A2-4CF1E085E5E7}">
      <dgm:prSet phldrT="[Text]"/>
      <dgm:spPr/>
      <dgm:t>
        <a:bodyPr/>
        <a:lstStyle/>
        <a:p>
          <a:r>
            <a:rPr lang="en-US" dirty="0"/>
            <a:t>Random forest</a:t>
          </a:r>
        </a:p>
      </dgm:t>
    </dgm:pt>
    <dgm:pt modelId="{BBD32BA1-630B-4DC8-8AA6-F47FCB487197}" type="parTrans" cxnId="{FB47FD26-622D-47B4-9FFA-40A22564297E}">
      <dgm:prSet/>
      <dgm:spPr/>
      <dgm:t>
        <a:bodyPr/>
        <a:lstStyle/>
        <a:p>
          <a:endParaRPr lang="en-US"/>
        </a:p>
      </dgm:t>
    </dgm:pt>
    <dgm:pt modelId="{827A0B47-D459-4795-9F72-ECCF829492BD}" type="sibTrans" cxnId="{FB47FD26-622D-47B4-9FFA-40A22564297E}">
      <dgm:prSet/>
      <dgm:spPr/>
      <dgm:t>
        <a:bodyPr/>
        <a:lstStyle/>
        <a:p>
          <a:endParaRPr lang="en-US"/>
        </a:p>
      </dgm:t>
    </dgm:pt>
    <dgm:pt modelId="{5CBDEFF5-C36C-40F5-A1F2-6959A63304AC}">
      <dgm:prSet phldrT="[Text]"/>
      <dgm:spPr/>
      <dgm:t>
        <a:bodyPr/>
        <a:lstStyle/>
        <a:p>
          <a:r>
            <a:rPr lang="en-US" dirty="0"/>
            <a:t>Common words</a:t>
          </a:r>
        </a:p>
      </dgm:t>
    </dgm:pt>
    <dgm:pt modelId="{A88947A6-AA4D-49BC-B854-0A0810E0410F}" type="parTrans" cxnId="{69631EA6-1692-4237-B877-A0D4C5FEFDAA}">
      <dgm:prSet/>
      <dgm:spPr/>
      <dgm:t>
        <a:bodyPr/>
        <a:lstStyle/>
        <a:p>
          <a:endParaRPr lang="en-US"/>
        </a:p>
      </dgm:t>
    </dgm:pt>
    <dgm:pt modelId="{35A16800-6EB7-4503-9D19-5A3E96FD297A}" type="sibTrans" cxnId="{69631EA6-1692-4237-B877-A0D4C5FEFDAA}">
      <dgm:prSet/>
      <dgm:spPr/>
      <dgm:t>
        <a:bodyPr/>
        <a:lstStyle/>
        <a:p>
          <a:endParaRPr lang="en-US"/>
        </a:p>
      </dgm:t>
    </dgm:pt>
    <dgm:pt modelId="{9E612DE2-5F68-4B95-A5E3-380CBBE2F4A0}">
      <dgm:prSet phldrT="[Text]"/>
      <dgm:spPr/>
      <dgm:t>
        <a:bodyPr/>
        <a:lstStyle/>
        <a:p>
          <a:r>
            <a:rPr lang="en-US" dirty="0"/>
            <a:t>Frequency of words</a:t>
          </a:r>
        </a:p>
      </dgm:t>
    </dgm:pt>
    <dgm:pt modelId="{C00E1AFE-44CE-409B-B14B-62B5EC106CA7}" type="parTrans" cxnId="{1ECD2DBA-8CB9-48EB-B755-CBA5D254D0FC}">
      <dgm:prSet/>
      <dgm:spPr/>
      <dgm:t>
        <a:bodyPr/>
        <a:lstStyle/>
        <a:p>
          <a:endParaRPr lang="en-US"/>
        </a:p>
      </dgm:t>
    </dgm:pt>
    <dgm:pt modelId="{61569B8B-6B30-439C-9863-0DB8176052E0}" type="sibTrans" cxnId="{1ECD2DBA-8CB9-48EB-B755-CBA5D254D0FC}">
      <dgm:prSet/>
      <dgm:spPr/>
      <dgm:t>
        <a:bodyPr/>
        <a:lstStyle/>
        <a:p>
          <a:endParaRPr lang="en-US"/>
        </a:p>
      </dgm:t>
    </dgm:pt>
    <dgm:pt modelId="{C75EBD14-7FCD-4E5B-9163-2C95E15B0087}">
      <dgm:prSet phldrT="[Text]"/>
      <dgm:spPr/>
      <dgm:t>
        <a:bodyPr/>
        <a:lstStyle/>
        <a:p>
          <a:r>
            <a:rPr lang="en-US" dirty="0"/>
            <a:t>Model fitting</a:t>
          </a:r>
        </a:p>
      </dgm:t>
    </dgm:pt>
    <dgm:pt modelId="{AFB84EC7-3207-4FD5-ABB3-52F026FDD348}" type="sibTrans" cxnId="{92424E72-4C65-4761-949B-66A40412CA69}">
      <dgm:prSet/>
      <dgm:spPr/>
      <dgm:t>
        <a:bodyPr/>
        <a:lstStyle/>
        <a:p>
          <a:endParaRPr lang="en-US"/>
        </a:p>
      </dgm:t>
    </dgm:pt>
    <dgm:pt modelId="{41870E1F-6570-4770-90A1-FB9718BF1F46}" type="parTrans" cxnId="{92424E72-4C65-4761-949B-66A40412CA69}">
      <dgm:prSet/>
      <dgm:spPr/>
      <dgm:t>
        <a:bodyPr/>
        <a:lstStyle/>
        <a:p>
          <a:endParaRPr lang="en-US"/>
        </a:p>
      </dgm:t>
    </dgm:pt>
    <dgm:pt modelId="{F7A6AE41-B3CE-406C-A971-E2707231C2A6}">
      <dgm:prSet phldrT="[Text]"/>
      <dgm:spPr/>
      <dgm:t>
        <a:bodyPr/>
        <a:lstStyle/>
        <a:p>
          <a:r>
            <a:rPr lang="en-US" dirty="0"/>
            <a:t>Logistic regression</a:t>
          </a:r>
        </a:p>
      </dgm:t>
    </dgm:pt>
    <dgm:pt modelId="{54C188FA-BD3C-4F63-A4EC-4723A7EDAE2A}" type="parTrans" cxnId="{56D34495-32AB-410B-9D09-EDC83C43F9ED}">
      <dgm:prSet/>
      <dgm:spPr/>
      <dgm:t>
        <a:bodyPr/>
        <a:lstStyle/>
        <a:p>
          <a:endParaRPr lang="en-US"/>
        </a:p>
      </dgm:t>
    </dgm:pt>
    <dgm:pt modelId="{55D5C283-5E1B-4668-843A-ACDB4C8950E4}" type="sibTrans" cxnId="{56D34495-32AB-410B-9D09-EDC83C43F9ED}">
      <dgm:prSet/>
      <dgm:spPr/>
      <dgm:t>
        <a:bodyPr/>
        <a:lstStyle/>
        <a:p>
          <a:endParaRPr lang="en-US"/>
        </a:p>
      </dgm:t>
    </dgm:pt>
    <dgm:pt modelId="{35F3E58D-73F0-4D74-940F-59B765109E3E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Hyperparameter tuning</a:t>
          </a:r>
        </a:p>
      </dgm:t>
    </dgm:pt>
    <dgm:pt modelId="{72BA1517-BB3C-433C-84B6-157296E39832}" type="parTrans" cxnId="{087BB069-1E98-45B1-A855-D77821B782F9}">
      <dgm:prSet/>
      <dgm:spPr/>
      <dgm:t>
        <a:bodyPr/>
        <a:lstStyle/>
        <a:p>
          <a:endParaRPr lang="en-US"/>
        </a:p>
      </dgm:t>
    </dgm:pt>
    <dgm:pt modelId="{C58AF811-F807-4BCB-B798-2C3AAD2B849D}" type="sibTrans" cxnId="{087BB069-1E98-45B1-A855-D77821B782F9}">
      <dgm:prSet/>
      <dgm:spPr/>
      <dgm:t>
        <a:bodyPr/>
        <a:lstStyle/>
        <a:p>
          <a:endParaRPr lang="en-US"/>
        </a:p>
      </dgm:t>
    </dgm:pt>
    <dgm:pt modelId="{C3A826C7-0C4D-48FC-846D-D1CC10E2C14C}">
      <dgm:prSet phldrT="[Text]"/>
      <dgm:spPr/>
      <dgm:t>
        <a:bodyPr/>
        <a:lstStyle/>
        <a:p>
          <a:r>
            <a:rPr lang="en-US" dirty="0"/>
            <a:t>Random forest</a:t>
          </a:r>
        </a:p>
      </dgm:t>
    </dgm:pt>
    <dgm:pt modelId="{7B27324A-37E5-4BAA-9503-97885A4DD042}" type="parTrans" cxnId="{04A17175-C2E0-4B79-9E2D-26742B067613}">
      <dgm:prSet/>
      <dgm:spPr/>
      <dgm:t>
        <a:bodyPr/>
        <a:lstStyle/>
        <a:p>
          <a:endParaRPr lang="en-US"/>
        </a:p>
      </dgm:t>
    </dgm:pt>
    <dgm:pt modelId="{4C30CED5-6778-45FF-A414-4419B64C5F13}" type="sibTrans" cxnId="{04A17175-C2E0-4B79-9E2D-26742B067613}">
      <dgm:prSet/>
      <dgm:spPr/>
      <dgm:t>
        <a:bodyPr/>
        <a:lstStyle/>
        <a:p>
          <a:endParaRPr lang="en-US"/>
        </a:p>
      </dgm:t>
    </dgm:pt>
    <dgm:pt modelId="{A485235A-3097-4BE3-B0BF-11048C6D3304}">
      <dgm:prSet phldrT="[Text]"/>
      <dgm:spPr/>
      <dgm:t>
        <a:bodyPr/>
        <a:lstStyle/>
        <a:p>
          <a:r>
            <a:rPr lang="en-US" dirty="0"/>
            <a:t>Logistic regression</a:t>
          </a:r>
        </a:p>
      </dgm:t>
    </dgm:pt>
    <dgm:pt modelId="{5E7AEAEA-92A9-4D16-B89D-F36CC9DCBD12}" type="parTrans" cxnId="{42C893FF-F073-4CC7-A7CD-C00AC65F2CDC}">
      <dgm:prSet/>
      <dgm:spPr/>
      <dgm:t>
        <a:bodyPr/>
        <a:lstStyle/>
        <a:p>
          <a:endParaRPr lang="en-US"/>
        </a:p>
      </dgm:t>
    </dgm:pt>
    <dgm:pt modelId="{3C4611D1-AA8E-411D-BE72-E5D6CD3C265D}" type="sibTrans" cxnId="{42C893FF-F073-4CC7-A7CD-C00AC65F2CDC}">
      <dgm:prSet/>
      <dgm:spPr/>
      <dgm:t>
        <a:bodyPr/>
        <a:lstStyle/>
        <a:p>
          <a:endParaRPr lang="en-US"/>
        </a:p>
      </dgm:t>
    </dgm:pt>
    <dgm:pt modelId="{4EA1FFFE-A880-4B28-951D-456D6395852A}">
      <dgm:prSet phldrT="[Text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Pre-processing</a:t>
          </a:r>
        </a:p>
      </dgm:t>
    </dgm:pt>
    <dgm:pt modelId="{66BF3B6E-A2FD-41B5-B0CE-A931234ED209}" type="parTrans" cxnId="{1D8074A2-497B-489A-BBE3-2F7C0B283BD7}">
      <dgm:prSet/>
      <dgm:spPr/>
      <dgm:t>
        <a:bodyPr/>
        <a:lstStyle/>
        <a:p>
          <a:endParaRPr lang="en-US"/>
        </a:p>
      </dgm:t>
    </dgm:pt>
    <dgm:pt modelId="{3DA5707B-95A3-4324-ACFF-DA4F5B9EDFFD}" type="sibTrans" cxnId="{1D8074A2-497B-489A-BBE3-2F7C0B283BD7}">
      <dgm:prSet/>
      <dgm:spPr/>
      <dgm:t>
        <a:bodyPr/>
        <a:lstStyle/>
        <a:p>
          <a:endParaRPr lang="en-US"/>
        </a:p>
      </dgm:t>
    </dgm:pt>
    <dgm:pt modelId="{7765BEA7-03D2-43F2-AF17-A2F36D282E1F}">
      <dgm:prSet phldrT="[Text]"/>
      <dgm:spPr/>
      <dgm:t>
        <a:bodyPr/>
        <a:lstStyle/>
        <a:p>
          <a:r>
            <a:rPr lang="en-US" dirty="0"/>
            <a:t>Stop words</a:t>
          </a:r>
        </a:p>
      </dgm:t>
    </dgm:pt>
    <dgm:pt modelId="{FC6F66CD-4A90-4D94-9D09-6AA6EF9273A7}" type="parTrans" cxnId="{55675A9F-616D-48E9-8A4F-596CDC1DD86B}">
      <dgm:prSet/>
      <dgm:spPr/>
      <dgm:t>
        <a:bodyPr/>
        <a:lstStyle/>
        <a:p>
          <a:endParaRPr lang="en-US"/>
        </a:p>
      </dgm:t>
    </dgm:pt>
    <dgm:pt modelId="{5108F8AD-34C7-417B-99B8-D38208D334C8}" type="sibTrans" cxnId="{55675A9F-616D-48E9-8A4F-596CDC1DD86B}">
      <dgm:prSet/>
      <dgm:spPr/>
      <dgm:t>
        <a:bodyPr/>
        <a:lstStyle/>
        <a:p>
          <a:endParaRPr lang="en-US"/>
        </a:p>
      </dgm:t>
    </dgm:pt>
    <dgm:pt modelId="{D7CE3940-8315-4402-A424-DBFD06A8F330}">
      <dgm:prSet phldrT="[Text]"/>
      <dgm:spPr/>
      <dgm:t>
        <a:bodyPr/>
        <a:lstStyle/>
        <a:p>
          <a:r>
            <a:rPr lang="en-US" dirty="0"/>
            <a:t>Lemmatize</a:t>
          </a:r>
        </a:p>
      </dgm:t>
    </dgm:pt>
    <dgm:pt modelId="{C7CF7501-D958-4FC5-BF25-BBB473F535C1}" type="parTrans" cxnId="{BE08E529-D143-48B9-B257-56B8901D8372}">
      <dgm:prSet/>
      <dgm:spPr/>
      <dgm:t>
        <a:bodyPr/>
        <a:lstStyle/>
        <a:p>
          <a:endParaRPr lang="en-US"/>
        </a:p>
      </dgm:t>
    </dgm:pt>
    <dgm:pt modelId="{DC4698EC-9798-488B-840D-B9C190DE7E0E}" type="sibTrans" cxnId="{BE08E529-D143-48B9-B257-56B8901D8372}">
      <dgm:prSet/>
      <dgm:spPr/>
      <dgm:t>
        <a:bodyPr/>
        <a:lstStyle/>
        <a:p>
          <a:endParaRPr lang="en-US"/>
        </a:p>
      </dgm:t>
    </dgm:pt>
    <dgm:pt modelId="{FF5773C9-5496-4A7F-9A14-11DE9D82C49F}">
      <dgm:prSet phldrT="[Text]"/>
      <dgm:spPr/>
      <dgm:t>
        <a:bodyPr/>
        <a:lstStyle/>
        <a:p>
          <a:r>
            <a:rPr lang="en-US" dirty="0"/>
            <a:t>Single char. words</a:t>
          </a:r>
        </a:p>
      </dgm:t>
    </dgm:pt>
    <dgm:pt modelId="{DAFD0D55-8B59-4E84-A786-7DBBAC9803DF}" type="parTrans" cxnId="{4B9604DA-1210-4DAF-ABCA-C250139DCB35}">
      <dgm:prSet/>
      <dgm:spPr/>
      <dgm:t>
        <a:bodyPr/>
        <a:lstStyle/>
        <a:p>
          <a:endParaRPr lang="en-US"/>
        </a:p>
      </dgm:t>
    </dgm:pt>
    <dgm:pt modelId="{46EDD896-4504-4D94-B876-3134393F4216}" type="sibTrans" cxnId="{4B9604DA-1210-4DAF-ABCA-C250139DCB35}">
      <dgm:prSet/>
      <dgm:spPr/>
      <dgm:t>
        <a:bodyPr/>
        <a:lstStyle/>
        <a:p>
          <a:endParaRPr lang="en-US"/>
        </a:p>
      </dgm:t>
    </dgm:pt>
    <dgm:pt modelId="{1E61DAD4-D99A-444D-809C-CFD1E1E26CF9}" type="pres">
      <dgm:prSet presAssocID="{CCCBBECC-E854-48CF-BB9F-32BD0C5D2CD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A83A6FC-6DEF-411D-ADB0-545831754675}" type="pres">
      <dgm:prSet presAssocID="{C9DC2DA5-E90E-4622-B009-5DB1126671CD}" presName="root" presStyleCnt="0"/>
      <dgm:spPr/>
    </dgm:pt>
    <dgm:pt modelId="{3904F4E0-69CA-42CE-9A05-40FF6B375C33}" type="pres">
      <dgm:prSet presAssocID="{C9DC2DA5-E90E-4622-B009-5DB1126671CD}" presName="rootComposite" presStyleCnt="0"/>
      <dgm:spPr/>
    </dgm:pt>
    <dgm:pt modelId="{4FEEC2FA-0FC4-4EED-B488-45005ECB2143}" type="pres">
      <dgm:prSet presAssocID="{C9DC2DA5-E90E-4622-B009-5DB1126671CD}" presName="rootText" presStyleLbl="node1" presStyleIdx="0" presStyleCnt="4"/>
      <dgm:spPr/>
    </dgm:pt>
    <dgm:pt modelId="{3CA40AFE-8A7B-4916-841C-F7F01BF5F4F4}" type="pres">
      <dgm:prSet presAssocID="{C9DC2DA5-E90E-4622-B009-5DB1126671CD}" presName="rootConnector" presStyleLbl="node1" presStyleIdx="0" presStyleCnt="4"/>
      <dgm:spPr/>
    </dgm:pt>
    <dgm:pt modelId="{A830822D-EA40-4E70-AEAC-57F0CEFFB35A}" type="pres">
      <dgm:prSet presAssocID="{C9DC2DA5-E90E-4622-B009-5DB1126671CD}" presName="childShape" presStyleCnt="0"/>
      <dgm:spPr/>
    </dgm:pt>
    <dgm:pt modelId="{38D831A0-25FC-43FE-92C6-71A981D41A15}" type="pres">
      <dgm:prSet presAssocID="{29F0E32A-5DC9-47D4-BBF3-38C03ADAB596}" presName="Name13" presStyleLbl="parChTrans1D2" presStyleIdx="0" presStyleCnt="12"/>
      <dgm:spPr/>
    </dgm:pt>
    <dgm:pt modelId="{4F841D7B-6852-4878-A3F6-2E5F6148F20B}" type="pres">
      <dgm:prSet presAssocID="{28D5209D-DC49-46CE-AFDD-21E8F355C573}" presName="childText" presStyleLbl="bgAcc1" presStyleIdx="0" presStyleCnt="12">
        <dgm:presLayoutVars>
          <dgm:bulletEnabled val="1"/>
        </dgm:presLayoutVars>
      </dgm:prSet>
      <dgm:spPr/>
    </dgm:pt>
    <dgm:pt modelId="{95C1DF03-D26E-4C45-A96D-B098090F5ED6}" type="pres">
      <dgm:prSet presAssocID="{404D0C81-50F6-46D4-9D4F-4FA8C3333CF6}" presName="Name13" presStyleLbl="parChTrans1D2" presStyleIdx="1" presStyleCnt="12"/>
      <dgm:spPr/>
    </dgm:pt>
    <dgm:pt modelId="{9B695D0F-82F7-4052-9F47-E63BC5D8B3E3}" type="pres">
      <dgm:prSet presAssocID="{42323CDC-09AA-4014-B801-AA2F2B8F4D3F}" presName="childText" presStyleLbl="bgAcc1" presStyleIdx="1" presStyleCnt="12">
        <dgm:presLayoutVars>
          <dgm:bulletEnabled val="1"/>
        </dgm:presLayoutVars>
      </dgm:prSet>
      <dgm:spPr/>
    </dgm:pt>
    <dgm:pt modelId="{4ED2DD9D-7A48-4788-ADE8-598430D1A35F}" type="pres">
      <dgm:prSet presAssocID="{A88947A6-AA4D-49BC-B854-0A0810E0410F}" presName="Name13" presStyleLbl="parChTrans1D2" presStyleIdx="2" presStyleCnt="12"/>
      <dgm:spPr/>
    </dgm:pt>
    <dgm:pt modelId="{7015C591-9579-4057-A00F-322A32A17FA4}" type="pres">
      <dgm:prSet presAssocID="{5CBDEFF5-C36C-40F5-A1F2-6959A63304AC}" presName="childText" presStyleLbl="bgAcc1" presStyleIdx="2" presStyleCnt="12">
        <dgm:presLayoutVars>
          <dgm:bulletEnabled val="1"/>
        </dgm:presLayoutVars>
      </dgm:prSet>
      <dgm:spPr/>
    </dgm:pt>
    <dgm:pt modelId="{34B68372-E95A-4886-9A66-EA0386AED7E0}" type="pres">
      <dgm:prSet presAssocID="{C00E1AFE-44CE-409B-B14B-62B5EC106CA7}" presName="Name13" presStyleLbl="parChTrans1D2" presStyleIdx="3" presStyleCnt="12"/>
      <dgm:spPr/>
    </dgm:pt>
    <dgm:pt modelId="{D4BBB231-754C-4AEB-A471-49C3880B5F91}" type="pres">
      <dgm:prSet presAssocID="{9E612DE2-5F68-4B95-A5E3-380CBBE2F4A0}" presName="childText" presStyleLbl="bgAcc1" presStyleIdx="3" presStyleCnt="12">
        <dgm:presLayoutVars>
          <dgm:bulletEnabled val="1"/>
        </dgm:presLayoutVars>
      </dgm:prSet>
      <dgm:spPr/>
    </dgm:pt>
    <dgm:pt modelId="{268BE6B0-7E89-4032-830F-5361B669C07B}" type="pres">
      <dgm:prSet presAssocID="{4EA1FFFE-A880-4B28-951D-456D6395852A}" presName="root" presStyleCnt="0"/>
      <dgm:spPr/>
    </dgm:pt>
    <dgm:pt modelId="{CAD8C4A2-85F3-4414-A056-87A5585E285B}" type="pres">
      <dgm:prSet presAssocID="{4EA1FFFE-A880-4B28-951D-456D6395852A}" presName="rootComposite" presStyleCnt="0"/>
      <dgm:spPr/>
    </dgm:pt>
    <dgm:pt modelId="{6BECE076-9F72-4FC3-8E1C-23B2BEB7E157}" type="pres">
      <dgm:prSet presAssocID="{4EA1FFFE-A880-4B28-951D-456D6395852A}" presName="rootText" presStyleLbl="node1" presStyleIdx="1" presStyleCnt="4"/>
      <dgm:spPr/>
    </dgm:pt>
    <dgm:pt modelId="{59815FFD-C5FD-4228-9270-072D5634BA77}" type="pres">
      <dgm:prSet presAssocID="{4EA1FFFE-A880-4B28-951D-456D6395852A}" presName="rootConnector" presStyleLbl="node1" presStyleIdx="1" presStyleCnt="4"/>
      <dgm:spPr/>
    </dgm:pt>
    <dgm:pt modelId="{0DD44300-11DA-4151-8FD6-F120F17D34E1}" type="pres">
      <dgm:prSet presAssocID="{4EA1FFFE-A880-4B28-951D-456D6395852A}" presName="childShape" presStyleCnt="0"/>
      <dgm:spPr/>
    </dgm:pt>
    <dgm:pt modelId="{7C73A85F-54CC-422D-9E97-57CA83755101}" type="pres">
      <dgm:prSet presAssocID="{FC6F66CD-4A90-4D94-9D09-6AA6EF9273A7}" presName="Name13" presStyleLbl="parChTrans1D2" presStyleIdx="4" presStyleCnt="12"/>
      <dgm:spPr/>
    </dgm:pt>
    <dgm:pt modelId="{9E8D685A-1495-4EF0-864C-35C37715417D}" type="pres">
      <dgm:prSet presAssocID="{7765BEA7-03D2-43F2-AF17-A2F36D282E1F}" presName="childText" presStyleLbl="bgAcc1" presStyleIdx="4" presStyleCnt="12">
        <dgm:presLayoutVars>
          <dgm:bulletEnabled val="1"/>
        </dgm:presLayoutVars>
      </dgm:prSet>
      <dgm:spPr/>
    </dgm:pt>
    <dgm:pt modelId="{AB4BADFA-0855-4BDF-ADC0-ADC87CCE9DB3}" type="pres">
      <dgm:prSet presAssocID="{C7CF7501-D958-4FC5-BF25-BBB473F535C1}" presName="Name13" presStyleLbl="parChTrans1D2" presStyleIdx="5" presStyleCnt="12"/>
      <dgm:spPr/>
    </dgm:pt>
    <dgm:pt modelId="{27A8B643-43F5-4059-934F-44BDAFAB976C}" type="pres">
      <dgm:prSet presAssocID="{D7CE3940-8315-4402-A424-DBFD06A8F330}" presName="childText" presStyleLbl="bgAcc1" presStyleIdx="5" presStyleCnt="12">
        <dgm:presLayoutVars>
          <dgm:bulletEnabled val="1"/>
        </dgm:presLayoutVars>
      </dgm:prSet>
      <dgm:spPr/>
    </dgm:pt>
    <dgm:pt modelId="{E1A8EE0D-49B7-4A04-8ADB-1DBC460BE7EB}" type="pres">
      <dgm:prSet presAssocID="{DAFD0D55-8B59-4E84-A786-7DBBAC9803DF}" presName="Name13" presStyleLbl="parChTrans1D2" presStyleIdx="6" presStyleCnt="12"/>
      <dgm:spPr/>
    </dgm:pt>
    <dgm:pt modelId="{DA3C8360-151E-467F-BFC6-9753586DFF36}" type="pres">
      <dgm:prSet presAssocID="{FF5773C9-5496-4A7F-9A14-11DE9D82C49F}" presName="childText" presStyleLbl="bgAcc1" presStyleIdx="6" presStyleCnt="12">
        <dgm:presLayoutVars>
          <dgm:bulletEnabled val="1"/>
        </dgm:presLayoutVars>
      </dgm:prSet>
      <dgm:spPr/>
    </dgm:pt>
    <dgm:pt modelId="{79BBAD9D-36BD-471C-A627-86FED190C301}" type="pres">
      <dgm:prSet presAssocID="{C75EBD14-7FCD-4E5B-9163-2C95E15B0087}" presName="root" presStyleCnt="0"/>
      <dgm:spPr/>
    </dgm:pt>
    <dgm:pt modelId="{EFA447D7-986D-48FB-9D03-571F3E7488FA}" type="pres">
      <dgm:prSet presAssocID="{C75EBD14-7FCD-4E5B-9163-2C95E15B0087}" presName="rootComposite" presStyleCnt="0"/>
      <dgm:spPr/>
    </dgm:pt>
    <dgm:pt modelId="{46FE6FB7-2BE8-4C36-A138-F4B4376DA9D4}" type="pres">
      <dgm:prSet presAssocID="{C75EBD14-7FCD-4E5B-9163-2C95E15B0087}" presName="rootText" presStyleLbl="node1" presStyleIdx="2" presStyleCnt="4"/>
      <dgm:spPr/>
    </dgm:pt>
    <dgm:pt modelId="{2577209B-21DD-4B86-A142-D91AB6FAA180}" type="pres">
      <dgm:prSet presAssocID="{C75EBD14-7FCD-4E5B-9163-2C95E15B0087}" presName="rootConnector" presStyleLbl="node1" presStyleIdx="2" presStyleCnt="4"/>
      <dgm:spPr/>
    </dgm:pt>
    <dgm:pt modelId="{9A419D5D-1B29-4E58-A355-A04A2ABD6AB0}" type="pres">
      <dgm:prSet presAssocID="{C75EBD14-7FCD-4E5B-9163-2C95E15B0087}" presName="childShape" presStyleCnt="0"/>
      <dgm:spPr/>
    </dgm:pt>
    <dgm:pt modelId="{161B1292-D623-4C43-9890-FD3D8FD85488}" type="pres">
      <dgm:prSet presAssocID="{8B826118-B5EA-4AB4-93A8-9ADEBF6EBD52}" presName="Name13" presStyleLbl="parChTrans1D2" presStyleIdx="7" presStyleCnt="12"/>
      <dgm:spPr/>
    </dgm:pt>
    <dgm:pt modelId="{6E1AB4A5-C69F-493B-AB42-36AA98F7A753}" type="pres">
      <dgm:prSet presAssocID="{9822BEF7-4DAC-408A-A227-F1B31D6B50BD}" presName="childText" presStyleLbl="bgAcc1" presStyleIdx="7" presStyleCnt="12">
        <dgm:presLayoutVars>
          <dgm:bulletEnabled val="1"/>
        </dgm:presLayoutVars>
      </dgm:prSet>
      <dgm:spPr/>
    </dgm:pt>
    <dgm:pt modelId="{A47EDF04-35F4-4000-A977-1C10E229CDE5}" type="pres">
      <dgm:prSet presAssocID="{BBD32BA1-630B-4DC8-8AA6-F47FCB487197}" presName="Name13" presStyleLbl="parChTrans1D2" presStyleIdx="8" presStyleCnt="12"/>
      <dgm:spPr/>
    </dgm:pt>
    <dgm:pt modelId="{E3D7651B-AA09-4CA9-8963-BFADF34F04CE}" type="pres">
      <dgm:prSet presAssocID="{26208461-2B4E-4893-91A2-4CF1E085E5E7}" presName="childText" presStyleLbl="bgAcc1" presStyleIdx="8" presStyleCnt="12">
        <dgm:presLayoutVars>
          <dgm:bulletEnabled val="1"/>
        </dgm:presLayoutVars>
      </dgm:prSet>
      <dgm:spPr/>
    </dgm:pt>
    <dgm:pt modelId="{77D17D5C-4F05-407A-B76F-16A664AA6716}" type="pres">
      <dgm:prSet presAssocID="{54C188FA-BD3C-4F63-A4EC-4723A7EDAE2A}" presName="Name13" presStyleLbl="parChTrans1D2" presStyleIdx="9" presStyleCnt="12"/>
      <dgm:spPr/>
    </dgm:pt>
    <dgm:pt modelId="{2A802217-F1CF-4987-A6EA-F9D960A7FD4B}" type="pres">
      <dgm:prSet presAssocID="{F7A6AE41-B3CE-406C-A971-E2707231C2A6}" presName="childText" presStyleLbl="bgAcc1" presStyleIdx="9" presStyleCnt="12">
        <dgm:presLayoutVars>
          <dgm:bulletEnabled val="1"/>
        </dgm:presLayoutVars>
      </dgm:prSet>
      <dgm:spPr/>
    </dgm:pt>
    <dgm:pt modelId="{2C7B04D4-4AF6-455B-BF09-E3878113593C}" type="pres">
      <dgm:prSet presAssocID="{35F3E58D-73F0-4D74-940F-59B765109E3E}" presName="root" presStyleCnt="0"/>
      <dgm:spPr/>
    </dgm:pt>
    <dgm:pt modelId="{408FD7A4-7D70-48AD-AFDB-8EEACE5D8DE7}" type="pres">
      <dgm:prSet presAssocID="{35F3E58D-73F0-4D74-940F-59B765109E3E}" presName="rootComposite" presStyleCnt="0"/>
      <dgm:spPr/>
    </dgm:pt>
    <dgm:pt modelId="{8B7E8507-844C-460C-AA07-DFACAA12B6C4}" type="pres">
      <dgm:prSet presAssocID="{35F3E58D-73F0-4D74-940F-59B765109E3E}" presName="rootText" presStyleLbl="node1" presStyleIdx="3" presStyleCnt="4"/>
      <dgm:spPr/>
    </dgm:pt>
    <dgm:pt modelId="{09664C01-3456-4C58-BE91-EF82CA7F5ACD}" type="pres">
      <dgm:prSet presAssocID="{35F3E58D-73F0-4D74-940F-59B765109E3E}" presName="rootConnector" presStyleLbl="node1" presStyleIdx="3" presStyleCnt="4"/>
      <dgm:spPr/>
    </dgm:pt>
    <dgm:pt modelId="{720D5BCA-5FA1-4C94-BA3E-EBE071626BF7}" type="pres">
      <dgm:prSet presAssocID="{35F3E58D-73F0-4D74-940F-59B765109E3E}" presName="childShape" presStyleCnt="0"/>
      <dgm:spPr/>
    </dgm:pt>
    <dgm:pt modelId="{7CDA5592-E12B-4F41-9D04-39358A9FAB8D}" type="pres">
      <dgm:prSet presAssocID="{7B27324A-37E5-4BAA-9503-97885A4DD042}" presName="Name13" presStyleLbl="parChTrans1D2" presStyleIdx="10" presStyleCnt="12"/>
      <dgm:spPr/>
    </dgm:pt>
    <dgm:pt modelId="{DE8C5679-D64D-435B-BAF0-240CA413B48E}" type="pres">
      <dgm:prSet presAssocID="{C3A826C7-0C4D-48FC-846D-D1CC10E2C14C}" presName="childText" presStyleLbl="bgAcc1" presStyleIdx="10" presStyleCnt="12">
        <dgm:presLayoutVars>
          <dgm:bulletEnabled val="1"/>
        </dgm:presLayoutVars>
      </dgm:prSet>
      <dgm:spPr/>
    </dgm:pt>
    <dgm:pt modelId="{56903DF6-7D55-4AB7-8446-EE265AA0AA50}" type="pres">
      <dgm:prSet presAssocID="{5E7AEAEA-92A9-4D16-B89D-F36CC9DCBD12}" presName="Name13" presStyleLbl="parChTrans1D2" presStyleIdx="11" presStyleCnt="12"/>
      <dgm:spPr/>
    </dgm:pt>
    <dgm:pt modelId="{4836441F-B750-4C0F-BF33-039CDA5BBA23}" type="pres">
      <dgm:prSet presAssocID="{A485235A-3097-4BE3-B0BF-11048C6D3304}" presName="childText" presStyleLbl="bgAcc1" presStyleIdx="11" presStyleCnt="12">
        <dgm:presLayoutVars>
          <dgm:bulletEnabled val="1"/>
        </dgm:presLayoutVars>
      </dgm:prSet>
      <dgm:spPr/>
    </dgm:pt>
  </dgm:ptLst>
  <dgm:cxnLst>
    <dgm:cxn modelId="{B3F8390B-F87E-4840-BC1B-6E6AC721F56A}" srcId="{C75EBD14-7FCD-4E5B-9163-2C95E15B0087}" destId="{9822BEF7-4DAC-408A-A227-F1B31D6B50BD}" srcOrd="0" destOrd="0" parTransId="{8B826118-B5EA-4AB4-93A8-9ADEBF6EBD52}" sibTransId="{E9786552-0044-4232-B7CD-062EAF216EC4}"/>
    <dgm:cxn modelId="{38960218-E2A4-4873-891D-DD1027F0A1A0}" type="presOf" srcId="{29F0E32A-5DC9-47D4-BBF3-38C03ADAB596}" destId="{38D831A0-25FC-43FE-92C6-71A981D41A15}" srcOrd="0" destOrd="0" presId="urn:microsoft.com/office/officeart/2005/8/layout/hierarchy3"/>
    <dgm:cxn modelId="{E0637518-3CD0-4626-9B6B-7851BF2992AB}" type="presOf" srcId="{C00E1AFE-44CE-409B-B14B-62B5EC106CA7}" destId="{34B68372-E95A-4886-9A66-EA0386AED7E0}" srcOrd="0" destOrd="0" presId="urn:microsoft.com/office/officeart/2005/8/layout/hierarchy3"/>
    <dgm:cxn modelId="{B00D3E1C-C045-4440-9A7D-6A8001512DFD}" type="presOf" srcId="{404D0C81-50F6-46D4-9D4F-4FA8C3333CF6}" destId="{95C1DF03-D26E-4C45-A96D-B098090F5ED6}" srcOrd="0" destOrd="0" presId="urn:microsoft.com/office/officeart/2005/8/layout/hierarchy3"/>
    <dgm:cxn modelId="{17561021-2F8C-4639-BAB1-AFC0F522E281}" type="presOf" srcId="{F7A6AE41-B3CE-406C-A971-E2707231C2A6}" destId="{2A802217-F1CF-4987-A6EA-F9D960A7FD4B}" srcOrd="0" destOrd="0" presId="urn:microsoft.com/office/officeart/2005/8/layout/hierarchy3"/>
    <dgm:cxn modelId="{040A9F23-6C3F-44CE-B4CF-739760F82164}" type="presOf" srcId="{C7CF7501-D958-4FC5-BF25-BBB473F535C1}" destId="{AB4BADFA-0855-4BDF-ADC0-ADC87CCE9DB3}" srcOrd="0" destOrd="0" presId="urn:microsoft.com/office/officeart/2005/8/layout/hierarchy3"/>
    <dgm:cxn modelId="{FB47FD26-622D-47B4-9FFA-40A22564297E}" srcId="{C75EBD14-7FCD-4E5B-9163-2C95E15B0087}" destId="{26208461-2B4E-4893-91A2-4CF1E085E5E7}" srcOrd="1" destOrd="0" parTransId="{BBD32BA1-630B-4DC8-8AA6-F47FCB487197}" sibTransId="{827A0B47-D459-4795-9F72-ECCF829492BD}"/>
    <dgm:cxn modelId="{BE08E529-D143-48B9-B257-56B8901D8372}" srcId="{4EA1FFFE-A880-4B28-951D-456D6395852A}" destId="{D7CE3940-8315-4402-A424-DBFD06A8F330}" srcOrd="1" destOrd="0" parTransId="{C7CF7501-D958-4FC5-BF25-BBB473F535C1}" sibTransId="{DC4698EC-9798-488B-840D-B9C190DE7E0E}"/>
    <dgm:cxn modelId="{FB26602B-1398-43EF-8F3C-042241780624}" type="presOf" srcId="{FF5773C9-5496-4A7F-9A14-11DE9D82C49F}" destId="{DA3C8360-151E-467F-BFC6-9753586DFF36}" srcOrd="0" destOrd="0" presId="urn:microsoft.com/office/officeart/2005/8/layout/hierarchy3"/>
    <dgm:cxn modelId="{0E765836-1B1E-4A05-A949-7D5224747ADC}" type="presOf" srcId="{C9DC2DA5-E90E-4622-B009-5DB1126671CD}" destId="{4FEEC2FA-0FC4-4EED-B488-45005ECB2143}" srcOrd="0" destOrd="0" presId="urn:microsoft.com/office/officeart/2005/8/layout/hierarchy3"/>
    <dgm:cxn modelId="{179EA83B-9314-4B13-81D7-6CB0C9FD362F}" srcId="{C9DC2DA5-E90E-4622-B009-5DB1126671CD}" destId="{42323CDC-09AA-4014-B801-AA2F2B8F4D3F}" srcOrd="1" destOrd="0" parTransId="{404D0C81-50F6-46D4-9D4F-4FA8C3333CF6}" sibTransId="{D8637937-56B4-430A-96A5-1805564045F5}"/>
    <dgm:cxn modelId="{BEFEB340-A8CC-48CD-AADB-8EFAB52974D7}" srcId="{CCCBBECC-E854-48CF-BB9F-32BD0C5D2CD7}" destId="{C9DC2DA5-E90E-4622-B009-5DB1126671CD}" srcOrd="0" destOrd="0" parTransId="{435F3F00-B5F4-41FF-8C63-89D3408234D3}" sibTransId="{C0392B97-E4A8-4E9C-9C91-E3D23E678377}"/>
    <dgm:cxn modelId="{DCE38A5B-9436-4F6E-940E-6C5A7291C257}" type="presOf" srcId="{7765BEA7-03D2-43F2-AF17-A2F36D282E1F}" destId="{9E8D685A-1495-4EF0-864C-35C37715417D}" srcOrd="0" destOrd="0" presId="urn:microsoft.com/office/officeart/2005/8/layout/hierarchy3"/>
    <dgm:cxn modelId="{F01C7A5F-D8E0-4792-9A27-526FC667DA88}" type="presOf" srcId="{BBD32BA1-630B-4DC8-8AA6-F47FCB487197}" destId="{A47EDF04-35F4-4000-A977-1C10E229CDE5}" srcOrd="0" destOrd="0" presId="urn:microsoft.com/office/officeart/2005/8/layout/hierarchy3"/>
    <dgm:cxn modelId="{72F76D64-FBAD-4AA1-9178-822B556CC4E5}" type="presOf" srcId="{CCCBBECC-E854-48CF-BB9F-32BD0C5D2CD7}" destId="{1E61DAD4-D99A-444D-809C-CFD1E1E26CF9}" srcOrd="0" destOrd="0" presId="urn:microsoft.com/office/officeart/2005/8/layout/hierarchy3"/>
    <dgm:cxn modelId="{087BB069-1E98-45B1-A855-D77821B782F9}" srcId="{CCCBBECC-E854-48CF-BB9F-32BD0C5D2CD7}" destId="{35F3E58D-73F0-4D74-940F-59B765109E3E}" srcOrd="3" destOrd="0" parTransId="{72BA1517-BB3C-433C-84B6-157296E39832}" sibTransId="{C58AF811-F807-4BCB-B798-2C3AAD2B849D}"/>
    <dgm:cxn modelId="{B6BB5D4B-CC6B-4784-ACD2-538B5C407FE4}" type="presOf" srcId="{C9DC2DA5-E90E-4622-B009-5DB1126671CD}" destId="{3CA40AFE-8A7B-4916-841C-F7F01BF5F4F4}" srcOrd="1" destOrd="0" presId="urn:microsoft.com/office/officeart/2005/8/layout/hierarchy3"/>
    <dgm:cxn modelId="{FFE7AC4C-3483-4C6C-80AC-8ADF37141111}" type="presOf" srcId="{42323CDC-09AA-4014-B801-AA2F2B8F4D3F}" destId="{9B695D0F-82F7-4052-9F47-E63BC5D8B3E3}" srcOrd="0" destOrd="0" presId="urn:microsoft.com/office/officeart/2005/8/layout/hierarchy3"/>
    <dgm:cxn modelId="{9374DF6D-E957-4FA2-AA03-E115A68E02E0}" type="presOf" srcId="{7B27324A-37E5-4BAA-9503-97885A4DD042}" destId="{7CDA5592-E12B-4F41-9D04-39358A9FAB8D}" srcOrd="0" destOrd="0" presId="urn:microsoft.com/office/officeart/2005/8/layout/hierarchy3"/>
    <dgm:cxn modelId="{8ED8EE4D-7D35-49BA-B80E-26B7F6924A0E}" type="presOf" srcId="{5E7AEAEA-92A9-4D16-B89D-F36CC9DCBD12}" destId="{56903DF6-7D55-4AB7-8446-EE265AA0AA50}" srcOrd="0" destOrd="0" presId="urn:microsoft.com/office/officeart/2005/8/layout/hierarchy3"/>
    <dgm:cxn modelId="{735FD050-EF06-4E21-9DE8-15AFB9E1488F}" type="presOf" srcId="{35F3E58D-73F0-4D74-940F-59B765109E3E}" destId="{8B7E8507-844C-460C-AA07-DFACAA12B6C4}" srcOrd="0" destOrd="0" presId="urn:microsoft.com/office/officeart/2005/8/layout/hierarchy3"/>
    <dgm:cxn modelId="{92424E72-4C65-4761-949B-66A40412CA69}" srcId="{CCCBBECC-E854-48CF-BB9F-32BD0C5D2CD7}" destId="{C75EBD14-7FCD-4E5B-9163-2C95E15B0087}" srcOrd="2" destOrd="0" parTransId="{41870E1F-6570-4770-90A1-FB9718BF1F46}" sibTransId="{AFB84EC7-3207-4FD5-ABB3-52F026FDD348}"/>
    <dgm:cxn modelId="{C4A9C654-D96A-4874-B6ED-B029F862AAB1}" type="presOf" srcId="{4EA1FFFE-A880-4B28-951D-456D6395852A}" destId="{6BECE076-9F72-4FC3-8E1C-23B2BEB7E157}" srcOrd="0" destOrd="0" presId="urn:microsoft.com/office/officeart/2005/8/layout/hierarchy3"/>
    <dgm:cxn modelId="{04A17175-C2E0-4B79-9E2D-26742B067613}" srcId="{35F3E58D-73F0-4D74-940F-59B765109E3E}" destId="{C3A826C7-0C4D-48FC-846D-D1CC10E2C14C}" srcOrd="0" destOrd="0" parTransId="{7B27324A-37E5-4BAA-9503-97885A4DD042}" sibTransId="{4C30CED5-6778-45FF-A414-4419B64C5F13}"/>
    <dgm:cxn modelId="{CEE3A27B-8EFD-4459-8B90-5DAF0AE1643B}" type="presOf" srcId="{54C188FA-BD3C-4F63-A4EC-4723A7EDAE2A}" destId="{77D17D5C-4F05-407A-B76F-16A664AA6716}" srcOrd="0" destOrd="0" presId="urn:microsoft.com/office/officeart/2005/8/layout/hierarchy3"/>
    <dgm:cxn modelId="{A2241E86-5278-46CF-B454-DCD84D525A88}" type="presOf" srcId="{4EA1FFFE-A880-4B28-951D-456D6395852A}" destId="{59815FFD-C5FD-4228-9270-072D5634BA77}" srcOrd="1" destOrd="0" presId="urn:microsoft.com/office/officeart/2005/8/layout/hierarchy3"/>
    <dgm:cxn modelId="{56D34495-32AB-410B-9D09-EDC83C43F9ED}" srcId="{C75EBD14-7FCD-4E5B-9163-2C95E15B0087}" destId="{F7A6AE41-B3CE-406C-A971-E2707231C2A6}" srcOrd="2" destOrd="0" parTransId="{54C188FA-BD3C-4F63-A4EC-4723A7EDAE2A}" sibTransId="{55D5C283-5E1B-4668-843A-ACDB4C8950E4}"/>
    <dgm:cxn modelId="{55675A9F-616D-48E9-8A4F-596CDC1DD86B}" srcId="{4EA1FFFE-A880-4B28-951D-456D6395852A}" destId="{7765BEA7-03D2-43F2-AF17-A2F36D282E1F}" srcOrd="0" destOrd="0" parTransId="{FC6F66CD-4A90-4D94-9D09-6AA6EF9273A7}" sibTransId="{5108F8AD-34C7-417B-99B8-D38208D334C8}"/>
    <dgm:cxn modelId="{25C6FE9F-49FE-475C-AE2E-C9DA143CF768}" type="presOf" srcId="{35F3E58D-73F0-4D74-940F-59B765109E3E}" destId="{09664C01-3456-4C58-BE91-EF82CA7F5ACD}" srcOrd="1" destOrd="0" presId="urn:microsoft.com/office/officeart/2005/8/layout/hierarchy3"/>
    <dgm:cxn modelId="{1D8074A2-497B-489A-BBE3-2F7C0B283BD7}" srcId="{CCCBBECC-E854-48CF-BB9F-32BD0C5D2CD7}" destId="{4EA1FFFE-A880-4B28-951D-456D6395852A}" srcOrd="1" destOrd="0" parTransId="{66BF3B6E-A2FD-41B5-B0CE-A931234ED209}" sibTransId="{3DA5707B-95A3-4324-ACFF-DA4F5B9EDFFD}"/>
    <dgm:cxn modelId="{69631EA6-1692-4237-B877-A0D4C5FEFDAA}" srcId="{C9DC2DA5-E90E-4622-B009-5DB1126671CD}" destId="{5CBDEFF5-C36C-40F5-A1F2-6959A63304AC}" srcOrd="2" destOrd="0" parTransId="{A88947A6-AA4D-49BC-B854-0A0810E0410F}" sibTransId="{35A16800-6EB7-4503-9D19-5A3E96FD297A}"/>
    <dgm:cxn modelId="{73097AA9-4D5B-4803-A8C9-4975C82B45CF}" type="presOf" srcId="{8B826118-B5EA-4AB4-93A8-9ADEBF6EBD52}" destId="{161B1292-D623-4C43-9890-FD3D8FD85488}" srcOrd="0" destOrd="0" presId="urn:microsoft.com/office/officeart/2005/8/layout/hierarchy3"/>
    <dgm:cxn modelId="{EFB2AFB3-53D3-4504-9BCE-730B8C20C438}" type="presOf" srcId="{C75EBD14-7FCD-4E5B-9163-2C95E15B0087}" destId="{2577209B-21DD-4B86-A142-D91AB6FAA180}" srcOrd="1" destOrd="0" presId="urn:microsoft.com/office/officeart/2005/8/layout/hierarchy3"/>
    <dgm:cxn modelId="{1ECD2DBA-8CB9-48EB-B755-CBA5D254D0FC}" srcId="{C9DC2DA5-E90E-4622-B009-5DB1126671CD}" destId="{9E612DE2-5F68-4B95-A5E3-380CBBE2F4A0}" srcOrd="3" destOrd="0" parTransId="{C00E1AFE-44CE-409B-B14B-62B5EC106CA7}" sibTransId="{61569B8B-6B30-439C-9863-0DB8176052E0}"/>
    <dgm:cxn modelId="{D89CECC3-2468-42AB-9DF5-CAB19FA78E32}" type="presOf" srcId="{D7CE3940-8315-4402-A424-DBFD06A8F330}" destId="{27A8B643-43F5-4059-934F-44BDAFAB976C}" srcOrd="0" destOrd="0" presId="urn:microsoft.com/office/officeart/2005/8/layout/hierarchy3"/>
    <dgm:cxn modelId="{B953F0CB-5A06-404B-95F4-EDC38835495F}" type="presOf" srcId="{9E612DE2-5F68-4B95-A5E3-380CBBE2F4A0}" destId="{D4BBB231-754C-4AEB-A471-49C3880B5F91}" srcOrd="0" destOrd="0" presId="urn:microsoft.com/office/officeart/2005/8/layout/hierarchy3"/>
    <dgm:cxn modelId="{BDBF73D1-F306-46E9-91E3-BFDE3EC6BDF1}" type="presOf" srcId="{28D5209D-DC49-46CE-AFDD-21E8F355C573}" destId="{4F841D7B-6852-4878-A3F6-2E5F6148F20B}" srcOrd="0" destOrd="0" presId="urn:microsoft.com/office/officeart/2005/8/layout/hierarchy3"/>
    <dgm:cxn modelId="{5AD2E0D2-A9D1-43E1-B5CB-2E57331E8A7C}" type="presOf" srcId="{DAFD0D55-8B59-4E84-A786-7DBBAC9803DF}" destId="{E1A8EE0D-49B7-4A04-8ADB-1DBC460BE7EB}" srcOrd="0" destOrd="0" presId="urn:microsoft.com/office/officeart/2005/8/layout/hierarchy3"/>
    <dgm:cxn modelId="{4B9604DA-1210-4DAF-ABCA-C250139DCB35}" srcId="{4EA1FFFE-A880-4B28-951D-456D6395852A}" destId="{FF5773C9-5496-4A7F-9A14-11DE9D82C49F}" srcOrd="2" destOrd="0" parTransId="{DAFD0D55-8B59-4E84-A786-7DBBAC9803DF}" sibTransId="{46EDD896-4504-4D94-B876-3134393F4216}"/>
    <dgm:cxn modelId="{C971E3DA-FC53-4801-82DC-AE2B195B0FB4}" type="presOf" srcId="{5CBDEFF5-C36C-40F5-A1F2-6959A63304AC}" destId="{7015C591-9579-4057-A00F-322A32A17FA4}" srcOrd="0" destOrd="0" presId="urn:microsoft.com/office/officeart/2005/8/layout/hierarchy3"/>
    <dgm:cxn modelId="{A64922DD-BE3F-46CD-8AA9-ED196794C26E}" type="presOf" srcId="{26208461-2B4E-4893-91A2-4CF1E085E5E7}" destId="{E3D7651B-AA09-4CA9-8963-BFADF34F04CE}" srcOrd="0" destOrd="0" presId="urn:microsoft.com/office/officeart/2005/8/layout/hierarchy3"/>
    <dgm:cxn modelId="{961186E3-07BB-4E7B-9A8D-08B6AF1BE752}" type="presOf" srcId="{C75EBD14-7FCD-4E5B-9163-2C95E15B0087}" destId="{46FE6FB7-2BE8-4C36-A138-F4B4376DA9D4}" srcOrd="0" destOrd="0" presId="urn:microsoft.com/office/officeart/2005/8/layout/hierarchy3"/>
    <dgm:cxn modelId="{2936E5E6-19C2-4BB1-AEFD-7E7CDA86B8A9}" type="presOf" srcId="{C3A826C7-0C4D-48FC-846D-D1CC10E2C14C}" destId="{DE8C5679-D64D-435B-BAF0-240CA413B48E}" srcOrd="0" destOrd="0" presId="urn:microsoft.com/office/officeart/2005/8/layout/hierarchy3"/>
    <dgm:cxn modelId="{B05699EE-73CB-4ACD-BE59-CBBDFA19D6FE}" type="presOf" srcId="{A485235A-3097-4BE3-B0BF-11048C6D3304}" destId="{4836441F-B750-4C0F-BF33-039CDA5BBA23}" srcOrd="0" destOrd="0" presId="urn:microsoft.com/office/officeart/2005/8/layout/hierarchy3"/>
    <dgm:cxn modelId="{526C62F0-ECAA-462A-AF74-0FF738E1E786}" type="presOf" srcId="{A88947A6-AA4D-49BC-B854-0A0810E0410F}" destId="{4ED2DD9D-7A48-4788-ADE8-598430D1A35F}" srcOrd="0" destOrd="0" presId="urn:microsoft.com/office/officeart/2005/8/layout/hierarchy3"/>
    <dgm:cxn modelId="{A83F58F2-E963-428B-B2B2-5C59442D5E32}" type="presOf" srcId="{9822BEF7-4DAC-408A-A227-F1B31D6B50BD}" destId="{6E1AB4A5-C69F-493B-AB42-36AA98F7A753}" srcOrd="0" destOrd="0" presId="urn:microsoft.com/office/officeart/2005/8/layout/hierarchy3"/>
    <dgm:cxn modelId="{BF81C4F2-44BE-431B-85CB-EDEE19639E16}" srcId="{C9DC2DA5-E90E-4622-B009-5DB1126671CD}" destId="{28D5209D-DC49-46CE-AFDD-21E8F355C573}" srcOrd="0" destOrd="0" parTransId="{29F0E32A-5DC9-47D4-BBF3-38C03ADAB596}" sibTransId="{F206AB19-7050-4B2E-B8D9-5122F6BFA319}"/>
    <dgm:cxn modelId="{6F7267F9-A436-4D55-B544-286CA51E7308}" type="presOf" srcId="{FC6F66CD-4A90-4D94-9D09-6AA6EF9273A7}" destId="{7C73A85F-54CC-422D-9E97-57CA83755101}" srcOrd="0" destOrd="0" presId="urn:microsoft.com/office/officeart/2005/8/layout/hierarchy3"/>
    <dgm:cxn modelId="{42C893FF-F073-4CC7-A7CD-C00AC65F2CDC}" srcId="{35F3E58D-73F0-4D74-940F-59B765109E3E}" destId="{A485235A-3097-4BE3-B0BF-11048C6D3304}" srcOrd="1" destOrd="0" parTransId="{5E7AEAEA-92A9-4D16-B89D-F36CC9DCBD12}" sibTransId="{3C4611D1-AA8E-411D-BE72-E5D6CD3C265D}"/>
    <dgm:cxn modelId="{F25BE301-E273-4E7A-993B-0A8AA382EC1D}" type="presParOf" srcId="{1E61DAD4-D99A-444D-809C-CFD1E1E26CF9}" destId="{AA83A6FC-6DEF-411D-ADB0-545831754675}" srcOrd="0" destOrd="0" presId="urn:microsoft.com/office/officeart/2005/8/layout/hierarchy3"/>
    <dgm:cxn modelId="{771F0141-CA88-48B6-BF6E-A8F764DF7528}" type="presParOf" srcId="{AA83A6FC-6DEF-411D-ADB0-545831754675}" destId="{3904F4E0-69CA-42CE-9A05-40FF6B375C33}" srcOrd="0" destOrd="0" presId="urn:microsoft.com/office/officeart/2005/8/layout/hierarchy3"/>
    <dgm:cxn modelId="{DC74E1E8-9CDA-499E-8FCD-CA71F7951D3C}" type="presParOf" srcId="{3904F4E0-69CA-42CE-9A05-40FF6B375C33}" destId="{4FEEC2FA-0FC4-4EED-B488-45005ECB2143}" srcOrd="0" destOrd="0" presId="urn:microsoft.com/office/officeart/2005/8/layout/hierarchy3"/>
    <dgm:cxn modelId="{979F7A4C-0BBD-40D5-A033-C323344EF8E6}" type="presParOf" srcId="{3904F4E0-69CA-42CE-9A05-40FF6B375C33}" destId="{3CA40AFE-8A7B-4916-841C-F7F01BF5F4F4}" srcOrd="1" destOrd="0" presId="urn:microsoft.com/office/officeart/2005/8/layout/hierarchy3"/>
    <dgm:cxn modelId="{F8C825FF-FD7C-404B-A995-470A5BE6234B}" type="presParOf" srcId="{AA83A6FC-6DEF-411D-ADB0-545831754675}" destId="{A830822D-EA40-4E70-AEAC-57F0CEFFB35A}" srcOrd="1" destOrd="0" presId="urn:microsoft.com/office/officeart/2005/8/layout/hierarchy3"/>
    <dgm:cxn modelId="{C44C7BDC-B573-4B22-89DD-87D4BED851D0}" type="presParOf" srcId="{A830822D-EA40-4E70-AEAC-57F0CEFFB35A}" destId="{38D831A0-25FC-43FE-92C6-71A981D41A15}" srcOrd="0" destOrd="0" presId="urn:microsoft.com/office/officeart/2005/8/layout/hierarchy3"/>
    <dgm:cxn modelId="{6C197B77-CAA0-46F3-921F-8D988376F5D8}" type="presParOf" srcId="{A830822D-EA40-4E70-AEAC-57F0CEFFB35A}" destId="{4F841D7B-6852-4878-A3F6-2E5F6148F20B}" srcOrd="1" destOrd="0" presId="urn:microsoft.com/office/officeart/2005/8/layout/hierarchy3"/>
    <dgm:cxn modelId="{D4B5CB96-3FA5-4F24-B870-6D26890BC4E8}" type="presParOf" srcId="{A830822D-EA40-4E70-AEAC-57F0CEFFB35A}" destId="{95C1DF03-D26E-4C45-A96D-B098090F5ED6}" srcOrd="2" destOrd="0" presId="urn:microsoft.com/office/officeart/2005/8/layout/hierarchy3"/>
    <dgm:cxn modelId="{FF27002D-15F6-4D76-994A-2C9D1F657B9B}" type="presParOf" srcId="{A830822D-EA40-4E70-AEAC-57F0CEFFB35A}" destId="{9B695D0F-82F7-4052-9F47-E63BC5D8B3E3}" srcOrd="3" destOrd="0" presId="urn:microsoft.com/office/officeart/2005/8/layout/hierarchy3"/>
    <dgm:cxn modelId="{88CF4F3F-989E-4F04-9D16-A3EDB2BC805F}" type="presParOf" srcId="{A830822D-EA40-4E70-AEAC-57F0CEFFB35A}" destId="{4ED2DD9D-7A48-4788-ADE8-598430D1A35F}" srcOrd="4" destOrd="0" presId="urn:microsoft.com/office/officeart/2005/8/layout/hierarchy3"/>
    <dgm:cxn modelId="{590E86AD-71A3-4551-A070-643DBF770DE1}" type="presParOf" srcId="{A830822D-EA40-4E70-AEAC-57F0CEFFB35A}" destId="{7015C591-9579-4057-A00F-322A32A17FA4}" srcOrd="5" destOrd="0" presId="urn:microsoft.com/office/officeart/2005/8/layout/hierarchy3"/>
    <dgm:cxn modelId="{35A9062E-8599-4886-BDDB-68D3CEB34D5F}" type="presParOf" srcId="{A830822D-EA40-4E70-AEAC-57F0CEFFB35A}" destId="{34B68372-E95A-4886-9A66-EA0386AED7E0}" srcOrd="6" destOrd="0" presId="urn:microsoft.com/office/officeart/2005/8/layout/hierarchy3"/>
    <dgm:cxn modelId="{D577FB56-C417-4CDA-AEE7-3EC16892DFD7}" type="presParOf" srcId="{A830822D-EA40-4E70-AEAC-57F0CEFFB35A}" destId="{D4BBB231-754C-4AEB-A471-49C3880B5F91}" srcOrd="7" destOrd="0" presId="urn:microsoft.com/office/officeart/2005/8/layout/hierarchy3"/>
    <dgm:cxn modelId="{FB657F68-7AC0-4285-ABC7-4B3A92B4EB01}" type="presParOf" srcId="{1E61DAD4-D99A-444D-809C-CFD1E1E26CF9}" destId="{268BE6B0-7E89-4032-830F-5361B669C07B}" srcOrd="1" destOrd="0" presId="urn:microsoft.com/office/officeart/2005/8/layout/hierarchy3"/>
    <dgm:cxn modelId="{0A9ECF43-2D21-4A13-96F8-87B8700FA229}" type="presParOf" srcId="{268BE6B0-7E89-4032-830F-5361B669C07B}" destId="{CAD8C4A2-85F3-4414-A056-87A5585E285B}" srcOrd="0" destOrd="0" presId="urn:microsoft.com/office/officeart/2005/8/layout/hierarchy3"/>
    <dgm:cxn modelId="{38FC3E53-FCD8-494B-9343-50EE26022E34}" type="presParOf" srcId="{CAD8C4A2-85F3-4414-A056-87A5585E285B}" destId="{6BECE076-9F72-4FC3-8E1C-23B2BEB7E157}" srcOrd="0" destOrd="0" presId="urn:microsoft.com/office/officeart/2005/8/layout/hierarchy3"/>
    <dgm:cxn modelId="{58FD2A81-CF32-4938-B60F-77E246702023}" type="presParOf" srcId="{CAD8C4A2-85F3-4414-A056-87A5585E285B}" destId="{59815FFD-C5FD-4228-9270-072D5634BA77}" srcOrd="1" destOrd="0" presId="urn:microsoft.com/office/officeart/2005/8/layout/hierarchy3"/>
    <dgm:cxn modelId="{D9675612-D071-4436-9119-C8AFB08AD12F}" type="presParOf" srcId="{268BE6B0-7E89-4032-830F-5361B669C07B}" destId="{0DD44300-11DA-4151-8FD6-F120F17D34E1}" srcOrd="1" destOrd="0" presId="urn:microsoft.com/office/officeart/2005/8/layout/hierarchy3"/>
    <dgm:cxn modelId="{B777576C-01A1-457A-8B18-8FB32DE44554}" type="presParOf" srcId="{0DD44300-11DA-4151-8FD6-F120F17D34E1}" destId="{7C73A85F-54CC-422D-9E97-57CA83755101}" srcOrd="0" destOrd="0" presId="urn:microsoft.com/office/officeart/2005/8/layout/hierarchy3"/>
    <dgm:cxn modelId="{E4B0FFCB-EC8F-4676-BD8B-06CF8CF933F0}" type="presParOf" srcId="{0DD44300-11DA-4151-8FD6-F120F17D34E1}" destId="{9E8D685A-1495-4EF0-864C-35C37715417D}" srcOrd="1" destOrd="0" presId="urn:microsoft.com/office/officeart/2005/8/layout/hierarchy3"/>
    <dgm:cxn modelId="{B9204025-F06C-4634-826A-7673EB269619}" type="presParOf" srcId="{0DD44300-11DA-4151-8FD6-F120F17D34E1}" destId="{AB4BADFA-0855-4BDF-ADC0-ADC87CCE9DB3}" srcOrd="2" destOrd="0" presId="urn:microsoft.com/office/officeart/2005/8/layout/hierarchy3"/>
    <dgm:cxn modelId="{2374CB96-F909-495E-971D-778D3FC6A2B5}" type="presParOf" srcId="{0DD44300-11DA-4151-8FD6-F120F17D34E1}" destId="{27A8B643-43F5-4059-934F-44BDAFAB976C}" srcOrd="3" destOrd="0" presId="urn:microsoft.com/office/officeart/2005/8/layout/hierarchy3"/>
    <dgm:cxn modelId="{667758E8-4192-47D5-AA4C-4BDB4CB93378}" type="presParOf" srcId="{0DD44300-11DA-4151-8FD6-F120F17D34E1}" destId="{E1A8EE0D-49B7-4A04-8ADB-1DBC460BE7EB}" srcOrd="4" destOrd="0" presId="urn:microsoft.com/office/officeart/2005/8/layout/hierarchy3"/>
    <dgm:cxn modelId="{0D9256A3-4CE8-4126-BFB2-FC84F964DE27}" type="presParOf" srcId="{0DD44300-11DA-4151-8FD6-F120F17D34E1}" destId="{DA3C8360-151E-467F-BFC6-9753586DFF36}" srcOrd="5" destOrd="0" presId="urn:microsoft.com/office/officeart/2005/8/layout/hierarchy3"/>
    <dgm:cxn modelId="{69A858F0-BE16-4136-B12E-5C739C96BCD2}" type="presParOf" srcId="{1E61DAD4-D99A-444D-809C-CFD1E1E26CF9}" destId="{79BBAD9D-36BD-471C-A627-86FED190C301}" srcOrd="2" destOrd="0" presId="urn:microsoft.com/office/officeart/2005/8/layout/hierarchy3"/>
    <dgm:cxn modelId="{D01D427E-F078-43EA-8BB4-85BB6247F78D}" type="presParOf" srcId="{79BBAD9D-36BD-471C-A627-86FED190C301}" destId="{EFA447D7-986D-48FB-9D03-571F3E7488FA}" srcOrd="0" destOrd="0" presId="urn:microsoft.com/office/officeart/2005/8/layout/hierarchy3"/>
    <dgm:cxn modelId="{5CC8F4C6-B47B-4FFE-A8E8-696EEB6DA9C8}" type="presParOf" srcId="{EFA447D7-986D-48FB-9D03-571F3E7488FA}" destId="{46FE6FB7-2BE8-4C36-A138-F4B4376DA9D4}" srcOrd="0" destOrd="0" presId="urn:microsoft.com/office/officeart/2005/8/layout/hierarchy3"/>
    <dgm:cxn modelId="{61D465A3-40E9-4BD1-9726-1AD7BF14140D}" type="presParOf" srcId="{EFA447D7-986D-48FB-9D03-571F3E7488FA}" destId="{2577209B-21DD-4B86-A142-D91AB6FAA180}" srcOrd="1" destOrd="0" presId="urn:microsoft.com/office/officeart/2005/8/layout/hierarchy3"/>
    <dgm:cxn modelId="{4C730DBD-34EE-4038-B655-6877A93EFE60}" type="presParOf" srcId="{79BBAD9D-36BD-471C-A627-86FED190C301}" destId="{9A419D5D-1B29-4E58-A355-A04A2ABD6AB0}" srcOrd="1" destOrd="0" presId="urn:microsoft.com/office/officeart/2005/8/layout/hierarchy3"/>
    <dgm:cxn modelId="{BCE3948A-4499-4299-B7DB-7FEAF38AA195}" type="presParOf" srcId="{9A419D5D-1B29-4E58-A355-A04A2ABD6AB0}" destId="{161B1292-D623-4C43-9890-FD3D8FD85488}" srcOrd="0" destOrd="0" presId="urn:microsoft.com/office/officeart/2005/8/layout/hierarchy3"/>
    <dgm:cxn modelId="{61C2A234-C0DD-4D2A-B708-254CD6A60227}" type="presParOf" srcId="{9A419D5D-1B29-4E58-A355-A04A2ABD6AB0}" destId="{6E1AB4A5-C69F-493B-AB42-36AA98F7A753}" srcOrd="1" destOrd="0" presId="urn:microsoft.com/office/officeart/2005/8/layout/hierarchy3"/>
    <dgm:cxn modelId="{AF23DD29-8ED1-4493-B8A4-6B7FF438427D}" type="presParOf" srcId="{9A419D5D-1B29-4E58-A355-A04A2ABD6AB0}" destId="{A47EDF04-35F4-4000-A977-1C10E229CDE5}" srcOrd="2" destOrd="0" presId="urn:microsoft.com/office/officeart/2005/8/layout/hierarchy3"/>
    <dgm:cxn modelId="{81DC6645-289D-416C-B4F5-80434DD25E24}" type="presParOf" srcId="{9A419D5D-1B29-4E58-A355-A04A2ABD6AB0}" destId="{E3D7651B-AA09-4CA9-8963-BFADF34F04CE}" srcOrd="3" destOrd="0" presId="urn:microsoft.com/office/officeart/2005/8/layout/hierarchy3"/>
    <dgm:cxn modelId="{D96BE3E6-6430-41C9-9400-D1C573799503}" type="presParOf" srcId="{9A419D5D-1B29-4E58-A355-A04A2ABD6AB0}" destId="{77D17D5C-4F05-407A-B76F-16A664AA6716}" srcOrd="4" destOrd="0" presId="urn:microsoft.com/office/officeart/2005/8/layout/hierarchy3"/>
    <dgm:cxn modelId="{3859FCCA-87FB-4A84-9EE9-FAAB4147C1C8}" type="presParOf" srcId="{9A419D5D-1B29-4E58-A355-A04A2ABD6AB0}" destId="{2A802217-F1CF-4987-A6EA-F9D960A7FD4B}" srcOrd="5" destOrd="0" presId="urn:microsoft.com/office/officeart/2005/8/layout/hierarchy3"/>
    <dgm:cxn modelId="{0DAA878E-3434-464C-A08E-AD728672DA1B}" type="presParOf" srcId="{1E61DAD4-D99A-444D-809C-CFD1E1E26CF9}" destId="{2C7B04D4-4AF6-455B-BF09-E3878113593C}" srcOrd="3" destOrd="0" presId="urn:microsoft.com/office/officeart/2005/8/layout/hierarchy3"/>
    <dgm:cxn modelId="{D42A0A54-04DD-430C-8EDE-A5F5B2B2D2E8}" type="presParOf" srcId="{2C7B04D4-4AF6-455B-BF09-E3878113593C}" destId="{408FD7A4-7D70-48AD-AFDB-8EEACE5D8DE7}" srcOrd="0" destOrd="0" presId="urn:microsoft.com/office/officeart/2005/8/layout/hierarchy3"/>
    <dgm:cxn modelId="{FEF285D1-CD1E-4B25-8B34-C9C3DA5C5CA9}" type="presParOf" srcId="{408FD7A4-7D70-48AD-AFDB-8EEACE5D8DE7}" destId="{8B7E8507-844C-460C-AA07-DFACAA12B6C4}" srcOrd="0" destOrd="0" presId="urn:microsoft.com/office/officeart/2005/8/layout/hierarchy3"/>
    <dgm:cxn modelId="{DF0EE32F-954D-493F-93DB-6A5412788D29}" type="presParOf" srcId="{408FD7A4-7D70-48AD-AFDB-8EEACE5D8DE7}" destId="{09664C01-3456-4C58-BE91-EF82CA7F5ACD}" srcOrd="1" destOrd="0" presId="urn:microsoft.com/office/officeart/2005/8/layout/hierarchy3"/>
    <dgm:cxn modelId="{6EAC71CA-3AEA-4845-ADD5-014131565DE2}" type="presParOf" srcId="{2C7B04D4-4AF6-455B-BF09-E3878113593C}" destId="{720D5BCA-5FA1-4C94-BA3E-EBE071626BF7}" srcOrd="1" destOrd="0" presId="urn:microsoft.com/office/officeart/2005/8/layout/hierarchy3"/>
    <dgm:cxn modelId="{C3112D31-6BBB-4DE9-8853-C4A3501EF886}" type="presParOf" srcId="{720D5BCA-5FA1-4C94-BA3E-EBE071626BF7}" destId="{7CDA5592-E12B-4F41-9D04-39358A9FAB8D}" srcOrd="0" destOrd="0" presId="urn:microsoft.com/office/officeart/2005/8/layout/hierarchy3"/>
    <dgm:cxn modelId="{D38086FD-D3C8-481F-85CE-2CF768B82283}" type="presParOf" srcId="{720D5BCA-5FA1-4C94-BA3E-EBE071626BF7}" destId="{DE8C5679-D64D-435B-BAF0-240CA413B48E}" srcOrd="1" destOrd="0" presId="urn:microsoft.com/office/officeart/2005/8/layout/hierarchy3"/>
    <dgm:cxn modelId="{1A9F7114-FB07-4A14-9E39-6E7A16425275}" type="presParOf" srcId="{720D5BCA-5FA1-4C94-BA3E-EBE071626BF7}" destId="{56903DF6-7D55-4AB7-8446-EE265AA0AA50}" srcOrd="2" destOrd="0" presId="urn:microsoft.com/office/officeart/2005/8/layout/hierarchy3"/>
    <dgm:cxn modelId="{580CFB15-928B-4524-A113-81F1CCACADD6}" type="presParOf" srcId="{720D5BCA-5FA1-4C94-BA3E-EBE071626BF7}" destId="{4836441F-B750-4C0F-BF33-039CDA5BBA2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F77A51-BF0A-4C39-9CF3-3A0CD6A1B3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E6D6613-E4C3-4916-AA5C-8F13CE2EAF42}">
      <dgm:prSet phldrT="[Text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Fit the model using X_train and Y_train</a:t>
          </a:r>
        </a:p>
      </dgm:t>
    </dgm:pt>
    <dgm:pt modelId="{DE08672D-3CE9-4CE5-9342-BC7724DC194D}" type="parTrans" cxnId="{53384D43-0F54-4949-9A13-F019865E0F8B}">
      <dgm:prSet/>
      <dgm:spPr/>
      <dgm:t>
        <a:bodyPr/>
        <a:lstStyle/>
        <a:p>
          <a:endParaRPr lang="en-US"/>
        </a:p>
      </dgm:t>
    </dgm:pt>
    <dgm:pt modelId="{6F7B1E1D-9DC6-4996-985E-C4AD9ECB9EEB}" type="sibTrans" cxnId="{53384D43-0F54-4949-9A13-F019865E0F8B}">
      <dgm:prSet/>
      <dgm:spPr/>
      <dgm:t>
        <a:bodyPr/>
        <a:lstStyle/>
        <a:p>
          <a:endParaRPr lang="en-US"/>
        </a:p>
      </dgm:t>
    </dgm:pt>
    <dgm:pt modelId="{8BE3DD38-6B16-45ED-8ABD-B0BDE3D2DFAF}">
      <dgm:prSet phldrT="[Text]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Predict using X_test</a:t>
          </a:r>
        </a:p>
      </dgm:t>
    </dgm:pt>
    <dgm:pt modelId="{661BDD8A-7062-46FF-A4CC-929052DB1B1F}" type="parTrans" cxnId="{04D1D5E8-71DB-425D-9D6E-E5E123DB825A}">
      <dgm:prSet/>
      <dgm:spPr/>
      <dgm:t>
        <a:bodyPr/>
        <a:lstStyle/>
        <a:p>
          <a:endParaRPr lang="en-US"/>
        </a:p>
      </dgm:t>
    </dgm:pt>
    <dgm:pt modelId="{AA2E6F81-9BAC-4A4B-85C6-C731840B505A}" type="sibTrans" cxnId="{04D1D5E8-71DB-425D-9D6E-E5E123DB825A}">
      <dgm:prSet/>
      <dgm:spPr/>
      <dgm:t>
        <a:bodyPr/>
        <a:lstStyle/>
        <a:p>
          <a:endParaRPr lang="en-US"/>
        </a:p>
      </dgm:t>
    </dgm:pt>
    <dgm:pt modelId="{33B77977-0F94-4534-A4D0-32CDFB3C00EF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Probability Distribution- 1</a:t>
          </a:r>
        </a:p>
      </dgm:t>
    </dgm:pt>
    <dgm:pt modelId="{5F041ADE-9453-4368-9F8A-8150465C3390}" type="parTrans" cxnId="{DF40D17E-A1E2-4686-8722-E6AC90CC49A3}">
      <dgm:prSet/>
      <dgm:spPr/>
      <dgm:t>
        <a:bodyPr/>
        <a:lstStyle/>
        <a:p>
          <a:endParaRPr lang="en-US"/>
        </a:p>
      </dgm:t>
    </dgm:pt>
    <dgm:pt modelId="{E7A61CA5-7F1C-4991-91B3-7B6267BAD354}" type="sibTrans" cxnId="{DF40D17E-A1E2-4686-8722-E6AC90CC49A3}">
      <dgm:prSet/>
      <dgm:spPr/>
      <dgm:t>
        <a:bodyPr/>
        <a:lstStyle/>
        <a:p>
          <a:endParaRPr lang="en-US"/>
        </a:p>
      </dgm:t>
    </dgm:pt>
    <dgm:pt modelId="{730295D7-C33E-4B8B-BB7C-5063A87BE6D1}" type="pres">
      <dgm:prSet presAssocID="{10F77A51-BF0A-4C39-9CF3-3A0CD6A1B3B7}" presName="CompostProcess" presStyleCnt="0">
        <dgm:presLayoutVars>
          <dgm:dir/>
          <dgm:resizeHandles val="exact"/>
        </dgm:presLayoutVars>
      </dgm:prSet>
      <dgm:spPr/>
    </dgm:pt>
    <dgm:pt modelId="{3B2CDD0D-6CE4-4C7D-A519-DF5152302C3F}" type="pres">
      <dgm:prSet presAssocID="{10F77A51-BF0A-4C39-9CF3-3A0CD6A1B3B7}" presName="arrow" presStyleLbl="bgShp" presStyleIdx="0" presStyleCnt="1"/>
      <dgm:spPr/>
    </dgm:pt>
    <dgm:pt modelId="{A663BD86-2A11-4172-B537-7F8774F59432}" type="pres">
      <dgm:prSet presAssocID="{10F77A51-BF0A-4C39-9CF3-3A0CD6A1B3B7}" presName="linearProcess" presStyleCnt="0"/>
      <dgm:spPr/>
    </dgm:pt>
    <dgm:pt modelId="{CBA2E048-418E-478E-B392-1D93130A77B3}" type="pres">
      <dgm:prSet presAssocID="{EE6D6613-E4C3-4916-AA5C-8F13CE2EAF42}" presName="textNode" presStyleLbl="node1" presStyleIdx="0" presStyleCnt="3">
        <dgm:presLayoutVars>
          <dgm:bulletEnabled val="1"/>
        </dgm:presLayoutVars>
      </dgm:prSet>
      <dgm:spPr/>
    </dgm:pt>
    <dgm:pt modelId="{79E82258-9B9A-4BA6-B866-BFE68F4D008D}" type="pres">
      <dgm:prSet presAssocID="{6F7B1E1D-9DC6-4996-985E-C4AD9ECB9EEB}" presName="sibTrans" presStyleCnt="0"/>
      <dgm:spPr/>
    </dgm:pt>
    <dgm:pt modelId="{35F8D5B5-E985-4EEC-8C78-F188D97F2C70}" type="pres">
      <dgm:prSet presAssocID="{8BE3DD38-6B16-45ED-8ABD-B0BDE3D2DFAF}" presName="textNode" presStyleLbl="node1" presStyleIdx="1" presStyleCnt="3">
        <dgm:presLayoutVars>
          <dgm:bulletEnabled val="1"/>
        </dgm:presLayoutVars>
      </dgm:prSet>
      <dgm:spPr/>
    </dgm:pt>
    <dgm:pt modelId="{DBDA017A-04F5-46E2-A420-D2E955719288}" type="pres">
      <dgm:prSet presAssocID="{AA2E6F81-9BAC-4A4B-85C6-C731840B505A}" presName="sibTrans" presStyleCnt="0"/>
      <dgm:spPr/>
    </dgm:pt>
    <dgm:pt modelId="{18FA7B6A-2085-4E93-8ADE-BB4A3FCBC8F3}" type="pres">
      <dgm:prSet presAssocID="{33B77977-0F94-4534-A4D0-32CDFB3C00E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5FD6E3F-44CC-4DB9-BF1E-B278D17AFC9A}" type="presOf" srcId="{8BE3DD38-6B16-45ED-8ABD-B0BDE3D2DFAF}" destId="{35F8D5B5-E985-4EEC-8C78-F188D97F2C70}" srcOrd="0" destOrd="0" presId="urn:microsoft.com/office/officeart/2005/8/layout/hProcess9"/>
    <dgm:cxn modelId="{53384D43-0F54-4949-9A13-F019865E0F8B}" srcId="{10F77A51-BF0A-4C39-9CF3-3A0CD6A1B3B7}" destId="{EE6D6613-E4C3-4916-AA5C-8F13CE2EAF42}" srcOrd="0" destOrd="0" parTransId="{DE08672D-3CE9-4CE5-9342-BC7724DC194D}" sibTransId="{6F7B1E1D-9DC6-4996-985E-C4AD9ECB9EEB}"/>
    <dgm:cxn modelId="{DF40D17E-A1E2-4686-8722-E6AC90CC49A3}" srcId="{10F77A51-BF0A-4C39-9CF3-3A0CD6A1B3B7}" destId="{33B77977-0F94-4534-A4D0-32CDFB3C00EF}" srcOrd="2" destOrd="0" parTransId="{5F041ADE-9453-4368-9F8A-8150465C3390}" sibTransId="{E7A61CA5-7F1C-4991-91B3-7B6267BAD354}"/>
    <dgm:cxn modelId="{93A2A5B9-7EDC-485C-B014-3F63BDAD4CA8}" type="presOf" srcId="{33B77977-0F94-4534-A4D0-32CDFB3C00EF}" destId="{18FA7B6A-2085-4E93-8ADE-BB4A3FCBC8F3}" srcOrd="0" destOrd="0" presId="urn:microsoft.com/office/officeart/2005/8/layout/hProcess9"/>
    <dgm:cxn modelId="{90EEE9C9-F847-431F-A9C7-D417A7BF8D37}" type="presOf" srcId="{EE6D6613-E4C3-4916-AA5C-8F13CE2EAF42}" destId="{CBA2E048-418E-478E-B392-1D93130A77B3}" srcOrd="0" destOrd="0" presId="urn:microsoft.com/office/officeart/2005/8/layout/hProcess9"/>
    <dgm:cxn modelId="{04D1D5E8-71DB-425D-9D6E-E5E123DB825A}" srcId="{10F77A51-BF0A-4C39-9CF3-3A0CD6A1B3B7}" destId="{8BE3DD38-6B16-45ED-8ABD-B0BDE3D2DFAF}" srcOrd="1" destOrd="0" parTransId="{661BDD8A-7062-46FF-A4CC-929052DB1B1F}" sibTransId="{AA2E6F81-9BAC-4A4B-85C6-C731840B505A}"/>
    <dgm:cxn modelId="{C3AB0BFD-A7B3-4218-9D7B-4108CB91C1B3}" type="presOf" srcId="{10F77A51-BF0A-4C39-9CF3-3A0CD6A1B3B7}" destId="{730295D7-C33E-4B8B-BB7C-5063A87BE6D1}" srcOrd="0" destOrd="0" presId="urn:microsoft.com/office/officeart/2005/8/layout/hProcess9"/>
    <dgm:cxn modelId="{3DE6781A-4EF7-4E59-B998-F5D87A73B3BE}" type="presParOf" srcId="{730295D7-C33E-4B8B-BB7C-5063A87BE6D1}" destId="{3B2CDD0D-6CE4-4C7D-A519-DF5152302C3F}" srcOrd="0" destOrd="0" presId="urn:microsoft.com/office/officeart/2005/8/layout/hProcess9"/>
    <dgm:cxn modelId="{EE7C3753-251D-4C08-AD58-F8CBB740C186}" type="presParOf" srcId="{730295D7-C33E-4B8B-BB7C-5063A87BE6D1}" destId="{A663BD86-2A11-4172-B537-7F8774F59432}" srcOrd="1" destOrd="0" presId="urn:microsoft.com/office/officeart/2005/8/layout/hProcess9"/>
    <dgm:cxn modelId="{88B80B27-3C16-4FEC-915D-7D157BD7F588}" type="presParOf" srcId="{A663BD86-2A11-4172-B537-7F8774F59432}" destId="{CBA2E048-418E-478E-B392-1D93130A77B3}" srcOrd="0" destOrd="0" presId="urn:microsoft.com/office/officeart/2005/8/layout/hProcess9"/>
    <dgm:cxn modelId="{0CBB69C0-6B97-41EA-A0FB-7B0A3B70D30B}" type="presParOf" srcId="{A663BD86-2A11-4172-B537-7F8774F59432}" destId="{79E82258-9B9A-4BA6-B866-BFE68F4D008D}" srcOrd="1" destOrd="0" presId="urn:microsoft.com/office/officeart/2005/8/layout/hProcess9"/>
    <dgm:cxn modelId="{5039E02E-A131-4D4E-BB41-52E5E0D96A4F}" type="presParOf" srcId="{A663BD86-2A11-4172-B537-7F8774F59432}" destId="{35F8D5B5-E985-4EEC-8C78-F188D97F2C70}" srcOrd="2" destOrd="0" presId="urn:microsoft.com/office/officeart/2005/8/layout/hProcess9"/>
    <dgm:cxn modelId="{95674AA1-1481-4ED8-BDEB-69C964154799}" type="presParOf" srcId="{A663BD86-2A11-4172-B537-7F8774F59432}" destId="{DBDA017A-04F5-46E2-A420-D2E955719288}" srcOrd="3" destOrd="0" presId="urn:microsoft.com/office/officeart/2005/8/layout/hProcess9"/>
    <dgm:cxn modelId="{C0C3E538-2CAC-470E-9148-1AD68339BDCD}" type="presParOf" srcId="{A663BD86-2A11-4172-B537-7F8774F59432}" destId="{18FA7B6A-2085-4E93-8ADE-BB4A3FCBC8F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F77A51-BF0A-4C39-9CF3-3A0CD6A1B3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E6D6613-E4C3-4916-AA5C-8F13CE2EAF42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Fit the model using X_train_updated and Y_train</a:t>
          </a:r>
        </a:p>
      </dgm:t>
    </dgm:pt>
    <dgm:pt modelId="{DE08672D-3CE9-4CE5-9342-BC7724DC194D}" type="parTrans" cxnId="{53384D43-0F54-4949-9A13-F019865E0F8B}">
      <dgm:prSet/>
      <dgm:spPr/>
      <dgm:t>
        <a:bodyPr/>
        <a:lstStyle/>
        <a:p>
          <a:endParaRPr lang="en-US"/>
        </a:p>
      </dgm:t>
    </dgm:pt>
    <dgm:pt modelId="{6F7B1E1D-9DC6-4996-985E-C4AD9ECB9EEB}" type="sibTrans" cxnId="{53384D43-0F54-4949-9A13-F019865E0F8B}">
      <dgm:prSet/>
      <dgm:spPr/>
      <dgm:t>
        <a:bodyPr/>
        <a:lstStyle/>
        <a:p>
          <a:endParaRPr lang="en-US"/>
        </a:p>
      </dgm:t>
    </dgm:pt>
    <dgm:pt modelId="{8BE3DD38-6B16-45ED-8ABD-B0BDE3D2DFAF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Predict using X_test_updated</a:t>
          </a:r>
        </a:p>
      </dgm:t>
    </dgm:pt>
    <dgm:pt modelId="{661BDD8A-7062-46FF-A4CC-929052DB1B1F}" type="parTrans" cxnId="{04D1D5E8-71DB-425D-9D6E-E5E123DB825A}">
      <dgm:prSet/>
      <dgm:spPr/>
      <dgm:t>
        <a:bodyPr/>
        <a:lstStyle/>
        <a:p>
          <a:endParaRPr lang="en-US"/>
        </a:p>
      </dgm:t>
    </dgm:pt>
    <dgm:pt modelId="{AA2E6F81-9BAC-4A4B-85C6-C731840B505A}" type="sibTrans" cxnId="{04D1D5E8-71DB-425D-9D6E-E5E123DB825A}">
      <dgm:prSet/>
      <dgm:spPr/>
      <dgm:t>
        <a:bodyPr/>
        <a:lstStyle/>
        <a:p>
          <a:endParaRPr lang="en-US"/>
        </a:p>
      </dgm:t>
    </dgm:pt>
    <dgm:pt modelId="{33B77977-0F94-4534-A4D0-32CDFB3C00EF}">
      <dgm:prSet phldrT="[Text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Probability Distribution- 2</a:t>
          </a:r>
        </a:p>
      </dgm:t>
    </dgm:pt>
    <dgm:pt modelId="{5F041ADE-9453-4368-9F8A-8150465C3390}" type="parTrans" cxnId="{DF40D17E-A1E2-4686-8722-E6AC90CC49A3}">
      <dgm:prSet/>
      <dgm:spPr/>
      <dgm:t>
        <a:bodyPr/>
        <a:lstStyle/>
        <a:p>
          <a:endParaRPr lang="en-US"/>
        </a:p>
      </dgm:t>
    </dgm:pt>
    <dgm:pt modelId="{E7A61CA5-7F1C-4991-91B3-7B6267BAD354}" type="sibTrans" cxnId="{DF40D17E-A1E2-4686-8722-E6AC90CC49A3}">
      <dgm:prSet/>
      <dgm:spPr/>
      <dgm:t>
        <a:bodyPr/>
        <a:lstStyle/>
        <a:p>
          <a:endParaRPr lang="en-US"/>
        </a:p>
      </dgm:t>
    </dgm:pt>
    <dgm:pt modelId="{4BEB54CF-EBA8-4C02-BF4A-0953DD22B89A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Remove the numbers from X_train and X_test</a:t>
          </a:r>
        </a:p>
      </dgm:t>
    </dgm:pt>
    <dgm:pt modelId="{91EB4DE9-1CEC-4DA7-82BE-BAD19FA4976F}" type="parTrans" cxnId="{9C1EF99F-30B5-4489-860B-10D3F05C5F10}">
      <dgm:prSet/>
      <dgm:spPr/>
      <dgm:t>
        <a:bodyPr/>
        <a:lstStyle/>
        <a:p>
          <a:endParaRPr lang="en-US"/>
        </a:p>
      </dgm:t>
    </dgm:pt>
    <dgm:pt modelId="{C11F1AA6-AFFC-4770-9EE8-B63CE3D13E55}" type="sibTrans" cxnId="{9C1EF99F-30B5-4489-860B-10D3F05C5F10}">
      <dgm:prSet/>
      <dgm:spPr/>
      <dgm:t>
        <a:bodyPr/>
        <a:lstStyle/>
        <a:p>
          <a:endParaRPr lang="en-US"/>
        </a:p>
      </dgm:t>
    </dgm:pt>
    <dgm:pt modelId="{730295D7-C33E-4B8B-BB7C-5063A87BE6D1}" type="pres">
      <dgm:prSet presAssocID="{10F77A51-BF0A-4C39-9CF3-3A0CD6A1B3B7}" presName="CompostProcess" presStyleCnt="0">
        <dgm:presLayoutVars>
          <dgm:dir/>
          <dgm:resizeHandles val="exact"/>
        </dgm:presLayoutVars>
      </dgm:prSet>
      <dgm:spPr/>
    </dgm:pt>
    <dgm:pt modelId="{3B2CDD0D-6CE4-4C7D-A519-DF5152302C3F}" type="pres">
      <dgm:prSet presAssocID="{10F77A51-BF0A-4C39-9CF3-3A0CD6A1B3B7}" presName="arrow" presStyleLbl="bgShp" presStyleIdx="0" presStyleCnt="1"/>
      <dgm:spPr/>
    </dgm:pt>
    <dgm:pt modelId="{A663BD86-2A11-4172-B537-7F8774F59432}" type="pres">
      <dgm:prSet presAssocID="{10F77A51-BF0A-4C39-9CF3-3A0CD6A1B3B7}" presName="linearProcess" presStyleCnt="0"/>
      <dgm:spPr/>
    </dgm:pt>
    <dgm:pt modelId="{8334BC6F-41EC-48D0-AB0F-09C3CE60CDCD}" type="pres">
      <dgm:prSet presAssocID="{4BEB54CF-EBA8-4C02-BF4A-0953DD22B89A}" presName="textNode" presStyleLbl="node1" presStyleIdx="0" presStyleCnt="4">
        <dgm:presLayoutVars>
          <dgm:bulletEnabled val="1"/>
        </dgm:presLayoutVars>
      </dgm:prSet>
      <dgm:spPr/>
    </dgm:pt>
    <dgm:pt modelId="{E52AB706-1695-4C5B-AA4C-37D75DA8C637}" type="pres">
      <dgm:prSet presAssocID="{C11F1AA6-AFFC-4770-9EE8-B63CE3D13E55}" presName="sibTrans" presStyleCnt="0"/>
      <dgm:spPr/>
    </dgm:pt>
    <dgm:pt modelId="{CBA2E048-418E-478E-B392-1D93130A77B3}" type="pres">
      <dgm:prSet presAssocID="{EE6D6613-E4C3-4916-AA5C-8F13CE2EAF42}" presName="textNode" presStyleLbl="node1" presStyleIdx="1" presStyleCnt="4">
        <dgm:presLayoutVars>
          <dgm:bulletEnabled val="1"/>
        </dgm:presLayoutVars>
      </dgm:prSet>
      <dgm:spPr/>
    </dgm:pt>
    <dgm:pt modelId="{79E82258-9B9A-4BA6-B866-BFE68F4D008D}" type="pres">
      <dgm:prSet presAssocID="{6F7B1E1D-9DC6-4996-985E-C4AD9ECB9EEB}" presName="sibTrans" presStyleCnt="0"/>
      <dgm:spPr/>
    </dgm:pt>
    <dgm:pt modelId="{35F8D5B5-E985-4EEC-8C78-F188D97F2C70}" type="pres">
      <dgm:prSet presAssocID="{8BE3DD38-6B16-45ED-8ABD-B0BDE3D2DFAF}" presName="textNode" presStyleLbl="node1" presStyleIdx="2" presStyleCnt="4">
        <dgm:presLayoutVars>
          <dgm:bulletEnabled val="1"/>
        </dgm:presLayoutVars>
      </dgm:prSet>
      <dgm:spPr/>
    </dgm:pt>
    <dgm:pt modelId="{DBDA017A-04F5-46E2-A420-D2E955719288}" type="pres">
      <dgm:prSet presAssocID="{AA2E6F81-9BAC-4A4B-85C6-C731840B505A}" presName="sibTrans" presStyleCnt="0"/>
      <dgm:spPr/>
    </dgm:pt>
    <dgm:pt modelId="{18FA7B6A-2085-4E93-8ADE-BB4A3FCBC8F3}" type="pres">
      <dgm:prSet presAssocID="{33B77977-0F94-4534-A4D0-32CDFB3C00EF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710A01B-FBA7-464E-9DBB-0BFEA42E37C3}" type="presOf" srcId="{4BEB54CF-EBA8-4C02-BF4A-0953DD22B89A}" destId="{8334BC6F-41EC-48D0-AB0F-09C3CE60CDCD}" srcOrd="0" destOrd="0" presId="urn:microsoft.com/office/officeart/2005/8/layout/hProcess9"/>
    <dgm:cxn modelId="{95FD6E3F-44CC-4DB9-BF1E-B278D17AFC9A}" type="presOf" srcId="{8BE3DD38-6B16-45ED-8ABD-B0BDE3D2DFAF}" destId="{35F8D5B5-E985-4EEC-8C78-F188D97F2C70}" srcOrd="0" destOrd="0" presId="urn:microsoft.com/office/officeart/2005/8/layout/hProcess9"/>
    <dgm:cxn modelId="{53384D43-0F54-4949-9A13-F019865E0F8B}" srcId="{10F77A51-BF0A-4C39-9CF3-3A0CD6A1B3B7}" destId="{EE6D6613-E4C3-4916-AA5C-8F13CE2EAF42}" srcOrd="1" destOrd="0" parTransId="{DE08672D-3CE9-4CE5-9342-BC7724DC194D}" sibTransId="{6F7B1E1D-9DC6-4996-985E-C4AD9ECB9EEB}"/>
    <dgm:cxn modelId="{DF40D17E-A1E2-4686-8722-E6AC90CC49A3}" srcId="{10F77A51-BF0A-4C39-9CF3-3A0CD6A1B3B7}" destId="{33B77977-0F94-4534-A4D0-32CDFB3C00EF}" srcOrd="3" destOrd="0" parTransId="{5F041ADE-9453-4368-9F8A-8150465C3390}" sibTransId="{E7A61CA5-7F1C-4991-91B3-7B6267BAD354}"/>
    <dgm:cxn modelId="{9C1EF99F-30B5-4489-860B-10D3F05C5F10}" srcId="{10F77A51-BF0A-4C39-9CF3-3A0CD6A1B3B7}" destId="{4BEB54CF-EBA8-4C02-BF4A-0953DD22B89A}" srcOrd="0" destOrd="0" parTransId="{91EB4DE9-1CEC-4DA7-82BE-BAD19FA4976F}" sibTransId="{C11F1AA6-AFFC-4770-9EE8-B63CE3D13E55}"/>
    <dgm:cxn modelId="{93A2A5B9-7EDC-485C-B014-3F63BDAD4CA8}" type="presOf" srcId="{33B77977-0F94-4534-A4D0-32CDFB3C00EF}" destId="{18FA7B6A-2085-4E93-8ADE-BB4A3FCBC8F3}" srcOrd="0" destOrd="0" presId="urn:microsoft.com/office/officeart/2005/8/layout/hProcess9"/>
    <dgm:cxn modelId="{90EEE9C9-F847-431F-A9C7-D417A7BF8D37}" type="presOf" srcId="{EE6D6613-E4C3-4916-AA5C-8F13CE2EAF42}" destId="{CBA2E048-418E-478E-B392-1D93130A77B3}" srcOrd="0" destOrd="0" presId="urn:microsoft.com/office/officeart/2005/8/layout/hProcess9"/>
    <dgm:cxn modelId="{04D1D5E8-71DB-425D-9D6E-E5E123DB825A}" srcId="{10F77A51-BF0A-4C39-9CF3-3A0CD6A1B3B7}" destId="{8BE3DD38-6B16-45ED-8ABD-B0BDE3D2DFAF}" srcOrd="2" destOrd="0" parTransId="{661BDD8A-7062-46FF-A4CC-929052DB1B1F}" sibTransId="{AA2E6F81-9BAC-4A4B-85C6-C731840B505A}"/>
    <dgm:cxn modelId="{C3AB0BFD-A7B3-4218-9D7B-4108CB91C1B3}" type="presOf" srcId="{10F77A51-BF0A-4C39-9CF3-3A0CD6A1B3B7}" destId="{730295D7-C33E-4B8B-BB7C-5063A87BE6D1}" srcOrd="0" destOrd="0" presId="urn:microsoft.com/office/officeart/2005/8/layout/hProcess9"/>
    <dgm:cxn modelId="{3DE6781A-4EF7-4E59-B998-F5D87A73B3BE}" type="presParOf" srcId="{730295D7-C33E-4B8B-BB7C-5063A87BE6D1}" destId="{3B2CDD0D-6CE4-4C7D-A519-DF5152302C3F}" srcOrd="0" destOrd="0" presId="urn:microsoft.com/office/officeart/2005/8/layout/hProcess9"/>
    <dgm:cxn modelId="{EE7C3753-251D-4C08-AD58-F8CBB740C186}" type="presParOf" srcId="{730295D7-C33E-4B8B-BB7C-5063A87BE6D1}" destId="{A663BD86-2A11-4172-B537-7F8774F59432}" srcOrd="1" destOrd="0" presId="urn:microsoft.com/office/officeart/2005/8/layout/hProcess9"/>
    <dgm:cxn modelId="{266B57B0-441B-406F-AA76-A18077FD4815}" type="presParOf" srcId="{A663BD86-2A11-4172-B537-7F8774F59432}" destId="{8334BC6F-41EC-48D0-AB0F-09C3CE60CDCD}" srcOrd="0" destOrd="0" presId="urn:microsoft.com/office/officeart/2005/8/layout/hProcess9"/>
    <dgm:cxn modelId="{A80CFED8-F440-49A7-962B-3F9B54CE5FAC}" type="presParOf" srcId="{A663BD86-2A11-4172-B537-7F8774F59432}" destId="{E52AB706-1695-4C5B-AA4C-37D75DA8C637}" srcOrd="1" destOrd="0" presId="urn:microsoft.com/office/officeart/2005/8/layout/hProcess9"/>
    <dgm:cxn modelId="{88B80B27-3C16-4FEC-915D-7D157BD7F588}" type="presParOf" srcId="{A663BD86-2A11-4172-B537-7F8774F59432}" destId="{CBA2E048-418E-478E-B392-1D93130A77B3}" srcOrd="2" destOrd="0" presId="urn:microsoft.com/office/officeart/2005/8/layout/hProcess9"/>
    <dgm:cxn modelId="{0CBB69C0-6B97-41EA-A0FB-7B0A3B70D30B}" type="presParOf" srcId="{A663BD86-2A11-4172-B537-7F8774F59432}" destId="{79E82258-9B9A-4BA6-B866-BFE68F4D008D}" srcOrd="3" destOrd="0" presId="urn:microsoft.com/office/officeart/2005/8/layout/hProcess9"/>
    <dgm:cxn modelId="{5039E02E-A131-4D4E-BB41-52E5E0D96A4F}" type="presParOf" srcId="{A663BD86-2A11-4172-B537-7F8774F59432}" destId="{35F8D5B5-E985-4EEC-8C78-F188D97F2C70}" srcOrd="4" destOrd="0" presId="urn:microsoft.com/office/officeart/2005/8/layout/hProcess9"/>
    <dgm:cxn modelId="{95674AA1-1481-4ED8-BDEB-69C964154799}" type="presParOf" srcId="{A663BD86-2A11-4172-B537-7F8774F59432}" destId="{DBDA017A-04F5-46E2-A420-D2E955719288}" srcOrd="5" destOrd="0" presId="urn:microsoft.com/office/officeart/2005/8/layout/hProcess9"/>
    <dgm:cxn modelId="{C0C3E538-2CAC-470E-9148-1AD68339BDCD}" type="presParOf" srcId="{A663BD86-2A11-4172-B537-7F8774F59432}" destId="{18FA7B6A-2085-4E93-8ADE-BB4A3FCBC8F3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F77A51-BF0A-4C39-9CF3-3A0CD6A1B3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E6D6613-E4C3-4916-AA5C-8F13CE2EAF42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Fit the model using </a:t>
          </a:r>
          <a:r>
            <a:rPr lang="en-US" dirty="0" err="1"/>
            <a:t>X_train</a:t>
          </a:r>
          <a:r>
            <a:rPr lang="en-US" dirty="0"/>
            <a:t> and </a:t>
          </a:r>
          <a:r>
            <a:rPr lang="en-US" dirty="0" err="1"/>
            <a:t>Y_train</a:t>
          </a:r>
          <a:endParaRPr lang="en-US" dirty="0"/>
        </a:p>
      </dgm:t>
    </dgm:pt>
    <dgm:pt modelId="{DE08672D-3CE9-4CE5-9342-BC7724DC194D}" type="parTrans" cxnId="{53384D43-0F54-4949-9A13-F019865E0F8B}">
      <dgm:prSet/>
      <dgm:spPr/>
      <dgm:t>
        <a:bodyPr/>
        <a:lstStyle/>
        <a:p>
          <a:endParaRPr lang="en-US"/>
        </a:p>
      </dgm:t>
    </dgm:pt>
    <dgm:pt modelId="{6F7B1E1D-9DC6-4996-985E-C4AD9ECB9EEB}" type="sibTrans" cxnId="{53384D43-0F54-4949-9A13-F019865E0F8B}">
      <dgm:prSet/>
      <dgm:spPr/>
      <dgm:t>
        <a:bodyPr/>
        <a:lstStyle/>
        <a:p>
          <a:endParaRPr lang="en-US"/>
        </a:p>
      </dgm:t>
    </dgm:pt>
    <dgm:pt modelId="{8BE3DD38-6B16-45ED-8ABD-B0BDE3D2DFAF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Predict using </a:t>
          </a:r>
          <a:r>
            <a:rPr lang="en-US" dirty="0" err="1"/>
            <a:t>X_test</a:t>
          </a:r>
          <a:endParaRPr lang="en-US" dirty="0"/>
        </a:p>
      </dgm:t>
    </dgm:pt>
    <dgm:pt modelId="{661BDD8A-7062-46FF-A4CC-929052DB1B1F}" type="parTrans" cxnId="{04D1D5E8-71DB-425D-9D6E-E5E123DB825A}">
      <dgm:prSet/>
      <dgm:spPr/>
      <dgm:t>
        <a:bodyPr/>
        <a:lstStyle/>
        <a:p>
          <a:endParaRPr lang="en-US"/>
        </a:p>
      </dgm:t>
    </dgm:pt>
    <dgm:pt modelId="{AA2E6F81-9BAC-4A4B-85C6-C731840B505A}" type="sibTrans" cxnId="{04D1D5E8-71DB-425D-9D6E-E5E123DB825A}">
      <dgm:prSet/>
      <dgm:spPr/>
      <dgm:t>
        <a:bodyPr/>
        <a:lstStyle/>
        <a:p>
          <a:endParaRPr lang="en-US"/>
        </a:p>
      </dgm:t>
    </dgm:pt>
    <dgm:pt modelId="{33B77977-0F94-4534-A4D0-32CDFB3C00EF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Probability Distribution- 1</a:t>
          </a:r>
        </a:p>
      </dgm:t>
    </dgm:pt>
    <dgm:pt modelId="{5F041ADE-9453-4368-9F8A-8150465C3390}" type="parTrans" cxnId="{DF40D17E-A1E2-4686-8722-E6AC90CC49A3}">
      <dgm:prSet/>
      <dgm:spPr/>
      <dgm:t>
        <a:bodyPr/>
        <a:lstStyle/>
        <a:p>
          <a:endParaRPr lang="en-US"/>
        </a:p>
      </dgm:t>
    </dgm:pt>
    <dgm:pt modelId="{E7A61CA5-7F1C-4991-91B3-7B6267BAD354}" type="sibTrans" cxnId="{DF40D17E-A1E2-4686-8722-E6AC90CC49A3}">
      <dgm:prSet/>
      <dgm:spPr/>
      <dgm:t>
        <a:bodyPr/>
        <a:lstStyle/>
        <a:p>
          <a:endParaRPr lang="en-US"/>
        </a:p>
      </dgm:t>
    </dgm:pt>
    <dgm:pt modelId="{730295D7-C33E-4B8B-BB7C-5063A87BE6D1}" type="pres">
      <dgm:prSet presAssocID="{10F77A51-BF0A-4C39-9CF3-3A0CD6A1B3B7}" presName="CompostProcess" presStyleCnt="0">
        <dgm:presLayoutVars>
          <dgm:dir/>
          <dgm:resizeHandles val="exact"/>
        </dgm:presLayoutVars>
      </dgm:prSet>
      <dgm:spPr/>
    </dgm:pt>
    <dgm:pt modelId="{3B2CDD0D-6CE4-4C7D-A519-DF5152302C3F}" type="pres">
      <dgm:prSet presAssocID="{10F77A51-BF0A-4C39-9CF3-3A0CD6A1B3B7}" presName="arrow" presStyleLbl="bgShp" presStyleIdx="0" presStyleCnt="1"/>
      <dgm:spPr/>
    </dgm:pt>
    <dgm:pt modelId="{A663BD86-2A11-4172-B537-7F8774F59432}" type="pres">
      <dgm:prSet presAssocID="{10F77A51-BF0A-4C39-9CF3-3A0CD6A1B3B7}" presName="linearProcess" presStyleCnt="0"/>
      <dgm:spPr/>
    </dgm:pt>
    <dgm:pt modelId="{CBA2E048-418E-478E-B392-1D93130A77B3}" type="pres">
      <dgm:prSet presAssocID="{EE6D6613-E4C3-4916-AA5C-8F13CE2EAF42}" presName="textNode" presStyleLbl="node1" presStyleIdx="0" presStyleCnt="3">
        <dgm:presLayoutVars>
          <dgm:bulletEnabled val="1"/>
        </dgm:presLayoutVars>
      </dgm:prSet>
      <dgm:spPr/>
    </dgm:pt>
    <dgm:pt modelId="{79E82258-9B9A-4BA6-B866-BFE68F4D008D}" type="pres">
      <dgm:prSet presAssocID="{6F7B1E1D-9DC6-4996-985E-C4AD9ECB9EEB}" presName="sibTrans" presStyleCnt="0"/>
      <dgm:spPr/>
    </dgm:pt>
    <dgm:pt modelId="{35F8D5B5-E985-4EEC-8C78-F188D97F2C70}" type="pres">
      <dgm:prSet presAssocID="{8BE3DD38-6B16-45ED-8ABD-B0BDE3D2DFAF}" presName="textNode" presStyleLbl="node1" presStyleIdx="1" presStyleCnt="3">
        <dgm:presLayoutVars>
          <dgm:bulletEnabled val="1"/>
        </dgm:presLayoutVars>
      </dgm:prSet>
      <dgm:spPr/>
    </dgm:pt>
    <dgm:pt modelId="{DBDA017A-04F5-46E2-A420-D2E955719288}" type="pres">
      <dgm:prSet presAssocID="{AA2E6F81-9BAC-4A4B-85C6-C731840B505A}" presName="sibTrans" presStyleCnt="0"/>
      <dgm:spPr/>
    </dgm:pt>
    <dgm:pt modelId="{18FA7B6A-2085-4E93-8ADE-BB4A3FCBC8F3}" type="pres">
      <dgm:prSet presAssocID="{33B77977-0F94-4534-A4D0-32CDFB3C00E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5FD6E3F-44CC-4DB9-BF1E-B278D17AFC9A}" type="presOf" srcId="{8BE3DD38-6B16-45ED-8ABD-B0BDE3D2DFAF}" destId="{35F8D5B5-E985-4EEC-8C78-F188D97F2C70}" srcOrd="0" destOrd="0" presId="urn:microsoft.com/office/officeart/2005/8/layout/hProcess9"/>
    <dgm:cxn modelId="{53384D43-0F54-4949-9A13-F019865E0F8B}" srcId="{10F77A51-BF0A-4C39-9CF3-3A0CD6A1B3B7}" destId="{EE6D6613-E4C3-4916-AA5C-8F13CE2EAF42}" srcOrd="0" destOrd="0" parTransId="{DE08672D-3CE9-4CE5-9342-BC7724DC194D}" sibTransId="{6F7B1E1D-9DC6-4996-985E-C4AD9ECB9EEB}"/>
    <dgm:cxn modelId="{DF40D17E-A1E2-4686-8722-E6AC90CC49A3}" srcId="{10F77A51-BF0A-4C39-9CF3-3A0CD6A1B3B7}" destId="{33B77977-0F94-4534-A4D0-32CDFB3C00EF}" srcOrd="2" destOrd="0" parTransId="{5F041ADE-9453-4368-9F8A-8150465C3390}" sibTransId="{E7A61CA5-7F1C-4991-91B3-7B6267BAD354}"/>
    <dgm:cxn modelId="{93A2A5B9-7EDC-485C-B014-3F63BDAD4CA8}" type="presOf" srcId="{33B77977-0F94-4534-A4D0-32CDFB3C00EF}" destId="{18FA7B6A-2085-4E93-8ADE-BB4A3FCBC8F3}" srcOrd="0" destOrd="0" presId="urn:microsoft.com/office/officeart/2005/8/layout/hProcess9"/>
    <dgm:cxn modelId="{90EEE9C9-F847-431F-A9C7-D417A7BF8D37}" type="presOf" srcId="{EE6D6613-E4C3-4916-AA5C-8F13CE2EAF42}" destId="{CBA2E048-418E-478E-B392-1D93130A77B3}" srcOrd="0" destOrd="0" presId="urn:microsoft.com/office/officeart/2005/8/layout/hProcess9"/>
    <dgm:cxn modelId="{04D1D5E8-71DB-425D-9D6E-E5E123DB825A}" srcId="{10F77A51-BF0A-4C39-9CF3-3A0CD6A1B3B7}" destId="{8BE3DD38-6B16-45ED-8ABD-B0BDE3D2DFAF}" srcOrd="1" destOrd="0" parTransId="{661BDD8A-7062-46FF-A4CC-929052DB1B1F}" sibTransId="{AA2E6F81-9BAC-4A4B-85C6-C731840B505A}"/>
    <dgm:cxn modelId="{C3AB0BFD-A7B3-4218-9D7B-4108CB91C1B3}" type="presOf" srcId="{10F77A51-BF0A-4C39-9CF3-3A0CD6A1B3B7}" destId="{730295D7-C33E-4B8B-BB7C-5063A87BE6D1}" srcOrd="0" destOrd="0" presId="urn:microsoft.com/office/officeart/2005/8/layout/hProcess9"/>
    <dgm:cxn modelId="{3DE6781A-4EF7-4E59-B998-F5D87A73B3BE}" type="presParOf" srcId="{730295D7-C33E-4B8B-BB7C-5063A87BE6D1}" destId="{3B2CDD0D-6CE4-4C7D-A519-DF5152302C3F}" srcOrd="0" destOrd="0" presId="urn:microsoft.com/office/officeart/2005/8/layout/hProcess9"/>
    <dgm:cxn modelId="{EE7C3753-251D-4C08-AD58-F8CBB740C186}" type="presParOf" srcId="{730295D7-C33E-4B8B-BB7C-5063A87BE6D1}" destId="{A663BD86-2A11-4172-B537-7F8774F59432}" srcOrd="1" destOrd="0" presId="urn:microsoft.com/office/officeart/2005/8/layout/hProcess9"/>
    <dgm:cxn modelId="{88B80B27-3C16-4FEC-915D-7D157BD7F588}" type="presParOf" srcId="{A663BD86-2A11-4172-B537-7F8774F59432}" destId="{CBA2E048-418E-478E-B392-1D93130A77B3}" srcOrd="0" destOrd="0" presId="urn:microsoft.com/office/officeart/2005/8/layout/hProcess9"/>
    <dgm:cxn modelId="{0CBB69C0-6B97-41EA-A0FB-7B0A3B70D30B}" type="presParOf" srcId="{A663BD86-2A11-4172-B537-7F8774F59432}" destId="{79E82258-9B9A-4BA6-B866-BFE68F4D008D}" srcOrd="1" destOrd="0" presId="urn:microsoft.com/office/officeart/2005/8/layout/hProcess9"/>
    <dgm:cxn modelId="{5039E02E-A131-4D4E-BB41-52E5E0D96A4F}" type="presParOf" srcId="{A663BD86-2A11-4172-B537-7F8774F59432}" destId="{35F8D5B5-E985-4EEC-8C78-F188D97F2C70}" srcOrd="2" destOrd="0" presId="urn:microsoft.com/office/officeart/2005/8/layout/hProcess9"/>
    <dgm:cxn modelId="{95674AA1-1481-4ED8-BDEB-69C964154799}" type="presParOf" srcId="{A663BD86-2A11-4172-B537-7F8774F59432}" destId="{DBDA017A-04F5-46E2-A420-D2E955719288}" srcOrd="3" destOrd="0" presId="urn:microsoft.com/office/officeart/2005/8/layout/hProcess9"/>
    <dgm:cxn modelId="{C0C3E538-2CAC-470E-9148-1AD68339BDCD}" type="presParOf" srcId="{A663BD86-2A11-4172-B537-7F8774F59432}" destId="{18FA7B6A-2085-4E93-8ADE-BB4A3FCBC8F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F77A51-BF0A-4C39-9CF3-3A0CD6A1B3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E6D6613-E4C3-4916-AA5C-8F13CE2EAF42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Fit the model using </a:t>
          </a:r>
          <a:r>
            <a:rPr lang="en-US" dirty="0" err="1"/>
            <a:t>X_train_updated</a:t>
          </a:r>
          <a:r>
            <a:rPr lang="en-US" dirty="0"/>
            <a:t> and </a:t>
          </a:r>
          <a:r>
            <a:rPr lang="en-US" dirty="0" err="1"/>
            <a:t>Y_train</a:t>
          </a:r>
          <a:endParaRPr lang="en-US" dirty="0"/>
        </a:p>
      </dgm:t>
    </dgm:pt>
    <dgm:pt modelId="{DE08672D-3CE9-4CE5-9342-BC7724DC194D}" type="parTrans" cxnId="{53384D43-0F54-4949-9A13-F019865E0F8B}">
      <dgm:prSet/>
      <dgm:spPr/>
      <dgm:t>
        <a:bodyPr/>
        <a:lstStyle/>
        <a:p>
          <a:endParaRPr lang="en-US"/>
        </a:p>
      </dgm:t>
    </dgm:pt>
    <dgm:pt modelId="{6F7B1E1D-9DC6-4996-985E-C4AD9ECB9EEB}" type="sibTrans" cxnId="{53384D43-0F54-4949-9A13-F019865E0F8B}">
      <dgm:prSet/>
      <dgm:spPr/>
      <dgm:t>
        <a:bodyPr/>
        <a:lstStyle/>
        <a:p>
          <a:endParaRPr lang="en-US"/>
        </a:p>
      </dgm:t>
    </dgm:pt>
    <dgm:pt modelId="{8BE3DD38-6B16-45ED-8ABD-B0BDE3D2DFAF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Predict using </a:t>
          </a:r>
          <a:r>
            <a:rPr lang="en-US" dirty="0" err="1"/>
            <a:t>X_test</a:t>
          </a:r>
          <a:endParaRPr lang="en-US" dirty="0"/>
        </a:p>
      </dgm:t>
    </dgm:pt>
    <dgm:pt modelId="{661BDD8A-7062-46FF-A4CC-929052DB1B1F}" type="parTrans" cxnId="{04D1D5E8-71DB-425D-9D6E-E5E123DB825A}">
      <dgm:prSet/>
      <dgm:spPr/>
      <dgm:t>
        <a:bodyPr/>
        <a:lstStyle/>
        <a:p>
          <a:endParaRPr lang="en-US"/>
        </a:p>
      </dgm:t>
    </dgm:pt>
    <dgm:pt modelId="{AA2E6F81-9BAC-4A4B-85C6-C731840B505A}" type="sibTrans" cxnId="{04D1D5E8-71DB-425D-9D6E-E5E123DB825A}">
      <dgm:prSet/>
      <dgm:spPr/>
      <dgm:t>
        <a:bodyPr/>
        <a:lstStyle/>
        <a:p>
          <a:endParaRPr lang="en-US"/>
        </a:p>
      </dgm:t>
    </dgm:pt>
    <dgm:pt modelId="{33B77977-0F94-4534-A4D0-32CDFB3C00EF}">
      <dgm:prSet phldrT="[Text]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Probability Distribution- 2</a:t>
          </a:r>
        </a:p>
      </dgm:t>
    </dgm:pt>
    <dgm:pt modelId="{5F041ADE-9453-4368-9F8A-8150465C3390}" type="parTrans" cxnId="{DF40D17E-A1E2-4686-8722-E6AC90CC49A3}">
      <dgm:prSet/>
      <dgm:spPr/>
      <dgm:t>
        <a:bodyPr/>
        <a:lstStyle/>
        <a:p>
          <a:endParaRPr lang="en-US"/>
        </a:p>
      </dgm:t>
    </dgm:pt>
    <dgm:pt modelId="{E7A61CA5-7F1C-4991-91B3-7B6267BAD354}" type="sibTrans" cxnId="{DF40D17E-A1E2-4686-8722-E6AC90CC49A3}">
      <dgm:prSet/>
      <dgm:spPr/>
      <dgm:t>
        <a:bodyPr/>
        <a:lstStyle/>
        <a:p>
          <a:endParaRPr lang="en-US"/>
        </a:p>
      </dgm:t>
    </dgm:pt>
    <dgm:pt modelId="{4BEB54CF-EBA8-4C02-BF4A-0953DD22B89A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Remove the 2 character words from </a:t>
          </a:r>
          <a:r>
            <a:rPr lang="en-US" dirty="0" err="1"/>
            <a:t>X_train</a:t>
          </a:r>
          <a:r>
            <a:rPr lang="en-US" dirty="0"/>
            <a:t> </a:t>
          </a:r>
        </a:p>
      </dgm:t>
    </dgm:pt>
    <dgm:pt modelId="{91EB4DE9-1CEC-4DA7-82BE-BAD19FA4976F}" type="parTrans" cxnId="{9C1EF99F-30B5-4489-860B-10D3F05C5F10}">
      <dgm:prSet/>
      <dgm:spPr/>
      <dgm:t>
        <a:bodyPr/>
        <a:lstStyle/>
        <a:p>
          <a:endParaRPr lang="en-US"/>
        </a:p>
      </dgm:t>
    </dgm:pt>
    <dgm:pt modelId="{C11F1AA6-AFFC-4770-9EE8-B63CE3D13E55}" type="sibTrans" cxnId="{9C1EF99F-30B5-4489-860B-10D3F05C5F10}">
      <dgm:prSet/>
      <dgm:spPr/>
      <dgm:t>
        <a:bodyPr/>
        <a:lstStyle/>
        <a:p>
          <a:endParaRPr lang="en-US"/>
        </a:p>
      </dgm:t>
    </dgm:pt>
    <dgm:pt modelId="{730295D7-C33E-4B8B-BB7C-5063A87BE6D1}" type="pres">
      <dgm:prSet presAssocID="{10F77A51-BF0A-4C39-9CF3-3A0CD6A1B3B7}" presName="CompostProcess" presStyleCnt="0">
        <dgm:presLayoutVars>
          <dgm:dir/>
          <dgm:resizeHandles val="exact"/>
        </dgm:presLayoutVars>
      </dgm:prSet>
      <dgm:spPr/>
    </dgm:pt>
    <dgm:pt modelId="{3B2CDD0D-6CE4-4C7D-A519-DF5152302C3F}" type="pres">
      <dgm:prSet presAssocID="{10F77A51-BF0A-4C39-9CF3-3A0CD6A1B3B7}" presName="arrow" presStyleLbl="bgShp" presStyleIdx="0" presStyleCnt="1"/>
      <dgm:spPr/>
    </dgm:pt>
    <dgm:pt modelId="{A663BD86-2A11-4172-B537-7F8774F59432}" type="pres">
      <dgm:prSet presAssocID="{10F77A51-BF0A-4C39-9CF3-3A0CD6A1B3B7}" presName="linearProcess" presStyleCnt="0"/>
      <dgm:spPr/>
    </dgm:pt>
    <dgm:pt modelId="{8334BC6F-41EC-48D0-AB0F-09C3CE60CDCD}" type="pres">
      <dgm:prSet presAssocID="{4BEB54CF-EBA8-4C02-BF4A-0953DD22B89A}" presName="textNode" presStyleLbl="node1" presStyleIdx="0" presStyleCnt="4">
        <dgm:presLayoutVars>
          <dgm:bulletEnabled val="1"/>
        </dgm:presLayoutVars>
      </dgm:prSet>
      <dgm:spPr/>
    </dgm:pt>
    <dgm:pt modelId="{E52AB706-1695-4C5B-AA4C-37D75DA8C637}" type="pres">
      <dgm:prSet presAssocID="{C11F1AA6-AFFC-4770-9EE8-B63CE3D13E55}" presName="sibTrans" presStyleCnt="0"/>
      <dgm:spPr/>
    </dgm:pt>
    <dgm:pt modelId="{CBA2E048-418E-478E-B392-1D93130A77B3}" type="pres">
      <dgm:prSet presAssocID="{EE6D6613-E4C3-4916-AA5C-8F13CE2EAF42}" presName="textNode" presStyleLbl="node1" presStyleIdx="1" presStyleCnt="4">
        <dgm:presLayoutVars>
          <dgm:bulletEnabled val="1"/>
        </dgm:presLayoutVars>
      </dgm:prSet>
      <dgm:spPr/>
    </dgm:pt>
    <dgm:pt modelId="{79E82258-9B9A-4BA6-B866-BFE68F4D008D}" type="pres">
      <dgm:prSet presAssocID="{6F7B1E1D-9DC6-4996-985E-C4AD9ECB9EEB}" presName="sibTrans" presStyleCnt="0"/>
      <dgm:spPr/>
    </dgm:pt>
    <dgm:pt modelId="{35F8D5B5-E985-4EEC-8C78-F188D97F2C70}" type="pres">
      <dgm:prSet presAssocID="{8BE3DD38-6B16-45ED-8ABD-B0BDE3D2DFAF}" presName="textNode" presStyleLbl="node1" presStyleIdx="2" presStyleCnt="4">
        <dgm:presLayoutVars>
          <dgm:bulletEnabled val="1"/>
        </dgm:presLayoutVars>
      </dgm:prSet>
      <dgm:spPr/>
    </dgm:pt>
    <dgm:pt modelId="{DBDA017A-04F5-46E2-A420-D2E955719288}" type="pres">
      <dgm:prSet presAssocID="{AA2E6F81-9BAC-4A4B-85C6-C731840B505A}" presName="sibTrans" presStyleCnt="0"/>
      <dgm:spPr/>
    </dgm:pt>
    <dgm:pt modelId="{18FA7B6A-2085-4E93-8ADE-BB4A3FCBC8F3}" type="pres">
      <dgm:prSet presAssocID="{33B77977-0F94-4534-A4D0-32CDFB3C00EF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710A01B-FBA7-464E-9DBB-0BFEA42E37C3}" type="presOf" srcId="{4BEB54CF-EBA8-4C02-BF4A-0953DD22B89A}" destId="{8334BC6F-41EC-48D0-AB0F-09C3CE60CDCD}" srcOrd="0" destOrd="0" presId="urn:microsoft.com/office/officeart/2005/8/layout/hProcess9"/>
    <dgm:cxn modelId="{95FD6E3F-44CC-4DB9-BF1E-B278D17AFC9A}" type="presOf" srcId="{8BE3DD38-6B16-45ED-8ABD-B0BDE3D2DFAF}" destId="{35F8D5B5-E985-4EEC-8C78-F188D97F2C70}" srcOrd="0" destOrd="0" presId="urn:microsoft.com/office/officeart/2005/8/layout/hProcess9"/>
    <dgm:cxn modelId="{53384D43-0F54-4949-9A13-F019865E0F8B}" srcId="{10F77A51-BF0A-4C39-9CF3-3A0CD6A1B3B7}" destId="{EE6D6613-E4C3-4916-AA5C-8F13CE2EAF42}" srcOrd="1" destOrd="0" parTransId="{DE08672D-3CE9-4CE5-9342-BC7724DC194D}" sibTransId="{6F7B1E1D-9DC6-4996-985E-C4AD9ECB9EEB}"/>
    <dgm:cxn modelId="{DF40D17E-A1E2-4686-8722-E6AC90CC49A3}" srcId="{10F77A51-BF0A-4C39-9CF3-3A0CD6A1B3B7}" destId="{33B77977-0F94-4534-A4D0-32CDFB3C00EF}" srcOrd="3" destOrd="0" parTransId="{5F041ADE-9453-4368-9F8A-8150465C3390}" sibTransId="{E7A61CA5-7F1C-4991-91B3-7B6267BAD354}"/>
    <dgm:cxn modelId="{9C1EF99F-30B5-4489-860B-10D3F05C5F10}" srcId="{10F77A51-BF0A-4C39-9CF3-3A0CD6A1B3B7}" destId="{4BEB54CF-EBA8-4C02-BF4A-0953DD22B89A}" srcOrd="0" destOrd="0" parTransId="{91EB4DE9-1CEC-4DA7-82BE-BAD19FA4976F}" sibTransId="{C11F1AA6-AFFC-4770-9EE8-B63CE3D13E55}"/>
    <dgm:cxn modelId="{93A2A5B9-7EDC-485C-B014-3F63BDAD4CA8}" type="presOf" srcId="{33B77977-0F94-4534-A4D0-32CDFB3C00EF}" destId="{18FA7B6A-2085-4E93-8ADE-BB4A3FCBC8F3}" srcOrd="0" destOrd="0" presId="urn:microsoft.com/office/officeart/2005/8/layout/hProcess9"/>
    <dgm:cxn modelId="{90EEE9C9-F847-431F-A9C7-D417A7BF8D37}" type="presOf" srcId="{EE6D6613-E4C3-4916-AA5C-8F13CE2EAF42}" destId="{CBA2E048-418E-478E-B392-1D93130A77B3}" srcOrd="0" destOrd="0" presId="urn:microsoft.com/office/officeart/2005/8/layout/hProcess9"/>
    <dgm:cxn modelId="{04D1D5E8-71DB-425D-9D6E-E5E123DB825A}" srcId="{10F77A51-BF0A-4C39-9CF3-3A0CD6A1B3B7}" destId="{8BE3DD38-6B16-45ED-8ABD-B0BDE3D2DFAF}" srcOrd="2" destOrd="0" parTransId="{661BDD8A-7062-46FF-A4CC-929052DB1B1F}" sibTransId="{AA2E6F81-9BAC-4A4B-85C6-C731840B505A}"/>
    <dgm:cxn modelId="{C3AB0BFD-A7B3-4218-9D7B-4108CB91C1B3}" type="presOf" srcId="{10F77A51-BF0A-4C39-9CF3-3A0CD6A1B3B7}" destId="{730295D7-C33E-4B8B-BB7C-5063A87BE6D1}" srcOrd="0" destOrd="0" presId="urn:microsoft.com/office/officeart/2005/8/layout/hProcess9"/>
    <dgm:cxn modelId="{3DE6781A-4EF7-4E59-B998-F5D87A73B3BE}" type="presParOf" srcId="{730295D7-C33E-4B8B-BB7C-5063A87BE6D1}" destId="{3B2CDD0D-6CE4-4C7D-A519-DF5152302C3F}" srcOrd="0" destOrd="0" presId="urn:microsoft.com/office/officeart/2005/8/layout/hProcess9"/>
    <dgm:cxn modelId="{EE7C3753-251D-4C08-AD58-F8CBB740C186}" type="presParOf" srcId="{730295D7-C33E-4B8B-BB7C-5063A87BE6D1}" destId="{A663BD86-2A11-4172-B537-7F8774F59432}" srcOrd="1" destOrd="0" presId="urn:microsoft.com/office/officeart/2005/8/layout/hProcess9"/>
    <dgm:cxn modelId="{266B57B0-441B-406F-AA76-A18077FD4815}" type="presParOf" srcId="{A663BD86-2A11-4172-B537-7F8774F59432}" destId="{8334BC6F-41EC-48D0-AB0F-09C3CE60CDCD}" srcOrd="0" destOrd="0" presId="urn:microsoft.com/office/officeart/2005/8/layout/hProcess9"/>
    <dgm:cxn modelId="{A80CFED8-F440-49A7-962B-3F9B54CE5FAC}" type="presParOf" srcId="{A663BD86-2A11-4172-B537-7F8774F59432}" destId="{E52AB706-1695-4C5B-AA4C-37D75DA8C637}" srcOrd="1" destOrd="0" presId="urn:microsoft.com/office/officeart/2005/8/layout/hProcess9"/>
    <dgm:cxn modelId="{88B80B27-3C16-4FEC-915D-7D157BD7F588}" type="presParOf" srcId="{A663BD86-2A11-4172-B537-7F8774F59432}" destId="{CBA2E048-418E-478E-B392-1D93130A77B3}" srcOrd="2" destOrd="0" presId="urn:microsoft.com/office/officeart/2005/8/layout/hProcess9"/>
    <dgm:cxn modelId="{0CBB69C0-6B97-41EA-A0FB-7B0A3B70D30B}" type="presParOf" srcId="{A663BD86-2A11-4172-B537-7F8774F59432}" destId="{79E82258-9B9A-4BA6-B866-BFE68F4D008D}" srcOrd="3" destOrd="0" presId="urn:microsoft.com/office/officeart/2005/8/layout/hProcess9"/>
    <dgm:cxn modelId="{5039E02E-A131-4D4E-BB41-52E5E0D96A4F}" type="presParOf" srcId="{A663BD86-2A11-4172-B537-7F8774F59432}" destId="{35F8D5B5-E985-4EEC-8C78-F188D97F2C70}" srcOrd="4" destOrd="0" presId="urn:microsoft.com/office/officeart/2005/8/layout/hProcess9"/>
    <dgm:cxn modelId="{95674AA1-1481-4ED8-BDEB-69C964154799}" type="presParOf" srcId="{A663BD86-2A11-4172-B537-7F8774F59432}" destId="{DBDA017A-04F5-46E2-A420-D2E955719288}" srcOrd="5" destOrd="0" presId="urn:microsoft.com/office/officeart/2005/8/layout/hProcess9"/>
    <dgm:cxn modelId="{C0C3E538-2CAC-470E-9148-1AD68339BDCD}" type="presParOf" srcId="{A663BD86-2A11-4172-B537-7F8774F59432}" destId="{18FA7B6A-2085-4E93-8ADE-BB4A3FCBC8F3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F77A51-BF0A-4C39-9CF3-3A0CD6A1B3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E6D6613-E4C3-4916-AA5C-8F13CE2EAF42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Fit the model using </a:t>
          </a:r>
          <a:r>
            <a:rPr lang="en-US" dirty="0" err="1"/>
            <a:t>X_train</a:t>
          </a:r>
          <a:r>
            <a:rPr lang="en-US" dirty="0"/>
            <a:t> and </a:t>
          </a:r>
          <a:r>
            <a:rPr lang="en-US" dirty="0" err="1"/>
            <a:t>Y_train</a:t>
          </a:r>
          <a:endParaRPr lang="en-US" dirty="0"/>
        </a:p>
      </dgm:t>
    </dgm:pt>
    <dgm:pt modelId="{DE08672D-3CE9-4CE5-9342-BC7724DC194D}" type="parTrans" cxnId="{53384D43-0F54-4949-9A13-F019865E0F8B}">
      <dgm:prSet/>
      <dgm:spPr/>
      <dgm:t>
        <a:bodyPr/>
        <a:lstStyle/>
        <a:p>
          <a:endParaRPr lang="en-US"/>
        </a:p>
      </dgm:t>
    </dgm:pt>
    <dgm:pt modelId="{6F7B1E1D-9DC6-4996-985E-C4AD9ECB9EEB}" type="sibTrans" cxnId="{53384D43-0F54-4949-9A13-F019865E0F8B}">
      <dgm:prSet/>
      <dgm:spPr/>
      <dgm:t>
        <a:bodyPr/>
        <a:lstStyle/>
        <a:p>
          <a:endParaRPr lang="en-US"/>
        </a:p>
      </dgm:t>
    </dgm:pt>
    <dgm:pt modelId="{8BE3DD38-6B16-45ED-8ABD-B0BDE3D2DFAF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Predict using </a:t>
          </a:r>
          <a:r>
            <a:rPr lang="en-US" dirty="0" err="1"/>
            <a:t>X_test</a:t>
          </a:r>
          <a:endParaRPr lang="en-US" dirty="0"/>
        </a:p>
      </dgm:t>
    </dgm:pt>
    <dgm:pt modelId="{661BDD8A-7062-46FF-A4CC-929052DB1B1F}" type="parTrans" cxnId="{04D1D5E8-71DB-425D-9D6E-E5E123DB825A}">
      <dgm:prSet/>
      <dgm:spPr/>
      <dgm:t>
        <a:bodyPr/>
        <a:lstStyle/>
        <a:p>
          <a:endParaRPr lang="en-US"/>
        </a:p>
      </dgm:t>
    </dgm:pt>
    <dgm:pt modelId="{AA2E6F81-9BAC-4A4B-85C6-C731840B505A}" type="sibTrans" cxnId="{04D1D5E8-71DB-425D-9D6E-E5E123DB825A}">
      <dgm:prSet/>
      <dgm:spPr/>
      <dgm:t>
        <a:bodyPr/>
        <a:lstStyle/>
        <a:p>
          <a:endParaRPr lang="en-US"/>
        </a:p>
      </dgm:t>
    </dgm:pt>
    <dgm:pt modelId="{33B77977-0F94-4534-A4D0-32CDFB3C00EF}">
      <dgm:prSet phldrT="[Text]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Probability Distribution- 1</a:t>
          </a:r>
        </a:p>
      </dgm:t>
    </dgm:pt>
    <dgm:pt modelId="{5F041ADE-9453-4368-9F8A-8150465C3390}" type="parTrans" cxnId="{DF40D17E-A1E2-4686-8722-E6AC90CC49A3}">
      <dgm:prSet/>
      <dgm:spPr/>
      <dgm:t>
        <a:bodyPr/>
        <a:lstStyle/>
        <a:p>
          <a:endParaRPr lang="en-US"/>
        </a:p>
      </dgm:t>
    </dgm:pt>
    <dgm:pt modelId="{E7A61CA5-7F1C-4991-91B3-7B6267BAD354}" type="sibTrans" cxnId="{DF40D17E-A1E2-4686-8722-E6AC90CC49A3}">
      <dgm:prSet/>
      <dgm:spPr/>
      <dgm:t>
        <a:bodyPr/>
        <a:lstStyle/>
        <a:p>
          <a:endParaRPr lang="en-US"/>
        </a:p>
      </dgm:t>
    </dgm:pt>
    <dgm:pt modelId="{730295D7-C33E-4B8B-BB7C-5063A87BE6D1}" type="pres">
      <dgm:prSet presAssocID="{10F77A51-BF0A-4C39-9CF3-3A0CD6A1B3B7}" presName="CompostProcess" presStyleCnt="0">
        <dgm:presLayoutVars>
          <dgm:dir/>
          <dgm:resizeHandles val="exact"/>
        </dgm:presLayoutVars>
      </dgm:prSet>
      <dgm:spPr/>
    </dgm:pt>
    <dgm:pt modelId="{3B2CDD0D-6CE4-4C7D-A519-DF5152302C3F}" type="pres">
      <dgm:prSet presAssocID="{10F77A51-BF0A-4C39-9CF3-3A0CD6A1B3B7}" presName="arrow" presStyleLbl="bgShp" presStyleIdx="0" presStyleCnt="1"/>
      <dgm:spPr/>
    </dgm:pt>
    <dgm:pt modelId="{A663BD86-2A11-4172-B537-7F8774F59432}" type="pres">
      <dgm:prSet presAssocID="{10F77A51-BF0A-4C39-9CF3-3A0CD6A1B3B7}" presName="linearProcess" presStyleCnt="0"/>
      <dgm:spPr/>
    </dgm:pt>
    <dgm:pt modelId="{CBA2E048-418E-478E-B392-1D93130A77B3}" type="pres">
      <dgm:prSet presAssocID="{EE6D6613-E4C3-4916-AA5C-8F13CE2EAF42}" presName="textNode" presStyleLbl="node1" presStyleIdx="0" presStyleCnt="3">
        <dgm:presLayoutVars>
          <dgm:bulletEnabled val="1"/>
        </dgm:presLayoutVars>
      </dgm:prSet>
      <dgm:spPr/>
    </dgm:pt>
    <dgm:pt modelId="{79E82258-9B9A-4BA6-B866-BFE68F4D008D}" type="pres">
      <dgm:prSet presAssocID="{6F7B1E1D-9DC6-4996-985E-C4AD9ECB9EEB}" presName="sibTrans" presStyleCnt="0"/>
      <dgm:spPr/>
    </dgm:pt>
    <dgm:pt modelId="{35F8D5B5-E985-4EEC-8C78-F188D97F2C70}" type="pres">
      <dgm:prSet presAssocID="{8BE3DD38-6B16-45ED-8ABD-B0BDE3D2DFAF}" presName="textNode" presStyleLbl="node1" presStyleIdx="1" presStyleCnt="3">
        <dgm:presLayoutVars>
          <dgm:bulletEnabled val="1"/>
        </dgm:presLayoutVars>
      </dgm:prSet>
      <dgm:spPr/>
    </dgm:pt>
    <dgm:pt modelId="{DBDA017A-04F5-46E2-A420-D2E955719288}" type="pres">
      <dgm:prSet presAssocID="{AA2E6F81-9BAC-4A4B-85C6-C731840B505A}" presName="sibTrans" presStyleCnt="0"/>
      <dgm:spPr/>
    </dgm:pt>
    <dgm:pt modelId="{18FA7B6A-2085-4E93-8ADE-BB4A3FCBC8F3}" type="pres">
      <dgm:prSet presAssocID="{33B77977-0F94-4534-A4D0-32CDFB3C00E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5FD6E3F-44CC-4DB9-BF1E-B278D17AFC9A}" type="presOf" srcId="{8BE3DD38-6B16-45ED-8ABD-B0BDE3D2DFAF}" destId="{35F8D5B5-E985-4EEC-8C78-F188D97F2C70}" srcOrd="0" destOrd="0" presId="urn:microsoft.com/office/officeart/2005/8/layout/hProcess9"/>
    <dgm:cxn modelId="{53384D43-0F54-4949-9A13-F019865E0F8B}" srcId="{10F77A51-BF0A-4C39-9CF3-3A0CD6A1B3B7}" destId="{EE6D6613-E4C3-4916-AA5C-8F13CE2EAF42}" srcOrd="0" destOrd="0" parTransId="{DE08672D-3CE9-4CE5-9342-BC7724DC194D}" sibTransId="{6F7B1E1D-9DC6-4996-985E-C4AD9ECB9EEB}"/>
    <dgm:cxn modelId="{DF40D17E-A1E2-4686-8722-E6AC90CC49A3}" srcId="{10F77A51-BF0A-4C39-9CF3-3A0CD6A1B3B7}" destId="{33B77977-0F94-4534-A4D0-32CDFB3C00EF}" srcOrd="2" destOrd="0" parTransId="{5F041ADE-9453-4368-9F8A-8150465C3390}" sibTransId="{E7A61CA5-7F1C-4991-91B3-7B6267BAD354}"/>
    <dgm:cxn modelId="{93A2A5B9-7EDC-485C-B014-3F63BDAD4CA8}" type="presOf" srcId="{33B77977-0F94-4534-A4D0-32CDFB3C00EF}" destId="{18FA7B6A-2085-4E93-8ADE-BB4A3FCBC8F3}" srcOrd="0" destOrd="0" presId="urn:microsoft.com/office/officeart/2005/8/layout/hProcess9"/>
    <dgm:cxn modelId="{90EEE9C9-F847-431F-A9C7-D417A7BF8D37}" type="presOf" srcId="{EE6D6613-E4C3-4916-AA5C-8F13CE2EAF42}" destId="{CBA2E048-418E-478E-B392-1D93130A77B3}" srcOrd="0" destOrd="0" presId="urn:microsoft.com/office/officeart/2005/8/layout/hProcess9"/>
    <dgm:cxn modelId="{04D1D5E8-71DB-425D-9D6E-E5E123DB825A}" srcId="{10F77A51-BF0A-4C39-9CF3-3A0CD6A1B3B7}" destId="{8BE3DD38-6B16-45ED-8ABD-B0BDE3D2DFAF}" srcOrd="1" destOrd="0" parTransId="{661BDD8A-7062-46FF-A4CC-929052DB1B1F}" sibTransId="{AA2E6F81-9BAC-4A4B-85C6-C731840B505A}"/>
    <dgm:cxn modelId="{C3AB0BFD-A7B3-4218-9D7B-4108CB91C1B3}" type="presOf" srcId="{10F77A51-BF0A-4C39-9CF3-3A0CD6A1B3B7}" destId="{730295D7-C33E-4B8B-BB7C-5063A87BE6D1}" srcOrd="0" destOrd="0" presId="urn:microsoft.com/office/officeart/2005/8/layout/hProcess9"/>
    <dgm:cxn modelId="{3DE6781A-4EF7-4E59-B998-F5D87A73B3BE}" type="presParOf" srcId="{730295D7-C33E-4B8B-BB7C-5063A87BE6D1}" destId="{3B2CDD0D-6CE4-4C7D-A519-DF5152302C3F}" srcOrd="0" destOrd="0" presId="urn:microsoft.com/office/officeart/2005/8/layout/hProcess9"/>
    <dgm:cxn modelId="{EE7C3753-251D-4C08-AD58-F8CBB740C186}" type="presParOf" srcId="{730295D7-C33E-4B8B-BB7C-5063A87BE6D1}" destId="{A663BD86-2A11-4172-B537-7F8774F59432}" srcOrd="1" destOrd="0" presId="urn:microsoft.com/office/officeart/2005/8/layout/hProcess9"/>
    <dgm:cxn modelId="{88B80B27-3C16-4FEC-915D-7D157BD7F588}" type="presParOf" srcId="{A663BD86-2A11-4172-B537-7F8774F59432}" destId="{CBA2E048-418E-478E-B392-1D93130A77B3}" srcOrd="0" destOrd="0" presId="urn:microsoft.com/office/officeart/2005/8/layout/hProcess9"/>
    <dgm:cxn modelId="{0CBB69C0-6B97-41EA-A0FB-7B0A3B70D30B}" type="presParOf" srcId="{A663BD86-2A11-4172-B537-7F8774F59432}" destId="{79E82258-9B9A-4BA6-B866-BFE68F4D008D}" srcOrd="1" destOrd="0" presId="urn:microsoft.com/office/officeart/2005/8/layout/hProcess9"/>
    <dgm:cxn modelId="{5039E02E-A131-4D4E-BB41-52E5E0D96A4F}" type="presParOf" srcId="{A663BD86-2A11-4172-B537-7F8774F59432}" destId="{35F8D5B5-E985-4EEC-8C78-F188D97F2C70}" srcOrd="2" destOrd="0" presId="urn:microsoft.com/office/officeart/2005/8/layout/hProcess9"/>
    <dgm:cxn modelId="{95674AA1-1481-4ED8-BDEB-69C964154799}" type="presParOf" srcId="{A663BD86-2A11-4172-B537-7F8774F59432}" destId="{DBDA017A-04F5-46E2-A420-D2E955719288}" srcOrd="3" destOrd="0" presId="urn:microsoft.com/office/officeart/2005/8/layout/hProcess9"/>
    <dgm:cxn modelId="{C0C3E538-2CAC-470E-9148-1AD68339BDCD}" type="presParOf" srcId="{A663BD86-2A11-4172-B537-7F8774F59432}" destId="{18FA7B6A-2085-4E93-8ADE-BB4A3FCBC8F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F77A51-BF0A-4C39-9CF3-3A0CD6A1B3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E6D6613-E4C3-4916-AA5C-8F13CE2EAF42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Fit the model using </a:t>
          </a:r>
          <a:r>
            <a:rPr lang="en-US" dirty="0" err="1"/>
            <a:t>X_train_updated</a:t>
          </a:r>
          <a:r>
            <a:rPr lang="en-US" dirty="0"/>
            <a:t> and </a:t>
          </a:r>
          <a:r>
            <a:rPr lang="en-US" dirty="0" err="1"/>
            <a:t>Y_train</a:t>
          </a:r>
          <a:endParaRPr lang="en-US" dirty="0"/>
        </a:p>
      </dgm:t>
    </dgm:pt>
    <dgm:pt modelId="{DE08672D-3CE9-4CE5-9342-BC7724DC194D}" type="parTrans" cxnId="{53384D43-0F54-4949-9A13-F019865E0F8B}">
      <dgm:prSet/>
      <dgm:spPr/>
      <dgm:t>
        <a:bodyPr/>
        <a:lstStyle/>
        <a:p>
          <a:endParaRPr lang="en-US"/>
        </a:p>
      </dgm:t>
    </dgm:pt>
    <dgm:pt modelId="{6F7B1E1D-9DC6-4996-985E-C4AD9ECB9EEB}" type="sibTrans" cxnId="{53384D43-0F54-4949-9A13-F019865E0F8B}">
      <dgm:prSet/>
      <dgm:spPr/>
      <dgm:t>
        <a:bodyPr/>
        <a:lstStyle/>
        <a:p>
          <a:endParaRPr lang="en-US"/>
        </a:p>
      </dgm:t>
    </dgm:pt>
    <dgm:pt modelId="{8BE3DD38-6B16-45ED-8ABD-B0BDE3D2DFAF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Predict using X_test_updated</a:t>
          </a:r>
        </a:p>
      </dgm:t>
    </dgm:pt>
    <dgm:pt modelId="{661BDD8A-7062-46FF-A4CC-929052DB1B1F}" type="parTrans" cxnId="{04D1D5E8-71DB-425D-9D6E-E5E123DB825A}">
      <dgm:prSet/>
      <dgm:spPr/>
      <dgm:t>
        <a:bodyPr/>
        <a:lstStyle/>
        <a:p>
          <a:endParaRPr lang="en-US"/>
        </a:p>
      </dgm:t>
    </dgm:pt>
    <dgm:pt modelId="{AA2E6F81-9BAC-4A4B-85C6-C731840B505A}" type="sibTrans" cxnId="{04D1D5E8-71DB-425D-9D6E-E5E123DB825A}">
      <dgm:prSet/>
      <dgm:spPr/>
      <dgm:t>
        <a:bodyPr/>
        <a:lstStyle/>
        <a:p>
          <a:endParaRPr lang="en-US"/>
        </a:p>
      </dgm:t>
    </dgm:pt>
    <dgm:pt modelId="{33B77977-0F94-4534-A4D0-32CDFB3C00E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Probability Distribution- 2</a:t>
          </a:r>
        </a:p>
      </dgm:t>
    </dgm:pt>
    <dgm:pt modelId="{5F041ADE-9453-4368-9F8A-8150465C3390}" type="parTrans" cxnId="{DF40D17E-A1E2-4686-8722-E6AC90CC49A3}">
      <dgm:prSet/>
      <dgm:spPr/>
      <dgm:t>
        <a:bodyPr/>
        <a:lstStyle/>
        <a:p>
          <a:endParaRPr lang="en-US"/>
        </a:p>
      </dgm:t>
    </dgm:pt>
    <dgm:pt modelId="{E7A61CA5-7F1C-4991-91B3-7B6267BAD354}" type="sibTrans" cxnId="{DF40D17E-A1E2-4686-8722-E6AC90CC49A3}">
      <dgm:prSet/>
      <dgm:spPr/>
      <dgm:t>
        <a:bodyPr/>
        <a:lstStyle/>
        <a:p>
          <a:endParaRPr lang="en-US"/>
        </a:p>
      </dgm:t>
    </dgm:pt>
    <dgm:pt modelId="{4BEB54CF-EBA8-4C02-BF4A-0953DD22B89A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Remove the numbers from X_train and X_test</a:t>
          </a:r>
        </a:p>
      </dgm:t>
    </dgm:pt>
    <dgm:pt modelId="{91EB4DE9-1CEC-4DA7-82BE-BAD19FA4976F}" type="parTrans" cxnId="{9C1EF99F-30B5-4489-860B-10D3F05C5F10}">
      <dgm:prSet/>
      <dgm:spPr/>
      <dgm:t>
        <a:bodyPr/>
        <a:lstStyle/>
        <a:p>
          <a:endParaRPr lang="en-US"/>
        </a:p>
      </dgm:t>
    </dgm:pt>
    <dgm:pt modelId="{C11F1AA6-AFFC-4770-9EE8-B63CE3D13E55}" type="sibTrans" cxnId="{9C1EF99F-30B5-4489-860B-10D3F05C5F10}">
      <dgm:prSet/>
      <dgm:spPr/>
      <dgm:t>
        <a:bodyPr/>
        <a:lstStyle/>
        <a:p>
          <a:endParaRPr lang="en-US"/>
        </a:p>
      </dgm:t>
    </dgm:pt>
    <dgm:pt modelId="{88375FEA-F0A2-4341-8E4A-95C1911A0253}">
      <dgm:prSet phldrT="[Text]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n-US" dirty="0"/>
            <a:t>Remove 2 char words from X_train </a:t>
          </a:r>
        </a:p>
      </dgm:t>
    </dgm:pt>
    <dgm:pt modelId="{C4281812-3B98-4635-92B4-9FC94A7ECBAF}" type="parTrans" cxnId="{1CF8C074-78FE-499C-8C57-71719FCD9F6D}">
      <dgm:prSet/>
      <dgm:spPr/>
      <dgm:t>
        <a:bodyPr/>
        <a:lstStyle/>
        <a:p>
          <a:endParaRPr lang="en-US"/>
        </a:p>
      </dgm:t>
    </dgm:pt>
    <dgm:pt modelId="{A1E2BE73-EA08-44DF-9B79-37FE8CD48106}" type="sibTrans" cxnId="{1CF8C074-78FE-499C-8C57-71719FCD9F6D}">
      <dgm:prSet/>
      <dgm:spPr/>
      <dgm:t>
        <a:bodyPr/>
        <a:lstStyle/>
        <a:p>
          <a:endParaRPr lang="en-US"/>
        </a:p>
      </dgm:t>
    </dgm:pt>
    <dgm:pt modelId="{730295D7-C33E-4B8B-BB7C-5063A87BE6D1}" type="pres">
      <dgm:prSet presAssocID="{10F77A51-BF0A-4C39-9CF3-3A0CD6A1B3B7}" presName="CompostProcess" presStyleCnt="0">
        <dgm:presLayoutVars>
          <dgm:dir/>
          <dgm:resizeHandles val="exact"/>
        </dgm:presLayoutVars>
      </dgm:prSet>
      <dgm:spPr/>
    </dgm:pt>
    <dgm:pt modelId="{3B2CDD0D-6CE4-4C7D-A519-DF5152302C3F}" type="pres">
      <dgm:prSet presAssocID="{10F77A51-BF0A-4C39-9CF3-3A0CD6A1B3B7}" presName="arrow" presStyleLbl="bgShp" presStyleIdx="0" presStyleCnt="1"/>
      <dgm:spPr/>
    </dgm:pt>
    <dgm:pt modelId="{A663BD86-2A11-4172-B537-7F8774F59432}" type="pres">
      <dgm:prSet presAssocID="{10F77A51-BF0A-4C39-9CF3-3A0CD6A1B3B7}" presName="linearProcess" presStyleCnt="0"/>
      <dgm:spPr/>
    </dgm:pt>
    <dgm:pt modelId="{8334BC6F-41EC-48D0-AB0F-09C3CE60CDCD}" type="pres">
      <dgm:prSet presAssocID="{4BEB54CF-EBA8-4C02-BF4A-0953DD22B89A}" presName="textNode" presStyleLbl="node1" presStyleIdx="0" presStyleCnt="5">
        <dgm:presLayoutVars>
          <dgm:bulletEnabled val="1"/>
        </dgm:presLayoutVars>
      </dgm:prSet>
      <dgm:spPr/>
    </dgm:pt>
    <dgm:pt modelId="{E52AB706-1695-4C5B-AA4C-37D75DA8C637}" type="pres">
      <dgm:prSet presAssocID="{C11F1AA6-AFFC-4770-9EE8-B63CE3D13E55}" presName="sibTrans" presStyleCnt="0"/>
      <dgm:spPr/>
    </dgm:pt>
    <dgm:pt modelId="{2DD73647-E60D-40BE-83DF-69A624E7DEE2}" type="pres">
      <dgm:prSet presAssocID="{88375FEA-F0A2-4341-8E4A-95C1911A0253}" presName="textNode" presStyleLbl="node1" presStyleIdx="1" presStyleCnt="5">
        <dgm:presLayoutVars>
          <dgm:bulletEnabled val="1"/>
        </dgm:presLayoutVars>
      </dgm:prSet>
      <dgm:spPr/>
    </dgm:pt>
    <dgm:pt modelId="{F4C978DC-4153-4878-9714-DE6F1024B3E5}" type="pres">
      <dgm:prSet presAssocID="{A1E2BE73-EA08-44DF-9B79-37FE8CD48106}" presName="sibTrans" presStyleCnt="0"/>
      <dgm:spPr/>
    </dgm:pt>
    <dgm:pt modelId="{CBA2E048-418E-478E-B392-1D93130A77B3}" type="pres">
      <dgm:prSet presAssocID="{EE6D6613-E4C3-4916-AA5C-8F13CE2EAF42}" presName="textNode" presStyleLbl="node1" presStyleIdx="2" presStyleCnt="5">
        <dgm:presLayoutVars>
          <dgm:bulletEnabled val="1"/>
        </dgm:presLayoutVars>
      </dgm:prSet>
      <dgm:spPr/>
    </dgm:pt>
    <dgm:pt modelId="{79E82258-9B9A-4BA6-B866-BFE68F4D008D}" type="pres">
      <dgm:prSet presAssocID="{6F7B1E1D-9DC6-4996-985E-C4AD9ECB9EEB}" presName="sibTrans" presStyleCnt="0"/>
      <dgm:spPr/>
    </dgm:pt>
    <dgm:pt modelId="{35F8D5B5-E985-4EEC-8C78-F188D97F2C70}" type="pres">
      <dgm:prSet presAssocID="{8BE3DD38-6B16-45ED-8ABD-B0BDE3D2DFAF}" presName="textNode" presStyleLbl="node1" presStyleIdx="3" presStyleCnt="5">
        <dgm:presLayoutVars>
          <dgm:bulletEnabled val="1"/>
        </dgm:presLayoutVars>
      </dgm:prSet>
      <dgm:spPr/>
    </dgm:pt>
    <dgm:pt modelId="{DBDA017A-04F5-46E2-A420-D2E955719288}" type="pres">
      <dgm:prSet presAssocID="{AA2E6F81-9BAC-4A4B-85C6-C731840B505A}" presName="sibTrans" presStyleCnt="0"/>
      <dgm:spPr/>
    </dgm:pt>
    <dgm:pt modelId="{18FA7B6A-2085-4E93-8ADE-BB4A3FCBC8F3}" type="pres">
      <dgm:prSet presAssocID="{33B77977-0F94-4534-A4D0-32CDFB3C00EF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7710A01B-FBA7-464E-9DBB-0BFEA42E37C3}" type="presOf" srcId="{4BEB54CF-EBA8-4C02-BF4A-0953DD22B89A}" destId="{8334BC6F-41EC-48D0-AB0F-09C3CE60CDCD}" srcOrd="0" destOrd="0" presId="urn:microsoft.com/office/officeart/2005/8/layout/hProcess9"/>
    <dgm:cxn modelId="{95FD6E3F-44CC-4DB9-BF1E-B278D17AFC9A}" type="presOf" srcId="{8BE3DD38-6B16-45ED-8ABD-B0BDE3D2DFAF}" destId="{35F8D5B5-E985-4EEC-8C78-F188D97F2C70}" srcOrd="0" destOrd="0" presId="urn:microsoft.com/office/officeart/2005/8/layout/hProcess9"/>
    <dgm:cxn modelId="{53384D43-0F54-4949-9A13-F019865E0F8B}" srcId="{10F77A51-BF0A-4C39-9CF3-3A0CD6A1B3B7}" destId="{EE6D6613-E4C3-4916-AA5C-8F13CE2EAF42}" srcOrd="2" destOrd="0" parTransId="{DE08672D-3CE9-4CE5-9342-BC7724DC194D}" sibTransId="{6F7B1E1D-9DC6-4996-985E-C4AD9ECB9EEB}"/>
    <dgm:cxn modelId="{1CF8C074-78FE-499C-8C57-71719FCD9F6D}" srcId="{10F77A51-BF0A-4C39-9CF3-3A0CD6A1B3B7}" destId="{88375FEA-F0A2-4341-8E4A-95C1911A0253}" srcOrd="1" destOrd="0" parTransId="{C4281812-3B98-4635-92B4-9FC94A7ECBAF}" sibTransId="{A1E2BE73-EA08-44DF-9B79-37FE8CD48106}"/>
    <dgm:cxn modelId="{DF40D17E-A1E2-4686-8722-E6AC90CC49A3}" srcId="{10F77A51-BF0A-4C39-9CF3-3A0CD6A1B3B7}" destId="{33B77977-0F94-4534-A4D0-32CDFB3C00EF}" srcOrd="4" destOrd="0" parTransId="{5F041ADE-9453-4368-9F8A-8150465C3390}" sibTransId="{E7A61CA5-7F1C-4991-91B3-7B6267BAD354}"/>
    <dgm:cxn modelId="{9C1EF99F-30B5-4489-860B-10D3F05C5F10}" srcId="{10F77A51-BF0A-4C39-9CF3-3A0CD6A1B3B7}" destId="{4BEB54CF-EBA8-4C02-BF4A-0953DD22B89A}" srcOrd="0" destOrd="0" parTransId="{91EB4DE9-1CEC-4DA7-82BE-BAD19FA4976F}" sibTransId="{C11F1AA6-AFFC-4770-9EE8-B63CE3D13E55}"/>
    <dgm:cxn modelId="{93A2A5B9-7EDC-485C-B014-3F63BDAD4CA8}" type="presOf" srcId="{33B77977-0F94-4534-A4D0-32CDFB3C00EF}" destId="{18FA7B6A-2085-4E93-8ADE-BB4A3FCBC8F3}" srcOrd="0" destOrd="0" presId="urn:microsoft.com/office/officeart/2005/8/layout/hProcess9"/>
    <dgm:cxn modelId="{970D94BB-4E91-45BD-A9CE-6E14083C6EEE}" type="presOf" srcId="{88375FEA-F0A2-4341-8E4A-95C1911A0253}" destId="{2DD73647-E60D-40BE-83DF-69A624E7DEE2}" srcOrd="0" destOrd="0" presId="urn:microsoft.com/office/officeart/2005/8/layout/hProcess9"/>
    <dgm:cxn modelId="{90EEE9C9-F847-431F-A9C7-D417A7BF8D37}" type="presOf" srcId="{EE6D6613-E4C3-4916-AA5C-8F13CE2EAF42}" destId="{CBA2E048-418E-478E-B392-1D93130A77B3}" srcOrd="0" destOrd="0" presId="urn:microsoft.com/office/officeart/2005/8/layout/hProcess9"/>
    <dgm:cxn modelId="{04D1D5E8-71DB-425D-9D6E-E5E123DB825A}" srcId="{10F77A51-BF0A-4C39-9CF3-3A0CD6A1B3B7}" destId="{8BE3DD38-6B16-45ED-8ABD-B0BDE3D2DFAF}" srcOrd="3" destOrd="0" parTransId="{661BDD8A-7062-46FF-A4CC-929052DB1B1F}" sibTransId="{AA2E6F81-9BAC-4A4B-85C6-C731840B505A}"/>
    <dgm:cxn modelId="{C3AB0BFD-A7B3-4218-9D7B-4108CB91C1B3}" type="presOf" srcId="{10F77A51-BF0A-4C39-9CF3-3A0CD6A1B3B7}" destId="{730295D7-C33E-4B8B-BB7C-5063A87BE6D1}" srcOrd="0" destOrd="0" presId="urn:microsoft.com/office/officeart/2005/8/layout/hProcess9"/>
    <dgm:cxn modelId="{3DE6781A-4EF7-4E59-B998-F5D87A73B3BE}" type="presParOf" srcId="{730295D7-C33E-4B8B-BB7C-5063A87BE6D1}" destId="{3B2CDD0D-6CE4-4C7D-A519-DF5152302C3F}" srcOrd="0" destOrd="0" presId="urn:microsoft.com/office/officeart/2005/8/layout/hProcess9"/>
    <dgm:cxn modelId="{EE7C3753-251D-4C08-AD58-F8CBB740C186}" type="presParOf" srcId="{730295D7-C33E-4B8B-BB7C-5063A87BE6D1}" destId="{A663BD86-2A11-4172-B537-7F8774F59432}" srcOrd="1" destOrd="0" presId="urn:microsoft.com/office/officeart/2005/8/layout/hProcess9"/>
    <dgm:cxn modelId="{266B57B0-441B-406F-AA76-A18077FD4815}" type="presParOf" srcId="{A663BD86-2A11-4172-B537-7F8774F59432}" destId="{8334BC6F-41EC-48D0-AB0F-09C3CE60CDCD}" srcOrd="0" destOrd="0" presId="urn:microsoft.com/office/officeart/2005/8/layout/hProcess9"/>
    <dgm:cxn modelId="{A80CFED8-F440-49A7-962B-3F9B54CE5FAC}" type="presParOf" srcId="{A663BD86-2A11-4172-B537-7F8774F59432}" destId="{E52AB706-1695-4C5B-AA4C-37D75DA8C637}" srcOrd="1" destOrd="0" presId="urn:microsoft.com/office/officeart/2005/8/layout/hProcess9"/>
    <dgm:cxn modelId="{1DEB9FA3-0E84-452E-8B37-1E7B3FFD87DC}" type="presParOf" srcId="{A663BD86-2A11-4172-B537-7F8774F59432}" destId="{2DD73647-E60D-40BE-83DF-69A624E7DEE2}" srcOrd="2" destOrd="0" presId="urn:microsoft.com/office/officeart/2005/8/layout/hProcess9"/>
    <dgm:cxn modelId="{D903A66D-87D0-4B79-8BF8-2B07E4A481C6}" type="presParOf" srcId="{A663BD86-2A11-4172-B537-7F8774F59432}" destId="{F4C978DC-4153-4878-9714-DE6F1024B3E5}" srcOrd="3" destOrd="0" presId="urn:microsoft.com/office/officeart/2005/8/layout/hProcess9"/>
    <dgm:cxn modelId="{88B80B27-3C16-4FEC-915D-7D157BD7F588}" type="presParOf" srcId="{A663BD86-2A11-4172-B537-7F8774F59432}" destId="{CBA2E048-418E-478E-B392-1D93130A77B3}" srcOrd="4" destOrd="0" presId="urn:microsoft.com/office/officeart/2005/8/layout/hProcess9"/>
    <dgm:cxn modelId="{0CBB69C0-6B97-41EA-A0FB-7B0A3B70D30B}" type="presParOf" srcId="{A663BD86-2A11-4172-B537-7F8774F59432}" destId="{79E82258-9B9A-4BA6-B866-BFE68F4D008D}" srcOrd="5" destOrd="0" presId="urn:microsoft.com/office/officeart/2005/8/layout/hProcess9"/>
    <dgm:cxn modelId="{5039E02E-A131-4D4E-BB41-52E5E0D96A4F}" type="presParOf" srcId="{A663BD86-2A11-4172-B537-7F8774F59432}" destId="{35F8D5B5-E985-4EEC-8C78-F188D97F2C70}" srcOrd="6" destOrd="0" presId="urn:microsoft.com/office/officeart/2005/8/layout/hProcess9"/>
    <dgm:cxn modelId="{95674AA1-1481-4ED8-BDEB-69C964154799}" type="presParOf" srcId="{A663BD86-2A11-4172-B537-7F8774F59432}" destId="{DBDA017A-04F5-46E2-A420-D2E955719288}" srcOrd="7" destOrd="0" presId="urn:microsoft.com/office/officeart/2005/8/layout/hProcess9"/>
    <dgm:cxn modelId="{C0C3E538-2CAC-470E-9148-1AD68339BDCD}" type="presParOf" srcId="{A663BD86-2A11-4172-B537-7F8774F59432}" destId="{18FA7B6A-2085-4E93-8ADE-BB4A3FCBC8F3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EC2FA-0FC4-4EED-B488-45005ECB2143}">
      <dsp:nvSpPr>
        <dsp:cNvPr id="0" name=""/>
        <dsp:cNvSpPr/>
      </dsp:nvSpPr>
      <dsp:spPr>
        <a:xfrm>
          <a:off x="1141036" y="3417"/>
          <a:ext cx="1629876" cy="81493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EDA</a:t>
          </a:r>
        </a:p>
      </dsp:txBody>
      <dsp:txXfrm>
        <a:off x="1164905" y="27286"/>
        <a:ext cx="1582138" cy="767200"/>
      </dsp:txXfrm>
    </dsp:sp>
    <dsp:sp modelId="{38D831A0-25FC-43FE-92C6-71A981D41A15}">
      <dsp:nvSpPr>
        <dsp:cNvPr id="0" name=""/>
        <dsp:cNvSpPr/>
      </dsp:nvSpPr>
      <dsp:spPr>
        <a:xfrm>
          <a:off x="1304023" y="818355"/>
          <a:ext cx="162987" cy="611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1203"/>
              </a:lnTo>
              <a:lnTo>
                <a:pt x="162987" y="6112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841D7B-6852-4878-A3F6-2E5F6148F20B}">
      <dsp:nvSpPr>
        <dsp:cNvPr id="0" name=""/>
        <dsp:cNvSpPr/>
      </dsp:nvSpPr>
      <dsp:spPr>
        <a:xfrm>
          <a:off x="1467011" y="1022090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Jaccard similarity</a:t>
          </a:r>
        </a:p>
      </dsp:txBody>
      <dsp:txXfrm>
        <a:off x="1490880" y="1045959"/>
        <a:ext cx="1256163" cy="767200"/>
      </dsp:txXfrm>
    </dsp:sp>
    <dsp:sp modelId="{95C1DF03-D26E-4C45-A96D-B098090F5ED6}">
      <dsp:nvSpPr>
        <dsp:cNvPr id="0" name=""/>
        <dsp:cNvSpPr/>
      </dsp:nvSpPr>
      <dsp:spPr>
        <a:xfrm>
          <a:off x="1304023" y="818355"/>
          <a:ext cx="162987" cy="1629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9876"/>
              </a:lnTo>
              <a:lnTo>
                <a:pt x="162987" y="16298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695D0F-82F7-4052-9F47-E63BC5D8B3E3}">
      <dsp:nvSpPr>
        <dsp:cNvPr id="0" name=""/>
        <dsp:cNvSpPr/>
      </dsp:nvSpPr>
      <dsp:spPr>
        <a:xfrm>
          <a:off x="1467011" y="2040763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Cosine similarity</a:t>
          </a:r>
        </a:p>
      </dsp:txBody>
      <dsp:txXfrm>
        <a:off x="1490880" y="2064632"/>
        <a:ext cx="1256163" cy="767200"/>
      </dsp:txXfrm>
    </dsp:sp>
    <dsp:sp modelId="{4ED2DD9D-7A48-4788-ADE8-598430D1A35F}">
      <dsp:nvSpPr>
        <dsp:cNvPr id="0" name=""/>
        <dsp:cNvSpPr/>
      </dsp:nvSpPr>
      <dsp:spPr>
        <a:xfrm>
          <a:off x="1304023" y="818355"/>
          <a:ext cx="162987" cy="26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8549"/>
              </a:lnTo>
              <a:lnTo>
                <a:pt x="162987" y="26485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15C591-9579-4057-A00F-322A32A17FA4}">
      <dsp:nvSpPr>
        <dsp:cNvPr id="0" name=""/>
        <dsp:cNvSpPr/>
      </dsp:nvSpPr>
      <dsp:spPr>
        <a:xfrm>
          <a:off x="1467011" y="3059436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Common words</a:t>
          </a:r>
        </a:p>
      </dsp:txBody>
      <dsp:txXfrm>
        <a:off x="1490880" y="3083305"/>
        <a:ext cx="1256163" cy="767200"/>
      </dsp:txXfrm>
    </dsp:sp>
    <dsp:sp modelId="{34B68372-E95A-4886-9A66-EA0386AED7E0}">
      <dsp:nvSpPr>
        <dsp:cNvPr id="0" name=""/>
        <dsp:cNvSpPr/>
      </dsp:nvSpPr>
      <dsp:spPr>
        <a:xfrm>
          <a:off x="1304023" y="818355"/>
          <a:ext cx="162987" cy="36672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7222"/>
              </a:lnTo>
              <a:lnTo>
                <a:pt x="162987" y="36672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BBB231-754C-4AEB-A471-49C3880B5F91}">
      <dsp:nvSpPr>
        <dsp:cNvPr id="0" name=""/>
        <dsp:cNvSpPr/>
      </dsp:nvSpPr>
      <dsp:spPr>
        <a:xfrm>
          <a:off x="1467011" y="4078109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Frequency of words</a:t>
          </a:r>
        </a:p>
      </dsp:txBody>
      <dsp:txXfrm>
        <a:off x="1490880" y="4101978"/>
        <a:ext cx="1256163" cy="767200"/>
      </dsp:txXfrm>
    </dsp:sp>
    <dsp:sp modelId="{6BECE076-9F72-4FC3-8E1C-23B2BEB7E157}">
      <dsp:nvSpPr>
        <dsp:cNvPr id="0" name=""/>
        <dsp:cNvSpPr/>
      </dsp:nvSpPr>
      <dsp:spPr>
        <a:xfrm>
          <a:off x="3178382" y="3417"/>
          <a:ext cx="1629876" cy="81493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Pre-processing</a:t>
          </a:r>
        </a:p>
      </dsp:txBody>
      <dsp:txXfrm>
        <a:off x="3202251" y="27286"/>
        <a:ext cx="1582138" cy="767200"/>
      </dsp:txXfrm>
    </dsp:sp>
    <dsp:sp modelId="{7C73A85F-54CC-422D-9E97-57CA83755101}">
      <dsp:nvSpPr>
        <dsp:cNvPr id="0" name=""/>
        <dsp:cNvSpPr/>
      </dsp:nvSpPr>
      <dsp:spPr>
        <a:xfrm>
          <a:off x="3341369" y="818355"/>
          <a:ext cx="162987" cy="611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1203"/>
              </a:lnTo>
              <a:lnTo>
                <a:pt x="162987" y="6112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8D685A-1495-4EF0-864C-35C37715417D}">
      <dsp:nvSpPr>
        <dsp:cNvPr id="0" name=""/>
        <dsp:cNvSpPr/>
      </dsp:nvSpPr>
      <dsp:spPr>
        <a:xfrm>
          <a:off x="3504357" y="1022090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Stop words</a:t>
          </a:r>
        </a:p>
      </dsp:txBody>
      <dsp:txXfrm>
        <a:off x="3528226" y="1045959"/>
        <a:ext cx="1256163" cy="767200"/>
      </dsp:txXfrm>
    </dsp:sp>
    <dsp:sp modelId="{AB4BADFA-0855-4BDF-ADC0-ADC87CCE9DB3}">
      <dsp:nvSpPr>
        <dsp:cNvPr id="0" name=""/>
        <dsp:cNvSpPr/>
      </dsp:nvSpPr>
      <dsp:spPr>
        <a:xfrm>
          <a:off x="3341369" y="818355"/>
          <a:ext cx="162987" cy="1629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9876"/>
              </a:lnTo>
              <a:lnTo>
                <a:pt x="162987" y="16298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A8B643-43F5-4059-934F-44BDAFAB976C}">
      <dsp:nvSpPr>
        <dsp:cNvPr id="0" name=""/>
        <dsp:cNvSpPr/>
      </dsp:nvSpPr>
      <dsp:spPr>
        <a:xfrm>
          <a:off x="3504357" y="2040763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Lemmatize</a:t>
          </a:r>
        </a:p>
      </dsp:txBody>
      <dsp:txXfrm>
        <a:off x="3528226" y="2064632"/>
        <a:ext cx="1256163" cy="767200"/>
      </dsp:txXfrm>
    </dsp:sp>
    <dsp:sp modelId="{E1A8EE0D-49B7-4A04-8ADB-1DBC460BE7EB}">
      <dsp:nvSpPr>
        <dsp:cNvPr id="0" name=""/>
        <dsp:cNvSpPr/>
      </dsp:nvSpPr>
      <dsp:spPr>
        <a:xfrm>
          <a:off x="3341369" y="818355"/>
          <a:ext cx="162987" cy="26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8549"/>
              </a:lnTo>
              <a:lnTo>
                <a:pt x="162987" y="26485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3C8360-151E-467F-BFC6-9753586DFF36}">
      <dsp:nvSpPr>
        <dsp:cNvPr id="0" name=""/>
        <dsp:cNvSpPr/>
      </dsp:nvSpPr>
      <dsp:spPr>
        <a:xfrm>
          <a:off x="3504357" y="3059436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Single char. words</a:t>
          </a:r>
        </a:p>
      </dsp:txBody>
      <dsp:txXfrm>
        <a:off x="3528226" y="3083305"/>
        <a:ext cx="1256163" cy="767200"/>
      </dsp:txXfrm>
    </dsp:sp>
    <dsp:sp modelId="{46FE6FB7-2BE8-4C36-A138-F4B4376DA9D4}">
      <dsp:nvSpPr>
        <dsp:cNvPr id="0" name=""/>
        <dsp:cNvSpPr/>
      </dsp:nvSpPr>
      <dsp:spPr>
        <a:xfrm>
          <a:off x="5215728" y="3417"/>
          <a:ext cx="1629876" cy="81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fitting</a:t>
          </a:r>
        </a:p>
      </dsp:txBody>
      <dsp:txXfrm>
        <a:off x="5239597" y="27286"/>
        <a:ext cx="1582138" cy="767200"/>
      </dsp:txXfrm>
    </dsp:sp>
    <dsp:sp modelId="{161B1292-D623-4C43-9890-FD3D8FD85488}">
      <dsp:nvSpPr>
        <dsp:cNvPr id="0" name=""/>
        <dsp:cNvSpPr/>
      </dsp:nvSpPr>
      <dsp:spPr>
        <a:xfrm>
          <a:off x="5378715" y="818355"/>
          <a:ext cx="162987" cy="611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1203"/>
              </a:lnTo>
              <a:lnTo>
                <a:pt x="162987" y="6112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1AB4A5-C69F-493B-AB42-36AA98F7A753}">
      <dsp:nvSpPr>
        <dsp:cNvPr id="0" name=""/>
        <dsp:cNvSpPr/>
      </dsp:nvSpPr>
      <dsp:spPr>
        <a:xfrm>
          <a:off x="5541703" y="1022090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Multiple metric</a:t>
          </a:r>
        </a:p>
      </dsp:txBody>
      <dsp:txXfrm>
        <a:off x="5565572" y="1045959"/>
        <a:ext cx="1256163" cy="767200"/>
      </dsp:txXfrm>
    </dsp:sp>
    <dsp:sp modelId="{A47EDF04-35F4-4000-A977-1C10E229CDE5}">
      <dsp:nvSpPr>
        <dsp:cNvPr id="0" name=""/>
        <dsp:cNvSpPr/>
      </dsp:nvSpPr>
      <dsp:spPr>
        <a:xfrm>
          <a:off x="5378715" y="818355"/>
          <a:ext cx="162987" cy="1629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9876"/>
              </a:lnTo>
              <a:lnTo>
                <a:pt x="162987" y="16298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D7651B-AA09-4CA9-8963-BFADF34F04CE}">
      <dsp:nvSpPr>
        <dsp:cNvPr id="0" name=""/>
        <dsp:cNvSpPr/>
      </dsp:nvSpPr>
      <dsp:spPr>
        <a:xfrm>
          <a:off x="5541703" y="2040763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Random forest</a:t>
          </a:r>
        </a:p>
      </dsp:txBody>
      <dsp:txXfrm>
        <a:off x="5565572" y="2064632"/>
        <a:ext cx="1256163" cy="767200"/>
      </dsp:txXfrm>
    </dsp:sp>
    <dsp:sp modelId="{77D17D5C-4F05-407A-B76F-16A664AA6716}">
      <dsp:nvSpPr>
        <dsp:cNvPr id="0" name=""/>
        <dsp:cNvSpPr/>
      </dsp:nvSpPr>
      <dsp:spPr>
        <a:xfrm>
          <a:off x="5378715" y="818355"/>
          <a:ext cx="162987" cy="26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8549"/>
              </a:lnTo>
              <a:lnTo>
                <a:pt x="162987" y="26485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802217-F1CF-4987-A6EA-F9D960A7FD4B}">
      <dsp:nvSpPr>
        <dsp:cNvPr id="0" name=""/>
        <dsp:cNvSpPr/>
      </dsp:nvSpPr>
      <dsp:spPr>
        <a:xfrm>
          <a:off x="5541703" y="3059436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Logistic regression</a:t>
          </a:r>
        </a:p>
      </dsp:txBody>
      <dsp:txXfrm>
        <a:off x="5565572" y="3083305"/>
        <a:ext cx="1256163" cy="767200"/>
      </dsp:txXfrm>
    </dsp:sp>
    <dsp:sp modelId="{8B7E8507-844C-460C-AA07-DFACAA12B6C4}">
      <dsp:nvSpPr>
        <dsp:cNvPr id="0" name=""/>
        <dsp:cNvSpPr/>
      </dsp:nvSpPr>
      <dsp:spPr>
        <a:xfrm>
          <a:off x="7253074" y="3417"/>
          <a:ext cx="1629876" cy="814938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Hyperparameter tuning</a:t>
          </a:r>
        </a:p>
      </dsp:txBody>
      <dsp:txXfrm>
        <a:off x="7276943" y="27286"/>
        <a:ext cx="1582138" cy="767200"/>
      </dsp:txXfrm>
    </dsp:sp>
    <dsp:sp modelId="{7CDA5592-E12B-4F41-9D04-39358A9FAB8D}">
      <dsp:nvSpPr>
        <dsp:cNvPr id="0" name=""/>
        <dsp:cNvSpPr/>
      </dsp:nvSpPr>
      <dsp:spPr>
        <a:xfrm>
          <a:off x="7416061" y="818355"/>
          <a:ext cx="162987" cy="6112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1203"/>
              </a:lnTo>
              <a:lnTo>
                <a:pt x="162987" y="6112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8C5679-D64D-435B-BAF0-240CA413B48E}">
      <dsp:nvSpPr>
        <dsp:cNvPr id="0" name=""/>
        <dsp:cNvSpPr/>
      </dsp:nvSpPr>
      <dsp:spPr>
        <a:xfrm>
          <a:off x="7579049" y="1022090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Random forest</a:t>
          </a:r>
        </a:p>
      </dsp:txBody>
      <dsp:txXfrm>
        <a:off x="7602918" y="1045959"/>
        <a:ext cx="1256163" cy="767200"/>
      </dsp:txXfrm>
    </dsp:sp>
    <dsp:sp modelId="{56903DF6-7D55-4AB7-8446-EE265AA0AA50}">
      <dsp:nvSpPr>
        <dsp:cNvPr id="0" name=""/>
        <dsp:cNvSpPr/>
      </dsp:nvSpPr>
      <dsp:spPr>
        <a:xfrm>
          <a:off x="7416061" y="818355"/>
          <a:ext cx="162987" cy="1629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9876"/>
              </a:lnTo>
              <a:lnTo>
                <a:pt x="162987" y="16298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36441F-B750-4C0F-BF33-039CDA5BBA23}">
      <dsp:nvSpPr>
        <dsp:cNvPr id="0" name=""/>
        <dsp:cNvSpPr/>
      </dsp:nvSpPr>
      <dsp:spPr>
        <a:xfrm>
          <a:off x="7579049" y="2040763"/>
          <a:ext cx="1303901" cy="8149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Logistic regression</a:t>
          </a:r>
        </a:p>
      </dsp:txBody>
      <dsp:txXfrm>
        <a:off x="7602918" y="2064632"/>
        <a:ext cx="1256163" cy="767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CDD0D-6CE4-4C7D-A519-DF5152302C3F}">
      <dsp:nvSpPr>
        <dsp:cNvPr id="0" name=""/>
        <dsp:cNvSpPr/>
      </dsp:nvSpPr>
      <dsp:spPr>
        <a:xfrm>
          <a:off x="843607" y="0"/>
          <a:ext cx="9560887" cy="160337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2E048-418E-478E-B392-1D93130A77B3}">
      <dsp:nvSpPr>
        <dsp:cNvPr id="0" name=""/>
        <dsp:cNvSpPr/>
      </dsp:nvSpPr>
      <dsp:spPr>
        <a:xfrm>
          <a:off x="12082" y="481012"/>
          <a:ext cx="3620483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Fit the model using X_train and Y_train</a:t>
          </a:r>
        </a:p>
      </dsp:txBody>
      <dsp:txXfrm>
        <a:off x="43390" y="512320"/>
        <a:ext cx="3557867" cy="578733"/>
      </dsp:txXfrm>
    </dsp:sp>
    <dsp:sp modelId="{35F8D5B5-E985-4EEC-8C78-F188D97F2C70}">
      <dsp:nvSpPr>
        <dsp:cNvPr id="0" name=""/>
        <dsp:cNvSpPr/>
      </dsp:nvSpPr>
      <dsp:spPr>
        <a:xfrm>
          <a:off x="3813809" y="481012"/>
          <a:ext cx="3620483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Predict using X_test</a:t>
          </a:r>
        </a:p>
      </dsp:txBody>
      <dsp:txXfrm>
        <a:off x="3845117" y="512320"/>
        <a:ext cx="3557867" cy="578733"/>
      </dsp:txXfrm>
    </dsp:sp>
    <dsp:sp modelId="{18FA7B6A-2085-4E93-8ADE-BB4A3FCBC8F3}">
      <dsp:nvSpPr>
        <dsp:cNvPr id="0" name=""/>
        <dsp:cNvSpPr/>
      </dsp:nvSpPr>
      <dsp:spPr>
        <a:xfrm>
          <a:off x="7615536" y="481012"/>
          <a:ext cx="3620483" cy="641349"/>
        </a:xfrm>
        <a:prstGeom prst="round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Probability Distribution- 1</a:t>
          </a:r>
        </a:p>
      </dsp:txBody>
      <dsp:txXfrm>
        <a:off x="7646844" y="512320"/>
        <a:ext cx="3557867" cy="5787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CDD0D-6CE4-4C7D-A519-DF5152302C3F}">
      <dsp:nvSpPr>
        <dsp:cNvPr id="0" name=""/>
        <dsp:cNvSpPr/>
      </dsp:nvSpPr>
      <dsp:spPr>
        <a:xfrm>
          <a:off x="843607" y="0"/>
          <a:ext cx="9560886" cy="160337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4BC6F-41EC-48D0-AB0F-09C3CE60CDCD}">
      <dsp:nvSpPr>
        <dsp:cNvPr id="0" name=""/>
        <dsp:cNvSpPr/>
      </dsp:nvSpPr>
      <dsp:spPr>
        <a:xfrm>
          <a:off x="5629" y="481012"/>
          <a:ext cx="2707672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Remove the numbers from X_train and X_test</a:t>
          </a:r>
        </a:p>
      </dsp:txBody>
      <dsp:txXfrm>
        <a:off x="36937" y="512320"/>
        <a:ext cx="2645056" cy="578733"/>
      </dsp:txXfrm>
    </dsp:sp>
    <dsp:sp modelId="{CBA2E048-418E-478E-B392-1D93130A77B3}">
      <dsp:nvSpPr>
        <dsp:cNvPr id="0" name=""/>
        <dsp:cNvSpPr/>
      </dsp:nvSpPr>
      <dsp:spPr>
        <a:xfrm>
          <a:off x="2848686" y="481012"/>
          <a:ext cx="2707672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Fit the model using X_train_updated and Y_train</a:t>
          </a:r>
        </a:p>
      </dsp:txBody>
      <dsp:txXfrm>
        <a:off x="2879994" y="512320"/>
        <a:ext cx="2645056" cy="578733"/>
      </dsp:txXfrm>
    </dsp:sp>
    <dsp:sp modelId="{35F8D5B5-E985-4EEC-8C78-F188D97F2C70}">
      <dsp:nvSpPr>
        <dsp:cNvPr id="0" name=""/>
        <dsp:cNvSpPr/>
      </dsp:nvSpPr>
      <dsp:spPr>
        <a:xfrm>
          <a:off x="5691742" y="481012"/>
          <a:ext cx="2707672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Predict using X_test_updated</a:t>
          </a:r>
        </a:p>
      </dsp:txBody>
      <dsp:txXfrm>
        <a:off x="5723050" y="512320"/>
        <a:ext cx="2645056" cy="578733"/>
      </dsp:txXfrm>
    </dsp:sp>
    <dsp:sp modelId="{18FA7B6A-2085-4E93-8ADE-BB4A3FCBC8F3}">
      <dsp:nvSpPr>
        <dsp:cNvPr id="0" name=""/>
        <dsp:cNvSpPr/>
      </dsp:nvSpPr>
      <dsp:spPr>
        <a:xfrm>
          <a:off x="8534799" y="481012"/>
          <a:ext cx="2707672" cy="641349"/>
        </a:xfrm>
        <a:prstGeom prst="round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Probability Distribution- 2</a:t>
          </a:r>
        </a:p>
      </dsp:txBody>
      <dsp:txXfrm>
        <a:off x="8566107" y="512320"/>
        <a:ext cx="2645056" cy="5787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CDD0D-6CE4-4C7D-A519-DF5152302C3F}">
      <dsp:nvSpPr>
        <dsp:cNvPr id="0" name=""/>
        <dsp:cNvSpPr/>
      </dsp:nvSpPr>
      <dsp:spPr>
        <a:xfrm>
          <a:off x="843607" y="0"/>
          <a:ext cx="9560887" cy="160337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2E048-418E-478E-B392-1D93130A77B3}">
      <dsp:nvSpPr>
        <dsp:cNvPr id="0" name=""/>
        <dsp:cNvSpPr/>
      </dsp:nvSpPr>
      <dsp:spPr>
        <a:xfrm>
          <a:off x="12082" y="481012"/>
          <a:ext cx="3620483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Fit the model using </a:t>
          </a:r>
          <a:r>
            <a:rPr lang="en-US" sz="1700" kern="1200" dirty="0" err="1"/>
            <a:t>X_train</a:t>
          </a:r>
          <a:r>
            <a:rPr lang="en-US" sz="1700" kern="1200" dirty="0"/>
            <a:t> and </a:t>
          </a:r>
          <a:r>
            <a:rPr lang="en-US" sz="1700" kern="1200" dirty="0" err="1"/>
            <a:t>Y_train</a:t>
          </a:r>
          <a:endParaRPr lang="en-US" sz="1700" kern="1200" dirty="0"/>
        </a:p>
      </dsp:txBody>
      <dsp:txXfrm>
        <a:off x="43390" y="512320"/>
        <a:ext cx="3557867" cy="578733"/>
      </dsp:txXfrm>
    </dsp:sp>
    <dsp:sp modelId="{35F8D5B5-E985-4EEC-8C78-F188D97F2C70}">
      <dsp:nvSpPr>
        <dsp:cNvPr id="0" name=""/>
        <dsp:cNvSpPr/>
      </dsp:nvSpPr>
      <dsp:spPr>
        <a:xfrm>
          <a:off x="3813809" y="481012"/>
          <a:ext cx="3620483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Predict using </a:t>
          </a:r>
          <a:r>
            <a:rPr lang="en-US" sz="1700" kern="1200" dirty="0" err="1"/>
            <a:t>X_test</a:t>
          </a:r>
          <a:endParaRPr lang="en-US" sz="1700" kern="1200" dirty="0"/>
        </a:p>
      </dsp:txBody>
      <dsp:txXfrm>
        <a:off x="3845117" y="512320"/>
        <a:ext cx="3557867" cy="578733"/>
      </dsp:txXfrm>
    </dsp:sp>
    <dsp:sp modelId="{18FA7B6A-2085-4E93-8ADE-BB4A3FCBC8F3}">
      <dsp:nvSpPr>
        <dsp:cNvPr id="0" name=""/>
        <dsp:cNvSpPr/>
      </dsp:nvSpPr>
      <dsp:spPr>
        <a:xfrm>
          <a:off x="7615536" y="481012"/>
          <a:ext cx="3620483" cy="641349"/>
        </a:xfrm>
        <a:prstGeom prst="round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Probability Distribution- 1</a:t>
          </a:r>
        </a:p>
      </dsp:txBody>
      <dsp:txXfrm>
        <a:off x="7646844" y="512320"/>
        <a:ext cx="3557867" cy="5787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CDD0D-6CE4-4C7D-A519-DF5152302C3F}">
      <dsp:nvSpPr>
        <dsp:cNvPr id="0" name=""/>
        <dsp:cNvSpPr/>
      </dsp:nvSpPr>
      <dsp:spPr>
        <a:xfrm>
          <a:off x="843607" y="0"/>
          <a:ext cx="9560886" cy="160337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4BC6F-41EC-48D0-AB0F-09C3CE60CDCD}">
      <dsp:nvSpPr>
        <dsp:cNvPr id="0" name=""/>
        <dsp:cNvSpPr/>
      </dsp:nvSpPr>
      <dsp:spPr>
        <a:xfrm>
          <a:off x="5629" y="481012"/>
          <a:ext cx="2707672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Remove the 2 character words from </a:t>
          </a:r>
          <a:r>
            <a:rPr lang="en-US" sz="1600" kern="1200" dirty="0" err="1"/>
            <a:t>X_train</a:t>
          </a:r>
          <a:r>
            <a:rPr lang="en-US" sz="1600" kern="1200" dirty="0"/>
            <a:t> </a:t>
          </a:r>
        </a:p>
      </dsp:txBody>
      <dsp:txXfrm>
        <a:off x="36937" y="512320"/>
        <a:ext cx="2645056" cy="578733"/>
      </dsp:txXfrm>
    </dsp:sp>
    <dsp:sp modelId="{CBA2E048-418E-478E-B392-1D93130A77B3}">
      <dsp:nvSpPr>
        <dsp:cNvPr id="0" name=""/>
        <dsp:cNvSpPr/>
      </dsp:nvSpPr>
      <dsp:spPr>
        <a:xfrm>
          <a:off x="2848686" y="481012"/>
          <a:ext cx="2707672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Fit the model using </a:t>
          </a:r>
          <a:r>
            <a:rPr lang="en-US" sz="1600" kern="1200" dirty="0" err="1"/>
            <a:t>X_train_updated</a:t>
          </a:r>
          <a:r>
            <a:rPr lang="en-US" sz="1600" kern="1200" dirty="0"/>
            <a:t> and </a:t>
          </a:r>
          <a:r>
            <a:rPr lang="en-US" sz="1600" kern="1200" dirty="0" err="1"/>
            <a:t>Y_train</a:t>
          </a:r>
          <a:endParaRPr lang="en-US" sz="1600" kern="1200" dirty="0"/>
        </a:p>
      </dsp:txBody>
      <dsp:txXfrm>
        <a:off x="2879994" y="512320"/>
        <a:ext cx="2645056" cy="578733"/>
      </dsp:txXfrm>
    </dsp:sp>
    <dsp:sp modelId="{35F8D5B5-E985-4EEC-8C78-F188D97F2C70}">
      <dsp:nvSpPr>
        <dsp:cNvPr id="0" name=""/>
        <dsp:cNvSpPr/>
      </dsp:nvSpPr>
      <dsp:spPr>
        <a:xfrm>
          <a:off x="5691742" y="481012"/>
          <a:ext cx="2707672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Predict using </a:t>
          </a:r>
          <a:r>
            <a:rPr lang="en-US" sz="1600" kern="1200" dirty="0" err="1"/>
            <a:t>X_test</a:t>
          </a:r>
          <a:endParaRPr lang="en-US" sz="1600" kern="1200" dirty="0"/>
        </a:p>
      </dsp:txBody>
      <dsp:txXfrm>
        <a:off x="5723050" y="512320"/>
        <a:ext cx="2645056" cy="578733"/>
      </dsp:txXfrm>
    </dsp:sp>
    <dsp:sp modelId="{18FA7B6A-2085-4E93-8ADE-BB4A3FCBC8F3}">
      <dsp:nvSpPr>
        <dsp:cNvPr id="0" name=""/>
        <dsp:cNvSpPr/>
      </dsp:nvSpPr>
      <dsp:spPr>
        <a:xfrm>
          <a:off x="8534799" y="481012"/>
          <a:ext cx="2707672" cy="641349"/>
        </a:xfrm>
        <a:prstGeom prst="roundRect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Probability Distribution- 2</a:t>
          </a:r>
        </a:p>
      </dsp:txBody>
      <dsp:txXfrm>
        <a:off x="8566107" y="512320"/>
        <a:ext cx="2645056" cy="5787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CDD0D-6CE4-4C7D-A519-DF5152302C3F}">
      <dsp:nvSpPr>
        <dsp:cNvPr id="0" name=""/>
        <dsp:cNvSpPr/>
      </dsp:nvSpPr>
      <dsp:spPr>
        <a:xfrm>
          <a:off x="843607" y="0"/>
          <a:ext cx="9560887" cy="160337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2E048-418E-478E-B392-1D93130A77B3}">
      <dsp:nvSpPr>
        <dsp:cNvPr id="0" name=""/>
        <dsp:cNvSpPr/>
      </dsp:nvSpPr>
      <dsp:spPr>
        <a:xfrm>
          <a:off x="12082" y="481012"/>
          <a:ext cx="3620483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Fit the model using </a:t>
          </a:r>
          <a:r>
            <a:rPr lang="en-US" sz="1700" kern="1200" dirty="0" err="1"/>
            <a:t>X_train</a:t>
          </a:r>
          <a:r>
            <a:rPr lang="en-US" sz="1700" kern="1200" dirty="0"/>
            <a:t> and </a:t>
          </a:r>
          <a:r>
            <a:rPr lang="en-US" sz="1700" kern="1200" dirty="0" err="1"/>
            <a:t>Y_train</a:t>
          </a:r>
          <a:endParaRPr lang="en-US" sz="1700" kern="1200" dirty="0"/>
        </a:p>
      </dsp:txBody>
      <dsp:txXfrm>
        <a:off x="43390" y="512320"/>
        <a:ext cx="3557867" cy="578733"/>
      </dsp:txXfrm>
    </dsp:sp>
    <dsp:sp modelId="{35F8D5B5-E985-4EEC-8C78-F188D97F2C70}">
      <dsp:nvSpPr>
        <dsp:cNvPr id="0" name=""/>
        <dsp:cNvSpPr/>
      </dsp:nvSpPr>
      <dsp:spPr>
        <a:xfrm>
          <a:off x="3813809" y="481012"/>
          <a:ext cx="3620483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Predict using </a:t>
          </a:r>
          <a:r>
            <a:rPr lang="en-US" sz="1700" kern="1200" dirty="0" err="1"/>
            <a:t>X_test</a:t>
          </a:r>
          <a:endParaRPr lang="en-US" sz="1700" kern="1200" dirty="0"/>
        </a:p>
      </dsp:txBody>
      <dsp:txXfrm>
        <a:off x="3845117" y="512320"/>
        <a:ext cx="3557867" cy="578733"/>
      </dsp:txXfrm>
    </dsp:sp>
    <dsp:sp modelId="{18FA7B6A-2085-4E93-8ADE-BB4A3FCBC8F3}">
      <dsp:nvSpPr>
        <dsp:cNvPr id="0" name=""/>
        <dsp:cNvSpPr/>
      </dsp:nvSpPr>
      <dsp:spPr>
        <a:xfrm>
          <a:off x="7615536" y="481012"/>
          <a:ext cx="3620483" cy="641349"/>
        </a:xfrm>
        <a:prstGeom prst="roundRec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Probability Distribution- 1</a:t>
          </a:r>
        </a:p>
      </dsp:txBody>
      <dsp:txXfrm>
        <a:off x="7646844" y="512320"/>
        <a:ext cx="3557867" cy="5787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CDD0D-6CE4-4C7D-A519-DF5152302C3F}">
      <dsp:nvSpPr>
        <dsp:cNvPr id="0" name=""/>
        <dsp:cNvSpPr/>
      </dsp:nvSpPr>
      <dsp:spPr>
        <a:xfrm>
          <a:off x="843607" y="0"/>
          <a:ext cx="9560886" cy="160337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4BC6F-41EC-48D0-AB0F-09C3CE60CDCD}">
      <dsp:nvSpPr>
        <dsp:cNvPr id="0" name=""/>
        <dsp:cNvSpPr/>
      </dsp:nvSpPr>
      <dsp:spPr>
        <a:xfrm>
          <a:off x="4943" y="481012"/>
          <a:ext cx="2161195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Remove the numbers from X_train and X_test</a:t>
          </a:r>
        </a:p>
      </dsp:txBody>
      <dsp:txXfrm>
        <a:off x="36251" y="512320"/>
        <a:ext cx="2098579" cy="578733"/>
      </dsp:txXfrm>
    </dsp:sp>
    <dsp:sp modelId="{2DD73647-E60D-40BE-83DF-69A624E7DEE2}">
      <dsp:nvSpPr>
        <dsp:cNvPr id="0" name=""/>
        <dsp:cNvSpPr/>
      </dsp:nvSpPr>
      <dsp:spPr>
        <a:xfrm>
          <a:off x="2274198" y="481012"/>
          <a:ext cx="2161195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Remove 2 char words from X_train </a:t>
          </a:r>
        </a:p>
      </dsp:txBody>
      <dsp:txXfrm>
        <a:off x="2305506" y="512320"/>
        <a:ext cx="2098579" cy="578733"/>
      </dsp:txXfrm>
    </dsp:sp>
    <dsp:sp modelId="{CBA2E048-418E-478E-B392-1D93130A77B3}">
      <dsp:nvSpPr>
        <dsp:cNvPr id="0" name=""/>
        <dsp:cNvSpPr/>
      </dsp:nvSpPr>
      <dsp:spPr>
        <a:xfrm>
          <a:off x="4543453" y="481012"/>
          <a:ext cx="2161195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Fit the model using </a:t>
          </a:r>
          <a:r>
            <a:rPr lang="en-US" sz="1300" kern="1200" dirty="0" err="1"/>
            <a:t>X_train_updated</a:t>
          </a:r>
          <a:r>
            <a:rPr lang="en-US" sz="1300" kern="1200" dirty="0"/>
            <a:t> and </a:t>
          </a:r>
          <a:r>
            <a:rPr lang="en-US" sz="1300" kern="1200" dirty="0" err="1"/>
            <a:t>Y_train</a:t>
          </a:r>
          <a:endParaRPr lang="en-US" sz="1300" kern="1200" dirty="0"/>
        </a:p>
      </dsp:txBody>
      <dsp:txXfrm>
        <a:off x="4574761" y="512320"/>
        <a:ext cx="2098579" cy="578733"/>
      </dsp:txXfrm>
    </dsp:sp>
    <dsp:sp modelId="{35F8D5B5-E985-4EEC-8C78-F188D97F2C70}">
      <dsp:nvSpPr>
        <dsp:cNvPr id="0" name=""/>
        <dsp:cNvSpPr/>
      </dsp:nvSpPr>
      <dsp:spPr>
        <a:xfrm>
          <a:off x="6812708" y="481012"/>
          <a:ext cx="2161195" cy="641349"/>
        </a:xfrm>
        <a:prstGeom prst="roundRect">
          <a:avLst/>
        </a:prstGeom>
        <a:solidFill>
          <a:schemeClr val="lt1"/>
        </a:solidFill>
        <a:ln w="12700" cap="flat" cmpd="sng" algn="ctr">
          <a:noFill/>
          <a:prstDash val="solid"/>
          <a:miter lim="800000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Predict using X_test_updated</a:t>
          </a:r>
        </a:p>
      </dsp:txBody>
      <dsp:txXfrm>
        <a:off x="6844016" y="512320"/>
        <a:ext cx="2098579" cy="578733"/>
      </dsp:txXfrm>
    </dsp:sp>
    <dsp:sp modelId="{18FA7B6A-2085-4E93-8ADE-BB4A3FCBC8F3}">
      <dsp:nvSpPr>
        <dsp:cNvPr id="0" name=""/>
        <dsp:cNvSpPr/>
      </dsp:nvSpPr>
      <dsp:spPr>
        <a:xfrm>
          <a:off x="9081963" y="481012"/>
          <a:ext cx="2161195" cy="641349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Probability Distribution- 2</a:t>
          </a:r>
        </a:p>
      </dsp:txBody>
      <dsp:txXfrm>
        <a:off x="9113271" y="512320"/>
        <a:ext cx="2098579" cy="578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85DD-8EB7-40E0-830B-D3BA96938F9D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862D4-D1FE-4D44-9D30-6726DFE65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str1</a:t>
            </a:r>
            <a:r>
              <a:rPr lang="en-US" dirty="0"/>
              <a:t> </a:t>
            </a:r>
            <a:r>
              <a:rPr lang="en-US" dirty="0">
                <a:solidFill>
                  <a:srgbClr val="666666"/>
                </a:solidFill>
                <a:effectLst/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BA2121"/>
                </a:solidFill>
                <a:effectLst/>
              </a:rPr>
              <a:t>"CHOCOLATE </a:t>
            </a:r>
            <a:r>
              <a:rPr lang="en-US" dirty="0" err="1">
                <a:solidFill>
                  <a:srgbClr val="BA2121"/>
                </a:solidFill>
                <a:effectLst/>
              </a:rPr>
              <a:t>CHOCOLATE</a:t>
            </a:r>
            <a:r>
              <a:rPr lang="en-US" dirty="0">
                <a:solidFill>
                  <a:srgbClr val="BA2121"/>
                </a:solidFill>
                <a:effectLst/>
              </a:rPr>
              <a:t> BRANDS MID TIER"</a:t>
            </a:r>
            <a:r>
              <a:rPr lang="en-US" dirty="0"/>
              <a:t> </a:t>
            </a:r>
          </a:p>
          <a:p>
            <a:r>
              <a:rPr lang="en-US" dirty="0">
                <a:effectLst/>
              </a:rPr>
              <a:t>str2</a:t>
            </a:r>
            <a:r>
              <a:rPr lang="en-US" dirty="0"/>
              <a:t> </a:t>
            </a:r>
            <a:r>
              <a:rPr lang="en-US" dirty="0">
                <a:solidFill>
                  <a:srgbClr val="666666"/>
                </a:solidFill>
                <a:effectLst/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BA2121"/>
                </a:solidFill>
                <a:effectLst/>
              </a:rPr>
              <a:t>"brands; chocolate"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8000"/>
                </a:solidFill>
                <a:effectLst/>
              </a:rPr>
              <a:t>print</a:t>
            </a:r>
            <a:r>
              <a:rPr lang="en-US" dirty="0">
                <a:effectLst/>
              </a:rPr>
              <a:t>(</a:t>
            </a:r>
            <a:r>
              <a:rPr lang="en-US" dirty="0">
                <a:solidFill>
                  <a:srgbClr val="BA2121"/>
                </a:solidFill>
                <a:effectLst/>
              </a:rPr>
              <a:t>"</a:t>
            </a:r>
            <a:r>
              <a:rPr lang="en-US" dirty="0" err="1">
                <a:solidFill>
                  <a:srgbClr val="BA2121"/>
                </a:solidFill>
                <a:effectLst/>
              </a:rPr>
              <a:t>Fuzzywuzzy</a:t>
            </a:r>
            <a:r>
              <a:rPr lang="en-US" dirty="0">
                <a:solidFill>
                  <a:srgbClr val="BA2121"/>
                </a:solidFill>
                <a:effectLst/>
              </a:rPr>
              <a:t> Token Set Ratio: </a:t>
            </a:r>
            <a:r>
              <a:rPr lang="en-US" b="1" dirty="0">
                <a:solidFill>
                  <a:srgbClr val="BB6688"/>
                </a:solidFill>
                <a:effectLst/>
              </a:rPr>
              <a:t>{}</a:t>
            </a:r>
            <a:r>
              <a:rPr lang="en-US" dirty="0">
                <a:solidFill>
                  <a:srgbClr val="BA2121"/>
                </a:solidFill>
                <a:effectLst/>
              </a:rPr>
              <a:t>"</a:t>
            </a:r>
            <a:r>
              <a:rPr lang="en-US" dirty="0">
                <a:solidFill>
                  <a:srgbClr val="666666"/>
                </a:solidFill>
                <a:effectLst/>
              </a:rPr>
              <a:t>.</a:t>
            </a:r>
            <a:r>
              <a:rPr lang="en-US" dirty="0">
                <a:effectLst/>
              </a:rPr>
              <a:t>format(</a:t>
            </a:r>
            <a:r>
              <a:rPr lang="en-US" dirty="0" err="1">
                <a:effectLst/>
              </a:rPr>
              <a:t>fuzz</a:t>
            </a:r>
            <a:r>
              <a:rPr lang="en-US" dirty="0" err="1">
                <a:solidFill>
                  <a:srgbClr val="666666"/>
                </a:solidFill>
                <a:effectLst/>
              </a:rPr>
              <a:t>.</a:t>
            </a:r>
            <a:r>
              <a:rPr lang="en-US" dirty="0" err="1">
                <a:effectLst/>
              </a:rPr>
              <a:t>token_set_ratio</a:t>
            </a:r>
            <a:r>
              <a:rPr lang="en-US" dirty="0">
                <a:effectLst/>
              </a:rPr>
              <a:t>(str1,</a:t>
            </a:r>
            <a:r>
              <a:rPr lang="en-US" dirty="0"/>
              <a:t> </a:t>
            </a:r>
            <a:r>
              <a:rPr lang="en-US" dirty="0">
                <a:effectLst/>
              </a:rPr>
              <a:t>str2)))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8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tif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tiff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40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6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156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973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748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11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8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</p:spTree>
    <p:extLst>
      <p:ext uri="{BB962C8B-B14F-4D97-AF65-F5344CB8AC3E}">
        <p14:creationId xmlns:p14="http://schemas.microsoft.com/office/powerpoint/2010/main" val="24105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7045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84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3522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26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1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23082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16912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30543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6791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9364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76936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8928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565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293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491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5153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774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4948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04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7479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74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9577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8392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82801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814717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02615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93132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41032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5058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8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176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083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2430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5932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31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130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8029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215573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80035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492387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737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153544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6130721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667927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946569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7439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3733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01986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7584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27948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7140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427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2242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3182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8889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1289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909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822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900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14309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714824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91817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941534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881298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0785126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88967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8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  <p:sp>
        <p:nvSpPr>
          <p:cNvPr id="38" name="Holder 6">
            <a:extLst>
              <a:ext uri="{FF2B5EF4-FFF2-40B4-BE49-F238E27FC236}">
                <a16:creationId xmlns:a16="http://schemas.microsoft.com/office/drawing/2014/main" id="{7FD24771-4007-4261-9A8D-94578239244E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B3F92064-7C4B-447E-8850-3FCCECB6DAEB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016DC48-62D2-49CB-8041-958F0F388E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6A46C6-0B23-4F64-831C-17478B95C48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95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018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1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85437" y="744906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159489" y="4327383"/>
            <a:ext cx="11786705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Review Meet: Week 3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June 11</a:t>
            </a:r>
            <a:r>
              <a:rPr lang="en-US" sz="3200" baseline="30000" dirty="0">
                <a:solidFill>
                  <a:srgbClr val="0D1D2B"/>
                </a:solidFill>
                <a:latin typeface="Bogle"/>
                <a:cs typeface="Bogle"/>
              </a:rPr>
              <a:t>th</a:t>
            </a: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, 2021</a:t>
            </a:r>
            <a:endParaRPr lang="en-US" sz="28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</p:spTree>
    <p:extLst>
      <p:ext uri="{BB962C8B-B14F-4D97-AF65-F5344CB8AC3E}">
        <p14:creationId xmlns:p14="http://schemas.microsoft.com/office/powerpoint/2010/main" val="13620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A9036-A25F-4082-9EF7-97B8772FA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9883"/>
            <a:ext cx="11076039" cy="4516181"/>
          </a:xfrm>
          <a:ln>
            <a:solidFill>
              <a:schemeClr val="accent1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b="0" dirty="0"/>
              <a:t>Brief overview of the previous meet</a:t>
            </a:r>
          </a:p>
          <a:p>
            <a:r>
              <a:rPr lang="en-US" b="0" dirty="0"/>
              <a:t>List of stop words which are removed</a:t>
            </a:r>
          </a:p>
          <a:p>
            <a:r>
              <a:rPr lang="en-US" b="0" dirty="0"/>
              <a:t>List of lemmatized words</a:t>
            </a:r>
          </a:p>
          <a:p>
            <a:r>
              <a:rPr lang="en-US" b="0" dirty="0"/>
              <a:t>Out of bag error analysis: RF</a:t>
            </a:r>
          </a:p>
          <a:p>
            <a:r>
              <a:rPr lang="en-US" b="0" dirty="0"/>
              <a:t>Fuzzy score and trust factor</a:t>
            </a:r>
          </a:p>
          <a:p>
            <a:r>
              <a:rPr lang="en-US" b="0" dirty="0"/>
              <a:t>Difference in distributions</a:t>
            </a:r>
          </a:p>
          <a:p>
            <a:pPr lvl="1"/>
            <a:r>
              <a:rPr lang="en-US" dirty="0"/>
              <a:t>Removing all the numbers </a:t>
            </a:r>
          </a:p>
          <a:p>
            <a:pPr lvl="1"/>
            <a:r>
              <a:rPr lang="en-US" dirty="0"/>
              <a:t>Removing 2 characters words</a:t>
            </a:r>
          </a:p>
          <a:p>
            <a:pPr lvl="1"/>
            <a:r>
              <a:rPr lang="en-US" dirty="0"/>
              <a:t>Removing all numbers and 2 characters words</a:t>
            </a:r>
          </a:p>
          <a:p>
            <a:r>
              <a:rPr lang="en-US" b="0" dirty="0"/>
              <a:t>Next steps</a:t>
            </a:r>
          </a:p>
          <a:p>
            <a:endParaRPr lang="en-US" dirty="0"/>
          </a:p>
          <a:p>
            <a:pPr lvl="1"/>
            <a:endParaRPr lang="en-US" b="0" dirty="0"/>
          </a:p>
          <a:p>
            <a:endParaRPr lang="en-US" b="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82E2F8-8B20-4FF5-9A06-A29486511F8A}"/>
              </a:ext>
            </a:extLst>
          </p:cNvPr>
          <p:cNvSpPr/>
          <p:nvPr/>
        </p:nvSpPr>
        <p:spPr>
          <a:xfrm>
            <a:off x="457200" y="405698"/>
            <a:ext cx="5014452" cy="9144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Bogle" panose="020B050302020306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21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BC69-736F-4963-8C46-0F10038D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767899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DEFFD4-4EB4-4340-9070-6F1DC88BE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661539"/>
              </p:ext>
            </p:extLst>
          </p:nvPr>
        </p:nvGraphicFramePr>
        <p:xfrm>
          <a:off x="860322" y="1288026"/>
          <a:ext cx="10023987" cy="4896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7677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12DC-5D26-4B59-8E25-EED0A307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699074"/>
          </a:xfrm>
        </p:spPr>
        <p:txBody>
          <a:bodyPr>
            <a:normAutofit fontScale="90000"/>
          </a:bodyPr>
          <a:lstStyle/>
          <a:p>
            <a:r>
              <a:rPr lang="en-US" dirty="0"/>
              <a:t>Stop words which are removed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2A4B5F-81AE-4BC1-A501-D35C74D33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525384"/>
              </p:ext>
            </p:extLst>
          </p:nvPr>
        </p:nvGraphicFramePr>
        <p:xfrm>
          <a:off x="2638977" y="1362424"/>
          <a:ext cx="6697736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74434">
                  <a:extLst>
                    <a:ext uri="{9D8B030D-6E8A-4147-A177-3AD203B41FA5}">
                      <a16:colId xmlns:a16="http://schemas.microsoft.com/office/drawing/2014/main" val="3024726951"/>
                    </a:ext>
                  </a:extLst>
                </a:gridCol>
                <a:gridCol w="1674434">
                  <a:extLst>
                    <a:ext uri="{9D8B030D-6E8A-4147-A177-3AD203B41FA5}">
                      <a16:colId xmlns:a16="http://schemas.microsoft.com/office/drawing/2014/main" val="1357230214"/>
                    </a:ext>
                  </a:extLst>
                </a:gridCol>
                <a:gridCol w="1674434">
                  <a:extLst>
                    <a:ext uri="{9D8B030D-6E8A-4147-A177-3AD203B41FA5}">
                      <a16:colId xmlns:a16="http://schemas.microsoft.com/office/drawing/2014/main" val="2760023444"/>
                    </a:ext>
                  </a:extLst>
                </a:gridCol>
                <a:gridCol w="1674434">
                  <a:extLst>
                    <a:ext uri="{9D8B030D-6E8A-4147-A177-3AD203B41FA5}">
                      <a16:colId xmlns:a16="http://schemas.microsoft.com/office/drawing/2014/main" val="1214264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JUST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1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46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11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A8FE2F-F1A9-4DBC-917D-0053B5FBD801}"/>
              </a:ext>
            </a:extLst>
          </p:cNvPr>
          <p:cNvSpPr txBox="1"/>
          <p:nvPr/>
        </p:nvSpPr>
        <p:spPr>
          <a:xfrm>
            <a:off x="1002890" y="3234813"/>
            <a:ext cx="9969910" cy="267765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Unique stop words are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Total occurrence of these stop words in the train data is 2237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Bogle" panose="020B0503020203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English stop words vocabulary from the </a:t>
            </a:r>
            <a:r>
              <a:rPr lang="en-US" sz="2400" dirty="0" err="1">
                <a:latin typeface="Bogle" panose="020B0503020203060203" pitchFamily="34" charset="0"/>
              </a:rPr>
              <a:t>nltk</a:t>
            </a:r>
            <a:r>
              <a:rPr lang="en-US" sz="2400" dirty="0">
                <a:latin typeface="Bogle" panose="020B0503020203060203" pitchFamily="34" charset="0"/>
              </a:rPr>
              <a:t> corpus. It has total 179 different stop words in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from nltk.corpus import stopwords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stop_words = stopwords.words('</a:t>
            </a:r>
            <a:r>
              <a:rPr lang="en-US" sz="2400" dirty="0" err="1">
                <a:latin typeface="Bogle" panose="020B0503020203060203" pitchFamily="34" charset="0"/>
              </a:rPr>
              <a:t>english</a:t>
            </a:r>
            <a:r>
              <a:rPr lang="en-US" sz="2400" dirty="0">
                <a:latin typeface="Bogle" panose="020B0503020203060203" pitchFamily="34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404834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37B5-12ED-4ECD-950C-298362B2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640079"/>
          </a:xfrm>
        </p:spPr>
        <p:txBody>
          <a:bodyPr>
            <a:normAutofit fontScale="90000"/>
          </a:bodyPr>
          <a:lstStyle/>
          <a:p>
            <a:r>
              <a:rPr lang="en-US" dirty="0"/>
              <a:t>Lemmatized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CB9E-FA09-4222-A94D-B4C517A4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432" y="1336845"/>
            <a:ext cx="11715136" cy="2663987"/>
          </a:xfrm>
          <a:ln>
            <a:solidFill>
              <a:schemeClr val="accent4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numCol="6">
            <a:normAutofit/>
          </a:bodyPr>
          <a:lstStyle/>
          <a:p>
            <a:r>
              <a:rPr lang="en-US" sz="1200" b="0" dirty="0"/>
              <a:t>AM - AMS</a:t>
            </a:r>
          </a:p>
          <a:p>
            <a:r>
              <a:rPr lang="en-US" sz="1200" b="0" dirty="0"/>
              <a:t>BA - BAS</a:t>
            </a:r>
          </a:p>
          <a:p>
            <a:r>
              <a:rPr lang="en-US" sz="1200" b="0" dirty="0"/>
              <a:t>BH - BHS</a:t>
            </a:r>
          </a:p>
          <a:p>
            <a:r>
              <a:rPr lang="en-US" sz="1200" b="0" dirty="0"/>
              <a:t>BOX - BOXES</a:t>
            </a:r>
          </a:p>
          <a:p>
            <a:r>
              <a:rPr lang="en-US" sz="1200" b="0" dirty="0"/>
              <a:t>BUSHMAN - BUSHMANS</a:t>
            </a:r>
          </a:p>
          <a:p>
            <a:r>
              <a:rPr lang="en-US" sz="1200" b="0" dirty="0"/>
              <a:t>CA - CASS</a:t>
            </a:r>
          </a:p>
          <a:p>
            <a:r>
              <a:rPr lang="en-US" sz="1200" b="0" dirty="0"/>
              <a:t>CF - CFS</a:t>
            </a:r>
          </a:p>
          <a:p>
            <a:r>
              <a:rPr lang="en-US" sz="1200" b="0" dirty="0"/>
              <a:t>CHICKPEA - CHICKPEAS</a:t>
            </a:r>
          </a:p>
          <a:p>
            <a:r>
              <a:rPr lang="en-US" sz="1200" b="0" dirty="0"/>
              <a:t>CL - CLS</a:t>
            </a:r>
          </a:p>
          <a:p>
            <a:r>
              <a:rPr lang="en-US" sz="1200" b="0" dirty="0"/>
              <a:t>CLAMSHELL - CLAMSHELLS</a:t>
            </a:r>
          </a:p>
          <a:p>
            <a:r>
              <a:rPr lang="en-US" sz="1200" b="0" dirty="0"/>
              <a:t>COLOUR - COLOURS</a:t>
            </a:r>
          </a:p>
          <a:p>
            <a:r>
              <a:rPr lang="en-US" sz="1200" b="0" dirty="0"/>
              <a:t>CR - CRSS</a:t>
            </a:r>
          </a:p>
          <a:p>
            <a:r>
              <a:rPr lang="en-US" sz="1200" b="0" dirty="0"/>
              <a:t>CT - CTS</a:t>
            </a:r>
          </a:p>
          <a:p>
            <a:r>
              <a:rPr lang="en-US" sz="1200" b="0" dirty="0"/>
              <a:t>CUKE - CUKES</a:t>
            </a:r>
          </a:p>
          <a:p>
            <a:r>
              <a:rPr lang="en-US" sz="1200" b="0" dirty="0"/>
              <a:t>DA - DAS</a:t>
            </a:r>
          </a:p>
          <a:p>
            <a:r>
              <a:rPr lang="en-US" sz="1200" b="0" dirty="0"/>
              <a:t>DC - DCS</a:t>
            </a:r>
          </a:p>
          <a:p>
            <a:r>
              <a:rPr lang="en-US" sz="1200" b="0" dirty="0"/>
              <a:t>EA - EAS</a:t>
            </a:r>
          </a:p>
          <a:p>
            <a:r>
              <a:rPr lang="en-US" sz="1200" b="0" dirty="0"/>
              <a:t>ES - ESS</a:t>
            </a:r>
          </a:p>
          <a:p>
            <a:r>
              <a:rPr lang="en-US" sz="1200" b="0" dirty="0"/>
              <a:t>EX - EXS</a:t>
            </a:r>
          </a:p>
          <a:p>
            <a:r>
              <a:rPr lang="en-US" sz="1200" b="0" dirty="0"/>
              <a:t>FRY - FRIES</a:t>
            </a:r>
          </a:p>
          <a:p>
            <a:r>
              <a:rPr lang="en-US" sz="1200" b="0" dirty="0"/>
              <a:t>GD - GDS</a:t>
            </a:r>
          </a:p>
          <a:p>
            <a:r>
              <a:rPr lang="en-US" sz="1200" b="0" dirty="0"/>
              <a:t>GUPY - GUPPIES</a:t>
            </a:r>
          </a:p>
          <a:p>
            <a:r>
              <a:rPr lang="en-US" sz="1200" b="0" dirty="0"/>
              <a:t>HA - HASS</a:t>
            </a:r>
          </a:p>
          <a:p>
            <a:r>
              <a:rPr lang="en-US" sz="1200" b="0" dirty="0"/>
              <a:t>HFC - HFCS</a:t>
            </a:r>
          </a:p>
          <a:p>
            <a:r>
              <a:rPr lang="en-US" sz="1200" b="0" dirty="0"/>
              <a:t>HM - HMS</a:t>
            </a:r>
          </a:p>
          <a:p>
            <a:r>
              <a:rPr lang="en-US" sz="1200" b="0" dirty="0"/>
              <a:t>IN - INS</a:t>
            </a:r>
          </a:p>
          <a:p>
            <a:r>
              <a:rPr lang="en-US" sz="1200" b="0" dirty="0"/>
              <a:t>JIMMY - JIMMYS</a:t>
            </a:r>
          </a:p>
          <a:p>
            <a:r>
              <a:rPr lang="en-US" sz="1200" b="0" dirty="0"/>
              <a:t>KABOB - KABOBS</a:t>
            </a:r>
          </a:p>
          <a:p>
            <a:r>
              <a:rPr lang="en-US" sz="1200" b="0" dirty="0"/>
              <a:t>KANSA - KANSAS</a:t>
            </a:r>
          </a:p>
          <a:p>
            <a:r>
              <a:rPr lang="en-US" sz="1200" b="0" dirty="0"/>
              <a:t>KID - KIDS</a:t>
            </a:r>
          </a:p>
          <a:p>
            <a:r>
              <a:rPr lang="en-US" sz="1200" b="0" dirty="0"/>
              <a:t>LA - LAS</a:t>
            </a:r>
          </a:p>
          <a:p>
            <a:r>
              <a:rPr lang="en-US" sz="1200" b="0" dirty="0"/>
              <a:t>LB - LBS</a:t>
            </a:r>
          </a:p>
          <a:p>
            <a:r>
              <a:rPr lang="en-US" sz="1200" b="0" dirty="0"/>
              <a:t>MARY - MARIES</a:t>
            </a:r>
          </a:p>
          <a:p>
            <a:r>
              <a:rPr lang="en-US" sz="1200" b="0" dirty="0"/>
              <a:t>MEATBALLMELISSA</a:t>
            </a:r>
          </a:p>
          <a:p>
            <a:r>
              <a:rPr lang="en-US" sz="1200" b="0" dirty="0"/>
              <a:t>MIX - MIXES</a:t>
            </a:r>
          </a:p>
          <a:p>
            <a:r>
              <a:rPr lang="en-US" sz="1200" b="0" dirty="0"/>
              <a:t>MOTT - MOTTS</a:t>
            </a:r>
          </a:p>
          <a:p>
            <a:r>
              <a:rPr lang="en-US" sz="1200" b="0" dirty="0"/>
              <a:t>MU - MUS</a:t>
            </a:r>
          </a:p>
          <a:p>
            <a:r>
              <a:rPr lang="en-US" sz="1200" b="0" dirty="0"/>
              <a:t>NA - NAS</a:t>
            </a:r>
          </a:p>
          <a:p>
            <a:r>
              <a:rPr lang="en-US" sz="1200" b="0" dirty="0"/>
              <a:t>NJ - NJS</a:t>
            </a:r>
          </a:p>
          <a:p>
            <a:r>
              <a:rPr lang="en-US" sz="1200" b="0" dirty="0"/>
              <a:t>ORNAMENTAL</a:t>
            </a:r>
          </a:p>
          <a:p>
            <a:r>
              <a:rPr lang="en-US" sz="1200" b="0" dirty="0"/>
              <a:t>PA - PAS</a:t>
            </a:r>
          </a:p>
          <a:p>
            <a:r>
              <a:rPr lang="en-US" sz="1200" b="0" dirty="0"/>
              <a:t>PB - PBS</a:t>
            </a:r>
          </a:p>
          <a:p>
            <a:r>
              <a:rPr lang="en-US" sz="1200" b="0" dirty="0"/>
              <a:t>PC - PCS</a:t>
            </a:r>
          </a:p>
          <a:p>
            <a:r>
              <a:rPr lang="en-US" sz="1200" b="0" dirty="0"/>
              <a:t>PO - POS</a:t>
            </a:r>
          </a:p>
          <a:p>
            <a:r>
              <a:rPr lang="en-US" sz="1200" b="0" dirty="0"/>
              <a:t>POMP</a:t>
            </a:r>
          </a:p>
          <a:p>
            <a:r>
              <a:rPr lang="en-US" sz="1200" b="0" dirty="0"/>
              <a:t>POUCH - POUCHES</a:t>
            </a:r>
          </a:p>
          <a:p>
            <a:r>
              <a:rPr lang="en-US" sz="1200" b="0" dirty="0"/>
              <a:t>PUMPKINSEED</a:t>
            </a:r>
          </a:p>
          <a:p>
            <a:r>
              <a:rPr lang="en-US" sz="1200" b="0" dirty="0"/>
              <a:t>RA</a:t>
            </a:r>
          </a:p>
          <a:p>
            <a:r>
              <a:rPr lang="en-US" sz="1200" b="0" dirty="0"/>
              <a:t>ROM</a:t>
            </a:r>
          </a:p>
          <a:p>
            <a:r>
              <a:rPr lang="en-US" sz="1200" b="0" dirty="0"/>
              <a:t>SAT - SATS</a:t>
            </a:r>
          </a:p>
          <a:p>
            <a:r>
              <a:rPr lang="en-US" sz="1200" b="0" dirty="0"/>
              <a:t>SG - SGS</a:t>
            </a:r>
          </a:p>
          <a:p>
            <a:r>
              <a:rPr lang="en-US" sz="1200" b="0" dirty="0"/>
              <a:t>SL - SLS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E96D5-46E0-4CB5-9688-F130CEE6388E}"/>
              </a:ext>
            </a:extLst>
          </p:cNvPr>
          <p:cNvSpPr txBox="1"/>
          <p:nvPr/>
        </p:nvSpPr>
        <p:spPr>
          <a:xfrm>
            <a:off x="1002890" y="4452773"/>
            <a:ext cx="9969910" cy="83099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Count of the unique words is 53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Total occurrence of these words in the train data is 1530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ED9C1-A24E-4735-ADCC-D27D69FAF842}"/>
              </a:ext>
            </a:extLst>
          </p:cNvPr>
          <p:cNvSpPr txBox="1"/>
          <p:nvPr/>
        </p:nvSpPr>
        <p:spPr>
          <a:xfrm>
            <a:off x="457200" y="5732206"/>
            <a:ext cx="11321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Note: Words like RS, CS, </a:t>
            </a:r>
            <a:r>
              <a:rPr lang="en-US" sz="1600" i="1" dirty="0" err="1"/>
              <a:t>etc</a:t>
            </a:r>
            <a:r>
              <a:rPr lang="en-US" sz="1600" i="1" dirty="0"/>
              <a:t> were also lemmatized to R, C respectively. The above analysis is after removing single char words.</a:t>
            </a:r>
          </a:p>
        </p:txBody>
      </p:sp>
    </p:spTree>
    <p:extLst>
      <p:ext uri="{BB962C8B-B14F-4D97-AF65-F5344CB8AC3E}">
        <p14:creationId xmlns:p14="http://schemas.microsoft.com/office/powerpoint/2010/main" val="140729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8DF0-5DBE-4222-9D9C-3BF317E5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797396"/>
          </a:xfrm>
        </p:spPr>
        <p:txBody>
          <a:bodyPr/>
          <a:lstStyle/>
          <a:p>
            <a:r>
              <a:rPr lang="en-US" dirty="0"/>
              <a:t>OOB analysis: Random Forest</a:t>
            </a:r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D168AF8E-F88B-4889-B538-A3DA218C8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605" y="1210842"/>
            <a:ext cx="4858428" cy="3096057"/>
          </a:xfr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EF16BB-8074-4785-88A0-BE62B6FED01D}"/>
              </a:ext>
            </a:extLst>
          </p:cNvPr>
          <p:cNvSpPr txBox="1"/>
          <p:nvPr/>
        </p:nvSpPr>
        <p:spPr>
          <a:xfrm>
            <a:off x="457200" y="4446024"/>
            <a:ext cx="11488994" cy="19389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2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Min estimators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Max estimators = 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Increment of 5 on each iteration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OOB error rate =  1 - OOB score</a:t>
            </a:r>
          </a:p>
          <a:p>
            <a:endParaRPr lang="en-US" sz="2400" dirty="0">
              <a:latin typeface="Bogle" panose="020B0503020203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OOB score provides the coefficient of determination using OOB method, i.e. on 'unseen' out-of-bag data.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Bogle" panose="020B050302020306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8D51B-6F0E-4B2F-88CF-B88D1BA4414D}"/>
              </a:ext>
            </a:extLst>
          </p:cNvPr>
          <p:cNvSpPr txBox="1"/>
          <p:nvPr/>
        </p:nvSpPr>
        <p:spPr>
          <a:xfrm>
            <a:off x="8849032" y="1818968"/>
            <a:ext cx="258588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Conclusion</a:t>
            </a:r>
          </a:p>
          <a:p>
            <a:r>
              <a:rPr lang="en-US" dirty="0"/>
              <a:t>At 150 we were going out of memory (with count vectorizer) and the change is in 10^(-4) so 120 seems to be a descent choice.</a:t>
            </a:r>
          </a:p>
        </p:txBody>
      </p:sp>
    </p:spTree>
    <p:extLst>
      <p:ext uri="{BB962C8B-B14F-4D97-AF65-F5344CB8AC3E}">
        <p14:creationId xmlns:p14="http://schemas.microsoft.com/office/powerpoint/2010/main" val="33468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78A7-1F25-416C-A03A-4009D267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59" y="323703"/>
            <a:ext cx="10515600" cy="485608"/>
          </a:xfrm>
        </p:spPr>
        <p:txBody>
          <a:bodyPr>
            <a:noAutofit/>
          </a:bodyPr>
          <a:lstStyle/>
          <a:p>
            <a:r>
              <a:rPr lang="en-US" dirty="0"/>
              <a:t>Fuzzy score &amp; Trust factor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540770-814B-47E8-91D1-EA51C8C0EC30}"/>
              </a:ext>
            </a:extLst>
          </p:cNvPr>
          <p:cNvSpPr/>
          <p:nvPr/>
        </p:nvSpPr>
        <p:spPr>
          <a:xfrm>
            <a:off x="4689988" y="1206594"/>
            <a:ext cx="2497394" cy="532746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Column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A96190-2D68-4C14-B32B-A19DE7C48F16}"/>
              </a:ext>
            </a:extLst>
          </p:cNvPr>
          <p:cNvSpPr/>
          <p:nvPr/>
        </p:nvSpPr>
        <p:spPr>
          <a:xfrm>
            <a:off x="2781610" y="2206857"/>
            <a:ext cx="2212258" cy="532745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B00CF3-603D-41EB-97C5-D77C69C15893}"/>
              </a:ext>
            </a:extLst>
          </p:cNvPr>
          <p:cNvSpPr/>
          <p:nvPr/>
        </p:nvSpPr>
        <p:spPr>
          <a:xfrm>
            <a:off x="6806381" y="2206858"/>
            <a:ext cx="2138516" cy="532743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Variety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7E2A1D7-2C2A-4674-A1B5-4006F6C708F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679454" y="947625"/>
            <a:ext cx="467517" cy="2050946"/>
          </a:xfrm>
          <a:prstGeom prst="bentConnector3">
            <a:avLst/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4827B40-5B14-4FFC-B0A6-96BA12A9970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6673403" y="1004622"/>
            <a:ext cx="467518" cy="1936954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515F79E-6577-4459-8BED-54238A8383A5}"/>
              </a:ext>
            </a:extLst>
          </p:cNvPr>
          <p:cNvSpPr/>
          <p:nvPr/>
        </p:nvSpPr>
        <p:spPr>
          <a:xfrm>
            <a:off x="688260" y="3030474"/>
            <a:ext cx="2059857" cy="485608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Fuzzy score &gt; 80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F34687-63C3-4F23-B226-C9C7C8AC7906}"/>
              </a:ext>
            </a:extLst>
          </p:cNvPr>
          <p:cNvSpPr/>
          <p:nvPr/>
        </p:nvSpPr>
        <p:spPr>
          <a:xfrm>
            <a:off x="3738718" y="3030473"/>
            <a:ext cx="1932652" cy="467517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Else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F85B2DA-562C-41AC-8C45-7A531CD3A323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rot="5400000">
            <a:off x="2657528" y="1800263"/>
            <a:ext cx="290872" cy="2169550"/>
          </a:xfrm>
          <a:prstGeom prst="bentConnector3">
            <a:avLst/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B285636-FB63-400E-A24F-0DF7C1F04539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 rot="16200000" flipH="1">
            <a:off x="4150956" y="2476384"/>
            <a:ext cx="290871" cy="81730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D2BEF63-D322-4BBF-A9CF-2240647981D5}"/>
              </a:ext>
            </a:extLst>
          </p:cNvPr>
          <p:cNvSpPr/>
          <p:nvPr/>
        </p:nvSpPr>
        <p:spPr>
          <a:xfrm>
            <a:off x="6331974" y="3030473"/>
            <a:ext cx="2078294" cy="467520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Fuzzy score &gt; 80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8FB6468-6C30-4D72-9182-26BC56F6747E}"/>
              </a:ext>
            </a:extLst>
          </p:cNvPr>
          <p:cNvSpPr/>
          <p:nvPr/>
        </p:nvSpPr>
        <p:spPr>
          <a:xfrm>
            <a:off x="9449414" y="3030471"/>
            <a:ext cx="1874890" cy="467519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Else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C49B8B8-EBA3-49A8-8D6A-E35C966A7BAC}"/>
              </a:ext>
            </a:extLst>
          </p:cNvPr>
          <p:cNvCxnSpPr>
            <a:cxnSpLocks/>
            <a:stCxn id="6" idx="2"/>
            <a:endCxn id="37" idx="0"/>
          </p:cNvCxnSpPr>
          <p:nvPr/>
        </p:nvCxnSpPr>
        <p:spPr>
          <a:xfrm rot="16200000" flipH="1">
            <a:off x="8985814" y="1629426"/>
            <a:ext cx="290870" cy="251122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07B9B4C-98F5-4797-B889-73DE7DCCF65B}"/>
              </a:ext>
            </a:extLst>
          </p:cNvPr>
          <p:cNvCxnSpPr>
            <a:cxnSpLocks/>
            <a:stCxn id="6" idx="2"/>
            <a:endCxn id="36" idx="0"/>
          </p:cNvCxnSpPr>
          <p:nvPr/>
        </p:nvCxnSpPr>
        <p:spPr>
          <a:xfrm rot="5400000">
            <a:off x="7477944" y="2632778"/>
            <a:ext cx="290872" cy="504518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DCDC866-3FEC-4568-9452-045002653196}"/>
              </a:ext>
            </a:extLst>
          </p:cNvPr>
          <p:cNvSpPr/>
          <p:nvPr/>
        </p:nvSpPr>
        <p:spPr>
          <a:xfrm>
            <a:off x="599770" y="3863757"/>
            <a:ext cx="1981200" cy="532745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40036675-76F2-4DEA-9229-27DCBA7E9E93}"/>
              </a:ext>
            </a:extLst>
          </p:cNvPr>
          <p:cNvSpPr/>
          <p:nvPr/>
        </p:nvSpPr>
        <p:spPr>
          <a:xfrm>
            <a:off x="6429068" y="3854085"/>
            <a:ext cx="1981200" cy="532745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1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83D220E-3E31-4B6B-AB40-D503A1DA29D9}"/>
              </a:ext>
            </a:extLst>
          </p:cNvPr>
          <p:cNvSpPr/>
          <p:nvPr/>
        </p:nvSpPr>
        <p:spPr>
          <a:xfrm>
            <a:off x="3759612" y="3818808"/>
            <a:ext cx="1981200" cy="532745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0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3984191-F6C9-47A7-8C7B-0EC6A0C2C10E}"/>
              </a:ext>
            </a:extLst>
          </p:cNvPr>
          <p:cNvSpPr/>
          <p:nvPr/>
        </p:nvSpPr>
        <p:spPr>
          <a:xfrm>
            <a:off x="9479526" y="3818808"/>
            <a:ext cx="1981200" cy="532745"/>
          </a:xfrm>
          <a:prstGeom prst="round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Trust factor = 0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BEC170E-EC91-4599-A7C5-3B9527B015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2306" y="3660902"/>
            <a:ext cx="255590" cy="60223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9A5FEF8C-14CC-4EC7-A6FC-9CF0A8DBAE5F}"/>
              </a:ext>
            </a:extLst>
          </p:cNvPr>
          <p:cNvCxnSpPr>
            <a:cxnSpLocks/>
            <a:stCxn id="24" idx="2"/>
            <a:endCxn id="47" idx="0"/>
          </p:cNvCxnSpPr>
          <p:nvPr/>
        </p:nvCxnSpPr>
        <p:spPr>
          <a:xfrm rot="5400000">
            <a:off x="1480443" y="3626010"/>
            <a:ext cx="347675" cy="12781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905285F-FA8C-4D94-B45F-5F3EEC0A8F4D}"/>
              </a:ext>
            </a:extLst>
          </p:cNvPr>
          <p:cNvCxnSpPr>
            <a:cxnSpLocks/>
            <a:stCxn id="36" idx="2"/>
            <a:endCxn id="79" idx="0"/>
          </p:cNvCxnSpPr>
          <p:nvPr/>
        </p:nvCxnSpPr>
        <p:spPr>
          <a:xfrm rot="16200000" flipH="1">
            <a:off x="7217348" y="3651765"/>
            <a:ext cx="356092" cy="4854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1EAA62C-886A-4504-AD6E-FD751B868C10}"/>
              </a:ext>
            </a:extLst>
          </p:cNvPr>
          <p:cNvCxnSpPr>
            <a:cxnSpLocks/>
            <a:stCxn id="37" idx="2"/>
            <a:endCxn id="81" idx="0"/>
          </p:cNvCxnSpPr>
          <p:nvPr/>
        </p:nvCxnSpPr>
        <p:spPr>
          <a:xfrm rot="16200000" flipH="1">
            <a:off x="10268083" y="3616765"/>
            <a:ext cx="320818" cy="8326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1732A98-2940-4B04-AFB4-7BA32B68D538}"/>
              </a:ext>
            </a:extLst>
          </p:cNvPr>
          <p:cNvSpPr txBox="1"/>
          <p:nvPr/>
        </p:nvSpPr>
        <p:spPr>
          <a:xfrm>
            <a:off x="688260" y="4888156"/>
            <a:ext cx="5036116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Model: Best of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Mean Trust factor = 89%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AB5A5AC-7011-4D8C-BBED-88F7F1FF24F9}"/>
              </a:ext>
            </a:extLst>
          </p:cNvPr>
          <p:cNvSpPr txBox="1"/>
          <p:nvPr/>
        </p:nvSpPr>
        <p:spPr>
          <a:xfrm>
            <a:off x="6580239" y="4893456"/>
            <a:ext cx="4561707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Model: Best of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Mean trust factor = 85%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673EFF-841E-4A74-804F-67B5B937A03F}"/>
              </a:ext>
            </a:extLst>
          </p:cNvPr>
          <p:cNvSpPr txBox="1"/>
          <p:nvPr/>
        </p:nvSpPr>
        <p:spPr>
          <a:xfrm>
            <a:off x="505135" y="6178351"/>
            <a:ext cx="6548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Note: Partial token set ratio is used to calculate the fuzzy score.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7FE0E59-B34D-44DB-93A7-29BB7AD90FA3}"/>
              </a:ext>
            </a:extLst>
          </p:cNvPr>
          <p:cNvSpPr txBox="1"/>
          <p:nvPr/>
        </p:nvSpPr>
        <p:spPr>
          <a:xfrm>
            <a:off x="7623380" y="5880483"/>
            <a:ext cx="4798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str1 = "CHOCOLATE </a:t>
            </a:r>
            <a:r>
              <a:rPr lang="en-US" sz="1400" dirty="0" err="1"/>
              <a:t>CHOCOLATE</a:t>
            </a:r>
            <a:r>
              <a:rPr lang="en-US" sz="1400" dirty="0"/>
              <a:t> BRANDS MID TIER" </a:t>
            </a:r>
          </a:p>
          <a:p>
            <a:r>
              <a:rPr lang="en-US" sz="1400" dirty="0"/>
              <a:t>str2 = "brands; chocolate" </a:t>
            </a:r>
          </a:p>
          <a:p>
            <a:r>
              <a:rPr lang="en-US" sz="1400" dirty="0" err="1"/>
              <a:t>Fuzz.partial_token_set_ratio</a:t>
            </a:r>
            <a:r>
              <a:rPr lang="en-US" sz="1400" dirty="0"/>
              <a:t>  = 100</a:t>
            </a:r>
          </a:p>
        </p:txBody>
      </p:sp>
    </p:spTree>
    <p:extLst>
      <p:ext uri="{BB962C8B-B14F-4D97-AF65-F5344CB8AC3E}">
        <p14:creationId xmlns:p14="http://schemas.microsoft.com/office/powerpoint/2010/main" val="63187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DDF3-0B60-4ECB-934F-910301D1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2" y="173804"/>
            <a:ext cx="10515600" cy="630248"/>
          </a:xfrm>
        </p:spPr>
        <p:txBody>
          <a:bodyPr>
            <a:noAutofit/>
          </a:bodyPr>
          <a:lstStyle/>
          <a:p>
            <a:r>
              <a:rPr lang="en-US" sz="3600" dirty="0"/>
              <a:t>Difference in distributions: Remove the numbers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CF9D58-B111-449E-B372-1CFF0310D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98685"/>
              </p:ext>
            </p:extLst>
          </p:nvPr>
        </p:nvGraphicFramePr>
        <p:xfrm>
          <a:off x="275302" y="734244"/>
          <a:ext cx="11248103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3FCEC72-5ECC-4D57-B852-D2B737323C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372763"/>
              </p:ext>
            </p:extLst>
          </p:nvPr>
        </p:nvGraphicFramePr>
        <p:xfrm>
          <a:off x="275302" y="1928862"/>
          <a:ext cx="11248102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9F6DFD-17E5-42B8-B266-3273996C5CFF}"/>
              </a:ext>
            </a:extLst>
          </p:cNvPr>
          <p:cNvSpPr txBox="1"/>
          <p:nvPr/>
        </p:nvSpPr>
        <p:spPr>
          <a:xfrm>
            <a:off x="423015" y="3532237"/>
            <a:ext cx="10952675" cy="267765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Removing the numbers. Example- 11oz </a:t>
            </a: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 oz, 32’’, 2LitresLitres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KL divergence: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5, 70%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10, 85%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20, 98%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KS test (</a:t>
            </a:r>
            <a:r>
              <a:rPr lang="en-US" sz="2400" dirty="0" err="1">
                <a:latin typeface="Bogle" panose="020B0503020203060203" pitchFamily="34" charset="0"/>
                <a:sym typeface="Wingdings" panose="05000000000000000000" pitchFamily="2" charset="2"/>
              </a:rPr>
              <a:t>Pvalue</a:t>
            </a: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0.0001, 99%</a:t>
            </a:r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37EC2F1B-8A8A-44A2-9DEA-D1D31CB170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398" y="4092677"/>
            <a:ext cx="3775587" cy="2382578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972285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DDF3-0B60-4ECB-934F-910301D1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2" y="153758"/>
            <a:ext cx="10515600" cy="630248"/>
          </a:xfrm>
        </p:spPr>
        <p:txBody>
          <a:bodyPr>
            <a:noAutofit/>
          </a:bodyPr>
          <a:lstStyle/>
          <a:p>
            <a:r>
              <a:rPr lang="en-US" sz="3600" dirty="0"/>
              <a:t>Difference in distributions: Remove 2 char words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CF9D58-B111-449E-B372-1CFF0310D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110218"/>
              </p:ext>
            </p:extLst>
          </p:nvPr>
        </p:nvGraphicFramePr>
        <p:xfrm>
          <a:off x="275302" y="734244"/>
          <a:ext cx="11248103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3FCEC72-5ECC-4D57-B852-D2B737323C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9641071"/>
              </p:ext>
            </p:extLst>
          </p:nvPr>
        </p:nvGraphicFramePr>
        <p:xfrm>
          <a:off x="275302" y="1928862"/>
          <a:ext cx="11248102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9F6DFD-17E5-42B8-B266-3273996C5CFF}"/>
              </a:ext>
            </a:extLst>
          </p:cNvPr>
          <p:cNvSpPr txBox="1"/>
          <p:nvPr/>
        </p:nvSpPr>
        <p:spPr>
          <a:xfrm>
            <a:off x="423015" y="3532237"/>
            <a:ext cx="10952675" cy="267765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Removing the 2 char words. Example- CS, PB, </a:t>
            </a:r>
            <a:r>
              <a:rPr lang="en-US" sz="2400" dirty="0" err="1">
                <a:latin typeface="Bogle" panose="020B0503020203060203" pitchFamily="34" charset="0"/>
              </a:rPr>
              <a:t>etc</a:t>
            </a:r>
            <a:endParaRPr lang="en-US" sz="2400" dirty="0">
              <a:latin typeface="Bogle" panose="020B0503020203060203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KL divergence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5, 66%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10, 80%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20, 93%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60, 99.1%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80, 99.5%</a:t>
            </a:r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374E68EC-6AE3-4DF6-9292-57D841D440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807883"/>
            <a:ext cx="3873911" cy="2419218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24011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DDF3-0B60-4ECB-934F-910301D1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2" y="315775"/>
            <a:ext cx="10515600" cy="630248"/>
          </a:xfrm>
        </p:spPr>
        <p:txBody>
          <a:bodyPr>
            <a:noAutofit/>
          </a:bodyPr>
          <a:lstStyle/>
          <a:p>
            <a:r>
              <a:rPr lang="en-US" sz="3200" dirty="0"/>
              <a:t>Difference in distributions: Remove numbers &amp; 2 char words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CF9D58-B111-449E-B372-1CFF0310D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953525"/>
              </p:ext>
            </p:extLst>
          </p:nvPr>
        </p:nvGraphicFramePr>
        <p:xfrm>
          <a:off x="275302" y="734244"/>
          <a:ext cx="11248103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3FCEC72-5ECC-4D57-B852-D2B737323C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103874"/>
              </p:ext>
            </p:extLst>
          </p:nvPr>
        </p:nvGraphicFramePr>
        <p:xfrm>
          <a:off x="275302" y="1928862"/>
          <a:ext cx="11248102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9F6DFD-17E5-42B8-B266-3273996C5CFF}"/>
              </a:ext>
            </a:extLst>
          </p:cNvPr>
          <p:cNvSpPr txBox="1"/>
          <p:nvPr/>
        </p:nvSpPr>
        <p:spPr>
          <a:xfrm>
            <a:off x="423015" y="3532237"/>
            <a:ext cx="10952675" cy="267765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</a:rPr>
              <a:t>Removing the numbers and 2 char words. Example- 11oz</a:t>
            </a: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oz’’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KL divergence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5, 66%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10, 80%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20, 93%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60, 99.1%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Bogle" panose="020B0503020203060203" pitchFamily="34" charset="0"/>
                <a:sym typeface="Wingdings" panose="05000000000000000000" pitchFamily="2" charset="2"/>
              </a:rPr>
              <a:t>Less than 80, 99.5%</a:t>
            </a:r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E4CC8F39-69A4-46BD-8D92-DE337E9FC4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783" y="4100003"/>
            <a:ext cx="3688079" cy="2290965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8661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624A-E926-437D-8A26-BD1820F0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for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2A623-5B44-412F-95A1-8DB75175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Perform </a:t>
            </a:r>
            <a:r>
              <a:rPr lang="en-US" b="0" dirty="0" err="1"/>
              <a:t>Shap</a:t>
            </a:r>
            <a:r>
              <a:rPr lang="en-US" b="0" dirty="0"/>
              <a:t> analysis - </a:t>
            </a:r>
          </a:p>
          <a:p>
            <a:r>
              <a:rPr lang="en-US" b="0" dirty="0"/>
              <a:t>Explore more on KL and KS test - </a:t>
            </a:r>
          </a:p>
          <a:p>
            <a:r>
              <a:rPr lang="en-US" b="0" dirty="0"/>
              <a:t>Final cleaning of X train</a:t>
            </a:r>
          </a:p>
          <a:p>
            <a:pPr lvl="1"/>
            <a:r>
              <a:rPr lang="en-US" dirty="0"/>
              <a:t>Numbers</a:t>
            </a:r>
          </a:p>
          <a:p>
            <a:pPr lvl="1"/>
            <a:r>
              <a:rPr lang="en-US" dirty="0"/>
              <a:t>2,3,4,.. Character words</a:t>
            </a:r>
          </a:p>
          <a:p>
            <a:pPr lvl="1"/>
            <a:r>
              <a:rPr lang="en-US" b="0" dirty="0"/>
              <a:t>Noisy words</a:t>
            </a:r>
          </a:p>
          <a:p>
            <a:r>
              <a:rPr lang="en-US" b="0" dirty="0"/>
              <a:t>Data augmentation –</a:t>
            </a:r>
          </a:p>
          <a:p>
            <a:endParaRPr lang="en-US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59315682"/>
      </p:ext>
    </p:extLst>
  </p:cSld>
  <p:clrMapOvr>
    <a:masterClrMapping/>
  </p:clrMapOvr>
</p:sld>
</file>

<file path=ppt/theme/theme1.xml><?xml version="1.0" encoding="utf-8"?>
<a:theme xmlns:a="http://schemas.openxmlformats.org/drawingml/2006/main" name="3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3.xml><?xml version="1.0" encoding="utf-8"?>
<a:theme xmlns:a="http://schemas.openxmlformats.org/drawingml/2006/main" name="1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4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5.xml><?xml version="1.0" encoding="utf-8"?>
<a:theme xmlns:a="http://schemas.openxmlformats.org/drawingml/2006/main" name="2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6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27923</TotalTime>
  <Words>951</Words>
  <Application>Microsoft Office PowerPoint</Application>
  <PresentationFormat>Widescreen</PresentationFormat>
  <Paragraphs>201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Bogle</vt:lpstr>
      <vt:lpstr>Calibri</vt:lpstr>
      <vt:lpstr>Calibri Light</vt:lpstr>
      <vt:lpstr>Estrangelo Edessa</vt:lpstr>
      <vt:lpstr>Lato Light</vt:lpstr>
      <vt:lpstr>Times</vt:lpstr>
      <vt:lpstr>3_Intl_Theme_Slide</vt:lpstr>
      <vt:lpstr>4_Intl_Theme_Slide</vt:lpstr>
      <vt:lpstr>1_Default Design</vt:lpstr>
      <vt:lpstr>5_Intl_Theme_Slide</vt:lpstr>
      <vt:lpstr>2_Default Design</vt:lpstr>
      <vt:lpstr>Cover_Slide</vt:lpstr>
      <vt:lpstr>PowerPoint Presentation</vt:lpstr>
      <vt:lpstr>PowerPoint Presentation</vt:lpstr>
      <vt:lpstr>Recap</vt:lpstr>
      <vt:lpstr>Stop words which are removed</vt:lpstr>
      <vt:lpstr>Lemmatized words</vt:lpstr>
      <vt:lpstr>OOB analysis: Random Forest</vt:lpstr>
      <vt:lpstr>Fuzzy score &amp; Trust factor</vt:lpstr>
      <vt:lpstr>Difference in distributions: Remove the numbers</vt:lpstr>
      <vt:lpstr>Difference in distributions: Remove 2 char words</vt:lpstr>
      <vt:lpstr>Difference in distributions: Remove numbers &amp; 2 char words</vt:lpstr>
      <vt:lpstr>Tasks for 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27</cp:revision>
  <dcterms:created xsi:type="dcterms:W3CDTF">2021-05-25T05:51:37Z</dcterms:created>
  <dcterms:modified xsi:type="dcterms:W3CDTF">2021-06-18T10:53:32Z</dcterms:modified>
</cp:coreProperties>
</file>