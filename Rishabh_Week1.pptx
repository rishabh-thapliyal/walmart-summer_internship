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661" r:id="rId2"/>
  </p:sldMasterIdLst>
  <p:sldIdLst>
    <p:sldId id="264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5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Thapliyal" userId="368b16fe-05c0-4215-83a5-b415b40e56f1" providerId="ADAL" clId="{C99402A6-91FB-40B4-B024-630A1D22646B}"/>
    <pc:docChg chg="modSld">
      <pc:chgData name="Rishabh Thapliyal" userId="368b16fe-05c0-4215-83a5-b415b40e56f1" providerId="ADAL" clId="{C99402A6-91FB-40B4-B024-630A1D22646B}" dt="2021-06-18T10:41:05.811" v="0" actId="20577"/>
      <pc:docMkLst>
        <pc:docMk/>
      </pc:docMkLst>
      <pc:sldChg chg="modSp mod">
        <pc:chgData name="Rishabh Thapliyal" userId="368b16fe-05c0-4215-83a5-b415b40e56f1" providerId="ADAL" clId="{C99402A6-91FB-40B4-B024-630A1D22646B}" dt="2021-06-18T10:41:05.811" v="0" actId="20577"/>
        <pc:sldMkLst>
          <pc:docMk/>
          <pc:sldMk cId="3006441323" sldId="263"/>
        </pc:sldMkLst>
        <pc:spChg chg="mod">
          <ac:chgData name="Rishabh Thapliyal" userId="368b16fe-05c0-4215-83a5-b415b40e56f1" providerId="ADAL" clId="{C99402A6-91FB-40B4-B024-630A1D22646B}" dt="2021-06-18T10:41:05.811" v="0" actId="20577"/>
          <ac:spMkLst>
            <pc:docMk/>
            <pc:sldMk cId="3006441323" sldId="263"/>
            <ac:spMk id="2" creationId="{A8031985-3800-4A12-AF3D-9C1C3F5DAD3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EE617C-4C80-4BBD-9ED0-C33281214C7B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D33877-40B6-440A-AAFA-1FC6D6052C4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About Walmart</a:t>
          </a:r>
        </a:p>
      </dgm:t>
    </dgm:pt>
    <dgm:pt modelId="{4FB060AA-DDD8-4EAB-AE49-EEBC6EC4C03B}" type="parTrans" cxnId="{51DA0BF5-954C-4A5F-8166-F2F8C380A712}">
      <dgm:prSet/>
      <dgm:spPr/>
      <dgm:t>
        <a:bodyPr/>
        <a:lstStyle/>
        <a:p>
          <a:endParaRPr lang="en-US"/>
        </a:p>
      </dgm:t>
    </dgm:pt>
    <dgm:pt modelId="{6F278791-72C2-419D-AE73-02A43CA2945B}" type="sibTrans" cxnId="{51DA0BF5-954C-4A5F-8166-F2F8C380A712}">
      <dgm:prSet/>
      <dgm:spPr/>
      <dgm:t>
        <a:bodyPr/>
        <a:lstStyle/>
        <a:p>
          <a:endParaRPr lang="en-US"/>
        </a:p>
      </dgm:t>
    </dgm:pt>
    <dgm:pt modelId="{50491C5B-0027-424C-A636-C12C151ED82A}">
      <dgm:prSet phldrT="[Text]"/>
      <dgm:spPr/>
      <dgm:t>
        <a:bodyPr anchor="ctr"/>
        <a:lstStyle/>
        <a:p>
          <a:r>
            <a:rPr lang="en-US" dirty="0"/>
            <a:t>Walmart is a global company and have millions of items across the markets.​ Within each market have its own item hierarchy.​</a:t>
          </a:r>
        </a:p>
      </dgm:t>
    </dgm:pt>
    <dgm:pt modelId="{F264742A-B898-451A-9D6C-4B88C08032C5}" type="parTrans" cxnId="{77E9570F-273C-4880-A9BD-CE18A4470AA9}">
      <dgm:prSet/>
      <dgm:spPr/>
      <dgm:t>
        <a:bodyPr/>
        <a:lstStyle/>
        <a:p>
          <a:endParaRPr lang="en-US"/>
        </a:p>
      </dgm:t>
    </dgm:pt>
    <dgm:pt modelId="{7D6335B2-105C-4074-AB6B-AE6A9940D746}" type="sibTrans" cxnId="{77E9570F-273C-4880-A9BD-CE18A4470AA9}">
      <dgm:prSet/>
      <dgm:spPr/>
      <dgm:t>
        <a:bodyPr/>
        <a:lstStyle/>
        <a:p>
          <a:endParaRPr lang="en-US"/>
        </a:p>
      </dgm:t>
    </dgm:pt>
    <dgm:pt modelId="{DE05258C-F881-4461-9A27-5B13929B4975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Business Objective</a:t>
          </a:r>
        </a:p>
      </dgm:t>
    </dgm:pt>
    <dgm:pt modelId="{808057A3-2BA6-40B3-9CEE-39034F394039}" type="parTrans" cxnId="{8E54AC64-F4F7-4E33-9AA7-873C00BA74B5}">
      <dgm:prSet/>
      <dgm:spPr/>
      <dgm:t>
        <a:bodyPr/>
        <a:lstStyle/>
        <a:p>
          <a:endParaRPr lang="en-US"/>
        </a:p>
      </dgm:t>
    </dgm:pt>
    <dgm:pt modelId="{0CE19ECF-B9A9-47D5-A397-3B24E8F040FB}" type="sibTrans" cxnId="{8E54AC64-F4F7-4E33-9AA7-873C00BA74B5}">
      <dgm:prSet/>
      <dgm:spPr/>
      <dgm:t>
        <a:bodyPr/>
        <a:lstStyle/>
        <a:p>
          <a:endParaRPr lang="en-US"/>
        </a:p>
      </dgm:t>
    </dgm:pt>
    <dgm:pt modelId="{04591322-D829-4B19-94F4-29F7A242B9DA}">
      <dgm:prSet phldrT="[Text]"/>
      <dgm:spPr/>
      <dgm:t>
        <a:bodyPr/>
        <a:lstStyle/>
        <a:p>
          <a:endParaRPr lang="en-US" dirty="0"/>
        </a:p>
      </dgm:t>
    </dgm:pt>
    <dgm:pt modelId="{CBA7641F-5A36-4E34-B3D9-9C4B3C0F7F61}" type="parTrans" cxnId="{59A79DB2-7C6E-4413-804E-A00016583E17}">
      <dgm:prSet/>
      <dgm:spPr/>
      <dgm:t>
        <a:bodyPr/>
        <a:lstStyle/>
        <a:p>
          <a:endParaRPr lang="en-US"/>
        </a:p>
      </dgm:t>
    </dgm:pt>
    <dgm:pt modelId="{A8C542A0-65B4-485C-9FB6-3CB8CA508C23}" type="sibTrans" cxnId="{59A79DB2-7C6E-4413-804E-A00016583E17}">
      <dgm:prSet/>
      <dgm:spPr/>
      <dgm:t>
        <a:bodyPr/>
        <a:lstStyle/>
        <a:p>
          <a:endParaRPr lang="en-US"/>
        </a:p>
      </dgm:t>
    </dgm:pt>
    <dgm:pt modelId="{85AE622C-90BD-4ADB-AA66-CFC3FB6E1F22}">
      <dgm:prSet phldrT="[Text]"/>
      <dgm:spPr/>
      <dgm:t>
        <a:bodyPr anchor="ctr"/>
        <a:lstStyle/>
        <a:p>
          <a:r>
            <a:rPr lang="en-US" dirty="0"/>
            <a:t>The business objective here is to aggregate each market's sourcing data into a Global Sourcing Perspective.</a:t>
          </a:r>
        </a:p>
      </dgm:t>
    </dgm:pt>
    <dgm:pt modelId="{B843E3E7-9114-4080-80EC-D5AA4D7AC583}" type="parTrans" cxnId="{FE2DC515-4290-4FE0-B502-CE97388BFCAB}">
      <dgm:prSet/>
      <dgm:spPr/>
      <dgm:t>
        <a:bodyPr/>
        <a:lstStyle/>
        <a:p>
          <a:endParaRPr lang="en-US"/>
        </a:p>
      </dgm:t>
    </dgm:pt>
    <dgm:pt modelId="{AD3BFF82-F272-4655-9D14-376A86266D51}" type="sibTrans" cxnId="{FE2DC515-4290-4FE0-B502-CE97388BFCAB}">
      <dgm:prSet/>
      <dgm:spPr/>
      <dgm:t>
        <a:bodyPr/>
        <a:lstStyle/>
        <a:p>
          <a:endParaRPr lang="en-US"/>
        </a:p>
      </dgm:t>
    </dgm:pt>
    <dgm:pt modelId="{4DEA3503-FD53-4237-BF87-F7FEF89897B7}">
      <dgm:prSet phldrT="[Text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Data  Objective</a:t>
          </a:r>
        </a:p>
      </dgm:t>
    </dgm:pt>
    <dgm:pt modelId="{7ABBB21A-407C-48C3-BA1B-29BD7926F320}" type="parTrans" cxnId="{4BD33533-EBAD-42E9-BBC4-ACFDBD65B8AB}">
      <dgm:prSet/>
      <dgm:spPr/>
      <dgm:t>
        <a:bodyPr/>
        <a:lstStyle/>
        <a:p>
          <a:endParaRPr lang="en-US"/>
        </a:p>
      </dgm:t>
    </dgm:pt>
    <dgm:pt modelId="{B8079176-E55B-4D0F-A8E2-A800DE653768}" type="sibTrans" cxnId="{4BD33533-EBAD-42E9-BBC4-ACFDBD65B8AB}">
      <dgm:prSet/>
      <dgm:spPr/>
      <dgm:t>
        <a:bodyPr/>
        <a:lstStyle/>
        <a:p>
          <a:endParaRPr lang="en-US"/>
        </a:p>
      </dgm:t>
    </dgm:pt>
    <dgm:pt modelId="{367F4349-6775-4FCA-8574-8802C014EDDC}">
      <dgm:prSet phldrT="[Text]"/>
      <dgm:spPr/>
      <dgm:t>
        <a:bodyPr/>
        <a:lstStyle/>
        <a:p>
          <a:endParaRPr lang="en-US" dirty="0"/>
        </a:p>
      </dgm:t>
    </dgm:pt>
    <dgm:pt modelId="{635D4B2C-6193-4669-89DD-083F1D016C5E}" type="parTrans" cxnId="{EB4CDDDB-BBBC-425B-B06E-6E1DE7F36EEF}">
      <dgm:prSet/>
      <dgm:spPr/>
      <dgm:t>
        <a:bodyPr/>
        <a:lstStyle/>
        <a:p>
          <a:endParaRPr lang="en-US"/>
        </a:p>
      </dgm:t>
    </dgm:pt>
    <dgm:pt modelId="{EDF8630B-699B-4866-A852-ACCCF4C12BD3}" type="sibTrans" cxnId="{EB4CDDDB-BBBC-425B-B06E-6E1DE7F36EEF}">
      <dgm:prSet/>
      <dgm:spPr/>
      <dgm:t>
        <a:bodyPr/>
        <a:lstStyle/>
        <a:p>
          <a:endParaRPr lang="en-US"/>
        </a:p>
      </dgm:t>
    </dgm:pt>
    <dgm:pt modelId="{21FF561C-03F8-4E36-94E5-8CFC29D35117}">
      <dgm:prSet phldrT="[Text]"/>
      <dgm:spPr/>
      <dgm:t>
        <a:bodyPr anchor="ctr"/>
        <a:lstStyle/>
        <a:p>
          <a:r>
            <a:rPr lang="en-US" dirty="0"/>
            <a:t>Formulate a machine learning algorithm to group the like items across the globe into similar cross category and cross subcategory. </a:t>
          </a:r>
        </a:p>
      </dgm:t>
    </dgm:pt>
    <dgm:pt modelId="{1EE355E6-BA85-4880-BBA4-EE6254C209B9}" type="parTrans" cxnId="{0BB8CE5C-4B07-4E13-B1DF-F4CB7F996C8D}">
      <dgm:prSet/>
      <dgm:spPr/>
      <dgm:t>
        <a:bodyPr/>
        <a:lstStyle/>
        <a:p>
          <a:endParaRPr lang="en-US"/>
        </a:p>
      </dgm:t>
    </dgm:pt>
    <dgm:pt modelId="{64F68843-4583-4F7C-806C-BE2F34A0FF45}" type="sibTrans" cxnId="{0BB8CE5C-4B07-4E13-B1DF-F4CB7F996C8D}">
      <dgm:prSet/>
      <dgm:spPr/>
      <dgm:t>
        <a:bodyPr/>
        <a:lstStyle/>
        <a:p>
          <a:endParaRPr lang="en-US"/>
        </a:p>
      </dgm:t>
    </dgm:pt>
    <dgm:pt modelId="{0504E971-E26B-44E7-BC1A-16B71EC53815}">
      <dgm:prSet phldrT="[Text]"/>
      <dgm:spPr/>
      <dgm:t>
        <a:bodyPr anchor="ctr"/>
        <a:lstStyle/>
        <a:p>
          <a:r>
            <a:rPr lang="en-US" dirty="0"/>
            <a:t>For Walmart to operate as a truly International Retailer, there is a need for a homogenous item hierarchy.​</a:t>
          </a:r>
        </a:p>
      </dgm:t>
    </dgm:pt>
    <dgm:pt modelId="{76B561BA-60B1-4342-AFA9-927D760D8836}" type="parTrans" cxnId="{D89D9E55-3A92-4F5C-B77C-CF795B157650}">
      <dgm:prSet/>
      <dgm:spPr/>
      <dgm:t>
        <a:bodyPr/>
        <a:lstStyle/>
        <a:p>
          <a:endParaRPr lang="en-US"/>
        </a:p>
      </dgm:t>
    </dgm:pt>
    <dgm:pt modelId="{76917E6D-C935-4E62-A6A4-DCFA8F47FE69}" type="sibTrans" cxnId="{D89D9E55-3A92-4F5C-B77C-CF795B157650}">
      <dgm:prSet/>
      <dgm:spPr/>
      <dgm:t>
        <a:bodyPr/>
        <a:lstStyle/>
        <a:p>
          <a:endParaRPr lang="en-US"/>
        </a:p>
      </dgm:t>
    </dgm:pt>
    <dgm:pt modelId="{01061B3A-0732-4EE3-BB57-83AFD8DF07BD}">
      <dgm:prSet phldrT="[Text]"/>
      <dgm:spPr/>
      <dgm:t>
        <a:bodyPr anchor="ctr"/>
        <a:lstStyle/>
        <a:p>
          <a:r>
            <a:rPr lang="en-US" dirty="0"/>
            <a:t>This can help the sourcing partners to understand the economies of scale that have in their global sourcing of products for sale in stores.​</a:t>
          </a:r>
        </a:p>
      </dgm:t>
    </dgm:pt>
    <dgm:pt modelId="{C24BD925-23EF-481F-8A7C-24BC67D8E38C}" type="parTrans" cxnId="{DE4FD5CC-B3E1-4E2A-B727-5FE4E198D133}">
      <dgm:prSet/>
      <dgm:spPr/>
      <dgm:t>
        <a:bodyPr/>
        <a:lstStyle/>
        <a:p>
          <a:endParaRPr lang="en-US"/>
        </a:p>
      </dgm:t>
    </dgm:pt>
    <dgm:pt modelId="{5270B2D4-E6E9-45C9-8380-63C05EEED330}" type="sibTrans" cxnId="{DE4FD5CC-B3E1-4E2A-B727-5FE4E198D133}">
      <dgm:prSet/>
      <dgm:spPr/>
      <dgm:t>
        <a:bodyPr/>
        <a:lstStyle/>
        <a:p>
          <a:endParaRPr lang="en-US"/>
        </a:p>
      </dgm:t>
    </dgm:pt>
    <dgm:pt modelId="{C44E89CA-0DFD-4F58-8F76-8824BA535FC1}">
      <dgm:prSet phldrT="[Text]"/>
      <dgm:spPr/>
      <dgm:t>
        <a:bodyPr anchor="ctr"/>
        <a:lstStyle/>
        <a:p>
          <a:r>
            <a:rPr lang="en-US" dirty="0"/>
            <a:t>The data given to me is of FOOD as SBU and cross department as PRODUCE &amp; FLOWERS.</a:t>
          </a:r>
        </a:p>
      </dgm:t>
    </dgm:pt>
    <dgm:pt modelId="{1A804E31-77D1-451A-81B2-CB8B9B3EB180}" type="parTrans" cxnId="{B3FD79A1-40AB-4B26-AEEB-655262CEA34D}">
      <dgm:prSet/>
      <dgm:spPr/>
      <dgm:t>
        <a:bodyPr/>
        <a:lstStyle/>
        <a:p>
          <a:endParaRPr lang="en-US"/>
        </a:p>
      </dgm:t>
    </dgm:pt>
    <dgm:pt modelId="{7AE06A95-9021-41EB-B776-2C5073E22593}" type="sibTrans" cxnId="{B3FD79A1-40AB-4B26-AEEB-655262CEA34D}">
      <dgm:prSet/>
      <dgm:spPr/>
      <dgm:t>
        <a:bodyPr/>
        <a:lstStyle/>
        <a:p>
          <a:endParaRPr lang="en-US"/>
        </a:p>
      </dgm:t>
    </dgm:pt>
    <dgm:pt modelId="{9892823F-E69A-462B-9D6B-563303D1A9DD}">
      <dgm:prSet phldrT="[Text]"/>
      <dgm:spPr/>
      <dgm:t>
        <a:bodyPr/>
        <a:lstStyle/>
        <a:p>
          <a:endParaRPr lang="en-US" dirty="0"/>
        </a:p>
      </dgm:t>
    </dgm:pt>
    <dgm:pt modelId="{222B3613-FDBE-4D3B-B2FE-08D734D3026E}" type="sibTrans" cxnId="{0C0C4632-5A24-45D2-B1F7-4B60863CACF3}">
      <dgm:prSet/>
      <dgm:spPr/>
      <dgm:t>
        <a:bodyPr/>
        <a:lstStyle/>
        <a:p>
          <a:endParaRPr lang="en-US"/>
        </a:p>
      </dgm:t>
    </dgm:pt>
    <dgm:pt modelId="{85011A1F-31FE-4D9B-AD3A-75E71101B899}" type="parTrans" cxnId="{0C0C4632-5A24-45D2-B1F7-4B60863CACF3}">
      <dgm:prSet/>
      <dgm:spPr/>
      <dgm:t>
        <a:bodyPr/>
        <a:lstStyle/>
        <a:p>
          <a:endParaRPr lang="en-US"/>
        </a:p>
      </dgm:t>
    </dgm:pt>
    <dgm:pt modelId="{866784B7-DA86-4D99-9B4D-66A45AF81216}" type="pres">
      <dgm:prSet presAssocID="{54EE617C-4C80-4BBD-9ED0-C33281214C7B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D90C8CD-7D40-40F2-A74D-F24E76FE8B75}" type="pres">
      <dgm:prSet presAssocID="{53D33877-40B6-440A-AAFA-1FC6D6052C4F}" presName="composite" presStyleCnt="0"/>
      <dgm:spPr/>
    </dgm:pt>
    <dgm:pt modelId="{32998801-5525-413A-ACBF-21ED9223F412}" type="pres">
      <dgm:prSet presAssocID="{53D33877-40B6-440A-AAFA-1FC6D6052C4F}" presName="FirstChild" presStyleLbl="revTx" presStyleIdx="0" presStyleCnt="6" custScaleX="82616" custLinFactNeighborX="-8143" custLinFactNeighborY="365">
        <dgm:presLayoutVars>
          <dgm:chMax val="0"/>
          <dgm:chPref val="0"/>
          <dgm:bulletEnabled val="1"/>
        </dgm:presLayoutVars>
      </dgm:prSet>
      <dgm:spPr/>
    </dgm:pt>
    <dgm:pt modelId="{9E2D02C2-7B72-4DAD-B5F6-FD363EE95912}" type="pres">
      <dgm:prSet presAssocID="{53D33877-40B6-440A-AAFA-1FC6D6052C4F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F2D12D75-6C40-403D-88C3-AB1B1E2E7413}" type="pres">
      <dgm:prSet presAssocID="{53D33877-40B6-440A-AAFA-1FC6D6052C4F}" presName="Accent" presStyleLbl="parChTrans1D1" presStyleIdx="0" presStyleCnt="3"/>
      <dgm:spPr/>
    </dgm:pt>
    <dgm:pt modelId="{0FF4487B-BFA8-4868-B8E9-2C17D037CEE6}" type="pres">
      <dgm:prSet presAssocID="{53D33877-40B6-440A-AAFA-1FC6D6052C4F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DF5E0619-3D4C-40AA-9010-6B346151CA79}" type="pres">
      <dgm:prSet presAssocID="{6F278791-72C2-419D-AE73-02A43CA2945B}" presName="sibTrans" presStyleCnt="0"/>
      <dgm:spPr/>
    </dgm:pt>
    <dgm:pt modelId="{FA4B8DD9-20E5-4A2F-A498-0F2FBA47B88A}" type="pres">
      <dgm:prSet presAssocID="{DE05258C-F881-4461-9A27-5B13929B4975}" presName="composite" presStyleCnt="0"/>
      <dgm:spPr/>
    </dgm:pt>
    <dgm:pt modelId="{3366ABCE-7AD8-410E-B3FF-587D84956F7A}" type="pres">
      <dgm:prSet presAssocID="{DE05258C-F881-4461-9A27-5B13929B4975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9359C45C-CADB-47B6-BFF7-8289C0549585}" type="pres">
      <dgm:prSet presAssocID="{DE05258C-F881-4461-9A27-5B13929B4975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0AEB22AB-3395-4009-B5FC-082F971B19B4}" type="pres">
      <dgm:prSet presAssocID="{DE05258C-F881-4461-9A27-5B13929B4975}" presName="Accent" presStyleLbl="parChTrans1D1" presStyleIdx="1" presStyleCnt="3"/>
      <dgm:spPr/>
    </dgm:pt>
    <dgm:pt modelId="{C1BE1126-84D7-41FB-83A3-80C045DF388A}" type="pres">
      <dgm:prSet presAssocID="{DE05258C-F881-4461-9A27-5B13929B4975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053276F2-050D-435C-BDF0-22B5847A5683}" type="pres">
      <dgm:prSet presAssocID="{0CE19ECF-B9A9-47D5-A397-3B24E8F040FB}" presName="sibTrans" presStyleCnt="0"/>
      <dgm:spPr/>
    </dgm:pt>
    <dgm:pt modelId="{4930ECBD-0529-4CD4-B078-22CCCE198292}" type="pres">
      <dgm:prSet presAssocID="{4DEA3503-FD53-4237-BF87-F7FEF89897B7}" presName="composite" presStyleCnt="0"/>
      <dgm:spPr/>
    </dgm:pt>
    <dgm:pt modelId="{AEF0BC25-DE7A-48E3-B40F-9E8E2E9F96E5}" type="pres">
      <dgm:prSet presAssocID="{4DEA3503-FD53-4237-BF87-F7FEF89897B7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2AB3285F-1822-4F5F-A84E-D6B79CC83663}" type="pres">
      <dgm:prSet presAssocID="{4DEA3503-FD53-4237-BF87-F7FEF89897B7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42A0F40A-AEEA-48B8-A09D-1ABE6B7DE6FB}" type="pres">
      <dgm:prSet presAssocID="{4DEA3503-FD53-4237-BF87-F7FEF89897B7}" presName="Accent" presStyleLbl="parChTrans1D1" presStyleIdx="2" presStyleCnt="3"/>
      <dgm:spPr/>
    </dgm:pt>
    <dgm:pt modelId="{9648CC17-53C6-426B-815A-D7ECD4FD3848}" type="pres">
      <dgm:prSet presAssocID="{4DEA3503-FD53-4237-BF87-F7FEF89897B7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E4F1203-9CAF-4588-A442-62C1383242AB}" type="presOf" srcId="{0504E971-E26B-44E7-BC1A-16B71EC53815}" destId="{0FF4487B-BFA8-4868-B8E9-2C17D037CEE6}" srcOrd="0" destOrd="1" presId="urn:microsoft.com/office/officeart/2011/layout/TabList"/>
    <dgm:cxn modelId="{77E9570F-273C-4880-A9BD-CE18A4470AA9}" srcId="{53D33877-40B6-440A-AAFA-1FC6D6052C4F}" destId="{50491C5B-0027-424C-A636-C12C151ED82A}" srcOrd="1" destOrd="0" parTransId="{F264742A-B898-451A-9D6C-4B88C08032C5}" sibTransId="{7D6335B2-105C-4074-AB6B-AE6A9940D746}"/>
    <dgm:cxn modelId="{FE2DC515-4290-4FE0-B502-CE97388BFCAB}" srcId="{DE05258C-F881-4461-9A27-5B13929B4975}" destId="{85AE622C-90BD-4ADB-AA66-CFC3FB6E1F22}" srcOrd="1" destOrd="0" parTransId="{B843E3E7-9114-4080-80EC-D5AA4D7AC583}" sibTransId="{AD3BFF82-F272-4655-9D14-376A86266D51}"/>
    <dgm:cxn modelId="{0C0C4632-5A24-45D2-B1F7-4B60863CACF3}" srcId="{53D33877-40B6-440A-AAFA-1FC6D6052C4F}" destId="{9892823F-E69A-462B-9D6B-563303D1A9DD}" srcOrd="0" destOrd="0" parTransId="{85011A1F-31FE-4D9B-AD3A-75E71101B899}" sibTransId="{222B3613-FDBE-4D3B-B2FE-08D734D3026E}"/>
    <dgm:cxn modelId="{4BD33533-EBAD-42E9-BBC4-ACFDBD65B8AB}" srcId="{54EE617C-4C80-4BBD-9ED0-C33281214C7B}" destId="{4DEA3503-FD53-4237-BF87-F7FEF89897B7}" srcOrd="2" destOrd="0" parTransId="{7ABBB21A-407C-48C3-BA1B-29BD7926F320}" sibTransId="{B8079176-E55B-4D0F-A8E2-A800DE653768}"/>
    <dgm:cxn modelId="{0BB8CE5C-4B07-4E13-B1DF-F4CB7F996C8D}" srcId="{4DEA3503-FD53-4237-BF87-F7FEF89897B7}" destId="{21FF561C-03F8-4E36-94E5-8CFC29D35117}" srcOrd="1" destOrd="0" parTransId="{1EE355E6-BA85-4880-BBA4-EE6254C209B9}" sibTransId="{64F68843-4583-4F7C-806C-BE2F34A0FF45}"/>
    <dgm:cxn modelId="{8E54AC64-F4F7-4E33-9AA7-873C00BA74B5}" srcId="{54EE617C-4C80-4BBD-9ED0-C33281214C7B}" destId="{DE05258C-F881-4461-9A27-5B13929B4975}" srcOrd="1" destOrd="0" parTransId="{808057A3-2BA6-40B3-9CEE-39034F394039}" sibTransId="{0CE19ECF-B9A9-47D5-A397-3B24E8F040FB}"/>
    <dgm:cxn modelId="{D89D9E55-3A92-4F5C-B77C-CF795B157650}" srcId="{53D33877-40B6-440A-AAFA-1FC6D6052C4F}" destId="{0504E971-E26B-44E7-BC1A-16B71EC53815}" srcOrd="2" destOrd="0" parTransId="{76B561BA-60B1-4342-AFA9-927D760D8836}" sibTransId="{76917E6D-C935-4E62-A6A4-DCFA8F47FE69}"/>
    <dgm:cxn modelId="{1E1DC656-3F34-4B23-B264-30CCB40B99D0}" type="presOf" srcId="{54EE617C-4C80-4BBD-9ED0-C33281214C7B}" destId="{866784B7-DA86-4D99-9B4D-66A45AF81216}" srcOrd="0" destOrd="0" presId="urn:microsoft.com/office/officeart/2011/layout/TabList"/>
    <dgm:cxn modelId="{BD870F57-5A0F-418D-8336-71E89C98750B}" type="presOf" srcId="{01061B3A-0732-4EE3-BB57-83AFD8DF07BD}" destId="{C1BE1126-84D7-41FB-83A3-80C045DF388A}" srcOrd="0" destOrd="1" presId="urn:microsoft.com/office/officeart/2011/layout/TabList"/>
    <dgm:cxn modelId="{532A6359-54C8-4D3F-B3A0-D511B47D5EB3}" type="presOf" srcId="{21FF561C-03F8-4E36-94E5-8CFC29D35117}" destId="{9648CC17-53C6-426B-815A-D7ECD4FD3848}" srcOrd="0" destOrd="0" presId="urn:microsoft.com/office/officeart/2011/layout/TabList"/>
    <dgm:cxn modelId="{48B13E87-EEE4-47CB-83EF-8D65562C7F94}" type="presOf" srcId="{53D33877-40B6-440A-AAFA-1FC6D6052C4F}" destId="{9E2D02C2-7B72-4DAD-B5F6-FD363EE95912}" srcOrd="0" destOrd="0" presId="urn:microsoft.com/office/officeart/2011/layout/TabList"/>
    <dgm:cxn modelId="{67DF3099-FF31-49F5-B1BA-E38D2159F4A2}" type="presOf" srcId="{DE05258C-F881-4461-9A27-5B13929B4975}" destId="{9359C45C-CADB-47B6-BFF7-8289C0549585}" srcOrd="0" destOrd="0" presId="urn:microsoft.com/office/officeart/2011/layout/TabList"/>
    <dgm:cxn modelId="{B3FD79A1-40AB-4B26-AEEB-655262CEA34D}" srcId="{4DEA3503-FD53-4237-BF87-F7FEF89897B7}" destId="{C44E89CA-0DFD-4F58-8F76-8824BA535FC1}" srcOrd="2" destOrd="0" parTransId="{1A804E31-77D1-451A-81B2-CB8B9B3EB180}" sibTransId="{7AE06A95-9021-41EB-B776-2C5073E22593}"/>
    <dgm:cxn modelId="{59A79DB2-7C6E-4413-804E-A00016583E17}" srcId="{DE05258C-F881-4461-9A27-5B13929B4975}" destId="{04591322-D829-4B19-94F4-29F7A242B9DA}" srcOrd="0" destOrd="0" parTransId="{CBA7641F-5A36-4E34-B3D9-9C4B3C0F7F61}" sibTransId="{A8C542A0-65B4-485C-9FB6-3CB8CA508C23}"/>
    <dgm:cxn modelId="{8B03E8B4-ED5B-4758-9BC1-9096DEAC5C6A}" type="presOf" srcId="{50491C5B-0027-424C-A636-C12C151ED82A}" destId="{0FF4487B-BFA8-4868-B8E9-2C17D037CEE6}" srcOrd="0" destOrd="0" presId="urn:microsoft.com/office/officeart/2011/layout/TabList"/>
    <dgm:cxn modelId="{FC10FCC7-59D7-413B-8C75-5D886B5864BD}" type="presOf" srcId="{9892823F-E69A-462B-9D6B-563303D1A9DD}" destId="{32998801-5525-413A-ACBF-21ED9223F412}" srcOrd="0" destOrd="0" presId="urn:microsoft.com/office/officeart/2011/layout/TabList"/>
    <dgm:cxn modelId="{DE4FD5CC-B3E1-4E2A-B727-5FE4E198D133}" srcId="{DE05258C-F881-4461-9A27-5B13929B4975}" destId="{01061B3A-0732-4EE3-BB57-83AFD8DF07BD}" srcOrd="2" destOrd="0" parTransId="{C24BD925-23EF-481F-8A7C-24BC67D8E38C}" sibTransId="{5270B2D4-E6E9-45C9-8380-63C05EEED330}"/>
    <dgm:cxn modelId="{35944DD0-51A3-401A-88D5-3AAF27C37C52}" type="presOf" srcId="{4DEA3503-FD53-4237-BF87-F7FEF89897B7}" destId="{2AB3285F-1822-4F5F-A84E-D6B79CC83663}" srcOrd="0" destOrd="0" presId="urn:microsoft.com/office/officeart/2011/layout/TabList"/>
    <dgm:cxn modelId="{15024DD1-D758-4EF6-B4E2-BB1AF9B219DE}" type="presOf" srcId="{04591322-D829-4B19-94F4-29F7A242B9DA}" destId="{3366ABCE-7AD8-410E-B3FF-587D84956F7A}" srcOrd="0" destOrd="0" presId="urn:microsoft.com/office/officeart/2011/layout/TabList"/>
    <dgm:cxn modelId="{57974BDA-1D04-4718-9B84-8005606B58DE}" type="presOf" srcId="{85AE622C-90BD-4ADB-AA66-CFC3FB6E1F22}" destId="{C1BE1126-84D7-41FB-83A3-80C045DF388A}" srcOrd="0" destOrd="0" presId="urn:microsoft.com/office/officeart/2011/layout/TabList"/>
    <dgm:cxn modelId="{EB4CDDDB-BBBC-425B-B06E-6E1DE7F36EEF}" srcId="{4DEA3503-FD53-4237-BF87-F7FEF89897B7}" destId="{367F4349-6775-4FCA-8574-8802C014EDDC}" srcOrd="0" destOrd="0" parTransId="{635D4B2C-6193-4669-89DD-083F1D016C5E}" sibTransId="{EDF8630B-699B-4866-A852-ACCCF4C12BD3}"/>
    <dgm:cxn modelId="{917E33F0-DF86-40EF-AD7C-E96529546523}" type="presOf" srcId="{367F4349-6775-4FCA-8574-8802C014EDDC}" destId="{AEF0BC25-DE7A-48E3-B40F-9E8E2E9F96E5}" srcOrd="0" destOrd="0" presId="urn:microsoft.com/office/officeart/2011/layout/TabList"/>
    <dgm:cxn modelId="{51DA0BF5-954C-4A5F-8166-F2F8C380A712}" srcId="{54EE617C-4C80-4BBD-9ED0-C33281214C7B}" destId="{53D33877-40B6-440A-AAFA-1FC6D6052C4F}" srcOrd="0" destOrd="0" parTransId="{4FB060AA-DDD8-4EAB-AE49-EEBC6EC4C03B}" sibTransId="{6F278791-72C2-419D-AE73-02A43CA2945B}"/>
    <dgm:cxn modelId="{AE3230FE-8320-4AF3-ACF6-AB3617D7E63F}" type="presOf" srcId="{C44E89CA-0DFD-4F58-8F76-8824BA535FC1}" destId="{9648CC17-53C6-426B-815A-D7ECD4FD3848}" srcOrd="0" destOrd="1" presId="urn:microsoft.com/office/officeart/2011/layout/TabList"/>
    <dgm:cxn modelId="{C411DF8F-AC03-4D78-AAD6-410B638F8D4F}" type="presParOf" srcId="{866784B7-DA86-4D99-9B4D-66A45AF81216}" destId="{1D90C8CD-7D40-40F2-A74D-F24E76FE8B75}" srcOrd="0" destOrd="0" presId="urn:microsoft.com/office/officeart/2011/layout/TabList"/>
    <dgm:cxn modelId="{F8FBF6F7-536B-48C7-8248-2ED8F62031FF}" type="presParOf" srcId="{1D90C8CD-7D40-40F2-A74D-F24E76FE8B75}" destId="{32998801-5525-413A-ACBF-21ED9223F412}" srcOrd="0" destOrd="0" presId="urn:microsoft.com/office/officeart/2011/layout/TabList"/>
    <dgm:cxn modelId="{7F2BC25B-ECC8-4353-89D2-05A8A7837619}" type="presParOf" srcId="{1D90C8CD-7D40-40F2-A74D-F24E76FE8B75}" destId="{9E2D02C2-7B72-4DAD-B5F6-FD363EE95912}" srcOrd="1" destOrd="0" presId="urn:microsoft.com/office/officeart/2011/layout/TabList"/>
    <dgm:cxn modelId="{61106907-5E84-40F3-85BE-72D27F223A65}" type="presParOf" srcId="{1D90C8CD-7D40-40F2-A74D-F24E76FE8B75}" destId="{F2D12D75-6C40-403D-88C3-AB1B1E2E7413}" srcOrd="2" destOrd="0" presId="urn:microsoft.com/office/officeart/2011/layout/TabList"/>
    <dgm:cxn modelId="{A99591C4-BAB2-4AD7-81D3-BDF71E1CA81E}" type="presParOf" srcId="{866784B7-DA86-4D99-9B4D-66A45AF81216}" destId="{0FF4487B-BFA8-4868-B8E9-2C17D037CEE6}" srcOrd="1" destOrd="0" presId="urn:microsoft.com/office/officeart/2011/layout/TabList"/>
    <dgm:cxn modelId="{1E76A1D9-530F-46A6-908B-4F94A04AAF2A}" type="presParOf" srcId="{866784B7-DA86-4D99-9B4D-66A45AF81216}" destId="{DF5E0619-3D4C-40AA-9010-6B346151CA79}" srcOrd="2" destOrd="0" presId="urn:microsoft.com/office/officeart/2011/layout/TabList"/>
    <dgm:cxn modelId="{5AF9F473-4387-4CE3-960E-E7C0E2EC0A45}" type="presParOf" srcId="{866784B7-DA86-4D99-9B4D-66A45AF81216}" destId="{FA4B8DD9-20E5-4A2F-A498-0F2FBA47B88A}" srcOrd="3" destOrd="0" presId="urn:microsoft.com/office/officeart/2011/layout/TabList"/>
    <dgm:cxn modelId="{2165E388-05E5-4A99-AF87-098BD513F4FC}" type="presParOf" srcId="{FA4B8DD9-20E5-4A2F-A498-0F2FBA47B88A}" destId="{3366ABCE-7AD8-410E-B3FF-587D84956F7A}" srcOrd="0" destOrd="0" presId="urn:microsoft.com/office/officeart/2011/layout/TabList"/>
    <dgm:cxn modelId="{B5159781-1B61-4D95-AF64-06031C792860}" type="presParOf" srcId="{FA4B8DD9-20E5-4A2F-A498-0F2FBA47B88A}" destId="{9359C45C-CADB-47B6-BFF7-8289C0549585}" srcOrd="1" destOrd="0" presId="urn:microsoft.com/office/officeart/2011/layout/TabList"/>
    <dgm:cxn modelId="{B3B4ACE1-9744-40BE-8515-F682442E7D08}" type="presParOf" srcId="{FA4B8DD9-20E5-4A2F-A498-0F2FBA47B88A}" destId="{0AEB22AB-3395-4009-B5FC-082F971B19B4}" srcOrd="2" destOrd="0" presId="urn:microsoft.com/office/officeart/2011/layout/TabList"/>
    <dgm:cxn modelId="{895477F1-CB75-47E3-B793-F63ACB155644}" type="presParOf" srcId="{866784B7-DA86-4D99-9B4D-66A45AF81216}" destId="{C1BE1126-84D7-41FB-83A3-80C045DF388A}" srcOrd="4" destOrd="0" presId="urn:microsoft.com/office/officeart/2011/layout/TabList"/>
    <dgm:cxn modelId="{45FBEECF-2201-48A1-9320-8E09068D77C7}" type="presParOf" srcId="{866784B7-DA86-4D99-9B4D-66A45AF81216}" destId="{053276F2-050D-435C-BDF0-22B5847A5683}" srcOrd="5" destOrd="0" presId="urn:microsoft.com/office/officeart/2011/layout/TabList"/>
    <dgm:cxn modelId="{83AEE1B1-6C93-4F53-9C42-48757B959CDE}" type="presParOf" srcId="{866784B7-DA86-4D99-9B4D-66A45AF81216}" destId="{4930ECBD-0529-4CD4-B078-22CCCE198292}" srcOrd="6" destOrd="0" presId="urn:microsoft.com/office/officeart/2011/layout/TabList"/>
    <dgm:cxn modelId="{41AB0D21-6810-4B46-A8B9-5650F8E9E131}" type="presParOf" srcId="{4930ECBD-0529-4CD4-B078-22CCCE198292}" destId="{AEF0BC25-DE7A-48E3-B40F-9E8E2E9F96E5}" srcOrd="0" destOrd="0" presId="urn:microsoft.com/office/officeart/2011/layout/TabList"/>
    <dgm:cxn modelId="{2D4D6EF4-109F-4BD1-BF4E-01BD8B204FDA}" type="presParOf" srcId="{4930ECBD-0529-4CD4-B078-22CCCE198292}" destId="{2AB3285F-1822-4F5F-A84E-D6B79CC83663}" srcOrd="1" destOrd="0" presId="urn:microsoft.com/office/officeart/2011/layout/TabList"/>
    <dgm:cxn modelId="{D89B4EE8-A26F-432D-811E-9DC803C2F59A}" type="presParOf" srcId="{4930ECBD-0529-4CD4-B078-22CCCE198292}" destId="{42A0F40A-AEEA-48B8-A09D-1ABE6B7DE6FB}" srcOrd="2" destOrd="0" presId="urn:microsoft.com/office/officeart/2011/layout/TabList"/>
    <dgm:cxn modelId="{F8D5C928-06AE-44D7-AE00-E6AE3F3DE78A}" type="presParOf" srcId="{866784B7-DA86-4D99-9B4D-66A45AF81216}" destId="{9648CC17-53C6-426B-815A-D7ECD4FD3848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666C1C-E3CE-4B43-9C3F-2EEE55A977D3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C202A3-E3DF-4E17-9FD4-4D234ACDF92F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Setting up the data</a:t>
          </a:r>
        </a:p>
      </dgm:t>
    </dgm:pt>
    <dgm:pt modelId="{5F666E8E-C9CE-421D-AB65-E91A73999A7C}" type="parTrans" cxnId="{94B0DD8D-7646-445F-8643-C9DFB79EFCFE}">
      <dgm:prSet/>
      <dgm:spPr/>
      <dgm:t>
        <a:bodyPr/>
        <a:lstStyle/>
        <a:p>
          <a:endParaRPr lang="en-US"/>
        </a:p>
      </dgm:t>
    </dgm:pt>
    <dgm:pt modelId="{BCF4B317-676D-466D-9AF7-54ACE3CA111C}" type="sibTrans" cxnId="{94B0DD8D-7646-445F-8643-C9DFB79EFCFE}">
      <dgm:prSet/>
      <dgm:spPr/>
      <dgm:t>
        <a:bodyPr/>
        <a:lstStyle/>
        <a:p>
          <a:endParaRPr lang="en-US"/>
        </a:p>
      </dgm:t>
    </dgm:pt>
    <dgm:pt modelId="{D3E2C188-2674-4AEE-A6DE-04F1A4FB9915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Define a target column by concatenating revised category and revised variety.</a:t>
          </a:r>
        </a:p>
      </dgm:t>
    </dgm:pt>
    <dgm:pt modelId="{EDB0B9F6-4769-4F9D-B368-68520EC4721A}" type="parTrans" cxnId="{CEB9DA46-0B48-42A3-985E-29FE6839E80D}">
      <dgm:prSet/>
      <dgm:spPr/>
      <dgm:t>
        <a:bodyPr/>
        <a:lstStyle/>
        <a:p>
          <a:endParaRPr lang="en-US"/>
        </a:p>
      </dgm:t>
    </dgm:pt>
    <dgm:pt modelId="{20617153-9709-40CE-B721-2D2422B2B918}" type="sibTrans" cxnId="{CEB9DA46-0B48-42A3-985E-29FE6839E80D}">
      <dgm:prSet/>
      <dgm:spPr/>
      <dgm:t>
        <a:bodyPr/>
        <a:lstStyle/>
        <a:p>
          <a:endParaRPr lang="en-US"/>
        </a:p>
      </dgm:t>
    </dgm:pt>
    <dgm:pt modelId="{5C91D80F-7412-421B-B970-134E0505E05C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Divide the data into train and test. Test data will have Nan values in the target column.</a:t>
          </a:r>
        </a:p>
      </dgm:t>
    </dgm:pt>
    <dgm:pt modelId="{77746881-2385-4672-84DF-38F3F53AA3C4}" type="parTrans" cxnId="{FB53F3EB-1A40-40E1-8074-2D6F7FDDAC55}">
      <dgm:prSet/>
      <dgm:spPr/>
      <dgm:t>
        <a:bodyPr/>
        <a:lstStyle/>
        <a:p>
          <a:endParaRPr lang="en-US"/>
        </a:p>
      </dgm:t>
    </dgm:pt>
    <dgm:pt modelId="{13A20367-EE32-4140-A375-26BAF35F02CB}" type="sibTrans" cxnId="{FB53F3EB-1A40-40E1-8074-2D6F7FDDAC55}">
      <dgm:prSet/>
      <dgm:spPr/>
      <dgm:t>
        <a:bodyPr/>
        <a:lstStyle/>
        <a:p>
          <a:endParaRPr lang="en-US"/>
        </a:p>
      </dgm:t>
    </dgm:pt>
    <dgm:pt modelId="{5564D12F-7DD9-47E1-AC09-96B38F593EF8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Methodology</a:t>
          </a:r>
        </a:p>
      </dgm:t>
    </dgm:pt>
    <dgm:pt modelId="{7F40D2CB-E1ED-4A17-A517-34688B882AA3}" type="parTrans" cxnId="{D6E98530-2BD1-4CAF-862C-D174EF4D993D}">
      <dgm:prSet/>
      <dgm:spPr/>
      <dgm:t>
        <a:bodyPr/>
        <a:lstStyle/>
        <a:p>
          <a:endParaRPr lang="en-US"/>
        </a:p>
      </dgm:t>
    </dgm:pt>
    <dgm:pt modelId="{2D058B88-A1BB-407F-8919-8ADA30D1CCF8}" type="sibTrans" cxnId="{D6E98530-2BD1-4CAF-862C-D174EF4D993D}">
      <dgm:prSet/>
      <dgm:spPr/>
      <dgm:t>
        <a:bodyPr/>
        <a:lstStyle/>
        <a:p>
          <a:endParaRPr lang="en-US"/>
        </a:p>
      </dgm:t>
    </dgm:pt>
    <dgm:pt modelId="{2406EC8B-4A0C-4540-AD59-6BADB482D39A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Set up the pipeline and add vectorizer to convert text into numeric features.</a:t>
          </a:r>
        </a:p>
      </dgm:t>
    </dgm:pt>
    <dgm:pt modelId="{CBABDD34-44EF-4A3E-A81F-CCA182AD0E19}" type="parTrans" cxnId="{206261F4-C8F5-4BB1-8AAD-A6E13D48FB52}">
      <dgm:prSet/>
      <dgm:spPr/>
      <dgm:t>
        <a:bodyPr/>
        <a:lstStyle/>
        <a:p>
          <a:endParaRPr lang="en-US"/>
        </a:p>
      </dgm:t>
    </dgm:pt>
    <dgm:pt modelId="{739739DD-0271-4F17-96EC-8D1F44E82FC9}" type="sibTrans" cxnId="{206261F4-C8F5-4BB1-8AAD-A6E13D48FB52}">
      <dgm:prSet/>
      <dgm:spPr/>
      <dgm:t>
        <a:bodyPr/>
        <a:lstStyle/>
        <a:p>
          <a:endParaRPr lang="en-US"/>
        </a:p>
      </dgm:t>
    </dgm:pt>
    <dgm:pt modelId="{FB538C49-A804-4274-861F-0C93521591AC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Add classification models to the pipeline and calculate cross validation score.</a:t>
          </a:r>
        </a:p>
      </dgm:t>
    </dgm:pt>
    <dgm:pt modelId="{344B9E1A-F5A7-40DD-AC46-33B3AA37B719}" type="parTrans" cxnId="{E74FD311-D5A1-4A4B-B543-0AC356F56420}">
      <dgm:prSet/>
      <dgm:spPr/>
      <dgm:t>
        <a:bodyPr/>
        <a:lstStyle/>
        <a:p>
          <a:endParaRPr lang="en-US"/>
        </a:p>
      </dgm:t>
    </dgm:pt>
    <dgm:pt modelId="{761168FC-B001-4214-9F70-83FDC3C7BDBA}" type="sibTrans" cxnId="{E74FD311-D5A1-4A4B-B543-0AC356F56420}">
      <dgm:prSet/>
      <dgm:spPr/>
      <dgm:t>
        <a:bodyPr/>
        <a:lstStyle/>
        <a:p>
          <a:endParaRPr lang="en-US"/>
        </a:p>
      </dgm:t>
    </dgm:pt>
    <dgm:pt modelId="{67D8EF28-38FD-4FE0-92F4-166B2C683B27}">
      <dgm:prSet phldrT="[Text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Finalizing the model</a:t>
          </a:r>
        </a:p>
      </dgm:t>
    </dgm:pt>
    <dgm:pt modelId="{5B0F31C8-D764-4150-AF91-624D7D5267B9}" type="parTrans" cxnId="{5BE8BEAC-8374-4300-9C2A-493B7CDA4A7D}">
      <dgm:prSet/>
      <dgm:spPr/>
      <dgm:t>
        <a:bodyPr/>
        <a:lstStyle/>
        <a:p>
          <a:endParaRPr lang="en-US"/>
        </a:p>
      </dgm:t>
    </dgm:pt>
    <dgm:pt modelId="{40E27833-BF59-409F-9AE5-19878343E17B}" type="sibTrans" cxnId="{5BE8BEAC-8374-4300-9C2A-493B7CDA4A7D}">
      <dgm:prSet/>
      <dgm:spPr/>
      <dgm:t>
        <a:bodyPr/>
        <a:lstStyle/>
        <a:p>
          <a:endParaRPr lang="en-US"/>
        </a:p>
      </dgm:t>
    </dgm:pt>
    <dgm:pt modelId="{F2BCAEC5-7FD7-42CD-B632-19D9ECE2BA4A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Select the model with the best CV score and take it as the baseline.</a:t>
          </a:r>
        </a:p>
      </dgm:t>
    </dgm:pt>
    <dgm:pt modelId="{0A489CE0-8F33-4757-8DB7-1896B1D5CF91}" type="parTrans" cxnId="{0C150311-B65B-4A49-B12A-49F76A637036}">
      <dgm:prSet/>
      <dgm:spPr/>
      <dgm:t>
        <a:bodyPr/>
        <a:lstStyle/>
        <a:p>
          <a:endParaRPr lang="en-US"/>
        </a:p>
      </dgm:t>
    </dgm:pt>
    <dgm:pt modelId="{CC3D92C5-8F40-48E4-8A8C-7646694CA816}" type="sibTrans" cxnId="{0C150311-B65B-4A49-B12A-49F76A637036}">
      <dgm:prSet/>
      <dgm:spPr/>
      <dgm:t>
        <a:bodyPr/>
        <a:lstStyle/>
        <a:p>
          <a:endParaRPr lang="en-US"/>
        </a:p>
      </dgm:t>
    </dgm:pt>
    <dgm:pt modelId="{3FEBBCAA-A7D7-463A-8F8C-BA6CF302EC0F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Perform hyperparameter tuning using grid search to improve the score.</a:t>
          </a:r>
        </a:p>
      </dgm:t>
    </dgm:pt>
    <dgm:pt modelId="{C25CC27C-BD3A-4F70-BCE5-6C1BFDA119C4}" type="parTrans" cxnId="{64F4486B-B7AF-4BE7-B0D7-4ED46C9A0990}">
      <dgm:prSet/>
      <dgm:spPr/>
      <dgm:t>
        <a:bodyPr/>
        <a:lstStyle/>
        <a:p>
          <a:endParaRPr lang="en-US"/>
        </a:p>
      </dgm:t>
    </dgm:pt>
    <dgm:pt modelId="{2DF3ABFF-0658-4D7E-9212-C9BDD626F886}" type="sibTrans" cxnId="{64F4486B-B7AF-4BE7-B0D7-4ED46C9A0990}">
      <dgm:prSet/>
      <dgm:spPr/>
      <dgm:t>
        <a:bodyPr/>
        <a:lstStyle/>
        <a:p>
          <a:endParaRPr lang="en-US"/>
        </a:p>
      </dgm:t>
    </dgm:pt>
    <dgm:pt modelId="{29B2B49A-982A-4C15-83F5-B6FCB1C9B6F2}" type="pres">
      <dgm:prSet presAssocID="{E0666C1C-E3CE-4B43-9C3F-2EEE55A977D3}" presName="linearFlow" presStyleCnt="0">
        <dgm:presLayoutVars>
          <dgm:dir/>
          <dgm:animLvl val="lvl"/>
          <dgm:resizeHandles val="exact"/>
        </dgm:presLayoutVars>
      </dgm:prSet>
      <dgm:spPr/>
    </dgm:pt>
    <dgm:pt modelId="{09FCEE73-9970-462F-B2CC-BFC3FE461DC6}" type="pres">
      <dgm:prSet presAssocID="{4CC202A3-E3DF-4E17-9FD4-4D234ACDF92F}" presName="composite" presStyleCnt="0"/>
      <dgm:spPr/>
    </dgm:pt>
    <dgm:pt modelId="{7F3E3DCA-8244-4FAE-8D86-7BF3FA572736}" type="pres">
      <dgm:prSet presAssocID="{4CC202A3-E3DF-4E17-9FD4-4D234ACDF92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5FEE6F3-8A8B-488D-BBE5-9303B833789C}" type="pres">
      <dgm:prSet presAssocID="{4CC202A3-E3DF-4E17-9FD4-4D234ACDF92F}" presName="descendantText" presStyleLbl="alignAcc1" presStyleIdx="0" presStyleCnt="3">
        <dgm:presLayoutVars>
          <dgm:bulletEnabled val="1"/>
        </dgm:presLayoutVars>
      </dgm:prSet>
      <dgm:spPr/>
    </dgm:pt>
    <dgm:pt modelId="{5CFEA8E1-58CB-4D0A-BC8B-4C60C1FA7956}" type="pres">
      <dgm:prSet presAssocID="{BCF4B317-676D-466D-9AF7-54ACE3CA111C}" presName="sp" presStyleCnt="0"/>
      <dgm:spPr/>
    </dgm:pt>
    <dgm:pt modelId="{1236E9E5-3E0F-4073-8ED8-16578AD1AACA}" type="pres">
      <dgm:prSet presAssocID="{5564D12F-7DD9-47E1-AC09-96B38F593EF8}" presName="composite" presStyleCnt="0"/>
      <dgm:spPr/>
    </dgm:pt>
    <dgm:pt modelId="{5063A1F0-A087-41B9-A121-7D3E4FA40120}" type="pres">
      <dgm:prSet presAssocID="{5564D12F-7DD9-47E1-AC09-96B38F593EF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EFBADBD-8E0F-41DF-A231-73976EB2ADE2}" type="pres">
      <dgm:prSet presAssocID="{5564D12F-7DD9-47E1-AC09-96B38F593EF8}" presName="descendantText" presStyleLbl="alignAcc1" presStyleIdx="1" presStyleCnt="3">
        <dgm:presLayoutVars>
          <dgm:bulletEnabled val="1"/>
        </dgm:presLayoutVars>
      </dgm:prSet>
      <dgm:spPr/>
    </dgm:pt>
    <dgm:pt modelId="{2901CA6F-7CBB-4453-BBA1-7E40DAF85A56}" type="pres">
      <dgm:prSet presAssocID="{2D058B88-A1BB-407F-8919-8ADA30D1CCF8}" presName="sp" presStyleCnt="0"/>
      <dgm:spPr/>
    </dgm:pt>
    <dgm:pt modelId="{16BE9564-26A9-498E-AACB-BA1E2AB54B79}" type="pres">
      <dgm:prSet presAssocID="{67D8EF28-38FD-4FE0-92F4-166B2C683B27}" presName="composite" presStyleCnt="0"/>
      <dgm:spPr/>
    </dgm:pt>
    <dgm:pt modelId="{F2D4DE04-6E38-4C56-9F4F-66917121D0EE}" type="pres">
      <dgm:prSet presAssocID="{67D8EF28-38FD-4FE0-92F4-166B2C683B2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298611BE-B892-4EC1-AEFB-2FCAB3EECD04}" type="pres">
      <dgm:prSet presAssocID="{67D8EF28-38FD-4FE0-92F4-166B2C683B2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C150311-B65B-4A49-B12A-49F76A637036}" srcId="{67D8EF28-38FD-4FE0-92F4-166B2C683B27}" destId="{F2BCAEC5-7FD7-42CD-B632-19D9ECE2BA4A}" srcOrd="0" destOrd="0" parTransId="{0A489CE0-8F33-4757-8DB7-1896B1D5CF91}" sibTransId="{CC3D92C5-8F40-48E4-8A8C-7646694CA816}"/>
    <dgm:cxn modelId="{E74FD311-D5A1-4A4B-B543-0AC356F56420}" srcId="{5564D12F-7DD9-47E1-AC09-96B38F593EF8}" destId="{FB538C49-A804-4274-861F-0C93521591AC}" srcOrd="1" destOrd="0" parTransId="{344B9E1A-F5A7-40DD-AC46-33B3AA37B719}" sibTransId="{761168FC-B001-4214-9F70-83FDC3C7BDBA}"/>
    <dgm:cxn modelId="{1C679B15-9A16-44A8-BFB4-A308A2D01A94}" type="presOf" srcId="{5C91D80F-7412-421B-B970-134E0505E05C}" destId="{55FEE6F3-8A8B-488D-BBE5-9303B833789C}" srcOrd="0" destOrd="1" presId="urn:microsoft.com/office/officeart/2005/8/layout/chevron2"/>
    <dgm:cxn modelId="{D6E98530-2BD1-4CAF-862C-D174EF4D993D}" srcId="{E0666C1C-E3CE-4B43-9C3F-2EEE55A977D3}" destId="{5564D12F-7DD9-47E1-AC09-96B38F593EF8}" srcOrd="1" destOrd="0" parTransId="{7F40D2CB-E1ED-4A17-A517-34688B882AA3}" sibTransId="{2D058B88-A1BB-407F-8919-8ADA30D1CCF8}"/>
    <dgm:cxn modelId="{97A72A41-61E5-4D22-ACB4-453F4D34CDE7}" type="presOf" srcId="{D3E2C188-2674-4AEE-A6DE-04F1A4FB9915}" destId="{55FEE6F3-8A8B-488D-BBE5-9303B833789C}" srcOrd="0" destOrd="0" presId="urn:microsoft.com/office/officeart/2005/8/layout/chevron2"/>
    <dgm:cxn modelId="{CEB9DA46-0B48-42A3-985E-29FE6839E80D}" srcId="{4CC202A3-E3DF-4E17-9FD4-4D234ACDF92F}" destId="{D3E2C188-2674-4AEE-A6DE-04F1A4FB9915}" srcOrd="0" destOrd="0" parTransId="{EDB0B9F6-4769-4F9D-B368-68520EC4721A}" sibTransId="{20617153-9709-40CE-B721-2D2422B2B918}"/>
    <dgm:cxn modelId="{64F4486B-B7AF-4BE7-B0D7-4ED46C9A0990}" srcId="{67D8EF28-38FD-4FE0-92F4-166B2C683B27}" destId="{3FEBBCAA-A7D7-463A-8F8C-BA6CF302EC0F}" srcOrd="1" destOrd="0" parTransId="{C25CC27C-BD3A-4F70-BCE5-6C1BFDA119C4}" sibTransId="{2DF3ABFF-0658-4D7E-9212-C9BDD626F886}"/>
    <dgm:cxn modelId="{0708294C-8F02-41D1-9A58-F98578B86907}" type="presOf" srcId="{3FEBBCAA-A7D7-463A-8F8C-BA6CF302EC0F}" destId="{298611BE-B892-4EC1-AEFB-2FCAB3EECD04}" srcOrd="0" destOrd="1" presId="urn:microsoft.com/office/officeart/2005/8/layout/chevron2"/>
    <dgm:cxn modelId="{79B3A855-7151-4D35-817C-9BB8B779ABC3}" type="presOf" srcId="{F2BCAEC5-7FD7-42CD-B632-19D9ECE2BA4A}" destId="{298611BE-B892-4EC1-AEFB-2FCAB3EECD04}" srcOrd="0" destOrd="0" presId="urn:microsoft.com/office/officeart/2005/8/layout/chevron2"/>
    <dgm:cxn modelId="{99289482-49E3-4C54-AD56-036DF4DDB5BD}" type="presOf" srcId="{5564D12F-7DD9-47E1-AC09-96B38F593EF8}" destId="{5063A1F0-A087-41B9-A121-7D3E4FA40120}" srcOrd="0" destOrd="0" presId="urn:microsoft.com/office/officeart/2005/8/layout/chevron2"/>
    <dgm:cxn modelId="{94B0DD8D-7646-445F-8643-C9DFB79EFCFE}" srcId="{E0666C1C-E3CE-4B43-9C3F-2EEE55A977D3}" destId="{4CC202A3-E3DF-4E17-9FD4-4D234ACDF92F}" srcOrd="0" destOrd="0" parTransId="{5F666E8E-C9CE-421D-AB65-E91A73999A7C}" sibTransId="{BCF4B317-676D-466D-9AF7-54ACE3CA111C}"/>
    <dgm:cxn modelId="{3177D694-0B57-40FA-B637-98FE7E87AB31}" type="presOf" srcId="{4CC202A3-E3DF-4E17-9FD4-4D234ACDF92F}" destId="{7F3E3DCA-8244-4FAE-8D86-7BF3FA572736}" srcOrd="0" destOrd="0" presId="urn:microsoft.com/office/officeart/2005/8/layout/chevron2"/>
    <dgm:cxn modelId="{5BE8BEAC-8374-4300-9C2A-493B7CDA4A7D}" srcId="{E0666C1C-E3CE-4B43-9C3F-2EEE55A977D3}" destId="{67D8EF28-38FD-4FE0-92F4-166B2C683B27}" srcOrd="2" destOrd="0" parTransId="{5B0F31C8-D764-4150-AF91-624D7D5267B9}" sibTransId="{40E27833-BF59-409F-9AE5-19878343E17B}"/>
    <dgm:cxn modelId="{10D75FC0-E0E0-4335-9AF0-67ADD4D73599}" type="presOf" srcId="{67D8EF28-38FD-4FE0-92F4-166B2C683B27}" destId="{F2D4DE04-6E38-4C56-9F4F-66917121D0EE}" srcOrd="0" destOrd="0" presId="urn:microsoft.com/office/officeart/2005/8/layout/chevron2"/>
    <dgm:cxn modelId="{19F3B2C2-A783-44E9-BAF0-6AACBC99BF15}" type="presOf" srcId="{E0666C1C-E3CE-4B43-9C3F-2EEE55A977D3}" destId="{29B2B49A-982A-4C15-83F5-B6FCB1C9B6F2}" srcOrd="0" destOrd="0" presId="urn:microsoft.com/office/officeart/2005/8/layout/chevron2"/>
    <dgm:cxn modelId="{13A1BDD4-7774-4A90-86AF-7D6A8DED1BC9}" type="presOf" srcId="{FB538C49-A804-4274-861F-0C93521591AC}" destId="{9EFBADBD-8E0F-41DF-A231-73976EB2ADE2}" srcOrd="0" destOrd="1" presId="urn:microsoft.com/office/officeart/2005/8/layout/chevron2"/>
    <dgm:cxn modelId="{7E5C60E3-D35C-4D29-B659-EB6F8486EA97}" type="presOf" srcId="{2406EC8B-4A0C-4540-AD59-6BADB482D39A}" destId="{9EFBADBD-8E0F-41DF-A231-73976EB2ADE2}" srcOrd="0" destOrd="0" presId="urn:microsoft.com/office/officeart/2005/8/layout/chevron2"/>
    <dgm:cxn modelId="{FB53F3EB-1A40-40E1-8074-2D6F7FDDAC55}" srcId="{4CC202A3-E3DF-4E17-9FD4-4D234ACDF92F}" destId="{5C91D80F-7412-421B-B970-134E0505E05C}" srcOrd="1" destOrd="0" parTransId="{77746881-2385-4672-84DF-38F3F53AA3C4}" sibTransId="{13A20367-EE32-4140-A375-26BAF35F02CB}"/>
    <dgm:cxn modelId="{206261F4-C8F5-4BB1-8AAD-A6E13D48FB52}" srcId="{5564D12F-7DD9-47E1-AC09-96B38F593EF8}" destId="{2406EC8B-4A0C-4540-AD59-6BADB482D39A}" srcOrd="0" destOrd="0" parTransId="{CBABDD34-44EF-4A3E-A81F-CCA182AD0E19}" sibTransId="{739739DD-0271-4F17-96EC-8D1F44E82FC9}"/>
    <dgm:cxn modelId="{05BA5A6F-2BF2-4DE3-85A1-8850EC1B1503}" type="presParOf" srcId="{29B2B49A-982A-4C15-83F5-B6FCB1C9B6F2}" destId="{09FCEE73-9970-462F-B2CC-BFC3FE461DC6}" srcOrd="0" destOrd="0" presId="urn:microsoft.com/office/officeart/2005/8/layout/chevron2"/>
    <dgm:cxn modelId="{53E6FD62-8273-4AB2-AED3-FA6A65B0E9DE}" type="presParOf" srcId="{09FCEE73-9970-462F-B2CC-BFC3FE461DC6}" destId="{7F3E3DCA-8244-4FAE-8D86-7BF3FA572736}" srcOrd="0" destOrd="0" presId="urn:microsoft.com/office/officeart/2005/8/layout/chevron2"/>
    <dgm:cxn modelId="{F5FCD854-0E2B-433D-B4B2-BBD919052EEF}" type="presParOf" srcId="{09FCEE73-9970-462F-B2CC-BFC3FE461DC6}" destId="{55FEE6F3-8A8B-488D-BBE5-9303B833789C}" srcOrd="1" destOrd="0" presId="urn:microsoft.com/office/officeart/2005/8/layout/chevron2"/>
    <dgm:cxn modelId="{755FE85B-7B01-4938-A55B-D2A5ACAD1C73}" type="presParOf" srcId="{29B2B49A-982A-4C15-83F5-B6FCB1C9B6F2}" destId="{5CFEA8E1-58CB-4D0A-BC8B-4C60C1FA7956}" srcOrd="1" destOrd="0" presId="urn:microsoft.com/office/officeart/2005/8/layout/chevron2"/>
    <dgm:cxn modelId="{E97A5CCA-94F7-4773-A4CD-0A94C63A17E6}" type="presParOf" srcId="{29B2B49A-982A-4C15-83F5-B6FCB1C9B6F2}" destId="{1236E9E5-3E0F-4073-8ED8-16578AD1AACA}" srcOrd="2" destOrd="0" presId="urn:microsoft.com/office/officeart/2005/8/layout/chevron2"/>
    <dgm:cxn modelId="{D03F6FB0-DBCF-453D-834E-13025CA4034D}" type="presParOf" srcId="{1236E9E5-3E0F-4073-8ED8-16578AD1AACA}" destId="{5063A1F0-A087-41B9-A121-7D3E4FA40120}" srcOrd="0" destOrd="0" presId="urn:microsoft.com/office/officeart/2005/8/layout/chevron2"/>
    <dgm:cxn modelId="{F764BDB3-0925-4B52-A5ED-A853F2C0F382}" type="presParOf" srcId="{1236E9E5-3E0F-4073-8ED8-16578AD1AACA}" destId="{9EFBADBD-8E0F-41DF-A231-73976EB2ADE2}" srcOrd="1" destOrd="0" presId="urn:microsoft.com/office/officeart/2005/8/layout/chevron2"/>
    <dgm:cxn modelId="{58CF1459-5DB5-458B-A9F9-3103768A06A4}" type="presParOf" srcId="{29B2B49A-982A-4C15-83F5-B6FCB1C9B6F2}" destId="{2901CA6F-7CBB-4453-BBA1-7E40DAF85A56}" srcOrd="3" destOrd="0" presId="urn:microsoft.com/office/officeart/2005/8/layout/chevron2"/>
    <dgm:cxn modelId="{94F9BE00-BB8A-4E09-B21B-D193DB8E2874}" type="presParOf" srcId="{29B2B49A-982A-4C15-83F5-B6FCB1C9B6F2}" destId="{16BE9564-26A9-498E-AACB-BA1E2AB54B79}" srcOrd="4" destOrd="0" presId="urn:microsoft.com/office/officeart/2005/8/layout/chevron2"/>
    <dgm:cxn modelId="{9D37EAB0-8972-44BD-83E8-BB46EDED8966}" type="presParOf" srcId="{16BE9564-26A9-498E-AACB-BA1E2AB54B79}" destId="{F2D4DE04-6E38-4C56-9F4F-66917121D0EE}" srcOrd="0" destOrd="0" presId="urn:microsoft.com/office/officeart/2005/8/layout/chevron2"/>
    <dgm:cxn modelId="{0D1807B4-5DC3-495D-866F-8673FE56BACC}" type="presParOf" srcId="{16BE9564-26A9-498E-AACB-BA1E2AB54B79}" destId="{298611BE-B892-4EC1-AEFB-2FCAB3EECD0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DE2317-9D4E-4C71-B2BE-913F8BAC5EEF}" type="doc">
      <dgm:prSet loTypeId="urn:microsoft.com/office/officeart/2005/8/layout/h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9ADCEAA-83B6-482A-91A4-0D4122711344}">
      <dgm:prSet phldrT="[Text]" custT="1"/>
      <dgm:spPr/>
      <dgm:t>
        <a:bodyPr/>
        <a:lstStyle/>
        <a:p>
          <a:r>
            <a:rPr lang="en-US" sz="1600" dirty="0"/>
            <a:t>I have removed the classes with count &lt; 5. Hence, there are total </a:t>
          </a:r>
          <a:r>
            <a:rPr lang="en-US" sz="1600" b="1" dirty="0"/>
            <a:t>486</a:t>
          </a:r>
          <a:r>
            <a:rPr lang="en-US" sz="1600" dirty="0"/>
            <a:t> classes now.</a:t>
          </a:r>
        </a:p>
      </dgm:t>
    </dgm:pt>
    <dgm:pt modelId="{8A056DCD-F96A-4BA8-AE26-92A093AECC02}" type="parTrans" cxnId="{ECEB6F5C-65A4-4110-B6B2-F3DB0690F1E2}">
      <dgm:prSet/>
      <dgm:spPr/>
      <dgm:t>
        <a:bodyPr/>
        <a:lstStyle/>
        <a:p>
          <a:endParaRPr lang="en-US"/>
        </a:p>
      </dgm:t>
    </dgm:pt>
    <dgm:pt modelId="{19E8DBB8-A22B-4222-AF92-8A438BC45D78}" type="sibTrans" cxnId="{ECEB6F5C-65A4-4110-B6B2-F3DB0690F1E2}">
      <dgm:prSet/>
      <dgm:spPr/>
      <dgm:t>
        <a:bodyPr/>
        <a:lstStyle/>
        <a:p>
          <a:endParaRPr lang="en-US"/>
        </a:p>
      </dgm:t>
    </dgm:pt>
    <dgm:pt modelId="{6FAB2026-2EB2-4F33-B7A9-3CC70D97831E}">
      <dgm:prSet phldrT="[Text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/>
            <a:t>Best model</a:t>
          </a:r>
        </a:p>
      </dgm:t>
    </dgm:pt>
    <dgm:pt modelId="{EA7D3A8D-5498-4693-8F79-40901F3F4E74}" type="parTrans" cxnId="{01D8D6ED-5218-434A-A702-B33BC8D6F6EF}">
      <dgm:prSet/>
      <dgm:spPr/>
      <dgm:t>
        <a:bodyPr/>
        <a:lstStyle/>
        <a:p>
          <a:endParaRPr lang="en-US"/>
        </a:p>
      </dgm:t>
    </dgm:pt>
    <dgm:pt modelId="{2ADA9845-B867-4EC8-A8BD-B2A6A4B9B9DD}" type="sibTrans" cxnId="{01D8D6ED-5218-434A-A702-B33BC8D6F6EF}">
      <dgm:prSet/>
      <dgm:spPr/>
      <dgm:t>
        <a:bodyPr/>
        <a:lstStyle/>
        <a:p>
          <a:endParaRPr lang="en-US"/>
        </a:p>
      </dgm:t>
    </dgm:pt>
    <dgm:pt modelId="{C0EE859A-22D6-4948-9411-303DD8689700}">
      <dgm:prSet phldrT="[Text]" custT="1"/>
      <dgm:spPr/>
      <dgm:t>
        <a:bodyPr/>
        <a:lstStyle/>
        <a:p>
          <a:r>
            <a:rPr lang="en-US" sz="1800" b="1" dirty="0"/>
            <a:t>RandomForestClassifier()</a:t>
          </a:r>
        </a:p>
      </dgm:t>
    </dgm:pt>
    <dgm:pt modelId="{05576D62-23EA-4868-96DA-EDE06811266E}" type="parTrans" cxnId="{988562F8-C8D0-4D1D-A004-8FE01D396636}">
      <dgm:prSet/>
      <dgm:spPr/>
      <dgm:t>
        <a:bodyPr/>
        <a:lstStyle/>
        <a:p>
          <a:endParaRPr lang="en-US"/>
        </a:p>
      </dgm:t>
    </dgm:pt>
    <dgm:pt modelId="{822BF9D9-6424-42D9-8A7C-D0E1C08D6BFD}" type="sibTrans" cxnId="{988562F8-C8D0-4D1D-A004-8FE01D396636}">
      <dgm:prSet/>
      <dgm:spPr/>
      <dgm:t>
        <a:bodyPr/>
        <a:lstStyle/>
        <a:p>
          <a:endParaRPr lang="en-US"/>
        </a:p>
      </dgm:t>
    </dgm:pt>
    <dgm:pt modelId="{A5AD1B05-0295-40F6-9083-E49EC716F23E}">
      <dgm:prSet phldrT="[Text]" custT="1"/>
      <dgm:spPr/>
      <dgm:t>
        <a:bodyPr/>
        <a:lstStyle/>
        <a:p>
          <a:r>
            <a:rPr lang="en-US" sz="1600" dirty="0"/>
            <a:t>In GridSearchCV(), 5-fold cross validation is performed with scoring as accuracy.</a:t>
          </a:r>
        </a:p>
      </dgm:t>
    </dgm:pt>
    <dgm:pt modelId="{BE442938-FE08-48F1-88CB-55B8F73C5AEA}" type="parTrans" cxnId="{3CC10DA4-1E6B-430E-92A5-0899A6664062}">
      <dgm:prSet/>
      <dgm:spPr/>
      <dgm:t>
        <a:bodyPr/>
        <a:lstStyle/>
        <a:p>
          <a:endParaRPr lang="en-US"/>
        </a:p>
      </dgm:t>
    </dgm:pt>
    <dgm:pt modelId="{9C1D7DE7-BFCA-4EF6-A68D-C49DDC412523}" type="sibTrans" cxnId="{3CC10DA4-1E6B-430E-92A5-0899A6664062}">
      <dgm:prSet/>
      <dgm:spPr/>
      <dgm:t>
        <a:bodyPr/>
        <a:lstStyle/>
        <a:p>
          <a:endParaRPr lang="en-US"/>
        </a:p>
      </dgm:t>
    </dgm:pt>
    <dgm:pt modelId="{9721F7E2-1359-4C36-82BD-28FF747F04F2}">
      <dgm:prSet phldrT="[Text]" custT="1"/>
      <dgm:spPr/>
      <dgm:t>
        <a:bodyPr/>
        <a:lstStyle/>
        <a:p>
          <a:r>
            <a:rPr lang="en-US" sz="1800" b="1" dirty="0"/>
            <a:t>CountVectorizer()</a:t>
          </a:r>
        </a:p>
      </dgm:t>
    </dgm:pt>
    <dgm:pt modelId="{9D4C676C-7FCB-487D-9B92-9974824E0A9F}" type="parTrans" cxnId="{CEA0B707-998E-4990-ABA0-9279C1B5211C}">
      <dgm:prSet/>
      <dgm:spPr/>
      <dgm:t>
        <a:bodyPr/>
        <a:lstStyle/>
        <a:p>
          <a:endParaRPr lang="en-US"/>
        </a:p>
      </dgm:t>
    </dgm:pt>
    <dgm:pt modelId="{6CB3FFAA-5C02-4262-B7E5-1571065FE587}" type="sibTrans" cxnId="{CEA0B707-998E-4990-ABA0-9279C1B5211C}">
      <dgm:prSet/>
      <dgm:spPr/>
      <dgm:t>
        <a:bodyPr/>
        <a:lstStyle/>
        <a:p>
          <a:endParaRPr lang="en-US"/>
        </a:p>
      </dgm:t>
    </dgm:pt>
    <dgm:pt modelId="{7091C1E6-5203-403B-AEC7-99AE26BC8846}">
      <dgm:prSet phldrT="[Text]" custT="1"/>
      <dgm:spPr/>
      <dgm:t>
        <a:bodyPr/>
        <a:lstStyle/>
        <a:p>
          <a:r>
            <a:rPr lang="en-US" sz="1800" dirty="0"/>
            <a:t>n_estimators = 150</a:t>
          </a:r>
        </a:p>
      </dgm:t>
    </dgm:pt>
    <dgm:pt modelId="{14611EFD-2DBF-4D77-8E6A-C7D570A3E752}" type="parTrans" cxnId="{4027B605-2CF6-4997-B7FE-9ACC895EF320}">
      <dgm:prSet/>
      <dgm:spPr/>
      <dgm:t>
        <a:bodyPr/>
        <a:lstStyle/>
        <a:p>
          <a:endParaRPr lang="en-US"/>
        </a:p>
      </dgm:t>
    </dgm:pt>
    <dgm:pt modelId="{0AF47319-EB6C-43D0-A296-C7960DB0226D}" type="sibTrans" cxnId="{4027B605-2CF6-4997-B7FE-9ACC895EF320}">
      <dgm:prSet/>
      <dgm:spPr/>
      <dgm:t>
        <a:bodyPr/>
        <a:lstStyle/>
        <a:p>
          <a:endParaRPr lang="en-US"/>
        </a:p>
      </dgm:t>
    </dgm:pt>
    <dgm:pt modelId="{1677F4EE-60A5-4CDE-B7D9-8B1399AD0BE5}">
      <dgm:prSet phldrT="[Text]" custT="1"/>
      <dgm:spPr/>
      <dgm:t>
        <a:bodyPr/>
        <a:lstStyle/>
        <a:p>
          <a:r>
            <a:rPr lang="en-US" sz="1800" dirty="0"/>
            <a:t>class_weight = balanced</a:t>
          </a:r>
        </a:p>
      </dgm:t>
    </dgm:pt>
    <dgm:pt modelId="{EA97B4D0-1576-4503-8BE2-BDC144BFC374}" type="parTrans" cxnId="{74D29035-622D-4857-82CE-87997FBED311}">
      <dgm:prSet/>
      <dgm:spPr/>
      <dgm:t>
        <a:bodyPr/>
        <a:lstStyle/>
        <a:p>
          <a:endParaRPr lang="en-US"/>
        </a:p>
      </dgm:t>
    </dgm:pt>
    <dgm:pt modelId="{D78EDFE6-3377-47B3-AFFA-0234C1196AC4}" type="sibTrans" cxnId="{74D29035-622D-4857-82CE-87997FBED311}">
      <dgm:prSet/>
      <dgm:spPr/>
      <dgm:t>
        <a:bodyPr/>
        <a:lstStyle/>
        <a:p>
          <a:endParaRPr lang="en-US"/>
        </a:p>
      </dgm:t>
    </dgm:pt>
    <dgm:pt modelId="{E810F42F-7C51-471F-95C5-38DD6BAFF5C5}">
      <dgm:prSet phldrT="[Text]" custT="1"/>
      <dgm:spPr/>
      <dgm:t>
        <a:bodyPr/>
        <a:lstStyle/>
        <a:p>
          <a:r>
            <a:rPr lang="en-US" sz="1800" dirty="0"/>
            <a:t>min_df = 10</a:t>
          </a:r>
        </a:p>
      </dgm:t>
    </dgm:pt>
    <dgm:pt modelId="{5B219136-30CA-40C6-8735-0A3A3C1382C4}" type="parTrans" cxnId="{3C9CF1D7-E4F2-4E09-B12B-C6CAAF4C2E1B}">
      <dgm:prSet/>
      <dgm:spPr/>
      <dgm:t>
        <a:bodyPr/>
        <a:lstStyle/>
        <a:p>
          <a:endParaRPr lang="en-US"/>
        </a:p>
      </dgm:t>
    </dgm:pt>
    <dgm:pt modelId="{AFB64C37-E448-44C0-BC17-7EC1F5166B6B}" type="sibTrans" cxnId="{3C9CF1D7-E4F2-4E09-B12B-C6CAAF4C2E1B}">
      <dgm:prSet/>
      <dgm:spPr/>
      <dgm:t>
        <a:bodyPr/>
        <a:lstStyle/>
        <a:p>
          <a:endParaRPr lang="en-US"/>
        </a:p>
      </dgm:t>
    </dgm:pt>
    <dgm:pt modelId="{63380C09-221D-4EB1-8E6E-83EFED1D611D}">
      <dgm:prSet phldrT="[Text]" custT="1"/>
      <dgm:spPr/>
      <dgm:t>
        <a:bodyPr/>
        <a:lstStyle/>
        <a:p>
          <a:r>
            <a:rPr lang="en-US" sz="1800" dirty="0"/>
            <a:t>Best score = </a:t>
          </a:r>
          <a:r>
            <a:rPr lang="en-US" sz="1800" b="1" dirty="0">
              <a:solidFill>
                <a:srgbClr val="FF0000"/>
              </a:solidFill>
            </a:rPr>
            <a:t>0.9899</a:t>
          </a:r>
        </a:p>
      </dgm:t>
    </dgm:pt>
    <dgm:pt modelId="{7503FC31-C36C-4E77-84CD-BAAD7347CA1B}" type="parTrans" cxnId="{EC58A729-A6ED-4D23-84DF-985E61D5F6B0}">
      <dgm:prSet/>
      <dgm:spPr/>
      <dgm:t>
        <a:bodyPr/>
        <a:lstStyle/>
        <a:p>
          <a:endParaRPr lang="en-US"/>
        </a:p>
      </dgm:t>
    </dgm:pt>
    <dgm:pt modelId="{BD27BCCB-1CBA-4706-A581-97A5F74DE0A0}" type="sibTrans" cxnId="{EC58A729-A6ED-4D23-84DF-985E61D5F6B0}">
      <dgm:prSet/>
      <dgm:spPr/>
      <dgm:t>
        <a:bodyPr/>
        <a:lstStyle/>
        <a:p>
          <a:endParaRPr lang="en-US"/>
        </a:p>
      </dgm:t>
    </dgm:pt>
    <dgm:pt modelId="{971C40F0-B4AF-4D65-B986-9298D10CD072}">
      <dgm:prSet phldrT="[Text]" custT="1"/>
      <dgm:spPr/>
      <dgm:t>
        <a:bodyPr/>
        <a:lstStyle/>
        <a:p>
          <a:r>
            <a:rPr lang="en-US" sz="1600" dirty="0"/>
            <a:t>SVM is the slowest and hence avoided for the time being.</a:t>
          </a:r>
        </a:p>
      </dgm:t>
    </dgm:pt>
    <dgm:pt modelId="{3E232090-BFA4-4720-8AA2-6FE20D73A3E9}" type="parTrans" cxnId="{5B6057E0-4DF8-42EA-9FB3-FF3197418CC6}">
      <dgm:prSet/>
      <dgm:spPr/>
      <dgm:t>
        <a:bodyPr/>
        <a:lstStyle/>
        <a:p>
          <a:endParaRPr lang="en-US"/>
        </a:p>
      </dgm:t>
    </dgm:pt>
    <dgm:pt modelId="{98387FC1-F13D-4A15-99CC-4A66EE862221}" type="sibTrans" cxnId="{5B6057E0-4DF8-42EA-9FB3-FF3197418CC6}">
      <dgm:prSet/>
      <dgm:spPr/>
      <dgm:t>
        <a:bodyPr/>
        <a:lstStyle/>
        <a:p>
          <a:endParaRPr lang="en-US"/>
        </a:p>
      </dgm:t>
    </dgm:pt>
    <dgm:pt modelId="{6B76CF57-F947-4694-8424-AF42C0CE71EF}">
      <dgm:prSet phldrT="[Text]"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/>
            <a:t>Conditions</a:t>
          </a:r>
        </a:p>
      </dgm:t>
    </dgm:pt>
    <dgm:pt modelId="{34C45BD6-07AB-4494-A060-B1E99BEA18F1}" type="sibTrans" cxnId="{61C891CD-F1EB-46D0-A7C5-A5B29054D4D0}">
      <dgm:prSet/>
      <dgm:spPr/>
      <dgm:t>
        <a:bodyPr/>
        <a:lstStyle/>
        <a:p>
          <a:endParaRPr lang="en-US"/>
        </a:p>
      </dgm:t>
    </dgm:pt>
    <dgm:pt modelId="{DD41CC11-A842-4D7B-80CA-7F53F9538D2C}" type="parTrans" cxnId="{61C891CD-F1EB-46D0-A7C5-A5B29054D4D0}">
      <dgm:prSet/>
      <dgm:spPr/>
      <dgm:t>
        <a:bodyPr/>
        <a:lstStyle/>
        <a:p>
          <a:endParaRPr lang="en-US"/>
        </a:p>
      </dgm:t>
    </dgm:pt>
    <dgm:pt modelId="{7BC57E6D-3751-468C-9630-EFFCE4C17564}">
      <dgm:prSet phldrT="[Text]" custT="1"/>
      <dgm:spPr/>
      <dgm:t>
        <a:bodyPr/>
        <a:lstStyle/>
        <a:p>
          <a:endParaRPr lang="en-US" sz="1600" dirty="0"/>
        </a:p>
      </dgm:t>
    </dgm:pt>
    <dgm:pt modelId="{9C9102B2-B0D5-445D-A71F-A378E583E18B}" type="sibTrans" cxnId="{649048AE-0394-47B6-B5A8-5023AABC09A5}">
      <dgm:prSet/>
      <dgm:spPr/>
      <dgm:t>
        <a:bodyPr/>
        <a:lstStyle/>
        <a:p>
          <a:endParaRPr lang="en-US"/>
        </a:p>
      </dgm:t>
    </dgm:pt>
    <dgm:pt modelId="{89024558-544F-4582-96BF-20F4E323F848}" type="parTrans" cxnId="{649048AE-0394-47B6-B5A8-5023AABC09A5}">
      <dgm:prSet/>
      <dgm:spPr/>
      <dgm:t>
        <a:bodyPr/>
        <a:lstStyle/>
        <a:p>
          <a:endParaRPr lang="en-US"/>
        </a:p>
      </dgm:t>
    </dgm:pt>
    <dgm:pt modelId="{13C70572-A19A-448B-B722-9BD3D87A2FCB}">
      <dgm:prSet phldrT="[Text]" custT="1"/>
      <dgm:spPr/>
      <dgm:t>
        <a:bodyPr/>
        <a:lstStyle/>
        <a:p>
          <a:r>
            <a:rPr lang="en-US" sz="1600" dirty="0"/>
            <a:t>Hyperparameter tuning is performed for Random Forest and vectorizer.</a:t>
          </a:r>
        </a:p>
      </dgm:t>
    </dgm:pt>
    <dgm:pt modelId="{4ED7BC3C-B26C-4690-A6CB-CE43EC13A0AE}" type="parTrans" cxnId="{99002D3A-849D-44D8-90BC-BFF7A8F12D7B}">
      <dgm:prSet/>
      <dgm:spPr/>
      <dgm:t>
        <a:bodyPr/>
        <a:lstStyle/>
        <a:p>
          <a:endParaRPr lang="en-US"/>
        </a:p>
      </dgm:t>
    </dgm:pt>
    <dgm:pt modelId="{CE9364D2-BF91-42B2-8AEB-22B6A1B6506C}" type="sibTrans" cxnId="{99002D3A-849D-44D8-90BC-BFF7A8F12D7B}">
      <dgm:prSet/>
      <dgm:spPr/>
      <dgm:t>
        <a:bodyPr/>
        <a:lstStyle/>
        <a:p>
          <a:endParaRPr lang="en-US"/>
        </a:p>
      </dgm:t>
    </dgm:pt>
    <dgm:pt modelId="{47F69542-4AA6-4F16-A02C-8C981386D1DE}" type="pres">
      <dgm:prSet presAssocID="{28DE2317-9D4E-4C71-B2BE-913F8BAC5EEF}" presName="Name0" presStyleCnt="0">
        <dgm:presLayoutVars>
          <dgm:dir/>
          <dgm:animLvl val="lvl"/>
          <dgm:resizeHandles val="exact"/>
        </dgm:presLayoutVars>
      </dgm:prSet>
      <dgm:spPr/>
    </dgm:pt>
    <dgm:pt modelId="{0DBD6D21-2142-4848-9322-6A98DE3B3DF1}" type="pres">
      <dgm:prSet presAssocID="{6B76CF57-F947-4694-8424-AF42C0CE71EF}" presName="composite" presStyleCnt="0"/>
      <dgm:spPr/>
    </dgm:pt>
    <dgm:pt modelId="{1198394C-C664-4477-9602-18D68296F379}" type="pres">
      <dgm:prSet presAssocID="{6B76CF57-F947-4694-8424-AF42C0CE71E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B9F071A-B375-44CF-BA3F-C9F597382EAB}" type="pres">
      <dgm:prSet presAssocID="{6B76CF57-F947-4694-8424-AF42C0CE71EF}" presName="desTx" presStyleLbl="alignAccFollowNode1" presStyleIdx="0" presStyleCnt="2">
        <dgm:presLayoutVars>
          <dgm:bulletEnabled val="1"/>
        </dgm:presLayoutVars>
      </dgm:prSet>
      <dgm:spPr/>
    </dgm:pt>
    <dgm:pt modelId="{763D0261-6280-42E9-B85F-AD32DC69733B}" type="pres">
      <dgm:prSet presAssocID="{34C45BD6-07AB-4494-A060-B1E99BEA18F1}" presName="space" presStyleCnt="0"/>
      <dgm:spPr/>
    </dgm:pt>
    <dgm:pt modelId="{5F78A874-51AA-4068-A1D1-EE7964D4FEA4}" type="pres">
      <dgm:prSet presAssocID="{6FAB2026-2EB2-4F33-B7A9-3CC70D97831E}" presName="composite" presStyleCnt="0"/>
      <dgm:spPr/>
    </dgm:pt>
    <dgm:pt modelId="{A57C2DD4-5AFE-4682-A5BD-F38B3D2204DA}" type="pres">
      <dgm:prSet presAssocID="{6FAB2026-2EB2-4F33-B7A9-3CC70D97831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FE88264-75F3-4339-859D-769E64CE18ED}" type="pres">
      <dgm:prSet presAssocID="{6FAB2026-2EB2-4F33-B7A9-3CC70D97831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027B605-2CF6-4997-B7FE-9ACC895EF320}" srcId="{C0EE859A-22D6-4948-9411-303DD8689700}" destId="{7091C1E6-5203-403B-AEC7-99AE26BC8846}" srcOrd="0" destOrd="0" parTransId="{14611EFD-2DBF-4D77-8E6A-C7D570A3E752}" sibTransId="{0AF47319-EB6C-43D0-A296-C7960DB0226D}"/>
    <dgm:cxn modelId="{CEA0B707-998E-4990-ABA0-9279C1B5211C}" srcId="{6FAB2026-2EB2-4F33-B7A9-3CC70D97831E}" destId="{9721F7E2-1359-4C36-82BD-28FF747F04F2}" srcOrd="1" destOrd="0" parTransId="{9D4C676C-7FCB-487D-9B92-9974824E0A9F}" sibTransId="{6CB3FFAA-5C02-4262-B7E5-1571065FE587}"/>
    <dgm:cxn modelId="{8129A511-D68D-421A-AE9E-79D753BD3F00}" type="presOf" srcId="{E810F42F-7C51-471F-95C5-38DD6BAFF5C5}" destId="{EFE88264-75F3-4339-859D-769E64CE18ED}" srcOrd="0" destOrd="4" presId="urn:microsoft.com/office/officeart/2005/8/layout/hList1"/>
    <dgm:cxn modelId="{968DD912-80D4-4603-A1A6-C0A176F0F125}" type="presOf" srcId="{7091C1E6-5203-403B-AEC7-99AE26BC8846}" destId="{EFE88264-75F3-4339-859D-769E64CE18ED}" srcOrd="0" destOrd="1" presId="urn:microsoft.com/office/officeart/2005/8/layout/hList1"/>
    <dgm:cxn modelId="{A7B64917-ACBB-44E9-8F11-753DF429A79E}" type="presOf" srcId="{6FAB2026-2EB2-4F33-B7A9-3CC70D97831E}" destId="{A57C2DD4-5AFE-4682-A5BD-F38B3D2204DA}" srcOrd="0" destOrd="0" presId="urn:microsoft.com/office/officeart/2005/8/layout/hList1"/>
    <dgm:cxn modelId="{1179EA18-D818-4F72-8DDE-3A37144D3E65}" type="presOf" srcId="{7BC57E6D-3751-468C-9630-EFFCE4C17564}" destId="{DB9F071A-B375-44CF-BA3F-C9F597382EAB}" srcOrd="0" destOrd="4" presId="urn:microsoft.com/office/officeart/2005/8/layout/hList1"/>
    <dgm:cxn modelId="{C86AD619-5B3B-4874-9FCC-D7CFD7D663D6}" type="presOf" srcId="{6B76CF57-F947-4694-8424-AF42C0CE71EF}" destId="{1198394C-C664-4477-9602-18D68296F379}" srcOrd="0" destOrd="0" presId="urn:microsoft.com/office/officeart/2005/8/layout/hList1"/>
    <dgm:cxn modelId="{4C7DC61C-75D5-4266-B8F4-B99EDB89A702}" type="presOf" srcId="{13C70572-A19A-448B-B722-9BD3D87A2FCB}" destId="{DB9F071A-B375-44CF-BA3F-C9F597382EAB}" srcOrd="0" destOrd="2" presId="urn:microsoft.com/office/officeart/2005/8/layout/hList1"/>
    <dgm:cxn modelId="{A0F91C20-80A5-45F2-B6A7-ECE13FA6DD7F}" type="presOf" srcId="{19ADCEAA-83B6-482A-91A4-0D4122711344}" destId="{DB9F071A-B375-44CF-BA3F-C9F597382EAB}" srcOrd="0" destOrd="0" presId="urn:microsoft.com/office/officeart/2005/8/layout/hList1"/>
    <dgm:cxn modelId="{EC58A729-A6ED-4D23-84DF-985E61D5F6B0}" srcId="{6FAB2026-2EB2-4F33-B7A9-3CC70D97831E}" destId="{63380C09-221D-4EB1-8E6E-83EFED1D611D}" srcOrd="2" destOrd="0" parTransId="{7503FC31-C36C-4E77-84CD-BAAD7347CA1B}" sibTransId="{BD27BCCB-1CBA-4706-A581-97A5F74DE0A0}"/>
    <dgm:cxn modelId="{74D29035-622D-4857-82CE-87997FBED311}" srcId="{C0EE859A-22D6-4948-9411-303DD8689700}" destId="{1677F4EE-60A5-4CDE-B7D9-8B1399AD0BE5}" srcOrd="1" destOrd="0" parTransId="{EA97B4D0-1576-4503-8BE2-BDC144BFC374}" sibTransId="{D78EDFE6-3377-47B3-AFFA-0234C1196AC4}"/>
    <dgm:cxn modelId="{99002D3A-849D-44D8-90BC-BFF7A8F12D7B}" srcId="{6B76CF57-F947-4694-8424-AF42C0CE71EF}" destId="{13C70572-A19A-448B-B722-9BD3D87A2FCB}" srcOrd="2" destOrd="0" parTransId="{4ED7BC3C-B26C-4690-A6CB-CE43EC13A0AE}" sibTransId="{CE9364D2-BF91-42B2-8AEB-22B6A1B6506C}"/>
    <dgm:cxn modelId="{ADA4A85B-6352-4B2D-99A7-B06A4BD3A976}" type="presOf" srcId="{1677F4EE-60A5-4CDE-B7D9-8B1399AD0BE5}" destId="{EFE88264-75F3-4339-859D-769E64CE18ED}" srcOrd="0" destOrd="2" presId="urn:microsoft.com/office/officeart/2005/8/layout/hList1"/>
    <dgm:cxn modelId="{ECEB6F5C-65A4-4110-B6B2-F3DB0690F1E2}" srcId="{6B76CF57-F947-4694-8424-AF42C0CE71EF}" destId="{19ADCEAA-83B6-482A-91A4-0D4122711344}" srcOrd="0" destOrd="0" parTransId="{8A056DCD-F96A-4BA8-AE26-92A093AECC02}" sibTransId="{19E8DBB8-A22B-4222-AF92-8A438BC45D78}"/>
    <dgm:cxn modelId="{5D51C492-4285-401A-BEA0-100D4FA8943D}" type="presOf" srcId="{971C40F0-B4AF-4D65-B986-9298D10CD072}" destId="{DB9F071A-B375-44CF-BA3F-C9F597382EAB}" srcOrd="0" destOrd="1" presId="urn:microsoft.com/office/officeart/2005/8/layout/hList1"/>
    <dgm:cxn modelId="{3CC10DA4-1E6B-430E-92A5-0899A6664062}" srcId="{6B76CF57-F947-4694-8424-AF42C0CE71EF}" destId="{A5AD1B05-0295-40F6-9083-E49EC716F23E}" srcOrd="3" destOrd="0" parTransId="{BE442938-FE08-48F1-88CB-55B8F73C5AEA}" sibTransId="{9C1D7DE7-BFCA-4EF6-A68D-C49DDC412523}"/>
    <dgm:cxn modelId="{649048AE-0394-47B6-B5A8-5023AABC09A5}" srcId="{6B76CF57-F947-4694-8424-AF42C0CE71EF}" destId="{7BC57E6D-3751-468C-9630-EFFCE4C17564}" srcOrd="4" destOrd="0" parTransId="{89024558-544F-4582-96BF-20F4E323F848}" sibTransId="{9C9102B2-B0D5-445D-A71F-A378E583E18B}"/>
    <dgm:cxn modelId="{104DDCB3-941D-4D14-857D-ED1F8C0D033E}" type="presOf" srcId="{63380C09-221D-4EB1-8E6E-83EFED1D611D}" destId="{EFE88264-75F3-4339-859D-769E64CE18ED}" srcOrd="0" destOrd="5" presId="urn:microsoft.com/office/officeart/2005/8/layout/hList1"/>
    <dgm:cxn modelId="{F6EFFEC2-9C45-4AFF-A28F-18448620E251}" type="presOf" srcId="{A5AD1B05-0295-40F6-9083-E49EC716F23E}" destId="{DB9F071A-B375-44CF-BA3F-C9F597382EAB}" srcOrd="0" destOrd="3" presId="urn:microsoft.com/office/officeart/2005/8/layout/hList1"/>
    <dgm:cxn modelId="{F5D557C3-A4E5-4FCC-8290-74290E70599C}" type="presOf" srcId="{9721F7E2-1359-4C36-82BD-28FF747F04F2}" destId="{EFE88264-75F3-4339-859D-769E64CE18ED}" srcOrd="0" destOrd="3" presId="urn:microsoft.com/office/officeart/2005/8/layout/hList1"/>
    <dgm:cxn modelId="{A6D552C7-87D2-451E-8B17-D8FEC3B64CF1}" type="presOf" srcId="{28DE2317-9D4E-4C71-B2BE-913F8BAC5EEF}" destId="{47F69542-4AA6-4F16-A02C-8C981386D1DE}" srcOrd="0" destOrd="0" presId="urn:microsoft.com/office/officeart/2005/8/layout/hList1"/>
    <dgm:cxn modelId="{61C891CD-F1EB-46D0-A7C5-A5B29054D4D0}" srcId="{28DE2317-9D4E-4C71-B2BE-913F8BAC5EEF}" destId="{6B76CF57-F947-4694-8424-AF42C0CE71EF}" srcOrd="0" destOrd="0" parTransId="{DD41CC11-A842-4D7B-80CA-7F53F9538D2C}" sibTransId="{34C45BD6-07AB-4494-A060-B1E99BEA18F1}"/>
    <dgm:cxn modelId="{B9EE48D2-B0D8-486E-B81C-ACFB2E7506F9}" type="presOf" srcId="{C0EE859A-22D6-4948-9411-303DD8689700}" destId="{EFE88264-75F3-4339-859D-769E64CE18ED}" srcOrd="0" destOrd="0" presId="urn:microsoft.com/office/officeart/2005/8/layout/hList1"/>
    <dgm:cxn modelId="{3C9CF1D7-E4F2-4E09-B12B-C6CAAF4C2E1B}" srcId="{9721F7E2-1359-4C36-82BD-28FF747F04F2}" destId="{E810F42F-7C51-471F-95C5-38DD6BAFF5C5}" srcOrd="0" destOrd="0" parTransId="{5B219136-30CA-40C6-8735-0A3A3C1382C4}" sibTransId="{AFB64C37-E448-44C0-BC17-7EC1F5166B6B}"/>
    <dgm:cxn modelId="{5B6057E0-4DF8-42EA-9FB3-FF3197418CC6}" srcId="{6B76CF57-F947-4694-8424-AF42C0CE71EF}" destId="{971C40F0-B4AF-4D65-B986-9298D10CD072}" srcOrd="1" destOrd="0" parTransId="{3E232090-BFA4-4720-8AA2-6FE20D73A3E9}" sibTransId="{98387FC1-F13D-4A15-99CC-4A66EE862221}"/>
    <dgm:cxn modelId="{01D8D6ED-5218-434A-A702-B33BC8D6F6EF}" srcId="{28DE2317-9D4E-4C71-B2BE-913F8BAC5EEF}" destId="{6FAB2026-2EB2-4F33-B7A9-3CC70D97831E}" srcOrd="1" destOrd="0" parTransId="{EA7D3A8D-5498-4693-8F79-40901F3F4E74}" sibTransId="{2ADA9845-B867-4EC8-A8BD-B2A6A4B9B9DD}"/>
    <dgm:cxn modelId="{988562F8-C8D0-4D1D-A004-8FE01D396636}" srcId="{6FAB2026-2EB2-4F33-B7A9-3CC70D97831E}" destId="{C0EE859A-22D6-4948-9411-303DD8689700}" srcOrd="0" destOrd="0" parTransId="{05576D62-23EA-4868-96DA-EDE06811266E}" sibTransId="{822BF9D9-6424-42D9-8A7C-D0E1C08D6BFD}"/>
    <dgm:cxn modelId="{F3946113-47F5-457E-BDB8-647F1C9ABC1B}" type="presParOf" srcId="{47F69542-4AA6-4F16-A02C-8C981386D1DE}" destId="{0DBD6D21-2142-4848-9322-6A98DE3B3DF1}" srcOrd="0" destOrd="0" presId="urn:microsoft.com/office/officeart/2005/8/layout/hList1"/>
    <dgm:cxn modelId="{0E094103-6454-458E-808E-7CBCB6E119F6}" type="presParOf" srcId="{0DBD6D21-2142-4848-9322-6A98DE3B3DF1}" destId="{1198394C-C664-4477-9602-18D68296F379}" srcOrd="0" destOrd="0" presId="urn:microsoft.com/office/officeart/2005/8/layout/hList1"/>
    <dgm:cxn modelId="{4C6598D9-2A67-4A40-BB63-C39705720C7C}" type="presParOf" srcId="{0DBD6D21-2142-4848-9322-6A98DE3B3DF1}" destId="{DB9F071A-B375-44CF-BA3F-C9F597382EAB}" srcOrd="1" destOrd="0" presId="urn:microsoft.com/office/officeart/2005/8/layout/hList1"/>
    <dgm:cxn modelId="{39357CC1-88EF-4B76-B30F-69835D1E61CA}" type="presParOf" srcId="{47F69542-4AA6-4F16-A02C-8C981386D1DE}" destId="{763D0261-6280-42E9-B85F-AD32DC69733B}" srcOrd="1" destOrd="0" presId="urn:microsoft.com/office/officeart/2005/8/layout/hList1"/>
    <dgm:cxn modelId="{C6357706-3639-48B8-B881-C1BEC05A9E1E}" type="presParOf" srcId="{47F69542-4AA6-4F16-A02C-8C981386D1DE}" destId="{5F78A874-51AA-4068-A1D1-EE7964D4FEA4}" srcOrd="2" destOrd="0" presId="urn:microsoft.com/office/officeart/2005/8/layout/hList1"/>
    <dgm:cxn modelId="{8BA64B1A-D07E-4767-B89C-EB87700BE19C}" type="presParOf" srcId="{5F78A874-51AA-4068-A1D1-EE7964D4FEA4}" destId="{A57C2DD4-5AFE-4682-A5BD-F38B3D2204DA}" srcOrd="0" destOrd="0" presId="urn:microsoft.com/office/officeart/2005/8/layout/hList1"/>
    <dgm:cxn modelId="{A37F1454-CF28-4AF8-97C0-F485C2F6B3E9}" type="presParOf" srcId="{5F78A874-51AA-4068-A1D1-EE7964D4FEA4}" destId="{EFE88264-75F3-4339-859D-769E64CE18E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0F40A-AEEA-48B8-A09D-1ABE6B7DE6FB}">
      <dsp:nvSpPr>
        <dsp:cNvPr id="0" name=""/>
        <dsp:cNvSpPr/>
      </dsp:nvSpPr>
      <dsp:spPr>
        <a:xfrm>
          <a:off x="0" y="4227317"/>
          <a:ext cx="10760722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EB22AB-3395-4009-B5FC-082F971B19B4}">
      <dsp:nvSpPr>
        <dsp:cNvPr id="0" name=""/>
        <dsp:cNvSpPr/>
      </dsp:nvSpPr>
      <dsp:spPr>
        <a:xfrm>
          <a:off x="0" y="2411617"/>
          <a:ext cx="10760722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D12D75-6C40-403D-88C3-AB1B1E2E7413}">
      <dsp:nvSpPr>
        <dsp:cNvPr id="0" name=""/>
        <dsp:cNvSpPr/>
      </dsp:nvSpPr>
      <dsp:spPr>
        <a:xfrm>
          <a:off x="0" y="595917"/>
          <a:ext cx="10760722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998801-5525-413A-ACBF-21ED9223F412}">
      <dsp:nvSpPr>
        <dsp:cNvPr id="0" name=""/>
        <dsp:cNvSpPr/>
      </dsp:nvSpPr>
      <dsp:spPr>
        <a:xfrm>
          <a:off x="2841504" y="2837"/>
          <a:ext cx="6578657" cy="595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35" tIns="51435" rIns="51435" bIns="51435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/>
        </a:p>
      </dsp:txBody>
      <dsp:txXfrm>
        <a:off x="2841504" y="2837"/>
        <a:ext cx="6578657" cy="595253"/>
      </dsp:txXfrm>
    </dsp:sp>
    <dsp:sp modelId="{9E2D02C2-7B72-4DAD-B5F6-FD363EE95912}">
      <dsp:nvSpPr>
        <dsp:cNvPr id="0" name=""/>
        <dsp:cNvSpPr/>
      </dsp:nvSpPr>
      <dsp:spPr>
        <a:xfrm>
          <a:off x="0" y="664"/>
          <a:ext cx="2797787" cy="595253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About Walmart</a:t>
          </a:r>
        </a:p>
      </dsp:txBody>
      <dsp:txXfrm>
        <a:off x="29063" y="29727"/>
        <a:ext cx="2739661" cy="566190"/>
      </dsp:txXfrm>
    </dsp:sp>
    <dsp:sp modelId="{0FF4487B-BFA8-4868-B8E9-2C17D037CEE6}">
      <dsp:nvSpPr>
        <dsp:cNvPr id="0" name=""/>
        <dsp:cNvSpPr/>
      </dsp:nvSpPr>
      <dsp:spPr>
        <a:xfrm>
          <a:off x="0" y="595917"/>
          <a:ext cx="10760722" cy="11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Walmart is a global company and have millions of items across the markets.​ Within each market have its own item hierarchy.​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For Walmart to operate as a truly International Retailer, there is a need for a homogenous item hierarchy.​</a:t>
          </a:r>
        </a:p>
      </dsp:txBody>
      <dsp:txXfrm>
        <a:off x="0" y="595917"/>
        <a:ext cx="10760722" cy="1190684"/>
      </dsp:txXfrm>
    </dsp:sp>
    <dsp:sp modelId="{3366ABCE-7AD8-410E-B3FF-587D84956F7A}">
      <dsp:nvSpPr>
        <dsp:cNvPr id="0" name=""/>
        <dsp:cNvSpPr/>
      </dsp:nvSpPr>
      <dsp:spPr>
        <a:xfrm>
          <a:off x="2797787" y="1816364"/>
          <a:ext cx="7962934" cy="595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35" tIns="51435" rIns="51435" bIns="51435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/>
        </a:p>
      </dsp:txBody>
      <dsp:txXfrm>
        <a:off x="2797787" y="1816364"/>
        <a:ext cx="7962934" cy="595253"/>
      </dsp:txXfrm>
    </dsp:sp>
    <dsp:sp modelId="{9359C45C-CADB-47B6-BFF7-8289C0549585}">
      <dsp:nvSpPr>
        <dsp:cNvPr id="0" name=""/>
        <dsp:cNvSpPr/>
      </dsp:nvSpPr>
      <dsp:spPr>
        <a:xfrm>
          <a:off x="0" y="1816364"/>
          <a:ext cx="2797787" cy="595253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Business Objective</a:t>
          </a:r>
        </a:p>
      </dsp:txBody>
      <dsp:txXfrm>
        <a:off x="29063" y="1845427"/>
        <a:ext cx="2739661" cy="566190"/>
      </dsp:txXfrm>
    </dsp:sp>
    <dsp:sp modelId="{C1BE1126-84D7-41FB-83A3-80C045DF388A}">
      <dsp:nvSpPr>
        <dsp:cNvPr id="0" name=""/>
        <dsp:cNvSpPr/>
      </dsp:nvSpPr>
      <dsp:spPr>
        <a:xfrm>
          <a:off x="0" y="2411617"/>
          <a:ext cx="10760722" cy="11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The business objective here is to aggregate each market's sourcing data into a Global Sourcing Perspective.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This can help the sourcing partners to understand the economies of scale that have in their global sourcing of products for sale in stores.​</a:t>
          </a:r>
        </a:p>
      </dsp:txBody>
      <dsp:txXfrm>
        <a:off x="0" y="2411617"/>
        <a:ext cx="10760722" cy="1190684"/>
      </dsp:txXfrm>
    </dsp:sp>
    <dsp:sp modelId="{AEF0BC25-DE7A-48E3-B40F-9E8E2E9F96E5}">
      <dsp:nvSpPr>
        <dsp:cNvPr id="0" name=""/>
        <dsp:cNvSpPr/>
      </dsp:nvSpPr>
      <dsp:spPr>
        <a:xfrm>
          <a:off x="2797787" y="3632064"/>
          <a:ext cx="7962934" cy="595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35" tIns="51435" rIns="51435" bIns="51435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/>
        </a:p>
      </dsp:txBody>
      <dsp:txXfrm>
        <a:off x="2797787" y="3632064"/>
        <a:ext cx="7962934" cy="595253"/>
      </dsp:txXfrm>
    </dsp:sp>
    <dsp:sp modelId="{2AB3285F-1822-4F5F-A84E-D6B79CC83663}">
      <dsp:nvSpPr>
        <dsp:cNvPr id="0" name=""/>
        <dsp:cNvSpPr/>
      </dsp:nvSpPr>
      <dsp:spPr>
        <a:xfrm>
          <a:off x="0" y="3632064"/>
          <a:ext cx="2797787" cy="595253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 Objective</a:t>
          </a:r>
        </a:p>
      </dsp:txBody>
      <dsp:txXfrm>
        <a:off x="29063" y="3661127"/>
        <a:ext cx="2739661" cy="566190"/>
      </dsp:txXfrm>
    </dsp:sp>
    <dsp:sp modelId="{9648CC17-53C6-426B-815A-D7ECD4FD3848}">
      <dsp:nvSpPr>
        <dsp:cNvPr id="0" name=""/>
        <dsp:cNvSpPr/>
      </dsp:nvSpPr>
      <dsp:spPr>
        <a:xfrm>
          <a:off x="0" y="4227317"/>
          <a:ext cx="10760722" cy="11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Formulate a machine learning algorithm to group the like items across the globe into similar cross category and cross subcategory.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The data given to me is of FOOD as SBU and cross department as PRODUCE &amp; FLOWERS.</a:t>
          </a:r>
        </a:p>
      </dsp:txBody>
      <dsp:txXfrm>
        <a:off x="0" y="4227317"/>
        <a:ext cx="10760722" cy="11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E3DCA-8244-4FAE-8D86-7BF3FA572736}">
      <dsp:nvSpPr>
        <dsp:cNvPr id="0" name=""/>
        <dsp:cNvSpPr/>
      </dsp:nvSpPr>
      <dsp:spPr>
        <a:xfrm rot="5400000">
          <a:off x="-289718" y="292805"/>
          <a:ext cx="1931458" cy="1352020"/>
        </a:xfrm>
        <a:prstGeom prst="chevron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Setting up the data</a:t>
          </a:r>
        </a:p>
      </dsp:txBody>
      <dsp:txXfrm rot="-5400000">
        <a:off x="1" y="679096"/>
        <a:ext cx="1352020" cy="579438"/>
      </dsp:txXfrm>
    </dsp:sp>
    <dsp:sp modelId="{55FEE6F3-8A8B-488D-BBE5-9303B833789C}">
      <dsp:nvSpPr>
        <dsp:cNvPr id="0" name=""/>
        <dsp:cNvSpPr/>
      </dsp:nvSpPr>
      <dsp:spPr>
        <a:xfrm rot="5400000">
          <a:off x="5437525" y="-4082418"/>
          <a:ext cx="1255447" cy="9426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Define a target column by concatenating revised category and revised variety.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Divide the data into train and test. Test data will have Nan values in the target column.</a:t>
          </a:r>
        </a:p>
      </dsp:txBody>
      <dsp:txXfrm rot="-5400000">
        <a:off x="1352020" y="64373"/>
        <a:ext cx="9365171" cy="1132875"/>
      </dsp:txXfrm>
    </dsp:sp>
    <dsp:sp modelId="{5063A1F0-A087-41B9-A121-7D3E4FA40120}">
      <dsp:nvSpPr>
        <dsp:cNvPr id="0" name=""/>
        <dsp:cNvSpPr/>
      </dsp:nvSpPr>
      <dsp:spPr>
        <a:xfrm rot="5400000">
          <a:off x="-289718" y="2033323"/>
          <a:ext cx="1931458" cy="1352020"/>
        </a:xfrm>
        <a:prstGeom prst="chevron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Methodology</a:t>
          </a:r>
        </a:p>
      </dsp:txBody>
      <dsp:txXfrm rot="-5400000">
        <a:off x="1" y="2419614"/>
        <a:ext cx="1352020" cy="579438"/>
      </dsp:txXfrm>
    </dsp:sp>
    <dsp:sp modelId="{9EFBADBD-8E0F-41DF-A231-73976EB2ADE2}">
      <dsp:nvSpPr>
        <dsp:cNvPr id="0" name=""/>
        <dsp:cNvSpPr/>
      </dsp:nvSpPr>
      <dsp:spPr>
        <a:xfrm rot="5400000">
          <a:off x="5437525" y="-2341900"/>
          <a:ext cx="1255447" cy="9426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Set up the pipeline and add vectorizer to convert text into numeric features.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Add classification models to the pipeline and calculate cross validation score.</a:t>
          </a:r>
        </a:p>
      </dsp:txBody>
      <dsp:txXfrm rot="-5400000">
        <a:off x="1352020" y="1804891"/>
        <a:ext cx="9365171" cy="1132875"/>
      </dsp:txXfrm>
    </dsp:sp>
    <dsp:sp modelId="{F2D4DE04-6E38-4C56-9F4F-66917121D0EE}">
      <dsp:nvSpPr>
        <dsp:cNvPr id="0" name=""/>
        <dsp:cNvSpPr/>
      </dsp:nvSpPr>
      <dsp:spPr>
        <a:xfrm rot="5400000">
          <a:off x="-289718" y="3773840"/>
          <a:ext cx="1931458" cy="1352020"/>
        </a:xfrm>
        <a:prstGeom prst="chevron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Finalizing the model</a:t>
          </a:r>
        </a:p>
      </dsp:txBody>
      <dsp:txXfrm rot="-5400000">
        <a:off x="1" y="4160131"/>
        <a:ext cx="1352020" cy="579438"/>
      </dsp:txXfrm>
    </dsp:sp>
    <dsp:sp modelId="{298611BE-B892-4EC1-AEFB-2FCAB3EECD04}">
      <dsp:nvSpPr>
        <dsp:cNvPr id="0" name=""/>
        <dsp:cNvSpPr/>
      </dsp:nvSpPr>
      <dsp:spPr>
        <a:xfrm rot="5400000">
          <a:off x="5437525" y="-601382"/>
          <a:ext cx="1255447" cy="9426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Select the model with the best CV score and take it as the baseline.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Perform hyperparameter tuning using grid search to improve the score.</a:t>
          </a:r>
        </a:p>
      </dsp:txBody>
      <dsp:txXfrm rot="-5400000">
        <a:off x="1352020" y="3545409"/>
        <a:ext cx="9365171" cy="11328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98394C-C664-4477-9602-18D68296F379}">
      <dsp:nvSpPr>
        <dsp:cNvPr id="0" name=""/>
        <dsp:cNvSpPr/>
      </dsp:nvSpPr>
      <dsp:spPr>
        <a:xfrm>
          <a:off x="52" y="16279"/>
          <a:ext cx="5021753" cy="518400"/>
        </a:xfrm>
        <a:prstGeom prst="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Conditions</a:t>
          </a:r>
        </a:p>
      </dsp:txBody>
      <dsp:txXfrm>
        <a:off x="52" y="16279"/>
        <a:ext cx="5021753" cy="518400"/>
      </dsp:txXfrm>
    </dsp:sp>
    <dsp:sp modelId="{DB9F071A-B375-44CF-BA3F-C9F597382EAB}">
      <dsp:nvSpPr>
        <dsp:cNvPr id="0" name=""/>
        <dsp:cNvSpPr/>
      </dsp:nvSpPr>
      <dsp:spPr>
        <a:xfrm>
          <a:off x="52" y="534679"/>
          <a:ext cx="5021753" cy="2371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 have removed the classes with count &lt; 5. Hence, there are total </a:t>
          </a:r>
          <a:r>
            <a:rPr lang="en-US" sz="1600" b="1" kern="1200" dirty="0"/>
            <a:t>486</a:t>
          </a:r>
          <a:r>
            <a:rPr lang="en-US" sz="1600" kern="1200" dirty="0"/>
            <a:t> classes now.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SVM is the slowest and hence avoided for the time being.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Hyperparameter tuning is performed for Random Forest and vectorizer.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 GridSearchCV(), 5-fold cross validation is performed with scoring as accuracy.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</dsp:txBody>
      <dsp:txXfrm>
        <a:off x="52" y="534679"/>
        <a:ext cx="5021753" cy="2371680"/>
      </dsp:txXfrm>
    </dsp:sp>
    <dsp:sp modelId="{A57C2DD4-5AFE-4682-A5BD-F38B3D2204DA}">
      <dsp:nvSpPr>
        <dsp:cNvPr id="0" name=""/>
        <dsp:cNvSpPr/>
      </dsp:nvSpPr>
      <dsp:spPr>
        <a:xfrm>
          <a:off x="5724851" y="16279"/>
          <a:ext cx="5021753" cy="518400"/>
        </a:xfrm>
        <a:prstGeom prst="rect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Best model</a:t>
          </a:r>
        </a:p>
      </dsp:txBody>
      <dsp:txXfrm>
        <a:off x="5724851" y="16279"/>
        <a:ext cx="5021753" cy="518400"/>
      </dsp:txXfrm>
    </dsp:sp>
    <dsp:sp modelId="{EFE88264-75F3-4339-859D-769E64CE18ED}">
      <dsp:nvSpPr>
        <dsp:cNvPr id="0" name=""/>
        <dsp:cNvSpPr/>
      </dsp:nvSpPr>
      <dsp:spPr>
        <a:xfrm>
          <a:off x="5724851" y="534679"/>
          <a:ext cx="5021753" cy="2371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RandomForestClassifier()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n_estimators = 150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class_weight = balanced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CountVectorizer()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min_df = 10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Best score = </a:t>
          </a:r>
          <a:r>
            <a:rPr lang="en-US" sz="1800" b="1" kern="1200" dirty="0">
              <a:solidFill>
                <a:srgbClr val="FF0000"/>
              </a:solidFill>
            </a:rPr>
            <a:t>0.9899</a:t>
          </a:r>
        </a:p>
      </dsp:txBody>
      <dsp:txXfrm>
        <a:off x="5724851" y="534679"/>
        <a:ext cx="5021753" cy="2371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176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89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85437" y="744906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159489" y="4327383"/>
            <a:ext cx="11786705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Review Meet: Week 1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June 28</a:t>
            </a:r>
            <a:r>
              <a:rPr lang="en-US" sz="3200" baseline="30000" dirty="0">
                <a:solidFill>
                  <a:srgbClr val="0D1D2B"/>
                </a:solidFill>
                <a:latin typeface="Bogle"/>
                <a:cs typeface="Bogle"/>
              </a:rPr>
              <a:t>th</a:t>
            </a: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, 2021</a:t>
            </a:r>
            <a:endParaRPr lang="en-US" sz="28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</p:spTree>
    <p:extLst>
      <p:ext uri="{BB962C8B-B14F-4D97-AF65-F5344CB8AC3E}">
        <p14:creationId xmlns:p14="http://schemas.microsoft.com/office/powerpoint/2010/main" val="13620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39A144-1544-4B5A-BD76-9C5D0882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706" y="510364"/>
            <a:ext cx="3543192" cy="5816008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Review Meet – 1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May 28</a:t>
            </a:r>
            <a:r>
              <a:rPr lang="en-US" sz="3600" kern="1200" baseline="30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,2021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0DF84-C8CC-4BF1-86F0-FD284C7E6EC6}"/>
              </a:ext>
            </a:extLst>
          </p:cNvPr>
          <p:cNvSpPr txBox="1"/>
          <p:nvPr/>
        </p:nvSpPr>
        <p:spPr>
          <a:xfrm>
            <a:off x="4793942" y="701336"/>
            <a:ext cx="6569475" cy="92333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D84919-7EF1-48D5-9D8B-ECFAF6930FC2}"/>
              </a:ext>
            </a:extLst>
          </p:cNvPr>
          <p:cNvSpPr txBox="1"/>
          <p:nvPr/>
        </p:nvSpPr>
        <p:spPr>
          <a:xfrm>
            <a:off x="4793942" y="2501977"/>
            <a:ext cx="61699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Problem statement</a:t>
            </a:r>
          </a:p>
          <a:p>
            <a:pPr marL="342900" indent="-342900">
              <a:buAutoNum type="arabicPeriod"/>
            </a:pPr>
            <a:r>
              <a:rPr lang="en-US" sz="2800" dirty="0"/>
              <a:t>Approach</a:t>
            </a:r>
          </a:p>
          <a:p>
            <a:pPr marL="342900" indent="-342900">
              <a:buAutoNum type="arabicPeriod"/>
            </a:pPr>
            <a:r>
              <a:rPr lang="en-US" sz="2800" dirty="0"/>
              <a:t>Findings </a:t>
            </a:r>
          </a:p>
          <a:p>
            <a:pPr marL="342900" indent="-342900">
              <a:buAutoNum type="arabicPeriod"/>
            </a:pPr>
            <a:r>
              <a:rPr lang="en-US" sz="2800" dirty="0"/>
              <a:t>Way ahead</a:t>
            </a:r>
          </a:p>
        </p:txBody>
      </p:sp>
    </p:spTree>
    <p:extLst>
      <p:ext uri="{BB962C8B-B14F-4D97-AF65-F5344CB8AC3E}">
        <p14:creationId xmlns:p14="http://schemas.microsoft.com/office/powerpoint/2010/main" val="298410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A51F05-BFB5-4DD9-B54B-EB2DE5D4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17" y="125429"/>
            <a:ext cx="10515600" cy="851116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786B432-DDE7-4B54-A310-636A30E454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4749469"/>
              </p:ext>
            </p:extLst>
          </p:nvPr>
        </p:nvGraphicFramePr>
        <p:xfrm>
          <a:off x="434020" y="1128039"/>
          <a:ext cx="1076072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67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22AD-6C8E-4286-BF85-D9E1AA50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71" y="143184"/>
            <a:ext cx="10515600" cy="851116"/>
          </a:xfrm>
        </p:spPr>
        <p:txBody>
          <a:bodyPr/>
          <a:lstStyle/>
          <a:p>
            <a:r>
              <a:rPr lang="en-US" dirty="0"/>
              <a:t>Approach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08C3A8B-D2B6-477C-9B49-424F3D4BB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7781683"/>
              </p:ext>
            </p:extLst>
          </p:nvPr>
        </p:nvGraphicFramePr>
        <p:xfrm>
          <a:off x="647083" y="1207938"/>
          <a:ext cx="1077847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4840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1E39-9082-46BD-8B32-BA8E397A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5" y="119988"/>
            <a:ext cx="10515600" cy="833360"/>
          </a:xfrm>
        </p:spPr>
        <p:txBody>
          <a:bodyPr/>
          <a:lstStyle/>
          <a:p>
            <a:r>
              <a:rPr lang="en-US" dirty="0"/>
              <a:t>Findings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51B6A00-8710-48C4-A42D-05C56EB5A8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58907" y="953348"/>
          <a:ext cx="9731408" cy="2256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135">
                  <a:extLst>
                    <a:ext uri="{9D8B030D-6E8A-4147-A177-3AD203B41FA5}">
                      <a16:colId xmlns:a16="http://schemas.microsoft.com/office/drawing/2014/main" val="1861050215"/>
                    </a:ext>
                  </a:extLst>
                </a:gridCol>
                <a:gridCol w="4691779">
                  <a:extLst>
                    <a:ext uri="{9D8B030D-6E8A-4147-A177-3AD203B41FA5}">
                      <a16:colId xmlns:a16="http://schemas.microsoft.com/office/drawing/2014/main" val="224080021"/>
                    </a:ext>
                  </a:extLst>
                </a:gridCol>
                <a:gridCol w="1606667">
                  <a:extLst>
                    <a:ext uri="{9D8B030D-6E8A-4147-A177-3AD203B41FA5}">
                      <a16:colId xmlns:a16="http://schemas.microsoft.com/office/drawing/2014/main" val="4161548528"/>
                    </a:ext>
                  </a:extLst>
                </a:gridCol>
                <a:gridCol w="2425827">
                  <a:extLst>
                    <a:ext uri="{9D8B030D-6E8A-4147-A177-3AD203B41FA5}">
                      <a16:colId xmlns:a16="http://schemas.microsoft.com/office/drawing/2014/main" val="3368387713"/>
                    </a:ext>
                  </a:extLst>
                </a:gridCol>
              </a:tblGrid>
              <a:tr h="4273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CV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270740"/>
                  </a:ext>
                </a:extLst>
              </a:tr>
              <a:tr h="3416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Random Forest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5913"/>
                  </a:ext>
                </a:extLst>
              </a:tr>
              <a:tr h="3416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SVM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97205"/>
                  </a:ext>
                </a:extLst>
              </a:tr>
              <a:tr h="3416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075361"/>
                  </a:ext>
                </a:extLst>
              </a:tr>
              <a:tr h="3416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68509"/>
                  </a:ext>
                </a:extLst>
              </a:tr>
              <a:tr h="3416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Multinomial 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396249"/>
                  </a:ext>
                </a:extLst>
              </a:tr>
            </a:tbl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C8A917B-AEC7-4E14-A1B1-DCDB5C39C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7361260"/>
              </p:ext>
            </p:extLst>
          </p:nvPr>
        </p:nvGraphicFramePr>
        <p:xfrm>
          <a:off x="698090" y="3429000"/>
          <a:ext cx="10746658" cy="292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484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1985-3800-4A12-AF3D-9C1C3F5D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96" y="109486"/>
            <a:ext cx="10515600" cy="942565"/>
          </a:xfrm>
        </p:spPr>
        <p:txBody>
          <a:bodyPr/>
          <a:lstStyle/>
          <a:p>
            <a:r>
              <a:rPr lang="en-US"/>
              <a:t>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2A453-4D85-44A4-ABBB-C7DFDFCD3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3" y="114720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0" dirty="0"/>
              <a:t>I feel there is some more need for data cleaning. Removing abbreviations and doing lemmatization.</a:t>
            </a:r>
          </a:p>
          <a:p>
            <a:r>
              <a:rPr lang="en-US" sz="2000" b="0" dirty="0"/>
              <a:t>I will avoid removing the classes with count &lt; 5 and will incorporate the imbalance in the data set by using class weights.</a:t>
            </a:r>
          </a:p>
          <a:p>
            <a:r>
              <a:rPr lang="en-US" sz="2000" b="0" dirty="0"/>
              <a:t>Perform hyperparameter tuning for SVM using grid search.</a:t>
            </a:r>
          </a:p>
          <a:p>
            <a:r>
              <a:rPr lang="en-US" sz="2000" b="0" dirty="0"/>
              <a:t>Write the function to calculate the trust factor so that we can evaluate the performance of the model on training data set.</a:t>
            </a:r>
          </a:p>
        </p:txBody>
      </p:sp>
    </p:spTree>
    <p:extLst>
      <p:ext uri="{BB962C8B-B14F-4D97-AF65-F5344CB8AC3E}">
        <p14:creationId xmlns:p14="http://schemas.microsoft.com/office/powerpoint/2010/main" val="3006441323"/>
      </p:ext>
    </p:extLst>
  </p:cSld>
  <p:clrMapOvr>
    <a:masterClrMapping/>
  </p:clrMapOvr>
</p:sld>
</file>

<file path=ppt/theme/theme1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2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463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Bogle</vt:lpstr>
      <vt:lpstr>Calibri</vt:lpstr>
      <vt:lpstr>Calibri Light</vt:lpstr>
      <vt:lpstr>5_Intl_Theme_Slide</vt:lpstr>
      <vt:lpstr>Cover_Slide</vt:lpstr>
      <vt:lpstr>PowerPoint Presentation</vt:lpstr>
      <vt:lpstr>Review Meet – 1 May 28th,2021</vt:lpstr>
      <vt:lpstr>Problem Statement</vt:lpstr>
      <vt:lpstr>Approach</vt:lpstr>
      <vt:lpstr>Findings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1</cp:revision>
  <dcterms:created xsi:type="dcterms:W3CDTF">2021-06-18T10:35:09Z</dcterms:created>
  <dcterms:modified xsi:type="dcterms:W3CDTF">2021-06-18T10:41:07Z</dcterms:modified>
</cp:coreProperties>
</file>